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ink/ink5.xml" ContentType="application/inkml+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ink/ink6.xml" ContentType="application/inkml+xml"/>
  <Override PartName="/ppt/ink/ink7.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ink/ink8.xml" ContentType="application/inkml+xml"/>
  <Override PartName="/ppt/notesSlides/notesSlide21.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2.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sldIdLst>
    <p:sldId id="281" r:id="rId2"/>
    <p:sldId id="470" r:id="rId3"/>
    <p:sldId id="427" r:id="rId4"/>
    <p:sldId id="428" r:id="rId5"/>
    <p:sldId id="429" r:id="rId6"/>
    <p:sldId id="430" r:id="rId7"/>
    <p:sldId id="471" r:id="rId8"/>
    <p:sldId id="490" r:id="rId9"/>
    <p:sldId id="499" r:id="rId10"/>
    <p:sldId id="500" r:id="rId11"/>
    <p:sldId id="501" r:id="rId12"/>
    <p:sldId id="498" r:id="rId13"/>
    <p:sldId id="491" r:id="rId14"/>
    <p:sldId id="492" r:id="rId15"/>
    <p:sldId id="493" r:id="rId16"/>
    <p:sldId id="494" r:id="rId17"/>
    <p:sldId id="495" r:id="rId18"/>
    <p:sldId id="434" r:id="rId19"/>
    <p:sldId id="435" r:id="rId20"/>
    <p:sldId id="436" r:id="rId21"/>
    <p:sldId id="437" r:id="rId22"/>
    <p:sldId id="438" r:id="rId23"/>
    <p:sldId id="550" r:id="rId24"/>
    <p:sldId id="439" r:id="rId25"/>
    <p:sldId id="440" r:id="rId26"/>
    <p:sldId id="441" r:id="rId27"/>
    <p:sldId id="505" r:id="rId28"/>
    <p:sldId id="551" r:id="rId29"/>
    <p:sldId id="442" r:id="rId30"/>
    <p:sldId id="443" r:id="rId31"/>
    <p:sldId id="552" r:id="rId32"/>
    <p:sldId id="444" r:id="rId33"/>
    <p:sldId id="445" r:id="rId34"/>
    <p:sldId id="446" r:id="rId35"/>
    <p:sldId id="447" r:id="rId36"/>
    <p:sldId id="448" r:id="rId37"/>
    <p:sldId id="449" r:id="rId38"/>
    <p:sldId id="450" r:id="rId39"/>
    <p:sldId id="451" r:id="rId40"/>
    <p:sldId id="452" r:id="rId41"/>
    <p:sldId id="453" r:id="rId42"/>
    <p:sldId id="515" r:id="rId43"/>
    <p:sldId id="516" r:id="rId44"/>
    <p:sldId id="517" r:id="rId45"/>
    <p:sldId id="518" r:id="rId46"/>
    <p:sldId id="519" r:id="rId47"/>
    <p:sldId id="520" r:id="rId48"/>
    <p:sldId id="623" r:id="rId49"/>
    <p:sldId id="521" r:id="rId50"/>
    <p:sldId id="522" r:id="rId51"/>
    <p:sldId id="523" r:id="rId52"/>
    <p:sldId id="553" r:id="rId53"/>
    <p:sldId id="549" r:id="rId54"/>
    <p:sldId id="508" r:id="rId55"/>
    <p:sldId id="554" r:id="rId56"/>
    <p:sldId id="507" r:id="rId57"/>
    <p:sldId id="506" r:id="rId58"/>
    <p:sldId id="511" r:id="rId59"/>
    <p:sldId id="510" r:id="rId60"/>
    <p:sldId id="514" r:id="rId61"/>
    <p:sldId id="513" r:id="rId62"/>
    <p:sldId id="512" r:id="rId63"/>
    <p:sldId id="558" r:id="rId64"/>
    <p:sldId id="527" r:id="rId65"/>
    <p:sldId id="509" r:id="rId66"/>
    <p:sldId id="526" r:id="rId67"/>
    <p:sldId id="525" r:id="rId68"/>
    <p:sldId id="530" r:id="rId69"/>
    <p:sldId id="529" r:id="rId70"/>
    <p:sldId id="547" r:id="rId71"/>
    <p:sldId id="536" r:id="rId72"/>
    <p:sldId id="535" r:id="rId73"/>
    <p:sldId id="555" r:id="rId74"/>
    <p:sldId id="534" r:id="rId75"/>
    <p:sldId id="533" r:id="rId76"/>
    <p:sldId id="532" r:id="rId77"/>
    <p:sldId id="531" r:id="rId78"/>
    <p:sldId id="528" r:id="rId79"/>
    <p:sldId id="542" r:id="rId80"/>
    <p:sldId id="541" r:id="rId81"/>
    <p:sldId id="540" r:id="rId82"/>
    <p:sldId id="556" r:id="rId83"/>
    <p:sldId id="539" r:id="rId84"/>
    <p:sldId id="538" r:id="rId85"/>
    <p:sldId id="546" r:id="rId86"/>
    <p:sldId id="545" r:id="rId87"/>
    <p:sldId id="544" r:id="rId88"/>
    <p:sldId id="543" r:id="rId89"/>
    <p:sldId id="537" r:id="rId90"/>
    <p:sldId id="524" r:id="rId91"/>
    <p:sldId id="557" r:id="rId92"/>
    <p:sldId id="467" r:id="rId93"/>
    <p:sldId id="465" r:id="rId94"/>
    <p:sldId id="466" r:id="rId95"/>
    <p:sldId id="468" r:id="rId96"/>
    <p:sldId id="469" r:id="rId97"/>
  </p:sldIdLst>
  <p:sldSz cx="12192000" cy="6858000"/>
  <p:notesSz cx="6858000" cy="9144000"/>
  <p:custDataLst>
    <p:tags r:id="rId9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CDDD"/>
    <a:srgbClr val="0F73EE"/>
    <a:srgbClr val="0000FF"/>
    <a:srgbClr val="740A47"/>
    <a:srgbClr val="FDEADA"/>
    <a:srgbClr val="000000"/>
    <a:srgbClr val="1F4E79"/>
    <a:srgbClr val="881DB3"/>
    <a:srgbClr val="E3C9F7"/>
    <a:srgbClr val="6E08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06" autoAdjust="0"/>
    <p:restoredTop sz="77649" autoAdjust="0"/>
  </p:normalViewPr>
  <p:slideViewPr>
    <p:cSldViewPr snapToGrid="0" showGuides="1">
      <p:cViewPr varScale="1">
        <p:scale>
          <a:sx n="60" d="100"/>
          <a:sy n="60" d="100"/>
        </p:scale>
        <p:origin x="846" y="66"/>
      </p:cViewPr>
      <p:guideLst>
        <p:guide orient="horz" pos="2137"/>
        <p:guide pos="3931"/>
      </p:guideLst>
    </p:cSldViewPr>
  </p:slideViewPr>
  <p:outlineViewPr>
    <p:cViewPr>
      <p:scale>
        <a:sx n="33" d="100"/>
        <a:sy n="33" d="100"/>
      </p:scale>
      <p:origin x="0" y="-13218"/>
    </p:cViewPr>
  </p:outlin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gs" Target="tags/tag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ink/ink1.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10:59.262"/>
    </inkml:context>
    <inkml:brush xml:id="br0">
      <inkml:brushProperty name="width" value="0.05292" units="cm"/>
      <inkml:brushProperty name="height" value="0.05292" units="cm"/>
      <inkml:brushProperty name="color" value="#FF0000"/>
    </inkml:brush>
  </inkml:definitions>
  <inkml:trace contextRef="#ctx0" brushRef="#br0">24765 7832 0,'-26'-26'438,"-1"-1"-391,1 27 0,-1 0-32,1 0 313,-1 0-312,1 0 187,-1 0-203,1 0 47,-1 0-31,-25 0-1,25 0 1,1 0 78,-1 0-94,-26 27 15,27-27 1,-1 0-1,1 0 17,-1 0-17,1 26 48,-1-26-48,-25 26 1,-1-26 78,26 0-79,27 27 1,-26-27 0,-1 0-16,1 26 15,26 1 32,-53-1-31,26-26-16,1 0 15,26 27-15,-26-27 16,-1 26-16,1 1 31,-1-1 1,27 1-17,0 25-15,0 1 16,-26-53-16,26 27 15,0 26 1,0-27 31,0 1 0,0-1-47,0 1 15,0 26-15,0-27 16,0 0 0,0 1-1,0-1 1,0 27 15,0-26-15,0 26-1,0-27-15,0 1 16,0-1 0,0 27-1,0-27 1,26 1 0,-26-1-16,27 1 31,-27 26-31,26-53 15,1 26-15,-27 1 16,0-1 0,26-26-16,0 53 15,1-27 17,-27 1-32,26-1 15,1-26 16,-1 27-31,1-27 32,26 26-17,0-26 1,26 0 0,-26 0-16,0 0 15,-27 0-15,27 0 16,-26 0-16,-1 0 31,27 0-31,26 0 16,-52 0-1,26 0-15,-27 0 16,27 0-16,-26 0 16,25 0-1,1 27 1,-26-27-16,-1 0 15,1 0-15,-1 26 16,1-26 0,-1 0 15,1 0-31,-1 0 16,1 0-16,-1 0 15,0 0 1,27 0-1,-26 27-15,-1-27 16,27 0 0,-26 0-16,-1 0 15,27 0-15,0 0 16,-27 0 31,1 0-32,-1 0-15,27 0 16,-26 0 0,-1 0-1,1 0 1,-1-27-16,1 27 16,-1 0-16,27-26 15,-27-1-15,1 27 16,-27-26-1,53-1 1,-53 1 0,0-1-1,0-25 1,0 25 0,0 1-16,0-1 15,0 1-15,0-1 16,0-26-16,0 27 15,0-27-15,0 26 16,0 1 0,0 0-1,-27 26-15,27-27 16,-26-52-16,26 52 16,-27 1-1,1-27-15,26 0 16,0 27-16,-27-1 15,27 1-15,-52-1 16,52 1-16,-27-1 31,27 1-31,-53-27 16,27 26 0,26 1-1,-27-1-15,1 1 16,-1 0-16,1-27 15,-1 26 1,-26 27 0,1-26 15,52-1-31,-27 1 16,1 26-1,-1-27 1,1 1 15,-1 26 0,27-27-31,-26 27 16,-1 0-16,1 0 16,-27 0-1,27 0-15,-27 0 16,26-26-1,1 26-15,-27 0 16,26-26-16,-26-1 16,27 27 46,-27 0-31</inkml:trace>
</inkml:ink>
</file>

<file path=ppt/ink/ink2.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15:35.949"/>
    </inkml:context>
    <inkml:brush xml:id="br0">
      <inkml:brushProperty name="width" value="0.05292" units="cm"/>
      <inkml:brushProperty name="height" value="0.05292" units="cm"/>
      <inkml:brushProperty name="color" value="#FF0000"/>
    </inkml:brush>
  </inkml:definitions>
  <inkml:trace contextRef="#ctx0" brushRef="#br0">15055 14949 0,'0'-53'16,"-27"53"-16,1-26 15,-53-53-15,26 79 16,26-53-16,1 53 16,26-27-16,-27 1 15,-52 26 95,-106 0-110,-133 0 15,1 0-15,-1 0 16,1 0-16,105 0 15,106 0-15,27 0 16,52 0-16,1 0 94,-27 26-79,26-26-15,-25 53 16,25 0-16,27 0 16,-26 0-16,-54 79 15,54-26-15,-1 0 16,-52 79-16,26-26 16,0-1-16,-79 81 15,52-81-15,28-52 16,25-53-16,27 26 15,0 1-15,0-54 16,0 54-16,0-1 16,0 0-16,0 27 15,53 0-15,0 53 16,53 0-16,-53-1 16,0-105-16,-27 27 15,27-54-15,-27 1 16,1-1-16,-1 27 15,54-27-15,-1 27 16,-26-26-16,106 79 16,-80-80-1,27 27-15,-27 0 16,-52-53-16,26 26 16,-27-26-16,27 0 15,53 0-15,79 0 16,27 0-16,-1 0 15,1 0-15,26 0 16,-53 0-16,-79 0 16,0 0-16,-53 0 15,-26 0-15,52-26 47,-53-1-47,54 27 16,52-79-16,-53 53 15,1-27-15,26 0 16,-27 0-16,53-53 16,27 27-16,-80-1 15,-52 27-15,52-79 16,-52 53-16,-1-27 16,-26 53-16,27-53 15,-1 53-15,27-53 16,-53 27-1,0-27-15,0 0 16,0 0-16,53-26 16,-53 53-16,0-27 15,0 53-15,0-53 16,0 27-16,0-27 16,0 27-16,0 52 15,0-26-15,0 0 16,0 27-16,0-1 15,0 1 1,0 0-16,0-1 16,0-26-16,0 27 15,0-1-15,0 1 16,0-1 0,0 1-16,0-1 15,-27 1 1,27-1-16,-52 1 15,25 0 1,1 26-16,-1-27 16,-26 27-16,27-26 15,-1 26-15,-26 0 16,-26 0 0,53 0-16,-54-53 15,27 26-15,27 27 16,-27 0-16,-26 0 15,-1 0 1,27 0 0,27 0-16,-27-26 31,26 26 0,-26-27 0,27 27-31,0-26 16,-1 26 0,1 0 15,52 0 188</inkml:trace>
  <inkml:trace contextRef="#ctx0" brushRef="#br0" timeOffset="34543.8127">19764 15346 0,'-26'0'94,"79"0"15,53 0-109,0 0 16,52 0-16,-25 0 15,52 0-15,-53 0 16,-53 0 0,-52 0-16,-1 0 31,27 0-15,-26 0-16,26 0 15,0 0-15,-1 0 16,-25 0-16,-1 0 15,27 0-15,27 0 16,-1 0-16,-52 0 16,78 0-16,-25 0 15,26 0-15,-80 0 16,53 0-16,-52 0 16,26 0-16,26 0 15,-26 0-15,26 0 16,27 0-16,-53 0 15,-26 0-15,26 0 16,-27 0 0,0 0-1,54 0-15,-27 0 16,-27 0 0,27 0-16,27 0 15,-28 0-15,1 0 16,0 0-1,-26 0 1,-1 0 0,1 0-16,26 0 15,-27 0 1</inkml:trace>
</inkml:ink>
</file>

<file path=ppt/ink/ink3.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16:42.085"/>
    </inkml:context>
    <inkml:brush xml:id="br0">
      <inkml:brushProperty name="width" value="0.05292" units="cm"/>
      <inkml:brushProperty name="height" value="0.05292" units="cm"/>
      <inkml:brushProperty name="color" value="#FF0000"/>
    </inkml:brush>
  </inkml:definitions>
  <inkml:trace contextRef="#ctx0" brushRef="#br0">22040 3202 0,'0'-27'156,"-53"27"-156,26-26 16,-52-1-16,26 27 15,-26-26-15,-1 26 16,1 0-16,-27-53 16,53 27-16,-132-1 15,53 1-15,105 26 16,1 0 46,-27 0-62,26 0 16,-25 26-16,25 1 16,1-27-16,26 26 15,-27-26 1,-52 53-16,26-27 16,0 1-1,-53-1-15,106 1 16,-53-1-16,27-26 15,-1 27 1,1-1-16,26 1 16,-53-1-16,26 1 15,1 25-15,0-25 16,-27 52-16,26 1 16,1-27-16,-1-27 15,1 53-15,-1 80 16,-78 291-16,-1-133 15,79-158-15,-26-27 16,53-52-16,0-27 16,0-27 15,27 27-31,-1-26 16,1-27-1,26 53 1,-53-27-16,26 27 15,1-27-15,-27 1 16,52-1-16,-52 1 16,27-1-16,26 27 15,-27-53 1,1 27 0,26-1-1,-27-26-15,1 53 16,52-27-16,-53-26 15,54 0-15,-1 53 16,53-26-16,-52-27 16,-1 0-16,-26 0 15,26 26-15,-26-26 16,-26 0-16,26 53 16,-27-53-16,54 0 15,-27 27-15,52-27 16,-25 0-16,-1 0 15,53 0-15,27 0 16,-79 0-16,25 0 16,-25 0-16,-1 0 15,-52 0 1,25 0 15,-25 0-31,26 0 16,0 0-16,-27 0 15,1 0-15,52 0 16,-52-27-16,25 1 16,-25 26-1,-27-27-15,26 27 16,1-26-16,-1-1 16,1-26-16,-1 53 15,-26-26-15,27 26 16,-1-27-1,-26 1-15,0 0 16,27-27-16,-1 0 16,-26 26-16,0 1 15,0-27-15,0 26 16,0-25-16,0-1 16,0 0-1,0 26-15,0-26 16,0 27-1,0-27-15,0 26 0,0-52 16,-26 26 0,26-53-16,-53-132 15,53 27-15,0 184 16,0 1 0,0-1-1,0 1-15,0-1 31,0 1-15,0-1-16,0 1 31,-27-27-15,1 27 0,26-1-1,-27 27-15,1-26 16,26-1-16,-27 27 15,27-26-15,-26-1 16,-1 1-16,1 26 31,0 0-31,26-27 16,-27 27 0,1-26-1,-1-27 16,1 53-15,-1-53-16,1 53 31,-1-26 1,1 26-17,-1-27-15,1 27 31,26-26-15,-53-1 0,27 27 15,-1-26-15,1 26 62</inkml:trace>
</inkml:ink>
</file>

<file path=ppt/ink/ink4.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24:39.811"/>
    </inkml:context>
    <inkml:brush xml:id="br0">
      <inkml:brushProperty name="width" value="0.05292" units="cm"/>
      <inkml:brushProperty name="height" value="0.05292" units="cm"/>
      <inkml:brushProperty name="color" value="#FF0000"/>
    </inkml:brush>
  </inkml:definitions>
  <inkml:trace contextRef="#ctx0" brushRef="#br0">9604 3704 0,'0'-26'62,"-26"26"-31,-1-26 16,1 26 0,0 0-31,-1 0 15,1 0-15,-1 0-16,1 0 93,-1 0-30,1 0-1,-1 26-15,1-26 31,-1 0 16,27 26-78,-26 1-1,0-27 32,26 26-31,-27-26 31,27 27-16,-26-27-15,26 26 93,0 1-93,0-1 46,0 1-31,0 52-15,0-52-16,0-1 16,0 0-1,0 1 1,0 52 0,0-52-16,0-1 31,0 1 63,0-1-79,0 53 16,0-26-15,0-26 62,0 26-47,0-27-31,0 1 16,0-1 0,26-26 15,1 53-15,-1-26 15,0-1 47,1 0-62,-1 1 15,27-1 0,0 1 0,-26-27 1,-1 0-32,1 53 15,-1-53 1,27 0-16,-53 26 31,53-26-15,-27 0-1,1 0 1,26 53-16,-27-53 31,27 0-15,-26 0 15,25 0-31,-25 0 31,-1 0-31,1 27 16,-1-27 0,1 0-16,26 0 15,-27 0 1,27 0-16,-27 0 15,27 0 1,-26 0 0,26 0-16,0 26 15,0-26 1,0 26-16,-27-26 16,0 0-1,1 0 1,26 0-16,-27 0 15,1 27 1,26-27 0,-27 0-16,1 0 15,-1 0-15,0 0 16,27 0 0,0 26-1,-26-26-15,-1 0 16,1 0-16,26 27 15,-27-27 1,27 0-16,-27 0 16,27 26-16,-26-26 15,26 0-15,-27 0 16,1 27 0,-1-27-1,1 0 1,25 0-16,-25 0 15,26 0 1,-27 0-16,1 0 16,-1 0-16,1 0 15,-1 26-15,1-26 32,-1 0-17,1 27-15,-1-27 16,27 0-1,-27 0-15,1 0 16,-1 0 0,1 0-16,-1 0 15,1 0-15,-1 0 16,27 26 0,-27-26-16,1 0 15,-1 0 1,1 0-16,-1 0 15,27 0 1,-26 0 0,-1 0-1,1 0-15,-1 0 16,27 0 0,-27 0-1,27 0 1,-26 0-1,26 0 1,0 0 0,-27 0-16,1 0 15,-1 0-15,0 0 16,1 0 0,-1 0-1,1 0 1,-1 0-1,1 0 48,-1-26-47,1-1-1,-27-26 1,0 27 15,0-1-31,0 1 31,0-27-31,0 27 16,0-1-16,0-26 16,0 0-1,0 27 1,0-1-1,0 1-15,0-1 16,0 1 0,0 0-16,0-1 15,0-26 1,0 0 0,0 27-1,0-1 1,0 1-16,-27-27 15,27 26 1,0-25-16,0 25 16,0 1-16,-53-27 15,53 26 1,0-26-16,0 27 16,-26-27-1,26 27 1,-27-27-1,27 26 1,-26 1-16,-1-1 16,27 1-1,-26 26 1,0-27 0,-1 27-1,27-26-15,-26-1 16,-1 1-1,-26-27 1,27 53 15,-1 0 1,1-26-32,-1 26 15,1 0-15,-27-27 16,27 27-16,-27-26 15,26 26 1,-26 0-16,27-27 16,-80 1-1,53-1 1,27 27-16,-1 0 16,-26-26-16,27 26 31,-27-27-16,26 27 17,1-26-32,0 26 15,-27 0 1,26 0-16,1 0 16,-27-27-1,0 27 1,26 0-1,-26 0 1,27 0 0,0 0-16,-27 0 15,0 0-15,0 0 16,26 0-16,-52-26 16,26 26-16,27 0 15,-27-26-15,26 26 16,1 0 15,-1 0-15,1 0-1,-27 0 1,-26 0-16,52 0 16,1 0-16,-27 0 15,0 0 1,0 0-16,0 0 15,0 0-15,27 0 16,-1 0-16,1 0 16,-1 0-1,1 0 17,-1 0 14,1 0-30,-1 0 0,1 0-1,-1 0 1,1 0 0,0 0-1,-1 0 1,1 0-16,-1 26 15,-26 0 48,27-26-32,-1 0-15,-26 27-1,27-27 1,-27 0-16,27 0 16,-1 26-1,54-26 345,-1 0-313,1 0-1,-1 0-30</inkml:trace>
</inkml:ink>
</file>

<file path=ppt/ink/ink5.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37:12.874"/>
    </inkml:context>
    <inkml:brush xml:id="br0">
      <inkml:brushProperty name="width" value="0.05292" units="cm"/>
      <inkml:brushProperty name="height" value="0.05292" units="cm"/>
      <inkml:brushProperty name="color" value="#FF0000"/>
    </inkml:brush>
  </inkml:definitions>
  <inkml:trace contextRef="#ctx0" brushRef="#br0">15055 5980 0,'0'-27'125,"26"27"-110,27-52-15,-26 52 16,-1 0-16,1 0 16,-1 0-16,0 0 15,27 0 1,0 0-16,27-27 16,-27 27-16,26-26 15,-26 26-15,0 0 16,26 0-16,-26 0 15,26 0-15,-52 0 16,26 0-16,-27 0 16,1 0-16,-1 0 31,1 0-31,-1 0 16,27 0-16,0 0 15,0 0 1,-27 0-16,1 0 15,-1 0 1,27 0-16,0 0 16,-26 0-1,78 0-15,-52 0 16,0 0-16,0 0 16,-26 0-1,-1 0 1,1 0-1,-1 0-15,27 0 16,-27 0-16,1 0 16,-1 0 46,1 0-46,-1 0 15,1 0 203,-1 0-234,1 0 16,25 0-16,-25 0 16,-1 0-16,1-27 15,-1 27 1,27 0 0,0-26-1</inkml:trace>
  <inkml:trace contextRef="#ctx0" brushRef="#br0" timeOffset="2022.6828">18521 5689 0,'26'0'171,"1"0"-155,26 0-16,0 0 16,0 0-1,-27 0-15,0 0 16,1 0 0,-1 0-1,1 0 1,26 0-1,-27 0-15,1 0 16,-1 0-16,1 0 16,-1 0-1,0 0 1,-26-27 15,27 27-15,-1 0 31,1 0-32,-1 0 1,1 0 0,-1 0-1,1 0 1,26 0 15,-27 0-15,1 0-1,-1 0-15,0 0 16,27 0 0,-26 0-1,26 0 1,-27 0 15,1 0 47,-1 0-78,1 0 16,-1 0 15,0 0 0,1 0 47,-1 0 16,1 0-78</inkml:trace>
  <inkml:trace contextRef="#ctx0" brushRef="#br0" timeOffset="21343.2244">10372 8176 0,'26'0'94,"1"0"-79,-1 0-15,1 0 16,25 0-16,28 0 16,-1 0-16,-52 0 15,52 0-15,0 0 16,-52 0-16,-1 0 31,1 0-15,26 0-1,0 0 1,-27 0 0,27 0-16,-27 0 15,1 0 1,-1 0-16,1 0 16,26 0-1,0 0-15,0 0 16,26 0-16,-53 0 15,27 0-15,-26 0 16,26 0 15,-27-27-15,27 27 0,-26 0-16,25 0 15,-52-26-15,27 26 16,26 0 31,-27 0-32,27 0 1</inkml:trace>
  <inkml:trace contextRef="#ctx0" brushRef="#br0" timeOffset="30534.3189">19315 7991 0,'53'0'110,"26"0"-95,-53 0-15,54 0 16,-1 0-16,-52 0 16,78-27-16,-25 27 15,-54 0-15,27 0 16,-26 0-16,52 0 16,0 0-16,-52 0 15,79 0-15,-27 0 16,-53 0-16,27 0 15,-26 0-15,-1 0 16,1 0 0,-1 0-16,54 0 15,-27 0-15,-1 0 16,28 0-16,-1 0 16,-52 0-16,26 0 15,-27 0 16,27 0-31,0 0 16,0 0-16,-27 0 16,1 0-1,26 0-15,0 0 16,-27 0 0,0 0-1,1 0 1,-1 0-1,1 0-15,26 0 16,0 0-16,-27 0 16,1 0-16,-1 0 15,0 0 1,1 0 0,-1 0 15,1 0 0,-1 0 0,1 0-15</inkml:trace>
  <inkml:trace contextRef="#ctx0" brushRef="#br0" timeOffset="59031.5606">10186 10716 0,'27'0'141,"-1"0"-126,1 0 1,-1 0-16,1 0 16,-1 0-1,1 0-15,26 0 16,-27 0 0,27 0-1,-27 0 1,27 0-1,-26 0 1,-1 0-16,1 0 16,-1 0-16,1 0 15,-1 0 1,1 0 0,-1 0-1,0 0-15,1 0 16,-1 0-1,1 0 17,-1 0-32,1 0 31,-1 0-15,1 0-16,-1 0 31,1 0-16,-1 0 1,1 0 0,-1 0-1,0 0 17,1 0-17,-1 0 1,1 0 15,26 0-15,-27 0-1,27 0 17,-26 0 14,-1 0-30,0 0 0,1 0-16,-1 0 15,1 0 1,-1 0 0,1 0-1,-1 0 1,1 0-1,-1 0 17,1 0-17,-1 0 17,1 0-1,-1 0-16,0 0 48,1 0-32,-1 0-31,1 0 47,-1 0 0</inkml:trace>
  <inkml:trace contextRef="#ctx0" brushRef="#br0" timeOffset="66111.043">14208 10637 0,'27'0'203,"-1"0"-188,1 0 17,25 0-17,-25 0-15,26 0 16,0 0-16,0 0 15,-27 0 1,1 0-16,-1 0 16,0 0-1,27 0-15,-26-27 16,26 27-16,26-26 16,-26 26-1,-26 0 1,25 0-1,-25 0-15,26 0 16,-27 0-16,27 0 16,-26 0-1,26 0 1,-1 0-16,1 0 16,-26 0-16,26 0 15,-27 0 1,27 0-16,-26 0 15,26 0 1,-27 0 0,27 0 15,-27 0-31,1 0 16,-1 0-16</inkml:trace>
  <inkml:trace contextRef="#ctx0" brushRef="#br0" timeOffset="72286.2695">17171 10610 0,'53'0'16,"-26"0"124,-1 0-124,1 0 0,-1 0-16,1 0 15,26-26 1,-27 26-16,1 0 31,-1 0-31,27 0 31,-27 0-31,1 0 16,-1 0-16,27 0 16,0 0-1,-26 0 1,25 0 0,-25-27-16,-1 1 15,1 26-15,-1 0 16,27 0-16,-26 0 15,-1 0-15,1 0 16,-1 0-16,1-27 16,-1 27 15,0 0-31,1 0 16,26 0-16,26 0 15,27 0-15,-53 0 16,0 0-16,-27 0 15,27 0 1,-26 0-16,-1 0 16,1 0-16,52 27 15,-53-27 1,1 0-16,52 0 16,-26 0-16,-26 0 15,-1 0-15,53 0 16,-26 0-16,-26 0 15,26 0 1,26 0-16,-26 0 16,-26 0-16,52 26 15,-53-26-15,1 0 16,-1 0 0,1 0-16,-1 0 15,1 27 1,26-27-1,-1 0-15,1 0 16,-26 26-16,26-26 16,0 0-16,0 27 15,0-27 1,-27 0 0,27 0-16,-27 0 15,1 0-15,-1 0 31,1 0-15,-1 0 0,1 0-1,-1 0 1,1 0 0</inkml:trace>
  <inkml:trace contextRef="#ctx0" brushRef="#br0" timeOffset="77319.4942">21987 10584 0,'53'0'469,"-27"0"-438,27 0-15,-26 0-1,78 0 1,-25 0 0,52 0-16,0 0 15,-79 0-15,-26 0 16,-1 0-16,1 0 31,26 0 0,0 0-31,26 0 16,-53 0-16,54 0 16,-27 0-16,-27 0 15,1 0-15,-1 0 16,1 0 0,-1 0-16,53 0 15,-52 0-15,26 0 16,-27 26-16,27-26 15,-26 0 48,25 0-63,-25 0 16,-1 0-1,1 0 1,-1 0-16,1 0 15,-1 0 1,1 0-16,26 0 16,0 0-1,-27 0 1,0 0 31,1 0-32,-1 0 1,1 0 0,26 0 593,53 27-609,26-27 16,27 26-16,-27 0 15,-26-26-15,-27 0 16,-52 0-16,-1 0 16</inkml:trace>
</inkml:ink>
</file>

<file path=ppt/ink/ink6.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39:51.369"/>
    </inkml:context>
    <inkml:brush xml:id="br0">
      <inkml:brushProperty name="width" value="0.05292" units="cm"/>
      <inkml:brushProperty name="height" value="0.05292" units="cm"/>
      <inkml:brushProperty name="color" value="#FF0000"/>
    </inkml:brush>
  </inkml:definitions>
  <inkml:trace contextRef="#ctx0" brushRef="#br0">15531 3916 0,'53'0'203,"-27"0"-203,80 0 16,-26 0-16,-1 0 15,27 0-15,-80 0 16,27 0-16,0 0 16,27 0-16,-1 0 15,-26 0-15,26 0 16,27 0-1,0 0-15,-27 0 16,27 0-16,-79 0 16,-1 0-16,0 0 15,1 0 1,26 0-16,0 0 16,26 0-16,0 0 15,27 0-15,0 0 16,-26 0-16,-54 0 15,80-26-15,-53 26 16,-27-27 0,27 27 15,-26 0 0,25 0 47,-25 0 0</inkml:trace>
  <inkml:trace contextRef="#ctx0" brushRef="#br0" timeOffset="1855.4912">15663 6403 0,'27'-26'110,"-1"-27"-95,27 53-15,53 0 16,-27 0-16,27-27 16,0 1-16,0 26 15,-27 0-15,1 0 16,-27 0-16,-1 0 16,-25 0-16,26 0 15,0 0-15,26 0 16,-26 0-16,53 0 15,0 26-15,-27-26 16,27 0-16,0 0 16,-27 0-16,1 0 15,-54 0-15,27 0 16,-27 0-16,54 0 16,-1 0-1,-26 0-15,-27 0 16,1 0-16</inkml:trace>
</inkml:ink>
</file>

<file path=ppt/ink/ink7.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2:40:15.385"/>
    </inkml:context>
    <inkml:brush xml:id="br0">
      <inkml:brushProperty name="width" value="0.05292" units="cm"/>
      <inkml:brushProperty name="height" value="0.05292" units="cm"/>
      <inkml:brushProperty name="color" value="#FF0000"/>
    </inkml:brush>
  </inkml:definitions>
  <inkml:trace contextRef="#ctx0" brushRef="#br0">4260 5266 0,'26'0'47,"1"0"-31,-1 52-1,1-52-15,-1 0 16,1 0-16,25 0 16,1 0-16,27 27 15,-27-27 1,0 0 0,26 0-16,53 79 15,-52-52-15,25-27 16,54 26-16,26 1 15,-52-27-15,-107 0 16,27 0-16,-26 0 16,-1 26-16,53-26 15,1-26 1,-1-27 0,53 0-16,-52 26 15,-1-26-15,27 1 16,-27 25-16,1-26 15,-1 0-15,-79 27 16,27-27-16,-1 26 16,1 1-16,-27-1 15,0 1-15,52-53 16,-52 52 0,0-26-1,0-26 1,0 26-1,0 0-15,0 27 16,0-27 0,0 26-16,0 1 62,0-1-46,0 1-1,0-1-15,-26 1 16,0-27-16,-27 0 16,-27 27-16,54 26 15,-54-53 1,27 53-16,27-27 16,-27-26-16,-26 53 15,52-26-15,1-1 16,-1 27-16,-26 0 15,53-26-15,-52 26 16,-1-26-16,26 26 16,-26-27-16,27 27 15,-27-26-15,26 26 16,-26 0 0,27 0-16,-27-53 15,27 53 16,-27 0-15,0 0 0,-27 0-1,1 0-15,26 0 16,-26 0-16,52 0 16,1 26-16,-54 1 15,54-27-15,-27 26 16,27-26-16,-54 27 15,54-27 17,-27 0-17,26 0-15,-25 26 16,-1 27-16,26-53 47,1 0-32,-27 26 1,26 1-16,-26-1 16,0 1-16,-52-1 15,52-26-15,-27 53 16,54-53-16,-80 79 16,27-26-1,-1-26-15,-78 79 16,105-80-16,0 1 15,53-1 110,0 1-109,26-27 0,-26 52-16,27 1 15,-27-26 1,26-1 140</inkml:trace>
  <inkml:trace contextRef="#ctx0" brushRef="#br0" timeOffset="40575.8764">4577 7911 0,'0'-26'140,"-26"26"-140,-80 0 16,0 0-16,53 0 16,27 0-16,-1 0 15,1 0 1,-1 0-16,1 26 15,-53 1-15,26-1 16,26 1 0,-26-27-1,27 53 1,-1-27 15,27 27-31,0-27 16,0 27-1,0-26-15,0 26 16,-26 0-16,-1 0 16,27 0-1,0-27 1,0 27 0,0-27-16,0 27 15,27 0 1,26-26-1,-27-1-15,1 27 16,-1-53 0,1 53-16,-1-53 15,1 26-15,-1 1 16,-26-1 0,27-26-1,-1 27 1,0-27-16,1 0 15,26 0-15,26 0 16,-52 0-16,52 53 16,0-27-16,54 1 15,-107-27-15,54 0 16,-28 53-16,1-53 16,0 0-1,-26 0 1,-1 0 15,27 0-31,0 0 16,-27 0-1,54 0-15,-1 0 16,1 0 0,-27 0-1,-1 0-15,28 0 16,-54 0-1,27 0-15,0 0 16,-26 0-16,-1 0 16,0-27-1,27 27 1,0 0 0,0-26-1,-26-1 16,26 1-31,0-1 32,-1 1-32,1-1 31,-53 1-15,27-1-1,-1 1 1,1-1-16,-1-25 15,-26 25 1,0 1-16,27-1 16,-27-26-1,0 0 1,0 27-16,0-1 16,0-25-16,0 25 15,0 1-15,0-27 16,0 26-16,0-26 15,0 27 1,0-27 0,0 26-1,-27 27-15,27-26 32,0 0-32,0-1 31,-26 1-16,-1-27 1,1 26 0,-1 1-16,1-1 15,-1 1 1,-25-1 0,-1 1-1,0 0 1,0 26-16,-27-27 15,80 1 1,-26 26 0,-1 0-1,1 0 32,0 0-31,-1 0-1,-26 0 48,0 0-47,27 0-1,-1 0 1,1 0 31,26-27 234</inkml:trace>
  <inkml:trace contextRef="#ctx0" brushRef="#br0" timeOffset="95295.9154">12832 7567 0,'53'0'62,"-26"0"-30,26 0-1,-27 0 0,27 0 0,-27 0-15,27 0-16,0 0 16,-26 0-1,-1 0-15,27 0 16,0 0-16,26 0 16,-52 0-16,26 0 15,-27 0 1,1 0-16,-1 0 15,1 0 1,26 0-16,-27 0 16,27 0-16,0 0 15,0 0-15,-27 0 16,1 0-16,26 0 16,-1 0-16,1 0 15,27 0-15,-1 0 16,1 0-16,-28 0 15,1 0-15,-26 0 16,26 0-16,0 0 16,-27 0-16,1 0 15,-1 0 1,0 0 0,1 0 46,-1 0 1,1 0-48,-1 0 1</inkml:trace>
  <inkml:trace contextRef="#ctx0" brushRef="#br0" timeOffset="98873.3063">19526 10134 0,'27'26'125,"-1"-26"-93,27 0-32,-26 0 15,25 0 17,1 0-32,-26 0 15,-1 0 1,1 0-1,-1 0-15,1 0 16,26 0-16,0-26 16,-1 26-16,-25 0 15,26 0 1,-27 0-16,27 0 16,-26 0-16,-1 0 15,1 0-15,-1 0 16,0 0-1,1 0 1,26 0 15,-27 0-31,1 0 16,-1 0 0,1 0-16,-1 0 15,1 0-15,-1 0 16,1 0-16,25 0 15,-25 0-15,-1 0 32,1 0-17,-1 0-15,1 0 32,-1 0-17,1 0 1</inkml:trace>
</inkml:ink>
</file>

<file path=ppt/ink/ink8.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6-03-25T03:40:29.818"/>
    </inkml:context>
    <inkml:brush xml:id="br0">
      <inkml:brushProperty name="width" value="0.05292" units="cm"/>
      <inkml:brushProperty name="height" value="0.05292" units="cm"/>
      <inkml:brushProperty name="color" value="#FF0000"/>
    </inkml:brush>
  </inkml:definitions>
  <inkml:trace contextRef="#ctx0" brushRef="#br0">22278 7541 0,'-27'0'0,"-25"0"62,-54 0-46,-450 0 0,-52 0-1,52 0 17,344 0-17,133 26 1,52 1-1,1-27 1,-27 26 0,27 27-1,-27 53 1,-27 53 0,-105 79-1,106-132 1,26-27-1,53-26 1,0 26 0,0-26-1,26 80 17,27 25-17,27 28 1,25 25-1,-25-78 1,-27-107 0,26 53-16,27-52 15,-27 26-15,1-53 16,290 53 0,318 79-1,106 0 1,-318-79-1,-291 0 1,-105-53 31,25 27-31,292-27-1,-132 0-15,26 0 16,0 0-16,-132 0 0,26 0 15,-79 0 1,-80 0 0,106 0-1,27 0 1,212 26 0,131-26-1,-78-1005 1,-133 2010-1,-106-1005 1,-106 0 0,27 0-1,-26 0-15,78 0 32,-131 0-32,52-26 15,53-54 1,-26 27-1,0-26 1,26-27 0,1 27-1,-54-27 1,0 26 0,1-25-1,-54 78 1,1-26-1,-1 0 17,-26 0-17,0 1 1,0 25 0,0 1-1,0-54 1,-26 1-1,-107-53 1,1 26 0,-27 53-1,80 0 1,0 0 0,-27 27-1,26 26 1,-52-53-1,79 53 1,-106-27 0,-79 27-1,-53-26 17,27-54-17,52 54 1,53-1-1,27 27 1,-53-53 0,-159 27-1,132-27 1,53 53 0,-26-26-1,-159-1 1,-79 27-1,26 0 1,185 0 0,-52 0-1,-27 0 17,158 0-32,-52 0 15,-26 0-15,78 0 0,1 0 16,79 0-1,53-26 267,0-54-282,79 54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t>2026/3/25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None/>
            </a:pPr>
            <a:r>
              <a:rPr lang="en-US" altLang="zh-CN" dirty="0" smtClean="0"/>
              <a:t>2018</a:t>
            </a:r>
            <a:r>
              <a:rPr lang="zh-CN" altLang="en-US" dirty="0" smtClean="0"/>
              <a:t>年</a:t>
            </a:r>
            <a:r>
              <a:rPr lang="en-US" altLang="zh-CN" dirty="0" smtClean="0"/>
              <a:t>8</a:t>
            </a:r>
            <a:r>
              <a:rPr lang="zh-CN" altLang="en-US" dirty="0" smtClean="0"/>
              <a:t>月</a:t>
            </a:r>
            <a:r>
              <a:rPr lang="en-US" altLang="zh-CN" dirty="0" smtClean="0"/>
              <a:t>25</a:t>
            </a:r>
            <a:r>
              <a:rPr lang="zh-CN" altLang="en-US" dirty="0" smtClean="0"/>
              <a:t>日</a:t>
            </a:r>
            <a:r>
              <a:rPr lang="en-US" altLang="zh-CN" dirty="0" smtClean="0"/>
              <a:t>7</a:t>
            </a:r>
            <a:r>
              <a:rPr lang="zh-CN" altLang="en-US" dirty="0" smtClean="0"/>
              <a:t>时</a:t>
            </a:r>
            <a:r>
              <a:rPr lang="en-US" altLang="zh-CN" dirty="0" smtClean="0"/>
              <a:t>52</a:t>
            </a:r>
            <a:r>
              <a:rPr lang="zh-CN" altLang="en-US" dirty="0" smtClean="0"/>
              <a:t>分，我国在西昌卫星发射中心用长征三号乙运载火箭（及远征一号上面级）以“一箭双星”方式成功发射第三十五、三十六颗北斗导航卫星，两颗卫星属于中圆地球轨道卫星，也是我国北斗三号全球系统第十一、十二颗组网卫星。 </a:t>
            </a:r>
            <a:r>
              <a:rPr lang="en-US" altLang="zh-CN" dirty="0" smtClean="0"/>
              <a:t>[1]  </a:t>
            </a:r>
            <a:r>
              <a:rPr lang="zh-CN" altLang="en-US" dirty="0" smtClean="0"/>
              <a:t>北京时间</a:t>
            </a:r>
            <a:r>
              <a:rPr lang="en-US" altLang="zh-CN" dirty="0" smtClean="0"/>
              <a:t>19</a:t>
            </a:r>
            <a:r>
              <a:rPr lang="zh-CN" altLang="en-US" dirty="0" smtClean="0"/>
              <a:t>日晚</a:t>
            </a:r>
            <a:r>
              <a:rPr lang="en-US" altLang="zh-CN" dirty="0" smtClean="0"/>
              <a:t>22</a:t>
            </a:r>
            <a:r>
              <a:rPr lang="zh-CN" altLang="en-US" dirty="0" smtClean="0"/>
              <a:t>时</a:t>
            </a:r>
            <a:r>
              <a:rPr lang="en-US" altLang="zh-CN" dirty="0" smtClean="0"/>
              <a:t>07</a:t>
            </a:r>
            <a:r>
              <a:rPr lang="zh-CN" altLang="en-US" dirty="0" smtClean="0"/>
              <a:t>分，中国在西昌卫星发射中心用长征三号乙运载火箭及远征一号上面级，以“一箭双星”方式成功发射第</a:t>
            </a:r>
            <a:r>
              <a:rPr lang="en-US" altLang="zh-CN" dirty="0" smtClean="0"/>
              <a:t>37</a:t>
            </a:r>
            <a:r>
              <a:rPr lang="zh-CN" altLang="en-US" dirty="0" smtClean="0"/>
              <a:t>、</a:t>
            </a:r>
            <a:r>
              <a:rPr lang="en-US" altLang="zh-CN" dirty="0" smtClean="0"/>
              <a:t>38</a:t>
            </a:r>
            <a:r>
              <a:rPr lang="zh-CN" altLang="en-US" dirty="0" smtClean="0"/>
              <a:t>颗北斗导航卫星。这两颗卫星属于中圆地球轨道卫星，是中国北斗三号全球系统第</a:t>
            </a:r>
            <a:r>
              <a:rPr lang="en-US" altLang="zh-CN" dirty="0" smtClean="0"/>
              <a:t>13</a:t>
            </a:r>
            <a:r>
              <a:rPr lang="zh-CN" altLang="en-US" dirty="0" smtClean="0"/>
              <a:t>、</a:t>
            </a:r>
            <a:r>
              <a:rPr lang="en-US" altLang="zh-CN" dirty="0" smtClean="0"/>
              <a:t>14</a:t>
            </a:r>
            <a:r>
              <a:rPr lang="zh-CN" altLang="en-US" dirty="0" smtClean="0"/>
              <a:t>颗组网卫星。在这两颗北斗导航卫星上，还首次装载了国际搜救组织标准设备，将为全球用户提供遇险报警及定位服务。</a:t>
            </a:r>
          </a:p>
          <a:p>
            <a:pPr eaLnBrk="1" hangingPunct="1">
              <a:buNone/>
            </a:pPr>
            <a:r>
              <a:rPr lang="en-US" altLang="zh-CN" dirty="0" smtClean="0"/>
              <a:t>         2018</a:t>
            </a:r>
            <a:r>
              <a:rPr lang="zh-CN" altLang="en-US" dirty="0" smtClean="0"/>
              <a:t>年</a:t>
            </a:r>
            <a:r>
              <a:rPr lang="en-US" altLang="zh-CN" dirty="0" smtClean="0"/>
              <a:t>12</a:t>
            </a:r>
            <a:r>
              <a:rPr lang="zh-CN" altLang="en-US" dirty="0" smtClean="0"/>
              <a:t>月</a:t>
            </a:r>
            <a:r>
              <a:rPr lang="en-US" altLang="zh-CN" dirty="0" smtClean="0"/>
              <a:t>27</a:t>
            </a:r>
            <a:r>
              <a:rPr lang="zh-CN" altLang="en-US" dirty="0" smtClean="0"/>
              <a:t>日，北斗系统服务范围由区域扩展为全球，北斗系统正式迈入全球时代</a:t>
            </a:r>
            <a:r>
              <a:rPr lang="en-US" altLang="zh-CN" dirty="0" smtClean="0"/>
              <a:t>.</a:t>
            </a:r>
          </a:p>
          <a:p>
            <a:pPr>
              <a:buNone/>
            </a:pPr>
            <a:r>
              <a:rPr lang="zh-CN" altLang="en-US" dirty="0" smtClean="0"/>
              <a:t>         北斗卫星导航系统第</a:t>
            </a:r>
            <a:r>
              <a:rPr lang="en-US" altLang="zh-CN" dirty="0" smtClean="0"/>
              <a:t>41</a:t>
            </a:r>
            <a:r>
              <a:rPr lang="zh-CN" altLang="en-US" dirty="0" smtClean="0"/>
              <a:t>颗卫星（地球静止轨道卫星）、第</a:t>
            </a:r>
            <a:r>
              <a:rPr lang="en-US" altLang="zh-CN" dirty="0" smtClean="0"/>
              <a:t>49</a:t>
            </a:r>
            <a:r>
              <a:rPr lang="zh-CN" altLang="en-US" dirty="0" smtClean="0"/>
              <a:t>颗卫星（倾斜地球同步轨道卫星）、第</a:t>
            </a:r>
            <a:r>
              <a:rPr lang="en-US" altLang="zh-CN" dirty="0" smtClean="0"/>
              <a:t>50</a:t>
            </a:r>
            <a:r>
              <a:rPr lang="zh-CN" altLang="en-US" dirty="0" smtClean="0"/>
              <a:t>颗卫星（中圆轨道卫星）和第</a:t>
            </a:r>
            <a:r>
              <a:rPr lang="en-US" altLang="zh-CN" dirty="0" smtClean="0"/>
              <a:t>51</a:t>
            </a:r>
            <a:r>
              <a:rPr lang="zh-CN" altLang="en-US" dirty="0" smtClean="0"/>
              <a:t>颗卫星（中圆轨道卫星）已完成在轨测试、入网评估等工作，于近日正式入网工作。其中，第</a:t>
            </a:r>
            <a:r>
              <a:rPr lang="en-US" altLang="zh-CN" dirty="0" smtClean="0"/>
              <a:t>41</a:t>
            </a:r>
            <a:r>
              <a:rPr lang="zh-CN" altLang="en-US" dirty="0" smtClean="0"/>
              <a:t>和</a:t>
            </a:r>
            <a:r>
              <a:rPr lang="en-US" altLang="zh-CN" dirty="0" smtClean="0"/>
              <a:t>49</a:t>
            </a:r>
            <a:r>
              <a:rPr lang="zh-CN" altLang="en-US" dirty="0" smtClean="0"/>
              <a:t>颗卫星分别于</a:t>
            </a:r>
            <a:r>
              <a:rPr lang="en-US" altLang="zh-CN" dirty="0" smtClean="0"/>
              <a:t>2018</a:t>
            </a:r>
            <a:r>
              <a:rPr lang="zh-CN" altLang="en-US" dirty="0" smtClean="0"/>
              <a:t>年</a:t>
            </a:r>
            <a:r>
              <a:rPr lang="en-US" altLang="zh-CN" dirty="0" smtClean="0"/>
              <a:t>11</a:t>
            </a:r>
            <a:r>
              <a:rPr lang="zh-CN" altLang="en-US" dirty="0" smtClean="0"/>
              <a:t>月</a:t>
            </a:r>
            <a:r>
              <a:rPr lang="en-US" altLang="zh-CN" dirty="0" smtClean="0"/>
              <a:t>1</a:t>
            </a:r>
            <a:r>
              <a:rPr lang="zh-CN" altLang="en-US" dirty="0" smtClean="0"/>
              <a:t>日和</a:t>
            </a:r>
            <a:r>
              <a:rPr lang="en-US" altLang="zh-CN" dirty="0" smtClean="0"/>
              <a:t>2019</a:t>
            </a:r>
            <a:r>
              <a:rPr lang="zh-CN" altLang="en-US" dirty="0" smtClean="0"/>
              <a:t>年</a:t>
            </a:r>
            <a:r>
              <a:rPr lang="en-US" altLang="zh-CN" dirty="0" smtClean="0"/>
              <a:t>11</a:t>
            </a:r>
            <a:r>
              <a:rPr lang="zh-CN" altLang="en-US" dirty="0" smtClean="0"/>
              <a:t>月</a:t>
            </a:r>
            <a:r>
              <a:rPr lang="en-US" altLang="zh-CN" dirty="0" smtClean="0"/>
              <a:t>5</a:t>
            </a:r>
            <a:r>
              <a:rPr lang="zh-CN" altLang="en-US" dirty="0" smtClean="0"/>
              <a:t>日在西昌卫星发射中心发射；第</a:t>
            </a:r>
            <a:r>
              <a:rPr lang="en-US" altLang="zh-CN" dirty="0" smtClean="0"/>
              <a:t>50</a:t>
            </a:r>
            <a:r>
              <a:rPr lang="zh-CN" altLang="en-US" dirty="0" smtClean="0"/>
              <a:t>和</a:t>
            </a:r>
            <a:r>
              <a:rPr lang="en-US" altLang="zh-CN" dirty="0" smtClean="0"/>
              <a:t>51</a:t>
            </a:r>
            <a:r>
              <a:rPr lang="zh-CN" altLang="en-US" dirty="0" smtClean="0"/>
              <a:t>颗卫星于</a:t>
            </a:r>
            <a:r>
              <a:rPr lang="en-US" altLang="zh-CN" dirty="0" smtClean="0"/>
              <a:t>2019</a:t>
            </a:r>
            <a:r>
              <a:rPr lang="zh-CN" altLang="en-US" dirty="0" smtClean="0"/>
              <a:t>年</a:t>
            </a:r>
            <a:r>
              <a:rPr lang="en-US" altLang="zh-CN" dirty="0" smtClean="0"/>
              <a:t>11</a:t>
            </a:r>
            <a:r>
              <a:rPr lang="zh-CN" altLang="en-US" dirty="0" smtClean="0"/>
              <a:t>月</a:t>
            </a:r>
            <a:r>
              <a:rPr lang="en-US" altLang="zh-CN" dirty="0" smtClean="0"/>
              <a:t>23</a:t>
            </a:r>
            <a:r>
              <a:rPr lang="zh-CN" altLang="en-US" dirty="0" smtClean="0"/>
              <a:t>日在西昌卫星发射中心发射。 </a:t>
            </a:r>
            <a:endParaRPr lang="en-US" altLang="zh-CN" dirty="0" smtClean="0"/>
          </a:p>
          <a:p>
            <a:pPr eaLnBrk="1" hangingPunct="1">
              <a:buNone/>
            </a:pPr>
            <a:r>
              <a:rPr lang="zh-CN" altLang="en-US" dirty="0" smtClean="0"/>
              <a:t>         </a:t>
            </a:r>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13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None/>
            </a:pPr>
            <a:r>
              <a:rPr lang="zh-CN" altLang="en-US" dirty="0" smtClean="0"/>
              <a:t>发展历程 ：</a:t>
            </a:r>
            <a:r>
              <a:rPr lang="en-US" altLang="zh-CN" dirty="0" smtClean="0"/>
              <a:t>20</a:t>
            </a:r>
            <a:r>
              <a:rPr lang="zh-CN" altLang="en-US" dirty="0" smtClean="0"/>
              <a:t>世纪后期，中国开始探索适合国情的卫星导航系统发展道路，逐步形成了三步走发展战略：</a:t>
            </a:r>
            <a:endParaRPr lang="en-US" altLang="zh-CN" dirty="0" smtClean="0"/>
          </a:p>
          <a:p>
            <a:pPr eaLnBrk="1" hangingPunct="1">
              <a:buNone/>
            </a:pPr>
            <a:r>
              <a:rPr lang="en-US" altLang="zh-CN" dirty="0" smtClean="0"/>
              <a:t>2000</a:t>
            </a:r>
            <a:r>
              <a:rPr lang="zh-CN" altLang="en-US" dirty="0" smtClean="0"/>
              <a:t>年年底，建成北斗一号系统，向中国提供服务；</a:t>
            </a:r>
            <a:endParaRPr lang="en-US" altLang="zh-CN" dirty="0" smtClean="0"/>
          </a:p>
          <a:p>
            <a:pPr eaLnBrk="1" hangingPunct="1">
              <a:buNone/>
            </a:pPr>
            <a:r>
              <a:rPr lang="en-US" altLang="zh-CN" dirty="0" smtClean="0"/>
              <a:t>2012</a:t>
            </a:r>
            <a:r>
              <a:rPr lang="zh-CN" altLang="en-US" dirty="0" smtClean="0"/>
              <a:t>年年底，建成北斗二号系统，向亚太地区提供服务；</a:t>
            </a:r>
            <a:endParaRPr lang="en-US" altLang="zh-CN" dirty="0" smtClean="0"/>
          </a:p>
          <a:p>
            <a:pPr eaLnBrk="1" hangingPunct="1">
              <a:buNone/>
            </a:pPr>
            <a:r>
              <a:rPr lang="zh-CN" altLang="en-US" dirty="0" smtClean="0"/>
              <a:t>计划在</a:t>
            </a:r>
            <a:r>
              <a:rPr lang="en-US" altLang="zh-CN" dirty="0" smtClean="0"/>
              <a:t>2020</a:t>
            </a:r>
            <a:r>
              <a:rPr lang="zh-CN" altLang="en-US" dirty="0" smtClean="0"/>
              <a:t>年前后，建成北斗全球系统，向全球提供服务。</a:t>
            </a:r>
            <a:endParaRPr lang="en-US" altLang="zh-CN" smtClean="0"/>
          </a:p>
          <a:p>
            <a:pPr eaLnBrk="1" hangingPunct="1">
              <a:buNone/>
            </a:pPr>
            <a:r>
              <a:rPr lang="en-US" altLang="zh-CN" smtClean="0"/>
              <a:t>2035</a:t>
            </a:r>
            <a:r>
              <a:rPr lang="zh-CN" altLang="en-US" dirty="0" smtClean="0"/>
              <a:t>年前还将建设完善更加泛在、更加融合、更加智能的综合时空体系。</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14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1" dirty="0" smtClean="0"/>
              <a:t>北斗无人机防疫又巡查</a:t>
            </a:r>
            <a:endParaRPr lang="zh-CN" altLang="en-US" dirty="0" smtClean="0"/>
          </a:p>
          <a:p>
            <a:r>
              <a:rPr lang="zh-CN" altLang="en-US" dirty="0" smtClean="0"/>
              <a:t>　　基于北斗高精度的各类无人机，通过精准定位在湖北、安徽、浙江等地开展消毒防疫等任务，成为抗击疫情不可或缺的重要角色。相关部门可以对消毒防疫路线进行有效管控，同时由于北斗高精度的加入让无人机各项工作更加精准，实现“精准抗疫”。另外，无人机可以抵达很多防疫车无法抵达的地方，进行防疫消毒，让防疫无死角。</a:t>
            </a:r>
          </a:p>
          <a:p>
            <a:r>
              <a:rPr lang="zh-CN" altLang="en-US" dirty="0" smtClean="0"/>
              <a:t>　　据介绍，一架无人机每次可携带</a:t>
            </a:r>
            <a:r>
              <a:rPr lang="en-US" altLang="zh-CN" dirty="0" smtClean="0"/>
              <a:t>10</a:t>
            </a:r>
            <a:r>
              <a:rPr lang="zh-CN" altLang="en-US" dirty="0" smtClean="0"/>
              <a:t>公斤左右消毒液，单次喷洒面积可覆盖</a:t>
            </a:r>
            <a:r>
              <a:rPr lang="en-US" altLang="zh-CN" dirty="0" smtClean="0"/>
              <a:t>5000</a:t>
            </a:r>
            <a:r>
              <a:rPr lang="zh-CN" altLang="en-US" dirty="0" smtClean="0"/>
              <a:t>平方米，喷洒面积广、效率高，更避免了人员密集接触可能带来的疫情传播，有效解决了防疫工作中设备缺乏、人手不够等问题。</a:t>
            </a:r>
          </a:p>
          <a:p>
            <a:r>
              <a:rPr lang="zh-CN" altLang="en-US" dirty="0" smtClean="0"/>
              <a:t>　　在江西省瑞昌市，瑞昌市公安局民警通过无人机对人员密集公共场所进行巡视、喊话。许多民众在经过无人机喊话后都自觉配合，纷纷散开。相关部门有效通过基于北斗的无人机实现防疫巡视、宣传，助力疫情防控。</a:t>
            </a:r>
          </a:p>
          <a:p>
            <a:r>
              <a:rPr lang="zh-CN" altLang="en-US" dirty="0" smtClean="0"/>
              <a:t> </a:t>
            </a:r>
          </a:p>
          <a:p>
            <a:r>
              <a:rPr lang="zh-CN" altLang="en-US" b="1" dirty="0" smtClean="0"/>
              <a:t>北斗物流精准送达</a:t>
            </a:r>
            <a:endParaRPr lang="zh-CN" altLang="en-US" dirty="0" smtClean="0"/>
          </a:p>
          <a:p>
            <a:r>
              <a:rPr lang="zh-CN" altLang="en-US" dirty="0" smtClean="0"/>
              <a:t>　　目前，全国各大物流公司纷纷采用基于北斗系统的终端。这数十万台北斗终端正在为国人的日常快递物流提供着服务。将每个快递利用北斗打上标签，该快递的位置信息将一目了然。北斗为保障国人日常生活必需品、医疗物资的物流运输起到了重要作用。</a:t>
            </a:r>
          </a:p>
          <a:p>
            <a:r>
              <a:rPr lang="zh-CN" altLang="en-US" dirty="0" smtClean="0"/>
              <a:t>　　特别是疫情期间，各物流公司正利用北斗设备专门区分救灾物资，由专人、专车为疫区人民提供服务。北斗增加快递物流效率的同时，也提升了救灾物资的送达效率。</a:t>
            </a:r>
          </a:p>
          <a:p>
            <a:r>
              <a:rPr lang="zh-CN" altLang="en-US" dirty="0" smtClean="0"/>
              <a:t>　　尤其是有些物流公司春节期间还为救灾物资提供免费物流服务，此处必须要有赞！</a:t>
            </a:r>
          </a:p>
          <a:p>
            <a:r>
              <a:rPr lang="zh-CN" altLang="en-US" dirty="0" smtClean="0"/>
              <a:t>　　</a:t>
            </a:r>
          </a:p>
          <a:p>
            <a:r>
              <a:rPr lang="zh-CN" altLang="en-US" b="1" dirty="0" smtClean="0"/>
              <a:t>北斗医疗守护健康</a:t>
            </a:r>
            <a:endParaRPr lang="zh-CN" altLang="en-US" dirty="0" smtClean="0"/>
          </a:p>
          <a:p>
            <a:r>
              <a:rPr lang="zh-CN" altLang="en-US" dirty="0" smtClean="0"/>
              <a:t>　　在浙江，北斗医疗手持终端设备，正在对患者的检查住院等提供跟踪与保障。</a:t>
            </a:r>
          </a:p>
          <a:p>
            <a:r>
              <a:rPr lang="zh-CN" altLang="en-US" dirty="0" smtClean="0"/>
              <a:t>　　医生通过北斗医疗终端对患者的可穿戴设备进行扫码，可以有效管理患者情况及相关位置信息。利用北斗医疗终端，有效实现患者的“智慧管理”，减少医院的人力成本投入，数字化、信息化管理手段有效“智慧防疫”。</a:t>
            </a:r>
          </a:p>
          <a:p>
            <a:r>
              <a:rPr lang="zh-CN" altLang="en-US" dirty="0" smtClean="0"/>
              <a:t>　　另外，有专家表示，可以通过北斗手机终端，结合大数据，实现人员位置信息的分析与处理，让防疫更加精准，让北斗时空深入融入这场防疫战役。当然，这将是北斗未来努力的方向。</a:t>
            </a:r>
          </a:p>
          <a:p>
            <a:r>
              <a:rPr lang="zh-CN" altLang="en-US" dirty="0" smtClean="0"/>
              <a:t>　　疫情防控阻击战，有北斗的一份力；国家经济社会发展，更处处有北斗的身影。北斗抗击疫情的故事还在继续</a:t>
            </a:r>
            <a:r>
              <a:rPr lang="en-US" altLang="zh-CN" dirty="0" smtClean="0"/>
              <a:t>……</a:t>
            </a:r>
          </a:p>
          <a:p>
            <a:r>
              <a:rPr lang="zh-CN" altLang="en-US" dirty="0" smtClean="0"/>
              <a:t>　　我们相信，全国上下一心，众志成城，一定可以打赢这场没有硝烟的战争！</a:t>
            </a:r>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15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smtClean="0"/>
              <a:t>　　从火神山和雷神山医院迅速筹建，到全国各地医疗救治队火速支援，再到各种医疗设备和生活物资紧急调运，疫情防控阻击战第一时间形成了全国“一盘棋”。党和政府强大的组织动员能力与市场手段的统筹协调，政府部门与社会力量的协力配合，不仅再次创下基建建设的“中国速度”，更进一步激发出勠力同心、众志成城的强大力量。</a:t>
            </a:r>
          </a:p>
          <a:p>
            <a:pPr marL="0" indent="0">
              <a:buNone/>
            </a:pPr>
            <a:r>
              <a:rPr lang="zh-CN" altLang="en-US" dirty="0" smtClean="0"/>
              <a:t>　　两座医院从立项到建设，始终在争分夺秒。在危难时刻，北斗高精度火线驰援两座医院建设，保障抗击疫情的“主阵地”迅速完成建设，为抗击疫情贡献北斗智慧与力量。</a:t>
            </a:r>
            <a:endParaRPr lang="en-US" altLang="zh-CN" dirty="0" smtClean="0"/>
          </a:p>
          <a:p>
            <a:pPr marL="0" indent="0">
              <a:buNone/>
            </a:pP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16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0" indent="0" algn="just" eaLnBrk="0" fontAlgn="base" hangingPunct="0">
              <a:lnSpc>
                <a:spcPct val="100000"/>
              </a:lnSpc>
              <a:spcBef>
                <a:spcPct val="0"/>
              </a:spcBef>
              <a:spcAft>
                <a:spcPct val="0"/>
              </a:spcAft>
              <a:buNone/>
            </a:pPr>
            <a:r>
              <a:rPr lang="zh-CN" altLang="zh-CN" dirty="0" smtClean="0">
                <a:solidFill>
                  <a:srgbClr val="333333"/>
                </a:solidFill>
                <a:latin typeface="微软雅黑" panose="020B0503020204020204" pitchFamily="34" charset="-122"/>
                <a:ea typeface="微软雅黑" panose="020B0503020204020204" pitchFamily="34" charset="-122"/>
              </a:rPr>
              <a:t>几位“北斗人”接连收到两座医院建设亟需北斗设备的消息。他们有人在大年三十奔赴火神山医院工地，用北斗高精度技术为医院建设进行放线测量，年夜饭吃的是方便面、火腿肠。他们有的人瞒着家人，直奔雷神山医院工地，为建设方提供北斗RTK设备，利用北斗高精度为医院建设进行基础测绘定位与施工。</a:t>
            </a:r>
            <a:endParaRPr lang="zh-CN" altLang="zh-CN" sz="900" dirty="0" smtClean="0">
              <a:solidFill>
                <a:srgbClr val="000000"/>
              </a:solidFill>
              <a:latin typeface="微软雅黑" panose="020B0503020204020204" pitchFamily="34" charset="-122"/>
              <a:ea typeface="微软雅黑" panose="020B0503020204020204" pitchFamily="34" charset="-122"/>
            </a:endParaRPr>
          </a:p>
          <a:p>
            <a:pPr marL="0" lvl="0" indent="0" algn="just" eaLnBrk="0" fontAlgn="base" hangingPunct="0">
              <a:lnSpc>
                <a:spcPct val="100000"/>
              </a:lnSpc>
              <a:spcBef>
                <a:spcPct val="0"/>
              </a:spcBef>
              <a:spcAft>
                <a:spcPct val="0"/>
              </a:spcAft>
              <a:buNone/>
            </a:pPr>
            <a:r>
              <a:rPr lang="zh-CN" altLang="zh-CN" dirty="0" smtClean="0">
                <a:solidFill>
                  <a:srgbClr val="333333"/>
                </a:solidFill>
                <a:latin typeface="微软雅黑" panose="020B0503020204020204" pitchFamily="34" charset="-122"/>
                <a:ea typeface="微软雅黑" panose="020B0503020204020204" pitchFamily="34" charset="-122"/>
              </a:rPr>
              <a:t>　　利用北斗高精度技术，即使在建设工地的树林里进行测量的时候，定位信号也非常强。多数的测量都是一次性完成工作，节省了大量时间，为医院的迅速建成，贡献北斗力量。同时，据不完全统计，在武汉火神山、雷神山两个在建医院项目方圆1.5公里以内，总计有60多个账号在访问千寻位置提供的高精度定位数据，大概率都是在为火神山、雷神山这两个抗击疫情的重大建设项目进行测量与定位工作。</a:t>
            </a:r>
            <a:endParaRPr lang="zh-CN" altLang="zh-CN" sz="900" dirty="0" smtClean="0">
              <a:solidFill>
                <a:srgbClr val="000000"/>
              </a:solidFill>
              <a:latin typeface="微软雅黑" panose="020B0503020204020204" pitchFamily="34" charset="-122"/>
              <a:ea typeface="微软雅黑" panose="020B0503020204020204" pitchFamily="34" charset="-122"/>
            </a:endParaRPr>
          </a:p>
          <a:p>
            <a:pPr marL="0" lvl="0" indent="0" algn="just" eaLnBrk="0" fontAlgn="base" hangingPunct="0">
              <a:lnSpc>
                <a:spcPct val="100000"/>
              </a:lnSpc>
              <a:spcBef>
                <a:spcPct val="0"/>
              </a:spcBef>
              <a:spcAft>
                <a:spcPct val="0"/>
              </a:spcAft>
              <a:buNone/>
            </a:pPr>
            <a:r>
              <a:rPr lang="zh-CN" altLang="zh-CN" dirty="0" smtClean="0">
                <a:solidFill>
                  <a:srgbClr val="333333"/>
                </a:solidFill>
                <a:latin typeface="微软雅黑" panose="020B0503020204020204" pitchFamily="34" charset="-122"/>
                <a:ea typeface="微软雅黑" panose="020B0503020204020204" pitchFamily="34" charset="-122"/>
              </a:rPr>
              <a:t>　　在大家众志成城抗击疫情的努力下，2月2日，火神山医院历时10天建成并交付；2月5日雷神山医院也将建成。一方有难，八方支援，国之重器——北斗也将时刻准备着为抗击疫情贡献自己的力量。</a:t>
            </a:r>
            <a:endParaRPr lang="zh-CN" altLang="zh-CN" sz="36300" dirty="0" smtClean="0">
              <a:solidFill>
                <a:srgbClr val="333333"/>
              </a:solidFill>
              <a:latin typeface="微软雅黑" panose="020B0503020204020204" pitchFamily="34" charset="-122"/>
              <a:ea typeface="微软雅黑" panose="020B0503020204020204" pitchFamily="34" charset="-122"/>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17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804C284-C97B-4A78-9B6C-3354FD79A640}" type="slidenum">
              <a:rPr lang="zh-CN" altLang="en-US" smtClean="0"/>
              <a:t>20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23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solidFill>
                  <a:srgbClr val="FF0000"/>
                </a:solidFill>
              </a:rPr>
              <a:t>20200</a:t>
            </a:r>
            <a:r>
              <a:rPr lang="zh-CN" altLang="zh-CN" sz="1200" dirty="0" smtClean="0">
                <a:solidFill>
                  <a:srgbClr val="FF0000"/>
                </a:solidFill>
              </a:rPr>
              <a:t>公里</a:t>
            </a:r>
            <a:r>
              <a:rPr lang="zh-CN" altLang="en-US" sz="1200" dirty="0" smtClean="0"/>
              <a:t>：</a:t>
            </a:r>
            <a:r>
              <a:rPr lang="zh-CN" altLang="en-US" sz="1200" b="0" i="0" kern="1200" dirty="0" smtClean="0">
                <a:solidFill>
                  <a:schemeClr val="tx1"/>
                </a:solidFill>
                <a:effectLst/>
                <a:latin typeface="+mn-lt"/>
                <a:ea typeface="+mn-ea"/>
                <a:cs typeface="+mn-cs"/>
              </a:rPr>
              <a:t>直飞北京到芝加哥中途不转机的话，距离</a:t>
            </a:r>
            <a:r>
              <a:rPr lang="en-US" altLang="zh-CN" sz="1200" b="0" i="0" kern="1200" dirty="0" smtClean="0">
                <a:solidFill>
                  <a:schemeClr val="tx1"/>
                </a:solidFill>
                <a:effectLst/>
                <a:latin typeface="+mn-lt"/>
                <a:ea typeface="+mn-ea"/>
                <a:cs typeface="+mn-cs"/>
              </a:rPr>
              <a:t>10500</a:t>
            </a:r>
            <a:r>
              <a:rPr lang="zh-CN" altLang="en-US" sz="1200" b="0" i="0" kern="1200" dirty="0" smtClean="0">
                <a:solidFill>
                  <a:schemeClr val="tx1"/>
                </a:solidFill>
                <a:effectLst/>
                <a:latin typeface="+mn-lt"/>
                <a:ea typeface="+mn-ea"/>
                <a:cs typeface="+mn-cs"/>
              </a:rPr>
              <a:t>公里，直飞时间</a:t>
            </a:r>
            <a:r>
              <a:rPr lang="en-US" altLang="zh-CN" sz="1200" b="0" i="0" kern="1200" dirty="0" smtClean="0">
                <a:solidFill>
                  <a:schemeClr val="tx1"/>
                </a:solidFill>
                <a:effectLst/>
                <a:latin typeface="+mn-lt"/>
                <a:ea typeface="+mn-ea"/>
                <a:cs typeface="+mn-cs"/>
              </a:rPr>
              <a:t>12</a:t>
            </a:r>
            <a:r>
              <a:rPr lang="zh-CN" altLang="en-US" sz="1200" b="0" i="0" kern="1200" dirty="0" smtClean="0">
                <a:solidFill>
                  <a:schemeClr val="tx1"/>
                </a:solidFill>
                <a:effectLst/>
                <a:latin typeface="+mn-lt"/>
                <a:ea typeface="+mn-ea"/>
                <a:cs typeface="+mn-cs"/>
              </a:rPr>
              <a:t>小时</a:t>
            </a:r>
            <a:r>
              <a:rPr lang="en-US" altLang="zh-CN" sz="1200" b="0" i="0" kern="1200" dirty="0" smtClean="0">
                <a:solidFill>
                  <a:schemeClr val="tx1"/>
                </a:solidFill>
                <a:effectLst/>
                <a:latin typeface="+mn-lt"/>
                <a:ea typeface="+mn-ea"/>
                <a:cs typeface="+mn-cs"/>
              </a:rPr>
              <a:t>54</a:t>
            </a:r>
            <a:r>
              <a:rPr lang="zh-CN" altLang="en-US" sz="1200" b="0" i="0" kern="1200" dirty="0" smtClean="0">
                <a:solidFill>
                  <a:schemeClr val="tx1"/>
                </a:solidFill>
                <a:effectLst/>
                <a:latin typeface="+mn-lt"/>
                <a:ea typeface="+mn-ea"/>
                <a:cs typeface="+mn-cs"/>
              </a:rPr>
              <a:t>分。</a:t>
            </a:r>
            <a:endParaRPr lang="en-US" altLang="zh-CN" sz="1200"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dirty="0" smtClean="0"/>
              <a:t>每颗卫星上除装有遥控、遥测等一般卫星所必备的装备外，还装有高稳定度的原子钟和导航设施。超稳定度的原子钟是全球定位系统的核心。每颗卫星自身直接产生超稳定度的导航同步信号。卫星上铯频标的长期稳定度预期可达每</a:t>
            </a:r>
            <a:r>
              <a:rPr lang="en-US" altLang="zh-CN" sz="1200" dirty="0" smtClean="0"/>
              <a:t>3</a:t>
            </a:r>
            <a:r>
              <a:rPr lang="zh-CN" altLang="zh-CN" sz="1200" dirty="0" smtClean="0"/>
              <a:t>万年不差</a:t>
            </a:r>
            <a:r>
              <a:rPr lang="en-US" altLang="zh-CN" sz="1200" dirty="0" smtClean="0"/>
              <a:t>1</a:t>
            </a:r>
            <a:r>
              <a:rPr lang="zh-CN" altLang="zh-CN" sz="1200" dirty="0" smtClean="0"/>
              <a:t>秒。并且卫星上</a:t>
            </a:r>
            <a:r>
              <a:rPr lang="en-US" altLang="zh-CN" sz="1200" dirty="0" smtClean="0"/>
              <a:t>10. 23 MHz</a:t>
            </a:r>
            <a:r>
              <a:rPr lang="zh-CN" altLang="zh-CN" sz="1200" dirty="0" smtClean="0"/>
              <a:t>的铯频标都由主控站的原子频标统一修正。 </a:t>
            </a:r>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25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28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地面监控网由主控站</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设在加利福尼亚的范登堡美国空军基地</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和在全球范围设置的多个监测站组成。</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各监测站配有接收机、铯钟和覆盖上半天球的天线，无源跟踪其视界内的所有卫星，从收到的每颗卫星信号中测得卫星位置等信息，传到主控站。</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主控站对收到的信息数据进行处理，编制各卫星星历，计算各卫星原子钟标差，电离层校正参量等。</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由此主控站每天向各卫星传送一次主控站提供的上述导航电文，以对卫星的轨道和工作状态进行调整和修正，从而控制各卫星在分配的轨道上正常运转。</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地对空的遥控、遥测是采用加密的扩频技术，其遥控信号频率为</a:t>
            </a:r>
            <a:r>
              <a:rPr lang="en-US" altLang="zh-CN" sz="1200" kern="1200" dirty="0" smtClean="0">
                <a:solidFill>
                  <a:schemeClr val="tx1"/>
                </a:solidFill>
                <a:effectLst/>
                <a:latin typeface="+mn-lt"/>
                <a:ea typeface="+mn-ea"/>
                <a:cs typeface="+mn-cs"/>
              </a:rPr>
              <a:t>1783.7MHz</a:t>
            </a:r>
            <a:r>
              <a:rPr lang="zh-CN" altLang="zh-CN" sz="1200" kern="1200" dirty="0" smtClean="0">
                <a:solidFill>
                  <a:schemeClr val="tx1"/>
                </a:solidFill>
                <a:effectLst/>
                <a:latin typeface="+mn-lt"/>
                <a:ea typeface="+mn-ea"/>
                <a:cs typeface="+mn-cs"/>
              </a:rPr>
              <a:t>，遥测信号频率为</a:t>
            </a:r>
            <a:r>
              <a:rPr lang="en-US" altLang="zh-CN" sz="1200" kern="1200" dirty="0" smtClean="0">
                <a:solidFill>
                  <a:schemeClr val="tx1"/>
                </a:solidFill>
                <a:effectLst/>
                <a:latin typeface="+mn-lt"/>
                <a:ea typeface="+mn-ea"/>
                <a:cs typeface="+mn-cs"/>
              </a:rPr>
              <a:t>2227.5MHz</a:t>
            </a:r>
            <a:r>
              <a:rPr lang="zh-CN" altLang="zh-CN" sz="1200" kern="1200" dirty="0" smtClean="0">
                <a:solidFill>
                  <a:schemeClr val="tx1"/>
                </a:solidFill>
                <a:effectLst/>
                <a:latin typeface="+mn-lt"/>
                <a:ea typeface="+mn-ea"/>
                <a:cs typeface="+mn-cs"/>
              </a:rPr>
              <a:t>。超稳定度的原子钟是全球定位系统的核心，主控站用铯钟组提供全球定位系统时间，必要时还能调整星钟的时间相位和频率。 </a:t>
            </a:r>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30</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接收机的功能是通过接收导航卫星的信号，计算、指示其当前的位置、速度和当前时间。 </a:t>
            </a:r>
          </a:p>
          <a:p>
            <a:r>
              <a:rPr lang="zh-CN" altLang="zh-CN" sz="1200" kern="1200" dirty="0" smtClean="0">
                <a:solidFill>
                  <a:schemeClr val="tx1"/>
                </a:solidFill>
                <a:effectLst/>
                <a:latin typeface="+mn-lt"/>
                <a:ea typeface="+mn-ea"/>
                <a:cs typeface="+mn-cs"/>
              </a:rPr>
              <a:t>接收机同时或顺序接收视界内多个卫星发来的信号，经信号解扩、解调后，获得导航电文，然后根据卫星星历数据计算出用户的位置、速度和时间。由于用户的时钟和系统的时钟有差异，需接收</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个卫星信号，测得</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个卫星和用户的伪距</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利用伪码测得的距离称 为伪距</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，解</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个方程，求得</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个未知数，即精确测定用户的三维位置和精确时间信息。</a:t>
            </a:r>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32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34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35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fld id="{9A0DB2DC-4C9A-4742-B13C-FB6460FD3503}" type="slidenum">
              <a:rPr lang="en-US" altLang="zh-CN" sz="1200" dirty="0"/>
              <a:t>37</a:t>
            </a:fld>
            <a:endParaRPr lang="en-US" altLang="zh-CN" sz="1200" dirty="0"/>
          </a:p>
        </p:txBody>
      </p:sp>
      <p:sp>
        <p:nvSpPr>
          <p:cNvPr id="41986" name="Rectangle 2"/>
          <p:cNvSpPr/>
          <p:nvPr/>
        </p:nvSpPr>
        <p:spPr>
          <a:xfrm>
            <a:off x="3884613" y="0"/>
            <a:ext cx="2973387" cy="457200"/>
          </a:xfrm>
          <a:prstGeom prst="rect">
            <a:avLst/>
          </a:prstGeom>
          <a:noFill/>
          <a:ln w="12700">
            <a:noFill/>
          </a:ln>
        </p:spPr>
        <p:txBody>
          <a:bodyPr wrap="none" anchor="ctr"/>
          <a:lstStyle/>
          <a:p>
            <a:pPr lvl="0"/>
            <a:endParaRPr lang="zh-CN" altLang="en-US" dirty="0"/>
          </a:p>
        </p:txBody>
      </p:sp>
      <p:sp>
        <p:nvSpPr>
          <p:cNvPr id="41987" name="Rectangle 3"/>
          <p:cNvSpPr/>
          <p:nvPr/>
        </p:nvSpPr>
        <p:spPr>
          <a:xfrm>
            <a:off x="3884613" y="8686800"/>
            <a:ext cx="2973387" cy="457200"/>
          </a:xfrm>
          <a:prstGeom prst="rect">
            <a:avLst/>
          </a:prstGeom>
          <a:noFill/>
          <a:ln w="12700">
            <a:noFill/>
          </a:ln>
        </p:spPr>
        <p:txBody>
          <a:bodyPr lIns="19051" tIns="0" rIns="19051" bIns="0" anchor="b"/>
          <a:lstStyle/>
          <a:p>
            <a:pPr marL="390525" lvl="0" indent="-390525" algn="r" defTabSz="1043305">
              <a:spcBef>
                <a:spcPct val="20000"/>
              </a:spcBef>
            </a:pPr>
            <a:r>
              <a:rPr lang="en-US" altLang="zh-CN" sz="1000" i="1" dirty="0">
                <a:solidFill>
                  <a:srgbClr val="FCF162"/>
                </a:solidFill>
              </a:rPr>
              <a:t>12</a:t>
            </a:r>
          </a:p>
        </p:txBody>
      </p:sp>
      <p:sp>
        <p:nvSpPr>
          <p:cNvPr id="41988" name="Rectangle 4"/>
          <p:cNvSpPr/>
          <p:nvPr/>
        </p:nvSpPr>
        <p:spPr>
          <a:xfrm>
            <a:off x="0" y="8686800"/>
            <a:ext cx="2973388" cy="457200"/>
          </a:xfrm>
          <a:prstGeom prst="rect">
            <a:avLst/>
          </a:prstGeom>
          <a:noFill/>
          <a:ln w="12700">
            <a:noFill/>
          </a:ln>
        </p:spPr>
        <p:txBody>
          <a:bodyPr wrap="none" anchor="ctr"/>
          <a:lstStyle/>
          <a:p>
            <a:pPr lvl="0"/>
            <a:endParaRPr lang="zh-CN" altLang="en-US" dirty="0"/>
          </a:p>
        </p:txBody>
      </p:sp>
      <p:sp>
        <p:nvSpPr>
          <p:cNvPr id="41989" name="Rectangle 5"/>
          <p:cNvSpPr/>
          <p:nvPr/>
        </p:nvSpPr>
        <p:spPr>
          <a:xfrm>
            <a:off x="0" y="0"/>
            <a:ext cx="2973388" cy="457200"/>
          </a:xfrm>
          <a:prstGeom prst="rect">
            <a:avLst/>
          </a:prstGeom>
          <a:noFill/>
          <a:ln w="12700">
            <a:noFill/>
          </a:ln>
        </p:spPr>
        <p:txBody>
          <a:bodyPr wrap="none" anchor="ctr"/>
          <a:lstStyle/>
          <a:p>
            <a:pPr lvl="0"/>
            <a:endParaRPr lang="zh-CN" altLang="en-US" dirty="0"/>
          </a:p>
        </p:txBody>
      </p:sp>
      <p:sp>
        <p:nvSpPr>
          <p:cNvPr id="41990" name="Rectangle 6"/>
          <p:cNvSpPr>
            <a:spLocks noGrp="1" noRot="1" noChangeAspect="1" noTextEdit="1"/>
          </p:cNvSpPr>
          <p:nvPr>
            <p:ph type="sldImg"/>
          </p:nvPr>
        </p:nvSpPr>
        <p:spPr>
          <a:xfrm>
            <a:off x="392113" y="692150"/>
            <a:ext cx="6075362" cy="3417888"/>
          </a:xfrm>
          <a:ln>
            <a:solidFill>
              <a:schemeClr val="tx1"/>
            </a:solidFill>
            <a:miter/>
          </a:ln>
        </p:spPr>
      </p:sp>
      <p:sp>
        <p:nvSpPr>
          <p:cNvPr id="41991" name="Rectangle 7"/>
          <p:cNvSpPr>
            <a:spLocks noGrp="1"/>
          </p:cNvSpPr>
          <p:nvPr>
            <p:ph type="body"/>
          </p:nvPr>
        </p:nvSpPr>
        <p:spPr>
          <a:xfrm>
            <a:off x="912813" y="4343400"/>
            <a:ext cx="5030787" cy="4116388"/>
          </a:xfrm>
          <a:noFill/>
          <a:ln>
            <a:noFill/>
          </a:ln>
        </p:spPr>
        <p:txBody>
          <a:bodyPr wrap="square" lIns="90495" tIns="44453" rIns="90495" bIns="44453" anchor="t"/>
          <a:lstStyle/>
          <a:p>
            <a:pPr lvl="0"/>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由于卫星的位置精确可知，在接收机对卫星观测中，我们可得到卫星到接收机的距离，利用三维坐标中的距离公式，利用</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颗卫星，就可以组成</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个方程式，解出观测点的位置（</a:t>
            </a:r>
            <a:r>
              <a:rPr lang="en-US" altLang="zh-CN" sz="1200" b="0" i="0" kern="1200" dirty="0" smtClean="0">
                <a:solidFill>
                  <a:schemeClr val="tx1"/>
                </a:solidFill>
                <a:effectLst/>
                <a:latin typeface="+mn-lt"/>
                <a:ea typeface="+mn-ea"/>
                <a:cs typeface="+mn-cs"/>
              </a:rPr>
              <a:t>X,Y,Z</a:t>
            </a:r>
            <a:r>
              <a:rPr lang="zh-CN" altLang="en-US" sz="1200" b="0" i="0" kern="1200" dirty="0" smtClean="0">
                <a:solidFill>
                  <a:schemeClr val="tx1"/>
                </a:solidFill>
                <a:effectLst/>
                <a:latin typeface="+mn-lt"/>
                <a:ea typeface="+mn-ea"/>
                <a:cs typeface="+mn-cs"/>
              </a:rPr>
              <a:t>）。考虑到卫星的时钟与接收机时钟之间的误差，实际上有</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个未知数，</a:t>
            </a:r>
            <a:r>
              <a:rPr lang="en-US" altLang="zh-CN" sz="1200" b="0" i="0" kern="1200" dirty="0" smtClean="0">
                <a:solidFill>
                  <a:schemeClr val="tx1"/>
                </a:solidFill>
                <a:effectLst/>
                <a:latin typeface="+mn-lt"/>
                <a:ea typeface="+mn-ea"/>
                <a:cs typeface="+mn-cs"/>
              </a:rPr>
              <a:t>X</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Y</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Z</a:t>
            </a:r>
            <a:r>
              <a:rPr lang="zh-CN" altLang="en-US" sz="1200" b="0" i="0" kern="1200" dirty="0" smtClean="0">
                <a:solidFill>
                  <a:schemeClr val="tx1"/>
                </a:solidFill>
                <a:effectLst/>
                <a:latin typeface="+mn-lt"/>
                <a:ea typeface="+mn-ea"/>
                <a:cs typeface="+mn-cs"/>
              </a:rPr>
              <a:t>和钟差，因而需要引入第</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颗卫星，形成</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个方程式进行求解，从而得到观测点的经纬度和高程。</a:t>
            </a:r>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40</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fld id="{9A0DB2DC-4C9A-4742-B13C-FB6460FD3503}" type="slidenum">
              <a:rPr lang="en-US" altLang="zh-CN" sz="1200" dirty="0"/>
              <a:t>50</a:t>
            </a:fld>
            <a:endParaRPr lang="en-US" altLang="zh-CN" sz="1200" dirty="0"/>
          </a:p>
        </p:txBody>
      </p:sp>
      <p:sp>
        <p:nvSpPr>
          <p:cNvPr id="55298" name="Rectangle 2"/>
          <p:cNvSpPr>
            <a:spLocks noGrp="1" noRot="1" noChangeAspect="1" noTextEdit="1"/>
          </p:cNvSpPr>
          <p:nvPr>
            <p:ph type="sldImg"/>
          </p:nvPr>
        </p:nvSpPr>
        <p:spPr>
          <a:xfrm>
            <a:off x="393700" y="692150"/>
            <a:ext cx="6073775" cy="3417888"/>
          </a:xfrm>
          <a:ln>
            <a:solidFill>
              <a:srgbClr val="000000"/>
            </a:solidFill>
            <a:miter/>
          </a:ln>
        </p:spPr>
      </p:sp>
      <p:sp>
        <p:nvSpPr>
          <p:cNvPr id="55299" name="Rectangle 3"/>
          <p:cNvSpPr>
            <a:spLocks noGrp="1"/>
          </p:cNvSpPr>
          <p:nvPr>
            <p:ph type="body"/>
          </p:nvPr>
        </p:nvSpPr>
        <p:spPr>
          <a:xfrm>
            <a:off x="912813" y="4343400"/>
            <a:ext cx="5030787" cy="4116388"/>
          </a:xfrm>
          <a:noFill/>
          <a:ln>
            <a:noFill/>
          </a:ln>
        </p:spPr>
        <p:txBody>
          <a:bodyPr wrap="square" lIns="91440" tIns="45720" rIns="91440" bIns="45720" anchor="t"/>
          <a:lstStyle/>
          <a:p>
            <a:pPr lvl="0"/>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fld id="{9A0DB2DC-4C9A-4742-B13C-FB6460FD3503}" type="slidenum">
              <a:rPr lang="en-US" altLang="zh-CN" sz="1200" dirty="0"/>
              <a:t>51</a:t>
            </a:fld>
            <a:endParaRPr lang="en-US" altLang="zh-CN" sz="1200" dirty="0"/>
          </a:p>
        </p:txBody>
      </p:sp>
      <p:sp>
        <p:nvSpPr>
          <p:cNvPr id="57346" name="Rectangle 2"/>
          <p:cNvSpPr>
            <a:spLocks noGrp="1" noRot="1" noChangeAspect="1" noTextEdit="1"/>
          </p:cNvSpPr>
          <p:nvPr>
            <p:ph type="sldImg"/>
          </p:nvPr>
        </p:nvSpPr>
        <p:spPr>
          <a:xfrm>
            <a:off x="393700" y="692150"/>
            <a:ext cx="6073775" cy="3417888"/>
          </a:xfrm>
          <a:ln>
            <a:solidFill>
              <a:srgbClr val="000000"/>
            </a:solidFill>
            <a:miter/>
          </a:ln>
        </p:spPr>
      </p:sp>
      <p:sp>
        <p:nvSpPr>
          <p:cNvPr id="57347" name="Rectangle 3"/>
          <p:cNvSpPr>
            <a:spLocks noGrp="1"/>
          </p:cNvSpPr>
          <p:nvPr>
            <p:ph type="body"/>
          </p:nvPr>
        </p:nvSpPr>
        <p:spPr>
          <a:xfrm>
            <a:off x="912813" y="4343400"/>
            <a:ext cx="5030787" cy="4116388"/>
          </a:xfrm>
          <a:noFill/>
          <a:ln>
            <a:noFill/>
          </a:ln>
        </p:spPr>
        <p:txBody>
          <a:bodyPr wrap="square" lIns="91440" tIns="45720" rIns="91440" bIns="45720" anchor="t"/>
          <a:lstStyle/>
          <a:p>
            <a:pPr lvl="0"/>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1991</a:t>
            </a:r>
            <a:r>
              <a:rPr lang="zh-CN" altLang="zh-CN" dirty="0" smtClean="0"/>
              <a:t>年海湾战争时，美军使用的精确制导武器数量约占其总投弹量的</a:t>
            </a:r>
            <a:r>
              <a:rPr lang="en-US" altLang="zh-CN" dirty="0" smtClean="0"/>
              <a:t>10% </a:t>
            </a:r>
            <a:r>
              <a:rPr lang="zh-CN" altLang="zh-CN" dirty="0" smtClean="0"/>
              <a:t>，在科索沃战争和阿富汗战争中则分别升到</a:t>
            </a:r>
            <a:r>
              <a:rPr lang="en-US" altLang="zh-CN" dirty="0" smtClean="0"/>
              <a:t>34%</a:t>
            </a:r>
            <a:r>
              <a:rPr lang="zh-CN" altLang="zh-CN" dirty="0" smtClean="0"/>
              <a:t>和</a:t>
            </a:r>
            <a:r>
              <a:rPr lang="en-US" altLang="zh-CN" dirty="0" smtClean="0"/>
              <a:t>56%</a:t>
            </a:r>
            <a:r>
              <a:rPr lang="zh-CN" altLang="zh-CN" dirty="0" smtClean="0"/>
              <a:t>。而在</a:t>
            </a:r>
            <a:r>
              <a:rPr lang="en-US" altLang="zh-CN" dirty="0" smtClean="0"/>
              <a:t>2003</a:t>
            </a:r>
            <a:r>
              <a:rPr lang="zh-CN" altLang="zh-CN" dirty="0" smtClean="0"/>
              <a:t>年的伊拉克战争中，美军使用的作战武器以精确打击武器为主，占总投弹量的</a:t>
            </a:r>
            <a:r>
              <a:rPr lang="en-US" altLang="zh-CN" dirty="0" smtClean="0"/>
              <a:t>90%</a:t>
            </a:r>
            <a:r>
              <a:rPr lang="zh-CN" altLang="zh-CN" dirty="0" smtClean="0"/>
              <a:t>以上。</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zh-CN" dirty="0" smtClean="0"/>
              <a:t>在伊拉克战争中，美军攻击部队和指挥</a:t>
            </a:r>
            <a:r>
              <a:rPr lang="en-US" altLang="zh-CN" dirty="0" smtClean="0"/>
              <a:t>/</a:t>
            </a:r>
            <a:r>
              <a:rPr lang="zh-CN" altLang="zh-CN" dirty="0" smtClean="0"/>
              <a:t>控制单位大量使用了</a:t>
            </a:r>
            <a:r>
              <a:rPr lang="en-US" altLang="zh-CN" dirty="0" smtClean="0"/>
              <a:t>GPS</a:t>
            </a:r>
            <a:r>
              <a:rPr lang="zh-CN" altLang="zh-CN" dirty="0" smtClean="0"/>
              <a:t>。载有</a:t>
            </a:r>
            <a:r>
              <a:rPr lang="en-US" altLang="zh-CN" dirty="0" smtClean="0"/>
              <a:t>GPS</a:t>
            </a:r>
            <a:r>
              <a:rPr lang="zh-CN" altLang="zh-CN" dirty="0" smtClean="0"/>
              <a:t>的</a:t>
            </a:r>
            <a:r>
              <a:rPr lang="en-US" altLang="zh-CN" dirty="0" smtClean="0"/>
              <a:t>B-52G</a:t>
            </a:r>
            <a:r>
              <a:rPr lang="zh-CN" altLang="zh-CN" dirty="0" smtClean="0"/>
              <a:t>、</a:t>
            </a:r>
            <a:r>
              <a:rPr lang="en-US" altLang="zh-CN" dirty="0" smtClean="0"/>
              <a:t>B-2</a:t>
            </a:r>
            <a:r>
              <a:rPr lang="zh-CN" altLang="zh-CN" dirty="0" smtClean="0"/>
              <a:t>、</a:t>
            </a:r>
            <a:r>
              <a:rPr lang="en-US" altLang="zh-CN" dirty="0" smtClean="0"/>
              <a:t>F-117</a:t>
            </a:r>
            <a:r>
              <a:rPr lang="zh-CN" altLang="zh-CN" dirty="0" smtClean="0"/>
              <a:t>战略轰炸机，利用准确定位技术发射精确制导炸弹，破坏伊拉克的防空系统、指挥系统、导弹和火箭发射系统等军事要害目标。在战术作战中，装备</a:t>
            </a:r>
            <a:r>
              <a:rPr lang="en-US" altLang="zh-CN" dirty="0" smtClean="0"/>
              <a:t>GPS </a:t>
            </a:r>
            <a:r>
              <a:rPr lang="zh-CN" altLang="zh-CN" dirty="0" smtClean="0"/>
              <a:t>的飞机成功地用作前方空中控制器</a:t>
            </a:r>
            <a:r>
              <a:rPr lang="en-US" altLang="zh-CN" dirty="0" smtClean="0"/>
              <a:t>(FAC)</a:t>
            </a:r>
            <a:r>
              <a:rPr lang="zh-CN" altLang="zh-CN" dirty="0" smtClean="0"/>
              <a:t>。</a:t>
            </a:r>
            <a:r>
              <a:rPr lang="en-US" altLang="zh-CN" dirty="0" smtClean="0"/>
              <a:t>GPS</a:t>
            </a:r>
            <a:r>
              <a:rPr lang="zh-CN" altLang="zh-CN" dirty="0" smtClean="0"/>
              <a:t>的定位</a:t>
            </a:r>
            <a:r>
              <a:rPr lang="en-US" altLang="zh-CN" dirty="0" smtClean="0"/>
              <a:t>/</a:t>
            </a:r>
            <a:r>
              <a:rPr lang="zh-CN" altLang="zh-CN" dirty="0" smtClean="0"/>
              <a:t>导航数据使这些飞机能够精确地标记下目标位置，以提供给后续部队的轰炸机进行攻击。由于有</a:t>
            </a:r>
            <a:r>
              <a:rPr lang="en-US" altLang="zh-CN" dirty="0" smtClean="0"/>
              <a:t>GPS</a:t>
            </a:r>
            <a:r>
              <a:rPr lang="zh-CN" altLang="zh-CN" dirty="0" smtClean="0"/>
              <a:t>的精确导航，驾驶员能在晚间和恶劣的气象条件下十分成功地执行轰炸任务。准确的目标位置与精确的飞机导航数据结合起来，常常使驾驶员能信心十足地去执行高空轰炸，确保了己方获得绝对制空权。 </a:t>
            </a:r>
            <a:endParaRPr lang="en-US" altLang="zh-CN" dirty="0" smtClean="0"/>
          </a:p>
          <a:p>
            <a:endParaRPr lang="zh-CN" altLang="zh-CN" dirty="0" smtClean="0"/>
          </a:p>
          <a:p>
            <a:r>
              <a:rPr lang="en-US" altLang="zh-CN" dirty="0" smtClean="0"/>
              <a:t>105</a:t>
            </a:r>
            <a:endParaRPr lang="zh-CN" altLang="zh-CN" dirty="0" smtClean="0"/>
          </a:p>
          <a:p>
            <a:r>
              <a:rPr lang="zh-CN" altLang="zh-CN" dirty="0" smtClean="0"/>
              <a:t>美陆军装备的</a:t>
            </a:r>
            <a:r>
              <a:rPr lang="en-US" altLang="zh-CN" dirty="0" smtClean="0"/>
              <a:t>M1A2</a:t>
            </a:r>
            <a:r>
              <a:rPr lang="zh-CN" altLang="zh-CN" dirty="0" smtClean="0"/>
              <a:t>坦克、</a:t>
            </a:r>
            <a:r>
              <a:rPr lang="en-US" altLang="zh-CN" dirty="0" smtClean="0"/>
              <a:t>"</a:t>
            </a:r>
            <a:r>
              <a:rPr lang="zh-CN" altLang="zh-CN" dirty="0" smtClean="0"/>
              <a:t>阿帕奇</a:t>
            </a:r>
            <a:r>
              <a:rPr lang="en-US" altLang="zh-CN" dirty="0" smtClean="0"/>
              <a:t>"</a:t>
            </a:r>
            <a:r>
              <a:rPr lang="zh-CN" altLang="zh-CN" dirty="0" smtClean="0"/>
              <a:t>直升机、</a:t>
            </a:r>
            <a:r>
              <a:rPr lang="en-US" altLang="zh-CN" dirty="0" smtClean="0"/>
              <a:t>"</a:t>
            </a:r>
            <a:r>
              <a:rPr lang="zh-CN" altLang="zh-CN" dirty="0" smtClean="0"/>
              <a:t>布雷德利</a:t>
            </a:r>
            <a:r>
              <a:rPr lang="en-US" altLang="zh-CN" dirty="0" smtClean="0"/>
              <a:t>"</a:t>
            </a:r>
            <a:r>
              <a:rPr lang="zh-CN" altLang="zh-CN" dirty="0" smtClean="0"/>
              <a:t>战车和炮兵之间可以共享位置和目标信息，并且可以实时与指挥官及其他部队相互传递信息。这些高科技武器装备，充分发挥己方信息技术的优势，对伊拉克目标进行精确打击，达到了</a:t>
            </a:r>
            <a:r>
              <a:rPr lang="en-US" altLang="zh-CN" dirty="0" smtClean="0"/>
              <a:t>"</a:t>
            </a:r>
            <a:r>
              <a:rPr lang="zh-CN" altLang="zh-CN" dirty="0" smtClean="0"/>
              <a:t>非接触战争</a:t>
            </a:r>
            <a:r>
              <a:rPr lang="en-US" altLang="zh-CN" dirty="0" smtClean="0"/>
              <a:t>" </a:t>
            </a:r>
            <a:r>
              <a:rPr lang="zh-CN" altLang="zh-CN" dirty="0" smtClean="0"/>
              <a:t>的目的。</a:t>
            </a:r>
          </a:p>
          <a:p>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64</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1991</a:t>
            </a:r>
            <a:r>
              <a:rPr lang="zh-CN" altLang="zh-CN" dirty="0" smtClean="0"/>
              <a:t>年海湾战争时，美军使用的精确制导武器数量约占其总投弹量的</a:t>
            </a:r>
            <a:r>
              <a:rPr lang="en-US" altLang="zh-CN" dirty="0" smtClean="0"/>
              <a:t>10% </a:t>
            </a:r>
            <a:r>
              <a:rPr lang="zh-CN" altLang="zh-CN" dirty="0" smtClean="0"/>
              <a:t>，在科索沃战争和阿富汗战争中则分别升到</a:t>
            </a:r>
            <a:r>
              <a:rPr lang="en-US" altLang="zh-CN" dirty="0" smtClean="0"/>
              <a:t>34%</a:t>
            </a:r>
            <a:r>
              <a:rPr lang="zh-CN" altLang="zh-CN" dirty="0" smtClean="0"/>
              <a:t>和</a:t>
            </a:r>
            <a:r>
              <a:rPr lang="en-US" altLang="zh-CN" dirty="0" smtClean="0"/>
              <a:t>56%</a:t>
            </a:r>
            <a:r>
              <a:rPr lang="zh-CN" altLang="zh-CN" dirty="0" smtClean="0"/>
              <a:t>。而在</a:t>
            </a:r>
            <a:r>
              <a:rPr lang="en-US" altLang="zh-CN" dirty="0" smtClean="0"/>
              <a:t>2003</a:t>
            </a:r>
            <a:r>
              <a:rPr lang="zh-CN" altLang="zh-CN" dirty="0" smtClean="0"/>
              <a:t>年的伊拉克战争中，美军使用的作战武器以精确打击武器为主，占总投弹量的</a:t>
            </a:r>
            <a:r>
              <a:rPr lang="en-US" altLang="zh-CN" dirty="0" smtClean="0"/>
              <a:t>90%</a:t>
            </a:r>
            <a:r>
              <a:rPr lang="zh-CN" altLang="zh-CN" dirty="0" smtClean="0"/>
              <a:t>以上。</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zh-CN" dirty="0" smtClean="0"/>
              <a:t>在伊拉克战争中，美军攻击部队和指挥</a:t>
            </a:r>
            <a:r>
              <a:rPr lang="en-US" altLang="zh-CN" dirty="0" smtClean="0"/>
              <a:t>/</a:t>
            </a:r>
            <a:r>
              <a:rPr lang="zh-CN" altLang="zh-CN" dirty="0" smtClean="0"/>
              <a:t>控制单位大量使用了</a:t>
            </a:r>
            <a:r>
              <a:rPr lang="en-US" altLang="zh-CN" dirty="0" smtClean="0"/>
              <a:t>GPS</a:t>
            </a:r>
            <a:r>
              <a:rPr lang="zh-CN" altLang="zh-CN" dirty="0" smtClean="0"/>
              <a:t>。载有</a:t>
            </a:r>
            <a:r>
              <a:rPr lang="en-US" altLang="zh-CN" dirty="0" smtClean="0"/>
              <a:t>GPS</a:t>
            </a:r>
            <a:r>
              <a:rPr lang="zh-CN" altLang="zh-CN" dirty="0" smtClean="0"/>
              <a:t>的</a:t>
            </a:r>
            <a:r>
              <a:rPr lang="en-US" altLang="zh-CN" dirty="0" smtClean="0"/>
              <a:t>B-52G</a:t>
            </a:r>
            <a:r>
              <a:rPr lang="zh-CN" altLang="zh-CN" dirty="0" smtClean="0"/>
              <a:t>、</a:t>
            </a:r>
            <a:r>
              <a:rPr lang="en-US" altLang="zh-CN" dirty="0" smtClean="0"/>
              <a:t>B-2</a:t>
            </a:r>
            <a:r>
              <a:rPr lang="zh-CN" altLang="zh-CN" dirty="0" smtClean="0"/>
              <a:t>、</a:t>
            </a:r>
            <a:r>
              <a:rPr lang="en-US" altLang="zh-CN" dirty="0" smtClean="0"/>
              <a:t>F-117</a:t>
            </a:r>
            <a:r>
              <a:rPr lang="zh-CN" altLang="zh-CN" dirty="0" smtClean="0"/>
              <a:t>战略轰炸机，利用准确定位技术发射精确制导炸弹，破坏伊拉克的防空系统、指挥系统、导弹和火箭发射系统等军事要害目标。在战术作战中，装备</a:t>
            </a:r>
            <a:r>
              <a:rPr lang="en-US" altLang="zh-CN" dirty="0" smtClean="0"/>
              <a:t>GPS </a:t>
            </a:r>
            <a:r>
              <a:rPr lang="zh-CN" altLang="zh-CN" dirty="0" smtClean="0"/>
              <a:t>的飞机成功地用作前方空中控制器</a:t>
            </a:r>
            <a:r>
              <a:rPr lang="en-US" altLang="zh-CN" dirty="0" smtClean="0"/>
              <a:t>(FAC)</a:t>
            </a:r>
            <a:r>
              <a:rPr lang="zh-CN" altLang="zh-CN" dirty="0" smtClean="0"/>
              <a:t>。</a:t>
            </a:r>
            <a:r>
              <a:rPr lang="en-US" altLang="zh-CN" dirty="0" smtClean="0"/>
              <a:t>GPS</a:t>
            </a:r>
            <a:r>
              <a:rPr lang="zh-CN" altLang="zh-CN" dirty="0" smtClean="0"/>
              <a:t>的定位</a:t>
            </a:r>
            <a:r>
              <a:rPr lang="en-US" altLang="zh-CN" dirty="0" smtClean="0"/>
              <a:t>/</a:t>
            </a:r>
            <a:r>
              <a:rPr lang="zh-CN" altLang="zh-CN" dirty="0" smtClean="0"/>
              <a:t>导航数据使这些飞机能够精确地标记下目标位置，以提供给后续部队的轰炸机进行攻击。由于有</a:t>
            </a:r>
            <a:r>
              <a:rPr lang="en-US" altLang="zh-CN" dirty="0" smtClean="0"/>
              <a:t>GPS</a:t>
            </a:r>
            <a:r>
              <a:rPr lang="zh-CN" altLang="zh-CN" dirty="0" smtClean="0"/>
              <a:t>的精确导航，驾驶员能在晚间和恶劣的气象条件下十分成功地执行轰炸任务。准确的目标位置与精确的飞机导航数据结合起来，常常使驾驶员能信心十足地去执行高空轰炸，确保了己方获得绝对制空权。 </a:t>
            </a:r>
            <a:endParaRPr lang="en-US" altLang="zh-CN" dirty="0" smtClean="0"/>
          </a:p>
          <a:p>
            <a:endParaRPr lang="zh-CN" altLang="zh-CN" dirty="0" smtClean="0"/>
          </a:p>
          <a:p>
            <a:r>
              <a:rPr lang="en-US" altLang="zh-CN" dirty="0" smtClean="0"/>
              <a:t>105</a:t>
            </a:r>
            <a:endParaRPr lang="zh-CN" altLang="zh-CN" dirty="0" smtClean="0"/>
          </a:p>
          <a:p>
            <a:r>
              <a:rPr lang="zh-CN" altLang="zh-CN" dirty="0" smtClean="0"/>
              <a:t>美陆军装备的</a:t>
            </a:r>
            <a:r>
              <a:rPr lang="en-US" altLang="zh-CN" dirty="0" smtClean="0"/>
              <a:t>M1A2</a:t>
            </a:r>
            <a:r>
              <a:rPr lang="zh-CN" altLang="zh-CN" dirty="0" smtClean="0"/>
              <a:t>坦克、</a:t>
            </a:r>
            <a:r>
              <a:rPr lang="en-US" altLang="zh-CN" dirty="0" smtClean="0"/>
              <a:t>"</a:t>
            </a:r>
            <a:r>
              <a:rPr lang="zh-CN" altLang="zh-CN" dirty="0" smtClean="0"/>
              <a:t>阿帕奇</a:t>
            </a:r>
            <a:r>
              <a:rPr lang="en-US" altLang="zh-CN" dirty="0" smtClean="0"/>
              <a:t>"</a:t>
            </a:r>
            <a:r>
              <a:rPr lang="zh-CN" altLang="zh-CN" dirty="0" smtClean="0"/>
              <a:t>直升机、</a:t>
            </a:r>
            <a:r>
              <a:rPr lang="en-US" altLang="zh-CN" dirty="0" smtClean="0"/>
              <a:t>"</a:t>
            </a:r>
            <a:r>
              <a:rPr lang="zh-CN" altLang="zh-CN" dirty="0" smtClean="0"/>
              <a:t>布雷德利</a:t>
            </a:r>
            <a:r>
              <a:rPr lang="en-US" altLang="zh-CN" dirty="0" smtClean="0"/>
              <a:t>"</a:t>
            </a:r>
            <a:r>
              <a:rPr lang="zh-CN" altLang="zh-CN" dirty="0" smtClean="0"/>
              <a:t>战车和炮兵之间可以共享位置和目标信息，并且可以实时与指挥官及其他部队相互传递信息。这些高科技武器装备，充分发挥己方信息技术的优势，对伊拉克目标进行精确打击，达到了</a:t>
            </a:r>
            <a:r>
              <a:rPr lang="en-US" altLang="zh-CN" dirty="0" smtClean="0"/>
              <a:t>"</a:t>
            </a:r>
            <a:r>
              <a:rPr lang="zh-CN" altLang="zh-CN" dirty="0" smtClean="0"/>
              <a:t>非接触战争</a:t>
            </a:r>
            <a:r>
              <a:rPr lang="en-US" altLang="zh-CN" dirty="0" smtClean="0"/>
              <a:t>" </a:t>
            </a:r>
            <a:r>
              <a:rPr lang="zh-CN" altLang="zh-CN" dirty="0" smtClean="0"/>
              <a:t>的目的。</a:t>
            </a:r>
          </a:p>
          <a:p>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65</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压制式干扰系统的制造是比较容易和廉价的。如</a:t>
            </a:r>
            <a:r>
              <a:rPr lang="en-US" altLang="zh-CN" dirty="0" smtClean="0"/>
              <a:t>1994</a:t>
            </a:r>
            <a:r>
              <a:rPr lang="zh-CN" altLang="zh-CN" dirty="0" smtClean="0"/>
              <a:t>年</a:t>
            </a:r>
            <a:r>
              <a:rPr lang="en-US" altLang="zh-CN" dirty="0" smtClean="0"/>
              <a:t>9</a:t>
            </a:r>
            <a:r>
              <a:rPr lang="zh-CN" altLang="zh-CN" dirty="0" smtClean="0"/>
              <a:t>月，在约翰·霍普金斯大学应用物理实验室举行的一次航空航天工程师和其他专业人员的研讨会上，首次公开展示了一种烟盒大小的自制干扰系统，它采用</a:t>
            </a:r>
            <a:r>
              <a:rPr lang="en-US" altLang="zh-CN" dirty="0" smtClean="0"/>
              <a:t>12</a:t>
            </a:r>
            <a:r>
              <a:rPr lang="zh-CN" altLang="zh-CN" dirty="0" smtClean="0"/>
              <a:t>伏电池作动力，产生</a:t>
            </a:r>
            <a:r>
              <a:rPr lang="en-US" altLang="zh-CN" dirty="0" smtClean="0"/>
              <a:t>100</a:t>
            </a:r>
            <a:r>
              <a:rPr lang="zh-CN" altLang="zh-CN" dirty="0" smtClean="0"/>
              <a:t>毫瓦的输出功率</a:t>
            </a:r>
            <a:r>
              <a:rPr lang="zh-CN" altLang="en-US" dirty="0" smtClean="0"/>
              <a:t>，</a:t>
            </a:r>
            <a:r>
              <a:rPr lang="zh-CN" altLang="zh-CN" dirty="0" smtClean="0"/>
              <a:t>通过一根细小的全向天线发射信号。该装置足以干扰半径</a:t>
            </a:r>
            <a:r>
              <a:rPr lang="en-US" altLang="zh-CN" dirty="0" smtClean="0"/>
              <a:t>16</a:t>
            </a:r>
            <a:r>
              <a:rPr lang="zh-CN" altLang="zh-CN" dirty="0" smtClean="0"/>
              <a:t>公里范围内的任何采用</a:t>
            </a:r>
            <a:r>
              <a:rPr lang="en-US" altLang="zh-CN" dirty="0" smtClean="0"/>
              <a:t>C/A</a:t>
            </a:r>
            <a:r>
              <a:rPr lang="zh-CN" altLang="zh-CN" dirty="0" smtClean="0"/>
              <a:t>编码的</a:t>
            </a:r>
            <a:r>
              <a:rPr lang="en-US" altLang="zh-CN" dirty="0" smtClean="0"/>
              <a:t>GPS</a:t>
            </a:r>
            <a:r>
              <a:rPr lang="zh-CN" altLang="zh-CN" dirty="0" smtClean="0"/>
              <a:t>接收机。俄罗斯设计的廉价</a:t>
            </a:r>
            <a:r>
              <a:rPr lang="en-US" altLang="zh-CN" dirty="0" smtClean="0"/>
              <a:t>GPS</a:t>
            </a:r>
            <a:r>
              <a:rPr lang="zh-CN" altLang="zh-CN" dirty="0" smtClean="0"/>
              <a:t>干扰系统现在到处可以买到，甚至可通过因特网采购到这种装置。这种干扰系统重</a:t>
            </a:r>
            <a:r>
              <a:rPr lang="en-US" altLang="zh-CN" dirty="0" smtClean="0"/>
              <a:t>3 -10</a:t>
            </a:r>
            <a:r>
              <a:rPr lang="zh-CN" altLang="zh-CN" dirty="0" smtClean="0"/>
              <a:t>公斤</a:t>
            </a:r>
            <a:r>
              <a:rPr lang="en-US" altLang="zh-CN" dirty="0" smtClean="0"/>
              <a:t>(</a:t>
            </a:r>
            <a:r>
              <a:rPr lang="zh-CN" altLang="zh-CN" dirty="0" smtClean="0"/>
              <a:t>不含电池</a:t>
            </a:r>
            <a:r>
              <a:rPr lang="en-US" altLang="zh-CN" dirty="0" smtClean="0"/>
              <a:t>) </a:t>
            </a:r>
            <a:r>
              <a:rPr lang="zh-CN" altLang="zh-CN" dirty="0" smtClean="0"/>
              <a:t>，价格低于</a:t>
            </a:r>
            <a:r>
              <a:rPr lang="en-US" altLang="zh-CN" dirty="0" smtClean="0"/>
              <a:t>5</a:t>
            </a:r>
            <a:r>
              <a:rPr lang="zh-CN" altLang="zh-CN" dirty="0" smtClean="0"/>
              <a:t>万美元，能对美国现有</a:t>
            </a:r>
            <a:r>
              <a:rPr lang="en-US" altLang="zh-CN" dirty="0" smtClean="0"/>
              <a:t>GPS</a:t>
            </a:r>
            <a:r>
              <a:rPr lang="zh-CN" altLang="zh-CN" dirty="0" smtClean="0"/>
              <a:t>系统的</a:t>
            </a:r>
            <a:r>
              <a:rPr lang="en-US" altLang="zh-CN" dirty="0" smtClean="0"/>
              <a:t>4</a:t>
            </a:r>
            <a:r>
              <a:rPr lang="zh-CN" altLang="zh-CN" dirty="0" smtClean="0"/>
              <a:t>个频段实施有效干扰。 </a:t>
            </a:r>
            <a:r>
              <a:rPr lang="en-US" altLang="zh-CN" dirty="0" smtClean="0"/>
              <a:t> </a:t>
            </a:r>
            <a:endParaRPr lang="zh-CN" altLang="zh-CN" dirty="0" smtClean="0"/>
          </a:p>
          <a:p>
            <a:r>
              <a:rPr lang="zh-CN" altLang="zh-CN" dirty="0" smtClean="0"/>
              <a:t>在伊拉克战争初期，伊军改变海湾战争中消极被动的战略战术，注重在积极防御中实施灵活反击，有效延缓了作战进程，特别是运用</a:t>
            </a:r>
            <a:r>
              <a:rPr lang="en-US" altLang="zh-CN" dirty="0" smtClean="0"/>
              <a:t>GPS</a:t>
            </a:r>
            <a:r>
              <a:rPr lang="zh-CN" altLang="zh-CN" dirty="0" smtClean="0"/>
              <a:t>干扰系统干扰美英联军的巡航导弹制导系统，使其精确打击效果受到严重影响。在战争进行中，美英联军多次发生误炸、误伤事件。其中，既有英军直升机相撞，又有美军</a:t>
            </a:r>
            <a:r>
              <a:rPr lang="en-US" altLang="zh-CN" dirty="0" smtClean="0"/>
              <a:t>"</a:t>
            </a:r>
            <a:r>
              <a:rPr lang="zh-CN" altLang="zh-CN" dirty="0" smtClean="0"/>
              <a:t>爱国者</a:t>
            </a:r>
            <a:r>
              <a:rPr lang="en-US" altLang="zh-CN" dirty="0" smtClean="0"/>
              <a:t>"</a:t>
            </a:r>
            <a:r>
              <a:rPr lang="zh-CN" altLang="zh-CN" dirty="0" smtClean="0"/>
              <a:t>导弹击落英军战机，也有美军战机轰炸自己和导弹发射阵地，以及巡航导弹误射到伊朗、土耳其和沙特等国境内的严重事件。这固然有指挥协同不力等方面的原因，但伊拉克</a:t>
            </a:r>
            <a:r>
              <a:rPr lang="en-US" altLang="zh-CN" dirty="0" smtClean="0"/>
              <a:t>GPS</a:t>
            </a:r>
            <a:r>
              <a:rPr lang="zh-CN" altLang="zh-CN" dirty="0" smtClean="0"/>
              <a:t>干扰系统的有效干扰，也是一个不容忽视的因素。 </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79</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dirty="0" smtClean="0"/>
              <a:t>因此，海湾战争后，</a:t>
            </a:r>
            <a:r>
              <a:rPr lang="en-US" altLang="zh-CN" dirty="0" smtClean="0"/>
              <a:t> INS/GPS</a:t>
            </a:r>
            <a:r>
              <a:rPr lang="zh-CN" altLang="zh-CN" dirty="0" smtClean="0"/>
              <a:t>组合的导航方式在制导炸弹、炮弹和导弹等精确制导武器上获得了广泛应用。 </a:t>
            </a:r>
          </a:p>
          <a:p>
            <a:r>
              <a:rPr lang="zh-CN" altLang="zh-CN" dirty="0" smtClean="0"/>
              <a:t>，如 美国</a:t>
            </a:r>
            <a:r>
              <a:rPr lang="en-US" altLang="zh-CN" dirty="0" smtClean="0"/>
              <a:t>AGM - 154A/B/C</a:t>
            </a:r>
            <a:r>
              <a:rPr lang="zh-CN" altLang="zh-CN" dirty="0" smtClean="0"/>
              <a:t>型</a:t>
            </a:r>
            <a:r>
              <a:rPr lang="en-US" altLang="zh-CN" dirty="0" smtClean="0"/>
              <a:t>TSOW (</a:t>
            </a:r>
            <a:r>
              <a:rPr lang="zh-CN" altLang="zh-CN" dirty="0" smtClean="0"/>
              <a:t>联合防区外攻击武器</a:t>
            </a:r>
            <a:r>
              <a:rPr lang="en-US" altLang="zh-CN" dirty="0" smtClean="0"/>
              <a:t>)</a:t>
            </a:r>
            <a:r>
              <a:rPr lang="zh-CN" altLang="zh-CN" dirty="0" smtClean="0"/>
              <a:t>、</a:t>
            </a:r>
            <a:r>
              <a:rPr lang="en-US" altLang="zh-CN" dirty="0" smtClean="0"/>
              <a:t>GBU - 29/30/JDAM (</a:t>
            </a:r>
            <a:r>
              <a:rPr lang="zh-CN" altLang="zh-CN" dirty="0" smtClean="0"/>
              <a:t>联合直接攻击弹药</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88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91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606286"/>
            <a:ext cx="10515600" cy="725556"/>
          </a:xfrm>
          <a:prstGeom prst="rect">
            <a:avLst/>
          </a:prstGeom>
        </p:spPr>
        <p:txBody>
          <a:bodyPr/>
          <a:lstStyle>
            <a:lvl1pPr algn="ctr">
              <a:defRPr/>
            </a:lvl1pPr>
          </a:lstStyle>
          <a:p>
            <a:r>
              <a:rPr lang="zh-CN" altLang="en-US" dirty="0"/>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t>2026/3/25</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title">
  <p:cSld name="1_标题幻灯片">
    <p:spTree>
      <p:nvGrpSpPr>
        <p:cNvPr id="1" name=""/>
        <p:cNvGrpSpPr/>
        <p:nvPr/>
      </p:nvGrpSpPr>
      <p:grpSpPr>
        <a:xfrm>
          <a:off x="0" y="0"/>
          <a:ext cx="0" cy="0"/>
          <a:chOff x="0" y="0"/>
          <a:chExt cx="0" cy="0"/>
        </a:xfrm>
      </p:grpSpPr>
      <p:sp>
        <p:nvSpPr>
          <p:cNvPr id="7173" name="标题 7172"/>
          <p:cNvSpPr>
            <a:spLocks noGrp="1"/>
          </p:cNvSpPr>
          <p:nvPr>
            <p:ph type="ctrTitle" sz="quarter"/>
          </p:nvPr>
        </p:nvSpPr>
        <p:spPr>
          <a:xfrm>
            <a:off x="1725084" y="762000"/>
            <a:ext cx="10363200" cy="1143000"/>
          </a:xfrm>
          <a:prstGeom prst="rect">
            <a:avLst/>
          </a:prstGeom>
          <a:noFill/>
          <a:ln w="9525">
            <a:noFill/>
          </a:ln>
        </p:spPr>
        <p:txBody>
          <a:bodyPr anchor="b"/>
          <a:lstStyle>
            <a:lvl1pPr lvl="0">
              <a:defRPr/>
            </a:lvl1pPr>
          </a:lstStyle>
          <a:p>
            <a:pPr lvl="0"/>
            <a:r>
              <a:rPr lang="zh-CN" altLang="en-US" noProof="1"/>
              <a:t>单击此处编辑母版标题样式</a:t>
            </a:r>
          </a:p>
        </p:txBody>
      </p:sp>
      <p:sp>
        <p:nvSpPr>
          <p:cNvPr id="7174" name="副标题 7173"/>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atin typeface="+mn-ea"/>
                <a:ea typeface="+mn-ea"/>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noProof="1"/>
              <a:t>单击此处编辑母版副标题样式</a:t>
            </a:r>
          </a:p>
        </p:txBody>
      </p:sp>
      <p:sp>
        <p:nvSpPr>
          <p:cNvPr id="7" name="日期占位符 7174"/>
          <p:cNvSpPr>
            <a:spLocks noGrp="1"/>
          </p:cNvSpPr>
          <p:nvPr>
            <p:ph type="dt" sz="quarter" idx="2"/>
          </p:nvPr>
        </p:nvSpPr>
        <p:spPr>
          <a:xfrm>
            <a:off x="914400" y="6248400"/>
            <a:ext cx="2540000" cy="457200"/>
          </a:xfrm>
          <a:prstGeom prst="rect">
            <a:avLst/>
          </a:prstGeom>
        </p:spPr>
        <p:txBody>
          <a:bodyPr lIns="92075" tIns="46038" rIns="92075" bIns="46038" anchor="ctr"/>
          <a:lstStyle>
            <a:lvl1pP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8" name="页脚占位符 7175"/>
          <p:cNvSpPr>
            <a:spLocks noGrp="1"/>
          </p:cNvSpPr>
          <p:nvPr>
            <p:ph type="ftr" sz="quarter" idx="3"/>
          </p:nvPr>
        </p:nvSpPr>
        <p:spPr>
          <a:xfrm>
            <a:off x="4165600" y="6248400"/>
            <a:ext cx="3860800" cy="457200"/>
          </a:xfrm>
          <a:prstGeom prst="rect">
            <a:avLst/>
          </a:prstGeom>
        </p:spPr>
        <p:txBody>
          <a:bodyPr lIns="92075" tIns="46038" rIns="92075" bIns="46038" anchor="ctr"/>
          <a:lstStyle>
            <a:lvl1pPr algn="ct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9" name="灯片编号占位符 7176"/>
          <p:cNvSpPr>
            <a:spLocks noGrp="1"/>
          </p:cNvSpPr>
          <p:nvPr>
            <p:ph type="sldNum" sz="quarter" idx="4"/>
          </p:nvPr>
        </p:nvSpPr>
        <p:spPr>
          <a:xfrm>
            <a:off x="8737600" y="6248400"/>
            <a:ext cx="2540000" cy="457200"/>
          </a:xfrm>
          <a:prstGeom prst="rect">
            <a:avLst/>
          </a:prstGeom>
        </p:spPr>
        <p:txBody>
          <a:bodyPr vert="horz" wrap="square" lIns="92075" tIns="46038" rIns="92075" bIns="46038" numCol="1" anchor="ctr" anchorCtr="0" compatLnSpc="1"/>
          <a:lstStyle/>
          <a:p>
            <a:pPr algn="r"/>
            <a:fld id="{9A0DB2DC-4C9A-4742-B13C-FB6460FD3503}" type="slidenum">
              <a:rPr lang="zh-CN" altLang="en-US" dirty="0"/>
              <a:t>‹#›</a:t>
            </a:fld>
            <a:endParaRPr lang="zh-CN" alt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712304"/>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914400" y="1553816"/>
            <a:ext cx="10363200" cy="4827105"/>
          </a:xfrm>
          <a:prstGeom prst="rect">
            <a:avLst/>
          </a:prstGeo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6.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slideLayout" Target="../slideLayouts/slideLayout6.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 Type="http://schemas.openxmlformats.org/officeDocument/2006/relationships/tags" Target="../tags/tag13.xml"/><Relationship Id="rId16" Type="http://schemas.openxmlformats.org/officeDocument/2006/relationships/tags" Target="../tags/tag27.xml"/><Relationship Id="rId20" Type="http://schemas.openxmlformats.org/officeDocument/2006/relationships/image" Target="../media/image5.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tags" Target="../tags/tag26.xml"/><Relationship Id="rId10" Type="http://schemas.openxmlformats.org/officeDocument/2006/relationships/tags" Target="../tags/tag21.xml"/><Relationship Id="rId19" Type="http://schemas.openxmlformats.org/officeDocument/2006/relationships/notesSlide" Target="../notesSlides/notesSlide8.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s>
</file>

<file path=ppt/slides/_rels/slide2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image" Target="../media/image5.png"/><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notesSlide" Target="../notesSlides/notesSlide10.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slideLayout" Target="../slideLayouts/slideLayout6.xml"/><Relationship Id="rId5" Type="http://schemas.openxmlformats.org/officeDocument/2006/relationships/tags" Target="../tags/tag33.xml"/><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5.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slideLayout" Target="../slideLayouts/slideLayout6.xml"/><Relationship Id="rId5" Type="http://schemas.openxmlformats.org/officeDocument/2006/relationships/tags" Target="../tags/tag43.xm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customXml" Target="../ink/ink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8" Type="http://schemas.openxmlformats.org/officeDocument/2006/relationships/tags" Target="../tags/tag56.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image" Target="../media/image5.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slideLayout" Target="../slideLayouts/slideLayout6.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5.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customXml" Target="../ink/ink6.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5.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slideLayout" Target="../slideLayouts/slideLayout6.xml"/><Relationship Id="rId5" Type="http://schemas.openxmlformats.org/officeDocument/2006/relationships/tags" Target="../tags/tag63.xml"/><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image" Target="../media/image23.emf"/></Relationships>
</file>

<file path=ppt/slides/_rels/slide5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customXml" Target="../ink/ink7.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5.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slideLayout" Target="../slideLayouts/slideLayout6.xml"/><Relationship Id="rId5" Type="http://schemas.openxmlformats.org/officeDocument/2006/relationships/tags" Target="../tags/tag73.xml"/><Relationship Id="rId10" Type="http://schemas.openxmlformats.org/officeDocument/2006/relationships/tags" Target="../tags/tag78.xml"/><Relationship Id="rId4" Type="http://schemas.openxmlformats.org/officeDocument/2006/relationships/tags" Target="../tags/tag72.xml"/><Relationship Id="rId9" Type="http://schemas.openxmlformats.org/officeDocument/2006/relationships/tags" Target="../tags/tag7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customXml" Target="../ink/ink8.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5.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slideLayout" Target="../slideLayouts/slideLayout6.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slideLayout" Target="../slideLayouts/slideLayout6.xm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tags" Target="../tags/tag105.xml"/><Relationship Id="rId2" Type="http://schemas.openxmlformats.org/officeDocument/2006/relationships/tags" Target="../tags/tag90.xml"/><Relationship Id="rId16" Type="http://schemas.openxmlformats.org/officeDocument/2006/relationships/tags" Target="../tags/tag104.xml"/><Relationship Id="rId20" Type="http://schemas.openxmlformats.org/officeDocument/2006/relationships/image" Target="../media/image5.png"/><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5" Type="http://schemas.openxmlformats.org/officeDocument/2006/relationships/tags" Target="../tags/tag93.xml"/><Relationship Id="rId15" Type="http://schemas.openxmlformats.org/officeDocument/2006/relationships/tags" Target="../tags/tag103.xml"/><Relationship Id="rId10" Type="http://schemas.openxmlformats.org/officeDocument/2006/relationships/tags" Target="../tags/tag98.xml"/><Relationship Id="rId19" Type="http://schemas.openxmlformats.org/officeDocument/2006/relationships/notesSlide" Target="../notesSlides/notesSlide23.xml"/><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ctrTitle" sz="quarter" idx="4294967295"/>
          </p:nvPr>
        </p:nvSpPr>
        <p:spPr>
          <a:xfrm>
            <a:off x="2751931" y="1919618"/>
            <a:ext cx="6783387" cy="1154112"/>
          </a:xfrm>
          <a:prstGeom prst="rect">
            <a:avLst/>
          </a:prstGeom>
          <a:effectLst>
            <a:outerShdw blurRad="50800" dist="38100" dir="2700000" algn="tl" rotWithShape="0">
              <a:prstClr val="black">
                <a:alpha val="40000"/>
              </a:prstClr>
            </a:outerShdw>
          </a:effectLst>
        </p:spPr>
        <p:txBody>
          <a:bodyPr vert="horz" wrap="square" lIns="92075" tIns="46038" rIns="92075" bIns="46038" numCol="1" anchor="b" anchorCtr="0" compatLnSpc="1"/>
          <a:lstStyle/>
          <a:p>
            <a:pPr algn="ctr" fontAlgn="base">
              <a:lnSpc>
                <a:spcPct val="100000"/>
              </a:lnSpc>
              <a:spcAft>
                <a:spcPct val="0"/>
              </a:spcAft>
              <a:defRPr/>
            </a:pPr>
            <a:r>
              <a:rPr lang="en-US" altLang="zh-CN" sz="6000" b="1" dirty="0">
                <a:solidFill>
                  <a:srgbClr val="881DB3"/>
                </a:solidFill>
                <a:effectLst>
                  <a:outerShdw blurRad="38100" dist="38100" dir="2700000" algn="tl">
                    <a:srgbClr val="000000"/>
                  </a:outerShdw>
                </a:effectLst>
                <a:latin typeface="+mj-ea"/>
              </a:rPr>
              <a:t>《</a:t>
            </a:r>
            <a:r>
              <a:rPr lang="zh-CN" altLang="en-US" sz="6000" b="1" dirty="0">
                <a:solidFill>
                  <a:srgbClr val="881DB3"/>
                </a:solidFill>
                <a:effectLst>
                  <a:outerShdw blurRad="38100" dist="38100" dir="2700000" algn="tl">
                    <a:srgbClr val="000000"/>
                  </a:outerShdw>
                </a:effectLst>
                <a:latin typeface="+mj-ea"/>
              </a:rPr>
              <a:t>信息对抗技术</a:t>
            </a:r>
            <a:r>
              <a:rPr lang="en-US" altLang="zh-CN" sz="6000" b="1" dirty="0">
                <a:solidFill>
                  <a:srgbClr val="881DB3"/>
                </a:solidFill>
                <a:effectLst>
                  <a:outerShdw blurRad="38100" dist="38100" dir="2700000" algn="tl">
                    <a:srgbClr val="000000"/>
                  </a:outerShdw>
                </a:effectLst>
                <a:latin typeface="+mj-ea"/>
              </a:rPr>
              <a:t>》</a:t>
            </a:r>
            <a:r>
              <a:rPr lang="en-US" altLang="zh-CN" sz="6000" b="1" dirty="0">
                <a:solidFill>
                  <a:srgbClr val="FFFF00"/>
                </a:solidFill>
                <a:effectLst>
                  <a:outerShdw blurRad="38100" dist="38100" dir="2700000" algn="tl">
                    <a:srgbClr val="000000"/>
                  </a:outerShdw>
                </a:effectLst>
              </a:rPr>
              <a:t/>
            </a:r>
            <a:br>
              <a:rPr lang="en-US" altLang="zh-CN" sz="6000" b="1" dirty="0">
                <a:solidFill>
                  <a:srgbClr val="FFFF00"/>
                </a:solidFill>
                <a:effectLst>
                  <a:outerShdw blurRad="38100" dist="38100" dir="2700000" algn="tl">
                    <a:srgbClr val="000000"/>
                  </a:outerShdw>
                </a:effectLst>
              </a:rPr>
            </a:br>
            <a:r>
              <a:rPr lang="zh-CN" altLang="en-US" sz="4000" dirty="0">
                <a:solidFill>
                  <a:schemeClr val="bg1"/>
                </a:solidFill>
                <a:effectLst>
                  <a:outerShdw blurRad="38100" dist="38100" dir="2700000" algn="tl">
                    <a:srgbClr val="000000"/>
                  </a:outerShdw>
                </a:effectLst>
                <a:ea typeface="隶书" panose="02010509060101010101" pitchFamily="49" charset="-122"/>
              </a:rPr>
              <a:t>电子讲稿</a:t>
            </a:r>
          </a:p>
        </p:txBody>
      </p:sp>
      <p:sp>
        <p:nvSpPr>
          <p:cNvPr id="3075" name="文本框 2053"/>
          <p:cNvSpPr txBox="1"/>
          <p:nvPr/>
        </p:nvSpPr>
        <p:spPr>
          <a:xfrm>
            <a:off x="4756786" y="3739684"/>
            <a:ext cx="2773680" cy="1691640"/>
          </a:xfrm>
          <a:prstGeom prst="rect">
            <a:avLst/>
          </a:prstGeom>
          <a:noFill/>
          <a:ln w="9525">
            <a:noFill/>
          </a:ln>
        </p:spPr>
        <p:txBody>
          <a:bodyPr wrap="none">
            <a:spAutoFit/>
          </a:bodyPr>
          <a:lstStyle/>
          <a:p>
            <a:pPr algn="ctr"/>
            <a:r>
              <a:rPr lang="zh-CN" altLang="en-US" sz="3200" dirty="0">
                <a:latin typeface="Times New Roman" panose="02020603050405020304" pitchFamily="18" charset="0"/>
                <a:ea typeface="华文行楷" panose="02010800040101010101" pitchFamily="2" charset="-122"/>
              </a:rPr>
              <a:t>李朝晖</a:t>
            </a:r>
          </a:p>
          <a:p>
            <a:pPr algn="ctr"/>
            <a:endParaRPr lang="zh-CN" altLang="en-US" sz="2400" dirty="0">
              <a:latin typeface="Times New Roman" panose="02020603050405020304" pitchFamily="18" charset="0"/>
            </a:endParaRPr>
          </a:p>
          <a:p>
            <a:pPr algn="ctr"/>
            <a:r>
              <a:rPr lang="zh-CN" altLang="en-US" sz="2400" dirty="0">
                <a:latin typeface="+mn-ea"/>
              </a:rPr>
              <a:t>南开大学 网安学院</a:t>
            </a:r>
          </a:p>
          <a:p>
            <a:pPr algn="ctr"/>
            <a:r>
              <a:rPr lang="en-US" altLang="zh-CN" sz="2400" dirty="0" smtClean="0">
                <a:latin typeface="Times New Roman" panose="02020603050405020304" pitchFamily="18" charset="0"/>
              </a:rPr>
              <a:t>2026</a:t>
            </a:r>
            <a:endParaRPr lang="zh-CN" altLang="en-US" sz="2400" dirty="0">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4235628"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dirty="0" smtClean="0">
                <a:solidFill>
                  <a:srgbClr val="002060"/>
                </a:solidFill>
                <a:latin typeface="思源黑体 CN Heavy" panose="020B0A00000000000000" pitchFamily="34" charset="-122"/>
                <a:ea typeface="思源黑体 CN Heavy" panose="020B0A00000000000000" pitchFamily="34" charset="-122"/>
                <a:cs typeface="+mn-ea"/>
              </a:rPr>
              <a:t>GPS</a:t>
            </a:r>
            <a:r>
              <a:rPr lang="zh-CN" altLang="en-US" sz="4000" dirty="0">
                <a:solidFill>
                  <a:srgbClr val="002060"/>
                </a:solidFill>
                <a:latin typeface="思源黑体 CN Heavy" panose="020B0A00000000000000" pitchFamily="34" charset="-122"/>
                <a:ea typeface="思源黑体 CN Heavy" panose="020B0A00000000000000" pitchFamily="34" charset="-122"/>
                <a:cs typeface="+mn-ea"/>
              </a:rPr>
              <a:t>对抗</a:t>
            </a:r>
            <a:endPar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2529"/>
          <p:cNvSpPr>
            <a:spLocks noGrp="1"/>
          </p:cNvSpPr>
          <p:nvPr>
            <p:ph type="title"/>
          </p:nvPr>
        </p:nvSpPr>
        <p:spPr/>
        <p:txBody>
          <a:bodyPr vert="horz" wrap="square" lIns="92075" tIns="46038" rIns="92075" bIns="46038" numCol="1" anchor="ctr" anchorCtr="0" compatLnSpc="1"/>
          <a:lstStyle/>
          <a:p>
            <a:pPr eaLnBrk="1" fontAlgn="base" hangingPunct="1"/>
            <a:r>
              <a:rPr lang="en-US" altLang="zh-CN" strike="noStrike" noProof="1"/>
              <a:t> </a:t>
            </a:r>
          </a:p>
        </p:txBody>
      </p:sp>
      <p:sp>
        <p:nvSpPr>
          <p:cNvPr id="18434" name="文本占位符 22530"/>
          <p:cNvSpPr>
            <a:spLocks noGrp="1"/>
          </p:cNvSpPr>
          <p:nvPr>
            <p:ph idx="1"/>
          </p:nvPr>
        </p:nvSpPr>
        <p:spPr>
          <a:xfrm>
            <a:off x="1508166" y="1850304"/>
            <a:ext cx="9310255" cy="4114800"/>
          </a:xfrm>
        </p:spPr>
        <p:txBody>
          <a:bodyPr vert="horz" wrap="square" lIns="91440" tIns="45720" rIns="91440" bIns="45720" anchor="t"/>
          <a:lstStyle/>
          <a:p>
            <a:pPr algn="just" eaLnBrk="1" hangingPunct="1">
              <a:lnSpc>
                <a:spcPts val="3600"/>
              </a:lnSpc>
            </a:pPr>
            <a:r>
              <a:rPr lang="en-US" altLang="zh-CN" sz="2400" dirty="0" smtClean="0">
                <a:latin typeface="+mn-ea"/>
              </a:rPr>
              <a:t>    2003</a:t>
            </a:r>
            <a:r>
              <a:rPr lang="zh-CN" altLang="en-US" sz="2400" dirty="0">
                <a:latin typeface="+mn-ea"/>
              </a:rPr>
              <a:t>年伊拉克战争也有值得一看的亮点是发生</a:t>
            </a:r>
            <a:r>
              <a:rPr lang="en-US" altLang="zh-CN" sz="2400" dirty="0">
                <a:solidFill>
                  <a:srgbClr val="FF0000"/>
                </a:solidFill>
                <a:latin typeface="+mn-ea"/>
              </a:rPr>
              <a:t>GPS</a:t>
            </a:r>
            <a:r>
              <a:rPr lang="zh-CN" altLang="en-US" sz="2400" dirty="0">
                <a:solidFill>
                  <a:srgbClr val="FF0000"/>
                </a:solidFill>
                <a:latin typeface="+mn-ea"/>
              </a:rPr>
              <a:t>对抗</a:t>
            </a:r>
            <a:r>
              <a:rPr lang="zh-CN" altLang="en-US" sz="2400" dirty="0">
                <a:latin typeface="+mn-ea"/>
              </a:rPr>
              <a:t>的精彩一幕。伊拉克利用从俄罗斯引进的</a:t>
            </a:r>
            <a:r>
              <a:rPr lang="en-US" altLang="zh-CN" sz="2400" dirty="0">
                <a:latin typeface="+mn-ea"/>
              </a:rPr>
              <a:t>GPS</a:t>
            </a:r>
            <a:r>
              <a:rPr lang="zh-CN" altLang="en-US" sz="2400" dirty="0">
                <a:latin typeface="+mn-ea"/>
              </a:rPr>
              <a:t>干扰设备，引偏了许多美军的巡航导弹与</a:t>
            </a:r>
            <a:r>
              <a:rPr lang="en-US" altLang="zh-CN" sz="2400" dirty="0">
                <a:latin typeface="+mn-ea"/>
              </a:rPr>
              <a:t>GPS</a:t>
            </a:r>
            <a:r>
              <a:rPr lang="zh-CN" altLang="en-US" sz="2400" dirty="0">
                <a:latin typeface="+mn-ea"/>
              </a:rPr>
              <a:t>制导武器。但美军很快利用</a:t>
            </a:r>
            <a:r>
              <a:rPr lang="zh-CN" altLang="en-US" sz="2400" dirty="0">
                <a:solidFill>
                  <a:srgbClr val="00B0F0"/>
                </a:solidFill>
                <a:latin typeface="+mn-ea"/>
              </a:rPr>
              <a:t>反辐射导弹</a:t>
            </a:r>
            <a:r>
              <a:rPr lang="zh-CN" altLang="en-US" sz="2400" dirty="0">
                <a:latin typeface="+mn-ea"/>
              </a:rPr>
              <a:t>毁坏了这些干扰设备，使伊拉克很快失去了对抗能力。不管伊拉克</a:t>
            </a:r>
            <a:r>
              <a:rPr lang="en-US" altLang="zh-CN" sz="2400" dirty="0">
                <a:latin typeface="+mn-ea"/>
              </a:rPr>
              <a:t>GPS</a:t>
            </a:r>
            <a:r>
              <a:rPr lang="zh-CN" altLang="en-US" sz="2400" dirty="0">
                <a:latin typeface="+mn-ea"/>
              </a:rPr>
              <a:t>干扰在这次战争中发挥了多大作用，但</a:t>
            </a:r>
            <a:r>
              <a:rPr lang="en-US" altLang="zh-CN" sz="2400" dirty="0">
                <a:latin typeface="+mn-ea"/>
              </a:rPr>
              <a:t>GPS</a:t>
            </a:r>
            <a:r>
              <a:rPr lang="zh-CN" altLang="en-US" sz="2400" dirty="0">
                <a:latin typeface="+mn-ea"/>
              </a:rPr>
              <a:t>对抗开辟了电子对抗又一新的领域却是不争的事实。 </a:t>
            </a:r>
          </a:p>
        </p:txBody>
      </p:sp>
      <p:sp>
        <p:nvSpPr>
          <p:cNvPr id="4" name="标题 1"/>
          <p:cNvSpPr txBox="1"/>
          <p:nvPr/>
        </p:nvSpPr>
        <p:spPr>
          <a:xfrm>
            <a:off x="669882" y="648023"/>
            <a:ext cx="10852237" cy="648000"/>
          </a:xfrm>
          <a:prstGeom prst="rect">
            <a:avLst/>
          </a:prstGeom>
        </p:spPr>
        <p:txBody>
          <a:bodyPr vert="horz" lIns="92075" tIns="46038" rIns="92075" bIns="460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defRPr/>
            </a:pPr>
            <a:r>
              <a:rPr lang="zh-CN" altLang="en-US" dirty="0">
                <a:solidFill>
                  <a:schemeClr val="tx2"/>
                </a:solidFill>
                <a:effectLst>
                  <a:outerShdw blurRad="38100" dist="38100" dir="2700000">
                    <a:srgbClr val="000000"/>
                  </a:outerShdw>
                </a:effectLst>
              </a:rPr>
              <a:t>伊拉克</a:t>
            </a:r>
            <a:r>
              <a:rPr lang="zh-CN" altLang="en-US" dirty="0" smtClean="0">
                <a:solidFill>
                  <a:schemeClr val="tx2"/>
                </a:solidFill>
                <a:effectLst>
                  <a:outerShdw blurRad="38100" dist="38100" dir="2700000">
                    <a:srgbClr val="000000"/>
                  </a:outerShdw>
                </a:effectLst>
              </a:rPr>
              <a:t>战争中的</a:t>
            </a:r>
            <a:r>
              <a:rPr lang="en-US" altLang="zh-CN" dirty="0" smtClean="0">
                <a:solidFill>
                  <a:schemeClr val="tx2"/>
                </a:solidFill>
                <a:effectLst>
                  <a:outerShdw blurRad="38100" dist="38100" dir="2700000">
                    <a:srgbClr val="000000"/>
                  </a:outerShdw>
                </a:effectLst>
              </a:rPr>
              <a:t>GPS</a:t>
            </a:r>
            <a:r>
              <a:rPr lang="zh-CN" altLang="en-US" dirty="0" smtClean="0">
                <a:solidFill>
                  <a:schemeClr val="tx2"/>
                </a:solidFill>
                <a:effectLst>
                  <a:outerShdw blurRad="38100" dist="38100" dir="2700000">
                    <a:srgbClr val="000000"/>
                  </a:outerShdw>
                </a:effectLst>
              </a:rPr>
              <a:t>对抗</a:t>
            </a:r>
            <a:endParaRPr lang="zh-CN" altLang="en-US" dirty="0">
              <a:solidFill>
                <a:schemeClr val="tx2"/>
              </a:solidFill>
              <a:effectLst>
                <a:outerShdw blurRad="38100" dist="38100" dir="2700000">
                  <a:srgbClr val="000000"/>
                </a:outerShdw>
              </a:effectLs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dirty="0">
                <a:solidFill>
                  <a:schemeClr val="tx2"/>
                </a:solidFill>
                <a:effectLst>
                  <a:outerShdw blurRad="38100" dist="38100" dir="2700000">
                    <a:srgbClr val="000000"/>
                  </a:outerShdw>
                </a:effectLst>
              </a:rPr>
              <a:t>银河号事件</a:t>
            </a:r>
          </a:p>
        </p:txBody>
      </p:sp>
      <p:sp>
        <p:nvSpPr>
          <p:cNvPr id="19458" name="内容占位符 2"/>
          <p:cNvSpPr>
            <a:spLocks noGrp="1"/>
          </p:cNvSpPr>
          <p:nvPr>
            <p:ph idx="1"/>
          </p:nvPr>
        </p:nvSpPr>
        <p:spPr>
          <a:xfrm>
            <a:off x="1579418" y="1633538"/>
            <a:ext cx="9144000" cy="4114800"/>
          </a:xfrm>
        </p:spPr>
        <p:txBody>
          <a:bodyPr vert="horz" wrap="square" lIns="91440" tIns="45720" rIns="91440" bIns="45720" anchor="t"/>
          <a:lstStyle/>
          <a:p>
            <a:pPr algn="just">
              <a:lnSpc>
                <a:spcPts val="3600"/>
              </a:lnSpc>
            </a:pPr>
            <a:r>
              <a:rPr lang="zh-CN" altLang="en-US" sz="2400" dirty="0">
                <a:latin typeface="+mn-ea"/>
              </a:rPr>
              <a:t>    落后就要挨打，这就是中国在刚刚开始时所得到的最大的一个警告，不知道大家是否知道银河号事件，</a:t>
            </a:r>
            <a:r>
              <a:rPr lang="en-US" altLang="zh-CN" sz="2400" dirty="0">
                <a:latin typeface="+mn-ea"/>
              </a:rPr>
              <a:t>1993</a:t>
            </a:r>
            <a:r>
              <a:rPr lang="zh-CN" altLang="en-US" sz="2400" dirty="0" smtClean="0">
                <a:latin typeface="+mn-ea"/>
              </a:rPr>
              <a:t>年</a:t>
            </a:r>
            <a:r>
              <a:rPr lang="en-US" altLang="zh-CN" sz="2400" dirty="0" smtClean="0">
                <a:latin typeface="+mn-ea"/>
              </a:rPr>
              <a:t>7</a:t>
            </a:r>
            <a:r>
              <a:rPr lang="zh-CN" altLang="en-US" sz="2400" dirty="0" smtClean="0">
                <a:latin typeface="+mn-ea"/>
              </a:rPr>
              <a:t>月</a:t>
            </a:r>
            <a:r>
              <a:rPr lang="en-US" altLang="zh-CN" sz="2400" dirty="0" smtClean="0">
                <a:latin typeface="+mn-ea"/>
              </a:rPr>
              <a:t>23</a:t>
            </a:r>
            <a:r>
              <a:rPr lang="zh-CN" altLang="en-US" sz="2400" dirty="0" smtClean="0">
                <a:latin typeface="+mn-ea"/>
              </a:rPr>
              <a:t>日，中国的</a:t>
            </a:r>
            <a:r>
              <a:rPr lang="zh-CN" altLang="en-US" sz="2400" dirty="0" smtClean="0">
                <a:solidFill>
                  <a:srgbClr val="FF0000"/>
                </a:solidFill>
                <a:latin typeface="+mn-ea"/>
              </a:rPr>
              <a:t>银河号货轮</a:t>
            </a:r>
            <a:r>
              <a:rPr lang="zh-CN" altLang="en-US" sz="2400" dirty="0" smtClean="0">
                <a:latin typeface="+mn-ea"/>
              </a:rPr>
              <a:t>在印度洋上航行的时候，突然没有了</a:t>
            </a:r>
            <a:r>
              <a:rPr lang="en-US" altLang="zh-CN" sz="2400" dirty="0">
                <a:latin typeface="+mn-ea"/>
              </a:rPr>
              <a:t>GPS</a:t>
            </a:r>
            <a:r>
              <a:rPr lang="zh-CN" altLang="en-US" sz="2400" dirty="0">
                <a:latin typeface="+mn-ea"/>
              </a:rPr>
              <a:t>信号，并且还被多架美国直升机紧追不舍的盘问，周边还有美国军舰</a:t>
            </a:r>
            <a:r>
              <a:rPr lang="zh-CN" altLang="en-US" sz="2400" dirty="0" smtClean="0">
                <a:latin typeface="+mn-ea"/>
              </a:rPr>
              <a:t>。</a:t>
            </a:r>
            <a:endParaRPr lang="en-US" altLang="zh-CN" sz="2400" dirty="0" smtClean="0">
              <a:latin typeface="+mn-ea"/>
            </a:endParaRPr>
          </a:p>
          <a:p>
            <a:pPr algn="just">
              <a:lnSpc>
                <a:spcPts val="3600"/>
              </a:lnSpc>
            </a:pPr>
            <a:r>
              <a:rPr lang="en-US" altLang="zh-CN" sz="2400" dirty="0">
                <a:latin typeface="+mn-ea"/>
              </a:rPr>
              <a:t> </a:t>
            </a:r>
            <a:r>
              <a:rPr lang="en-US" altLang="zh-CN" sz="2400" dirty="0" smtClean="0">
                <a:latin typeface="+mn-ea"/>
              </a:rPr>
              <a:t>   </a:t>
            </a:r>
            <a:r>
              <a:rPr lang="zh-CN" altLang="en-US" sz="2400" dirty="0" smtClean="0">
                <a:latin typeface="+mn-ea"/>
              </a:rPr>
              <a:t>当时</a:t>
            </a:r>
            <a:r>
              <a:rPr lang="zh-CN" altLang="en-US" sz="2400" dirty="0">
                <a:latin typeface="+mn-ea"/>
              </a:rPr>
              <a:t>美国指控这艘货轮上，运载了</a:t>
            </a:r>
            <a:r>
              <a:rPr lang="zh-CN" altLang="en-US" sz="2400" i="1" dirty="0">
                <a:solidFill>
                  <a:srgbClr val="00B0F0"/>
                </a:solidFill>
                <a:latin typeface="+mn-ea"/>
              </a:rPr>
              <a:t>生化武器</a:t>
            </a:r>
            <a:r>
              <a:rPr lang="zh-CN" altLang="en-US" sz="2400" dirty="0">
                <a:latin typeface="+mn-ea"/>
              </a:rPr>
              <a:t>，所以要求货轮终止航运，在海上飘了整整</a:t>
            </a:r>
            <a:r>
              <a:rPr lang="en-US" altLang="zh-CN" sz="2400" dirty="0">
                <a:latin typeface="+mn-ea"/>
              </a:rPr>
              <a:t>33</a:t>
            </a:r>
            <a:r>
              <a:rPr lang="zh-CN" altLang="en-US" sz="2400" dirty="0">
                <a:latin typeface="+mn-ea"/>
              </a:rPr>
              <a:t>天才安全回国，美国无缘无故对中国货轮提出指控，接受检查后证明中国货轮是清白的，而在这期间他们的</a:t>
            </a:r>
            <a:r>
              <a:rPr lang="en-US" altLang="zh-CN" sz="2400" dirty="0">
                <a:solidFill>
                  <a:srgbClr val="FF0000"/>
                </a:solidFill>
                <a:latin typeface="+mn-ea"/>
              </a:rPr>
              <a:t>GPS</a:t>
            </a:r>
            <a:r>
              <a:rPr lang="zh-CN" altLang="en-US" sz="2400" dirty="0">
                <a:solidFill>
                  <a:srgbClr val="FF0000"/>
                </a:solidFill>
                <a:latin typeface="+mn-ea"/>
              </a:rPr>
              <a:t>信号被美军关闭</a:t>
            </a:r>
            <a:r>
              <a:rPr lang="zh-CN" altLang="en-US" sz="2400" dirty="0">
                <a:latin typeface="+mn-ea"/>
              </a:rPr>
              <a:t>，所以货轮上的人可以和中国国内交流，但是他们并不知道确切位置。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dirty="0">
                <a:solidFill>
                  <a:schemeClr val="tx2"/>
                </a:solidFill>
                <a:effectLst>
                  <a:outerShdw blurRad="38100" dist="38100" dir="2700000">
                    <a:srgbClr val="000000"/>
                  </a:outerShdw>
                </a:effectLst>
              </a:rPr>
              <a:t>我导弹射偏</a:t>
            </a:r>
          </a:p>
        </p:txBody>
      </p:sp>
      <p:sp>
        <p:nvSpPr>
          <p:cNvPr id="20482" name="内容占位符 2"/>
          <p:cNvSpPr>
            <a:spLocks noGrp="1"/>
          </p:cNvSpPr>
          <p:nvPr>
            <p:ph idx="1"/>
          </p:nvPr>
        </p:nvSpPr>
        <p:spPr>
          <a:xfrm>
            <a:off x="1436914" y="1662113"/>
            <a:ext cx="9322130" cy="4114800"/>
          </a:xfrm>
        </p:spPr>
        <p:txBody>
          <a:bodyPr vert="horz" wrap="square" lIns="91440" tIns="45720" rIns="91440" bIns="45720" anchor="t"/>
          <a:lstStyle/>
          <a:p>
            <a:pPr algn="just">
              <a:lnSpc>
                <a:spcPts val="3600"/>
              </a:lnSpc>
            </a:pPr>
            <a:r>
              <a:rPr lang="en-US" altLang="zh-CN" sz="2400" dirty="0">
                <a:latin typeface="+mn-ea"/>
              </a:rPr>
              <a:t>    </a:t>
            </a:r>
            <a:r>
              <a:rPr lang="en-US" altLang="zh-CN" sz="2400" dirty="0" smtClean="0">
                <a:latin typeface="+mn-ea"/>
              </a:rPr>
              <a:t>1996</a:t>
            </a:r>
            <a:r>
              <a:rPr lang="zh-CN" altLang="en-US" sz="2400" dirty="0">
                <a:latin typeface="+mn-ea"/>
              </a:rPr>
              <a:t>年台湾的李登辉抛出“两国论”，台海局势紧张，解放军随后展开一次大规模军演，向台湾附近的东海海域发射了</a:t>
            </a:r>
            <a:r>
              <a:rPr lang="en-US" altLang="zh-CN" sz="2400" dirty="0">
                <a:latin typeface="+mn-ea"/>
              </a:rPr>
              <a:t>3</a:t>
            </a:r>
            <a:r>
              <a:rPr lang="zh-CN" altLang="en-US" sz="2400" dirty="0">
                <a:latin typeface="+mn-ea"/>
              </a:rPr>
              <a:t>枚导弹，以示警告。发射的第一枚导弹准确命中目标，就在所有人为这次成功欢呼的时候，紧接着发射的第二枚和第三枚导弹突然无法追踪，最终导致导弹大大偏离了原定的落点范围。</a:t>
            </a:r>
            <a:endParaRPr lang="en-US" altLang="zh-CN" sz="2400" dirty="0">
              <a:latin typeface="+mn-ea"/>
            </a:endParaRPr>
          </a:p>
          <a:p>
            <a:pPr algn="just">
              <a:lnSpc>
                <a:spcPts val="3600"/>
              </a:lnSpc>
            </a:pPr>
            <a:r>
              <a:rPr lang="en-US" altLang="zh-CN" sz="2400" dirty="0">
                <a:latin typeface="+mn-ea"/>
              </a:rPr>
              <a:t>    </a:t>
            </a:r>
            <a:r>
              <a:rPr lang="zh-CN" altLang="en-US" sz="2400" dirty="0">
                <a:latin typeface="+mn-ea"/>
              </a:rPr>
              <a:t>事后的军事分析表明，是美军做了手脚，这两次发射失败可能是由于</a:t>
            </a:r>
            <a:r>
              <a:rPr lang="en-US" altLang="zh-CN" sz="2400" dirty="0">
                <a:solidFill>
                  <a:srgbClr val="FF0000"/>
                </a:solidFill>
                <a:latin typeface="+mn-ea"/>
              </a:rPr>
              <a:t>GPS</a:t>
            </a:r>
            <a:r>
              <a:rPr lang="zh-CN" altLang="en-US" sz="2400" dirty="0">
                <a:solidFill>
                  <a:srgbClr val="FF0000"/>
                </a:solidFill>
                <a:latin typeface="+mn-ea"/>
              </a:rPr>
              <a:t>信号突然中断</a:t>
            </a:r>
            <a:r>
              <a:rPr lang="zh-CN" altLang="en-US" sz="2400" dirty="0">
                <a:latin typeface="+mn-ea"/>
              </a:rPr>
              <a:t>造成的。而且，在这次台海危机期间，美国向台湾海峡派出了两支航母编队，中国发现无法对其进行有效跟踪，从而也就无法对其进行威慑。</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dirty="0">
                <a:solidFill>
                  <a:schemeClr val="tx2"/>
                </a:solidFill>
                <a:effectLst>
                  <a:outerShdw blurRad="38100" dist="38100" dir="2700000">
                    <a:srgbClr val="000000"/>
                  </a:outerShdw>
                </a:effectLst>
              </a:rPr>
              <a:t>伊朗不怕关闭</a:t>
            </a:r>
            <a:r>
              <a:rPr lang="en-US" altLang="zh-CN" dirty="0">
                <a:solidFill>
                  <a:schemeClr val="tx2"/>
                </a:solidFill>
                <a:effectLst>
                  <a:outerShdw blurRad="38100" dist="38100" dir="2700000">
                    <a:srgbClr val="000000"/>
                  </a:outerShdw>
                </a:effectLst>
              </a:rPr>
              <a:t>GPS</a:t>
            </a:r>
            <a:endParaRPr lang="zh-CN" altLang="en-US" dirty="0">
              <a:solidFill>
                <a:schemeClr val="tx2"/>
              </a:solidFill>
              <a:effectLst>
                <a:outerShdw blurRad="38100" dist="38100" dir="2700000">
                  <a:srgbClr val="000000"/>
                </a:outerShdw>
              </a:effectLst>
            </a:endParaRPr>
          </a:p>
        </p:txBody>
      </p:sp>
      <p:sp>
        <p:nvSpPr>
          <p:cNvPr id="21506" name="内容占位符 2"/>
          <p:cNvSpPr>
            <a:spLocks noGrp="1"/>
          </p:cNvSpPr>
          <p:nvPr>
            <p:ph idx="1"/>
          </p:nvPr>
        </p:nvSpPr>
        <p:spPr>
          <a:xfrm>
            <a:off x="1341913" y="1657600"/>
            <a:ext cx="9619013" cy="4114800"/>
          </a:xfrm>
        </p:spPr>
        <p:txBody>
          <a:bodyPr vert="horz" wrap="square" lIns="91440" tIns="45720" rIns="91440" bIns="45720" anchor="t"/>
          <a:lstStyle/>
          <a:p>
            <a:pPr algn="just">
              <a:lnSpc>
                <a:spcPts val="3600"/>
              </a:lnSpc>
            </a:pPr>
            <a:r>
              <a:rPr lang="zh-CN" altLang="en-US" sz="2400" dirty="0">
                <a:latin typeface="+mn-ea"/>
              </a:rPr>
              <a:t>    </a:t>
            </a:r>
            <a:r>
              <a:rPr lang="zh-CN" altLang="en-US" sz="2400" dirty="0" smtClean="0">
                <a:latin typeface="+mn-ea"/>
              </a:rPr>
              <a:t>截至</a:t>
            </a:r>
            <a:r>
              <a:rPr lang="zh-CN" altLang="en-US" sz="2400" dirty="0">
                <a:latin typeface="+mn-ea"/>
              </a:rPr>
              <a:t>目前，全球很多国家装备的导弹仍使用</a:t>
            </a:r>
            <a:r>
              <a:rPr lang="en-US" altLang="zh-CN" sz="2400" dirty="0">
                <a:latin typeface="+mn-ea"/>
              </a:rPr>
              <a:t>GPS</a:t>
            </a:r>
            <a:r>
              <a:rPr lang="zh-CN" altLang="en-US" sz="2400" dirty="0">
                <a:latin typeface="+mn-ea"/>
              </a:rPr>
              <a:t>导航系统，伊朗方面也不例外</a:t>
            </a:r>
            <a:r>
              <a:rPr lang="zh-CN" altLang="en-US" sz="2400" dirty="0" smtClean="0">
                <a:latin typeface="+mn-ea"/>
              </a:rPr>
              <a:t>。在一</a:t>
            </a:r>
            <a:r>
              <a:rPr lang="zh-CN" altLang="en-US" sz="2400" dirty="0">
                <a:latin typeface="+mn-ea"/>
              </a:rPr>
              <a:t>次伊朗军演中，美军计划将伊军周边</a:t>
            </a:r>
            <a:r>
              <a:rPr lang="en-US" altLang="zh-CN" sz="2400" dirty="0">
                <a:latin typeface="+mn-ea"/>
              </a:rPr>
              <a:t>GPS</a:t>
            </a:r>
            <a:r>
              <a:rPr lang="zh-CN" altLang="en-US" sz="2400" dirty="0">
                <a:latin typeface="+mn-ea"/>
              </a:rPr>
              <a:t>信号关闭，这样伊军无法实施精准定位，最终可能会放弃导弹威胁计划。然而美军将</a:t>
            </a:r>
            <a:r>
              <a:rPr lang="en-US" altLang="zh-CN" sz="2400" dirty="0">
                <a:latin typeface="+mn-ea"/>
              </a:rPr>
              <a:t>GPS</a:t>
            </a:r>
            <a:r>
              <a:rPr lang="zh-CN" altLang="en-US" sz="2400" dirty="0">
                <a:latin typeface="+mn-ea"/>
              </a:rPr>
              <a:t>关闭之后，伊军却依然精准击中目标，而且演习海域就在美舰眼皮子底下，这让五角大楼暗自心惊。事后经过美军调查，原来伊朗方面此次并未使用美</a:t>
            </a:r>
            <a:r>
              <a:rPr lang="en-US" altLang="zh-CN" sz="2400" dirty="0">
                <a:latin typeface="+mn-ea"/>
              </a:rPr>
              <a:t>GPS</a:t>
            </a:r>
            <a:r>
              <a:rPr lang="zh-CN" altLang="en-US" sz="2400" dirty="0">
                <a:latin typeface="+mn-ea"/>
              </a:rPr>
              <a:t>系统，转而用上了</a:t>
            </a:r>
            <a:r>
              <a:rPr lang="zh-CN" altLang="en-US" sz="2400" dirty="0">
                <a:solidFill>
                  <a:srgbClr val="FF0000"/>
                </a:solidFill>
                <a:latin typeface="+mn-ea"/>
              </a:rPr>
              <a:t>北斗系统</a:t>
            </a:r>
            <a:r>
              <a:rPr lang="zh-CN" altLang="en-US" sz="2400" dirty="0">
                <a:latin typeface="+mn-ea"/>
              </a:rPr>
              <a:t>。五角大楼怀疑北斗已经悄悄服务于多个反美国家的武器上。曾经，美通过干扰</a:t>
            </a:r>
            <a:r>
              <a:rPr lang="en-US" altLang="zh-CN" sz="2400" dirty="0">
                <a:latin typeface="+mn-ea"/>
              </a:rPr>
              <a:t>GPS</a:t>
            </a:r>
            <a:r>
              <a:rPr lang="zh-CN" altLang="en-US" sz="2400" dirty="0">
                <a:latin typeface="+mn-ea"/>
              </a:rPr>
              <a:t>信号让很多国家吃了大亏，在南斯拉夫、利比亚和叙利亚，美方通过突然关闭</a:t>
            </a:r>
            <a:r>
              <a:rPr lang="en-US" altLang="zh-CN" sz="2400" dirty="0">
                <a:latin typeface="+mn-ea"/>
              </a:rPr>
              <a:t>GPS</a:t>
            </a:r>
            <a:r>
              <a:rPr lang="zh-CN" altLang="en-US" sz="2400" dirty="0">
                <a:latin typeface="+mn-ea"/>
              </a:rPr>
              <a:t>系统的手段，让这些地区对美军的反制成为徒劳无功的反抗。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8213" y="331225"/>
            <a:ext cx="7772400" cy="1143000"/>
          </a:xfrm>
        </p:spPr>
        <p:txBody>
          <a:bodyPr lIns="92075" tIns="46038" rIns="92075" bIns="46038" anchor="ctr"/>
          <a:lstStyle/>
          <a:p>
            <a:pPr algn="ctr" fontAlgn="base">
              <a:lnSpc>
                <a:spcPct val="100000"/>
              </a:lnSpc>
              <a:spcAft>
                <a:spcPct val="0"/>
              </a:spcAft>
              <a:defRPr/>
            </a:pPr>
            <a:r>
              <a:rPr lang="zh-CN" altLang="en-US" dirty="0">
                <a:solidFill>
                  <a:schemeClr val="tx2"/>
                </a:solidFill>
                <a:effectLst>
                  <a:outerShdw blurRad="38100" dist="38100" dir="2700000">
                    <a:srgbClr val="000000"/>
                  </a:outerShdw>
                </a:effectLst>
              </a:rPr>
              <a:t>北斗卫星导航系统</a:t>
            </a:r>
          </a:p>
        </p:txBody>
      </p:sp>
      <p:sp>
        <p:nvSpPr>
          <p:cNvPr id="22530" name="内容占位符 2"/>
          <p:cNvSpPr>
            <a:spLocks noGrp="1"/>
          </p:cNvSpPr>
          <p:nvPr>
            <p:ph idx="1"/>
          </p:nvPr>
        </p:nvSpPr>
        <p:spPr>
          <a:xfrm>
            <a:off x="890649" y="1469923"/>
            <a:ext cx="10355283" cy="4776497"/>
          </a:xfrm>
        </p:spPr>
        <p:txBody>
          <a:bodyPr vert="horz" wrap="square" lIns="91440" tIns="45720" rIns="91440" bIns="45720" anchor="t"/>
          <a:lstStyle/>
          <a:p>
            <a:pPr algn="just" eaLnBrk="1" hangingPunct="1">
              <a:lnSpc>
                <a:spcPts val="3600"/>
              </a:lnSpc>
            </a:pPr>
            <a:r>
              <a:rPr lang="zh-CN" altLang="en-US" sz="2400" dirty="0"/>
              <a:t>        中国</a:t>
            </a:r>
            <a:r>
              <a:rPr lang="zh-CN" altLang="en-US" sz="2400" dirty="0">
                <a:solidFill>
                  <a:srgbClr val="0F73EE"/>
                </a:solidFill>
              </a:rPr>
              <a:t>北斗卫星导航系统</a:t>
            </a:r>
            <a:r>
              <a:rPr lang="zh-CN" altLang="en-US" sz="2400" dirty="0"/>
              <a:t>（</a:t>
            </a:r>
            <a:r>
              <a:rPr lang="en-US" altLang="zh-CN" sz="2400" dirty="0" err="1"/>
              <a:t>BeiDou</a:t>
            </a:r>
            <a:r>
              <a:rPr lang="en-US" altLang="zh-CN" sz="2400" dirty="0"/>
              <a:t> Navigation Satellite System</a:t>
            </a:r>
            <a:r>
              <a:rPr lang="zh-CN" altLang="en-US" sz="2400" dirty="0"/>
              <a:t>，</a:t>
            </a:r>
            <a:r>
              <a:rPr lang="en-US" altLang="zh-CN" sz="2400" dirty="0">
                <a:solidFill>
                  <a:srgbClr val="0F73EE"/>
                </a:solidFill>
              </a:rPr>
              <a:t>BDS</a:t>
            </a:r>
            <a:r>
              <a:rPr lang="zh-CN" altLang="en-US" sz="2400" dirty="0"/>
              <a:t>）是中国自行研制的全球卫星导航系统。是继美国全球定位系统（</a:t>
            </a:r>
            <a:r>
              <a:rPr lang="en-US" altLang="zh-CN" sz="2400" dirty="0">
                <a:solidFill>
                  <a:srgbClr val="0F73EE"/>
                </a:solidFill>
              </a:rPr>
              <a:t>GPS</a:t>
            </a:r>
            <a:r>
              <a:rPr lang="zh-CN" altLang="en-US" sz="2400" dirty="0"/>
              <a:t>：</a:t>
            </a:r>
            <a:r>
              <a:rPr lang="en-US" altLang="zh-CN" sz="2400" dirty="0"/>
              <a:t>Global Positioning System</a:t>
            </a:r>
            <a:r>
              <a:rPr lang="zh-CN" altLang="en-US" sz="2400" dirty="0"/>
              <a:t>）、俄罗斯</a:t>
            </a:r>
            <a:r>
              <a:rPr lang="zh-CN" altLang="en-US" sz="2400" dirty="0">
                <a:solidFill>
                  <a:srgbClr val="0F73EE"/>
                </a:solidFill>
              </a:rPr>
              <a:t>格洛纳斯</a:t>
            </a:r>
            <a:r>
              <a:rPr lang="zh-CN" altLang="en-US" sz="2400" dirty="0"/>
              <a:t>卫星导航系统（</a:t>
            </a:r>
            <a:r>
              <a:rPr lang="en-US" altLang="zh-CN" sz="2400" dirty="0"/>
              <a:t>GLONASS</a:t>
            </a:r>
            <a:r>
              <a:rPr lang="zh-CN" altLang="en-US" sz="2400" dirty="0"/>
              <a:t>）、欧洲</a:t>
            </a:r>
            <a:r>
              <a:rPr lang="zh-CN" altLang="en-US" sz="2400" dirty="0">
                <a:solidFill>
                  <a:srgbClr val="0F73EE"/>
                </a:solidFill>
              </a:rPr>
              <a:t>伽利略</a:t>
            </a:r>
            <a:r>
              <a:rPr lang="zh-CN" altLang="en-US" sz="2400" dirty="0"/>
              <a:t>卫星导航系统（</a:t>
            </a:r>
            <a:r>
              <a:rPr lang="en-US" altLang="zh-CN" sz="2400" dirty="0"/>
              <a:t>Galileo satellite navigation system</a:t>
            </a:r>
            <a:r>
              <a:rPr lang="zh-CN" altLang="en-US" sz="2400" dirty="0"/>
              <a:t>）之后第四个成熟的卫星导航系统。</a:t>
            </a:r>
          </a:p>
          <a:p>
            <a:pPr algn="just" eaLnBrk="1" hangingPunct="1">
              <a:lnSpc>
                <a:spcPts val="3600"/>
              </a:lnSpc>
            </a:pPr>
            <a:r>
              <a:rPr lang="zh-CN" altLang="en-US" sz="2400" dirty="0"/>
              <a:t>        北斗卫星导航系统由</a:t>
            </a:r>
            <a:r>
              <a:rPr lang="zh-CN" altLang="en-US" sz="2400" dirty="0">
                <a:solidFill>
                  <a:srgbClr val="FF0000"/>
                </a:solidFill>
              </a:rPr>
              <a:t>空间段</a:t>
            </a:r>
            <a:r>
              <a:rPr lang="zh-CN" altLang="en-US" sz="2400" dirty="0"/>
              <a:t>、</a:t>
            </a:r>
            <a:r>
              <a:rPr lang="zh-CN" altLang="en-US" sz="2400" dirty="0">
                <a:solidFill>
                  <a:srgbClr val="FF0000"/>
                </a:solidFill>
              </a:rPr>
              <a:t>地面段</a:t>
            </a:r>
            <a:r>
              <a:rPr lang="zh-CN" altLang="en-US" sz="2400" dirty="0"/>
              <a:t>和</a:t>
            </a:r>
            <a:r>
              <a:rPr lang="zh-CN" altLang="en-US" sz="2400" dirty="0">
                <a:solidFill>
                  <a:srgbClr val="FF0000"/>
                </a:solidFill>
              </a:rPr>
              <a:t>用户段</a:t>
            </a:r>
            <a:r>
              <a:rPr lang="zh-CN" altLang="en-US" sz="2400" dirty="0"/>
              <a:t>三部分组成，可在全球范围内全天候、全天时为各类用户提供高精度、高可靠定位、导航、授时服务，并具短报文通信能力，已经初步具备区域导航、定位和授时能力，定位精度</a:t>
            </a:r>
            <a:r>
              <a:rPr lang="en-US" altLang="zh-CN" sz="2400" dirty="0"/>
              <a:t>10</a:t>
            </a:r>
            <a:r>
              <a:rPr lang="zh-CN" altLang="en-US" sz="2400" dirty="0"/>
              <a:t>米，测速精度</a:t>
            </a:r>
            <a:r>
              <a:rPr lang="en-US" altLang="zh-CN" sz="2400" dirty="0"/>
              <a:t>0.2</a:t>
            </a:r>
            <a:r>
              <a:rPr lang="zh-CN" altLang="en-US" sz="2400" dirty="0"/>
              <a:t>米</a:t>
            </a:r>
            <a:r>
              <a:rPr lang="en-US" altLang="zh-CN" sz="2400" dirty="0"/>
              <a:t>/</a:t>
            </a:r>
            <a:r>
              <a:rPr lang="zh-CN" altLang="en-US" sz="2400" dirty="0"/>
              <a:t>秒，授时精度</a:t>
            </a:r>
            <a:r>
              <a:rPr lang="en-US" altLang="zh-CN" sz="2400" dirty="0"/>
              <a:t>10</a:t>
            </a:r>
            <a:r>
              <a:rPr lang="zh-CN" altLang="en-US" sz="2400" dirty="0" smtClean="0"/>
              <a:t>纳秒（亚太地区）。</a:t>
            </a:r>
            <a:endParaRPr lang="zh-CN" altLang="en-US" sz="2400" dirty="0"/>
          </a:p>
          <a:p>
            <a:pPr algn="just" eaLnBrk="1" hangingPunct="1"/>
            <a:r>
              <a:rPr lang="en-US" altLang="zh-CN" sz="2400" dirty="0"/>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093200" cy="2143125"/>
          </a:xfrm>
          <a:prstGeom prst="rect">
            <a:avLst/>
          </a:prstGeom>
          <a:noFill/>
        </p:spPr>
        <p:txBody>
          <a:bodyPr vert="horz" wrap="square" rtlCol="0" anchor="ctr" anchorCtr="0">
            <a:noAutofit/>
          </a:bodyPr>
          <a:lstStyle/>
          <a:p>
            <a:r>
              <a:rPr lang="zh-CN" altLang="en-US" sz="2800" dirty="0" smtClean="0"/>
              <a:t>        北斗</a:t>
            </a:r>
            <a:r>
              <a:rPr lang="zh-CN" altLang="en-US" sz="2800" dirty="0"/>
              <a:t>卫星导航系统</a:t>
            </a:r>
            <a:r>
              <a:rPr lang="zh-CN" altLang="en-US" sz="2800" dirty="0" smtClean="0"/>
              <a:t>由</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r>
              <a:rPr lang="zh-CN" altLang="en-US" sz="2800" dirty="0" smtClean="0">
                <a:solidFill>
                  <a:srgbClr val="C00000"/>
                </a:solidFill>
              </a:rPr>
              <a:t>、</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2]</a:t>
            </a:r>
            <a:r>
              <a:rPr lang="en-US" altLang="zh-CN" sz="2800" dirty="0" smtClean="0">
                <a:solidFill>
                  <a:srgbClr val="000000"/>
                </a:solidFill>
              </a:rPr>
              <a:t> </a:t>
            </a:r>
            <a:r>
              <a:rPr lang="zh-CN" altLang="en-US" sz="2800" dirty="0" smtClean="0">
                <a:solidFill>
                  <a:srgbClr val="C00000"/>
                </a:solidFill>
              </a:rPr>
              <a:t>和</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3]</a:t>
            </a:r>
            <a:r>
              <a:rPr lang="en-US" altLang="zh-CN" sz="2800" dirty="0" smtClean="0">
                <a:solidFill>
                  <a:srgbClr val="000000"/>
                </a:solidFill>
              </a:rPr>
              <a:t> </a:t>
            </a:r>
            <a:r>
              <a:rPr lang="zh-CN" altLang="en-US" sz="2800" dirty="0" smtClean="0"/>
              <a:t>三</a:t>
            </a:r>
            <a:r>
              <a:rPr lang="zh-CN" altLang="en-US" sz="2800" dirty="0"/>
              <a:t>部分</a:t>
            </a:r>
            <a:r>
              <a:rPr lang="zh-CN" altLang="en-US" sz="2800" dirty="0" smtClean="0"/>
              <a:t>组成。</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8213" y="331225"/>
            <a:ext cx="7772400" cy="1143000"/>
          </a:xfrm>
        </p:spPr>
        <p:txBody>
          <a:bodyPr lIns="92075" tIns="46038" rIns="92075" bIns="46038" anchor="ctr"/>
          <a:lstStyle/>
          <a:p>
            <a:pPr algn="ctr" fontAlgn="base">
              <a:lnSpc>
                <a:spcPct val="100000"/>
              </a:lnSpc>
              <a:spcAft>
                <a:spcPct val="0"/>
              </a:spcAft>
              <a:defRPr/>
            </a:pPr>
            <a:r>
              <a:rPr lang="zh-CN" altLang="en-US" dirty="0">
                <a:solidFill>
                  <a:schemeClr val="tx2"/>
                </a:solidFill>
                <a:effectLst>
                  <a:outerShdw blurRad="38100" dist="38100" dir="2700000">
                    <a:srgbClr val="000000"/>
                  </a:outerShdw>
                </a:effectLst>
              </a:rPr>
              <a:t>北斗卫星导航系统</a:t>
            </a:r>
          </a:p>
        </p:txBody>
      </p:sp>
      <p:sp>
        <p:nvSpPr>
          <p:cNvPr id="22532" name="文本框 22531"/>
          <p:cNvSpPr txBox="1"/>
          <p:nvPr/>
        </p:nvSpPr>
        <p:spPr>
          <a:xfrm>
            <a:off x="1489756" y="1711851"/>
            <a:ext cx="9209314" cy="3539430"/>
          </a:xfrm>
          <a:prstGeom prst="rect">
            <a:avLst/>
          </a:prstGeom>
          <a:solidFill>
            <a:schemeClr val="accent6">
              <a:lumMod val="60000"/>
              <a:lumOff val="40000"/>
              <a:alpha val="51000"/>
            </a:schemeClr>
          </a:solidFill>
          <a:ln w="57150" cap="flat" cmpd="sng">
            <a:solidFill>
              <a:srgbClr val="CC6600"/>
            </a:solidFill>
            <a:prstDash val="solid"/>
            <a:miter/>
            <a:headEnd type="none" w="med" len="med"/>
            <a:tailEnd type="none" w="med" len="med"/>
          </a:ln>
        </p:spPr>
        <p:txBody>
          <a:bodyPr wrap="square" anchor="t">
            <a:spAutoFit/>
          </a:bodyPr>
          <a:lstStyle/>
          <a:p>
            <a:pPr marL="342900" indent="-342900">
              <a:buFont typeface="Wingdings" panose="05000000000000000000" pitchFamily="2" charset="2"/>
              <a:buChar char="ü"/>
            </a:pPr>
            <a:r>
              <a:rPr lang="zh-CN" altLang="en-US" sz="2800" b="1" dirty="0" smtClean="0">
                <a:solidFill>
                  <a:srgbClr val="1F4E79"/>
                </a:solidFill>
                <a:latin typeface="Times New Roman" panose="02020603050405020304" pitchFamily="18" charset="0"/>
              </a:rPr>
              <a:t>系统</a:t>
            </a:r>
            <a:r>
              <a:rPr lang="zh-CN" altLang="en-US" sz="2800" b="1" dirty="0">
                <a:solidFill>
                  <a:srgbClr val="1F4E79"/>
                </a:solidFill>
                <a:latin typeface="Times New Roman" panose="02020603050405020304" pitchFamily="18" charset="0"/>
              </a:rPr>
              <a:t>服务区：全球； </a:t>
            </a:r>
            <a:endParaRPr lang="zh-CN" altLang="en-US" sz="2800" dirty="0">
              <a:solidFill>
                <a:srgbClr val="1F4E79"/>
              </a:solidFill>
              <a:latin typeface="Times New Roman" panose="02020603050405020304" pitchFamily="18" charset="0"/>
            </a:endParaRPr>
          </a:p>
          <a:p>
            <a:pPr marL="457200" indent="-457200">
              <a:buFont typeface="Wingdings" panose="05000000000000000000" pitchFamily="2" charset="2"/>
              <a:buChar char="ü"/>
            </a:pPr>
            <a:r>
              <a:rPr lang="zh-CN" altLang="en-US" sz="2800" b="1" dirty="0" smtClean="0">
                <a:solidFill>
                  <a:srgbClr val="1F4E79"/>
                </a:solidFill>
                <a:latin typeface="Times New Roman" panose="02020603050405020304" pitchFamily="18" charset="0"/>
              </a:rPr>
              <a:t>定位</a:t>
            </a:r>
            <a:r>
              <a:rPr lang="zh-CN" altLang="en-US" sz="2800" b="1" dirty="0">
                <a:solidFill>
                  <a:srgbClr val="1F4E79"/>
                </a:solidFill>
                <a:latin typeface="Times New Roman" panose="02020603050405020304" pitchFamily="18" charset="0"/>
              </a:rPr>
              <a:t>精度：水平</a:t>
            </a:r>
            <a:r>
              <a:rPr lang="en-US" altLang="zh-CN" sz="2800" b="1" dirty="0">
                <a:solidFill>
                  <a:srgbClr val="1F4E79"/>
                </a:solidFill>
                <a:latin typeface="Times New Roman" panose="02020603050405020304" pitchFamily="18" charset="0"/>
              </a:rPr>
              <a:t>10</a:t>
            </a:r>
            <a:r>
              <a:rPr lang="zh-CN" altLang="en-US" sz="2800" b="1" dirty="0">
                <a:solidFill>
                  <a:srgbClr val="1F4E79"/>
                </a:solidFill>
                <a:latin typeface="Times New Roman" panose="02020603050405020304" pitchFamily="18" charset="0"/>
              </a:rPr>
              <a:t>米、高程</a:t>
            </a:r>
            <a:r>
              <a:rPr lang="en-US" altLang="zh-CN" sz="2800" b="1" dirty="0">
                <a:solidFill>
                  <a:srgbClr val="1F4E79"/>
                </a:solidFill>
                <a:latin typeface="Times New Roman" panose="02020603050405020304" pitchFamily="18" charset="0"/>
              </a:rPr>
              <a:t>10</a:t>
            </a:r>
            <a:r>
              <a:rPr lang="zh-CN" altLang="en-US" sz="2800" b="1" dirty="0">
                <a:solidFill>
                  <a:srgbClr val="1F4E79"/>
                </a:solidFill>
                <a:latin typeface="Times New Roman" panose="02020603050405020304" pitchFamily="18" charset="0"/>
              </a:rPr>
              <a:t>米（</a:t>
            </a:r>
            <a:r>
              <a:rPr lang="en-US" altLang="zh-CN" sz="2800" b="1" dirty="0">
                <a:solidFill>
                  <a:srgbClr val="1F4E79"/>
                </a:solidFill>
                <a:latin typeface="Times New Roman" panose="02020603050405020304" pitchFamily="18" charset="0"/>
              </a:rPr>
              <a:t>95%</a:t>
            </a:r>
            <a:r>
              <a:rPr lang="zh-CN" altLang="en-US" sz="2800" b="1" dirty="0">
                <a:solidFill>
                  <a:srgbClr val="1F4E79"/>
                </a:solidFill>
                <a:latin typeface="Times New Roman" panose="02020603050405020304" pitchFamily="18" charset="0"/>
              </a:rPr>
              <a:t>置信度）； </a:t>
            </a:r>
            <a:endParaRPr lang="zh-CN" altLang="en-US" sz="2800" dirty="0">
              <a:solidFill>
                <a:srgbClr val="1F4E79"/>
              </a:solidFill>
              <a:latin typeface="Times New Roman" panose="02020603050405020304" pitchFamily="18" charset="0"/>
            </a:endParaRPr>
          </a:p>
          <a:p>
            <a:pPr marL="457200" indent="-457200">
              <a:buFont typeface="Wingdings" panose="05000000000000000000" pitchFamily="2" charset="2"/>
              <a:buChar char="ü"/>
            </a:pPr>
            <a:r>
              <a:rPr lang="zh-CN" altLang="en-US" sz="2800" b="1" dirty="0" smtClean="0">
                <a:solidFill>
                  <a:srgbClr val="1F4E79"/>
                </a:solidFill>
                <a:latin typeface="Times New Roman" panose="02020603050405020304" pitchFamily="18" charset="0"/>
              </a:rPr>
              <a:t>测速</a:t>
            </a:r>
            <a:r>
              <a:rPr lang="zh-CN" altLang="en-US" sz="2800" b="1" dirty="0">
                <a:solidFill>
                  <a:srgbClr val="1F4E79"/>
                </a:solidFill>
                <a:latin typeface="Times New Roman" panose="02020603050405020304" pitchFamily="18" charset="0"/>
              </a:rPr>
              <a:t>精度：</a:t>
            </a:r>
            <a:r>
              <a:rPr lang="en-US" altLang="zh-CN" sz="2800" b="1" dirty="0">
                <a:solidFill>
                  <a:srgbClr val="1F4E79"/>
                </a:solidFill>
                <a:latin typeface="Times New Roman" panose="02020603050405020304" pitchFamily="18" charset="0"/>
              </a:rPr>
              <a:t>0.2</a:t>
            </a:r>
            <a:r>
              <a:rPr lang="zh-CN" altLang="en-US" sz="2800" b="1" dirty="0">
                <a:solidFill>
                  <a:srgbClr val="1F4E79"/>
                </a:solidFill>
                <a:latin typeface="Times New Roman" panose="02020603050405020304" pitchFamily="18" charset="0"/>
              </a:rPr>
              <a:t>米每秒（</a:t>
            </a:r>
            <a:r>
              <a:rPr lang="en-US" altLang="zh-CN" sz="2800" b="1" dirty="0">
                <a:solidFill>
                  <a:srgbClr val="1F4E79"/>
                </a:solidFill>
                <a:latin typeface="Times New Roman" panose="02020603050405020304" pitchFamily="18" charset="0"/>
              </a:rPr>
              <a:t>95%</a:t>
            </a:r>
            <a:r>
              <a:rPr lang="zh-CN" altLang="en-US" sz="2800" b="1" dirty="0">
                <a:solidFill>
                  <a:srgbClr val="1F4E79"/>
                </a:solidFill>
                <a:latin typeface="Times New Roman" panose="02020603050405020304" pitchFamily="18" charset="0"/>
              </a:rPr>
              <a:t>置信度）； </a:t>
            </a:r>
            <a:endParaRPr lang="zh-CN" altLang="en-US" sz="2800" dirty="0">
              <a:solidFill>
                <a:srgbClr val="1F4E79"/>
              </a:solidFill>
              <a:latin typeface="Times New Roman" panose="02020603050405020304" pitchFamily="18" charset="0"/>
            </a:endParaRPr>
          </a:p>
          <a:p>
            <a:pPr marL="457200" indent="-457200">
              <a:buFont typeface="Wingdings" panose="05000000000000000000" pitchFamily="2" charset="2"/>
              <a:buChar char="ü"/>
            </a:pPr>
            <a:r>
              <a:rPr lang="zh-CN" altLang="en-US" sz="2800" b="1" dirty="0" smtClean="0">
                <a:solidFill>
                  <a:srgbClr val="1F4E79"/>
                </a:solidFill>
                <a:latin typeface="Times New Roman" panose="02020603050405020304" pitchFamily="18" charset="0"/>
              </a:rPr>
              <a:t>授时</a:t>
            </a:r>
            <a:r>
              <a:rPr lang="zh-CN" altLang="en-US" sz="2800" b="1" dirty="0">
                <a:solidFill>
                  <a:srgbClr val="1F4E79"/>
                </a:solidFill>
                <a:latin typeface="Times New Roman" panose="02020603050405020304" pitchFamily="18" charset="0"/>
              </a:rPr>
              <a:t>精度：</a:t>
            </a:r>
            <a:r>
              <a:rPr lang="en-US" altLang="zh-CN" sz="2800" b="1" dirty="0">
                <a:solidFill>
                  <a:srgbClr val="1F4E79"/>
                </a:solidFill>
                <a:latin typeface="Times New Roman" panose="02020603050405020304" pitchFamily="18" charset="0"/>
              </a:rPr>
              <a:t>20</a:t>
            </a:r>
            <a:r>
              <a:rPr lang="zh-CN" altLang="en-US" sz="2800" b="1" dirty="0">
                <a:solidFill>
                  <a:srgbClr val="1F4E79"/>
                </a:solidFill>
                <a:latin typeface="Times New Roman" panose="02020603050405020304" pitchFamily="18" charset="0"/>
              </a:rPr>
              <a:t>纳秒（</a:t>
            </a:r>
            <a:r>
              <a:rPr lang="en-US" altLang="zh-CN" sz="2800" b="1" dirty="0">
                <a:solidFill>
                  <a:srgbClr val="1F4E79"/>
                </a:solidFill>
                <a:latin typeface="Times New Roman" panose="02020603050405020304" pitchFamily="18" charset="0"/>
              </a:rPr>
              <a:t>95%</a:t>
            </a:r>
            <a:r>
              <a:rPr lang="zh-CN" altLang="en-US" sz="2800" b="1" dirty="0">
                <a:solidFill>
                  <a:srgbClr val="1F4E79"/>
                </a:solidFill>
                <a:latin typeface="Times New Roman" panose="02020603050405020304" pitchFamily="18" charset="0"/>
              </a:rPr>
              <a:t>置信度）； </a:t>
            </a:r>
            <a:endParaRPr lang="zh-CN" altLang="en-US" sz="2800" dirty="0">
              <a:solidFill>
                <a:srgbClr val="1F4E79"/>
              </a:solidFill>
              <a:latin typeface="Times New Roman" panose="02020603050405020304" pitchFamily="18" charset="0"/>
            </a:endParaRPr>
          </a:p>
          <a:p>
            <a:pPr marL="457200" indent="-457200">
              <a:buFont typeface="Wingdings" panose="05000000000000000000" pitchFamily="2" charset="2"/>
              <a:buChar char="ü"/>
            </a:pPr>
            <a:r>
              <a:rPr lang="zh-CN" altLang="en-US" sz="2800" b="1" dirty="0" smtClean="0">
                <a:solidFill>
                  <a:srgbClr val="1F4E79"/>
                </a:solidFill>
                <a:latin typeface="Times New Roman" panose="02020603050405020304" pitchFamily="18" charset="0"/>
              </a:rPr>
              <a:t>系统</a:t>
            </a:r>
            <a:r>
              <a:rPr lang="zh-CN" altLang="en-US" sz="2800" b="1" dirty="0">
                <a:solidFill>
                  <a:srgbClr val="1F4E79"/>
                </a:solidFill>
                <a:latin typeface="Times New Roman" panose="02020603050405020304" pitchFamily="18" charset="0"/>
              </a:rPr>
              <a:t>服务可用性：优于</a:t>
            </a:r>
            <a:r>
              <a:rPr lang="en-US" altLang="zh-CN" sz="2800" b="1" dirty="0">
                <a:solidFill>
                  <a:srgbClr val="1F4E79"/>
                </a:solidFill>
                <a:latin typeface="Times New Roman" panose="02020603050405020304" pitchFamily="18" charset="0"/>
              </a:rPr>
              <a:t>95%</a:t>
            </a:r>
            <a:r>
              <a:rPr lang="zh-CN" altLang="en-US" sz="2800" b="1" dirty="0">
                <a:solidFill>
                  <a:srgbClr val="1F4E79"/>
                </a:solidFill>
                <a:latin typeface="Times New Roman" panose="02020603050405020304" pitchFamily="18" charset="0"/>
              </a:rPr>
              <a:t>。 </a:t>
            </a:r>
            <a:endParaRPr lang="zh-CN" altLang="en-US" sz="2800" dirty="0">
              <a:solidFill>
                <a:srgbClr val="1F4E79"/>
              </a:solidFill>
              <a:latin typeface="Times New Roman" panose="02020603050405020304" pitchFamily="18" charset="0"/>
            </a:endParaRPr>
          </a:p>
          <a:p>
            <a:r>
              <a:rPr lang="zh-CN" altLang="en-US" sz="2800" dirty="0">
                <a:solidFill>
                  <a:srgbClr val="1F4E79"/>
                </a:solidFill>
                <a:latin typeface="Times New Roman" panose="02020603050405020304" pitchFamily="18" charset="0"/>
              </a:rPr>
              <a:t>　　</a:t>
            </a:r>
            <a:r>
              <a:rPr lang="zh-CN" altLang="en-US" sz="2800" dirty="0" smtClean="0">
                <a:solidFill>
                  <a:srgbClr val="1F4E79"/>
                </a:solidFill>
                <a:latin typeface="Times New Roman" panose="02020603050405020304" pitchFamily="18" charset="0"/>
              </a:rPr>
              <a:t>其中</a:t>
            </a:r>
            <a:r>
              <a:rPr lang="zh-CN" altLang="en-US" sz="2800" dirty="0">
                <a:solidFill>
                  <a:srgbClr val="1F4E79"/>
                </a:solidFill>
                <a:latin typeface="Times New Roman" panose="02020603050405020304" pitchFamily="18" charset="0"/>
              </a:rPr>
              <a:t>，</a:t>
            </a:r>
            <a:r>
              <a:rPr lang="zh-CN" altLang="en-US" sz="2800" b="1" dirty="0">
                <a:solidFill>
                  <a:srgbClr val="1F4E79"/>
                </a:solidFill>
                <a:latin typeface="Times New Roman" panose="02020603050405020304" pitchFamily="18" charset="0"/>
              </a:rPr>
              <a:t>亚太地区，定位精度水平</a:t>
            </a:r>
            <a:r>
              <a:rPr lang="en-US" altLang="zh-CN" sz="2800" b="1" dirty="0">
                <a:solidFill>
                  <a:srgbClr val="1F4E79"/>
                </a:solidFill>
                <a:latin typeface="Times New Roman" panose="02020603050405020304" pitchFamily="18" charset="0"/>
              </a:rPr>
              <a:t>5</a:t>
            </a:r>
            <a:r>
              <a:rPr lang="zh-CN" altLang="en-US" sz="2800" b="1" dirty="0">
                <a:solidFill>
                  <a:srgbClr val="1F4E79"/>
                </a:solidFill>
                <a:latin typeface="Times New Roman" panose="02020603050405020304" pitchFamily="18" charset="0"/>
              </a:rPr>
              <a:t>米、高程</a:t>
            </a:r>
            <a:r>
              <a:rPr lang="en-US" altLang="zh-CN" sz="2800" b="1" dirty="0">
                <a:solidFill>
                  <a:srgbClr val="1F4E79"/>
                </a:solidFill>
                <a:latin typeface="Times New Roman" panose="02020603050405020304" pitchFamily="18" charset="0"/>
              </a:rPr>
              <a:t>5</a:t>
            </a:r>
            <a:r>
              <a:rPr lang="zh-CN" altLang="en-US" sz="2800" b="1" dirty="0">
                <a:solidFill>
                  <a:srgbClr val="1F4E79"/>
                </a:solidFill>
                <a:latin typeface="Times New Roman" panose="02020603050405020304" pitchFamily="18" charset="0"/>
              </a:rPr>
              <a:t>米</a:t>
            </a:r>
            <a:r>
              <a:rPr lang="zh-CN" altLang="en-US" sz="2800" dirty="0">
                <a:solidFill>
                  <a:srgbClr val="1F4E79"/>
                </a:solidFill>
                <a:latin typeface="Times New Roman" panose="02020603050405020304" pitchFamily="18" charset="0"/>
              </a:rPr>
              <a:t>（</a:t>
            </a:r>
            <a:r>
              <a:rPr lang="en-US" altLang="zh-CN" sz="2800" dirty="0">
                <a:solidFill>
                  <a:srgbClr val="1F4E79"/>
                </a:solidFill>
                <a:latin typeface="Times New Roman" panose="02020603050405020304" pitchFamily="18" charset="0"/>
              </a:rPr>
              <a:t>95%</a:t>
            </a:r>
            <a:r>
              <a:rPr lang="zh-CN" altLang="en-US" sz="2800" dirty="0">
                <a:solidFill>
                  <a:srgbClr val="1F4E79"/>
                </a:solidFill>
                <a:latin typeface="Times New Roman" panose="02020603050405020304" pitchFamily="18" charset="0"/>
              </a:rPr>
              <a:t>置信度</a:t>
            </a:r>
            <a:r>
              <a:rPr lang="zh-CN" altLang="en-US" sz="2800" dirty="0" smtClean="0">
                <a:solidFill>
                  <a:srgbClr val="1F4E79"/>
                </a:solidFill>
                <a:latin typeface="Times New Roman" panose="02020603050405020304" pitchFamily="18" charset="0"/>
              </a:rPr>
              <a:t>）、</a:t>
            </a:r>
            <a:r>
              <a:rPr lang="zh-CN" altLang="en-US" sz="2800" b="1" dirty="0">
                <a:solidFill>
                  <a:srgbClr val="1F4E79"/>
                </a:solidFill>
                <a:latin typeface="Times New Roman" panose="02020603050405020304" pitchFamily="18" charset="0"/>
              </a:rPr>
              <a:t>授时精度</a:t>
            </a:r>
            <a:r>
              <a:rPr lang="en-US" altLang="zh-CN" sz="2800" b="1" dirty="0">
                <a:solidFill>
                  <a:srgbClr val="1F4E79"/>
                </a:solidFill>
                <a:latin typeface="Times New Roman" panose="02020603050405020304" pitchFamily="18" charset="0"/>
              </a:rPr>
              <a:t>10</a:t>
            </a:r>
            <a:r>
              <a:rPr lang="zh-CN" altLang="en-US" sz="2800" b="1" dirty="0">
                <a:solidFill>
                  <a:srgbClr val="1F4E79"/>
                </a:solidFill>
                <a:latin typeface="Times New Roman" panose="02020603050405020304" pitchFamily="18" charset="0"/>
              </a:rPr>
              <a:t>纳秒。</a:t>
            </a:r>
            <a:endParaRPr lang="en-US" altLang="zh-CN" sz="2800" b="1" dirty="0">
              <a:solidFill>
                <a:srgbClr val="1F4E79"/>
              </a:solidFill>
              <a:latin typeface="Times New Roman" panose="02020603050405020304" pitchFamily="18" charset="0"/>
            </a:endParaRPr>
          </a:p>
          <a:p>
            <a:r>
              <a:rPr lang="en-US" altLang="zh-CN" sz="2800" dirty="0">
                <a:solidFill>
                  <a:srgbClr val="1F4E79"/>
                </a:solidFill>
                <a:latin typeface="Times New Roman" panose="02020603050405020304" pitchFamily="18" charset="0"/>
              </a:rPr>
              <a:t> </a:t>
            </a:r>
            <a:r>
              <a:rPr lang="en-US" altLang="zh-CN" sz="2800" dirty="0" smtClean="0">
                <a:solidFill>
                  <a:srgbClr val="1F4E79"/>
                </a:solidFill>
                <a:latin typeface="Times New Roman" panose="02020603050405020304" pitchFamily="18" charset="0"/>
              </a:rPr>
              <a:t>       </a:t>
            </a:r>
            <a:r>
              <a:rPr lang="zh-CN" altLang="en-US" sz="2800" dirty="0" smtClean="0">
                <a:solidFill>
                  <a:srgbClr val="1F4E79"/>
                </a:solidFill>
                <a:latin typeface="Times New Roman" panose="02020603050405020304" pitchFamily="18" charset="0"/>
              </a:rPr>
              <a:t>世界</a:t>
            </a:r>
            <a:r>
              <a:rPr lang="zh-CN" altLang="en-US" sz="2800" dirty="0">
                <a:solidFill>
                  <a:srgbClr val="1F4E79"/>
                </a:solidFill>
                <a:latin typeface="Times New Roman" panose="02020603050405020304" pitchFamily="18" charset="0"/>
              </a:rPr>
              <a:t>各地均可享受到北斗系统服务。</a:t>
            </a:r>
          </a:p>
        </p:txBody>
      </p:sp>
      <p:sp>
        <p:nvSpPr>
          <p:cNvPr id="3" name="矩形 2"/>
          <p:cNvSpPr/>
          <p:nvPr/>
        </p:nvSpPr>
        <p:spPr>
          <a:xfrm>
            <a:off x="2766951" y="5358279"/>
            <a:ext cx="8158348" cy="923330"/>
          </a:xfrm>
          <a:prstGeom prst="rect">
            <a:avLst/>
          </a:prstGeom>
        </p:spPr>
        <p:txBody>
          <a:bodyPr wrap="square">
            <a:spAutoFit/>
          </a:bodyPr>
          <a:lstStyle/>
          <a:p>
            <a:r>
              <a:rPr lang="en-US" altLang="zh-CN" dirty="0" smtClean="0">
                <a:solidFill>
                  <a:srgbClr val="333333"/>
                </a:solidFill>
                <a:latin typeface="Segoe UI" panose="020B0502040204020203" pitchFamily="34" charset="0"/>
              </a:rPr>
              <a:t>——</a:t>
            </a:r>
            <a:r>
              <a:rPr lang="zh-CN" altLang="en-US" dirty="0" smtClean="0">
                <a:solidFill>
                  <a:srgbClr val="333333"/>
                </a:solidFill>
                <a:latin typeface="Segoe UI" panose="020B0502040204020203" pitchFamily="34" charset="0"/>
              </a:rPr>
              <a:t>在</a:t>
            </a:r>
            <a:r>
              <a:rPr lang="en-US" altLang="zh-CN" dirty="0" smtClean="0">
                <a:solidFill>
                  <a:srgbClr val="333333"/>
                </a:solidFill>
                <a:latin typeface="Segoe UI" panose="020B0502040204020203" pitchFamily="34" charset="0"/>
              </a:rPr>
              <a:t>2018</a:t>
            </a:r>
            <a:r>
              <a:rPr lang="zh-CN" altLang="en-US" dirty="0" smtClean="0">
                <a:solidFill>
                  <a:srgbClr val="333333"/>
                </a:solidFill>
                <a:latin typeface="Segoe UI" panose="020B0502040204020203" pitchFamily="34" charset="0"/>
              </a:rPr>
              <a:t>年</a:t>
            </a:r>
            <a:r>
              <a:rPr lang="en-US" altLang="zh-CN" dirty="0" smtClean="0">
                <a:solidFill>
                  <a:srgbClr val="333333"/>
                </a:solidFill>
                <a:latin typeface="Segoe UI" panose="020B0502040204020203" pitchFamily="34" charset="0"/>
              </a:rPr>
              <a:t>12</a:t>
            </a:r>
            <a:r>
              <a:rPr lang="zh-CN" altLang="en-US" dirty="0">
                <a:solidFill>
                  <a:srgbClr val="333333"/>
                </a:solidFill>
                <a:latin typeface="Segoe UI" panose="020B0502040204020203" pitchFamily="34" charset="0"/>
              </a:rPr>
              <a:t>月</a:t>
            </a:r>
            <a:r>
              <a:rPr lang="en-US" altLang="zh-CN" dirty="0">
                <a:solidFill>
                  <a:srgbClr val="333333"/>
                </a:solidFill>
                <a:latin typeface="Segoe UI" panose="020B0502040204020203" pitchFamily="34" charset="0"/>
              </a:rPr>
              <a:t>27</a:t>
            </a:r>
            <a:r>
              <a:rPr lang="zh-CN" altLang="en-US" dirty="0">
                <a:solidFill>
                  <a:srgbClr val="333333"/>
                </a:solidFill>
                <a:latin typeface="Segoe UI" panose="020B0502040204020203" pitchFamily="34" charset="0"/>
              </a:rPr>
              <a:t>日下午举行的国务院新闻办公室新闻发布会上，中国卫星导航系统管理办公室主任、北斗卫星导航系统新闻发言人冉承其发布新的北斗系统公开服务性能规范（</a:t>
            </a:r>
            <a:r>
              <a:rPr lang="en-US" altLang="zh-CN" dirty="0">
                <a:solidFill>
                  <a:srgbClr val="333333"/>
                </a:solidFill>
                <a:latin typeface="Segoe UI" panose="020B0502040204020203" pitchFamily="34" charset="0"/>
              </a:rPr>
              <a:t>2.0</a:t>
            </a:r>
            <a:r>
              <a:rPr lang="zh-CN" altLang="en-US" dirty="0">
                <a:solidFill>
                  <a:srgbClr val="333333"/>
                </a:solidFill>
                <a:latin typeface="Segoe UI" panose="020B0502040204020203" pitchFamily="34" charset="0"/>
              </a:rPr>
              <a:t>版）。</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rotWithShape="1">
          <a:blip r:embed="rId2"/>
          <a:srcRect l="13463" t="20035" r="12102" b="10715"/>
          <a:stretch>
            <a:fillRect/>
          </a:stretch>
        </p:blipFill>
        <p:spPr>
          <a:xfrm>
            <a:off x="142504" y="106879"/>
            <a:ext cx="11910951" cy="66620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rotWithShape="1">
          <a:blip r:embed="rId2"/>
          <a:srcRect l="13389" t="12875" r="11881" b="18739"/>
          <a:stretch>
            <a:fillRect/>
          </a:stretch>
        </p:blipFill>
        <p:spPr>
          <a:xfrm>
            <a:off x="118756" y="130627"/>
            <a:ext cx="11958452" cy="65789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内容占位符 2"/>
          <p:cNvSpPr>
            <a:spLocks noGrp="1"/>
          </p:cNvSpPr>
          <p:nvPr>
            <p:ph idx="1"/>
          </p:nvPr>
        </p:nvSpPr>
        <p:spPr>
          <a:xfrm>
            <a:off x="973777" y="1615044"/>
            <a:ext cx="10319657" cy="4974670"/>
          </a:xfrm>
        </p:spPr>
        <p:txBody>
          <a:bodyPr anchor="t"/>
          <a:lstStyle/>
          <a:p>
            <a:pPr algn="just" eaLnBrk="1" hangingPunct="1"/>
            <a:r>
              <a:rPr lang="en-US" altLang="zh-CN" sz="2400" dirty="0"/>
              <a:t>        </a:t>
            </a:r>
            <a:r>
              <a:rPr lang="en-US" altLang="zh-CN" sz="2400" dirty="0" smtClean="0"/>
              <a:t>2017</a:t>
            </a:r>
            <a:r>
              <a:rPr lang="zh-CN" altLang="en-US" sz="2400" dirty="0"/>
              <a:t>年</a:t>
            </a:r>
            <a:r>
              <a:rPr lang="en-US" altLang="zh-CN" sz="2400" dirty="0"/>
              <a:t>11</a:t>
            </a:r>
            <a:r>
              <a:rPr lang="zh-CN" altLang="en-US" sz="2400" dirty="0"/>
              <a:t>月</a:t>
            </a:r>
            <a:r>
              <a:rPr lang="en-US" altLang="zh-CN" sz="2400" dirty="0"/>
              <a:t>5</a:t>
            </a:r>
            <a:r>
              <a:rPr lang="zh-CN" altLang="en-US" sz="2400" dirty="0"/>
              <a:t>日，中国第三代导航卫星顺利升空，它标志着中国正式开始建造“北斗”全球卫星导航系统。</a:t>
            </a:r>
          </a:p>
          <a:p>
            <a:pPr algn="just" eaLnBrk="1" hangingPunct="1"/>
            <a:r>
              <a:rPr lang="en-US" altLang="zh-CN" sz="2400" dirty="0"/>
              <a:t>        </a:t>
            </a:r>
            <a:r>
              <a:rPr lang="en-US" altLang="zh-CN" sz="2400" dirty="0" smtClean="0"/>
              <a:t>2018</a:t>
            </a:r>
            <a:r>
              <a:rPr lang="zh-CN" altLang="en-US" sz="2400" dirty="0"/>
              <a:t>年</a:t>
            </a:r>
            <a:r>
              <a:rPr lang="en-US" altLang="zh-CN" sz="2400" dirty="0"/>
              <a:t>8</a:t>
            </a:r>
            <a:r>
              <a:rPr lang="zh-CN" altLang="en-US" sz="2400" dirty="0"/>
              <a:t>月</a:t>
            </a:r>
            <a:r>
              <a:rPr lang="en-US" altLang="zh-CN" sz="2400" dirty="0"/>
              <a:t>25</a:t>
            </a:r>
            <a:r>
              <a:rPr lang="zh-CN" altLang="en-US" sz="2400" dirty="0"/>
              <a:t>日</a:t>
            </a:r>
            <a:r>
              <a:rPr lang="en-US" altLang="zh-CN" sz="2400" dirty="0"/>
              <a:t>7</a:t>
            </a:r>
            <a:r>
              <a:rPr lang="zh-CN" altLang="en-US" sz="2400" dirty="0"/>
              <a:t>时</a:t>
            </a:r>
            <a:r>
              <a:rPr lang="en-US" altLang="zh-CN" sz="2400" dirty="0"/>
              <a:t>52</a:t>
            </a:r>
            <a:r>
              <a:rPr lang="zh-CN" altLang="en-US" sz="2400" dirty="0"/>
              <a:t>分，我国在西昌卫星发射中心用长征三号乙运载火箭（及远征一号上面级）以“一箭双星”方式成功发射第</a:t>
            </a:r>
            <a:r>
              <a:rPr lang="en-US" altLang="zh-CN" sz="2400" dirty="0"/>
              <a:t>35</a:t>
            </a:r>
            <a:r>
              <a:rPr lang="zh-CN" altLang="en-US" sz="2400" dirty="0"/>
              <a:t>、</a:t>
            </a:r>
            <a:r>
              <a:rPr lang="en-US" altLang="zh-CN" sz="2400" dirty="0"/>
              <a:t>36</a:t>
            </a:r>
            <a:r>
              <a:rPr lang="zh-CN" altLang="en-US" sz="2400" dirty="0"/>
              <a:t>颗北斗导航卫星，两颗卫星属于中圆地球轨道卫星，也是我国北斗三号全球系统第</a:t>
            </a:r>
            <a:r>
              <a:rPr lang="en-US" altLang="zh-CN" sz="2400" dirty="0"/>
              <a:t>11</a:t>
            </a:r>
            <a:r>
              <a:rPr lang="zh-CN" altLang="en-US" sz="2400" dirty="0"/>
              <a:t>、</a:t>
            </a:r>
            <a:r>
              <a:rPr lang="en-US" altLang="zh-CN" sz="2400" dirty="0"/>
              <a:t>12</a:t>
            </a:r>
            <a:r>
              <a:rPr lang="zh-CN" altLang="en-US" sz="2400" dirty="0"/>
              <a:t>颗组网卫星。</a:t>
            </a:r>
          </a:p>
          <a:p>
            <a:pPr algn="just" eaLnBrk="1" hangingPunct="1"/>
            <a:r>
              <a:rPr lang="en-US" altLang="zh-CN" sz="2400" dirty="0"/>
              <a:t>        </a:t>
            </a:r>
            <a:r>
              <a:rPr lang="en-US" altLang="zh-CN" sz="2400" dirty="0" smtClean="0"/>
              <a:t>2018</a:t>
            </a:r>
            <a:r>
              <a:rPr lang="zh-CN" altLang="en-US" sz="2400" dirty="0"/>
              <a:t>年</a:t>
            </a:r>
            <a:r>
              <a:rPr lang="en-US" altLang="zh-CN" sz="2400" dirty="0"/>
              <a:t>9</a:t>
            </a:r>
            <a:r>
              <a:rPr lang="zh-CN" altLang="en-US" sz="2400" dirty="0"/>
              <a:t>月</a:t>
            </a:r>
            <a:r>
              <a:rPr lang="en-US" altLang="zh-CN" sz="2400" dirty="0"/>
              <a:t>19</a:t>
            </a:r>
            <a:r>
              <a:rPr lang="zh-CN" altLang="en-US" sz="2400" dirty="0"/>
              <a:t>日</a:t>
            </a:r>
            <a:r>
              <a:rPr lang="en-US" altLang="zh-CN" sz="2400" dirty="0"/>
              <a:t>22</a:t>
            </a:r>
            <a:r>
              <a:rPr lang="zh-CN" altLang="en-US" sz="2400" dirty="0"/>
              <a:t>时</a:t>
            </a:r>
            <a:r>
              <a:rPr lang="en-US" altLang="zh-CN" sz="2400" dirty="0"/>
              <a:t>07</a:t>
            </a:r>
            <a:r>
              <a:rPr lang="zh-CN" altLang="en-US" sz="2400" dirty="0"/>
              <a:t>分，中国在西昌卫星发射中心用长征三号乙运载火箭及远征一号上面级，以“一箭双星”方式成功发射第</a:t>
            </a:r>
            <a:r>
              <a:rPr lang="en-US" altLang="zh-CN" sz="2400" dirty="0"/>
              <a:t>37</a:t>
            </a:r>
            <a:r>
              <a:rPr lang="zh-CN" altLang="en-US" sz="2400" dirty="0"/>
              <a:t>、</a:t>
            </a:r>
            <a:r>
              <a:rPr lang="en-US" altLang="zh-CN" sz="2400" dirty="0"/>
              <a:t>38</a:t>
            </a:r>
            <a:r>
              <a:rPr lang="zh-CN" altLang="en-US" sz="2400" dirty="0"/>
              <a:t>颗北斗导航卫星。这两颗卫星属于中圆地球轨道卫星，是中国北斗三号全球系统第</a:t>
            </a:r>
            <a:r>
              <a:rPr lang="en-US" altLang="zh-CN" sz="2400" dirty="0"/>
              <a:t>13</a:t>
            </a:r>
            <a:r>
              <a:rPr lang="zh-CN" altLang="en-US" sz="2400" dirty="0"/>
              <a:t>、</a:t>
            </a:r>
            <a:r>
              <a:rPr lang="en-US" altLang="zh-CN" sz="2400" dirty="0"/>
              <a:t>14</a:t>
            </a:r>
            <a:r>
              <a:rPr lang="zh-CN" altLang="en-US" sz="2400" dirty="0"/>
              <a:t>颗组网卫星。在这两颗北斗导航卫星上，还首次装载了国际搜救组织标准设备，将为全球用户提供遇险报警及定位</a:t>
            </a:r>
            <a:r>
              <a:rPr lang="zh-CN" altLang="en-US" sz="2400" dirty="0" smtClean="0"/>
              <a:t>服务。</a:t>
            </a:r>
          </a:p>
          <a:p>
            <a:pPr algn="just" eaLnBrk="1" hangingPunct="1"/>
            <a:r>
              <a:rPr lang="zh-CN" altLang="en-US" sz="2400" dirty="0" smtClean="0"/>
              <a:t>    </a:t>
            </a:r>
            <a:r>
              <a:rPr lang="zh-CN" altLang="en-US" sz="2200" dirty="0" smtClean="0"/>
              <a:t>                </a:t>
            </a:r>
            <a:endParaRPr lang="zh-CN" altLang="en-US" sz="2200" dirty="0"/>
          </a:p>
        </p:txBody>
      </p:sp>
      <p:sp>
        <p:nvSpPr>
          <p:cNvPr id="3" name="标题 1"/>
          <p:cNvSpPr>
            <a:spLocks noGrp="1"/>
          </p:cNvSpPr>
          <p:nvPr>
            <p:ph type="title"/>
          </p:nvPr>
        </p:nvSpPr>
        <p:spPr>
          <a:xfrm>
            <a:off x="669882" y="553023"/>
            <a:ext cx="10852237" cy="648000"/>
          </a:xfrm>
        </p:spPr>
        <p:txBody>
          <a:bodyPr vert="horz" lIns="92075" tIns="46038" rIns="92075" bIns="46038" rtlCol="0" anchor="ctr" anchorCtr="0">
            <a:noAutofit/>
          </a:bodyPr>
          <a:lstStyle/>
          <a:p>
            <a:pPr algn="ctr" fontAlgn="base">
              <a:spcAft>
                <a:spcPct val="0"/>
              </a:spcAft>
              <a:defRPr/>
            </a:pPr>
            <a:r>
              <a:rPr lang="zh-CN" altLang="en-US" sz="4400" b="0" spc="0" noProof="0" dirty="0">
                <a:solidFill>
                  <a:schemeClr val="tx2"/>
                </a:solidFill>
                <a:effectLst>
                  <a:outerShdw blurRad="38100" dist="38100" dir="2700000">
                    <a:srgbClr val="000000"/>
                  </a:outerShdw>
                </a:effectLst>
              </a:rPr>
              <a:t>北斗卫星导航系统</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553023"/>
            <a:ext cx="10852237" cy="648000"/>
          </a:xfrm>
        </p:spPr>
        <p:txBody>
          <a:bodyPr vert="horz" lIns="92075" tIns="46038" rIns="92075" bIns="46038" rtlCol="0" anchor="ctr" anchorCtr="0">
            <a:noAutofit/>
          </a:bodyPr>
          <a:lstStyle/>
          <a:p>
            <a:pPr algn="ctr" fontAlgn="base">
              <a:spcAft>
                <a:spcPct val="0"/>
              </a:spcAft>
              <a:defRPr/>
            </a:pPr>
            <a:r>
              <a:rPr lang="zh-CN" altLang="en-US" sz="4400" b="0" spc="0" noProof="0" dirty="0">
                <a:solidFill>
                  <a:schemeClr val="tx2"/>
                </a:solidFill>
                <a:effectLst>
                  <a:outerShdw blurRad="38100" dist="38100" dir="2700000">
                    <a:srgbClr val="000000"/>
                  </a:outerShdw>
                </a:effectLst>
              </a:rPr>
              <a:t>北斗卫星导航系统</a:t>
            </a:r>
          </a:p>
        </p:txBody>
      </p:sp>
      <p:sp>
        <p:nvSpPr>
          <p:cNvPr id="32771" name="内容占位符 2"/>
          <p:cNvSpPr>
            <a:spLocks noGrp="1"/>
          </p:cNvSpPr>
          <p:nvPr>
            <p:ph idx="1"/>
          </p:nvPr>
        </p:nvSpPr>
        <p:spPr>
          <a:xfrm>
            <a:off x="527681" y="1496858"/>
            <a:ext cx="11136637" cy="4114800"/>
          </a:xfrm>
        </p:spPr>
        <p:txBody>
          <a:bodyPr vert="horz" wrap="square" lIns="91440" tIns="45720" rIns="91440" bIns="45720" rtlCol="0" anchor="t">
            <a:noAutofit/>
          </a:bodyPr>
          <a:lstStyle/>
          <a:p>
            <a:pPr algn="just"/>
            <a:r>
              <a:rPr lang="en-US" altLang="zh-CN" sz="2400" dirty="0" smtClean="0"/>
              <a:t>        2018</a:t>
            </a:r>
            <a:r>
              <a:rPr lang="zh-CN" altLang="en-US" sz="2400" dirty="0"/>
              <a:t>年</a:t>
            </a:r>
            <a:r>
              <a:rPr lang="en-US" altLang="zh-CN" sz="2400" dirty="0"/>
              <a:t>11</a:t>
            </a:r>
            <a:r>
              <a:rPr lang="zh-CN" altLang="en-US" sz="2400" dirty="0"/>
              <a:t>月</a:t>
            </a:r>
            <a:r>
              <a:rPr lang="en-US" altLang="zh-CN" sz="2400" dirty="0"/>
              <a:t>19</a:t>
            </a:r>
            <a:r>
              <a:rPr lang="zh-CN" altLang="en-US" sz="2400" dirty="0"/>
              <a:t>日，以“一箭双星”方式成功发射第</a:t>
            </a:r>
            <a:r>
              <a:rPr lang="en-US" altLang="zh-CN" sz="2400" dirty="0"/>
              <a:t>42</a:t>
            </a:r>
            <a:r>
              <a:rPr lang="zh-CN" altLang="en-US" sz="2400" dirty="0"/>
              <a:t>、</a:t>
            </a:r>
            <a:r>
              <a:rPr lang="en-US" altLang="zh-CN" sz="2400" dirty="0"/>
              <a:t>43</a:t>
            </a:r>
            <a:r>
              <a:rPr lang="zh-CN" altLang="en-US" sz="2400" dirty="0"/>
              <a:t>颗。北斗导航卫星，北斗三号系统的第</a:t>
            </a:r>
            <a:r>
              <a:rPr lang="en-US" altLang="zh-CN" sz="2400" dirty="0"/>
              <a:t>18</a:t>
            </a:r>
            <a:r>
              <a:rPr lang="zh-CN" altLang="en-US" sz="2400" dirty="0"/>
              <a:t>、</a:t>
            </a:r>
            <a:r>
              <a:rPr lang="en-US" altLang="zh-CN" sz="2400" dirty="0"/>
              <a:t>19</a:t>
            </a:r>
            <a:r>
              <a:rPr lang="zh-CN" altLang="en-US" sz="2400" dirty="0"/>
              <a:t>颗组网卫星。</a:t>
            </a:r>
          </a:p>
          <a:p>
            <a:pPr algn="just"/>
            <a:r>
              <a:rPr lang="en-US" altLang="zh-CN" sz="2400" dirty="0"/>
              <a:t>        2018</a:t>
            </a:r>
            <a:r>
              <a:rPr lang="zh-CN" altLang="en-US" sz="2400" dirty="0"/>
              <a:t>年</a:t>
            </a:r>
            <a:r>
              <a:rPr lang="en-US" altLang="zh-CN" sz="2400" dirty="0"/>
              <a:t>12</a:t>
            </a:r>
            <a:r>
              <a:rPr lang="zh-CN" altLang="en-US" sz="2400" dirty="0"/>
              <a:t>月</a:t>
            </a:r>
            <a:r>
              <a:rPr lang="en-US" altLang="zh-CN" sz="2400" dirty="0"/>
              <a:t>27</a:t>
            </a:r>
            <a:r>
              <a:rPr lang="zh-CN" altLang="en-US" sz="2400" dirty="0"/>
              <a:t>日，北斗系统服务范围由区域扩展为全球，北斗系统正式迈入全球时代</a:t>
            </a:r>
            <a:r>
              <a:rPr lang="en-US" altLang="zh-CN" sz="2400" dirty="0"/>
              <a:t>.</a:t>
            </a:r>
            <a:r>
              <a:rPr lang="zh-CN" altLang="en-US" sz="2400" dirty="0"/>
              <a:t>。</a:t>
            </a:r>
            <a:endParaRPr lang="en-US" altLang="zh-CN" sz="2400" dirty="0"/>
          </a:p>
          <a:p>
            <a:pPr eaLnBrk="1" hangingPunct="1">
              <a:lnSpc>
                <a:spcPct val="100000"/>
              </a:lnSpc>
              <a:buNone/>
            </a:pPr>
            <a:r>
              <a:rPr lang="en-US" altLang="zh-CN" sz="2400" dirty="0" smtClean="0"/>
              <a:t>        </a:t>
            </a:r>
            <a:r>
              <a:rPr lang="zh-CN" altLang="en-US" sz="2400" dirty="0" smtClean="0"/>
              <a:t>北斗卫星导航系统第</a:t>
            </a:r>
            <a:r>
              <a:rPr lang="en-US" altLang="zh-CN" sz="2400" dirty="0" smtClean="0"/>
              <a:t>41</a:t>
            </a:r>
            <a:r>
              <a:rPr lang="zh-CN" altLang="en-US" sz="2400" dirty="0" smtClean="0"/>
              <a:t>颗卫星（地球静止轨道卫星）、第</a:t>
            </a:r>
            <a:r>
              <a:rPr lang="en-US" altLang="zh-CN" sz="2400" dirty="0" smtClean="0"/>
              <a:t>49</a:t>
            </a:r>
            <a:r>
              <a:rPr lang="zh-CN" altLang="en-US" sz="2400" dirty="0" smtClean="0"/>
              <a:t>颗卫星（倾斜地球同步轨道卫星）、第</a:t>
            </a:r>
            <a:r>
              <a:rPr lang="en-US" altLang="zh-CN" sz="2400" dirty="0" smtClean="0"/>
              <a:t>50</a:t>
            </a:r>
            <a:r>
              <a:rPr lang="zh-CN" altLang="en-US" sz="2400" dirty="0" smtClean="0"/>
              <a:t>颗卫星（中圆轨道卫星）和第</a:t>
            </a:r>
            <a:r>
              <a:rPr lang="en-US" altLang="zh-CN" sz="2400" dirty="0" smtClean="0"/>
              <a:t>51</a:t>
            </a:r>
            <a:r>
              <a:rPr lang="zh-CN" altLang="en-US" sz="2400" dirty="0" smtClean="0"/>
              <a:t>颗卫星（中圆轨道卫星）已完成在轨测试、入网评估等工作，于近日正式入网工作。</a:t>
            </a:r>
            <a:endParaRPr lang="en-US" altLang="zh-CN" sz="2400" dirty="0" smtClean="0"/>
          </a:p>
          <a:p>
            <a:pPr eaLnBrk="1" hangingPunct="1">
              <a:lnSpc>
                <a:spcPct val="100000"/>
              </a:lnSpc>
              <a:buNone/>
            </a:pPr>
            <a:r>
              <a:rPr lang="en-US" altLang="zh-CN" sz="2400" dirty="0" smtClean="0"/>
              <a:t>        2020</a:t>
            </a:r>
            <a:r>
              <a:rPr lang="zh-CN" altLang="en-US" sz="2400" dirty="0" smtClean="0"/>
              <a:t>年</a:t>
            </a:r>
            <a:r>
              <a:rPr lang="en-US" altLang="zh-CN" sz="2400" dirty="0" smtClean="0"/>
              <a:t>6</a:t>
            </a:r>
            <a:r>
              <a:rPr lang="zh-CN" altLang="en-US" sz="2400" dirty="0" smtClean="0"/>
              <a:t>月前，计划再发射</a:t>
            </a:r>
            <a:r>
              <a:rPr lang="en-US" altLang="zh-CN" sz="2400" dirty="0" smtClean="0"/>
              <a:t>2</a:t>
            </a:r>
            <a:r>
              <a:rPr lang="zh-CN" altLang="en-US" sz="2400" dirty="0" smtClean="0"/>
              <a:t>颗地球静止轨道卫星，北斗三号系统将全面建成。</a:t>
            </a:r>
            <a:endParaRPr lang="en-US" altLang="zh-CN" sz="2400" dirty="0" smtClean="0"/>
          </a:p>
          <a:p>
            <a:pPr>
              <a:lnSpc>
                <a:spcPct val="100000"/>
              </a:lnSpc>
            </a:pPr>
            <a:r>
              <a:rPr lang="zh-CN" altLang="en-US" sz="2400" dirty="0" smtClean="0"/>
              <a:t>        中国</a:t>
            </a:r>
            <a:r>
              <a:rPr lang="zh-CN" altLang="en-US" sz="2400" dirty="0"/>
              <a:t>卫星导航系统管理</a:t>
            </a:r>
            <a:r>
              <a:rPr lang="zh-CN" altLang="en-US" sz="2400" dirty="0" smtClean="0"/>
              <a:t>办公室</a:t>
            </a:r>
            <a:r>
              <a:rPr lang="en-US" altLang="zh-CN" sz="2400" dirty="0" smtClean="0">
                <a:solidFill>
                  <a:srgbClr val="FF0000"/>
                </a:solidFill>
              </a:rPr>
              <a:t>2021</a:t>
            </a:r>
            <a:r>
              <a:rPr lang="zh-CN" altLang="en-US" sz="2400" dirty="0" smtClean="0">
                <a:solidFill>
                  <a:srgbClr val="FF0000"/>
                </a:solidFill>
              </a:rPr>
              <a:t>年</a:t>
            </a:r>
            <a:r>
              <a:rPr lang="en-US" altLang="zh-CN" sz="2400" dirty="0" smtClean="0">
                <a:solidFill>
                  <a:srgbClr val="FF0000"/>
                </a:solidFill>
              </a:rPr>
              <a:t>3</a:t>
            </a:r>
            <a:r>
              <a:rPr lang="zh-CN" altLang="en-US" sz="2400" dirty="0">
                <a:solidFill>
                  <a:srgbClr val="FF0000"/>
                </a:solidFill>
              </a:rPr>
              <a:t>月</a:t>
            </a:r>
            <a:r>
              <a:rPr lang="en-US" altLang="zh-CN" sz="2400" dirty="0">
                <a:solidFill>
                  <a:srgbClr val="FF0000"/>
                </a:solidFill>
              </a:rPr>
              <a:t>4</a:t>
            </a:r>
            <a:r>
              <a:rPr lang="zh-CN" altLang="en-US" sz="2400" dirty="0">
                <a:solidFill>
                  <a:srgbClr val="FF0000"/>
                </a:solidFill>
              </a:rPr>
              <a:t>日发布消息称，经全球连续监测评估系统实时测试表明，北斗三号全球卫星导航系统定位、测速、授时精度，以及服务的可用性、连续性等均满足指标要求。</a:t>
            </a:r>
            <a:r>
              <a:rPr lang="zh-CN" altLang="en-US" sz="2400" dirty="0"/>
              <a:t>系统服务能力步入世界一流行列，特色服务得到全面部署。</a:t>
            </a:r>
            <a:endParaRPr lang="en-US" altLang="zh-CN" sz="2400" dirty="0" smtClean="0"/>
          </a:p>
          <a:p>
            <a:r>
              <a:rPr lang="zh-CN" altLang="en-US" dirty="0" smtClean="0"/>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648000"/>
            <a:ext cx="10852237" cy="648000"/>
          </a:xfrm>
        </p:spPr>
        <p:txBody>
          <a:bodyPr/>
          <a:lstStyle/>
          <a:p>
            <a:pPr algn="ctr"/>
            <a:r>
              <a:rPr lang="zh-CN" altLang="en-US" dirty="0">
                <a:solidFill>
                  <a:schemeClr val="tx2"/>
                </a:solidFill>
                <a:effectLst>
                  <a:outerShdw blurRad="38100" dist="38100" dir="2700000">
                    <a:srgbClr val="000000"/>
                  </a:outerShdw>
                </a:effectLst>
              </a:rPr>
              <a:t>发展历程 </a:t>
            </a:r>
          </a:p>
        </p:txBody>
      </p:sp>
      <p:sp>
        <p:nvSpPr>
          <p:cNvPr id="3" name="内容占位符 2"/>
          <p:cNvSpPr>
            <a:spLocks noGrp="1"/>
          </p:cNvSpPr>
          <p:nvPr>
            <p:ph idx="1"/>
          </p:nvPr>
        </p:nvSpPr>
        <p:spPr>
          <a:xfrm>
            <a:off x="1053296" y="1632030"/>
            <a:ext cx="10468823" cy="4705325"/>
          </a:xfrm>
        </p:spPr>
        <p:txBody>
          <a:bodyPr/>
          <a:lstStyle/>
          <a:p>
            <a:r>
              <a:rPr lang="en-US" altLang="zh-CN" dirty="0" smtClean="0"/>
              <a:t>        20</a:t>
            </a:r>
            <a:r>
              <a:rPr lang="zh-CN" altLang="en-US" dirty="0"/>
              <a:t>世纪后期，中国开始探索适合国情的卫星导航系统发展道路，逐步形成</a:t>
            </a:r>
            <a:r>
              <a:rPr lang="zh-CN" altLang="en-US" dirty="0" smtClean="0"/>
              <a:t>了“三步走”</a:t>
            </a:r>
            <a:r>
              <a:rPr lang="zh-CN" altLang="en-US" dirty="0"/>
              <a:t>发展战略</a:t>
            </a:r>
            <a:r>
              <a:rPr lang="zh-CN" altLang="en-US" dirty="0" smtClean="0"/>
              <a:t>：</a:t>
            </a:r>
            <a:endParaRPr lang="en-US" altLang="zh-CN" dirty="0" smtClean="0"/>
          </a:p>
          <a:p>
            <a:pPr marL="342900" indent="-342900">
              <a:buFont typeface="Wingdings" panose="05000000000000000000" pitchFamily="2" charset="2"/>
              <a:buChar char="ü"/>
            </a:pPr>
            <a:r>
              <a:rPr lang="en-US" altLang="zh-CN" dirty="0" smtClean="0"/>
              <a:t>2000</a:t>
            </a:r>
            <a:r>
              <a:rPr lang="zh-CN" altLang="en-US" dirty="0" smtClean="0"/>
              <a:t>年，</a:t>
            </a:r>
            <a:r>
              <a:rPr lang="zh-CN" altLang="en-US" dirty="0"/>
              <a:t>建成北斗一号系统，向中国提供服务</a:t>
            </a:r>
            <a:r>
              <a:rPr lang="zh-CN" altLang="en-US" dirty="0" smtClean="0"/>
              <a:t>；</a:t>
            </a:r>
            <a:endParaRPr lang="en-US" altLang="zh-CN" dirty="0" smtClean="0"/>
          </a:p>
          <a:p>
            <a:pPr marL="342900" indent="-342900">
              <a:buFont typeface="Wingdings" panose="05000000000000000000" pitchFamily="2" charset="2"/>
              <a:buChar char="ü"/>
            </a:pPr>
            <a:r>
              <a:rPr lang="en-US" altLang="zh-CN" dirty="0" smtClean="0"/>
              <a:t>2012</a:t>
            </a:r>
            <a:r>
              <a:rPr lang="zh-CN" altLang="en-US" dirty="0" smtClean="0"/>
              <a:t>年，</a:t>
            </a:r>
            <a:r>
              <a:rPr lang="zh-CN" altLang="en-US" dirty="0"/>
              <a:t>建成北斗二号系统，向亚太地区提供服务</a:t>
            </a:r>
            <a:r>
              <a:rPr lang="zh-CN" altLang="en-US" dirty="0" smtClean="0"/>
              <a:t>；</a:t>
            </a:r>
            <a:endParaRPr lang="en-US" altLang="zh-CN" dirty="0" smtClean="0"/>
          </a:p>
          <a:p>
            <a:pPr marL="342900" indent="-342900">
              <a:buFont typeface="Wingdings" panose="05000000000000000000" pitchFamily="2" charset="2"/>
              <a:buChar char="ü"/>
            </a:pPr>
            <a:r>
              <a:rPr lang="en-US" altLang="zh-CN" dirty="0" smtClean="0"/>
              <a:t>2020</a:t>
            </a:r>
            <a:r>
              <a:rPr lang="zh-CN" altLang="en-US" dirty="0" smtClean="0"/>
              <a:t>年，</a:t>
            </a:r>
            <a:r>
              <a:rPr lang="zh-CN" altLang="en-US" dirty="0"/>
              <a:t>建成</a:t>
            </a:r>
            <a:r>
              <a:rPr lang="zh-CN" altLang="en-US" dirty="0" smtClean="0"/>
              <a:t>北斗三号系统</a:t>
            </a:r>
            <a:r>
              <a:rPr lang="zh-CN" altLang="en-US" dirty="0"/>
              <a:t>，向全球提供服务</a:t>
            </a:r>
            <a:r>
              <a:rPr lang="zh-CN" altLang="en-US" dirty="0" smtClean="0"/>
              <a:t>。</a:t>
            </a:r>
            <a:endParaRPr lang="en-US" altLang="zh-CN" dirty="0" smtClean="0"/>
          </a:p>
          <a:p>
            <a:endParaRPr lang="en-US" altLang="zh-CN" dirty="0"/>
          </a:p>
          <a:p>
            <a:r>
              <a:rPr lang="en-US" altLang="zh-CN" dirty="0" smtClean="0"/>
              <a:t>       </a:t>
            </a:r>
            <a:r>
              <a:rPr lang="zh-CN" altLang="en-US" dirty="0" smtClean="0"/>
              <a:t>计划 </a:t>
            </a:r>
            <a:r>
              <a:rPr lang="en-US" altLang="zh-CN" dirty="0"/>
              <a:t>2035 </a:t>
            </a:r>
            <a:r>
              <a:rPr lang="zh-CN" altLang="en-US" dirty="0"/>
              <a:t>年，以北斗系统为核心，建设完善更加泛在、更加融合、更加智能的</a:t>
            </a:r>
            <a:r>
              <a:rPr lang="zh-CN" altLang="en-US" dirty="0" smtClean="0"/>
              <a:t>国家综合</a:t>
            </a:r>
            <a:r>
              <a:rPr lang="zh-CN" altLang="en-US" dirty="0"/>
              <a:t>定位导航授时体系。</a:t>
            </a:r>
            <a:endParaRPr lang="en-US" altLang="zh-CN" dirty="0" smtClean="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648000"/>
            <a:ext cx="10852237" cy="648000"/>
          </a:xfrm>
        </p:spPr>
        <p:txBody>
          <a:bodyPr/>
          <a:lstStyle/>
          <a:p>
            <a:pPr algn="ctr"/>
            <a:r>
              <a:rPr lang="zh-CN" altLang="en-US" dirty="0">
                <a:solidFill>
                  <a:schemeClr val="tx2"/>
                </a:solidFill>
                <a:effectLst>
                  <a:outerShdw blurRad="38100" dist="38100" dir="2700000">
                    <a:srgbClr val="000000"/>
                  </a:outerShdw>
                </a:effectLst>
              </a:rPr>
              <a:t>北斗应用冲锋在抗疫</a:t>
            </a:r>
            <a:r>
              <a:rPr lang="zh-CN" altLang="en-US" dirty="0" smtClean="0">
                <a:solidFill>
                  <a:schemeClr val="tx2"/>
                </a:solidFill>
                <a:effectLst>
                  <a:outerShdw blurRad="38100" dist="38100" dir="2700000">
                    <a:srgbClr val="000000"/>
                  </a:outerShdw>
                </a:effectLst>
              </a:rPr>
              <a:t>前线</a:t>
            </a:r>
            <a:endParaRPr lang="zh-CN" altLang="en-US" dirty="0">
              <a:solidFill>
                <a:schemeClr val="tx2"/>
              </a:solidFill>
              <a:effectLst>
                <a:outerShdw blurRad="38100" dist="38100" dir="2700000">
                  <a:srgbClr val="000000"/>
                </a:outerShdw>
              </a:effectLst>
            </a:endParaRPr>
          </a:p>
        </p:txBody>
      </p:sp>
      <p:sp>
        <p:nvSpPr>
          <p:cNvPr id="3" name="内容占位符 2"/>
          <p:cNvSpPr>
            <a:spLocks noGrp="1"/>
          </p:cNvSpPr>
          <p:nvPr>
            <p:ph idx="1"/>
          </p:nvPr>
        </p:nvSpPr>
        <p:spPr>
          <a:xfrm>
            <a:off x="1398494" y="1627094"/>
            <a:ext cx="9641541" cy="4710261"/>
          </a:xfrm>
        </p:spPr>
        <p:txBody>
          <a:bodyPr/>
          <a:lstStyle/>
          <a:p>
            <a:pPr marL="0" indent="0">
              <a:buNone/>
            </a:pPr>
            <a:r>
              <a:rPr lang="en-US" altLang="zh-CN" sz="2400" dirty="0" smtClean="0"/>
              <a:t>      2020</a:t>
            </a:r>
            <a:r>
              <a:rPr lang="zh-CN" altLang="en-US" sz="2400" dirty="0"/>
              <a:t>年伊始，一场新型冠状病毒感染的肺炎疫情突如其来，蔓延全国。疫情牵动着亿万国人的心，一场保卫生命健康的疫情防控战已经打响</a:t>
            </a:r>
            <a:r>
              <a:rPr lang="zh-CN" altLang="en-US" sz="2400" dirty="0" smtClean="0"/>
              <a:t>。</a:t>
            </a:r>
            <a:endParaRPr lang="en-US" altLang="zh-CN" sz="2400" dirty="0" smtClean="0"/>
          </a:p>
          <a:p>
            <a:pPr marL="0" indent="0">
              <a:buNone/>
            </a:pPr>
            <a:r>
              <a:rPr lang="en-US" altLang="zh-CN" sz="2400" dirty="0"/>
              <a:t> </a:t>
            </a:r>
            <a:r>
              <a:rPr lang="en-US" altLang="zh-CN" sz="2400" dirty="0" smtClean="0"/>
              <a:t>  </a:t>
            </a:r>
            <a:r>
              <a:rPr lang="zh-CN" altLang="en-US" sz="2400" dirty="0"/>
              <a:t>　作为国之重器的北斗，已在历次重大灾害中大显身手。同样，在抗击本次疫情中，北斗多项应用也正在发挥着重要作用。</a:t>
            </a:r>
          </a:p>
          <a:p>
            <a:pPr>
              <a:buFont typeface="Wingdings" panose="05000000000000000000" pitchFamily="2" charset="2"/>
              <a:buChar char="ü"/>
            </a:pPr>
            <a:r>
              <a:rPr lang="zh-CN" altLang="en-US" sz="2400" b="1" dirty="0" smtClean="0"/>
              <a:t>北斗</a:t>
            </a:r>
            <a:r>
              <a:rPr lang="zh-CN" altLang="en-US" sz="2400" b="1" dirty="0"/>
              <a:t>无人机防疫又巡查</a:t>
            </a:r>
            <a:endParaRPr lang="zh-CN" altLang="en-US" sz="2400" dirty="0"/>
          </a:p>
          <a:p>
            <a:pPr>
              <a:buFont typeface="Wingdings" panose="05000000000000000000" pitchFamily="2" charset="2"/>
              <a:buChar char="ü"/>
            </a:pPr>
            <a:r>
              <a:rPr lang="zh-CN" altLang="en-US" sz="2400" b="1" dirty="0" smtClean="0"/>
              <a:t>北斗</a:t>
            </a:r>
            <a:r>
              <a:rPr lang="zh-CN" altLang="en-US" sz="2400" b="1" dirty="0"/>
              <a:t>物流精准送达</a:t>
            </a:r>
            <a:endParaRPr lang="zh-CN" altLang="en-US" sz="2400" dirty="0"/>
          </a:p>
          <a:p>
            <a:pPr>
              <a:buFont typeface="Wingdings" panose="05000000000000000000" pitchFamily="2" charset="2"/>
              <a:buChar char="ü"/>
            </a:pPr>
            <a:r>
              <a:rPr lang="zh-CN" altLang="en-US" sz="2400" b="1" dirty="0" smtClean="0"/>
              <a:t>北斗</a:t>
            </a:r>
            <a:r>
              <a:rPr lang="zh-CN" altLang="en-US" sz="2400" b="1" dirty="0"/>
              <a:t>医疗守护健康</a:t>
            </a:r>
            <a:endParaRPr lang="zh-CN" altLang="en-US" sz="2400" dirty="0"/>
          </a:p>
          <a:p>
            <a:pPr marL="0" indent="0">
              <a:buNone/>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4011" y="648000"/>
            <a:ext cx="10852237" cy="648000"/>
          </a:xfrm>
        </p:spPr>
        <p:txBody>
          <a:bodyPr/>
          <a:lstStyle/>
          <a:p>
            <a:pPr algn="ctr"/>
            <a:r>
              <a:rPr lang="zh-CN" altLang="en-US" dirty="0"/>
              <a:t>北斗支援武汉</a:t>
            </a:r>
            <a:r>
              <a:rPr lang="zh-CN" altLang="en-US" dirty="0" smtClean="0"/>
              <a:t>医院</a:t>
            </a:r>
            <a:endParaRPr lang="zh-CN" altLang="en-US" dirty="0"/>
          </a:p>
        </p:txBody>
      </p:sp>
      <p:sp>
        <p:nvSpPr>
          <p:cNvPr id="3" name="内容占位符 2"/>
          <p:cNvSpPr>
            <a:spLocks noGrp="1"/>
          </p:cNvSpPr>
          <p:nvPr>
            <p:ph idx="1"/>
          </p:nvPr>
        </p:nvSpPr>
        <p:spPr>
          <a:xfrm>
            <a:off x="1068779" y="1777125"/>
            <a:ext cx="10117777" cy="3370129"/>
          </a:xfrm>
        </p:spPr>
        <p:txBody>
          <a:bodyPr/>
          <a:lstStyle/>
          <a:p>
            <a:pPr marL="0" indent="0">
              <a:buNone/>
            </a:pPr>
            <a:r>
              <a:rPr lang="zh-CN" altLang="en-US" sz="2400" dirty="0"/>
              <a:t>　　一场突如其来的疫情，让武汉这座华中重镇迅速成为世界关注焦点。武汉成为疫情防控的重中之重，打赢武汉阻击战，事关全局。</a:t>
            </a:r>
          </a:p>
          <a:p>
            <a:pPr marL="0" indent="0">
              <a:buNone/>
            </a:pPr>
            <a:r>
              <a:rPr lang="zh-CN" altLang="en-US" sz="2400" dirty="0"/>
              <a:t>　　面对武汉激增的病患，党和政府高度重视，立即决策参照</a:t>
            </a:r>
            <a:r>
              <a:rPr lang="en-US" altLang="zh-CN" sz="2400" dirty="0"/>
              <a:t>2003</a:t>
            </a:r>
            <a:r>
              <a:rPr lang="zh-CN" altLang="en-US" sz="2400" dirty="0"/>
              <a:t>年抗击非典期间北京小汤山医院模式，迅速建设两座专门医院</a:t>
            </a:r>
            <a:r>
              <a:rPr lang="en-US" altLang="zh-CN" sz="2400" dirty="0"/>
              <a:t>——</a:t>
            </a:r>
            <a:r>
              <a:rPr lang="zh-CN" altLang="en-US" sz="2400" dirty="0"/>
              <a:t>火神山和雷神山医院，集中收治新型冠状病毒感染的肺炎患者。</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1" y="648000"/>
            <a:ext cx="10852237" cy="648000"/>
          </a:xfrm>
        </p:spPr>
        <p:txBody>
          <a:bodyPr/>
          <a:lstStyle/>
          <a:p>
            <a:pPr lvl="0" algn="ctr"/>
            <a:r>
              <a:rPr lang="zh-CN" altLang="zh-CN" b="0" dirty="0">
                <a:solidFill>
                  <a:srgbClr val="000000"/>
                </a:solidFill>
                <a:ea typeface="微软雅黑" panose="020B0503020204020204" pitchFamily="34" charset="-122"/>
              </a:rPr>
              <a:t>北斗支援武汉</a:t>
            </a:r>
            <a:r>
              <a:rPr lang="zh-CN" altLang="zh-CN" b="0" dirty="0" smtClean="0">
                <a:solidFill>
                  <a:srgbClr val="000000"/>
                </a:solidFill>
                <a:ea typeface="微软雅黑" panose="020B0503020204020204" pitchFamily="34" charset="-122"/>
              </a:rPr>
              <a:t>医院</a:t>
            </a:r>
            <a:endParaRPr lang="zh-CN" altLang="en-US" dirty="0"/>
          </a:p>
        </p:txBody>
      </p:sp>
      <p:sp>
        <p:nvSpPr>
          <p:cNvPr id="3" name="内容占位符 2"/>
          <p:cNvSpPr>
            <a:spLocks noGrp="1"/>
          </p:cNvSpPr>
          <p:nvPr>
            <p:ph idx="1"/>
          </p:nvPr>
        </p:nvSpPr>
        <p:spPr>
          <a:xfrm>
            <a:off x="669881" y="1457644"/>
            <a:ext cx="11136636" cy="3168424"/>
          </a:xfrm>
        </p:spPr>
        <p:txBody>
          <a:bodyPr/>
          <a:lstStyle/>
          <a:p>
            <a:pPr marL="0" lvl="0" indent="0" algn="just" eaLnBrk="0" fontAlgn="base" hangingPunct="0">
              <a:lnSpc>
                <a:spcPct val="100000"/>
              </a:lnSpc>
              <a:spcBef>
                <a:spcPct val="0"/>
              </a:spcBef>
              <a:spcAft>
                <a:spcPct val="0"/>
              </a:spcAft>
              <a:buNone/>
            </a:pPr>
            <a:r>
              <a:rPr lang="en-US" altLang="zh-CN" sz="2000" dirty="0" smtClean="0">
                <a:solidFill>
                  <a:srgbClr val="333333"/>
                </a:solidFill>
              </a:rPr>
              <a:t>    </a:t>
            </a:r>
            <a:r>
              <a:rPr lang="zh-CN" altLang="zh-CN" sz="2000" dirty="0" smtClean="0">
                <a:solidFill>
                  <a:srgbClr val="333333"/>
                </a:solidFill>
              </a:rPr>
              <a:t>“北斗人” 在</a:t>
            </a:r>
            <a:r>
              <a:rPr lang="zh-CN" altLang="zh-CN" sz="2000" dirty="0">
                <a:solidFill>
                  <a:srgbClr val="333333"/>
                </a:solidFill>
              </a:rPr>
              <a:t>大年三十奔赴火神山医院工地，用北斗高精度技术为医院建设进行放线测量</a:t>
            </a:r>
            <a:r>
              <a:rPr lang="zh-CN" altLang="zh-CN" sz="2000" dirty="0" smtClean="0">
                <a:solidFill>
                  <a:srgbClr val="333333"/>
                </a:solidFill>
              </a:rPr>
              <a:t>，为</a:t>
            </a:r>
            <a:r>
              <a:rPr lang="zh-CN" altLang="zh-CN" sz="2000" dirty="0">
                <a:solidFill>
                  <a:srgbClr val="333333"/>
                </a:solidFill>
              </a:rPr>
              <a:t>建设方提供北斗RTK设备，利用北斗高精度为医院建设进行基础测绘定位与施工。</a:t>
            </a:r>
            <a:endParaRPr lang="zh-CN" altLang="zh-CN" sz="1200" dirty="0">
              <a:solidFill>
                <a:srgbClr val="000000"/>
              </a:solidFill>
            </a:endParaRPr>
          </a:p>
          <a:p>
            <a:pPr marL="0" lvl="0" indent="0" algn="just" eaLnBrk="0" fontAlgn="base" hangingPunct="0">
              <a:lnSpc>
                <a:spcPct val="100000"/>
              </a:lnSpc>
              <a:spcBef>
                <a:spcPct val="0"/>
              </a:spcBef>
              <a:spcAft>
                <a:spcPct val="0"/>
              </a:spcAft>
              <a:buNone/>
            </a:pPr>
            <a:r>
              <a:rPr lang="zh-CN" altLang="zh-CN" sz="2000" dirty="0">
                <a:solidFill>
                  <a:srgbClr val="333333"/>
                </a:solidFill>
              </a:rPr>
              <a:t>　</a:t>
            </a:r>
            <a:r>
              <a:rPr lang="zh-CN" altLang="zh-CN" sz="2000" dirty="0" smtClean="0">
                <a:solidFill>
                  <a:srgbClr val="333333"/>
                </a:solidFill>
              </a:rPr>
              <a:t>　利用</a:t>
            </a:r>
            <a:r>
              <a:rPr lang="zh-CN" altLang="zh-CN" sz="2000" dirty="0">
                <a:solidFill>
                  <a:srgbClr val="333333"/>
                </a:solidFill>
              </a:rPr>
              <a:t>北斗高精度技术，即使在建设工地的树林里进行测量的时候，定位信号也非常强。多数的测量都是一次性完成工作，节省了大量时间，为医院的迅速建成，贡献北斗力量</a:t>
            </a:r>
            <a:r>
              <a:rPr lang="zh-CN" altLang="zh-CN" sz="2000" dirty="0" smtClean="0">
                <a:solidFill>
                  <a:srgbClr val="333333"/>
                </a:solidFill>
              </a:rPr>
              <a:t>。</a:t>
            </a:r>
            <a:r>
              <a:rPr lang="en-US" altLang="zh-CN" sz="2000" dirty="0" smtClean="0">
                <a:solidFill>
                  <a:srgbClr val="333333"/>
                </a:solidFill>
              </a:rPr>
              <a:t>  </a:t>
            </a:r>
            <a:r>
              <a:rPr lang="zh-CN" altLang="zh-CN" sz="2000" dirty="0" smtClean="0">
                <a:solidFill>
                  <a:srgbClr val="333333"/>
                </a:solidFill>
              </a:rPr>
              <a:t>据不完全统计</a:t>
            </a:r>
            <a:r>
              <a:rPr lang="zh-CN" altLang="zh-CN" sz="2000" dirty="0">
                <a:solidFill>
                  <a:srgbClr val="333333"/>
                </a:solidFill>
              </a:rPr>
              <a:t>，在武汉火神山、雷神山两个在建医院项目方圆1.5公里以内，总计有60多个账号在访问</a:t>
            </a:r>
            <a:r>
              <a:rPr lang="zh-CN" altLang="zh-CN" sz="2000" dirty="0">
                <a:solidFill>
                  <a:srgbClr val="00B050"/>
                </a:solidFill>
              </a:rPr>
              <a:t>千寻位置</a:t>
            </a:r>
            <a:r>
              <a:rPr lang="zh-CN" altLang="zh-CN" sz="2000" dirty="0">
                <a:solidFill>
                  <a:srgbClr val="333333"/>
                </a:solidFill>
              </a:rPr>
              <a:t>提供的高精度定位数据，大概率都是在为火神山、雷神山这两个抗击疫情的重大建设项目进行测量与定位工作。</a:t>
            </a:r>
            <a:endParaRPr lang="zh-CN" altLang="zh-CN" sz="1200" dirty="0">
              <a:solidFill>
                <a:srgbClr val="000000"/>
              </a:solidFill>
            </a:endParaRPr>
          </a:p>
          <a:p>
            <a:pPr marL="0" lvl="0" indent="0" algn="just" eaLnBrk="0" fontAlgn="base" hangingPunct="0">
              <a:lnSpc>
                <a:spcPct val="100000"/>
              </a:lnSpc>
              <a:spcBef>
                <a:spcPct val="0"/>
              </a:spcBef>
              <a:spcAft>
                <a:spcPct val="0"/>
              </a:spcAft>
              <a:buNone/>
            </a:pPr>
            <a:r>
              <a:rPr lang="zh-CN" altLang="zh-CN" sz="2000" dirty="0">
                <a:solidFill>
                  <a:srgbClr val="333333"/>
                </a:solidFill>
              </a:rPr>
              <a:t>　　在大家众志成城抗击疫情的努力下，2月2日，火神山医院历时10天建成并交付；2月5日雷神山医院也将建成。一方有难，八方支援，国之重器——</a:t>
            </a:r>
            <a:r>
              <a:rPr lang="zh-CN" altLang="zh-CN" sz="2000" dirty="0" smtClean="0">
                <a:solidFill>
                  <a:srgbClr val="333333"/>
                </a:solidFill>
              </a:rPr>
              <a:t>北斗时刻</a:t>
            </a:r>
            <a:r>
              <a:rPr lang="zh-CN" altLang="zh-CN" sz="2000" dirty="0">
                <a:solidFill>
                  <a:srgbClr val="333333"/>
                </a:solidFill>
              </a:rPr>
              <a:t>准备着为抗击疫情贡献自己的力量。</a:t>
            </a:r>
            <a:endParaRPr lang="zh-CN" altLang="zh-CN" sz="69700" dirty="0">
              <a:solidFill>
                <a:srgbClr val="333333"/>
              </a:solidFill>
            </a:endParaRPr>
          </a:p>
          <a:p>
            <a:endParaRPr lang="zh-CN" altLang="en-US" dirty="0"/>
          </a:p>
          <a:p>
            <a:endParaRPr lang="zh-CN" altLang="en-US" dirty="0"/>
          </a:p>
        </p:txBody>
      </p:sp>
      <p:pic>
        <p:nvPicPr>
          <p:cNvPr id="3074" name="Picture 2" descr="http://www.beidou.gov.cn/yw/xwzx/202002/W02020021262421456645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8197" y="4251802"/>
            <a:ext cx="1466789" cy="260619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http://www.beidou.gov.cn/yw/xwzx/202002/W020200212624207273649.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74130" y="4251801"/>
            <a:ext cx="3474931" cy="2606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8213" y="765175"/>
            <a:ext cx="7772400" cy="1143000"/>
          </a:xfrm>
        </p:spPr>
        <p:txBody>
          <a:bodyPr lIns="92075" tIns="46038" rIns="92075" bIns="46038" anchor="ctr"/>
          <a:lstStyle/>
          <a:p>
            <a:pPr algn="ctr" fontAlgn="base">
              <a:lnSpc>
                <a:spcPct val="100000"/>
              </a:lnSpc>
              <a:spcAft>
                <a:spcPct val="0"/>
              </a:spcAft>
              <a:defRPr/>
            </a:pPr>
            <a:r>
              <a:rPr lang="en-US" altLang="zh-CN" dirty="0">
                <a:solidFill>
                  <a:schemeClr val="tx2"/>
                </a:solidFill>
                <a:effectLst>
                  <a:outerShdw blurRad="38100" dist="38100" dir="2700000">
                    <a:srgbClr val="000000"/>
                  </a:outerShdw>
                </a:effectLst>
              </a:rPr>
              <a:t>GPS</a:t>
            </a:r>
            <a:r>
              <a:rPr lang="zh-CN" altLang="en-US" dirty="0">
                <a:solidFill>
                  <a:schemeClr val="tx2"/>
                </a:solidFill>
                <a:effectLst>
                  <a:outerShdw blurRad="38100" dist="38100" dir="2700000">
                    <a:srgbClr val="000000"/>
                  </a:outerShdw>
                </a:effectLst>
              </a:rPr>
              <a:t>对抗</a:t>
            </a:r>
            <a:br>
              <a:rPr lang="zh-CN" altLang="en-US" dirty="0">
                <a:solidFill>
                  <a:schemeClr val="tx2"/>
                </a:solidFill>
                <a:effectLst>
                  <a:outerShdw blurRad="38100" dist="38100" dir="2700000">
                    <a:srgbClr val="000000"/>
                  </a:outerShdw>
                </a:effectLst>
              </a:rPr>
            </a:br>
            <a:endParaRPr lang="zh-CN" altLang="en-US" dirty="0">
              <a:solidFill>
                <a:schemeClr val="tx2"/>
              </a:solidFill>
              <a:effectLst>
                <a:outerShdw blurRad="38100" dist="38100" dir="2700000">
                  <a:srgbClr val="000000"/>
                </a:outerShdw>
              </a:effectLst>
            </a:endParaRPr>
          </a:p>
        </p:txBody>
      </p:sp>
      <p:sp>
        <p:nvSpPr>
          <p:cNvPr id="25602" name="内容占位符 2"/>
          <p:cNvSpPr>
            <a:spLocks noGrp="1"/>
          </p:cNvSpPr>
          <p:nvPr>
            <p:ph idx="1"/>
          </p:nvPr>
        </p:nvSpPr>
        <p:spPr>
          <a:xfrm>
            <a:off x="1401288" y="1582738"/>
            <a:ext cx="9714015" cy="4114800"/>
          </a:xfrm>
        </p:spPr>
        <p:txBody>
          <a:bodyPr vert="horz" wrap="square" lIns="91440" tIns="45720" rIns="91440" bIns="45720" anchor="t"/>
          <a:lstStyle/>
          <a:p>
            <a:pPr eaLnBrk="1" hangingPunct="1"/>
            <a:r>
              <a:rPr lang="en-US" altLang="zh-CN" sz="2400" dirty="0"/>
              <a:t>      </a:t>
            </a:r>
            <a:r>
              <a:rPr lang="en-US" altLang="zh-CN" sz="2400" dirty="0">
                <a:solidFill>
                  <a:srgbClr val="FFAE0D"/>
                </a:solidFill>
              </a:rPr>
              <a:t>  </a:t>
            </a:r>
            <a:r>
              <a:rPr lang="en-US" altLang="zh-CN" sz="2400" dirty="0"/>
              <a:t>GPS</a:t>
            </a:r>
            <a:r>
              <a:rPr lang="zh-CN" altLang="en-US" sz="2400" dirty="0"/>
              <a:t>对抗的全称是全球定位系统对抗，是使用电子技术手段削弱、破坏、摧毁敌方</a:t>
            </a:r>
            <a:r>
              <a:rPr lang="en-US" altLang="zh-CN" sz="2400" dirty="0"/>
              <a:t>GPS</a:t>
            </a:r>
            <a:r>
              <a:rPr lang="zh-CN" altLang="en-US" sz="2400" dirty="0"/>
              <a:t>导航系统的使用效能，并保证己方导航系统效能的战术技术措施和行动的总称。</a:t>
            </a:r>
          </a:p>
          <a:p>
            <a:pPr eaLnBrk="1" hangingPunct="1"/>
            <a:r>
              <a:rPr lang="en-US" altLang="zh-CN" sz="2400" dirty="0"/>
              <a:t>        GPS</a:t>
            </a:r>
            <a:r>
              <a:rPr lang="zh-CN" altLang="en-US" sz="2400" dirty="0"/>
              <a:t>系统是美国部署的一种卫星导航全球定位系统，</a:t>
            </a:r>
            <a:r>
              <a:rPr lang="zh-CN" altLang="en-US" sz="2400" dirty="0" smtClean="0"/>
              <a:t>包括：</a:t>
            </a:r>
            <a:endParaRPr lang="en-US" altLang="zh-CN" sz="2400" dirty="0" smtClean="0"/>
          </a:p>
          <a:p>
            <a:pPr marL="457200" indent="-457200" eaLnBrk="1" hangingPunct="1">
              <a:buFont typeface="Wingdings" panose="05000000000000000000" pitchFamily="2" charset="2"/>
              <a:buChar char="ü"/>
            </a:pPr>
            <a:r>
              <a:rPr lang="zh-CN" altLang="en-US" dirty="0" smtClean="0">
                <a:solidFill>
                  <a:srgbClr val="0F73EE"/>
                </a:solidFill>
                <a:latin typeface="楷体_GB2312" panose="02010609030101010101" pitchFamily="49" charset="-122"/>
                <a:ea typeface="楷体_GB2312" panose="02010609030101010101" pitchFamily="49" charset="-122"/>
              </a:rPr>
              <a:t>卫星</a:t>
            </a:r>
            <a:r>
              <a:rPr lang="zh-CN" altLang="en-US" dirty="0">
                <a:solidFill>
                  <a:srgbClr val="0F73EE"/>
                </a:solidFill>
                <a:latin typeface="楷体_GB2312" panose="02010609030101010101" pitchFamily="49" charset="-122"/>
                <a:ea typeface="楷体_GB2312" panose="02010609030101010101" pitchFamily="49" charset="-122"/>
              </a:rPr>
              <a:t>星座</a:t>
            </a:r>
            <a:r>
              <a:rPr lang="zh-CN" altLang="en-US" dirty="0">
                <a:latin typeface="楷体_GB2312" panose="02010609030101010101" pitchFamily="49" charset="-122"/>
                <a:ea typeface="楷体_GB2312" panose="02010609030101010101" pitchFamily="49" charset="-122"/>
              </a:rPr>
              <a:t>（空间部分）</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marL="457200" indent="-457200" eaLnBrk="1" hangingPunct="1">
              <a:buFont typeface="Wingdings" panose="05000000000000000000" pitchFamily="2" charset="2"/>
              <a:buChar char="ü"/>
            </a:pPr>
            <a:r>
              <a:rPr lang="zh-CN" altLang="en-US" dirty="0" smtClean="0">
                <a:solidFill>
                  <a:srgbClr val="0F73EE"/>
                </a:solidFill>
                <a:latin typeface="楷体_GB2312" panose="02010609030101010101" pitchFamily="49" charset="-122"/>
                <a:ea typeface="楷体_GB2312" panose="02010609030101010101" pitchFamily="49" charset="-122"/>
              </a:rPr>
              <a:t>地面</a:t>
            </a:r>
            <a:r>
              <a:rPr lang="zh-CN" altLang="en-US" dirty="0">
                <a:solidFill>
                  <a:srgbClr val="0F73EE"/>
                </a:solidFill>
                <a:latin typeface="楷体_GB2312" panose="02010609030101010101" pitchFamily="49" charset="-122"/>
                <a:ea typeface="楷体_GB2312" panose="02010609030101010101" pitchFamily="49" charset="-122"/>
              </a:rPr>
              <a:t>监测系统</a:t>
            </a:r>
            <a:r>
              <a:rPr lang="zh-CN" altLang="en-US" dirty="0">
                <a:latin typeface="楷体_GB2312" panose="02010609030101010101" pitchFamily="49" charset="-122"/>
                <a:ea typeface="楷体_GB2312" panose="02010609030101010101" pitchFamily="49" charset="-122"/>
              </a:rPr>
              <a:t>（地面部分</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marL="457200" indent="-457200" eaLnBrk="1" hangingPunct="1">
              <a:buFont typeface="Wingdings" panose="05000000000000000000" pitchFamily="2" charset="2"/>
              <a:buChar char="ü"/>
            </a:pPr>
            <a:r>
              <a:rPr lang="en-US" altLang="zh-CN" dirty="0" smtClean="0">
                <a:solidFill>
                  <a:srgbClr val="0F73EE"/>
                </a:solidFill>
                <a:latin typeface="楷体_GB2312" panose="02010609030101010101" pitchFamily="49" charset="-122"/>
                <a:ea typeface="楷体_GB2312" panose="02010609030101010101" pitchFamily="49" charset="-122"/>
              </a:rPr>
              <a:t>GPS</a:t>
            </a:r>
            <a:r>
              <a:rPr lang="zh-CN" altLang="en-US" dirty="0">
                <a:solidFill>
                  <a:srgbClr val="0F73EE"/>
                </a:solidFill>
                <a:latin typeface="楷体_GB2312" panose="02010609030101010101" pitchFamily="49" charset="-122"/>
                <a:ea typeface="楷体_GB2312" panose="02010609030101010101" pitchFamily="49" charset="-122"/>
              </a:rPr>
              <a:t>接收机</a:t>
            </a:r>
            <a:r>
              <a:rPr lang="zh-CN" altLang="en-US" dirty="0">
                <a:latin typeface="楷体_GB2312" panose="02010609030101010101" pitchFamily="49" charset="-122"/>
                <a:ea typeface="楷体_GB2312" panose="02010609030101010101" pitchFamily="49" charset="-122"/>
              </a:rPr>
              <a:t>（用户设备部分</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eaLnBrk="1" hangingPunct="1"/>
            <a:r>
              <a:rPr lang="zh-CN" altLang="en-US" sz="2400" dirty="0" smtClean="0"/>
              <a:t>三</a:t>
            </a:r>
            <a:r>
              <a:rPr lang="zh-CN" altLang="en-US" sz="2400" dirty="0"/>
              <a:t>部分，能在全球范围内为陆海空天用户提供连续准确的位置、速度和时间信息。由于它广泛用于各类武器系统，已成为现代战争中实施精确指挥控制、精确打击和精确兵力投送的关键设备。</a:t>
            </a:r>
          </a:p>
          <a:p>
            <a:pPr eaLnBrk="1" hangingPunct="1"/>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内容占位符 2"/>
          <p:cNvSpPr>
            <a:spLocks noGrp="1"/>
          </p:cNvSpPr>
          <p:nvPr>
            <p:ph idx="1"/>
          </p:nvPr>
        </p:nvSpPr>
        <p:spPr>
          <a:xfrm>
            <a:off x="1405910" y="1435376"/>
            <a:ext cx="9509760" cy="5257528"/>
          </a:xfrm>
        </p:spPr>
        <p:txBody>
          <a:bodyPr vert="horz" wrap="square" lIns="91440" tIns="45720" rIns="91440" bIns="45720" anchor="t"/>
          <a:lstStyle/>
          <a:p>
            <a:pPr eaLnBrk="1" hangingPunct="1"/>
            <a:r>
              <a:rPr lang="en-US" altLang="zh-CN" dirty="0" smtClean="0"/>
              <a:t>        GPS</a:t>
            </a:r>
            <a:r>
              <a:rPr lang="zh-CN" altLang="en-US" dirty="0"/>
              <a:t>可在全球范围内全天候为海上，陆上、空中和空间的用户连续实时地提供高精度的位置、速度和时间信息，并且有着良好的抗干扰性和保密性，己被迅速应用于军事领域的各个方面</a:t>
            </a:r>
            <a:r>
              <a:rPr lang="en-US" altLang="zh-CN" dirty="0"/>
              <a:t>(</a:t>
            </a:r>
            <a:r>
              <a:rPr lang="zh-CN" altLang="en-US" dirty="0"/>
              <a:t>特别是导弹制导、弹道测量和</a:t>
            </a:r>
            <a:r>
              <a:rPr lang="zh-CN" altLang="en-US" dirty="0" smtClean="0"/>
              <a:t>军用飞机</a:t>
            </a:r>
            <a:r>
              <a:rPr lang="zh-CN" altLang="en-US" dirty="0"/>
              <a:t>导航</a:t>
            </a:r>
            <a:r>
              <a:rPr lang="en-US" altLang="zh-CN" dirty="0"/>
              <a:t>)   </a:t>
            </a:r>
            <a:r>
              <a:rPr lang="zh-CN" altLang="en-US" dirty="0"/>
              <a:t>。</a:t>
            </a:r>
          </a:p>
          <a:p>
            <a:pPr eaLnBrk="1" hangingPunct="1"/>
            <a:r>
              <a:rPr lang="en-US" altLang="zh-CN" sz="600" dirty="0" smtClean="0"/>
              <a:t> </a:t>
            </a:r>
            <a:endParaRPr lang="zh-CN" altLang="en-US" sz="600" dirty="0"/>
          </a:p>
          <a:p>
            <a:pPr eaLnBrk="1" hangingPunct="1"/>
            <a:r>
              <a:rPr lang="en-US" altLang="zh-CN" dirty="0" smtClean="0"/>
              <a:t>        </a:t>
            </a:r>
            <a:r>
              <a:rPr lang="en-US" altLang="zh-CN" dirty="0"/>
              <a:t>GPS</a:t>
            </a:r>
            <a:r>
              <a:rPr lang="zh-CN" altLang="en-US" dirty="0"/>
              <a:t>在导航与制导等军事领域的成功应用，使得</a:t>
            </a:r>
            <a:r>
              <a:rPr lang="en-US" altLang="zh-CN" dirty="0"/>
              <a:t>GPS</a:t>
            </a:r>
            <a:r>
              <a:rPr lang="zh-CN" altLang="en-US" dirty="0"/>
              <a:t>已成为夺取战场优势的重要技术资源，从而受到各国军方的密切关注，并因此推动了</a:t>
            </a:r>
            <a:r>
              <a:rPr lang="en-US" altLang="zh-CN" dirty="0"/>
              <a:t>GPS</a:t>
            </a:r>
            <a:r>
              <a:rPr lang="zh-CN" altLang="en-US" dirty="0"/>
              <a:t>与抗干扰技术的发展。在</a:t>
            </a:r>
            <a:r>
              <a:rPr lang="en-US" altLang="zh-CN" dirty="0"/>
              <a:t>GPS</a:t>
            </a:r>
            <a:r>
              <a:rPr lang="zh-CN" altLang="en-US" dirty="0"/>
              <a:t>干扰方面，输出功率为</a:t>
            </a:r>
            <a:r>
              <a:rPr lang="en-US" altLang="zh-CN" dirty="0"/>
              <a:t>8W</a:t>
            </a:r>
            <a:r>
              <a:rPr lang="zh-CN" altLang="en-US" dirty="0"/>
              <a:t>的俄罗斯研制的便携式</a:t>
            </a:r>
            <a:r>
              <a:rPr lang="en-US" altLang="zh-CN" dirty="0"/>
              <a:t>GPS</a:t>
            </a:r>
            <a:r>
              <a:rPr lang="zh-CN" altLang="en-US" dirty="0"/>
              <a:t>干扰机已经面市，据称这种干扰机采用全向天线或定向天线对</a:t>
            </a:r>
            <a:r>
              <a:rPr lang="en-US" altLang="zh-CN" dirty="0"/>
              <a:t>GPS</a:t>
            </a:r>
            <a:r>
              <a:rPr lang="zh-CN" altLang="en-US" dirty="0"/>
              <a:t>接收机的干扰距离可达数百千米。在</a:t>
            </a:r>
            <a:r>
              <a:rPr lang="en-US" altLang="zh-CN" dirty="0"/>
              <a:t>GPS</a:t>
            </a:r>
            <a:r>
              <a:rPr lang="zh-CN" altLang="en-US" dirty="0"/>
              <a:t>抗干扰方面，通过改进</a:t>
            </a:r>
            <a:r>
              <a:rPr lang="en-US" altLang="zh-CN" dirty="0"/>
              <a:t>GPS</a:t>
            </a:r>
            <a:r>
              <a:rPr lang="zh-CN" altLang="en-US" dirty="0"/>
              <a:t>接收机和使用自适应天线可提高抗干扰能力 </a:t>
            </a:r>
            <a:r>
              <a:rPr lang="en-US" altLang="zh-CN" dirty="0"/>
              <a:t> </a:t>
            </a:r>
            <a:r>
              <a:rPr lang="zh-CN" altLang="en-US" dirty="0" smtClean="0"/>
              <a:t>。</a:t>
            </a:r>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a:xfrm>
            <a:off x="3758251" y="1425041"/>
            <a:ext cx="4031961" cy="736270"/>
          </a:xfrm>
        </p:spPr>
        <p:txBody>
          <a:bodyPr lIns="92075" tIns="46038" rIns="92075" bIns="46038" anchor="b"/>
          <a:lstStyle/>
          <a:p>
            <a:pPr eaLnBrk="0" fontAlgn="base" hangingPunct="0">
              <a:lnSpc>
                <a:spcPct val="100000"/>
              </a:lnSpc>
              <a:spcAft>
                <a:spcPct val="0"/>
              </a:spcAft>
              <a:defRPr/>
            </a:pPr>
            <a:r>
              <a:rPr lang="zh-CN" altLang="en-US" b="1" dirty="0">
                <a:solidFill>
                  <a:schemeClr val="tx2"/>
                </a:solidFill>
                <a:effectLst>
                  <a:outerShdw blurRad="38100" dist="38100" dir="2700000">
                    <a:srgbClr val="000000"/>
                  </a:outerShdw>
                </a:effectLst>
                <a:latin typeface="楷体_GB2312" panose="02010609030101010101" pitchFamily="49" charset="-122"/>
                <a:ea typeface="楷体_GB2312" panose="02010609030101010101" pitchFamily="49" charset="-122"/>
              </a:rPr>
              <a:t>  </a:t>
            </a:r>
            <a:r>
              <a:rPr lang="en-US" altLang="zh-CN" b="1" dirty="0">
                <a:solidFill>
                  <a:schemeClr val="tx2"/>
                </a:solidFill>
                <a:effectLst>
                  <a:outerShdw blurRad="38100" dist="38100" dir="2700000">
                    <a:srgbClr val="000000"/>
                  </a:outerShdw>
                </a:effectLst>
                <a:latin typeface="楷体_GB2312" panose="02010609030101010101" pitchFamily="49" charset="-122"/>
                <a:ea typeface="楷体_GB2312" panose="02010609030101010101" pitchFamily="49" charset="-122"/>
              </a:rPr>
              <a:t>GPS</a:t>
            </a:r>
            <a:r>
              <a:rPr lang="zh-CN" altLang="en-US" b="1" dirty="0">
                <a:solidFill>
                  <a:schemeClr val="tx2"/>
                </a:solidFill>
                <a:effectLst>
                  <a:outerShdw blurRad="38100" dist="38100" dir="2700000">
                    <a:srgbClr val="000000"/>
                  </a:outerShdw>
                </a:effectLst>
                <a:latin typeface="楷体_GB2312" panose="02010609030101010101" pitchFamily="49" charset="-122"/>
                <a:ea typeface="楷体_GB2312" panose="02010609030101010101" pitchFamily="49" charset="-122"/>
              </a:rPr>
              <a:t>技术</a:t>
            </a:r>
            <a:r>
              <a:rPr lang="zh-CN" altLang="en-US" b="1" dirty="0" smtClean="0">
                <a:solidFill>
                  <a:schemeClr val="tx2"/>
                </a:solidFill>
                <a:effectLst>
                  <a:outerShdw blurRad="38100" dist="38100" dir="2700000">
                    <a:srgbClr val="000000"/>
                  </a:outerShdw>
                </a:effectLst>
                <a:latin typeface="楷体_GB2312" panose="02010609030101010101" pitchFamily="49" charset="-122"/>
                <a:ea typeface="楷体_GB2312" panose="02010609030101010101" pitchFamily="49" charset="-122"/>
              </a:rPr>
              <a:t>原理</a:t>
            </a:r>
            <a:endParaRPr lang="zh-CN" altLang="en-US" b="1" dirty="0">
              <a:solidFill>
                <a:schemeClr val="tx2"/>
              </a:solidFill>
              <a:effectLst>
                <a:outerShdw blurRad="38100" dist="38100" dir="2700000">
                  <a:srgbClr val="000000"/>
                </a:outerShdw>
              </a:effectLst>
              <a:latin typeface="楷体_GB2312" panose="02010609030101010101" pitchFamily="49" charset="-122"/>
              <a:ea typeface="楷体_GB2312" panose="02010609030101010101" pitchFamily="49" charset="-122"/>
            </a:endParaRPr>
          </a:p>
        </p:txBody>
      </p:sp>
      <p:sp>
        <p:nvSpPr>
          <p:cNvPr id="27650" name="Rectangle 3"/>
          <p:cNvSpPr>
            <a:spLocks noGrp="1"/>
          </p:cNvSpPr>
          <p:nvPr>
            <p:ph type="subTitle" sz="quarter" idx="1"/>
          </p:nvPr>
        </p:nvSpPr>
        <p:spPr>
          <a:xfrm>
            <a:off x="3494026" y="2161311"/>
            <a:ext cx="6400800" cy="2592388"/>
          </a:xfrm>
        </p:spPr>
        <p:txBody>
          <a:bodyPr vert="horz" wrap="square" lIns="92075" tIns="46038" rIns="92075" bIns="46038" anchor="ctr"/>
          <a:lstStyle/>
          <a:p>
            <a:pPr algn="l">
              <a:buSzPct val="80000"/>
            </a:pPr>
            <a:r>
              <a:rPr lang="en-US" altLang="zh-CN" b="1" kern="1200" dirty="0" smtClean="0">
                <a:cs typeface="+mn-cs"/>
              </a:rPr>
              <a:t>1  </a:t>
            </a:r>
            <a:r>
              <a:rPr lang="en-US" altLang="zh-CN" b="1" kern="1200" dirty="0">
                <a:cs typeface="+mn-cs"/>
              </a:rPr>
              <a:t>GPS</a:t>
            </a:r>
            <a:r>
              <a:rPr lang="zh-CN" altLang="en-US" b="1" kern="1200" dirty="0">
                <a:cs typeface="+mn-cs"/>
              </a:rPr>
              <a:t>系统概述</a:t>
            </a:r>
          </a:p>
          <a:p>
            <a:pPr algn="l">
              <a:buSzPct val="80000"/>
            </a:pPr>
            <a:r>
              <a:rPr lang="en-US" altLang="zh-CN" b="1" kern="1200" dirty="0" smtClean="0">
                <a:cs typeface="+mn-cs"/>
              </a:rPr>
              <a:t>2  </a:t>
            </a:r>
            <a:r>
              <a:rPr lang="en-US" altLang="zh-CN" b="1" kern="1200" dirty="0">
                <a:cs typeface="+mn-cs"/>
              </a:rPr>
              <a:t>GPS</a:t>
            </a:r>
            <a:r>
              <a:rPr lang="zh-CN" altLang="en-US" b="1" kern="1200" dirty="0">
                <a:cs typeface="+mn-cs"/>
              </a:rPr>
              <a:t>定位</a:t>
            </a:r>
            <a:r>
              <a:rPr lang="zh-CN" altLang="en-US" b="1" kern="1200" dirty="0" smtClean="0">
                <a:cs typeface="+mn-cs"/>
              </a:rPr>
              <a:t>基本原理</a:t>
            </a:r>
            <a:endParaRPr lang="zh-CN" altLang="en-US" b="1" kern="1200" dirty="0">
              <a:cs typeface="+mn-cs"/>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6" name="Rectangle 350"/>
          <p:cNvSpPr>
            <a:spLocks noGrp="1" noChangeArrowheads="1"/>
          </p:cNvSpPr>
          <p:nvPr>
            <p:ph type="title"/>
          </p:nvPr>
        </p:nvSpPr>
        <p:spPr>
          <a:xfrm>
            <a:off x="1540786" y="643479"/>
            <a:ext cx="8229600" cy="549275"/>
          </a:xfrm>
        </p:spPr>
        <p:txBody>
          <a:bodyPr lIns="92075" tIns="46038" rIns="92075" bIns="46038" anchor="ctr"/>
          <a:lstStyle/>
          <a:p>
            <a:pPr algn="ctr" eaLnBrk="0" fontAlgn="base" hangingPunct="0">
              <a:lnSpc>
                <a:spcPct val="100000"/>
              </a:lnSpc>
              <a:spcAft>
                <a:spcPct val="0"/>
              </a:spcAft>
              <a:defRPr/>
            </a:pPr>
            <a:r>
              <a:rPr lang="en-US" altLang="zh-CN" sz="4000" dirty="0" smtClean="0">
                <a:solidFill>
                  <a:schemeClr val="tx2"/>
                </a:solidFill>
                <a:effectLst>
                  <a:outerShdw blurRad="38100" dist="38100" dir="2700000">
                    <a:srgbClr val="000000"/>
                  </a:outerShdw>
                </a:effectLst>
                <a:latin typeface="+mn-lt"/>
              </a:rPr>
              <a:t>GPS</a:t>
            </a:r>
            <a:r>
              <a:rPr lang="zh-CN" altLang="en-US" sz="4000" dirty="0">
                <a:solidFill>
                  <a:schemeClr val="tx2"/>
                </a:solidFill>
                <a:effectLst>
                  <a:outerShdw blurRad="38100" dist="38100" dir="2700000">
                    <a:srgbClr val="000000"/>
                  </a:outerShdw>
                </a:effectLst>
                <a:latin typeface="+mn-lt"/>
              </a:rPr>
              <a:t>定位系统概述</a:t>
            </a:r>
          </a:p>
        </p:txBody>
      </p:sp>
      <p:sp>
        <p:nvSpPr>
          <p:cNvPr id="4098" name="Rectangle 2"/>
          <p:cNvSpPr>
            <a:spLocks noGrp="1"/>
          </p:cNvSpPr>
          <p:nvPr>
            <p:ph idx="1"/>
          </p:nvPr>
        </p:nvSpPr>
        <p:spPr>
          <a:xfrm>
            <a:off x="898477" y="1246984"/>
            <a:ext cx="10521538" cy="1268412"/>
          </a:xfrm>
        </p:spPr>
        <p:txBody>
          <a:bodyPr vert="horz" wrap="square" lIns="91440" tIns="45720" rIns="91440" bIns="45720" anchor="t"/>
          <a:lstStyle/>
          <a:p>
            <a:r>
              <a:rPr lang="en-US" altLang="zh-CN" sz="2400" dirty="0" smtClean="0"/>
              <a:t>GPS</a:t>
            </a:r>
            <a:r>
              <a:rPr lang="zh-CN" altLang="zh-CN" sz="2400" dirty="0" smtClean="0"/>
              <a:t>系统</a:t>
            </a:r>
            <a:r>
              <a:rPr lang="zh-CN" altLang="en-US" sz="2400" dirty="0" smtClean="0"/>
              <a:t>：</a:t>
            </a:r>
            <a:r>
              <a:rPr lang="zh-CN" altLang="zh-CN" sz="2400" dirty="0" smtClean="0"/>
              <a:t>导航</a:t>
            </a:r>
            <a:r>
              <a:rPr lang="zh-CN" altLang="zh-CN" sz="2400" dirty="0"/>
              <a:t>星全球定位系统</a:t>
            </a:r>
            <a:r>
              <a:rPr lang="en-US" altLang="zh-CN" sz="2400" dirty="0"/>
              <a:t>GPS (</a:t>
            </a:r>
            <a:r>
              <a:rPr lang="en-US" altLang="zh-CN" sz="2400" dirty="0" err="1"/>
              <a:t>Navstar</a:t>
            </a:r>
            <a:r>
              <a:rPr lang="en-US" altLang="zh-CN" sz="2400" dirty="0"/>
              <a:t> Global Positioning System)</a:t>
            </a:r>
            <a:r>
              <a:rPr lang="zh-CN" altLang="zh-CN" sz="2400" dirty="0"/>
              <a:t>是美国建造的、基于导航卫星星座的全天候、全球定位系统。它提供覆盖全球表面的三维定位和时间信号。通过接收这些信号，用户接收机能够为用户确定其所处的位置及运行速度和当前</a:t>
            </a:r>
            <a:r>
              <a:rPr lang="en-US" altLang="zh-CN" sz="2400" dirty="0"/>
              <a:t>(</a:t>
            </a:r>
            <a:r>
              <a:rPr lang="zh-CN" altLang="zh-CN" sz="2400" dirty="0"/>
              <a:t>格林威治或当地</a:t>
            </a:r>
            <a:r>
              <a:rPr lang="en-US" altLang="zh-CN" sz="2400" dirty="0"/>
              <a:t>)</a:t>
            </a:r>
            <a:r>
              <a:rPr lang="zh-CN" altLang="zh-CN" sz="2400" dirty="0"/>
              <a:t>时间。 </a:t>
            </a:r>
          </a:p>
          <a:p>
            <a:pPr>
              <a:buClr>
                <a:schemeClr val="accent2"/>
              </a:buClr>
              <a:buSzPct val="80000"/>
              <a:buFont typeface="Wingdings" panose="05000000000000000000" pitchFamily="2" charset="2"/>
            </a:pPr>
            <a:endParaRPr lang="zh-CN" altLang="en-US" sz="2400" dirty="0">
              <a:latin typeface="+mn-ea"/>
            </a:endParaRPr>
          </a:p>
        </p:txBody>
      </p:sp>
      <p:grpSp>
        <p:nvGrpSpPr>
          <p:cNvPr id="2" name="Group 3"/>
          <p:cNvGrpSpPr/>
          <p:nvPr/>
        </p:nvGrpSpPr>
        <p:grpSpPr>
          <a:xfrm>
            <a:off x="3000375" y="2778126"/>
            <a:ext cx="6337300" cy="4079875"/>
            <a:chOff x="2198" y="1364"/>
            <a:chExt cx="3240" cy="2570"/>
          </a:xfrm>
        </p:grpSpPr>
        <p:grpSp>
          <p:nvGrpSpPr>
            <p:cNvPr id="28676" name="Group 4"/>
            <p:cNvGrpSpPr/>
            <p:nvPr/>
          </p:nvGrpSpPr>
          <p:grpSpPr>
            <a:xfrm>
              <a:off x="2496" y="1812"/>
              <a:ext cx="384" cy="290"/>
              <a:chOff x="2496" y="1812"/>
              <a:chExt cx="384" cy="290"/>
            </a:xfrm>
          </p:grpSpPr>
          <p:sp>
            <p:nvSpPr>
              <p:cNvPr id="28677" name="Freeform 5"/>
              <p:cNvSpPr/>
              <p:nvPr/>
            </p:nvSpPr>
            <p:spPr>
              <a:xfrm>
                <a:off x="2737" y="1812"/>
                <a:ext cx="143" cy="143"/>
              </a:xfrm>
              <a:custGeom>
                <a:avLst/>
                <a:gdLst/>
                <a:ahLst/>
                <a:cxnLst>
                  <a:cxn ang="0">
                    <a:pos x="142" y="86"/>
                  </a:cxn>
                  <a:cxn ang="0">
                    <a:pos x="89" y="0"/>
                  </a:cxn>
                  <a:cxn ang="0">
                    <a:pos x="0" y="48"/>
                  </a:cxn>
                  <a:cxn ang="0">
                    <a:pos x="57" y="142"/>
                  </a:cxn>
                  <a:cxn ang="0">
                    <a:pos x="142" y="86"/>
                  </a:cxn>
                </a:cxnLst>
                <a:rect l="0" t="0" r="0" b="0"/>
                <a:pathLst>
                  <a:path w="143" h="143">
                    <a:moveTo>
                      <a:pt x="142" y="86"/>
                    </a:moveTo>
                    <a:lnTo>
                      <a:pt x="89" y="0"/>
                    </a:lnTo>
                    <a:lnTo>
                      <a:pt x="0" y="48"/>
                    </a:lnTo>
                    <a:lnTo>
                      <a:pt x="57" y="142"/>
                    </a:lnTo>
                    <a:lnTo>
                      <a:pt x="142" y="86"/>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678" name="Freeform 6"/>
              <p:cNvSpPr/>
              <p:nvPr/>
            </p:nvSpPr>
            <p:spPr>
              <a:xfrm>
                <a:off x="2625" y="1901"/>
                <a:ext cx="121" cy="102"/>
              </a:xfrm>
              <a:custGeom>
                <a:avLst/>
                <a:gdLst/>
                <a:ahLst/>
                <a:cxnLst>
                  <a:cxn ang="0">
                    <a:pos x="12" y="35"/>
                  </a:cxn>
                  <a:cxn ang="0">
                    <a:pos x="69" y="1"/>
                  </a:cxn>
                  <a:cxn ang="0">
                    <a:pos x="93" y="0"/>
                  </a:cxn>
                  <a:cxn ang="0">
                    <a:pos x="120" y="45"/>
                  </a:cxn>
                  <a:cxn ang="0">
                    <a:pos x="106" y="65"/>
                  </a:cxn>
                  <a:cxn ang="0">
                    <a:pos x="50" y="99"/>
                  </a:cxn>
                  <a:cxn ang="0">
                    <a:pos x="26" y="101"/>
                  </a:cxn>
                  <a:cxn ang="0">
                    <a:pos x="0" y="55"/>
                  </a:cxn>
                  <a:cxn ang="0">
                    <a:pos x="12" y="35"/>
                  </a:cxn>
                </a:cxnLst>
                <a:rect l="0" t="0" r="0" b="0"/>
                <a:pathLst>
                  <a:path w="121" h="102">
                    <a:moveTo>
                      <a:pt x="12" y="35"/>
                    </a:moveTo>
                    <a:lnTo>
                      <a:pt x="69" y="1"/>
                    </a:lnTo>
                    <a:lnTo>
                      <a:pt x="93" y="0"/>
                    </a:lnTo>
                    <a:lnTo>
                      <a:pt x="120" y="45"/>
                    </a:lnTo>
                    <a:lnTo>
                      <a:pt x="106" y="65"/>
                    </a:lnTo>
                    <a:lnTo>
                      <a:pt x="50" y="99"/>
                    </a:lnTo>
                    <a:lnTo>
                      <a:pt x="26" y="101"/>
                    </a:lnTo>
                    <a:lnTo>
                      <a:pt x="0" y="55"/>
                    </a:lnTo>
                    <a:lnTo>
                      <a:pt x="12" y="3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679" name="Freeform 7"/>
              <p:cNvSpPr/>
              <p:nvPr/>
            </p:nvSpPr>
            <p:spPr>
              <a:xfrm>
                <a:off x="2666" y="1881"/>
                <a:ext cx="122" cy="102"/>
              </a:xfrm>
              <a:custGeom>
                <a:avLst/>
                <a:gdLst/>
                <a:ahLst/>
                <a:cxnLst>
                  <a:cxn ang="0">
                    <a:pos x="13" y="36"/>
                  </a:cxn>
                  <a:cxn ang="0">
                    <a:pos x="70" y="2"/>
                  </a:cxn>
                  <a:cxn ang="0">
                    <a:pos x="94" y="0"/>
                  </a:cxn>
                  <a:cxn ang="0">
                    <a:pos x="121" y="45"/>
                  </a:cxn>
                  <a:cxn ang="0">
                    <a:pos x="107" y="64"/>
                  </a:cxn>
                  <a:cxn ang="0">
                    <a:pos x="52" y="98"/>
                  </a:cxn>
                  <a:cxn ang="0">
                    <a:pos x="26" y="101"/>
                  </a:cxn>
                  <a:cxn ang="0">
                    <a:pos x="0" y="56"/>
                  </a:cxn>
                  <a:cxn ang="0">
                    <a:pos x="13" y="36"/>
                  </a:cxn>
                </a:cxnLst>
                <a:rect l="0" t="0" r="0" b="0"/>
                <a:pathLst>
                  <a:path w="122" h="102">
                    <a:moveTo>
                      <a:pt x="13" y="36"/>
                    </a:moveTo>
                    <a:lnTo>
                      <a:pt x="70" y="2"/>
                    </a:lnTo>
                    <a:lnTo>
                      <a:pt x="94" y="0"/>
                    </a:lnTo>
                    <a:lnTo>
                      <a:pt x="121" y="45"/>
                    </a:lnTo>
                    <a:lnTo>
                      <a:pt x="107" y="64"/>
                    </a:lnTo>
                    <a:lnTo>
                      <a:pt x="52" y="98"/>
                    </a:lnTo>
                    <a:lnTo>
                      <a:pt x="26" y="101"/>
                    </a:lnTo>
                    <a:lnTo>
                      <a:pt x="0" y="56"/>
                    </a:lnTo>
                    <a:lnTo>
                      <a:pt x="13" y="36"/>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680" name="Freeform 8"/>
              <p:cNvSpPr/>
              <p:nvPr/>
            </p:nvSpPr>
            <p:spPr>
              <a:xfrm>
                <a:off x="2636" y="1895"/>
                <a:ext cx="108" cy="42"/>
              </a:xfrm>
              <a:custGeom>
                <a:avLst/>
                <a:gdLst/>
                <a:ahLst/>
                <a:cxnLst>
                  <a:cxn ang="0">
                    <a:pos x="55" y="7"/>
                  </a:cxn>
                  <a:cxn ang="0">
                    <a:pos x="107" y="0"/>
                  </a:cxn>
                  <a:cxn ang="0">
                    <a:pos x="51" y="32"/>
                  </a:cxn>
                  <a:cxn ang="0">
                    <a:pos x="0" y="41"/>
                  </a:cxn>
                  <a:cxn ang="0">
                    <a:pos x="55" y="7"/>
                  </a:cxn>
                </a:cxnLst>
                <a:rect l="0" t="0" r="0" b="0"/>
                <a:pathLst>
                  <a:path w="108" h="42">
                    <a:moveTo>
                      <a:pt x="55" y="7"/>
                    </a:moveTo>
                    <a:lnTo>
                      <a:pt x="107" y="0"/>
                    </a:lnTo>
                    <a:lnTo>
                      <a:pt x="51" y="32"/>
                    </a:lnTo>
                    <a:lnTo>
                      <a:pt x="0" y="41"/>
                    </a:lnTo>
                    <a:lnTo>
                      <a:pt x="55" y="7"/>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681" name="Freeform 9"/>
              <p:cNvSpPr/>
              <p:nvPr/>
            </p:nvSpPr>
            <p:spPr>
              <a:xfrm>
                <a:off x="2651" y="1985"/>
                <a:ext cx="70" cy="21"/>
              </a:xfrm>
              <a:custGeom>
                <a:avLst/>
                <a:gdLst/>
                <a:ahLst/>
                <a:cxnLst>
                  <a:cxn ang="0">
                    <a:pos x="0" y="20"/>
                  </a:cxn>
                  <a:cxn ang="0">
                    <a:pos x="44" y="0"/>
                  </a:cxn>
                  <a:cxn ang="0">
                    <a:pos x="69" y="0"/>
                  </a:cxn>
                  <a:cxn ang="0">
                    <a:pos x="24" y="20"/>
                  </a:cxn>
                  <a:cxn ang="0">
                    <a:pos x="0" y="20"/>
                  </a:cxn>
                </a:cxnLst>
                <a:rect l="0" t="0" r="0" b="0"/>
                <a:pathLst>
                  <a:path w="70" h="21">
                    <a:moveTo>
                      <a:pt x="0" y="20"/>
                    </a:moveTo>
                    <a:lnTo>
                      <a:pt x="44" y="0"/>
                    </a:lnTo>
                    <a:lnTo>
                      <a:pt x="69" y="0"/>
                    </a:lnTo>
                    <a:lnTo>
                      <a:pt x="24" y="20"/>
                    </a:lnTo>
                    <a:lnTo>
                      <a:pt x="0" y="2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682" name="Line 10"/>
              <p:cNvSpPr/>
              <p:nvPr/>
            </p:nvSpPr>
            <p:spPr>
              <a:xfrm flipV="1">
                <a:off x="2631" y="1938"/>
                <a:ext cx="32" cy="24"/>
              </a:xfrm>
              <a:prstGeom prst="line">
                <a:avLst/>
              </a:prstGeom>
              <a:ln w="12700" cap="flat" cmpd="sng">
                <a:solidFill>
                  <a:schemeClr val="tx1"/>
                </a:solidFill>
                <a:prstDash val="solid"/>
                <a:headEnd type="none" w="med" len="med"/>
                <a:tailEnd type="none" w="med" len="med"/>
              </a:ln>
            </p:spPr>
          </p:sp>
          <p:sp>
            <p:nvSpPr>
              <p:cNvPr id="28683" name="Oval 11"/>
              <p:cNvSpPr/>
              <p:nvPr/>
            </p:nvSpPr>
            <p:spPr>
              <a:xfrm rot="-1860000">
                <a:off x="2688" y="1924"/>
                <a:ext cx="23" cy="12"/>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684" name="Line 12"/>
              <p:cNvSpPr/>
              <p:nvPr/>
            </p:nvSpPr>
            <p:spPr>
              <a:xfrm flipV="1">
                <a:off x="2691" y="1912"/>
                <a:ext cx="3" cy="15"/>
              </a:xfrm>
              <a:prstGeom prst="line">
                <a:avLst/>
              </a:prstGeom>
              <a:ln w="12700" cap="flat" cmpd="sng">
                <a:solidFill>
                  <a:schemeClr val="tx1"/>
                </a:solidFill>
                <a:prstDash val="solid"/>
                <a:headEnd type="none" w="med" len="med"/>
                <a:tailEnd type="none" w="med" len="med"/>
              </a:ln>
            </p:spPr>
          </p:sp>
          <p:sp>
            <p:nvSpPr>
              <p:cNvPr id="28685" name="Line 13"/>
              <p:cNvSpPr/>
              <p:nvPr/>
            </p:nvSpPr>
            <p:spPr>
              <a:xfrm>
                <a:off x="2693" y="1929"/>
                <a:ext cx="3" cy="0"/>
              </a:xfrm>
              <a:prstGeom prst="line">
                <a:avLst/>
              </a:prstGeom>
              <a:ln w="12700" cap="flat" cmpd="sng">
                <a:solidFill>
                  <a:schemeClr val="tx1"/>
                </a:solidFill>
                <a:prstDash val="solid"/>
                <a:headEnd type="none" w="med" len="med"/>
                <a:tailEnd type="none" w="med" len="med"/>
              </a:ln>
            </p:spPr>
          </p:sp>
          <p:sp>
            <p:nvSpPr>
              <p:cNvPr id="28686" name="Oval 14"/>
              <p:cNvSpPr/>
              <p:nvPr/>
            </p:nvSpPr>
            <p:spPr>
              <a:xfrm rot="-1860000">
                <a:off x="2688" y="1919"/>
                <a:ext cx="95" cy="4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687" name="Line 15"/>
              <p:cNvSpPr/>
              <p:nvPr/>
            </p:nvSpPr>
            <p:spPr>
              <a:xfrm flipV="1">
                <a:off x="2742" y="1873"/>
                <a:ext cx="36" cy="26"/>
              </a:xfrm>
              <a:prstGeom prst="line">
                <a:avLst/>
              </a:prstGeom>
              <a:ln w="12700" cap="flat" cmpd="sng">
                <a:solidFill>
                  <a:schemeClr val="tx1"/>
                </a:solidFill>
                <a:prstDash val="solid"/>
                <a:headEnd type="none" w="med" len="med"/>
                <a:tailEnd type="none" w="med" len="med"/>
              </a:ln>
            </p:spPr>
          </p:sp>
          <p:sp>
            <p:nvSpPr>
              <p:cNvPr id="28688" name="Freeform 16"/>
              <p:cNvSpPr/>
              <p:nvPr/>
            </p:nvSpPr>
            <p:spPr>
              <a:xfrm>
                <a:off x="2689" y="1916"/>
                <a:ext cx="32" cy="20"/>
              </a:xfrm>
              <a:custGeom>
                <a:avLst/>
                <a:gdLst/>
                <a:ahLst/>
                <a:cxnLst>
                  <a:cxn ang="0">
                    <a:pos x="0" y="13"/>
                  </a:cxn>
                  <a:cxn ang="0">
                    <a:pos x="16" y="0"/>
                  </a:cxn>
                  <a:cxn ang="0">
                    <a:pos x="31" y="2"/>
                  </a:cxn>
                  <a:cxn ang="0">
                    <a:pos x="28" y="19"/>
                  </a:cxn>
                  <a:cxn ang="0">
                    <a:pos x="0" y="13"/>
                  </a:cxn>
                </a:cxnLst>
                <a:rect l="0" t="0" r="0" b="0"/>
                <a:pathLst>
                  <a:path w="32" h="20">
                    <a:moveTo>
                      <a:pt x="0" y="13"/>
                    </a:moveTo>
                    <a:lnTo>
                      <a:pt x="16" y="0"/>
                    </a:lnTo>
                    <a:lnTo>
                      <a:pt x="31" y="2"/>
                    </a:lnTo>
                    <a:lnTo>
                      <a:pt x="28" y="19"/>
                    </a:lnTo>
                    <a:lnTo>
                      <a:pt x="0" y="1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689" name="Freeform 17"/>
              <p:cNvSpPr/>
              <p:nvPr/>
            </p:nvSpPr>
            <p:spPr>
              <a:xfrm>
                <a:off x="2691" y="1916"/>
                <a:ext cx="32" cy="25"/>
              </a:xfrm>
              <a:custGeom>
                <a:avLst/>
                <a:gdLst/>
                <a:ahLst/>
                <a:cxnLst>
                  <a:cxn ang="0">
                    <a:pos x="22" y="0"/>
                  </a:cxn>
                  <a:cxn ang="0">
                    <a:pos x="31" y="13"/>
                  </a:cxn>
                  <a:cxn ang="0">
                    <a:pos x="18" y="24"/>
                  </a:cxn>
                  <a:cxn ang="0">
                    <a:pos x="0" y="19"/>
                  </a:cxn>
                  <a:cxn ang="0">
                    <a:pos x="16" y="6"/>
                  </a:cxn>
                  <a:cxn ang="0">
                    <a:pos x="22" y="0"/>
                  </a:cxn>
                </a:cxnLst>
                <a:rect l="0" t="0" r="0" b="0"/>
                <a:pathLst>
                  <a:path w="32" h="25">
                    <a:moveTo>
                      <a:pt x="22" y="0"/>
                    </a:moveTo>
                    <a:lnTo>
                      <a:pt x="31" y="13"/>
                    </a:lnTo>
                    <a:lnTo>
                      <a:pt x="18" y="24"/>
                    </a:lnTo>
                    <a:lnTo>
                      <a:pt x="0" y="19"/>
                    </a:lnTo>
                    <a:lnTo>
                      <a:pt x="16" y="6"/>
                    </a:lnTo>
                    <a:lnTo>
                      <a:pt x="22"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690" name="Rectangle 18"/>
              <p:cNvSpPr/>
              <p:nvPr/>
            </p:nvSpPr>
            <p:spPr>
              <a:xfrm rot="-1860000">
                <a:off x="2635" y="1979"/>
                <a:ext cx="24" cy="1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691" name="Freeform 19"/>
              <p:cNvSpPr/>
              <p:nvPr/>
            </p:nvSpPr>
            <p:spPr>
              <a:xfrm>
                <a:off x="2496" y="1934"/>
                <a:ext cx="167" cy="168"/>
              </a:xfrm>
              <a:custGeom>
                <a:avLst/>
                <a:gdLst/>
                <a:ahLst/>
                <a:cxnLst>
                  <a:cxn ang="0">
                    <a:pos x="0" y="59"/>
                  </a:cxn>
                  <a:cxn ang="0">
                    <a:pos x="64" y="167"/>
                  </a:cxn>
                  <a:cxn ang="0">
                    <a:pos x="166" y="100"/>
                  </a:cxn>
                  <a:cxn ang="0">
                    <a:pos x="105" y="0"/>
                  </a:cxn>
                  <a:cxn ang="0">
                    <a:pos x="0" y="59"/>
                  </a:cxn>
                </a:cxnLst>
                <a:rect l="0" t="0" r="0" b="0"/>
                <a:pathLst>
                  <a:path w="167" h="168">
                    <a:moveTo>
                      <a:pt x="0" y="59"/>
                    </a:moveTo>
                    <a:lnTo>
                      <a:pt x="64" y="167"/>
                    </a:lnTo>
                    <a:lnTo>
                      <a:pt x="166" y="100"/>
                    </a:lnTo>
                    <a:lnTo>
                      <a:pt x="105" y="0"/>
                    </a:lnTo>
                    <a:lnTo>
                      <a:pt x="0" y="5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692" name="Line 20"/>
              <p:cNvSpPr/>
              <p:nvPr/>
            </p:nvSpPr>
            <p:spPr>
              <a:xfrm flipV="1">
                <a:off x="2721" y="1960"/>
                <a:ext cx="8" cy="11"/>
              </a:xfrm>
              <a:prstGeom prst="line">
                <a:avLst/>
              </a:prstGeom>
              <a:ln w="12700" cap="flat" cmpd="sng">
                <a:solidFill>
                  <a:schemeClr val="tx1"/>
                </a:solidFill>
                <a:prstDash val="solid"/>
                <a:headEnd type="none" w="med" len="med"/>
                <a:tailEnd type="none" w="med" len="med"/>
              </a:ln>
            </p:spPr>
          </p:sp>
          <p:sp>
            <p:nvSpPr>
              <p:cNvPr id="28693" name="Line 21"/>
              <p:cNvSpPr/>
              <p:nvPr/>
            </p:nvSpPr>
            <p:spPr>
              <a:xfrm flipV="1">
                <a:off x="2720" y="1958"/>
                <a:ext cx="8" cy="13"/>
              </a:xfrm>
              <a:prstGeom prst="line">
                <a:avLst/>
              </a:prstGeom>
              <a:ln w="12700" cap="flat" cmpd="sng">
                <a:solidFill>
                  <a:schemeClr val="tx1"/>
                </a:solidFill>
                <a:prstDash val="solid"/>
                <a:headEnd type="none" w="med" len="med"/>
                <a:tailEnd type="none" w="med" len="med"/>
              </a:ln>
            </p:spPr>
          </p:sp>
          <p:sp>
            <p:nvSpPr>
              <p:cNvPr id="28694" name="Freeform 22"/>
              <p:cNvSpPr/>
              <p:nvPr/>
            </p:nvSpPr>
            <p:spPr>
              <a:xfrm>
                <a:off x="2716" y="1953"/>
                <a:ext cx="33" cy="28"/>
              </a:xfrm>
              <a:custGeom>
                <a:avLst/>
                <a:gdLst/>
                <a:ahLst/>
                <a:cxnLst>
                  <a:cxn ang="0">
                    <a:pos x="25" y="20"/>
                  </a:cxn>
                  <a:cxn ang="0">
                    <a:pos x="32" y="17"/>
                  </a:cxn>
                  <a:cxn ang="0">
                    <a:pos x="30" y="14"/>
                  </a:cxn>
                  <a:cxn ang="0">
                    <a:pos x="23" y="2"/>
                  </a:cxn>
                  <a:cxn ang="0">
                    <a:pos x="22" y="0"/>
                  </a:cxn>
                  <a:cxn ang="0">
                    <a:pos x="16" y="4"/>
                  </a:cxn>
                  <a:cxn ang="0">
                    <a:pos x="11" y="11"/>
                  </a:cxn>
                  <a:cxn ang="0">
                    <a:pos x="4" y="17"/>
                  </a:cxn>
                  <a:cxn ang="0">
                    <a:pos x="0" y="23"/>
                  </a:cxn>
                  <a:cxn ang="0">
                    <a:pos x="1" y="25"/>
                  </a:cxn>
                  <a:cxn ang="0">
                    <a:pos x="8" y="22"/>
                  </a:cxn>
                  <a:cxn ang="0">
                    <a:pos x="11" y="27"/>
                  </a:cxn>
                  <a:cxn ang="0">
                    <a:pos x="19" y="25"/>
                  </a:cxn>
                  <a:cxn ang="0">
                    <a:pos x="25" y="20"/>
                  </a:cxn>
                </a:cxnLst>
                <a:rect l="0" t="0" r="0" b="0"/>
                <a:pathLst>
                  <a:path w="33" h="28">
                    <a:moveTo>
                      <a:pt x="25" y="20"/>
                    </a:moveTo>
                    <a:lnTo>
                      <a:pt x="32" y="17"/>
                    </a:lnTo>
                    <a:lnTo>
                      <a:pt x="30" y="14"/>
                    </a:lnTo>
                    <a:lnTo>
                      <a:pt x="23" y="2"/>
                    </a:lnTo>
                    <a:lnTo>
                      <a:pt x="22" y="0"/>
                    </a:lnTo>
                    <a:lnTo>
                      <a:pt x="16" y="4"/>
                    </a:lnTo>
                    <a:lnTo>
                      <a:pt x="11" y="11"/>
                    </a:lnTo>
                    <a:lnTo>
                      <a:pt x="4" y="17"/>
                    </a:lnTo>
                    <a:lnTo>
                      <a:pt x="0" y="23"/>
                    </a:lnTo>
                    <a:lnTo>
                      <a:pt x="1" y="25"/>
                    </a:lnTo>
                    <a:lnTo>
                      <a:pt x="8" y="22"/>
                    </a:lnTo>
                    <a:lnTo>
                      <a:pt x="11" y="27"/>
                    </a:lnTo>
                    <a:lnTo>
                      <a:pt x="19" y="25"/>
                    </a:lnTo>
                    <a:lnTo>
                      <a:pt x="25"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695" name="Freeform 23"/>
              <p:cNvSpPr/>
              <p:nvPr/>
            </p:nvSpPr>
            <p:spPr>
              <a:xfrm>
                <a:off x="2715" y="1961"/>
                <a:ext cx="34" cy="21"/>
              </a:xfrm>
              <a:custGeom>
                <a:avLst/>
                <a:gdLst/>
                <a:ahLst/>
                <a:cxnLst>
                  <a:cxn ang="0">
                    <a:pos x="0" y="7"/>
                  </a:cxn>
                  <a:cxn ang="0">
                    <a:pos x="29" y="0"/>
                  </a:cxn>
                  <a:cxn ang="0">
                    <a:pos x="33" y="10"/>
                  </a:cxn>
                  <a:cxn ang="0">
                    <a:pos x="2" y="20"/>
                  </a:cxn>
                  <a:cxn ang="0">
                    <a:pos x="0" y="7"/>
                  </a:cxn>
                </a:cxnLst>
                <a:rect l="0" t="0" r="0" b="0"/>
                <a:pathLst>
                  <a:path w="34" h="21">
                    <a:moveTo>
                      <a:pt x="0" y="7"/>
                    </a:moveTo>
                    <a:lnTo>
                      <a:pt x="29" y="0"/>
                    </a:lnTo>
                    <a:lnTo>
                      <a:pt x="33" y="10"/>
                    </a:lnTo>
                    <a:lnTo>
                      <a:pt x="2" y="20"/>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696" name="Freeform 24"/>
              <p:cNvSpPr/>
              <p:nvPr/>
            </p:nvSpPr>
            <p:spPr>
              <a:xfrm>
                <a:off x="2735" y="1953"/>
                <a:ext cx="28" cy="20"/>
              </a:xfrm>
              <a:custGeom>
                <a:avLst/>
                <a:gdLst/>
                <a:ahLst/>
                <a:cxnLst>
                  <a:cxn ang="0">
                    <a:pos x="0" y="16"/>
                  </a:cxn>
                  <a:cxn ang="0">
                    <a:pos x="2" y="19"/>
                  </a:cxn>
                  <a:cxn ang="0">
                    <a:pos x="5" y="16"/>
                  </a:cxn>
                  <a:cxn ang="0">
                    <a:pos x="7" y="19"/>
                  </a:cxn>
                  <a:cxn ang="0">
                    <a:pos x="11" y="19"/>
                  </a:cxn>
                  <a:cxn ang="0">
                    <a:pos x="16" y="19"/>
                  </a:cxn>
                  <a:cxn ang="0">
                    <a:pos x="19" y="16"/>
                  </a:cxn>
                  <a:cxn ang="0">
                    <a:pos x="22" y="11"/>
                  </a:cxn>
                  <a:cxn ang="0">
                    <a:pos x="24" y="8"/>
                  </a:cxn>
                  <a:cxn ang="0">
                    <a:pos x="23" y="5"/>
                  </a:cxn>
                  <a:cxn ang="0">
                    <a:pos x="27" y="3"/>
                  </a:cxn>
                  <a:cxn ang="0">
                    <a:pos x="25" y="1"/>
                  </a:cxn>
                  <a:cxn ang="0">
                    <a:pos x="21" y="1"/>
                  </a:cxn>
                  <a:cxn ang="0">
                    <a:pos x="15" y="1"/>
                  </a:cxn>
                  <a:cxn ang="0">
                    <a:pos x="10" y="0"/>
                  </a:cxn>
                  <a:cxn ang="0">
                    <a:pos x="7" y="2"/>
                  </a:cxn>
                  <a:cxn ang="0">
                    <a:pos x="4" y="7"/>
                  </a:cxn>
                  <a:cxn ang="0">
                    <a:pos x="2" y="11"/>
                  </a:cxn>
                  <a:cxn ang="0">
                    <a:pos x="0" y="16"/>
                  </a:cxn>
                </a:cxnLst>
                <a:rect l="0" t="0" r="0" b="0"/>
                <a:pathLst>
                  <a:path w="28" h="20">
                    <a:moveTo>
                      <a:pt x="0" y="16"/>
                    </a:moveTo>
                    <a:lnTo>
                      <a:pt x="2" y="19"/>
                    </a:lnTo>
                    <a:lnTo>
                      <a:pt x="5" y="16"/>
                    </a:lnTo>
                    <a:lnTo>
                      <a:pt x="7" y="19"/>
                    </a:lnTo>
                    <a:lnTo>
                      <a:pt x="11" y="19"/>
                    </a:lnTo>
                    <a:lnTo>
                      <a:pt x="16" y="19"/>
                    </a:lnTo>
                    <a:lnTo>
                      <a:pt x="19" y="16"/>
                    </a:lnTo>
                    <a:lnTo>
                      <a:pt x="22" y="11"/>
                    </a:lnTo>
                    <a:lnTo>
                      <a:pt x="24" y="8"/>
                    </a:lnTo>
                    <a:lnTo>
                      <a:pt x="23" y="5"/>
                    </a:lnTo>
                    <a:lnTo>
                      <a:pt x="27" y="3"/>
                    </a:lnTo>
                    <a:lnTo>
                      <a:pt x="25" y="1"/>
                    </a:lnTo>
                    <a:lnTo>
                      <a:pt x="21" y="1"/>
                    </a:lnTo>
                    <a:lnTo>
                      <a:pt x="15" y="1"/>
                    </a:lnTo>
                    <a:lnTo>
                      <a:pt x="10" y="0"/>
                    </a:lnTo>
                    <a:lnTo>
                      <a:pt x="7" y="2"/>
                    </a:lnTo>
                    <a:lnTo>
                      <a:pt x="4" y="7"/>
                    </a:lnTo>
                    <a:lnTo>
                      <a:pt x="2"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697" name="Line 25"/>
              <p:cNvSpPr/>
              <p:nvPr/>
            </p:nvSpPr>
            <p:spPr>
              <a:xfrm flipV="1">
                <a:off x="2705" y="1957"/>
                <a:ext cx="3" cy="10"/>
              </a:xfrm>
              <a:prstGeom prst="line">
                <a:avLst/>
              </a:prstGeom>
              <a:ln w="12700" cap="flat" cmpd="sng">
                <a:solidFill>
                  <a:schemeClr val="tx1"/>
                </a:solidFill>
                <a:prstDash val="solid"/>
                <a:headEnd type="none" w="med" len="med"/>
                <a:tailEnd type="none" w="med" len="med"/>
              </a:ln>
            </p:spPr>
          </p:sp>
          <p:sp>
            <p:nvSpPr>
              <p:cNvPr id="28698" name="Line 26"/>
              <p:cNvSpPr/>
              <p:nvPr/>
            </p:nvSpPr>
            <p:spPr>
              <a:xfrm flipV="1">
                <a:off x="2700" y="1950"/>
                <a:ext cx="9" cy="13"/>
              </a:xfrm>
              <a:prstGeom prst="line">
                <a:avLst/>
              </a:prstGeom>
              <a:ln w="12700" cap="flat" cmpd="sng">
                <a:solidFill>
                  <a:schemeClr val="tx1"/>
                </a:solidFill>
                <a:prstDash val="solid"/>
                <a:headEnd type="none" w="med" len="med"/>
                <a:tailEnd type="none" w="med" len="med"/>
              </a:ln>
            </p:spPr>
          </p:sp>
          <p:sp>
            <p:nvSpPr>
              <p:cNvPr id="28699" name="Freeform 27"/>
              <p:cNvSpPr/>
              <p:nvPr/>
            </p:nvSpPr>
            <p:spPr>
              <a:xfrm>
                <a:off x="2700" y="1949"/>
                <a:ext cx="34" cy="24"/>
              </a:xfrm>
              <a:custGeom>
                <a:avLst/>
                <a:gdLst/>
                <a:ahLst/>
                <a:cxnLst>
                  <a:cxn ang="0">
                    <a:pos x="26" y="20"/>
                  </a:cxn>
                  <a:cxn ang="0">
                    <a:pos x="33" y="15"/>
                  </a:cxn>
                  <a:cxn ang="0">
                    <a:pos x="31" y="13"/>
                  </a:cxn>
                  <a:cxn ang="0">
                    <a:pos x="24" y="2"/>
                  </a:cxn>
                  <a:cxn ang="0">
                    <a:pos x="23" y="0"/>
                  </a:cxn>
                  <a:cxn ang="0">
                    <a:pos x="15" y="3"/>
                  </a:cxn>
                  <a:cxn ang="0">
                    <a:pos x="9" y="7"/>
                  </a:cxn>
                  <a:cxn ang="0">
                    <a:pos x="4" y="13"/>
                  </a:cxn>
                  <a:cxn ang="0">
                    <a:pos x="6" y="15"/>
                  </a:cxn>
                  <a:cxn ang="0">
                    <a:pos x="0" y="19"/>
                  </a:cxn>
                  <a:cxn ang="0">
                    <a:pos x="1" y="21"/>
                  </a:cxn>
                  <a:cxn ang="0">
                    <a:pos x="8" y="20"/>
                  </a:cxn>
                  <a:cxn ang="0">
                    <a:pos x="11" y="23"/>
                  </a:cxn>
                  <a:cxn ang="0">
                    <a:pos x="18" y="21"/>
                  </a:cxn>
                  <a:cxn ang="0">
                    <a:pos x="26" y="20"/>
                  </a:cxn>
                </a:cxnLst>
                <a:rect l="0" t="0" r="0" b="0"/>
                <a:pathLst>
                  <a:path w="34" h="24">
                    <a:moveTo>
                      <a:pt x="26" y="20"/>
                    </a:moveTo>
                    <a:lnTo>
                      <a:pt x="33" y="15"/>
                    </a:lnTo>
                    <a:lnTo>
                      <a:pt x="31" y="13"/>
                    </a:lnTo>
                    <a:lnTo>
                      <a:pt x="24" y="2"/>
                    </a:lnTo>
                    <a:lnTo>
                      <a:pt x="23" y="0"/>
                    </a:lnTo>
                    <a:lnTo>
                      <a:pt x="15" y="3"/>
                    </a:lnTo>
                    <a:lnTo>
                      <a:pt x="9" y="7"/>
                    </a:lnTo>
                    <a:lnTo>
                      <a:pt x="4" y="13"/>
                    </a:lnTo>
                    <a:lnTo>
                      <a:pt x="6" y="15"/>
                    </a:lnTo>
                    <a:lnTo>
                      <a:pt x="0" y="19"/>
                    </a:lnTo>
                    <a:lnTo>
                      <a:pt x="1" y="21"/>
                    </a:lnTo>
                    <a:lnTo>
                      <a:pt x="8" y="20"/>
                    </a:lnTo>
                    <a:lnTo>
                      <a:pt x="11" y="23"/>
                    </a:lnTo>
                    <a:lnTo>
                      <a:pt x="18" y="21"/>
                    </a:lnTo>
                    <a:lnTo>
                      <a:pt x="26"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00" name="Freeform 28"/>
              <p:cNvSpPr/>
              <p:nvPr/>
            </p:nvSpPr>
            <p:spPr>
              <a:xfrm>
                <a:off x="2702" y="1955"/>
                <a:ext cx="33" cy="21"/>
              </a:xfrm>
              <a:custGeom>
                <a:avLst/>
                <a:gdLst/>
                <a:ahLst/>
                <a:cxnLst>
                  <a:cxn ang="0">
                    <a:pos x="0" y="6"/>
                  </a:cxn>
                  <a:cxn ang="0">
                    <a:pos x="28" y="0"/>
                  </a:cxn>
                  <a:cxn ang="0">
                    <a:pos x="32" y="11"/>
                  </a:cxn>
                  <a:cxn ang="0">
                    <a:pos x="2" y="20"/>
                  </a:cxn>
                  <a:cxn ang="0">
                    <a:pos x="0" y="6"/>
                  </a:cxn>
                </a:cxnLst>
                <a:rect l="0" t="0" r="0" b="0"/>
                <a:pathLst>
                  <a:path w="33" h="21">
                    <a:moveTo>
                      <a:pt x="0" y="6"/>
                    </a:moveTo>
                    <a:lnTo>
                      <a:pt x="28" y="0"/>
                    </a:lnTo>
                    <a:lnTo>
                      <a:pt x="32" y="11"/>
                    </a:lnTo>
                    <a:lnTo>
                      <a:pt x="2" y="20"/>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01" name="Freeform 29"/>
              <p:cNvSpPr/>
              <p:nvPr/>
            </p:nvSpPr>
            <p:spPr>
              <a:xfrm>
                <a:off x="2716" y="1943"/>
                <a:ext cx="29" cy="27"/>
              </a:xfrm>
              <a:custGeom>
                <a:avLst/>
                <a:gdLst/>
                <a:ahLst/>
                <a:cxnLst>
                  <a:cxn ang="0">
                    <a:pos x="0" y="18"/>
                  </a:cxn>
                  <a:cxn ang="0">
                    <a:pos x="2" y="22"/>
                  </a:cxn>
                  <a:cxn ang="0">
                    <a:pos x="6" y="19"/>
                  </a:cxn>
                  <a:cxn ang="0">
                    <a:pos x="8" y="26"/>
                  </a:cxn>
                  <a:cxn ang="0">
                    <a:pos x="15" y="26"/>
                  </a:cxn>
                  <a:cxn ang="0">
                    <a:pos x="19" y="23"/>
                  </a:cxn>
                  <a:cxn ang="0">
                    <a:pos x="22" y="22"/>
                  </a:cxn>
                  <a:cxn ang="0">
                    <a:pos x="26" y="19"/>
                  </a:cxn>
                  <a:cxn ang="0">
                    <a:pos x="28" y="14"/>
                  </a:cxn>
                  <a:cxn ang="0">
                    <a:pos x="24" y="8"/>
                  </a:cxn>
                  <a:cxn ang="0">
                    <a:pos x="28" y="6"/>
                  </a:cxn>
                  <a:cxn ang="0">
                    <a:pos x="26" y="3"/>
                  </a:cxn>
                  <a:cxn ang="0">
                    <a:pos x="21" y="3"/>
                  </a:cxn>
                  <a:cxn ang="0">
                    <a:pos x="19" y="0"/>
                  </a:cxn>
                  <a:cxn ang="0">
                    <a:pos x="15" y="2"/>
                  </a:cxn>
                  <a:cxn ang="0">
                    <a:pos x="11" y="4"/>
                  </a:cxn>
                  <a:cxn ang="0">
                    <a:pos x="5" y="8"/>
                  </a:cxn>
                  <a:cxn ang="0">
                    <a:pos x="1" y="11"/>
                  </a:cxn>
                  <a:cxn ang="0">
                    <a:pos x="2" y="13"/>
                  </a:cxn>
                  <a:cxn ang="0">
                    <a:pos x="0" y="18"/>
                  </a:cxn>
                </a:cxnLst>
                <a:rect l="0" t="0" r="0" b="0"/>
                <a:pathLst>
                  <a:path w="29" h="27">
                    <a:moveTo>
                      <a:pt x="0" y="18"/>
                    </a:moveTo>
                    <a:lnTo>
                      <a:pt x="2" y="22"/>
                    </a:lnTo>
                    <a:lnTo>
                      <a:pt x="6" y="19"/>
                    </a:lnTo>
                    <a:lnTo>
                      <a:pt x="8" y="26"/>
                    </a:lnTo>
                    <a:lnTo>
                      <a:pt x="15" y="26"/>
                    </a:lnTo>
                    <a:lnTo>
                      <a:pt x="19" y="23"/>
                    </a:lnTo>
                    <a:lnTo>
                      <a:pt x="22" y="22"/>
                    </a:lnTo>
                    <a:lnTo>
                      <a:pt x="26" y="19"/>
                    </a:lnTo>
                    <a:lnTo>
                      <a:pt x="28" y="14"/>
                    </a:lnTo>
                    <a:lnTo>
                      <a:pt x="24" y="8"/>
                    </a:lnTo>
                    <a:lnTo>
                      <a:pt x="28" y="6"/>
                    </a:lnTo>
                    <a:lnTo>
                      <a:pt x="26" y="3"/>
                    </a:lnTo>
                    <a:lnTo>
                      <a:pt x="21" y="3"/>
                    </a:lnTo>
                    <a:lnTo>
                      <a:pt x="19" y="0"/>
                    </a:lnTo>
                    <a:lnTo>
                      <a:pt x="15" y="2"/>
                    </a:lnTo>
                    <a:lnTo>
                      <a:pt x="11" y="4"/>
                    </a:lnTo>
                    <a:lnTo>
                      <a:pt x="5" y="8"/>
                    </a:lnTo>
                    <a:lnTo>
                      <a:pt x="1" y="11"/>
                    </a:lnTo>
                    <a:lnTo>
                      <a:pt x="2" y="13"/>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02" name="Line 30"/>
              <p:cNvSpPr/>
              <p:nvPr/>
            </p:nvSpPr>
            <p:spPr>
              <a:xfrm flipV="1">
                <a:off x="2704" y="1938"/>
                <a:ext cx="5" cy="14"/>
              </a:xfrm>
              <a:prstGeom prst="line">
                <a:avLst/>
              </a:prstGeom>
              <a:ln w="12700" cap="flat" cmpd="sng">
                <a:solidFill>
                  <a:schemeClr val="tx1"/>
                </a:solidFill>
                <a:prstDash val="solid"/>
                <a:headEnd type="none" w="med" len="med"/>
                <a:tailEnd type="none" w="med" len="med"/>
              </a:ln>
            </p:spPr>
          </p:sp>
          <p:sp>
            <p:nvSpPr>
              <p:cNvPr id="28703" name="Line 31"/>
              <p:cNvSpPr/>
              <p:nvPr/>
            </p:nvSpPr>
            <p:spPr>
              <a:xfrm flipV="1">
                <a:off x="2707" y="1933"/>
                <a:ext cx="5" cy="13"/>
              </a:xfrm>
              <a:prstGeom prst="line">
                <a:avLst/>
              </a:prstGeom>
              <a:ln w="12700" cap="flat" cmpd="sng">
                <a:solidFill>
                  <a:schemeClr val="tx1"/>
                </a:solidFill>
                <a:prstDash val="solid"/>
                <a:headEnd type="none" w="med" len="med"/>
                <a:tailEnd type="none" w="med" len="med"/>
              </a:ln>
            </p:spPr>
          </p:sp>
          <p:sp>
            <p:nvSpPr>
              <p:cNvPr id="28704" name="Freeform 32"/>
              <p:cNvSpPr/>
              <p:nvPr/>
            </p:nvSpPr>
            <p:spPr>
              <a:xfrm>
                <a:off x="2701" y="1932"/>
                <a:ext cx="33" cy="26"/>
              </a:xfrm>
              <a:custGeom>
                <a:avLst/>
                <a:gdLst/>
                <a:ahLst/>
                <a:cxnLst>
                  <a:cxn ang="0">
                    <a:pos x="27" y="18"/>
                  </a:cxn>
                  <a:cxn ang="0">
                    <a:pos x="25" y="16"/>
                  </a:cxn>
                  <a:cxn ang="0">
                    <a:pos x="32" y="11"/>
                  </a:cxn>
                  <a:cxn ang="0">
                    <a:pos x="24" y="0"/>
                  </a:cxn>
                  <a:cxn ang="0">
                    <a:pos x="18" y="3"/>
                  </a:cxn>
                  <a:cxn ang="0">
                    <a:pos x="17" y="1"/>
                  </a:cxn>
                  <a:cxn ang="0">
                    <a:pos x="11" y="5"/>
                  </a:cxn>
                  <a:cxn ang="0">
                    <a:pos x="12" y="7"/>
                  </a:cxn>
                  <a:cxn ang="0">
                    <a:pos x="4" y="11"/>
                  </a:cxn>
                  <a:cxn ang="0">
                    <a:pos x="0" y="18"/>
                  </a:cxn>
                  <a:cxn ang="0">
                    <a:pos x="1" y="20"/>
                  </a:cxn>
                  <a:cxn ang="0">
                    <a:pos x="3" y="22"/>
                  </a:cxn>
                  <a:cxn ang="0">
                    <a:pos x="4" y="25"/>
                  </a:cxn>
                  <a:cxn ang="0">
                    <a:pos x="12" y="23"/>
                  </a:cxn>
                  <a:cxn ang="0">
                    <a:pos x="19" y="20"/>
                  </a:cxn>
                  <a:cxn ang="0">
                    <a:pos x="20" y="22"/>
                  </a:cxn>
                  <a:cxn ang="0">
                    <a:pos x="27" y="18"/>
                  </a:cxn>
                </a:cxnLst>
                <a:rect l="0" t="0" r="0" b="0"/>
                <a:pathLst>
                  <a:path w="33" h="26">
                    <a:moveTo>
                      <a:pt x="27" y="18"/>
                    </a:moveTo>
                    <a:lnTo>
                      <a:pt x="25" y="16"/>
                    </a:lnTo>
                    <a:lnTo>
                      <a:pt x="32" y="11"/>
                    </a:lnTo>
                    <a:lnTo>
                      <a:pt x="24" y="0"/>
                    </a:lnTo>
                    <a:lnTo>
                      <a:pt x="18" y="3"/>
                    </a:lnTo>
                    <a:lnTo>
                      <a:pt x="17" y="1"/>
                    </a:lnTo>
                    <a:lnTo>
                      <a:pt x="11" y="5"/>
                    </a:lnTo>
                    <a:lnTo>
                      <a:pt x="12" y="7"/>
                    </a:lnTo>
                    <a:lnTo>
                      <a:pt x="4" y="11"/>
                    </a:lnTo>
                    <a:lnTo>
                      <a:pt x="0" y="18"/>
                    </a:lnTo>
                    <a:lnTo>
                      <a:pt x="1" y="20"/>
                    </a:lnTo>
                    <a:lnTo>
                      <a:pt x="3" y="22"/>
                    </a:lnTo>
                    <a:lnTo>
                      <a:pt x="4" y="25"/>
                    </a:lnTo>
                    <a:lnTo>
                      <a:pt x="12" y="23"/>
                    </a:lnTo>
                    <a:lnTo>
                      <a:pt x="19" y="20"/>
                    </a:lnTo>
                    <a:lnTo>
                      <a:pt x="20" y="22"/>
                    </a:lnTo>
                    <a:lnTo>
                      <a:pt x="27"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05" name="Freeform 33"/>
              <p:cNvSpPr/>
              <p:nvPr/>
            </p:nvSpPr>
            <p:spPr>
              <a:xfrm>
                <a:off x="2700" y="1938"/>
                <a:ext cx="34" cy="20"/>
              </a:xfrm>
              <a:custGeom>
                <a:avLst/>
                <a:gdLst/>
                <a:ahLst/>
                <a:cxnLst>
                  <a:cxn ang="0">
                    <a:pos x="0" y="7"/>
                  </a:cxn>
                  <a:cxn ang="0">
                    <a:pos x="29" y="0"/>
                  </a:cxn>
                  <a:cxn ang="0">
                    <a:pos x="33" y="11"/>
                  </a:cxn>
                  <a:cxn ang="0">
                    <a:pos x="2" y="19"/>
                  </a:cxn>
                  <a:cxn ang="0">
                    <a:pos x="0" y="7"/>
                  </a:cxn>
                </a:cxnLst>
                <a:rect l="0" t="0" r="0" b="0"/>
                <a:pathLst>
                  <a:path w="34" h="20">
                    <a:moveTo>
                      <a:pt x="0" y="7"/>
                    </a:moveTo>
                    <a:lnTo>
                      <a:pt x="29" y="0"/>
                    </a:lnTo>
                    <a:lnTo>
                      <a:pt x="33" y="11"/>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06" name="Freeform 34"/>
              <p:cNvSpPr/>
              <p:nvPr/>
            </p:nvSpPr>
            <p:spPr>
              <a:xfrm>
                <a:off x="2716" y="1929"/>
                <a:ext cx="31" cy="24"/>
              </a:xfrm>
              <a:custGeom>
                <a:avLst/>
                <a:gdLst/>
                <a:ahLst/>
                <a:cxnLst>
                  <a:cxn ang="0">
                    <a:pos x="1" y="18"/>
                  </a:cxn>
                  <a:cxn ang="0">
                    <a:pos x="3" y="20"/>
                  </a:cxn>
                  <a:cxn ang="0">
                    <a:pos x="5" y="23"/>
                  </a:cxn>
                  <a:cxn ang="0">
                    <a:pos x="16" y="23"/>
                  </a:cxn>
                  <a:cxn ang="0">
                    <a:pos x="21" y="19"/>
                  </a:cxn>
                  <a:cxn ang="0">
                    <a:pos x="20" y="16"/>
                  </a:cxn>
                  <a:cxn ang="0">
                    <a:pos x="23" y="14"/>
                  </a:cxn>
                  <a:cxn ang="0">
                    <a:pos x="27" y="9"/>
                  </a:cxn>
                  <a:cxn ang="0">
                    <a:pos x="25" y="7"/>
                  </a:cxn>
                  <a:cxn ang="0">
                    <a:pos x="30" y="4"/>
                  </a:cxn>
                  <a:cxn ang="0">
                    <a:pos x="27" y="0"/>
                  </a:cxn>
                  <a:cxn ang="0">
                    <a:pos x="22" y="2"/>
                  </a:cxn>
                  <a:cxn ang="0">
                    <a:pos x="21" y="0"/>
                  </a:cxn>
                  <a:cxn ang="0">
                    <a:pos x="15" y="1"/>
                  </a:cxn>
                  <a:cxn ang="0">
                    <a:pos x="11" y="3"/>
                  </a:cxn>
                  <a:cxn ang="0">
                    <a:pos x="6" y="6"/>
                  </a:cxn>
                  <a:cxn ang="0">
                    <a:pos x="0" y="15"/>
                  </a:cxn>
                  <a:cxn ang="0">
                    <a:pos x="1" y="18"/>
                  </a:cxn>
                </a:cxnLst>
                <a:rect l="0" t="0" r="0" b="0"/>
                <a:pathLst>
                  <a:path w="31" h="24">
                    <a:moveTo>
                      <a:pt x="1" y="18"/>
                    </a:moveTo>
                    <a:lnTo>
                      <a:pt x="3" y="20"/>
                    </a:lnTo>
                    <a:lnTo>
                      <a:pt x="5" y="23"/>
                    </a:lnTo>
                    <a:lnTo>
                      <a:pt x="16" y="23"/>
                    </a:lnTo>
                    <a:lnTo>
                      <a:pt x="21" y="19"/>
                    </a:lnTo>
                    <a:lnTo>
                      <a:pt x="20" y="16"/>
                    </a:lnTo>
                    <a:lnTo>
                      <a:pt x="23" y="14"/>
                    </a:lnTo>
                    <a:lnTo>
                      <a:pt x="27" y="9"/>
                    </a:lnTo>
                    <a:lnTo>
                      <a:pt x="25" y="7"/>
                    </a:lnTo>
                    <a:lnTo>
                      <a:pt x="30" y="4"/>
                    </a:lnTo>
                    <a:lnTo>
                      <a:pt x="27" y="0"/>
                    </a:lnTo>
                    <a:lnTo>
                      <a:pt x="22" y="2"/>
                    </a:lnTo>
                    <a:lnTo>
                      <a:pt x="21" y="0"/>
                    </a:lnTo>
                    <a:lnTo>
                      <a:pt x="15" y="1"/>
                    </a:lnTo>
                    <a:lnTo>
                      <a:pt x="11" y="3"/>
                    </a:lnTo>
                    <a:lnTo>
                      <a:pt x="6" y="6"/>
                    </a:lnTo>
                    <a:lnTo>
                      <a:pt x="0" y="15"/>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07" name="Line 35"/>
              <p:cNvSpPr/>
              <p:nvPr/>
            </p:nvSpPr>
            <p:spPr>
              <a:xfrm flipV="1">
                <a:off x="2728" y="1914"/>
                <a:ext cx="7" cy="13"/>
              </a:xfrm>
              <a:prstGeom prst="line">
                <a:avLst/>
              </a:prstGeom>
              <a:ln w="12700" cap="flat" cmpd="sng">
                <a:solidFill>
                  <a:schemeClr val="tx1"/>
                </a:solidFill>
                <a:prstDash val="solid"/>
                <a:headEnd type="none" w="med" len="med"/>
                <a:tailEnd type="none" w="med" len="med"/>
              </a:ln>
            </p:spPr>
          </p:sp>
          <p:sp>
            <p:nvSpPr>
              <p:cNvPr id="28708" name="Line 36"/>
              <p:cNvSpPr/>
              <p:nvPr/>
            </p:nvSpPr>
            <p:spPr>
              <a:xfrm flipV="1">
                <a:off x="2729" y="1914"/>
                <a:ext cx="5" cy="11"/>
              </a:xfrm>
              <a:prstGeom prst="line">
                <a:avLst/>
              </a:prstGeom>
              <a:ln w="12700" cap="flat" cmpd="sng">
                <a:solidFill>
                  <a:schemeClr val="tx1"/>
                </a:solidFill>
                <a:prstDash val="solid"/>
                <a:headEnd type="none" w="med" len="med"/>
                <a:tailEnd type="none" w="med" len="med"/>
              </a:ln>
            </p:spPr>
          </p:sp>
          <p:sp>
            <p:nvSpPr>
              <p:cNvPr id="28709" name="Freeform 37"/>
              <p:cNvSpPr/>
              <p:nvPr/>
            </p:nvSpPr>
            <p:spPr>
              <a:xfrm>
                <a:off x="2727" y="1911"/>
                <a:ext cx="33" cy="27"/>
              </a:xfrm>
              <a:custGeom>
                <a:avLst/>
                <a:gdLst/>
                <a:ahLst/>
                <a:cxnLst>
                  <a:cxn ang="0">
                    <a:pos x="24" y="21"/>
                  </a:cxn>
                  <a:cxn ang="0">
                    <a:pos x="32" y="17"/>
                  </a:cxn>
                  <a:cxn ang="0">
                    <a:pos x="30" y="14"/>
                  </a:cxn>
                  <a:cxn ang="0">
                    <a:pos x="23" y="2"/>
                  </a:cxn>
                  <a:cxn ang="0">
                    <a:pos x="22" y="0"/>
                  </a:cxn>
                  <a:cxn ang="0">
                    <a:pos x="14" y="3"/>
                  </a:cxn>
                  <a:cxn ang="0">
                    <a:pos x="9" y="9"/>
                  </a:cxn>
                  <a:cxn ang="0">
                    <a:pos x="4" y="16"/>
                  </a:cxn>
                  <a:cxn ang="0">
                    <a:pos x="0" y="23"/>
                  </a:cxn>
                  <a:cxn ang="0">
                    <a:pos x="1" y="26"/>
                  </a:cxn>
                  <a:cxn ang="0">
                    <a:pos x="8" y="23"/>
                  </a:cxn>
                  <a:cxn ang="0">
                    <a:pos x="17" y="22"/>
                  </a:cxn>
                  <a:cxn ang="0">
                    <a:pos x="24" y="21"/>
                  </a:cxn>
                </a:cxnLst>
                <a:rect l="0" t="0" r="0" b="0"/>
                <a:pathLst>
                  <a:path w="33" h="27">
                    <a:moveTo>
                      <a:pt x="24" y="21"/>
                    </a:moveTo>
                    <a:lnTo>
                      <a:pt x="32" y="17"/>
                    </a:lnTo>
                    <a:lnTo>
                      <a:pt x="30" y="14"/>
                    </a:lnTo>
                    <a:lnTo>
                      <a:pt x="23" y="2"/>
                    </a:lnTo>
                    <a:lnTo>
                      <a:pt x="22" y="0"/>
                    </a:lnTo>
                    <a:lnTo>
                      <a:pt x="14" y="3"/>
                    </a:lnTo>
                    <a:lnTo>
                      <a:pt x="9" y="9"/>
                    </a:lnTo>
                    <a:lnTo>
                      <a:pt x="4" y="16"/>
                    </a:lnTo>
                    <a:lnTo>
                      <a:pt x="0" y="23"/>
                    </a:lnTo>
                    <a:lnTo>
                      <a:pt x="1" y="26"/>
                    </a:lnTo>
                    <a:lnTo>
                      <a:pt x="8" y="23"/>
                    </a:lnTo>
                    <a:lnTo>
                      <a:pt x="17" y="22"/>
                    </a:lnTo>
                    <a:lnTo>
                      <a:pt x="24"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10" name="Freeform 38"/>
              <p:cNvSpPr/>
              <p:nvPr/>
            </p:nvSpPr>
            <p:spPr>
              <a:xfrm>
                <a:off x="2724" y="1917"/>
                <a:ext cx="34" cy="20"/>
              </a:xfrm>
              <a:custGeom>
                <a:avLst/>
                <a:gdLst/>
                <a:ahLst/>
                <a:cxnLst>
                  <a:cxn ang="0">
                    <a:pos x="0" y="7"/>
                  </a:cxn>
                  <a:cxn ang="0">
                    <a:pos x="29" y="0"/>
                  </a:cxn>
                  <a:cxn ang="0">
                    <a:pos x="33" y="10"/>
                  </a:cxn>
                  <a:cxn ang="0">
                    <a:pos x="3" y="19"/>
                  </a:cxn>
                  <a:cxn ang="0">
                    <a:pos x="0" y="7"/>
                  </a:cxn>
                </a:cxnLst>
                <a:rect l="0" t="0" r="0" b="0"/>
                <a:pathLst>
                  <a:path w="34" h="20">
                    <a:moveTo>
                      <a:pt x="0" y="7"/>
                    </a:moveTo>
                    <a:lnTo>
                      <a:pt x="29" y="0"/>
                    </a:lnTo>
                    <a:lnTo>
                      <a:pt x="33"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11" name="Freeform 39"/>
              <p:cNvSpPr/>
              <p:nvPr/>
            </p:nvSpPr>
            <p:spPr>
              <a:xfrm>
                <a:off x="2741" y="1907"/>
                <a:ext cx="29" cy="22"/>
              </a:xfrm>
              <a:custGeom>
                <a:avLst/>
                <a:gdLst/>
                <a:ahLst/>
                <a:cxnLst>
                  <a:cxn ang="0">
                    <a:pos x="1" y="18"/>
                  </a:cxn>
                  <a:cxn ang="0">
                    <a:pos x="6" y="18"/>
                  </a:cxn>
                  <a:cxn ang="0">
                    <a:pos x="7" y="21"/>
                  </a:cxn>
                  <a:cxn ang="0">
                    <a:pos x="14" y="21"/>
                  </a:cxn>
                  <a:cxn ang="0">
                    <a:pos x="19" y="21"/>
                  </a:cxn>
                  <a:cxn ang="0">
                    <a:pos x="22" y="18"/>
                  </a:cxn>
                  <a:cxn ang="0">
                    <a:pos x="20" y="16"/>
                  </a:cxn>
                  <a:cxn ang="0">
                    <a:pos x="24" y="14"/>
                  </a:cxn>
                  <a:cxn ang="0">
                    <a:pos x="26" y="9"/>
                  </a:cxn>
                  <a:cxn ang="0">
                    <a:pos x="25" y="7"/>
                  </a:cxn>
                  <a:cxn ang="0">
                    <a:pos x="28" y="2"/>
                  </a:cxn>
                  <a:cxn ang="0">
                    <a:pos x="26" y="0"/>
                  </a:cxn>
                  <a:cxn ang="0">
                    <a:pos x="22" y="2"/>
                  </a:cxn>
                  <a:cxn ang="0">
                    <a:pos x="20" y="0"/>
                  </a:cxn>
                  <a:cxn ang="0">
                    <a:pos x="15" y="0"/>
                  </a:cxn>
                  <a:cxn ang="0">
                    <a:pos x="11" y="2"/>
                  </a:cxn>
                  <a:cxn ang="0">
                    <a:pos x="7" y="4"/>
                  </a:cxn>
                  <a:cxn ang="0">
                    <a:pos x="5" y="6"/>
                  </a:cxn>
                  <a:cxn ang="0">
                    <a:pos x="2" y="11"/>
                  </a:cxn>
                  <a:cxn ang="0">
                    <a:pos x="3" y="13"/>
                  </a:cxn>
                  <a:cxn ang="0">
                    <a:pos x="0" y="16"/>
                  </a:cxn>
                  <a:cxn ang="0">
                    <a:pos x="1" y="18"/>
                  </a:cxn>
                </a:cxnLst>
                <a:rect l="0" t="0" r="0" b="0"/>
                <a:pathLst>
                  <a:path w="29" h="22">
                    <a:moveTo>
                      <a:pt x="1" y="18"/>
                    </a:moveTo>
                    <a:lnTo>
                      <a:pt x="6" y="18"/>
                    </a:lnTo>
                    <a:lnTo>
                      <a:pt x="7" y="21"/>
                    </a:lnTo>
                    <a:lnTo>
                      <a:pt x="14" y="21"/>
                    </a:lnTo>
                    <a:lnTo>
                      <a:pt x="19" y="21"/>
                    </a:lnTo>
                    <a:lnTo>
                      <a:pt x="22" y="18"/>
                    </a:lnTo>
                    <a:lnTo>
                      <a:pt x="20" y="16"/>
                    </a:lnTo>
                    <a:lnTo>
                      <a:pt x="24" y="14"/>
                    </a:lnTo>
                    <a:lnTo>
                      <a:pt x="26" y="9"/>
                    </a:lnTo>
                    <a:lnTo>
                      <a:pt x="25" y="7"/>
                    </a:lnTo>
                    <a:lnTo>
                      <a:pt x="28" y="2"/>
                    </a:lnTo>
                    <a:lnTo>
                      <a:pt x="26" y="0"/>
                    </a:lnTo>
                    <a:lnTo>
                      <a:pt x="22" y="2"/>
                    </a:lnTo>
                    <a:lnTo>
                      <a:pt x="20" y="0"/>
                    </a:lnTo>
                    <a:lnTo>
                      <a:pt x="15" y="0"/>
                    </a:lnTo>
                    <a:lnTo>
                      <a:pt x="11" y="2"/>
                    </a:lnTo>
                    <a:lnTo>
                      <a:pt x="7" y="4"/>
                    </a:lnTo>
                    <a:lnTo>
                      <a:pt x="5" y="6"/>
                    </a:lnTo>
                    <a:lnTo>
                      <a:pt x="2" y="11"/>
                    </a:lnTo>
                    <a:lnTo>
                      <a:pt x="3" y="13"/>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12" name="Line 40"/>
              <p:cNvSpPr/>
              <p:nvPr/>
            </p:nvSpPr>
            <p:spPr>
              <a:xfrm flipV="1">
                <a:off x="2755" y="1906"/>
                <a:ext cx="5" cy="13"/>
              </a:xfrm>
              <a:prstGeom prst="line">
                <a:avLst/>
              </a:prstGeom>
              <a:ln w="12700" cap="flat" cmpd="sng">
                <a:solidFill>
                  <a:schemeClr val="tx1"/>
                </a:solidFill>
                <a:prstDash val="solid"/>
                <a:headEnd type="none" w="med" len="med"/>
                <a:tailEnd type="none" w="med" len="med"/>
              </a:ln>
            </p:spPr>
          </p:sp>
          <p:sp>
            <p:nvSpPr>
              <p:cNvPr id="28713" name="Line 41"/>
              <p:cNvSpPr/>
              <p:nvPr/>
            </p:nvSpPr>
            <p:spPr>
              <a:xfrm flipV="1">
                <a:off x="2755" y="1902"/>
                <a:ext cx="8" cy="13"/>
              </a:xfrm>
              <a:prstGeom prst="line">
                <a:avLst/>
              </a:prstGeom>
              <a:ln w="12700" cap="flat" cmpd="sng">
                <a:solidFill>
                  <a:schemeClr val="tx1"/>
                </a:solidFill>
                <a:prstDash val="solid"/>
                <a:headEnd type="none" w="med" len="med"/>
                <a:tailEnd type="none" w="med" len="med"/>
              </a:ln>
            </p:spPr>
          </p:sp>
          <p:sp>
            <p:nvSpPr>
              <p:cNvPr id="28714" name="Freeform 42"/>
              <p:cNvSpPr/>
              <p:nvPr/>
            </p:nvSpPr>
            <p:spPr>
              <a:xfrm>
                <a:off x="2754" y="1899"/>
                <a:ext cx="31" cy="29"/>
              </a:xfrm>
              <a:custGeom>
                <a:avLst/>
                <a:gdLst/>
                <a:ahLst/>
                <a:cxnLst>
                  <a:cxn ang="0">
                    <a:pos x="24" y="21"/>
                  </a:cxn>
                  <a:cxn ang="0">
                    <a:pos x="30" y="17"/>
                  </a:cxn>
                  <a:cxn ang="0">
                    <a:pos x="28" y="14"/>
                  </a:cxn>
                  <a:cxn ang="0">
                    <a:pos x="21" y="2"/>
                  </a:cxn>
                  <a:cxn ang="0">
                    <a:pos x="20" y="0"/>
                  </a:cxn>
                  <a:cxn ang="0">
                    <a:pos x="13" y="3"/>
                  </a:cxn>
                  <a:cxn ang="0">
                    <a:pos x="7" y="7"/>
                  </a:cxn>
                  <a:cxn ang="0">
                    <a:pos x="4" y="17"/>
                  </a:cxn>
                  <a:cxn ang="0">
                    <a:pos x="0" y="25"/>
                  </a:cxn>
                  <a:cxn ang="0">
                    <a:pos x="1" y="28"/>
                  </a:cxn>
                  <a:cxn ang="0">
                    <a:pos x="7" y="24"/>
                  </a:cxn>
                  <a:cxn ang="0">
                    <a:pos x="9" y="26"/>
                  </a:cxn>
                  <a:cxn ang="0">
                    <a:pos x="16" y="25"/>
                  </a:cxn>
                  <a:cxn ang="0">
                    <a:pos x="24" y="21"/>
                  </a:cxn>
                </a:cxnLst>
                <a:rect l="0" t="0" r="0" b="0"/>
                <a:pathLst>
                  <a:path w="31" h="29">
                    <a:moveTo>
                      <a:pt x="24" y="21"/>
                    </a:moveTo>
                    <a:lnTo>
                      <a:pt x="30" y="17"/>
                    </a:lnTo>
                    <a:lnTo>
                      <a:pt x="28" y="14"/>
                    </a:lnTo>
                    <a:lnTo>
                      <a:pt x="21" y="2"/>
                    </a:lnTo>
                    <a:lnTo>
                      <a:pt x="20" y="0"/>
                    </a:lnTo>
                    <a:lnTo>
                      <a:pt x="13" y="3"/>
                    </a:lnTo>
                    <a:lnTo>
                      <a:pt x="7" y="7"/>
                    </a:lnTo>
                    <a:lnTo>
                      <a:pt x="4" y="17"/>
                    </a:lnTo>
                    <a:lnTo>
                      <a:pt x="0" y="25"/>
                    </a:lnTo>
                    <a:lnTo>
                      <a:pt x="1" y="28"/>
                    </a:lnTo>
                    <a:lnTo>
                      <a:pt x="7" y="24"/>
                    </a:lnTo>
                    <a:lnTo>
                      <a:pt x="9" y="26"/>
                    </a:lnTo>
                    <a:lnTo>
                      <a:pt x="16" y="25"/>
                    </a:lnTo>
                    <a:lnTo>
                      <a:pt x="24"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15" name="Freeform 43"/>
              <p:cNvSpPr/>
              <p:nvPr/>
            </p:nvSpPr>
            <p:spPr>
              <a:xfrm>
                <a:off x="2750" y="1907"/>
                <a:ext cx="35" cy="21"/>
              </a:xfrm>
              <a:custGeom>
                <a:avLst/>
                <a:gdLst/>
                <a:ahLst/>
                <a:cxnLst>
                  <a:cxn ang="0">
                    <a:pos x="1" y="9"/>
                  </a:cxn>
                  <a:cxn ang="0">
                    <a:pos x="30" y="0"/>
                  </a:cxn>
                  <a:cxn ang="0">
                    <a:pos x="34" y="10"/>
                  </a:cxn>
                  <a:cxn ang="0">
                    <a:pos x="3" y="20"/>
                  </a:cxn>
                  <a:cxn ang="0">
                    <a:pos x="0" y="7"/>
                  </a:cxn>
                  <a:cxn ang="0">
                    <a:pos x="1" y="9"/>
                  </a:cxn>
                </a:cxnLst>
                <a:rect l="0" t="0" r="0" b="0"/>
                <a:pathLst>
                  <a:path w="35" h="21">
                    <a:moveTo>
                      <a:pt x="1" y="9"/>
                    </a:moveTo>
                    <a:lnTo>
                      <a:pt x="30" y="0"/>
                    </a:lnTo>
                    <a:lnTo>
                      <a:pt x="34" y="10"/>
                    </a:lnTo>
                    <a:lnTo>
                      <a:pt x="3" y="20"/>
                    </a:lnTo>
                    <a:lnTo>
                      <a:pt x="0" y="7"/>
                    </a:lnTo>
                    <a:lnTo>
                      <a:pt x="1"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16" name="Freeform 44"/>
              <p:cNvSpPr/>
              <p:nvPr/>
            </p:nvSpPr>
            <p:spPr>
              <a:xfrm>
                <a:off x="2770" y="1900"/>
                <a:ext cx="29" cy="22"/>
              </a:xfrm>
              <a:custGeom>
                <a:avLst/>
                <a:gdLst/>
                <a:ahLst/>
                <a:cxnLst>
                  <a:cxn ang="0">
                    <a:pos x="1" y="18"/>
                  </a:cxn>
                  <a:cxn ang="0">
                    <a:pos x="7" y="18"/>
                  </a:cxn>
                  <a:cxn ang="0">
                    <a:pos x="8" y="21"/>
                  </a:cxn>
                  <a:cxn ang="0">
                    <a:pos x="13" y="21"/>
                  </a:cxn>
                  <a:cxn ang="0">
                    <a:pos x="17" y="18"/>
                  </a:cxn>
                  <a:cxn ang="0">
                    <a:pos x="20" y="16"/>
                  </a:cxn>
                  <a:cxn ang="0">
                    <a:pos x="24" y="13"/>
                  </a:cxn>
                  <a:cxn ang="0">
                    <a:pos x="26" y="9"/>
                  </a:cxn>
                  <a:cxn ang="0">
                    <a:pos x="25" y="7"/>
                  </a:cxn>
                  <a:cxn ang="0">
                    <a:pos x="28" y="2"/>
                  </a:cxn>
                  <a:cxn ang="0">
                    <a:pos x="26" y="0"/>
                  </a:cxn>
                  <a:cxn ang="0">
                    <a:pos x="20" y="0"/>
                  </a:cxn>
                  <a:cxn ang="0">
                    <a:pos x="15" y="0"/>
                  </a:cxn>
                  <a:cxn ang="0">
                    <a:pos x="12" y="2"/>
                  </a:cxn>
                  <a:cxn ang="0">
                    <a:pos x="10" y="0"/>
                  </a:cxn>
                  <a:cxn ang="0">
                    <a:pos x="7" y="1"/>
                  </a:cxn>
                  <a:cxn ang="0">
                    <a:pos x="4" y="6"/>
                  </a:cxn>
                  <a:cxn ang="0">
                    <a:pos x="2" y="11"/>
                  </a:cxn>
                  <a:cxn ang="0">
                    <a:pos x="0" y="16"/>
                  </a:cxn>
                  <a:cxn ang="0">
                    <a:pos x="1" y="18"/>
                  </a:cxn>
                </a:cxnLst>
                <a:rect l="0" t="0" r="0" b="0"/>
                <a:pathLst>
                  <a:path w="29" h="22">
                    <a:moveTo>
                      <a:pt x="1" y="18"/>
                    </a:moveTo>
                    <a:lnTo>
                      <a:pt x="7" y="18"/>
                    </a:lnTo>
                    <a:lnTo>
                      <a:pt x="8" y="21"/>
                    </a:lnTo>
                    <a:lnTo>
                      <a:pt x="13" y="21"/>
                    </a:lnTo>
                    <a:lnTo>
                      <a:pt x="17" y="18"/>
                    </a:lnTo>
                    <a:lnTo>
                      <a:pt x="20" y="16"/>
                    </a:lnTo>
                    <a:lnTo>
                      <a:pt x="24" y="13"/>
                    </a:lnTo>
                    <a:lnTo>
                      <a:pt x="26" y="9"/>
                    </a:lnTo>
                    <a:lnTo>
                      <a:pt x="25" y="7"/>
                    </a:lnTo>
                    <a:lnTo>
                      <a:pt x="28" y="2"/>
                    </a:lnTo>
                    <a:lnTo>
                      <a:pt x="26" y="0"/>
                    </a:lnTo>
                    <a:lnTo>
                      <a:pt x="20" y="0"/>
                    </a:lnTo>
                    <a:lnTo>
                      <a:pt x="15" y="0"/>
                    </a:lnTo>
                    <a:lnTo>
                      <a:pt x="12" y="2"/>
                    </a:lnTo>
                    <a:lnTo>
                      <a:pt x="10" y="0"/>
                    </a:lnTo>
                    <a:lnTo>
                      <a:pt x="7" y="1"/>
                    </a:lnTo>
                    <a:lnTo>
                      <a:pt x="4" y="6"/>
                    </a:lnTo>
                    <a:lnTo>
                      <a:pt x="2" y="11"/>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17" name="Line 45"/>
              <p:cNvSpPr/>
              <p:nvPr/>
            </p:nvSpPr>
            <p:spPr>
              <a:xfrm flipV="1">
                <a:off x="2776" y="1912"/>
                <a:ext cx="4" cy="13"/>
              </a:xfrm>
              <a:prstGeom prst="line">
                <a:avLst/>
              </a:prstGeom>
              <a:ln w="12700" cap="flat" cmpd="sng">
                <a:solidFill>
                  <a:schemeClr val="tx1"/>
                </a:solidFill>
                <a:prstDash val="solid"/>
                <a:headEnd type="none" w="med" len="med"/>
                <a:tailEnd type="none" w="med" len="med"/>
              </a:ln>
            </p:spPr>
          </p:sp>
          <p:sp>
            <p:nvSpPr>
              <p:cNvPr id="28718" name="Line 46"/>
              <p:cNvSpPr/>
              <p:nvPr/>
            </p:nvSpPr>
            <p:spPr>
              <a:xfrm flipV="1">
                <a:off x="2775" y="1909"/>
                <a:ext cx="4" cy="12"/>
              </a:xfrm>
              <a:prstGeom prst="line">
                <a:avLst/>
              </a:prstGeom>
              <a:ln w="12700" cap="flat" cmpd="sng">
                <a:solidFill>
                  <a:schemeClr val="tx1"/>
                </a:solidFill>
                <a:prstDash val="solid"/>
                <a:headEnd type="none" w="med" len="med"/>
                <a:tailEnd type="none" w="med" len="med"/>
              </a:ln>
            </p:spPr>
          </p:sp>
          <p:sp>
            <p:nvSpPr>
              <p:cNvPr id="28719" name="Freeform 47"/>
              <p:cNvSpPr/>
              <p:nvPr/>
            </p:nvSpPr>
            <p:spPr>
              <a:xfrm>
                <a:off x="2772" y="1907"/>
                <a:ext cx="31" cy="25"/>
              </a:xfrm>
              <a:custGeom>
                <a:avLst/>
                <a:gdLst/>
                <a:ahLst/>
                <a:cxnLst>
                  <a:cxn ang="0">
                    <a:pos x="26" y="16"/>
                  </a:cxn>
                  <a:cxn ang="0">
                    <a:pos x="30" y="12"/>
                  </a:cxn>
                  <a:cxn ang="0">
                    <a:pos x="24" y="0"/>
                  </a:cxn>
                  <a:cxn ang="0">
                    <a:pos x="16" y="1"/>
                  </a:cxn>
                  <a:cxn ang="0">
                    <a:pos x="12" y="3"/>
                  </a:cxn>
                  <a:cxn ang="0">
                    <a:pos x="7" y="7"/>
                  </a:cxn>
                  <a:cxn ang="0">
                    <a:pos x="3" y="12"/>
                  </a:cxn>
                  <a:cxn ang="0">
                    <a:pos x="6" y="15"/>
                  </a:cxn>
                  <a:cxn ang="0">
                    <a:pos x="0" y="18"/>
                  </a:cxn>
                  <a:cxn ang="0">
                    <a:pos x="3" y="24"/>
                  </a:cxn>
                  <a:cxn ang="0">
                    <a:pos x="8" y="20"/>
                  </a:cxn>
                  <a:cxn ang="0">
                    <a:pos x="10" y="22"/>
                  </a:cxn>
                  <a:cxn ang="0">
                    <a:pos x="16" y="22"/>
                  </a:cxn>
                  <a:cxn ang="0">
                    <a:pos x="21" y="20"/>
                  </a:cxn>
                  <a:cxn ang="0">
                    <a:pos x="26" y="16"/>
                  </a:cxn>
                </a:cxnLst>
                <a:rect l="0" t="0" r="0" b="0"/>
                <a:pathLst>
                  <a:path w="31" h="25">
                    <a:moveTo>
                      <a:pt x="26" y="16"/>
                    </a:moveTo>
                    <a:lnTo>
                      <a:pt x="30" y="12"/>
                    </a:lnTo>
                    <a:lnTo>
                      <a:pt x="24" y="0"/>
                    </a:lnTo>
                    <a:lnTo>
                      <a:pt x="16" y="1"/>
                    </a:lnTo>
                    <a:lnTo>
                      <a:pt x="12" y="3"/>
                    </a:lnTo>
                    <a:lnTo>
                      <a:pt x="7" y="7"/>
                    </a:lnTo>
                    <a:lnTo>
                      <a:pt x="3" y="12"/>
                    </a:lnTo>
                    <a:lnTo>
                      <a:pt x="6" y="15"/>
                    </a:lnTo>
                    <a:lnTo>
                      <a:pt x="0" y="18"/>
                    </a:lnTo>
                    <a:lnTo>
                      <a:pt x="3" y="24"/>
                    </a:lnTo>
                    <a:lnTo>
                      <a:pt x="8" y="20"/>
                    </a:lnTo>
                    <a:lnTo>
                      <a:pt x="10" y="22"/>
                    </a:lnTo>
                    <a:lnTo>
                      <a:pt x="16" y="22"/>
                    </a:lnTo>
                    <a:lnTo>
                      <a:pt x="21" y="20"/>
                    </a:lnTo>
                    <a:lnTo>
                      <a:pt x="2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20" name="Freeform 48"/>
              <p:cNvSpPr/>
              <p:nvPr/>
            </p:nvSpPr>
            <p:spPr>
              <a:xfrm>
                <a:off x="2770" y="1912"/>
                <a:ext cx="32" cy="20"/>
              </a:xfrm>
              <a:custGeom>
                <a:avLst/>
                <a:gdLst/>
                <a:ahLst/>
                <a:cxnLst>
                  <a:cxn ang="0">
                    <a:pos x="0" y="7"/>
                  </a:cxn>
                  <a:cxn ang="0">
                    <a:pos x="27" y="0"/>
                  </a:cxn>
                  <a:cxn ang="0">
                    <a:pos x="31" y="11"/>
                  </a:cxn>
                  <a:cxn ang="0">
                    <a:pos x="2" y="19"/>
                  </a:cxn>
                  <a:cxn ang="0">
                    <a:pos x="0" y="6"/>
                  </a:cxn>
                  <a:cxn ang="0">
                    <a:pos x="0" y="7"/>
                  </a:cxn>
                </a:cxnLst>
                <a:rect l="0" t="0" r="0" b="0"/>
                <a:pathLst>
                  <a:path w="32" h="20">
                    <a:moveTo>
                      <a:pt x="0" y="7"/>
                    </a:moveTo>
                    <a:lnTo>
                      <a:pt x="27" y="0"/>
                    </a:lnTo>
                    <a:lnTo>
                      <a:pt x="31" y="11"/>
                    </a:lnTo>
                    <a:lnTo>
                      <a:pt x="2" y="19"/>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21" name="Freeform 49"/>
              <p:cNvSpPr/>
              <p:nvPr/>
            </p:nvSpPr>
            <p:spPr>
              <a:xfrm>
                <a:off x="2789" y="1906"/>
                <a:ext cx="25" cy="22"/>
              </a:xfrm>
              <a:custGeom>
                <a:avLst/>
                <a:gdLst/>
                <a:ahLst/>
                <a:cxnLst>
                  <a:cxn ang="0">
                    <a:pos x="0" y="16"/>
                  </a:cxn>
                  <a:cxn ang="0">
                    <a:pos x="1" y="18"/>
                  </a:cxn>
                  <a:cxn ang="0">
                    <a:pos x="6" y="18"/>
                  </a:cxn>
                  <a:cxn ang="0">
                    <a:pos x="7" y="21"/>
                  </a:cxn>
                  <a:cxn ang="0">
                    <a:pos x="12" y="21"/>
                  </a:cxn>
                  <a:cxn ang="0">
                    <a:pos x="15" y="19"/>
                  </a:cxn>
                  <a:cxn ang="0">
                    <a:pos x="19" y="17"/>
                  </a:cxn>
                  <a:cxn ang="0">
                    <a:pos x="21" y="14"/>
                  </a:cxn>
                  <a:cxn ang="0">
                    <a:pos x="24" y="11"/>
                  </a:cxn>
                  <a:cxn ang="0">
                    <a:pos x="22" y="8"/>
                  </a:cxn>
                  <a:cxn ang="0">
                    <a:pos x="24" y="3"/>
                  </a:cxn>
                  <a:cxn ang="0">
                    <a:pos x="22" y="1"/>
                  </a:cxn>
                  <a:cxn ang="0">
                    <a:pos x="18" y="1"/>
                  </a:cxn>
                  <a:cxn ang="0">
                    <a:pos x="13" y="1"/>
                  </a:cxn>
                  <a:cxn ang="0">
                    <a:pos x="8" y="0"/>
                  </a:cxn>
                  <a:cxn ang="0">
                    <a:pos x="6" y="2"/>
                  </a:cxn>
                  <a:cxn ang="0">
                    <a:pos x="7" y="4"/>
                  </a:cxn>
                  <a:cxn ang="0">
                    <a:pos x="3" y="7"/>
                  </a:cxn>
                  <a:cxn ang="0">
                    <a:pos x="1" y="11"/>
                  </a:cxn>
                  <a:cxn ang="0">
                    <a:pos x="0" y="16"/>
                  </a:cxn>
                </a:cxnLst>
                <a:rect l="0" t="0" r="0" b="0"/>
                <a:pathLst>
                  <a:path w="25" h="22">
                    <a:moveTo>
                      <a:pt x="0" y="16"/>
                    </a:moveTo>
                    <a:lnTo>
                      <a:pt x="1" y="18"/>
                    </a:lnTo>
                    <a:lnTo>
                      <a:pt x="6" y="18"/>
                    </a:lnTo>
                    <a:lnTo>
                      <a:pt x="7" y="21"/>
                    </a:lnTo>
                    <a:lnTo>
                      <a:pt x="12" y="21"/>
                    </a:lnTo>
                    <a:lnTo>
                      <a:pt x="15" y="19"/>
                    </a:lnTo>
                    <a:lnTo>
                      <a:pt x="19" y="17"/>
                    </a:lnTo>
                    <a:lnTo>
                      <a:pt x="21" y="14"/>
                    </a:lnTo>
                    <a:lnTo>
                      <a:pt x="24" y="11"/>
                    </a:lnTo>
                    <a:lnTo>
                      <a:pt x="22" y="8"/>
                    </a:lnTo>
                    <a:lnTo>
                      <a:pt x="24" y="3"/>
                    </a:lnTo>
                    <a:lnTo>
                      <a:pt x="22" y="1"/>
                    </a:lnTo>
                    <a:lnTo>
                      <a:pt x="18" y="1"/>
                    </a:lnTo>
                    <a:lnTo>
                      <a:pt x="13" y="1"/>
                    </a:lnTo>
                    <a:lnTo>
                      <a:pt x="8" y="0"/>
                    </a:lnTo>
                    <a:lnTo>
                      <a:pt x="6" y="2"/>
                    </a:lnTo>
                    <a:lnTo>
                      <a:pt x="7" y="4"/>
                    </a:lnTo>
                    <a:lnTo>
                      <a:pt x="3" y="7"/>
                    </a:lnTo>
                    <a:lnTo>
                      <a:pt x="1"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22" name="Line 50"/>
              <p:cNvSpPr/>
              <p:nvPr/>
            </p:nvSpPr>
            <p:spPr>
              <a:xfrm flipV="1">
                <a:off x="2770" y="1928"/>
                <a:ext cx="7" cy="15"/>
              </a:xfrm>
              <a:prstGeom prst="line">
                <a:avLst/>
              </a:prstGeom>
              <a:ln w="12700" cap="flat" cmpd="sng">
                <a:solidFill>
                  <a:schemeClr val="tx1"/>
                </a:solidFill>
                <a:prstDash val="solid"/>
                <a:headEnd type="none" w="med" len="med"/>
                <a:tailEnd type="none" w="med" len="med"/>
              </a:ln>
            </p:spPr>
          </p:sp>
          <p:sp>
            <p:nvSpPr>
              <p:cNvPr id="28723" name="Line 51"/>
              <p:cNvSpPr/>
              <p:nvPr/>
            </p:nvSpPr>
            <p:spPr>
              <a:xfrm flipV="1">
                <a:off x="2772" y="1930"/>
                <a:ext cx="4" cy="10"/>
              </a:xfrm>
              <a:prstGeom prst="line">
                <a:avLst/>
              </a:prstGeom>
              <a:ln w="12700" cap="flat" cmpd="sng">
                <a:solidFill>
                  <a:schemeClr val="tx1"/>
                </a:solidFill>
                <a:prstDash val="solid"/>
                <a:headEnd type="none" w="med" len="med"/>
                <a:tailEnd type="none" w="med" len="med"/>
              </a:ln>
            </p:spPr>
          </p:sp>
          <p:sp>
            <p:nvSpPr>
              <p:cNvPr id="28724" name="Freeform 52"/>
              <p:cNvSpPr/>
              <p:nvPr/>
            </p:nvSpPr>
            <p:spPr>
              <a:xfrm>
                <a:off x="2769" y="1924"/>
                <a:ext cx="32" cy="24"/>
              </a:xfrm>
              <a:custGeom>
                <a:avLst/>
                <a:gdLst/>
                <a:ahLst/>
                <a:cxnLst>
                  <a:cxn ang="0">
                    <a:pos x="22" y="20"/>
                  </a:cxn>
                  <a:cxn ang="0">
                    <a:pos x="27" y="16"/>
                  </a:cxn>
                  <a:cxn ang="0">
                    <a:pos x="26" y="15"/>
                  </a:cxn>
                  <a:cxn ang="0">
                    <a:pos x="31" y="9"/>
                  </a:cxn>
                  <a:cxn ang="0">
                    <a:pos x="25" y="0"/>
                  </a:cxn>
                  <a:cxn ang="0">
                    <a:pos x="17" y="1"/>
                  </a:cxn>
                  <a:cxn ang="0">
                    <a:pos x="13" y="3"/>
                  </a:cxn>
                  <a:cxn ang="0">
                    <a:pos x="7" y="7"/>
                  </a:cxn>
                  <a:cxn ang="0">
                    <a:pos x="3" y="13"/>
                  </a:cxn>
                  <a:cxn ang="0">
                    <a:pos x="4" y="15"/>
                  </a:cxn>
                  <a:cxn ang="0">
                    <a:pos x="0" y="18"/>
                  </a:cxn>
                  <a:cxn ang="0">
                    <a:pos x="1" y="20"/>
                  </a:cxn>
                  <a:cxn ang="0">
                    <a:pos x="8" y="20"/>
                  </a:cxn>
                  <a:cxn ang="0">
                    <a:pos x="9" y="23"/>
                  </a:cxn>
                  <a:cxn ang="0">
                    <a:pos x="15" y="21"/>
                  </a:cxn>
                  <a:cxn ang="0">
                    <a:pos x="22" y="20"/>
                  </a:cxn>
                </a:cxnLst>
                <a:rect l="0" t="0" r="0" b="0"/>
                <a:pathLst>
                  <a:path w="32" h="24">
                    <a:moveTo>
                      <a:pt x="22" y="20"/>
                    </a:moveTo>
                    <a:lnTo>
                      <a:pt x="27" y="16"/>
                    </a:lnTo>
                    <a:lnTo>
                      <a:pt x="26" y="15"/>
                    </a:lnTo>
                    <a:lnTo>
                      <a:pt x="31" y="9"/>
                    </a:lnTo>
                    <a:lnTo>
                      <a:pt x="25" y="0"/>
                    </a:lnTo>
                    <a:lnTo>
                      <a:pt x="17" y="1"/>
                    </a:lnTo>
                    <a:lnTo>
                      <a:pt x="13" y="3"/>
                    </a:lnTo>
                    <a:lnTo>
                      <a:pt x="7" y="7"/>
                    </a:lnTo>
                    <a:lnTo>
                      <a:pt x="3" y="13"/>
                    </a:lnTo>
                    <a:lnTo>
                      <a:pt x="4" y="15"/>
                    </a:lnTo>
                    <a:lnTo>
                      <a:pt x="0" y="18"/>
                    </a:lnTo>
                    <a:lnTo>
                      <a:pt x="1" y="20"/>
                    </a:lnTo>
                    <a:lnTo>
                      <a:pt x="8" y="20"/>
                    </a:lnTo>
                    <a:lnTo>
                      <a:pt x="9" y="23"/>
                    </a:lnTo>
                    <a:lnTo>
                      <a:pt x="15" y="21"/>
                    </a:lnTo>
                    <a:lnTo>
                      <a:pt x="22"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25" name="Freeform 53"/>
              <p:cNvSpPr/>
              <p:nvPr/>
            </p:nvSpPr>
            <p:spPr>
              <a:xfrm>
                <a:off x="2766" y="1931"/>
                <a:ext cx="34" cy="21"/>
              </a:xfrm>
              <a:custGeom>
                <a:avLst/>
                <a:gdLst/>
                <a:ahLst/>
                <a:cxnLst>
                  <a:cxn ang="0">
                    <a:pos x="0" y="8"/>
                  </a:cxn>
                  <a:cxn ang="0">
                    <a:pos x="30" y="0"/>
                  </a:cxn>
                  <a:cxn ang="0">
                    <a:pos x="33" y="13"/>
                  </a:cxn>
                  <a:cxn ang="0">
                    <a:pos x="3" y="20"/>
                  </a:cxn>
                  <a:cxn ang="0">
                    <a:pos x="0" y="8"/>
                  </a:cxn>
                </a:cxnLst>
                <a:rect l="0" t="0" r="0" b="0"/>
                <a:pathLst>
                  <a:path w="34" h="21">
                    <a:moveTo>
                      <a:pt x="0" y="8"/>
                    </a:moveTo>
                    <a:lnTo>
                      <a:pt x="30" y="0"/>
                    </a:lnTo>
                    <a:lnTo>
                      <a:pt x="33" y="13"/>
                    </a:lnTo>
                    <a:lnTo>
                      <a:pt x="3" y="20"/>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26" name="Freeform 54"/>
              <p:cNvSpPr/>
              <p:nvPr/>
            </p:nvSpPr>
            <p:spPr>
              <a:xfrm>
                <a:off x="2784" y="1921"/>
                <a:ext cx="29" cy="22"/>
              </a:xfrm>
              <a:custGeom>
                <a:avLst/>
                <a:gdLst/>
                <a:ahLst/>
                <a:cxnLst>
                  <a:cxn ang="0">
                    <a:pos x="1" y="19"/>
                  </a:cxn>
                  <a:cxn ang="0">
                    <a:pos x="7" y="19"/>
                  </a:cxn>
                  <a:cxn ang="0">
                    <a:pos x="12" y="21"/>
                  </a:cxn>
                  <a:cxn ang="0">
                    <a:pos x="18" y="21"/>
                  </a:cxn>
                  <a:cxn ang="0">
                    <a:pos x="21" y="18"/>
                  </a:cxn>
                  <a:cxn ang="0">
                    <a:pos x="24" y="13"/>
                  </a:cxn>
                  <a:cxn ang="0">
                    <a:pos x="25" y="8"/>
                  </a:cxn>
                  <a:cxn ang="0">
                    <a:pos x="28" y="3"/>
                  </a:cxn>
                  <a:cxn ang="0">
                    <a:pos x="26" y="1"/>
                  </a:cxn>
                  <a:cxn ang="0">
                    <a:pos x="21" y="3"/>
                  </a:cxn>
                  <a:cxn ang="0">
                    <a:pos x="20" y="0"/>
                  </a:cxn>
                  <a:cxn ang="0">
                    <a:pos x="15" y="0"/>
                  </a:cxn>
                  <a:cxn ang="0">
                    <a:pos x="12" y="2"/>
                  </a:cxn>
                  <a:cxn ang="0">
                    <a:pos x="8" y="4"/>
                  </a:cxn>
                  <a:cxn ang="0">
                    <a:pos x="3" y="6"/>
                  </a:cxn>
                  <a:cxn ang="0">
                    <a:pos x="2" y="12"/>
                  </a:cxn>
                  <a:cxn ang="0">
                    <a:pos x="3" y="14"/>
                  </a:cxn>
                  <a:cxn ang="0">
                    <a:pos x="0" y="17"/>
                  </a:cxn>
                  <a:cxn ang="0">
                    <a:pos x="1" y="19"/>
                  </a:cxn>
                </a:cxnLst>
                <a:rect l="0" t="0" r="0" b="0"/>
                <a:pathLst>
                  <a:path w="29" h="22">
                    <a:moveTo>
                      <a:pt x="1" y="19"/>
                    </a:moveTo>
                    <a:lnTo>
                      <a:pt x="7" y="19"/>
                    </a:lnTo>
                    <a:lnTo>
                      <a:pt x="12" y="21"/>
                    </a:lnTo>
                    <a:lnTo>
                      <a:pt x="18" y="21"/>
                    </a:lnTo>
                    <a:lnTo>
                      <a:pt x="21" y="18"/>
                    </a:lnTo>
                    <a:lnTo>
                      <a:pt x="24" y="13"/>
                    </a:lnTo>
                    <a:lnTo>
                      <a:pt x="25" y="8"/>
                    </a:lnTo>
                    <a:lnTo>
                      <a:pt x="28" y="3"/>
                    </a:lnTo>
                    <a:lnTo>
                      <a:pt x="26" y="1"/>
                    </a:lnTo>
                    <a:lnTo>
                      <a:pt x="21" y="3"/>
                    </a:lnTo>
                    <a:lnTo>
                      <a:pt x="20" y="0"/>
                    </a:lnTo>
                    <a:lnTo>
                      <a:pt x="15" y="0"/>
                    </a:lnTo>
                    <a:lnTo>
                      <a:pt x="12" y="2"/>
                    </a:lnTo>
                    <a:lnTo>
                      <a:pt x="8" y="4"/>
                    </a:lnTo>
                    <a:lnTo>
                      <a:pt x="3" y="6"/>
                    </a:lnTo>
                    <a:lnTo>
                      <a:pt x="2" y="12"/>
                    </a:lnTo>
                    <a:lnTo>
                      <a:pt x="3" y="14"/>
                    </a:lnTo>
                    <a:lnTo>
                      <a:pt x="0" y="17"/>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27" name="Line 55"/>
              <p:cNvSpPr/>
              <p:nvPr/>
            </p:nvSpPr>
            <p:spPr>
              <a:xfrm flipV="1">
                <a:off x="2749" y="1948"/>
                <a:ext cx="7" cy="13"/>
              </a:xfrm>
              <a:prstGeom prst="line">
                <a:avLst/>
              </a:prstGeom>
              <a:ln w="12700" cap="flat" cmpd="sng">
                <a:solidFill>
                  <a:schemeClr val="tx1"/>
                </a:solidFill>
                <a:prstDash val="solid"/>
                <a:headEnd type="none" w="med" len="med"/>
                <a:tailEnd type="none" w="med" len="med"/>
              </a:ln>
            </p:spPr>
          </p:sp>
          <p:sp>
            <p:nvSpPr>
              <p:cNvPr id="28728" name="Line 56"/>
              <p:cNvSpPr/>
              <p:nvPr/>
            </p:nvSpPr>
            <p:spPr>
              <a:xfrm flipV="1">
                <a:off x="2752" y="1945"/>
                <a:ext cx="3" cy="13"/>
              </a:xfrm>
              <a:prstGeom prst="line">
                <a:avLst/>
              </a:prstGeom>
              <a:ln w="12700" cap="flat" cmpd="sng">
                <a:solidFill>
                  <a:schemeClr val="tx1"/>
                </a:solidFill>
                <a:prstDash val="solid"/>
                <a:headEnd type="none" w="med" len="med"/>
                <a:tailEnd type="none" w="med" len="med"/>
              </a:ln>
            </p:spPr>
          </p:sp>
          <p:sp>
            <p:nvSpPr>
              <p:cNvPr id="28729" name="Freeform 57"/>
              <p:cNvSpPr/>
              <p:nvPr/>
            </p:nvSpPr>
            <p:spPr>
              <a:xfrm>
                <a:off x="2747" y="1947"/>
                <a:ext cx="33" cy="26"/>
              </a:xfrm>
              <a:custGeom>
                <a:avLst/>
                <a:gdLst/>
                <a:ahLst/>
                <a:cxnLst>
                  <a:cxn ang="0">
                    <a:pos x="26" y="17"/>
                  </a:cxn>
                  <a:cxn ang="0">
                    <a:pos x="24" y="15"/>
                  </a:cxn>
                  <a:cxn ang="0">
                    <a:pos x="32" y="11"/>
                  </a:cxn>
                  <a:cxn ang="0">
                    <a:pos x="24" y="0"/>
                  </a:cxn>
                  <a:cxn ang="0">
                    <a:pos x="17" y="3"/>
                  </a:cxn>
                  <a:cxn ang="0">
                    <a:pos x="16" y="1"/>
                  </a:cxn>
                  <a:cxn ang="0">
                    <a:pos x="10" y="5"/>
                  </a:cxn>
                  <a:cxn ang="0">
                    <a:pos x="11" y="8"/>
                  </a:cxn>
                  <a:cxn ang="0">
                    <a:pos x="5" y="11"/>
                  </a:cxn>
                  <a:cxn ang="0">
                    <a:pos x="0" y="17"/>
                  </a:cxn>
                  <a:cxn ang="0">
                    <a:pos x="2" y="20"/>
                  </a:cxn>
                  <a:cxn ang="0">
                    <a:pos x="3" y="22"/>
                  </a:cxn>
                  <a:cxn ang="0">
                    <a:pos x="4" y="25"/>
                  </a:cxn>
                  <a:cxn ang="0">
                    <a:pos x="13" y="23"/>
                  </a:cxn>
                  <a:cxn ang="0">
                    <a:pos x="18" y="19"/>
                  </a:cxn>
                  <a:cxn ang="0">
                    <a:pos x="20" y="21"/>
                  </a:cxn>
                  <a:cxn ang="0">
                    <a:pos x="26" y="17"/>
                  </a:cxn>
                </a:cxnLst>
                <a:rect l="0" t="0" r="0" b="0"/>
                <a:pathLst>
                  <a:path w="33" h="26">
                    <a:moveTo>
                      <a:pt x="26" y="17"/>
                    </a:moveTo>
                    <a:lnTo>
                      <a:pt x="24" y="15"/>
                    </a:lnTo>
                    <a:lnTo>
                      <a:pt x="32" y="11"/>
                    </a:lnTo>
                    <a:lnTo>
                      <a:pt x="24" y="0"/>
                    </a:lnTo>
                    <a:lnTo>
                      <a:pt x="17" y="3"/>
                    </a:lnTo>
                    <a:lnTo>
                      <a:pt x="16" y="1"/>
                    </a:lnTo>
                    <a:lnTo>
                      <a:pt x="10" y="5"/>
                    </a:lnTo>
                    <a:lnTo>
                      <a:pt x="11" y="8"/>
                    </a:lnTo>
                    <a:lnTo>
                      <a:pt x="5" y="11"/>
                    </a:lnTo>
                    <a:lnTo>
                      <a:pt x="0" y="17"/>
                    </a:lnTo>
                    <a:lnTo>
                      <a:pt x="2" y="20"/>
                    </a:lnTo>
                    <a:lnTo>
                      <a:pt x="3" y="22"/>
                    </a:lnTo>
                    <a:lnTo>
                      <a:pt x="4" y="25"/>
                    </a:lnTo>
                    <a:lnTo>
                      <a:pt x="13" y="23"/>
                    </a:lnTo>
                    <a:lnTo>
                      <a:pt x="18" y="19"/>
                    </a:lnTo>
                    <a:lnTo>
                      <a:pt x="20" y="21"/>
                    </a:lnTo>
                    <a:lnTo>
                      <a:pt x="2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30" name="Freeform 58"/>
              <p:cNvSpPr/>
              <p:nvPr/>
            </p:nvSpPr>
            <p:spPr>
              <a:xfrm>
                <a:off x="2746" y="1951"/>
                <a:ext cx="33" cy="20"/>
              </a:xfrm>
              <a:custGeom>
                <a:avLst/>
                <a:gdLst/>
                <a:ahLst/>
                <a:cxnLst>
                  <a:cxn ang="0">
                    <a:pos x="0" y="7"/>
                  </a:cxn>
                  <a:cxn ang="0">
                    <a:pos x="28" y="0"/>
                  </a:cxn>
                  <a:cxn ang="0">
                    <a:pos x="32" y="10"/>
                  </a:cxn>
                  <a:cxn ang="0">
                    <a:pos x="3" y="19"/>
                  </a:cxn>
                  <a:cxn ang="0">
                    <a:pos x="0" y="7"/>
                  </a:cxn>
                </a:cxnLst>
                <a:rect l="0" t="0" r="0" b="0"/>
                <a:pathLst>
                  <a:path w="33" h="20">
                    <a:moveTo>
                      <a:pt x="0" y="7"/>
                    </a:moveTo>
                    <a:lnTo>
                      <a:pt x="28" y="0"/>
                    </a:lnTo>
                    <a:lnTo>
                      <a:pt x="32"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31" name="Freeform 59"/>
              <p:cNvSpPr/>
              <p:nvPr/>
            </p:nvSpPr>
            <p:spPr>
              <a:xfrm>
                <a:off x="2759" y="1941"/>
                <a:ext cx="30" cy="23"/>
              </a:xfrm>
              <a:custGeom>
                <a:avLst/>
                <a:gdLst/>
                <a:ahLst/>
                <a:cxnLst>
                  <a:cxn ang="0">
                    <a:pos x="2" y="17"/>
                  </a:cxn>
                  <a:cxn ang="0">
                    <a:pos x="3" y="19"/>
                  </a:cxn>
                  <a:cxn ang="0">
                    <a:pos x="4" y="22"/>
                  </a:cxn>
                  <a:cxn ang="0">
                    <a:pos x="10" y="22"/>
                  </a:cxn>
                  <a:cxn ang="0">
                    <a:pos x="14" y="19"/>
                  </a:cxn>
                  <a:cxn ang="0">
                    <a:pos x="16" y="22"/>
                  </a:cxn>
                  <a:cxn ang="0">
                    <a:pos x="20" y="19"/>
                  </a:cxn>
                  <a:cxn ang="0">
                    <a:pos x="26" y="9"/>
                  </a:cxn>
                  <a:cxn ang="0">
                    <a:pos x="29" y="4"/>
                  </a:cxn>
                  <a:cxn ang="0">
                    <a:pos x="25" y="0"/>
                  </a:cxn>
                  <a:cxn ang="0">
                    <a:pos x="10" y="2"/>
                  </a:cxn>
                  <a:cxn ang="0">
                    <a:pos x="6" y="4"/>
                  </a:cxn>
                  <a:cxn ang="0">
                    <a:pos x="2" y="8"/>
                  </a:cxn>
                  <a:cxn ang="0">
                    <a:pos x="0" y="13"/>
                  </a:cxn>
                  <a:cxn ang="0">
                    <a:pos x="1" y="15"/>
                  </a:cxn>
                  <a:cxn ang="0">
                    <a:pos x="2" y="17"/>
                  </a:cxn>
                </a:cxnLst>
                <a:rect l="0" t="0" r="0" b="0"/>
                <a:pathLst>
                  <a:path w="30" h="23">
                    <a:moveTo>
                      <a:pt x="2" y="17"/>
                    </a:moveTo>
                    <a:lnTo>
                      <a:pt x="3" y="19"/>
                    </a:lnTo>
                    <a:lnTo>
                      <a:pt x="4" y="22"/>
                    </a:lnTo>
                    <a:lnTo>
                      <a:pt x="10" y="22"/>
                    </a:lnTo>
                    <a:lnTo>
                      <a:pt x="14" y="19"/>
                    </a:lnTo>
                    <a:lnTo>
                      <a:pt x="16" y="22"/>
                    </a:lnTo>
                    <a:lnTo>
                      <a:pt x="20" y="19"/>
                    </a:lnTo>
                    <a:lnTo>
                      <a:pt x="26" y="9"/>
                    </a:lnTo>
                    <a:lnTo>
                      <a:pt x="29" y="4"/>
                    </a:lnTo>
                    <a:lnTo>
                      <a:pt x="25" y="0"/>
                    </a:lnTo>
                    <a:lnTo>
                      <a:pt x="10" y="2"/>
                    </a:lnTo>
                    <a:lnTo>
                      <a:pt x="6" y="4"/>
                    </a:lnTo>
                    <a:lnTo>
                      <a:pt x="2" y="8"/>
                    </a:lnTo>
                    <a:lnTo>
                      <a:pt x="0" y="13"/>
                    </a:lnTo>
                    <a:lnTo>
                      <a:pt x="1" y="15"/>
                    </a:lnTo>
                    <a:lnTo>
                      <a:pt x="2"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32" name="Line 60"/>
              <p:cNvSpPr/>
              <p:nvPr/>
            </p:nvSpPr>
            <p:spPr>
              <a:xfrm flipV="1">
                <a:off x="2743" y="1939"/>
                <a:ext cx="9" cy="16"/>
              </a:xfrm>
              <a:prstGeom prst="line">
                <a:avLst/>
              </a:prstGeom>
              <a:ln w="12700" cap="flat" cmpd="sng">
                <a:solidFill>
                  <a:schemeClr val="tx1"/>
                </a:solidFill>
                <a:prstDash val="solid"/>
                <a:headEnd type="none" w="med" len="med"/>
                <a:tailEnd type="none" w="med" len="med"/>
              </a:ln>
            </p:spPr>
          </p:sp>
          <p:sp>
            <p:nvSpPr>
              <p:cNvPr id="28733" name="Line 61"/>
              <p:cNvSpPr/>
              <p:nvPr/>
            </p:nvSpPr>
            <p:spPr>
              <a:xfrm flipV="1">
                <a:off x="2744" y="1940"/>
                <a:ext cx="7" cy="10"/>
              </a:xfrm>
              <a:prstGeom prst="line">
                <a:avLst/>
              </a:prstGeom>
              <a:ln w="12700" cap="flat" cmpd="sng">
                <a:solidFill>
                  <a:schemeClr val="tx1"/>
                </a:solidFill>
                <a:prstDash val="solid"/>
                <a:headEnd type="none" w="med" len="med"/>
                <a:tailEnd type="none" w="med" len="med"/>
              </a:ln>
            </p:spPr>
          </p:sp>
          <p:sp>
            <p:nvSpPr>
              <p:cNvPr id="28734" name="Freeform 62"/>
              <p:cNvSpPr/>
              <p:nvPr/>
            </p:nvSpPr>
            <p:spPr>
              <a:xfrm>
                <a:off x="2739" y="1936"/>
                <a:ext cx="33" cy="26"/>
              </a:xfrm>
              <a:custGeom>
                <a:avLst/>
                <a:gdLst/>
                <a:ahLst/>
                <a:cxnLst>
                  <a:cxn ang="0">
                    <a:pos x="27" y="17"/>
                  </a:cxn>
                  <a:cxn ang="0">
                    <a:pos x="32" y="11"/>
                  </a:cxn>
                  <a:cxn ang="0">
                    <a:pos x="24" y="0"/>
                  </a:cxn>
                  <a:cxn ang="0">
                    <a:pos x="18" y="3"/>
                  </a:cxn>
                  <a:cxn ang="0">
                    <a:pos x="17" y="1"/>
                  </a:cxn>
                  <a:cxn ang="0">
                    <a:pos x="9" y="4"/>
                  </a:cxn>
                  <a:cxn ang="0">
                    <a:pos x="11" y="7"/>
                  </a:cxn>
                  <a:cxn ang="0">
                    <a:pos x="4" y="10"/>
                  </a:cxn>
                  <a:cxn ang="0">
                    <a:pos x="0" y="17"/>
                  </a:cxn>
                  <a:cxn ang="0">
                    <a:pos x="1" y="20"/>
                  </a:cxn>
                  <a:cxn ang="0">
                    <a:pos x="2" y="21"/>
                  </a:cxn>
                  <a:cxn ang="0">
                    <a:pos x="3" y="23"/>
                  </a:cxn>
                  <a:cxn ang="0">
                    <a:pos x="13" y="25"/>
                  </a:cxn>
                  <a:cxn ang="0">
                    <a:pos x="19" y="21"/>
                  </a:cxn>
                  <a:cxn ang="0">
                    <a:pos x="27" y="17"/>
                  </a:cxn>
                </a:cxnLst>
                <a:rect l="0" t="0" r="0" b="0"/>
                <a:pathLst>
                  <a:path w="33" h="26">
                    <a:moveTo>
                      <a:pt x="27" y="17"/>
                    </a:moveTo>
                    <a:lnTo>
                      <a:pt x="32" y="11"/>
                    </a:lnTo>
                    <a:lnTo>
                      <a:pt x="24" y="0"/>
                    </a:lnTo>
                    <a:lnTo>
                      <a:pt x="18" y="3"/>
                    </a:lnTo>
                    <a:lnTo>
                      <a:pt x="17" y="1"/>
                    </a:lnTo>
                    <a:lnTo>
                      <a:pt x="9" y="4"/>
                    </a:lnTo>
                    <a:lnTo>
                      <a:pt x="11" y="7"/>
                    </a:lnTo>
                    <a:lnTo>
                      <a:pt x="4" y="10"/>
                    </a:lnTo>
                    <a:lnTo>
                      <a:pt x="0" y="17"/>
                    </a:lnTo>
                    <a:lnTo>
                      <a:pt x="1" y="20"/>
                    </a:lnTo>
                    <a:lnTo>
                      <a:pt x="2" y="21"/>
                    </a:lnTo>
                    <a:lnTo>
                      <a:pt x="3" y="23"/>
                    </a:lnTo>
                    <a:lnTo>
                      <a:pt x="13" y="25"/>
                    </a:lnTo>
                    <a:lnTo>
                      <a:pt x="19" y="21"/>
                    </a:lnTo>
                    <a:lnTo>
                      <a:pt x="27"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35" name="Freeform 63"/>
              <p:cNvSpPr/>
              <p:nvPr/>
            </p:nvSpPr>
            <p:spPr>
              <a:xfrm>
                <a:off x="2737" y="1940"/>
                <a:ext cx="35" cy="20"/>
              </a:xfrm>
              <a:custGeom>
                <a:avLst/>
                <a:gdLst/>
                <a:ahLst/>
                <a:cxnLst>
                  <a:cxn ang="0">
                    <a:pos x="0" y="7"/>
                  </a:cxn>
                  <a:cxn ang="0">
                    <a:pos x="29" y="0"/>
                  </a:cxn>
                  <a:cxn ang="0">
                    <a:pos x="34" y="10"/>
                  </a:cxn>
                  <a:cxn ang="0">
                    <a:pos x="3" y="19"/>
                  </a:cxn>
                  <a:cxn ang="0">
                    <a:pos x="0" y="7"/>
                  </a:cxn>
                </a:cxnLst>
                <a:rect l="0" t="0" r="0" b="0"/>
                <a:pathLst>
                  <a:path w="35" h="20">
                    <a:moveTo>
                      <a:pt x="0" y="7"/>
                    </a:moveTo>
                    <a:lnTo>
                      <a:pt x="29" y="0"/>
                    </a:lnTo>
                    <a:lnTo>
                      <a:pt x="34"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36" name="Freeform 64"/>
              <p:cNvSpPr/>
              <p:nvPr/>
            </p:nvSpPr>
            <p:spPr>
              <a:xfrm>
                <a:off x="2757" y="1933"/>
                <a:ext cx="28" cy="23"/>
              </a:xfrm>
              <a:custGeom>
                <a:avLst/>
                <a:gdLst/>
                <a:ahLst/>
                <a:cxnLst>
                  <a:cxn ang="0">
                    <a:pos x="1" y="17"/>
                  </a:cxn>
                  <a:cxn ang="0">
                    <a:pos x="3" y="19"/>
                  </a:cxn>
                  <a:cxn ang="0">
                    <a:pos x="4" y="22"/>
                  </a:cxn>
                  <a:cxn ang="0">
                    <a:pos x="9" y="22"/>
                  </a:cxn>
                  <a:cxn ang="0">
                    <a:pos x="14" y="19"/>
                  </a:cxn>
                  <a:cxn ang="0">
                    <a:pos x="15" y="22"/>
                  </a:cxn>
                  <a:cxn ang="0">
                    <a:pos x="18" y="19"/>
                  </a:cxn>
                  <a:cxn ang="0">
                    <a:pos x="27" y="4"/>
                  </a:cxn>
                  <a:cxn ang="0">
                    <a:pos x="24" y="0"/>
                  </a:cxn>
                  <a:cxn ang="0">
                    <a:pos x="9" y="2"/>
                  </a:cxn>
                  <a:cxn ang="0">
                    <a:pos x="5" y="4"/>
                  </a:cxn>
                  <a:cxn ang="0">
                    <a:pos x="7" y="7"/>
                  </a:cxn>
                  <a:cxn ang="0">
                    <a:pos x="3" y="9"/>
                  </a:cxn>
                  <a:cxn ang="0">
                    <a:pos x="0" y="15"/>
                  </a:cxn>
                  <a:cxn ang="0">
                    <a:pos x="1" y="17"/>
                  </a:cxn>
                </a:cxnLst>
                <a:rect l="0" t="0" r="0" b="0"/>
                <a:pathLst>
                  <a:path w="28" h="23">
                    <a:moveTo>
                      <a:pt x="1" y="17"/>
                    </a:moveTo>
                    <a:lnTo>
                      <a:pt x="3" y="19"/>
                    </a:lnTo>
                    <a:lnTo>
                      <a:pt x="4" y="22"/>
                    </a:lnTo>
                    <a:lnTo>
                      <a:pt x="9" y="22"/>
                    </a:lnTo>
                    <a:lnTo>
                      <a:pt x="14" y="19"/>
                    </a:lnTo>
                    <a:lnTo>
                      <a:pt x="15" y="22"/>
                    </a:lnTo>
                    <a:lnTo>
                      <a:pt x="18" y="19"/>
                    </a:lnTo>
                    <a:lnTo>
                      <a:pt x="27" y="4"/>
                    </a:lnTo>
                    <a:lnTo>
                      <a:pt x="24" y="0"/>
                    </a:lnTo>
                    <a:lnTo>
                      <a:pt x="9" y="2"/>
                    </a:lnTo>
                    <a:lnTo>
                      <a:pt x="5" y="4"/>
                    </a:lnTo>
                    <a:lnTo>
                      <a:pt x="7" y="7"/>
                    </a:lnTo>
                    <a:lnTo>
                      <a:pt x="3" y="9"/>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37" name="Line 65"/>
              <p:cNvSpPr/>
              <p:nvPr/>
            </p:nvSpPr>
            <p:spPr>
              <a:xfrm flipV="1">
                <a:off x="2727" y="1944"/>
                <a:ext cx="3" cy="12"/>
              </a:xfrm>
              <a:prstGeom prst="line">
                <a:avLst/>
              </a:prstGeom>
              <a:ln w="12700" cap="flat" cmpd="sng">
                <a:solidFill>
                  <a:schemeClr val="tx1"/>
                </a:solidFill>
                <a:prstDash val="solid"/>
                <a:headEnd type="none" w="med" len="med"/>
                <a:tailEnd type="none" w="med" len="med"/>
              </a:ln>
            </p:spPr>
          </p:sp>
          <p:sp>
            <p:nvSpPr>
              <p:cNvPr id="28738" name="Line 66"/>
              <p:cNvSpPr/>
              <p:nvPr/>
            </p:nvSpPr>
            <p:spPr>
              <a:xfrm flipV="1">
                <a:off x="2723" y="1940"/>
                <a:ext cx="7" cy="12"/>
              </a:xfrm>
              <a:prstGeom prst="line">
                <a:avLst/>
              </a:prstGeom>
              <a:ln w="12700" cap="flat" cmpd="sng">
                <a:solidFill>
                  <a:schemeClr val="tx1"/>
                </a:solidFill>
                <a:prstDash val="solid"/>
                <a:headEnd type="none" w="med" len="med"/>
                <a:tailEnd type="none" w="med" len="med"/>
              </a:ln>
            </p:spPr>
          </p:sp>
          <p:sp>
            <p:nvSpPr>
              <p:cNvPr id="28739" name="Freeform 67"/>
              <p:cNvSpPr/>
              <p:nvPr/>
            </p:nvSpPr>
            <p:spPr>
              <a:xfrm>
                <a:off x="2724" y="1937"/>
                <a:ext cx="30" cy="24"/>
              </a:xfrm>
              <a:custGeom>
                <a:avLst/>
                <a:gdLst/>
                <a:ahLst/>
                <a:cxnLst>
                  <a:cxn ang="0">
                    <a:pos x="25" y="18"/>
                  </a:cxn>
                  <a:cxn ang="0">
                    <a:pos x="22" y="15"/>
                  </a:cxn>
                  <a:cxn ang="0">
                    <a:pos x="29" y="12"/>
                  </a:cxn>
                  <a:cxn ang="0">
                    <a:pos x="21" y="0"/>
                  </a:cxn>
                  <a:cxn ang="0">
                    <a:pos x="16" y="3"/>
                  </a:cxn>
                  <a:cxn ang="0">
                    <a:pos x="14" y="1"/>
                  </a:cxn>
                  <a:cxn ang="0">
                    <a:pos x="9" y="3"/>
                  </a:cxn>
                  <a:cxn ang="0">
                    <a:pos x="10" y="6"/>
                  </a:cxn>
                  <a:cxn ang="0">
                    <a:pos x="6" y="9"/>
                  </a:cxn>
                  <a:cxn ang="0">
                    <a:pos x="2" y="14"/>
                  </a:cxn>
                  <a:cxn ang="0">
                    <a:pos x="4" y="16"/>
                  </a:cxn>
                  <a:cxn ang="0">
                    <a:pos x="0" y="20"/>
                  </a:cxn>
                  <a:cxn ang="0">
                    <a:pos x="1" y="23"/>
                  </a:cxn>
                  <a:cxn ang="0">
                    <a:pos x="7" y="21"/>
                  </a:cxn>
                  <a:cxn ang="0">
                    <a:pos x="13" y="21"/>
                  </a:cxn>
                  <a:cxn ang="0">
                    <a:pos x="18" y="18"/>
                  </a:cxn>
                  <a:cxn ang="0">
                    <a:pos x="20" y="20"/>
                  </a:cxn>
                  <a:cxn ang="0">
                    <a:pos x="25" y="18"/>
                  </a:cxn>
                </a:cxnLst>
                <a:rect l="0" t="0" r="0" b="0"/>
                <a:pathLst>
                  <a:path w="30" h="24">
                    <a:moveTo>
                      <a:pt x="25" y="18"/>
                    </a:moveTo>
                    <a:lnTo>
                      <a:pt x="22" y="15"/>
                    </a:lnTo>
                    <a:lnTo>
                      <a:pt x="29" y="12"/>
                    </a:lnTo>
                    <a:lnTo>
                      <a:pt x="21" y="0"/>
                    </a:lnTo>
                    <a:lnTo>
                      <a:pt x="16" y="3"/>
                    </a:lnTo>
                    <a:lnTo>
                      <a:pt x="14" y="1"/>
                    </a:lnTo>
                    <a:lnTo>
                      <a:pt x="9" y="3"/>
                    </a:lnTo>
                    <a:lnTo>
                      <a:pt x="10" y="6"/>
                    </a:lnTo>
                    <a:lnTo>
                      <a:pt x="6" y="9"/>
                    </a:lnTo>
                    <a:lnTo>
                      <a:pt x="2" y="14"/>
                    </a:lnTo>
                    <a:lnTo>
                      <a:pt x="4" y="16"/>
                    </a:lnTo>
                    <a:lnTo>
                      <a:pt x="0" y="20"/>
                    </a:lnTo>
                    <a:lnTo>
                      <a:pt x="1" y="23"/>
                    </a:lnTo>
                    <a:lnTo>
                      <a:pt x="7" y="21"/>
                    </a:lnTo>
                    <a:lnTo>
                      <a:pt x="13" y="21"/>
                    </a:lnTo>
                    <a:lnTo>
                      <a:pt x="18" y="18"/>
                    </a:lnTo>
                    <a:lnTo>
                      <a:pt x="20" y="20"/>
                    </a:lnTo>
                    <a:lnTo>
                      <a:pt x="25"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40" name="Freeform 68"/>
              <p:cNvSpPr/>
              <p:nvPr/>
            </p:nvSpPr>
            <p:spPr>
              <a:xfrm>
                <a:off x="2723" y="1941"/>
                <a:ext cx="33" cy="20"/>
              </a:xfrm>
              <a:custGeom>
                <a:avLst/>
                <a:gdLst/>
                <a:ahLst/>
                <a:cxnLst>
                  <a:cxn ang="0">
                    <a:pos x="0" y="7"/>
                  </a:cxn>
                  <a:cxn ang="0">
                    <a:pos x="28" y="0"/>
                  </a:cxn>
                  <a:cxn ang="0">
                    <a:pos x="32" y="11"/>
                  </a:cxn>
                  <a:cxn ang="0">
                    <a:pos x="3" y="19"/>
                  </a:cxn>
                  <a:cxn ang="0">
                    <a:pos x="0" y="7"/>
                  </a:cxn>
                </a:cxnLst>
                <a:rect l="0" t="0" r="0" b="0"/>
                <a:pathLst>
                  <a:path w="33" h="20">
                    <a:moveTo>
                      <a:pt x="0" y="7"/>
                    </a:moveTo>
                    <a:lnTo>
                      <a:pt x="28" y="0"/>
                    </a:lnTo>
                    <a:lnTo>
                      <a:pt x="32" y="11"/>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41" name="Freeform 69"/>
              <p:cNvSpPr/>
              <p:nvPr/>
            </p:nvSpPr>
            <p:spPr>
              <a:xfrm>
                <a:off x="2737" y="1934"/>
                <a:ext cx="31" cy="25"/>
              </a:xfrm>
              <a:custGeom>
                <a:avLst/>
                <a:gdLst/>
                <a:ahLst/>
                <a:cxnLst>
                  <a:cxn ang="0">
                    <a:pos x="2" y="18"/>
                  </a:cxn>
                  <a:cxn ang="0">
                    <a:pos x="3" y="21"/>
                  </a:cxn>
                  <a:cxn ang="0">
                    <a:pos x="4" y="24"/>
                  </a:cxn>
                  <a:cxn ang="0">
                    <a:pos x="10" y="24"/>
                  </a:cxn>
                  <a:cxn ang="0">
                    <a:pos x="15" y="21"/>
                  </a:cxn>
                  <a:cxn ang="0">
                    <a:pos x="16" y="24"/>
                  </a:cxn>
                  <a:cxn ang="0">
                    <a:pos x="20" y="20"/>
                  </a:cxn>
                  <a:cxn ang="0">
                    <a:pos x="24" y="15"/>
                  </a:cxn>
                  <a:cxn ang="0">
                    <a:pos x="26" y="10"/>
                  </a:cxn>
                  <a:cxn ang="0">
                    <a:pos x="25" y="7"/>
                  </a:cxn>
                  <a:cxn ang="0">
                    <a:pos x="30" y="5"/>
                  </a:cxn>
                  <a:cxn ang="0">
                    <a:pos x="27" y="2"/>
                  </a:cxn>
                  <a:cxn ang="0">
                    <a:pos x="22" y="2"/>
                  </a:cxn>
                  <a:cxn ang="0">
                    <a:pos x="20" y="0"/>
                  </a:cxn>
                  <a:cxn ang="0">
                    <a:pos x="15" y="1"/>
                  </a:cxn>
                  <a:cxn ang="0">
                    <a:pos x="10" y="3"/>
                  </a:cxn>
                  <a:cxn ang="0">
                    <a:pos x="7" y="6"/>
                  </a:cxn>
                  <a:cxn ang="0">
                    <a:pos x="2" y="8"/>
                  </a:cxn>
                  <a:cxn ang="0">
                    <a:pos x="0" y="13"/>
                  </a:cxn>
                  <a:cxn ang="0">
                    <a:pos x="1" y="16"/>
                  </a:cxn>
                  <a:cxn ang="0">
                    <a:pos x="2" y="18"/>
                  </a:cxn>
                </a:cxnLst>
                <a:rect l="0" t="0" r="0" b="0"/>
                <a:pathLst>
                  <a:path w="31" h="25">
                    <a:moveTo>
                      <a:pt x="2" y="18"/>
                    </a:moveTo>
                    <a:lnTo>
                      <a:pt x="3" y="21"/>
                    </a:lnTo>
                    <a:lnTo>
                      <a:pt x="4" y="24"/>
                    </a:lnTo>
                    <a:lnTo>
                      <a:pt x="10" y="24"/>
                    </a:lnTo>
                    <a:lnTo>
                      <a:pt x="15" y="21"/>
                    </a:lnTo>
                    <a:lnTo>
                      <a:pt x="16" y="24"/>
                    </a:lnTo>
                    <a:lnTo>
                      <a:pt x="20" y="20"/>
                    </a:lnTo>
                    <a:lnTo>
                      <a:pt x="24" y="15"/>
                    </a:lnTo>
                    <a:lnTo>
                      <a:pt x="26" y="10"/>
                    </a:lnTo>
                    <a:lnTo>
                      <a:pt x="25" y="7"/>
                    </a:lnTo>
                    <a:lnTo>
                      <a:pt x="30" y="5"/>
                    </a:lnTo>
                    <a:lnTo>
                      <a:pt x="27" y="2"/>
                    </a:lnTo>
                    <a:lnTo>
                      <a:pt x="22" y="2"/>
                    </a:lnTo>
                    <a:lnTo>
                      <a:pt x="20" y="0"/>
                    </a:lnTo>
                    <a:lnTo>
                      <a:pt x="15" y="1"/>
                    </a:lnTo>
                    <a:lnTo>
                      <a:pt x="10" y="3"/>
                    </a:lnTo>
                    <a:lnTo>
                      <a:pt x="7" y="6"/>
                    </a:lnTo>
                    <a:lnTo>
                      <a:pt x="2" y="8"/>
                    </a:lnTo>
                    <a:lnTo>
                      <a:pt x="0" y="13"/>
                    </a:lnTo>
                    <a:lnTo>
                      <a:pt x="1" y="16"/>
                    </a:lnTo>
                    <a:lnTo>
                      <a:pt x="2"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42" name="Line 70"/>
              <p:cNvSpPr/>
              <p:nvPr/>
            </p:nvSpPr>
            <p:spPr>
              <a:xfrm flipV="1">
                <a:off x="2754" y="1926"/>
                <a:ext cx="4" cy="14"/>
              </a:xfrm>
              <a:prstGeom prst="line">
                <a:avLst/>
              </a:prstGeom>
              <a:ln w="12700" cap="flat" cmpd="sng">
                <a:solidFill>
                  <a:schemeClr val="tx1"/>
                </a:solidFill>
                <a:prstDash val="solid"/>
                <a:headEnd type="none" w="med" len="med"/>
                <a:tailEnd type="none" w="med" len="med"/>
              </a:ln>
            </p:spPr>
          </p:sp>
          <p:sp>
            <p:nvSpPr>
              <p:cNvPr id="28743" name="Line 71"/>
              <p:cNvSpPr/>
              <p:nvPr/>
            </p:nvSpPr>
            <p:spPr>
              <a:xfrm flipV="1">
                <a:off x="2753" y="1923"/>
                <a:ext cx="8" cy="12"/>
              </a:xfrm>
              <a:prstGeom prst="line">
                <a:avLst/>
              </a:prstGeom>
              <a:ln w="12700" cap="flat" cmpd="sng">
                <a:solidFill>
                  <a:schemeClr val="tx1"/>
                </a:solidFill>
                <a:prstDash val="solid"/>
                <a:headEnd type="none" w="med" len="med"/>
                <a:tailEnd type="none" w="med" len="med"/>
              </a:ln>
            </p:spPr>
          </p:sp>
          <p:sp>
            <p:nvSpPr>
              <p:cNvPr id="28744" name="Freeform 72"/>
              <p:cNvSpPr/>
              <p:nvPr/>
            </p:nvSpPr>
            <p:spPr>
              <a:xfrm>
                <a:off x="2751" y="1919"/>
                <a:ext cx="33" cy="25"/>
              </a:xfrm>
              <a:custGeom>
                <a:avLst/>
                <a:gdLst/>
                <a:ahLst/>
                <a:cxnLst>
                  <a:cxn ang="0">
                    <a:pos x="24" y="19"/>
                  </a:cxn>
                  <a:cxn ang="0">
                    <a:pos x="32" y="15"/>
                  </a:cxn>
                  <a:cxn ang="0">
                    <a:pos x="29" y="13"/>
                  </a:cxn>
                  <a:cxn ang="0">
                    <a:pos x="23" y="2"/>
                  </a:cxn>
                  <a:cxn ang="0">
                    <a:pos x="20" y="0"/>
                  </a:cxn>
                  <a:cxn ang="0">
                    <a:pos x="14" y="3"/>
                  </a:cxn>
                  <a:cxn ang="0">
                    <a:pos x="9" y="9"/>
                  </a:cxn>
                  <a:cxn ang="0">
                    <a:pos x="4" y="15"/>
                  </a:cxn>
                  <a:cxn ang="0">
                    <a:pos x="0" y="21"/>
                  </a:cxn>
                  <a:cxn ang="0">
                    <a:pos x="1" y="24"/>
                  </a:cxn>
                  <a:cxn ang="0">
                    <a:pos x="9" y="22"/>
                  </a:cxn>
                  <a:cxn ang="0">
                    <a:pos x="17" y="21"/>
                  </a:cxn>
                  <a:cxn ang="0">
                    <a:pos x="24" y="19"/>
                  </a:cxn>
                </a:cxnLst>
                <a:rect l="0" t="0" r="0" b="0"/>
                <a:pathLst>
                  <a:path w="33" h="25">
                    <a:moveTo>
                      <a:pt x="24" y="19"/>
                    </a:moveTo>
                    <a:lnTo>
                      <a:pt x="32" y="15"/>
                    </a:lnTo>
                    <a:lnTo>
                      <a:pt x="29" y="13"/>
                    </a:lnTo>
                    <a:lnTo>
                      <a:pt x="23" y="2"/>
                    </a:lnTo>
                    <a:lnTo>
                      <a:pt x="20" y="0"/>
                    </a:lnTo>
                    <a:lnTo>
                      <a:pt x="14" y="3"/>
                    </a:lnTo>
                    <a:lnTo>
                      <a:pt x="9" y="9"/>
                    </a:lnTo>
                    <a:lnTo>
                      <a:pt x="4" y="15"/>
                    </a:lnTo>
                    <a:lnTo>
                      <a:pt x="0" y="21"/>
                    </a:lnTo>
                    <a:lnTo>
                      <a:pt x="1" y="24"/>
                    </a:lnTo>
                    <a:lnTo>
                      <a:pt x="9" y="22"/>
                    </a:lnTo>
                    <a:lnTo>
                      <a:pt x="17" y="21"/>
                    </a:lnTo>
                    <a:lnTo>
                      <a:pt x="24"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45" name="Freeform 73"/>
              <p:cNvSpPr/>
              <p:nvPr/>
            </p:nvSpPr>
            <p:spPr>
              <a:xfrm>
                <a:off x="2749" y="1924"/>
                <a:ext cx="35" cy="20"/>
              </a:xfrm>
              <a:custGeom>
                <a:avLst/>
                <a:gdLst/>
                <a:ahLst/>
                <a:cxnLst>
                  <a:cxn ang="0">
                    <a:pos x="0" y="7"/>
                  </a:cxn>
                  <a:cxn ang="0">
                    <a:pos x="30" y="0"/>
                  </a:cxn>
                  <a:cxn ang="0">
                    <a:pos x="34" y="10"/>
                  </a:cxn>
                  <a:cxn ang="0">
                    <a:pos x="2" y="19"/>
                  </a:cxn>
                  <a:cxn ang="0">
                    <a:pos x="0" y="7"/>
                  </a:cxn>
                </a:cxnLst>
                <a:rect l="0" t="0" r="0" b="0"/>
                <a:pathLst>
                  <a:path w="35" h="20">
                    <a:moveTo>
                      <a:pt x="0" y="7"/>
                    </a:moveTo>
                    <a:lnTo>
                      <a:pt x="30" y="0"/>
                    </a:lnTo>
                    <a:lnTo>
                      <a:pt x="34"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46" name="Freeform 74"/>
              <p:cNvSpPr/>
              <p:nvPr/>
            </p:nvSpPr>
            <p:spPr>
              <a:xfrm>
                <a:off x="2769" y="1917"/>
                <a:ext cx="27" cy="21"/>
              </a:xfrm>
              <a:custGeom>
                <a:avLst/>
                <a:gdLst/>
                <a:ahLst/>
                <a:cxnLst>
                  <a:cxn ang="0">
                    <a:pos x="1" y="16"/>
                  </a:cxn>
                  <a:cxn ang="0">
                    <a:pos x="2" y="18"/>
                  </a:cxn>
                  <a:cxn ang="0">
                    <a:pos x="5" y="17"/>
                  </a:cxn>
                  <a:cxn ang="0">
                    <a:pos x="7" y="20"/>
                  </a:cxn>
                  <a:cxn ang="0">
                    <a:pos x="11" y="20"/>
                  </a:cxn>
                  <a:cxn ang="0">
                    <a:pos x="16" y="20"/>
                  </a:cxn>
                  <a:cxn ang="0">
                    <a:pos x="20" y="17"/>
                  </a:cxn>
                  <a:cxn ang="0">
                    <a:pos x="22" y="14"/>
                  </a:cxn>
                  <a:cxn ang="0">
                    <a:pos x="23" y="9"/>
                  </a:cxn>
                  <a:cxn ang="0">
                    <a:pos x="22" y="7"/>
                  </a:cxn>
                  <a:cxn ang="0">
                    <a:pos x="26" y="4"/>
                  </a:cxn>
                  <a:cxn ang="0">
                    <a:pos x="23" y="1"/>
                  </a:cxn>
                  <a:cxn ang="0">
                    <a:pos x="20" y="2"/>
                  </a:cxn>
                  <a:cxn ang="0">
                    <a:pos x="18" y="0"/>
                  </a:cxn>
                  <a:cxn ang="0">
                    <a:pos x="14" y="0"/>
                  </a:cxn>
                  <a:cxn ang="0">
                    <a:pos x="10" y="2"/>
                  </a:cxn>
                  <a:cxn ang="0">
                    <a:pos x="7" y="3"/>
                  </a:cxn>
                  <a:cxn ang="0">
                    <a:pos x="3" y="5"/>
                  </a:cxn>
                  <a:cxn ang="0">
                    <a:pos x="2" y="10"/>
                  </a:cxn>
                  <a:cxn ang="0">
                    <a:pos x="3" y="12"/>
                  </a:cxn>
                  <a:cxn ang="0">
                    <a:pos x="0" y="14"/>
                  </a:cxn>
                  <a:cxn ang="0">
                    <a:pos x="1" y="16"/>
                  </a:cxn>
                </a:cxnLst>
                <a:rect l="0" t="0" r="0" b="0"/>
                <a:pathLst>
                  <a:path w="27" h="21">
                    <a:moveTo>
                      <a:pt x="1" y="16"/>
                    </a:moveTo>
                    <a:lnTo>
                      <a:pt x="2" y="18"/>
                    </a:lnTo>
                    <a:lnTo>
                      <a:pt x="5" y="17"/>
                    </a:lnTo>
                    <a:lnTo>
                      <a:pt x="7" y="20"/>
                    </a:lnTo>
                    <a:lnTo>
                      <a:pt x="11" y="20"/>
                    </a:lnTo>
                    <a:lnTo>
                      <a:pt x="16" y="20"/>
                    </a:lnTo>
                    <a:lnTo>
                      <a:pt x="20" y="17"/>
                    </a:lnTo>
                    <a:lnTo>
                      <a:pt x="22" y="14"/>
                    </a:lnTo>
                    <a:lnTo>
                      <a:pt x="23" y="9"/>
                    </a:lnTo>
                    <a:lnTo>
                      <a:pt x="22" y="7"/>
                    </a:lnTo>
                    <a:lnTo>
                      <a:pt x="26" y="4"/>
                    </a:lnTo>
                    <a:lnTo>
                      <a:pt x="23" y="1"/>
                    </a:lnTo>
                    <a:lnTo>
                      <a:pt x="20" y="2"/>
                    </a:lnTo>
                    <a:lnTo>
                      <a:pt x="18" y="0"/>
                    </a:lnTo>
                    <a:lnTo>
                      <a:pt x="14" y="0"/>
                    </a:lnTo>
                    <a:lnTo>
                      <a:pt x="10" y="2"/>
                    </a:lnTo>
                    <a:lnTo>
                      <a:pt x="7" y="3"/>
                    </a:lnTo>
                    <a:lnTo>
                      <a:pt x="3" y="5"/>
                    </a:lnTo>
                    <a:lnTo>
                      <a:pt x="2" y="10"/>
                    </a:lnTo>
                    <a:lnTo>
                      <a:pt x="3" y="12"/>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47" name="Line 75"/>
              <p:cNvSpPr/>
              <p:nvPr/>
            </p:nvSpPr>
            <p:spPr>
              <a:xfrm flipV="1">
                <a:off x="2734" y="1927"/>
                <a:ext cx="9" cy="14"/>
              </a:xfrm>
              <a:prstGeom prst="line">
                <a:avLst/>
              </a:prstGeom>
              <a:ln w="12700" cap="flat" cmpd="sng">
                <a:solidFill>
                  <a:schemeClr val="tx1"/>
                </a:solidFill>
                <a:prstDash val="solid"/>
                <a:headEnd type="none" w="med" len="med"/>
                <a:tailEnd type="none" w="med" len="med"/>
              </a:ln>
            </p:spPr>
          </p:sp>
          <p:sp>
            <p:nvSpPr>
              <p:cNvPr id="28748" name="Line 76"/>
              <p:cNvSpPr/>
              <p:nvPr/>
            </p:nvSpPr>
            <p:spPr>
              <a:xfrm flipV="1">
                <a:off x="2735" y="1924"/>
                <a:ext cx="5" cy="11"/>
              </a:xfrm>
              <a:prstGeom prst="line">
                <a:avLst/>
              </a:prstGeom>
              <a:ln w="12700" cap="flat" cmpd="sng">
                <a:solidFill>
                  <a:schemeClr val="tx1"/>
                </a:solidFill>
                <a:prstDash val="solid"/>
                <a:headEnd type="none" w="med" len="med"/>
                <a:tailEnd type="none" w="med" len="med"/>
              </a:ln>
            </p:spPr>
          </p:sp>
          <p:sp>
            <p:nvSpPr>
              <p:cNvPr id="28749" name="Freeform 77"/>
              <p:cNvSpPr/>
              <p:nvPr/>
            </p:nvSpPr>
            <p:spPr>
              <a:xfrm>
                <a:off x="2728" y="1921"/>
                <a:ext cx="34" cy="27"/>
              </a:xfrm>
              <a:custGeom>
                <a:avLst/>
                <a:gdLst/>
                <a:ahLst/>
                <a:cxnLst>
                  <a:cxn ang="0">
                    <a:pos x="28" y="18"/>
                  </a:cxn>
                  <a:cxn ang="0">
                    <a:pos x="33" y="11"/>
                  </a:cxn>
                  <a:cxn ang="0">
                    <a:pos x="25" y="0"/>
                  </a:cxn>
                  <a:cxn ang="0">
                    <a:pos x="18" y="1"/>
                  </a:cxn>
                  <a:cxn ang="0">
                    <a:pos x="11" y="4"/>
                  </a:cxn>
                  <a:cxn ang="0">
                    <a:pos x="4" y="8"/>
                  </a:cxn>
                  <a:cxn ang="0">
                    <a:pos x="0" y="16"/>
                  </a:cxn>
                  <a:cxn ang="0">
                    <a:pos x="1" y="18"/>
                  </a:cxn>
                  <a:cxn ang="0">
                    <a:pos x="3" y="22"/>
                  </a:cxn>
                  <a:cxn ang="0">
                    <a:pos x="4" y="24"/>
                  </a:cxn>
                  <a:cxn ang="0">
                    <a:pos x="14" y="26"/>
                  </a:cxn>
                  <a:cxn ang="0">
                    <a:pos x="22" y="22"/>
                  </a:cxn>
                  <a:cxn ang="0">
                    <a:pos x="28" y="18"/>
                  </a:cxn>
                </a:cxnLst>
                <a:rect l="0" t="0" r="0" b="0"/>
                <a:pathLst>
                  <a:path w="34" h="27">
                    <a:moveTo>
                      <a:pt x="28" y="18"/>
                    </a:moveTo>
                    <a:lnTo>
                      <a:pt x="33" y="11"/>
                    </a:lnTo>
                    <a:lnTo>
                      <a:pt x="25" y="0"/>
                    </a:lnTo>
                    <a:lnTo>
                      <a:pt x="18" y="1"/>
                    </a:lnTo>
                    <a:lnTo>
                      <a:pt x="11" y="4"/>
                    </a:lnTo>
                    <a:lnTo>
                      <a:pt x="4" y="8"/>
                    </a:lnTo>
                    <a:lnTo>
                      <a:pt x="0" y="16"/>
                    </a:lnTo>
                    <a:lnTo>
                      <a:pt x="1" y="18"/>
                    </a:lnTo>
                    <a:lnTo>
                      <a:pt x="3" y="22"/>
                    </a:lnTo>
                    <a:lnTo>
                      <a:pt x="4" y="24"/>
                    </a:lnTo>
                    <a:lnTo>
                      <a:pt x="14" y="26"/>
                    </a:lnTo>
                    <a:lnTo>
                      <a:pt x="22" y="22"/>
                    </a:lnTo>
                    <a:lnTo>
                      <a:pt x="28"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50" name="Freeform 78"/>
              <p:cNvSpPr/>
              <p:nvPr/>
            </p:nvSpPr>
            <p:spPr>
              <a:xfrm>
                <a:off x="2729" y="1924"/>
                <a:ext cx="35" cy="20"/>
              </a:xfrm>
              <a:custGeom>
                <a:avLst/>
                <a:gdLst/>
                <a:ahLst/>
                <a:cxnLst>
                  <a:cxn ang="0">
                    <a:pos x="0" y="8"/>
                  </a:cxn>
                  <a:cxn ang="0">
                    <a:pos x="29" y="0"/>
                  </a:cxn>
                  <a:cxn ang="0">
                    <a:pos x="34" y="10"/>
                  </a:cxn>
                  <a:cxn ang="0">
                    <a:pos x="3" y="19"/>
                  </a:cxn>
                  <a:cxn ang="0">
                    <a:pos x="0" y="7"/>
                  </a:cxn>
                  <a:cxn ang="0">
                    <a:pos x="0" y="8"/>
                  </a:cxn>
                </a:cxnLst>
                <a:rect l="0" t="0" r="0" b="0"/>
                <a:pathLst>
                  <a:path w="35" h="20">
                    <a:moveTo>
                      <a:pt x="0" y="8"/>
                    </a:moveTo>
                    <a:lnTo>
                      <a:pt x="29" y="0"/>
                    </a:lnTo>
                    <a:lnTo>
                      <a:pt x="34" y="10"/>
                    </a:lnTo>
                    <a:lnTo>
                      <a:pt x="3" y="19"/>
                    </a:lnTo>
                    <a:lnTo>
                      <a:pt x="0" y="7"/>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51" name="Freeform 79"/>
              <p:cNvSpPr/>
              <p:nvPr/>
            </p:nvSpPr>
            <p:spPr>
              <a:xfrm>
                <a:off x="2749" y="1917"/>
                <a:ext cx="31" cy="26"/>
              </a:xfrm>
              <a:custGeom>
                <a:avLst/>
                <a:gdLst/>
                <a:ahLst/>
                <a:cxnLst>
                  <a:cxn ang="0">
                    <a:pos x="1" y="19"/>
                  </a:cxn>
                  <a:cxn ang="0">
                    <a:pos x="2" y="21"/>
                  </a:cxn>
                  <a:cxn ang="0">
                    <a:pos x="3" y="23"/>
                  </a:cxn>
                  <a:cxn ang="0">
                    <a:pos x="10" y="25"/>
                  </a:cxn>
                  <a:cxn ang="0">
                    <a:pos x="15" y="22"/>
                  </a:cxn>
                  <a:cxn ang="0">
                    <a:pos x="20" y="20"/>
                  </a:cxn>
                  <a:cxn ang="0">
                    <a:pos x="24" y="17"/>
                  </a:cxn>
                  <a:cxn ang="0">
                    <a:pos x="28" y="14"/>
                  </a:cxn>
                  <a:cxn ang="0">
                    <a:pos x="30" y="7"/>
                  </a:cxn>
                  <a:cxn ang="0">
                    <a:pos x="28" y="4"/>
                  </a:cxn>
                  <a:cxn ang="0">
                    <a:pos x="27" y="2"/>
                  </a:cxn>
                  <a:cxn ang="0">
                    <a:pos x="26" y="0"/>
                  </a:cxn>
                  <a:cxn ang="0">
                    <a:pos x="20" y="1"/>
                  </a:cxn>
                  <a:cxn ang="0">
                    <a:pos x="15" y="3"/>
                  </a:cxn>
                  <a:cxn ang="0">
                    <a:pos x="9" y="3"/>
                  </a:cxn>
                  <a:cxn ang="0">
                    <a:pos x="6" y="5"/>
                  </a:cxn>
                  <a:cxn ang="0">
                    <a:pos x="7" y="8"/>
                  </a:cxn>
                  <a:cxn ang="0">
                    <a:pos x="2" y="10"/>
                  </a:cxn>
                  <a:cxn ang="0">
                    <a:pos x="0" y="16"/>
                  </a:cxn>
                  <a:cxn ang="0">
                    <a:pos x="1" y="19"/>
                  </a:cxn>
                </a:cxnLst>
                <a:rect l="0" t="0" r="0" b="0"/>
                <a:pathLst>
                  <a:path w="31" h="26">
                    <a:moveTo>
                      <a:pt x="1" y="19"/>
                    </a:moveTo>
                    <a:lnTo>
                      <a:pt x="2" y="21"/>
                    </a:lnTo>
                    <a:lnTo>
                      <a:pt x="3" y="23"/>
                    </a:lnTo>
                    <a:lnTo>
                      <a:pt x="10" y="25"/>
                    </a:lnTo>
                    <a:lnTo>
                      <a:pt x="15" y="22"/>
                    </a:lnTo>
                    <a:lnTo>
                      <a:pt x="20" y="20"/>
                    </a:lnTo>
                    <a:lnTo>
                      <a:pt x="24" y="17"/>
                    </a:lnTo>
                    <a:lnTo>
                      <a:pt x="28" y="14"/>
                    </a:lnTo>
                    <a:lnTo>
                      <a:pt x="30" y="7"/>
                    </a:lnTo>
                    <a:lnTo>
                      <a:pt x="28" y="4"/>
                    </a:lnTo>
                    <a:lnTo>
                      <a:pt x="27" y="2"/>
                    </a:lnTo>
                    <a:lnTo>
                      <a:pt x="26" y="0"/>
                    </a:lnTo>
                    <a:lnTo>
                      <a:pt x="20" y="1"/>
                    </a:lnTo>
                    <a:lnTo>
                      <a:pt x="15" y="3"/>
                    </a:lnTo>
                    <a:lnTo>
                      <a:pt x="9" y="3"/>
                    </a:lnTo>
                    <a:lnTo>
                      <a:pt x="6" y="5"/>
                    </a:lnTo>
                    <a:lnTo>
                      <a:pt x="7" y="8"/>
                    </a:lnTo>
                    <a:lnTo>
                      <a:pt x="2" y="10"/>
                    </a:lnTo>
                    <a:lnTo>
                      <a:pt x="0" y="16"/>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28752" name="Group 80"/>
            <p:cNvGrpSpPr/>
            <p:nvPr/>
          </p:nvGrpSpPr>
          <p:grpSpPr>
            <a:xfrm>
              <a:off x="4960" y="2028"/>
              <a:ext cx="383" cy="295"/>
              <a:chOff x="4960" y="2028"/>
              <a:chExt cx="383" cy="295"/>
            </a:xfrm>
          </p:grpSpPr>
          <p:sp>
            <p:nvSpPr>
              <p:cNvPr id="28753" name="Freeform 81"/>
              <p:cNvSpPr/>
              <p:nvPr/>
            </p:nvSpPr>
            <p:spPr>
              <a:xfrm>
                <a:off x="5200" y="2182"/>
                <a:ext cx="143" cy="141"/>
              </a:xfrm>
              <a:custGeom>
                <a:avLst/>
                <a:gdLst/>
                <a:ahLst/>
                <a:cxnLst>
                  <a:cxn ang="0">
                    <a:pos x="89" y="140"/>
                  </a:cxn>
                  <a:cxn ang="0">
                    <a:pos x="142" y="55"/>
                  </a:cxn>
                  <a:cxn ang="0">
                    <a:pos x="57" y="0"/>
                  </a:cxn>
                  <a:cxn ang="0">
                    <a:pos x="0" y="92"/>
                  </a:cxn>
                  <a:cxn ang="0">
                    <a:pos x="89" y="140"/>
                  </a:cxn>
                </a:cxnLst>
                <a:rect l="0" t="0" r="0" b="0"/>
                <a:pathLst>
                  <a:path w="143" h="141">
                    <a:moveTo>
                      <a:pt x="89" y="140"/>
                    </a:moveTo>
                    <a:lnTo>
                      <a:pt x="142" y="55"/>
                    </a:lnTo>
                    <a:lnTo>
                      <a:pt x="57" y="0"/>
                    </a:lnTo>
                    <a:lnTo>
                      <a:pt x="0" y="92"/>
                    </a:lnTo>
                    <a:lnTo>
                      <a:pt x="89" y="14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754" name="Freeform 82"/>
              <p:cNvSpPr/>
              <p:nvPr/>
            </p:nvSpPr>
            <p:spPr>
              <a:xfrm>
                <a:off x="5091" y="2123"/>
                <a:ext cx="121" cy="104"/>
              </a:xfrm>
              <a:custGeom>
                <a:avLst/>
                <a:gdLst/>
                <a:ahLst/>
                <a:cxnLst>
                  <a:cxn ang="0">
                    <a:pos x="50" y="2"/>
                  </a:cxn>
                  <a:cxn ang="0">
                    <a:pos x="106" y="36"/>
                  </a:cxn>
                  <a:cxn ang="0">
                    <a:pos x="120" y="57"/>
                  </a:cxn>
                  <a:cxn ang="0">
                    <a:pos x="93" y="103"/>
                  </a:cxn>
                  <a:cxn ang="0">
                    <a:pos x="69" y="100"/>
                  </a:cxn>
                  <a:cxn ang="0">
                    <a:pos x="12" y="66"/>
                  </a:cxn>
                  <a:cxn ang="0">
                    <a:pos x="0" y="46"/>
                  </a:cxn>
                  <a:cxn ang="0">
                    <a:pos x="26" y="0"/>
                  </a:cxn>
                  <a:cxn ang="0">
                    <a:pos x="50" y="2"/>
                  </a:cxn>
                </a:cxnLst>
                <a:rect l="0" t="0" r="0" b="0"/>
                <a:pathLst>
                  <a:path w="121" h="104">
                    <a:moveTo>
                      <a:pt x="50" y="2"/>
                    </a:moveTo>
                    <a:lnTo>
                      <a:pt x="106" y="36"/>
                    </a:lnTo>
                    <a:lnTo>
                      <a:pt x="120" y="57"/>
                    </a:lnTo>
                    <a:lnTo>
                      <a:pt x="93" y="103"/>
                    </a:lnTo>
                    <a:lnTo>
                      <a:pt x="69" y="100"/>
                    </a:lnTo>
                    <a:lnTo>
                      <a:pt x="12" y="66"/>
                    </a:lnTo>
                    <a:lnTo>
                      <a:pt x="0" y="46"/>
                    </a:lnTo>
                    <a:lnTo>
                      <a:pt x="26" y="0"/>
                    </a:lnTo>
                    <a:lnTo>
                      <a:pt x="50"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755" name="Freeform 83"/>
              <p:cNvSpPr/>
              <p:nvPr/>
            </p:nvSpPr>
            <p:spPr>
              <a:xfrm>
                <a:off x="5126" y="2154"/>
                <a:ext cx="122" cy="102"/>
              </a:xfrm>
              <a:custGeom>
                <a:avLst/>
                <a:gdLst/>
                <a:ahLst/>
                <a:cxnLst>
                  <a:cxn ang="0">
                    <a:pos x="50" y="2"/>
                  </a:cxn>
                  <a:cxn ang="0">
                    <a:pos x="107" y="37"/>
                  </a:cxn>
                  <a:cxn ang="0">
                    <a:pos x="121" y="56"/>
                  </a:cxn>
                  <a:cxn ang="0">
                    <a:pos x="94" y="101"/>
                  </a:cxn>
                  <a:cxn ang="0">
                    <a:pos x="70" y="99"/>
                  </a:cxn>
                  <a:cxn ang="0">
                    <a:pos x="13" y="66"/>
                  </a:cxn>
                  <a:cxn ang="0">
                    <a:pos x="0" y="45"/>
                  </a:cxn>
                  <a:cxn ang="0">
                    <a:pos x="26" y="0"/>
                  </a:cxn>
                  <a:cxn ang="0">
                    <a:pos x="50" y="2"/>
                  </a:cxn>
                </a:cxnLst>
                <a:rect l="0" t="0" r="0" b="0"/>
                <a:pathLst>
                  <a:path w="122" h="102">
                    <a:moveTo>
                      <a:pt x="50" y="2"/>
                    </a:moveTo>
                    <a:lnTo>
                      <a:pt x="107" y="37"/>
                    </a:lnTo>
                    <a:lnTo>
                      <a:pt x="121" y="56"/>
                    </a:lnTo>
                    <a:lnTo>
                      <a:pt x="94" y="101"/>
                    </a:lnTo>
                    <a:lnTo>
                      <a:pt x="70" y="99"/>
                    </a:lnTo>
                    <a:lnTo>
                      <a:pt x="13" y="66"/>
                    </a:lnTo>
                    <a:lnTo>
                      <a:pt x="0" y="45"/>
                    </a:lnTo>
                    <a:lnTo>
                      <a:pt x="26" y="0"/>
                    </a:lnTo>
                    <a:lnTo>
                      <a:pt x="50"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756" name="Freeform 84"/>
              <p:cNvSpPr/>
              <p:nvPr/>
            </p:nvSpPr>
            <p:spPr>
              <a:xfrm>
                <a:off x="5141" y="2128"/>
                <a:ext cx="88" cy="76"/>
              </a:xfrm>
              <a:custGeom>
                <a:avLst/>
                <a:gdLst/>
                <a:ahLst/>
                <a:cxnLst>
                  <a:cxn ang="0">
                    <a:pos x="55" y="33"/>
                  </a:cxn>
                  <a:cxn ang="0">
                    <a:pos x="87" y="75"/>
                  </a:cxn>
                  <a:cxn ang="0">
                    <a:pos x="30" y="41"/>
                  </a:cxn>
                  <a:cxn ang="0">
                    <a:pos x="0" y="0"/>
                  </a:cxn>
                  <a:cxn ang="0">
                    <a:pos x="55" y="33"/>
                  </a:cxn>
                </a:cxnLst>
                <a:rect l="0" t="0" r="0" b="0"/>
                <a:pathLst>
                  <a:path w="88" h="76">
                    <a:moveTo>
                      <a:pt x="55" y="33"/>
                    </a:moveTo>
                    <a:lnTo>
                      <a:pt x="87" y="75"/>
                    </a:lnTo>
                    <a:lnTo>
                      <a:pt x="30" y="41"/>
                    </a:lnTo>
                    <a:lnTo>
                      <a:pt x="0" y="0"/>
                    </a:lnTo>
                    <a:lnTo>
                      <a:pt x="55" y="3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757" name="Freeform 85"/>
              <p:cNvSpPr/>
              <p:nvPr/>
            </p:nvSpPr>
            <p:spPr>
              <a:xfrm>
                <a:off x="5089" y="2173"/>
                <a:ext cx="49" cy="51"/>
              </a:xfrm>
              <a:custGeom>
                <a:avLst/>
                <a:gdLst/>
                <a:ahLst/>
                <a:cxnLst>
                  <a:cxn ang="0">
                    <a:pos x="0" y="0"/>
                  </a:cxn>
                  <a:cxn ang="0">
                    <a:pos x="36" y="29"/>
                  </a:cxn>
                  <a:cxn ang="0">
                    <a:pos x="48" y="50"/>
                  </a:cxn>
                  <a:cxn ang="0">
                    <a:pos x="10" y="20"/>
                  </a:cxn>
                  <a:cxn ang="0">
                    <a:pos x="0" y="0"/>
                  </a:cxn>
                </a:cxnLst>
                <a:rect l="0" t="0" r="0" b="0"/>
                <a:pathLst>
                  <a:path w="49" h="51">
                    <a:moveTo>
                      <a:pt x="0" y="0"/>
                    </a:moveTo>
                    <a:lnTo>
                      <a:pt x="36" y="29"/>
                    </a:lnTo>
                    <a:lnTo>
                      <a:pt x="48" y="50"/>
                    </a:lnTo>
                    <a:lnTo>
                      <a:pt x="10"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758" name="Line 86"/>
              <p:cNvSpPr/>
              <p:nvPr/>
            </p:nvSpPr>
            <p:spPr>
              <a:xfrm>
                <a:off x="5121" y="2132"/>
                <a:ext cx="27" cy="19"/>
              </a:xfrm>
              <a:prstGeom prst="line">
                <a:avLst/>
              </a:prstGeom>
              <a:ln w="12700" cap="flat" cmpd="sng">
                <a:solidFill>
                  <a:schemeClr val="tx1"/>
                </a:solidFill>
                <a:prstDash val="solid"/>
                <a:headEnd type="none" w="med" len="med"/>
                <a:tailEnd type="none" w="med" len="med"/>
              </a:ln>
            </p:spPr>
          </p:sp>
          <p:sp>
            <p:nvSpPr>
              <p:cNvPr id="28759" name="Oval 87"/>
              <p:cNvSpPr/>
              <p:nvPr/>
            </p:nvSpPr>
            <p:spPr>
              <a:xfrm rot="1860000">
                <a:off x="5165" y="2175"/>
                <a:ext cx="23" cy="11"/>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760" name="Line 88"/>
              <p:cNvSpPr/>
              <p:nvPr/>
            </p:nvSpPr>
            <p:spPr>
              <a:xfrm>
                <a:off x="5182" y="2171"/>
                <a:ext cx="4" cy="4"/>
              </a:xfrm>
              <a:prstGeom prst="line">
                <a:avLst/>
              </a:prstGeom>
              <a:ln w="12700" cap="flat" cmpd="sng">
                <a:solidFill>
                  <a:schemeClr val="tx1"/>
                </a:solidFill>
                <a:prstDash val="solid"/>
                <a:headEnd type="none" w="med" len="med"/>
                <a:tailEnd type="none" w="med" len="med"/>
              </a:ln>
            </p:spPr>
          </p:sp>
          <p:sp>
            <p:nvSpPr>
              <p:cNvPr id="28761" name="Line 89"/>
              <p:cNvSpPr/>
              <p:nvPr/>
            </p:nvSpPr>
            <p:spPr>
              <a:xfrm>
                <a:off x="5174" y="2174"/>
                <a:ext cx="5" cy="3"/>
              </a:xfrm>
              <a:prstGeom prst="line">
                <a:avLst/>
              </a:prstGeom>
              <a:ln w="12700" cap="flat" cmpd="sng">
                <a:solidFill>
                  <a:schemeClr val="tx1"/>
                </a:solidFill>
                <a:prstDash val="solid"/>
                <a:headEnd type="none" w="med" len="med"/>
                <a:tailEnd type="none" w="med" len="med"/>
              </a:ln>
            </p:spPr>
          </p:sp>
          <p:sp>
            <p:nvSpPr>
              <p:cNvPr id="28762" name="Oval 90"/>
              <p:cNvSpPr/>
              <p:nvPr/>
            </p:nvSpPr>
            <p:spPr>
              <a:xfrm rot="1860000">
                <a:off x="5137" y="2194"/>
                <a:ext cx="94" cy="4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763" name="Line 91"/>
              <p:cNvSpPr/>
              <p:nvPr/>
            </p:nvSpPr>
            <p:spPr>
              <a:xfrm>
                <a:off x="5229" y="2203"/>
                <a:ext cx="29" cy="22"/>
              </a:xfrm>
              <a:prstGeom prst="line">
                <a:avLst/>
              </a:prstGeom>
              <a:ln w="12700" cap="flat" cmpd="sng">
                <a:solidFill>
                  <a:schemeClr val="tx1"/>
                </a:solidFill>
                <a:prstDash val="solid"/>
                <a:headEnd type="none" w="med" len="med"/>
                <a:tailEnd type="none" w="med" len="med"/>
              </a:ln>
            </p:spPr>
          </p:sp>
          <p:sp>
            <p:nvSpPr>
              <p:cNvPr id="28764" name="Freeform 92"/>
              <p:cNvSpPr/>
              <p:nvPr/>
            </p:nvSpPr>
            <p:spPr>
              <a:xfrm>
                <a:off x="5174" y="2170"/>
                <a:ext cx="23" cy="28"/>
              </a:xfrm>
              <a:custGeom>
                <a:avLst/>
                <a:gdLst/>
                <a:ahLst/>
                <a:cxnLst>
                  <a:cxn ang="0">
                    <a:pos x="0" y="0"/>
                  </a:cxn>
                  <a:cxn ang="0">
                    <a:pos x="17" y="9"/>
                  </a:cxn>
                  <a:cxn ang="0">
                    <a:pos x="22" y="21"/>
                  </a:cxn>
                  <a:cxn ang="0">
                    <a:pos x="8" y="27"/>
                  </a:cxn>
                  <a:cxn ang="0">
                    <a:pos x="0" y="0"/>
                  </a:cxn>
                </a:cxnLst>
                <a:rect l="0" t="0" r="0" b="0"/>
                <a:pathLst>
                  <a:path w="23" h="28">
                    <a:moveTo>
                      <a:pt x="0" y="0"/>
                    </a:moveTo>
                    <a:lnTo>
                      <a:pt x="17" y="9"/>
                    </a:lnTo>
                    <a:lnTo>
                      <a:pt x="22" y="21"/>
                    </a:lnTo>
                    <a:lnTo>
                      <a:pt x="8" y="27"/>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765" name="Freeform 93"/>
              <p:cNvSpPr/>
              <p:nvPr/>
            </p:nvSpPr>
            <p:spPr>
              <a:xfrm>
                <a:off x="5169" y="2174"/>
                <a:ext cx="29" cy="26"/>
              </a:xfrm>
              <a:custGeom>
                <a:avLst/>
                <a:gdLst/>
                <a:ahLst/>
                <a:cxnLst>
                  <a:cxn ang="0">
                    <a:pos x="28" y="10"/>
                  </a:cxn>
                  <a:cxn ang="0">
                    <a:pos x="19" y="25"/>
                  </a:cxn>
                  <a:cxn ang="0">
                    <a:pos x="4" y="19"/>
                  </a:cxn>
                  <a:cxn ang="0">
                    <a:pos x="0" y="0"/>
                  </a:cxn>
                  <a:cxn ang="0">
                    <a:pos x="19" y="8"/>
                  </a:cxn>
                  <a:cxn ang="0">
                    <a:pos x="28" y="10"/>
                  </a:cxn>
                </a:cxnLst>
                <a:rect l="0" t="0" r="0" b="0"/>
                <a:pathLst>
                  <a:path w="29" h="26">
                    <a:moveTo>
                      <a:pt x="28" y="10"/>
                    </a:moveTo>
                    <a:lnTo>
                      <a:pt x="19" y="25"/>
                    </a:lnTo>
                    <a:lnTo>
                      <a:pt x="4" y="19"/>
                    </a:lnTo>
                    <a:lnTo>
                      <a:pt x="0" y="0"/>
                    </a:lnTo>
                    <a:lnTo>
                      <a:pt x="19" y="8"/>
                    </a:lnTo>
                    <a:lnTo>
                      <a:pt x="28" y="1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766" name="Rectangle 94"/>
              <p:cNvSpPr/>
              <p:nvPr/>
            </p:nvSpPr>
            <p:spPr>
              <a:xfrm rot="1860000">
                <a:off x="5093" y="2154"/>
                <a:ext cx="23" cy="13"/>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767" name="Freeform 95"/>
              <p:cNvSpPr/>
              <p:nvPr/>
            </p:nvSpPr>
            <p:spPr>
              <a:xfrm>
                <a:off x="4960" y="2028"/>
                <a:ext cx="167" cy="168"/>
              </a:xfrm>
              <a:custGeom>
                <a:avLst/>
                <a:gdLst/>
                <a:ahLst/>
                <a:cxnLst>
                  <a:cxn ang="0">
                    <a:pos x="64" y="0"/>
                  </a:cxn>
                  <a:cxn ang="0">
                    <a:pos x="0" y="107"/>
                  </a:cxn>
                  <a:cxn ang="0">
                    <a:pos x="105" y="167"/>
                  </a:cxn>
                  <a:cxn ang="0">
                    <a:pos x="166" y="66"/>
                  </a:cxn>
                  <a:cxn ang="0">
                    <a:pos x="64" y="0"/>
                  </a:cxn>
                </a:cxnLst>
                <a:rect l="0" t="0" r="0" b="0"/>
                <a:pathLst>
                  <a:path w="167" h="168">
                    <a:moveTo>
                      <a:pt x="64" y="0"/>
                    </a:moveTo>
                    <a:lnTo>
                      <a:pt x="0" y="107"/>
                    </a:lnTo>
                    <a:lnTo>
                      <a:pt x="105" y="167"/>
                    </a:lnTo>
                    <a:lnTo>
                      <a:pt x="166" y="66"/>
                    </a:lnTo>
                    <a:lnTo>
                      <a:pt x="64"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768" name="Line 96"/>
              <p:cNvSpPr/>
              <p:nvPr/>
            </p:nvSpPr>
            <p:spPr>
              <a:xfrm>
                <a:off x="5157" y="2222"/>
                <a:ext cx="3" cy="0"/>
              </a:xfrm>
              <a:prstGeom prst="line">
                <a:avLst/>
              </a:prstGeom>
              <a:ln w="12700" cap="flat" cmpd="sng">
                <a:solidFill>
                  <a:schemeClr val="tx1"/>
                </a:solidFill>
                <a:prstDash val="solid"/>
                <a:headEnd type="none" w="med" len="med"/>
                <a:tailEnd type="none" w="med" len="med"/>
              </a:ln>
            </p:spPr>
          </p:sp>
          <p:sp>
            <p:nvSpPr>
              <p:cNvPr id="28769" name="Line 97"/>
              <p:cNvSpPr/>
              <p:nvPr/>
            </p:nvSpPr>
            <p:spPr>
              <a:xfrm>
                <a:off x="5158" y="2217"/>
                <a:ext cx="3" cy="2"/>
              </a:xfrm>
              <a:prstGeom prst="line">
                <a:avLst/>
              </a:prstGeom>
              <a:ln w="12700" cap="flat" cmpd="sng">
                <a:solidFill>
                  <a:schemeClr val="tx1"/>
                </a:solidFill>
                <a:prstDash val="solid"/>
                <a:headEnd type="none" w="med" len="med"/>
                <a:tailEnd type="none" w="med" len="med"/>
              </a:ln>
            </p:spPr>
          </p:sp>
          <p:sp>
            <p:nvSpPr>
              <p:cNvPr id="28770" name="Freeform 98"/>
              <p:cNvSpPr/>
              <p:nvPr/>
            </p:nvSpPr>
            <p:spPr>
              <a:xfrm>
                <a:off x="5142" y="2218"/>
                <a:ext cx="33" cy="26"/>
              </a:xfrm>
              <a:custGeom>
                <a:avLst/>
                <a:gdLst/>
                <a:ahLst/>
                <a:cxnLst>
                  <a:cxn ang="0">
                    <a:pos x="16" y="20"/>
                  </a:cxn>
                  <a:cxn ang="0">
                    <a:pos x="22" y="25"/>
                  </a:cxn>
                  <a:cxn ang="0">
                    <a:pos x="23" y="22"/>
                  </a:cxn>
                  <a:cxn ang="0">
                    <a:pos x="30" y="10"/>
                  </a:cxn>
                  <a:cxn ang="0">
                    <a:pos x="32" y="8"/>
                  </a:cxn>
                  <a:cxn ang="0">
                    <a:pos x="25" y="4"/>
                  </a:cxn>
                  <a:cxn ang="0">
                    <a:pos x="17" y="2"/>
                  </a:cxn>
                  <a:cxn ang="0">
                    <a:pos x="9" y="1"/>
                  </a:cxn>
                  <a:cxn ang="0">
                    <a:pos x="1" y="0"/>
                  </a:cxn>
                  <a:cxn ang="0">
                    <a:pos x="0" y="2"/>
                  </a:cxn>
                  <a:cxn ang="0">
                    <a:pos x="6" y="5"/>
                  </a:cxn>
                  <a:cxn ang="0">
                    <a:pos x="3" y="10"/>
                  </a:cxn>
                  <a:cxn ang="0">
                    <a:pos x="8" y="16"/>
                  </a:cxn>
                  <a:cxn ang="0">
                    <a:pos x="16" y="20"/>
                  </a:cxn>
                </a:cxnLst>
                <a:rect l="0" t="0" r="0" b="0"/>
                <a:pathLst>
                  <a:path w="33" h="26">
                    <a:moveTo>
                      <a:pt x="16" y="20"/>
                    </a:moveTo>
                    <a:lnTo>
                      <a:pt x="22" y="25"/>
                    </a:lnTo>
                    <a:lnTo>
                      <a:pt x="23" y="22"/>
                    </a:lnTo>
                    <a:lnTo>
                      <a:pt x="30" y="10"/>
                    </a:lnTo>
                    <a:lnTo>
                      <a:pt x="32" y="8"/>
                    </a:lnTo>
                    <a:lnTo>
                      <a:pt x="25" y="4"/>
                    </a:lnTo>
                    <a:lnTo>
                      <a:pt x="17" y="2"/>
                    </a:lnTo>
                    <a:lnTo>
                      <a:pt x="9" y="1"/>
                    </a:lnTo>
                    <a:lnTo>
                      <a:pt x="1" y="0"/>
                    </a:lnTo>
                    <a:lnTo>
                      <a:pt x="0" y="2"/>
                    </a:lnTo>
                    <a:lnTo>
                      <a:pt x="6" y="5"/>
                    </a:lnTo>
                    <a:lnTo>
                      <a:pt x="3" y="10"/>
                    </a:lnTo>
                    <a:lnTo>
                      <a:pt x="8" y="16"/>
                    </a:lnTo>
                    <a:lnTo>
                      <a:pt x="16"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71" name="Freeform 99"/>
              <p:cNvSpPr/>
              <p:nvPr/>
            </p:nvSpPr>
            <p:spPr>
              <a:xfrm>
                <a:off x="5144" y="2211"/>
                <a:ext cx="27" cy="32"/>
              </a:xfrm>
              <a:custGeom>
                <a:avLst/>
                <a:gdLst/>
                <a:ahLst/>
                <a:cxnLst>
                  <a:cxn ang="0">
                    <a:pos x="7" y="0"/>
                  </a:cxn>
                  <a:cxn ang="0">
                    <a:pos x="26" y="22"/>
                  </a:cxn>
                  <a:cxn ang="0">
                    <a:pos x="20" y="31"/>
                  </a:cxn>
                  <a:cxn ang="0">
                    <a:pos x="0" y="6"/>
                  </a:cxn>
                  <a:cxn ang="0">
                    <a:pos x="7" y="0"/>
                  </a:cxn>
                </a:cxnLst>
                <a:rect l="0" t="0" r="0" b="0"/>
                <a:pathLst>
                  <a:path w="27" h="32">
                    <a:moveTo>
                      <a:pt x="7" y="0"/>
                    </a:moveTo>
                    <a:lnTo>
                      <a:pt x="26" y="22"/>
                    </a:lnTo>
                    <a:lnTo>
                      <a:pt x="20" y="31"/>
                    </a:lnTo>
                    <a:lnTo>
                      <a:pt x="0" y="6"/>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72" name="Freeform 100"/>
              <p:cNvSpPr/>
              <p:nvPr/>
            </p:nvSpPr>
            <p:spPr>
              <a:xfrm>
                <a:off x="5157" y="2229"/>
                <a:ext cx="29" cy="20"/>
              </a:xfrm>
              <a:custGeom>
                <a:avLst/>
                <a:gdLst/>
                <a:ahLst/>
                <a:cxnLst>
                  <a:cxn ang="0">
                    <a:pos x="1" y="1"/>
                  </a:cxn>
                  <a:cxn ang="0">
                    <a:pos x="0" y="3"/>
                  </a:cxn>
                  <a:cxn ang="0">
                    <a:pos x="3" y="4"/>
                  </a:cxn>
                  <a:cxn ang="0">
                    <a:pos x="2" y="7"/>
                  </a:cxn>
                  <a:cxn ang="0">
                    <a:pos x="4" y="11"/>
                  </a:cxn>
                  <a:cxn ang="0">
                    <a:pos x="7" y="16"/>
                  </a:cxn>
                  <a:cxn ang="0">
                    <a:pos x="10" y="19"/>
                  </a:cxn>
                  <a:cxn ang="0">
                    <a:pos x="15" y="19"/>
                  </a:cxn>
                  <a:cxn ang="0">
                    <a:pos x="20" y="19"/>
                  </a:cxn>
                  <a:cxn ang="0">
                    <a:pos x="21" y="16"/>
                  </a:cxn>
                  <a:cxn ang="0">
                    <a:pos x="26" y="17"/>
                  </a:cxn>
                  <a:cxn ang="0">
                    <a:pos x="28" y="16"/>
                  </a:cxn>
                  <a:cxn ang="0">
                    <a:pos x="25" y="11"/>
                  </a:cxn>
                  <a:cxn ang="0">
                    <a:pos x="23" y="7"/>
                  </a:cxn>
                  <a:cxn ang="0">
                    <a:pos x="20" y="2"/>
                  </a:cxn>
                  <a:cxn ang="0">
                    <a:pos x="17" y="0"/>
                  </a:cxn>
                  <a:cxn ang="0">
                    <a:pos x="12" y="0"/>
                  </a:cxn>
                  <a:cxn ang="0">
                    <a:pos x="7" y="1"/>
                  </a:cxn>
                  <a:cxn ang="0">
                    <a:pos x="1" y="1"/>
                  </a:cxn>
                </a:cxnLst>
                <a:rect l="0" t="0" r="0" b="0"/>
                <a:pathLst>
                  <a:path w="29" h="20">
                    <a:moveTo>
                      <a:pt x="1" y="1"/>
                    </a:moveTo>
                    <a:lnTo>
                      <a:pt x="0" y="3"/>
                    </a:lnTo>
                    <a:lnTo>
                      <a:pt x="3" y="4"/>
                    </a:lnTo>
                    <a:lnTo>
                      <a:pt x="2" y="7"/>
                    </a:lnTo>
                    <a:lnTo>
                      <a:pt x="4" y="11"/>
                    </a:lnTo>
                    <a:lnTo>
                      <a:pt x="7" y="16"/>
                    </a:lnTo>
                    <a:lnTo>
                      <a:pt x="10" y="19"/>
                    </a:lnTo>
                    <a:lnTo>
                      <a:pt x="15" y="19"/>
                    </a:lnTo>
                    <a:lnTo>
                      <a:pt x="20" y="19"/>
                    </a:lnTo>
                    <a:lnTo>
                      <a:pt x="21" y="16"/>
                    </a:lnTo>
                    <a:lnTo>
                      <a:pt x="26" y="17"/>
                    </a:lnTo>
                    <a:lnTo>
                      <a:pt x="28" y="16"/>
                    </a:lnTo>
                    <a:lnTo>
                      <a:pt x="25" y="11"/>
                    </a:lnTo>
                    <a:lnTo>
                      <a:pt x="23" y="7"/>
                    </a:lnTo>
                    <a:lnTo>
                      <a:pt x="20" y="2"/>
                    </a:lnTo>
                    <a:lnTo>
                      <a:pt x="17" y="0"/>
                    </a:lnTo>
                    <a:lnTo>
                      <a:pt x="12" y="0"/>
                    </a:lnTo>
                    <a:lnTo>
                      <a:pt x="7" y="1"/>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73" name="Line 101"/>
              <p:cNvSpPr/>
              <p:nvPr/>
            </p:nvSpPr>
            <p:spPr>
              <a:xfrm>
                <a:off x="5155" y="2202"/>
                <a:ext cx="0" cy="0"/>
              </a:xfrm>
              <a:prstGeom prst="line">
                <a:avLst/>
              </a:prstGeom>
              <a:ln w="12700" cap="flat" cmpd="sng">
                <a:solidFill>
                  <a:schemeClr val="tx1"/>
                </a:solidFill>
                <a:prstDash val="solid"/>
                <a:headEnd type="none" w="med" len="med"/>
                <a:tailEnd type="none" w="med" len="med"/>
              </a:ln>
            </p:spPr>
          </p:sp>
          <p:sp>
            <p:nvSpPr>
              <p:cNvPr id="28774" name="Line 102"/>
              <p:cNvSpPr/>
              <p:nvPr/>
            </p:nvSpPr>
            <p:spPr>
              <a:xfrm>
                <a:off x="5153" y="2196"/>
                <a:ext cx="6" cy="5"/>
              </a:xfrm>
              <a:prstGeom prst="line">
                <a:avLst/>
              </a:prstGeom>
              <a:ln w="12700" cap="flat" cmpd="sng">
                <a:solidFill>
                  <a:schemeClr val="tx1"/>
                </a:solidFill>
                <a:prstDash val="solid"/>
                <a:headEnd type="none" w="med" len="med"/>
                <a:tailEnd type="none" w="med" len="med"/>
              </a:ln>
            </p:spPr>
          </p:sp>
          <p:sp>
            <p:nvSpPr>
              <p:cNvPr id="28775" name="Freeform 103"/>
              <p:cNvSpPr/>
              <p:nvPr/>
            </p:nvSpPr>
            <p:spPr>
              <a:xfrm>
                <a:off x="5141" y="2198"/>
                <a:ext cx="32" cy="30"/>
              </a:xfrm>
              <a:custGeom>
                <a:avLst/>
                <a:gdLst/>
                <a:ahLst/>
                <a:cxnLst>
                  <a:cxn ang="0">
                    <a:pos x="14" y="23"/>
                  </a:cxn>
                  <a:cxn ang="0">
                    <a:pos x="21" y="29"/>
                  </a:cxn>
                  <a:cxn ang="0">
                    <a:pos x="22" y="26"/>
                  </a:cxn>
                  <a:cxn ang="0">
                    <a:pos x="29" y="13"/>
                  </a:cxn>
                  <a:cxn ang="0">
                    <a:pos x="31" y="11"/>
                  </a:cxn>
                  <a:cxn ang="0">
                    <a:pos x="24" y="7"/>
                  </a:cxn>
                  <a:cxn ang="0">
                    <a:pos x="18" y="2"/>
                  </a:cxn>
                  <a:cxn ang="0">
                    <a:pos x="9" y="1"/>
                  </a:cxn>
                  <a:cxn ang="0">
                    <a:pos x="8" y="3"/>
                  </a:cxn>
                  <a:cxn ang="0">
                    <a:pos x="1" y="0"/>
                  </a:cxn>
                  <a:cxn ang="0">
                    <a:pos x="0" y="2"/>
                  </a:cxn>
                  <a:cxn ang="0">
                    <a:pos x="4" y="8"/>
                  </a:cxn>
                  <a:cxn ang="0">
                    <a:pos x="3" y="11"/>
                  </a:cxn>
                  <a:cxn ang="0">
                    <a:pos x="8" y="17"/>
                  </a:cxn>
                  <a:cxn ang="0">
                    <a:pos x="14" y="23"/>
                  </a:cxn>
                </a:cxnLst>
                <a:rect l="0" t="0" r="0" b="0"/>
                <a:pathLst>
                  <a:path w="32" h="30">
                    <a:moveTo>
                      <a:pt x="14" y="23"/>
                    </a:moveTo>
                    <a:lnTo>
                      <a:pt x="21" y="29"/>
                    </a:lnTo>
                    <a:lnTo>
                      <a:pt x="22" y="26"/>
                    </a:lnTo>
                    <a:lnTo>
                      <a:pt x="29" y="13"/>
                    </a:lnTo>
                    <a:lnTo>
                      <a:pt x="31" y="11"/>
                    </a:lnTo>
                    <a:lnTo>
                      <a:pt x="24" y="7"/>
                    </a:lnTo>
                    <a:lnTo>
                      <a:pt x="18" y="2"/>
                    </a:lnTo>
                    <a:lnTo>
                      <a:pt x="9" y="1"/>
                    </a:lnTo>
                    <a:lnTo>
                      <a:pt x="8" y="3"/>
                    </a:lnTo>
                    <a:lnTo>
                      <a:pt x="1" y="0"/>
                    </a:lnTo>
                    <a:lnTo>
                      <a:pt x="0" y="2"/>
                    </a:lnTo>
                    <a:lnTo>
                      <a:pt x="4" y="8"/>
                    </a:lnTo>
                    <a:lnTo>
                      <a:pt x="3" y="11"/>
                    </a:lnTo>
                    <a:lnTo>
                      <a:pt x="8" y="17"/>
                    </a:lnTo>
                    <a:lnTo>
                      <a:pt x="14"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76" name="Freeform 104"/>
              <p:cNvSpPr/>
              <p:nvPr/>
            </p:nvSpPr>
            <p:spPr>
              <a:xfrm>
                <a:off x="5144" y="2196"/>
                <a:ext cx="25" cy="32"/>
              </a:xfrm>
              <a:custGeom>
                <a:avLst/>
                <a:gdLst/>
                <a:ahLst/>
                <a:cxnLst>
                  <a:cxn ang="0">
                    <a:pos x="7" y="0"/>
                  </a:cxn>
                  <a:cxn ang="0">
                    <a:pos x="24" y="23"/>
                  </a:cxn>
                  <a:cxn ang="0">
                    <a:pos x="19" y="31"/>
                  </a:cxn>
                  <a:cxn ang="0">
                    <a:pos x="0" y="7"/>
                  </a:cxn>
                  <a:cxn ang="0">
                    <a:pos x="7" y="0"/>
                  </a:cxn>
                </a:cxnLst>
                <a:rect l="0" t="0" r="0" b="0"/>
                <a:pathLst>
                  <a:path w="25" h="32">
                    <a:moveTo>
                      <a:pt x="7" y="0"/>
                    </a:moveTo>
                    <a:lnTo>
                      <a:pt x="24" y="23"/>
                    </a:lnTo>
                    <a:lnTo>
                      <a:pt x="19" y="31"/>
                    </a:lnTo>
                    <a:lnTo>
                      <a:pt x="0" y="7"/>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77" name="Freeform 105"/>
              <p:cNvSpPr/>
              <p:nvPr/>
            </p:nvSpPr>
            <p:spPr>
              <a:xfrm>
                <a:off x="5156" y="2207"/>
                <a:ext cx="28" cy="26"/>
              </a:xfrm>
              <a:custGeom>
                <a:avLst/>
                <a:gdLst/>
                <a:ahLst/>
                <a:cxnLst>
                  <a:cxn ang="0">
                    <a:pos x="2" y="3"/>
                  </a:cxn>
                  <a:cxn ang="0">
                    <a:pos x="0" y="5"/>
                  </a:cxn>
                  <a:cxn ang="0">
                    <a:pos x="3" y="8"/>
                  </a:cxn>
                  <a:cxn ang="0">
                    <a:pos x="0" y="13"/>
                  </a:cxn>
                  <a:cxn ang="0">
                    <a:pos x="2" y="17"/>
                  </a:cxn>
                  <a:cxn ang="0">
                    <a:pos x="6" y="20"/>
                  </a:cxn>
                  <a:cxn ang="0">
                    <a:pos x="9" y="22"/>
                  </a:cxn>
                  <a:cxn ang="0">
                    <a:pos x="13" y="25"/>
                  </a:cxn>
                  <a:cxn ang="0">
                    <a:pos x="18" y="23"/>
                  </a:cxn>
                  <a:cxn ang="0">
                    <a:pos x="22" y="19"/>
                  </a:cxn>
                  <a:cxn ang="0">
                    <a:pos x="25" y="20"/>
                  </a:cxn>
                  <a:cxn ang="0">
                    <a:pos x="27" y="17"/>
                  </a:cxn>
                  <a:cxn ang="0">
                    <a:pos x="25" y="13"/>
                  </a:cxn>
                  <a:cxn ang="0">
                    <a:pos x="27" y="10"/>
                  </a:cxn>
                  <a:cxn ang="0">
                    <a:pos x="23" y="8"/>
                  </a:cxn>
                  <a:cxn ang="0">
                    <a:pos x="19" y="5"/>
                  </a:cxn>
                  <a:cxn ang="0">
                    <a:pos x="12" y="2"/>
                  </a:cxn>
                  <a:cxn ang="0">
                    <a:pos x="8" y="0"/>
                  </a:cxn>
                  <a:cxn ang="0">
                    <a:pos x="7" y="2"/>
                  </a:cxn>
                  <a:cxn ang="0">
                    <a:pos x="2" y="3"/>
                  </a:cxn>
                </a:cxnLst>
                <a:rect l="0" t="0" r="0" b="0"/>
                <a:pathLst>
                  <a:path w="28" h="26">
                    <a:moveTo>
                      <a:pt x="2" y="3"/>
                    </a:moveTo>
                    <a:lnTo>
                      <a:pt x="0" y="5"/>
                    </a:lnTo>
                    <a:lnTo>
                      <a:pt x="3" y="8"/>
                    </a:lnTo>
                    <a:lnTo>
                      <a:pt x="0" y="13"/>
                    </a:lnTo>
                    <a:lnTo>
                      <a:pt x="2" y="17"/>
                    </a:lnTo>
                    <a:lnTo>
                      <a:pt x="6" y="20"/>
                    </a:lnTo>
                    <a:lnTo>
                      <a:pt x="9" y="22"/>
                    </a:lnTo>
                    <a:lnTo>
                      <a:pt x="13" y="25"/>
                    </a:lnTo>
                    <a:lnTo>
                      <a:pt x="18" y="23"/>
                    </a:lnTo>
                    <a:lnTo>
                      <a:pt x="22" y="19"/>
                    </a:lnTo>
                    <a:lnTo>
                      <a:pt x="25" y="20"/>
                    </a:lnTo>
                    <a:lnTo>
                      <a:pt x="27" y="17"/>
                    </a:lnTo>
                    <a:lnTo>
                      <a:pt x="25" y="13"/>
                    </a:lnTo>
                    <a:lnTo>
                      <a:pt x="27" y="10"/>
                    </a:lnTo>
                    <a:lnTo>
                      <a:pt x="23" y="8"/>
                    </a:lnTo>
                    <a:lnTo>
                      <a:pt x="19" y="5"/>
                    </a:lnTo>
                    <a:lnTo>
                      <a:pt x="12" y="2"/>
                    </a:lnTo>
                    <a:lnTo>
                      <a:pt x="8" y="0"/>
                    </a:lnTo>
                    <a:lnTo>
                      <a:pt x="7" y="2"/>
                    </a:lnTo>
                    <a:lnTo>
                      <a:pt x="2" y="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78" name="Line 106"/>
              <p:cNvSpPr/>
              <p:nvPr/>
            </p:nvSpPr>
            <p:spPr>
              <a:xfrm>
                <a:off x="5168" y="2193"/>
                <a:ext cx="4" cy="0"/>
              </a:xfrm>
              <a:prstGeom prst="line">
                <a:avLst/>
              </a:prstGeom>
              <a:ln w="12700" cap="flat" cmpd="sng">
                <a:solidFill>
                  <a:schemeClr val="tx1"/>
                </a:solidFill>
                <a:prstDash val="solid"/>
                <a:headEnd type="none" w="med" len="med"/>
                <a:tailEnd type="none" w="med" len="med"/>
              </a:ln>
            </p:spPr>
          </p:sp>
          <p:sp>
            <p:nvSpPr>
              <p:cNvPr id="28779" name="Line 107"/>
              <p:cNvSpPr/>
              <p:nvPr/>
            </p:nvSpPr>
            <p:spPr>
              <a:xfrm>
                <a:off x="5172" y="2194"/>
                <a:ext cx="4" cy="1"/>
              </a:xfrm>
              <a:prstGeom prst="line">
                <a:avLst/>
              </a:prstGeom>
              <a:ln w="12700" cap="flat" cmpd="sng">
                <a:solidFill>
                  <a:schemeClr val="tx1"/>
                </a:solidFill>
                <a:prstDash val="solid"/>
                <a:headEnd type="none" w="med" len="med"/>
                <a:tailEnd type="none" w="med" len="med"/>
              </a:ln>
            </p:spPr>
          </p:sp>
          <p:sp>
            <p:nvSpPr>
              <p:cNvPr id="28780" name="Freeform 108"/>
              <p:cNvSpPr/>
              <p:nvPr/>
            </p:nvSpPr>
            <p:spPr>
              <a:xfrm>
                <a:off x="5155" y="2192"/>
                <a:ext cx="32" cy="26"/>
              </a:xfrm>
              <a:custGeom>
                <a:avLst/>
                <a:gdLst/>
                <a:ahLst/>
                <a:cxnLst>
                  <a:cxn ang="0">
                    <a:pos x="16" y="23"/>
                  </a:cxn>
                  <a:cxn ang="0">
                    <a:pos x="17" y="21"/>
                  </a:cxn>
                  <a:cxn ang="0">
                    <a:pos x="23" y="25"/>
                  </a:cxn>
                  <a:cxn ang="0">
                    <a:pos x="31" y="13"/>
                  </a:cxn>
                  <a:cxn ang="0">
                    <a:pos x="25" y="9"/>
                  </a:cxn>
                  <a:cxn ang="0">
                    <a:pos x="26" y="7"/>
                  </a:cxn>
                  <a:cxn ang="0">
                    <a:pos x="19" y="3"/>
                  </a:cxn>
                  <a:cxn ang="0">
                    <a:pos x="17" y="5"/>
                  </a:cxn>
                  <a:cxn ang="0">
                    <a:pos x="11" y="2"/>
                  </a:cxn>
                  <a:cxn ang="0">
                    <a:pos x="3" y="0"/>
                  </a:cxn>
                  <a:cxn ang="0">
                    <a:pos x="2" y="2"/>
                  </a:cxn>
                  <a:cxn ang="0">
                    <a:pos x="1" y="4"/>
                  </a:cxn>
                  <a:cxn ang="0">
                    <a:pos x="0" y="7"/>
                  </a:cxn>
                  <a:cxn ang="0">
                    <a:pos x="4" y="13"/>
                  </a:cxn>
                  <a:cxn ang="0">
                    <a:pos x="10" y="17"/>
                  </a:cxn>
                  <a:cxn ang="0">
                    <a:pos x="9" y="20"/>
                  </a:cxn>
                  <a:cxn ang="0">
                    <a:pos x="16" y="23"/>
                  </a:cxn>
                </a:cxnLst>
                <a:rect l="0" t="0" r="0" b="0"/>
                <a:pathLst>
                  <a:path w="32" h="26">
                    <a:moveTo>
                      <a:pt x="16" y="23"/>
                    </a:moveTo>
                    <a:lnTo>
                      <a:pt x="17" y="21"/>
                    </a:lnTo>
                    <a:lnTo>
                      <a:pt x="23" y="25"/>
                    </a:lnTo>
                    <a:lnTo>
                      <a:pt x="31" y="13"/>
                    </a:lnTo>
                    <a:lnTo>
                      <a:pt x="25" y="9"/>
                    </a:lnTo>
                    <a:lnTo>
                      <a:pt x="26" y="7"/>
                    </a:lnTo>
                    <a:lnTo>
                      <a:pt x="19" y="3"/>
                    </a:lnTo>
                    <a:lnTo>
                      <a:pt x="17" y="5"/>
                    </a:lnTo>
                    <a:lnTo>
                      <a:pt x="11" y="2"/>
                    </a:lnTo>
                    <a:lnTo>
                      <a:pt x="3" y="0"/>
                    </a:lnTo>
                    <a:lnTo>
                      <a:pt x="2" y="2"/>
                    </a:lnTo>
                    <a:lnTo>
                      <a:pt x="1" y="4"/>
                    </a:lnTo>
                    <a:lnTo>
                      <a:pt x="0" y="7"/>
                    </a:lnTo>
                    <a:lnTo>
                      <a:pt x="4" y="13"/>
                    </a:lnTo>
                    <a:lnTo>
                      <a:pt x="10" y="17"/>
                    </a:lnTo>
                    <a:lnTo>
                      <a:pt x="9" y="20"/>
                    </a:lnTo>
                    <a:lnTo>
                      <a:pt x="1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81" name="Freeform 109"/>
              <p:cNvSpPr/>
              <p:nvPr/>
            </p:nvSpPr>
            <p:spPr>
              <a:xfrm>
                <a:off x="5157" y="2186"/>
                <a:ext cx="28" cy="32"/>
              </a:xfrm>
              <a:custGeom>
                <a:avLst/>
                <a:gdLst/>
                <a:ahLst/>
                <a:cxnLst>
                  <a:cxn ang="0">
                    <a:pos x="7" y="0"/>
                  </a:cxn>
                  <a:cxn ang="0">
                    <a:pos x="27" y="23"/>
                  </a:cxn>
                  <a:cxn ang="0">
                    <a:pos x="20" y="31"/>
                  </a:cxn>
                  <a:cxn ang="0">
                    <a:pos x="0" y="7"/>
                  </a:cxn>
                  <a:cxn ang="0">
                    <a:pos x="7" y="0"/>
                  </a:cxn>
                </a:cxnLst>
                <a:rect l="0" t="0" r="0" b="0"/>
                <a:pathLst>
                  <a:path w="28" h="32">
                    <a:moveTo>
                      <a:pt x="7" y="0"/>
                    </a:moveTo>
                    <a:lnTo>
                      <a:pt x="27" y="23"/>
                    </a:lnTo>
                    <a:lnTo>
                      <a:pt x="20" y="31"/>
                    </a:lnTo>
                    <a:lnTo>
                      <a:pt x="0" y="7"/>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82" name="Freeform 110"/>
              <p:cNvSpPr/>
              <p:nvPr/>
            </p:nvSpPr>
            <p:spPr>
              <a:xfrm>
                <a:off x="5169" y="2203"/>
                <a:ext cx="31" cy="20"/>
              </a:xfrm>
              <a:custGeom>
                <a:avLst/>
                <a:gdLst/>
                <a:ahLst/>
                <a:cxnLst>
                  <a:cxn ang="0">
                    <a:pos x="2" y="2"/>
                  </a:cxn>
                  <a:cxn ang="0">
                    <a:pos x="1" y="4"/>
                  </a:cxn>
                  <a:cxn ang="0">
                    <a:pos x="0" y="6"/>
                  </a:cxn>
                  <a:cxn ang="0">
                    <a:pos x="6" y="15"/>
                  </a:cxn>
                  <a:cxn ang="0">
                    <a:pos x="9" y="17"/>
                  </a:cxn>
                  <a:cxn ang="0">
                    <a:pos x="10" y="15"/>
                  </a:cxn>
                  <a:cxn ang="0">
                    <a:pos x="15" y="19"/>
                  </a:cxn>
                  <a:cxn ang="0">
                    <a:pos x="21" y="19"/>
                  </a:cxn>
                  <a:cxn ang="0">
                    <a:pos x="22" y="16"/>
                  </a:cxn>
                  <a:cxn ang="0">
                    <a:pos x="26" y="19"/>
                  </a:cxn>
                  <a:cxn ang="0">
                    <a:pos x="30" y="14"/>
                  </a:cxn>
                  <a:cxn ang="0">
                    <a:pos x="25" y="12"/>
                  </a:cxn>
                  <a:cxn ang="0">
                    <a:pos x="26" y="10"/>
                  </a:cxn>
                  <a:cxn ang="0">
                    <a:pos x="24" y="5"/>
                  </a:cxn>
                  <a:cxn ang="0">
                    <a:pos x="19" y="3"/>
                  </a:cxn>
                  <a:cxn ang="0">
                    <a:pos x="15" y="1"/>
                  </a:cxn>
                  <a:cxn ang="0">
                    <a:pos x="3" y="0"/>
                  </a:cxn>
                  <a:cxn ang="0">
                    <a:pos x="2" y="2"/>
                  </a:cxn>
                </a:cxnLst>
                <a:rect l="0" t="0" r="0" b="0"/>
                <a:pathLst>
                  <a:path w="31" h="20">
                    <a:moveTo>
                      <a:pt x="2" y="2"/>
                    </a:moveTo>
                    <a:lnTo>
                      <a:pt x="1" y="4"/>
                    </a:lnTo>
                    <a:lnTo>
                      <a:pt x="0" y="6"/>
                    </a:lnTo>
                    <a:lnTo>
                      <a:pt x="6" y="15"/>
                    </a:lnTo>
                    <a:lnTo>
                      <a:pt x="9" y="17"/>
                    </a:lnTo>
                    <a:lnTo>
                      <a:pt x="10" y="15"/>
                    </a:lnTo>
                    <a:lnTo>
                      <a:pt x="15" y="19"/>
                    </a:lnTo>
                    <a:lnTo>
                      <a:pt x="21" y="19"/>
                    </a:lnTo>
                    <a:lnTo>
                      <a:pt x="22" y="16"/>
                    </a:lnTo>
                    <a:lnTo>
                      <a:pt x="26" y="19"/>
                    </a:lnTo>
                    <a:lnTo>
                      <a:pt x="30" y="14"/>
                    </a:lnTo>
                    <a:lnTo>
                      <a:pt x="25" y="12"/>
                    </a:lnTo>
                    <a:lnTo>
                      <a:pt x="26" y="10"/>
                    </a:lnTo>
                    <a:lnTo>
                      <a:pt x="24" y="5"/>
                    </a:lnTo>
                    <a:lnTo>
                      <a:pt x="19" y="3"/>
                    </a:lnTo>
                    <a:lnTo>
                      <a:pt x="15" y="1"/>
                    </a:lnTo>
                    <a:lnTo>
                      <a:pt x="3"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83" name="Line 111"/>
              <p:cNvSpPr/>
              <p:nvPr/>
            </p:nvSpPr>
            <p:spPr>
              <a:xfrm>
                <a:off x="5198" y="2204"/>
                <a:ext cx="5" cy="2"/>
              </a:xfrm>
              <a:prstGeom prst="line">
                <a:avLst/>
              </a:prstGeom>
              <a:ln w="12700" cap="flat" cmpd="sng">
                <a:solidFill>
                  <a:schemeClr val="tx1"/>
                </a:solidFill>
                <a:prstDash val="solid"/>
                <a:headEnd type="none" w="med" len="med"/>
                <a:tailEnd type="none" w="med" len="med"/>
              </a:ln>
            </p:spPr>
          </p:sp>
          <p:sp>
            <p:nvSpPr>
              <p:cNvPr id="28784" name="Line 112"/>
              <p:cNvSpPr/>
              <p:nvPr/>
            </p:nvSpPr>
            <p:spPr>
              <a:xfrm>
                <a:off x="5203" y="2205"/>
                <a:ext cx="2" cy="1"/>
              </a:xfrm>
              <a:prstGeom prst="line">
                <a:avLst/>
              </a:prstGeom>
              <a:ln w="12700" cap="flat" cmpd="sng">
                <a:solidFill>
                  <a:schemeClr val="tx1"/>
                </a:solidFill>
                <a:prstDash val="solid"/>
                <a:headEnd type="none" w="med" len="med"/>
                <a:tailEnd type="none" w="med" len="med"/>
              </a:ln>
            </p:spPr>
          </p:sp>
          <p:sp>
            <p:nvSpPr>
              <p:cNvPr id="28785" name="Freeform 113"/>
              <p:cNvSpPr/>
              <p:nvPr/>
            </p:nvSpPr>
            <p:spPr>
              <a:xfrm>
                <a:off x="5186" y="2206"/>
                <a:ext cx="33" cy="26"/>
              </a:xfrm>
              <a:custGeom>
                <a:avLst/>
                <a:gdLst/>
                <a:ahLst/>
                <a:cxnLst>
                  <a:cxn ang="0">
                    <a:pos x="16" y="21"/>
                  </a:cxn>
                  <a:cxn ang="0">
                    <a:pos x="22" y="25"/>
                  </a:cxn>
                  <a:cxn ang="0">
                    <a:pos x="23" y="22"/>
                  </a:cxn>
                  <a:cxn ang="0">
                    <a:pos x="30" y="10"/>
                  </a:cxn>
                  <a:cxn ang="0">
                    <a:pos x="32" y="8"/>
                  </a:cxn>
                  <a:cxn ang="0">
                    <a:pos x="25" y="4"/>
                  </a:cxn>
                  <a:cxn ang="0">
                    <a:pos x="18" y="3"/>
                  </a:cxn>
                  <a:cxn ang="0">
                    <a:pos x="9" y="1"/>
                  </a:cxn>
                  <a:cxn ang="0">
                    <a:pos x="2" y="0"/>
                  </a:cxn>
                  <a:cxn ang="0">
                    <a:pos x="0" y="2"/>
                  </a:cxn>
                  <a:cxn ang="0">
                    <a:pos x="6" y="8"/>
                  </a:cxn>
                  <a:cxn ang="0">
                    <a:pos x="11" y="15"/>
                  </a:cxn>
                  <a:cxn ang="0">
                    <a:pos x="16" y="21"/>
                  </a:cxn>
                </a:cxnLst>
                <a:rect l="0" t="0" r="0" b="0"/>
                <a:pathLst>
                  <a:path w="33" h="26">
                    <a:moveTo>
                      <a:pt x="16" y="21"/>
                    </a:moveTo>
                    <a:lnTo>
                      <a:pt x="22" y="25"/>
                    </a:lnTo>
                    <a:lnTo>
                      <a:pt x="23" y="22"/>
                    </a:lnTo>
                    <a:lnTo>
                      <a:pt x="30" y="10"/>
                    </a:lnTo>
                    <a:lnTo>
                      <a:pt x="32" y="8"/>
                    </a:lnTo>
                    <a:lnTo>
                      <a:pt x="25" y="4"/>
                    </a:lnTo>
                    <a:lnTo>
                      <a:pt x="18" y="3"/>
                    </a:lnTo>
                    <a:lnTo>
                      <a:pt x="9" y="1"/>
                    </a:lnTo>
                    <a:lnTo>
                      <a:pt x="2" y="0"/>
                    </a:lnTo>
                    <a:lnTo>
                      <a:pt x="0" y="2"/>
                    </a:lnTo>
                    <a:lnTo>
                      <a:pt x="6" y="8"/>
                    </a:lnTo>
                    <a:lnTo>
                      <a:pt x="11" y="15"/>
                    </a:lnTo>
                    <a:lnTo>
                      <a:pt x="16"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86" name="Freeform 114"/>
              <p:cNvSpPr/>
              <p:nvPr/>
            </p:nvSpPr>
            <p:spPr>
              <a:xfrm>
                <a:off x="5187" y="2198"/>
                <a:ext cx="26" cy="32"/>
              </a:xfrm>
              <a:custGeom>
                <a:avLst/>
                <a:gdLst/>
                <a:ahLst/>
                <a:cxnLst>
                  <a:cxn ang="0">
                    <a:pos x="5" y="0"/>
                  </a:cxn>
                  <a:cxn ang="0">
                    <a:pos x="25" y="23"/>
                  </a:cxn>
                  <a:cxn ang="0">
                    <a:pos x="19" y="31"/>
                  </a:cxn>
                  <a:cxn ang="0">
                    <a:pos x="0" y="7"/>
                  </a:cxn>
                  <a:cxn ang="0">
                    <a:pos x="5" y="0"/>
                  </a:cxn>
                </a:cxnLst>
                <a:rect l="0" t="0" r="0" b="0"/>
                <a:pathLst>
                  <a:path w="26" h="32">
                    <a:moveTo>
                      <a:pt x="5" y="0"/>
                    </a:moveTo>
                    <a:lnTo>
                      <a:pt x="25" y="23"/>
                    </a:lnTo>
                    <a:lnTo>
                      <a:pt x="19" y="31"/>
                    </a:lnTo>
                    <a:lnTo>
                      <a:pt x="0" y="7"/>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87" name="Freeform 115"/>
              <p:cNvSpPr/>
              <p:nvPr/>
            </p:nvSpPr>
            <p:spPr>
              <a:xfrm>
                <a:off x="5201" y="2216"/>
                <a:ext cx="29" cy="21"/>
              </a:xfrm>
              <a:custGeom>
                <a:avLst/>
                <a:gdLst/>
                <a:ahLst/>
                <a:cxnLst>
                  <a:cxn ang="0">
                    <a:pos x="0" y="2"/>
                  </a:cxn>
                  <a:cxn ang="0">
                    <a:pos x="2" y="7"/>
                  </a:cxn>
                  <a:cxn ang="0">
                    <a:pos x="1" y="9"/>
                  </a:cxn>
                  <a:cxn ang="0">
                    <a:pos x="2" y="12"/>
                  </a:cxn>
                  <a:cxn ang="0">
                    <a:pos x="5" y="17"/>
                  </a:cxn>
                  <a:cxn ang="0">
                    <a:pos x="8" y="20"/>
                  </a:cxn>
                  <a:cxn ang="0">
                    <a:pos x="10" y="17"/>
                  </a:cxn>
                  <a:cxn ang="0">
                    <a:pos x="14" y="20"/>
                  </a:cxn>
                  <a:cxn ang="0">
                    <a:pos x="19" y="18"/>
                  </a:cxn>
                  <a:cxn ang="0">
                    <a:pos x="20" y="16"/>
                  </a:cxn>
                  <a:cxn ang="0">
                    <a:pos x="26" y="16"/>
                  </a:cxn>
                  <a:cxn ang="0">
                    <a:pos x="28" y="14"/>
                  </a:cxn>
                  <a:cxn ang="0">
                    <a:pos x="24" y="12"/>
                  </a:cxn>
                  <a:cxn ang="0">
                    <a:pos x="25" y="10"/>
                  </a:cxn>
                  <a:cxn ang="0">
                    <a:pos x="22" y="5"/>
                  </a:cxn>
                  <a:cxn ang="0">
                    <a:pos x="19" y="3"/>
                  </a:cxn>
                  <a:cxn ang="0">
                    <a:pos x="15" y="1"/>
                  </a:cxn>
                  <a:cxn ang="0">
                    <a:pos x="11" y="0"/>
                  </a:cxn>
                  <a:cxn ang="0">
                    <a:pos x="6" y="0"/>
                  </a:cxn>
                  <a:cxn ang="0">
                    <a:pos x="5" y="2"/>
                  </a:cxn>
                  <a:cxn ang="0">
                    <a:pos x="1" y="0"/>
                  </a:cxn>
                  <a:cxn ang="0">
                    <a:pos x="0" y="2"/>
                  </a:cxn>
                </a:cxnLst>
                <a:rect l="0" t="0" r="0" b="0"/>
                <a:pathLst>
                  <a:path w="29" h="21">
                    <a:moveTo>
                      <a:pt x="0" y="2"/>
                    </a:moveTo>
                    <a:lnTo>
                      <a:pt x="2" y="7"/>
                    </a:lnTo>
                    <a:lnTo>
                      <a:pt x="1" y="9"/>
                    </a:lnTo>
                    <a:lnTo>
                      <a:pt x="2" y="12"/>
                    </a:lnTo>
                    <a:lnTo>
                      <a:pt x="5" y="17"/>
                    </a:lnTo>
                    <a:lnTo>
                      <a:pt x="8" y="20"/>
                    </a:lnTo>
                    <a:lnTo>
                      <a:pt x="10" y="17"/>
                    </a:lnTo>
                    <a:lnTo>
                      <a:pt x="14" y="20"/>
                    </a:lnTo>
                    <a:lnTo>
                      <a:pt x="19" y="18"/>
                    </a:lnTo>
                    <a:lnTo>
                      <a:pt x="20" y="16"/>
                    </a:lnTo>
                    <a:lnTo>
                      <a:pt x="26" y="16"/>
                    </a:lnTo>
                    <a:lnTo>
                      <a:pt x="28" y="14"/>
                    </a:lnTo>
                    <a:lnTo>
                      <a:pt x="24" y="12"/>
                    </a:lnTo>
                    <a:lnTo>
                      <a:pt x="25" y="10"/>
                    </a:lnTo>
                    <a:lnTo>
                      <a:pt x="22" y="5"/>
                    </a:lnTo>
                    <a:lnTo>
                      <a:pt x="19" y="3"/>
                    </a:lnTo>
                    <a:lnTo>
                      <a:pt x="15" y="1"/>
                    </a:lnTo>
                    <a:lnTo>
                      <a:pt x="11" y="0"/>
                    </a:lnTo>
                    <a:lnTo>
                      <a:pt x="6" y="0"/>
                    </a:lnTo>
                    <a:lnTo>
                      <a:pt x="5" y="2"/>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88" name="Line 116"/>
              <p:cNvSpPr/>
              <p:nvPr/>
            </p:nvSpPr>
            <p:spPr>
              <a:xfrm>
                <a:off x="5220" y="2226"/>
                <a:ext cx="2" cy="0"/>
              </a:xfrm>
              <a:prstGeom prst="line">
                <a:avLst/>
              </a:prstGeom>
              <a:ln w="12700" cap="flat" cmpd="sng">
                <a:solidFill>
                  <a:schemeClr val="tx1"/>
                </a:solidFill>
                <a:prstDash val="solid"/>
                <a:headEnd type="none" w="med" len="med"/>
                <a:tailEnd type="none" w="med" len="med"/>
              </a:ln>
            </p:spPr>
          </p:sp>
          <p:sp>
            <p:nvSpPr>
              <p:cNvPr id="28789" name="Line 117"/>
              <p:cNvSpPr/>
              <p:nvPr/>
            </p:nvSpPr>
            <p:spPr>
              <a:xfrm>
                <a:off x="5223" y="2224"/>
                <a:ext cx="4" cy="1"/>
              </a:xfrm>
              <a:prstGeom prst="line">
                <a:avLst/>
              </a:prstGeom>
              <a:ln w="12700" cap="flat" cmpd="sng">
                <a:solidFill>
                  <a:schemeClr val="tx1"/>
                </a:solidFill>
                <a:prstDash val="solid"/>
                <a:headEnd type="none" w="med" len="med"/>
                <a:tailEnd type="none" w="med" len="med"/>
              </a:ln>
            </p:spPr>
          </p:sp>
          <p:sp>
            <p:nvSpPr>
              <p:cNvPr id="28790" name="Freeform 118"/>
              <p:cNvSpPr/>
              <p:nvPr/>
            </p:nvSpPr>
            <p:spPr>
              <a:xfrm>
                <a:off x="5207" y="2222"/>
                <a:ext cx="33" cy="26"/>
              </a:xfrm>
              <a:custGeom>
                <a:avLst/>
                <a:gdLst/>
                <a:ahLst/>
                <a:cxnLst>
                  <a:cxn ang="0">
                    <a:pos x="15" y="20"/>
                  </a:cxn>
                  <a:cxn ang="0">
                    <a:pos x="22" y="25"/>
                  </a:cxn>
                  <a:cxn ang="0">
                    <a:pos x="23" y="21"/>
                  </a:cxn>
                  <a:cxn ang="0">
                    <a:pos x="29" y="10"/>
                  </a:cxn>
                  <a:cxn ang="0">
                    <a:pos x="32" y="7"/>
                  </a:cxn>
                  <a:cxn ang="0">
                    <a:pos x="24" y="3"/>
                  </a:cxn>
                  <a:cxn ang="0">
                    <a:pos x="18" y="0"/>
                  </a:cxn>
                  <a:cxn ang="0">
                    <a:pos x="9" y="1"/>
                  </a:cxn>
                  <a:cxn ang="0">
                    <a:pos x="1" y="0"/>
                  </a:cxn>
                  <a:cxn ang="0">
                    <a:pos x="0" y="2"/>
                  </a:cxn>
                  <a:cxn ang="0">
                    <a:pos x="5" y="6"/>
                  </a:cxn>
                  <a:cxn ang="0">
                    <a:pos x="4" y="10"/>
                  </a:cxn>
                  <a:cxn ang="0">
                    <a:pos x="9" y="16"/>
                  </a:cxn>
                  <a:cxn ang="0">
                    <a:pos x="15" y="20"/>
                  </a:cxn>
                </a:cxnLst>
                <a:rect l="0" t="0" r="0" b="0"/>
                <a:pathLst>
                  <a:path w="33" h="26">
                    <a:moveTo>
                      <a:pt x="15" y="20"/>
                    </a:moveTo>
                    <a:lnTo>
                      <a:pt x="22" y="25"/>
                    </a:lnTo>
                    <a:lnTo>
                      <a:pt x="23" y="21"/>
                    </a:lnTo>
                    <a:lnTo>
                      <a:pt x="29" y="10"/>
                    </a:lnTo>
                    <a:lnTo>
                      <a:pt x="32" y="7"/>
                    </a:lnTo>
                    <a:lnTo>
                      <a:pt x="24" y="3"/>
                    </a:lnTo>
                    <a:lnTo>
                      <a:pt x="18" y="0"/>
                    </a:lnTo>
                    <a:lnTo>
                      <a:pt x="9" y="1"/>
                    </a:lnTo>
                    <a:lnTo>
                      <a:pt x="1" y="0"/>
                    </a:lnTo>
                    <a:lnTo>
                      <a:pt x="0" y="2"/>
                    </a:lnTo>
                    <a:lnTo>
                      <a:pt x="5" y="6"/>
                    </a:lnTo>
                    <a:lnTo>
                      <a:pt x="4" y="10"/>
                    </a:lnTo>
                    <a:lnTo>
                      <a:pt x="9" y="16"/>
                    </a:lnTo>
                    <a:lnTo>
                      <a:pt x="15"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91" name="Freeform 119"/>
              <p:cNvSpPr/>
              <p:nvPr/>
            </p:nvSpPr>
            <p:spPr>
              <a:xfrm>
                <a:off x="5209" y="2219"/>
                <a:ext cx="27" cy="31"/>
              </a:xfrm>
              <a:custGeom>
                <a:avLst/>
                <a:gdLst/>
                <a:ahLst/>
                <a:cxnLst>
                  <a:cxn ang="0">
                    <a:pos x="5" y="1"/>
                  </a:cxn>
                  <a:cxn ang="0">
                    <a:pos x="26" y="22"/>
                  </a:cxn>
                  <a:cxn ang="0">
                    <a:pos x="20" y="30"/>
                  </a:cxn>
                  <a:cxn ang="0">
                    <a:pos x="0" y="7"/>
                  </a:cxn>
                  <a:cxn ang="0">
                    <a:pos x="5" y="0"/>
                  </a:cxn>
                  <a:cxn ang="0">
                    <a:pos x="5" y="1"/>
                  </a:cxn>
                </a:cxnLst>
                <a:rect l="0" t="0" r="0" b="0"/>
                <a:pathLst>
                  <a:path w="27" h="31">
                    <a:moveTo>
                      <a:pt x="5" y="1"/>
                    </a:moveTo>
                    <a:lnTo>
                      <a:pt x="26" y="22"/>
                    </a:lnTo>
                    <a:lnTo>
                      <a:pt x="20" y="30"/>
                    </a:lnTo>
                    <a:lnTo>
                      <a:pt x="0" y="7"/>
                    </a:lnTo>
                    <a:lnTo>
                      <a:pt x="5"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92" name="Freeform 120"/>
              <p:cNvSpPr/>
              <p:nvPr/>
            </p:nvSpPr>
            <p:spPr>
              <a:xfrm>
                <a:off x="5220" y="2234"/>
                <a:ext cx="27" cy="22"/>
              </a:xfrm>
              <a:custGeom>
                <a:avLst/>
                <a:gdLst/>
                <a:ahLst/>
                <a:cxnLst>
                  <a:cxn ang="0">
                    <a:pos x="0" y="2"/>
                  </a:cxn>
                  <a:cxn ang="0">
                    <a:pos x="2" y="7"/>
                  </a:cxn>
                  <a:cxn ang="0">
                    <a:pos x="0" y="9"/>
                  </a:cxn>
                  <a:cxn ang="0">
                    <a:pos x="2" y="14"/>
                  </a:cxn>
                  <a:cxn ang="0">
                    <a:pos x="5" y="17"/>
                  </a:cxn>
                  <a:cxn ang="0">
                    <a:pos x="9" y="18"/>
                  </a:cxn>
                  <a:cxn ang="0">
                    <a:pos x="14" y="21"/>
                  </a:cxn>
                  <a:cxn ang="0">
                    <a:pos x="18" y="21"/>
                  </a:cxn>
                  <a:cxn ang="0">
                    <a:pos x="20" y="18"/>
                  </a:cxn>
                  <a:cxn ang="0">
                    <a:pos x="24" y="18"/>
                  </a:cxn>
                  <a:cxn ang="0">
                    <a:pos x="26" y="16"/>
                  </a:cxn>
                  <a:cxn ang="0">
                    <a:pos x="23" y="11"/>
                  </a:cxn>
                  <a:cxn ang="0">
                    <a:pos x="22" y="7"/>
                  </a:cxn>
                  <a:cxn ang="0">
                    <a:pos x="18" y="4"/>
                  </a:cxn>
                  <a:cxn ang="0">
                    <a:pos x="20" y="2"/>
                  </a:cxn>
                  <a:cxn ang="0">
                    <a:pos x="16" y="0"/>
                  </a:cxn>
                  <a:cxn ang="0">
                    <a:pos x="10" y="0"/>
                  </a:cxn>
                  <a:cxn ang="0">
                    <a:pos x="5" y="0"/>
                  </a:cxn>
                  <a:cxn ang="0">
                    <a:pos x="1" y="0"/>
                  </a:cxn>
                  <a:cxn ang="0">
                    <a:pos x="0" y="2"/>
                  </a:cxn>
                </a:cxnLst>
                <a:rect l="0" t="0" r="0" b="0"/>
                <a:pathLst>
                  <a:path w="27" h="22">
                    <a:moveTo>
                      <a:pt x="0" y="2"/>
                    </a:moveTo>
                    <a:lnTo>
                      <a:pt x="2" y="7"/>
                    </a:lnTo>
                    <a:lnTo>
                      <a:pt x="0" y="9"/>
                    </a:lnTo>
                    <a:lnTo>
                      <a:pt x="2" y="14"/>
                    </a:lnTo>
                    <a:lnTo>
                      <a:pt x="5" y="17"/>
                    </a:lnTo>
                    <a:lnTo>
                      <a:pt x="9" y="18"/>
                    </a:lnTo>
                    <a:lnTo>
                      <a:pt x="14" y="21"/>
                    </a:lnTo>
                    <a:lnTo>
                      <a:pt x="18" y="21"/>
                    </a:lnTo>
                    <a:lnTo>
                      <a:pt x="20" y="18"/>
                    </a:lnTo>
                    <a:lnTo>
                      <a:pt x="24" y="18"/>
                    </a:lnTo>
                    <a:lnTo>
                      <a:pt x="26" y="16"/>
                    </a:lnTo>
                    <a:lnTo>
                      <a:pt x="23" y="11"/>
                    </a:lnTo>
                    <a:lnTo>
                      <a:pt x="22" y="7"/>
                    </a:lnTo>
                    <a:lnTo>
                      <a:pt x="18" y="4"/>
                    </a:lnTo>
                    <a:lnTo>
                      <a:pt x="20" y="2"/>
                    </a:lnTo>
                    <a:lnTo>
                      <a:pt x="16" y="0"/>
                    </a:lnTo>
                    <a:lnTo>
                      <a:pt x="10" y="0"/>
                    </a:lnTo>
                    <a:lnTo>
                      <a:pt x="5" y="0"/>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93" name="Line 121"/>
              <p:cNvSpPr/>
              <p:nvPr/>
            </p:nvSpPr>
            <p:spPr>
              <a:xfrm>
                <a:off x="5224" y="2241"/>
                <a:ext cx="4" cy="7"/>
              </a:xfrm>
              <a:prstGeom prst="line">
                <a:avLst/>
              </a:prstGeom>
              <a:ln w="12700" cap="flat" cmpd="sng">
                <a:solidFill>
                  <a:schemeClr val="tx1"/>
                </a:solidFill>
                <a:prstDash val="solid"/>
                <a:headEnd type="none" w="med" len="med"/>
                <a:tailEnd type="none" w="med" len="med"/>
              </a:ln>
            </p:spPr>
          </p:sp>
          <p:sp>
            <p:nvSpPr>
              <p:cNvPr id="28794" name="Line 122"/>
              <p:cNvSpPr/>
              <p:nvPr/>
            </p:nvSpPr>
            <p:spPr>
              <a:xfrm>
                <a:off x="5227" y="2242"/>
                <a:ext cx="2" cy="1"/>
              </a:xfrm>
              <a:prstGeom prst="line">
                <a:avLst/>
              </a:prstGeom>
              <a:ln w="12700" cap="flat" cmpd="sng">
                <a:solidFill>
                  <a:schemeClr val="tx1"/>
                </a:solidFill>
                <a:prstDash val="solid"/>
                <a:headEnd type="none" w="med" len="med"/>
                <a:tailEnd type="none" w="med" len="med"/>
              </a:ln>
            </p:spPr>
          </p:sp>
          <p:sp>
            <p:nvSpPr>
              <p:cNvPr id="28795" name="Freeform 123"/>
              <p:cNvSpPr/>
              <p:nvPr/>
            </p:nvSpPr>
            <p:spPr>
              <a:xfrm>
                <a:off x="5212" y="2242"/>
                <a:ext cx="32" cy="24"/>
              </a:xfrm>
              <a:custGeom>
                <a:avLst/>
                <a:gdLst/>
                <a:ahLst/>
                <a:cxnLst>
                  <a:cxn ang="0">
                    <a:pos x="17" y="23"/>
                  </a:cxn>
                  <a:cxn ang="0">
                    <a:pos x="23" y="23"/>
                  </a:cxn>
                  <a:cxn ang="0">
                    <a:pos x="31" y="12"/>
                  </a:cxn>
                  <a:cxn ang="0">
                    <a:pos x="27" y="6"/>
                  </a:cxn>
                  <a:cxn ang="0">
                    <a:pos x="22" y="2"/>
                  </a:cxn>
                  <a:cxn ang="0">
                    <a:pos x="17" y="0"/>
                  </a:cxn>
                  <a:cxn ang="0">
                    <a:pos x="9" y="0"/>
                  </a:cxn>
                  <a:cxn ang="0">
                    <a:pos x="8" y="2"/>
                  </a:cxn>
                  <a:cxn ang="0">
                    <a:pos x="3" y="0"/>
                  </a:cxn>
                  <a:cxn ang="0">
                    <a:pos x="0" y="4"/>
                  </a:cxn>
                  <a:cxn ang="0">
                    <a:pos x="4" y="8"/>
                  </a:cxn>
                  <a:cxn ang="0">
                    <a:pos x="3" y="10"/>
                  </a:cxn>
                  <a:cxn ang="0">
                    <a:pos x="6" y="16"/>
                  </a:cxn>
                  <a:cxn ang="0">
                    <a:pos x="11" y="19"/>
                  </a:cxn>
                  <a:cxn ang="0">
                    <a:pos x="17" y="23"/>
                  </a:cxn>
                </a:cxnLst>
                <a:rect l="0" t="0" r="0" b="0"/>
                <a:pathLst>
                  <a:path w="32" h="24">
                    <a:moveTo>
                      <a:pt x="17" y="23"/>
                    </a:moveTo>
                    <a:lnTo>
                      <a:pt x="23" y="23"/>
                    </a:lnTo>
                    <a:lnTo>
                      <a:pt x="31" y="12"/>
                    </a:lnTo>
                    <a:lnTo>
                      <a:pt x="27" y="6"/>
                    </a:lnTo>
                    <a:lnTo>
                      <a:pt x="22" y="2"/>
                    </a:lnTo>
                    <a:lnTo>
                      <a:pt x="17" y="0"/>
                    </a:lnTo>
                    <a:lnTo>
                      <a:pt x="9" y="0"/>
                    </a:lnTo>
                    <a:lnTo>
                      <a:pt x="8" y="2"/>
                    </a:lnTo>
                    <a:lnTo>
                      <a:pt x="3" y="0"/>
                    </a:lnTo>
                    <a:lnTo>
                      <a:pt x="0" y="4"/>
                    </a:lnTo>
                    <a:lnTo>
                      <a:pt x="4" y="8"/>
                    </a:lnTo>
                    <a:lnTo>
                      <a:pt x="3" y="10"/>
                    </a:lnTo>
                    <a:lnTo>
                      <a:pt x="6" y="16"/>
                    </a:lnTo>
                    <a:lnTo>
                      <a:pt x="11" y="19"/>
                    </a:lnTo>
                    <a:lnTo>
                      <a:pt x="17"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96" name="Freeform 124"/>
              <p:cNvSpPr/>
              <p:nvPr/>
            </p:nvSpPr>
            <p:spPr>
              <a:xfrm>
                <a:off x="5213" y="2237"/>
                <a:ext cx="26" cy="32"/>
              </a:xfrm>
              <a:custGeom>
                <a:avLst/>
                <a:gdLst/>
                <a:ahLst/>
                <a:cxnLst>
                  <a:cxn ang="0">
                    <a:pos x="6" y="1"/>
                  </a:cxn>
                  <a:cxn ang="0">
                    <a:pos x="25" y="23"/>
                  </a:cxn>
                  <a:cxn ang="0">
                    <a:pos x="18" y="31"/>
                  </a:cxn>
                  <a:cxn ang="0">
                    <a:pos x="0" y="7"/>
                  </a:cxn>
                  <a:cxn ang="0">
                    <a:pos x="6" y="0"/>
                  </a:cxn>
                  <a:cxn ang="0">
                    <a:pos x="6" y="1"/>
                  </a:cxn>
                </a:cxnLst>
                <a:rect l="0" t="0" r="0" b="0"/>
                <a:pathLst>
                  <a:path w="26" h="32">
                    <a:moveTo>
                      <a:pt x="6" y="1"/>
                    </a:moveTo>
                    <a:lnTo>
                      <a:pt x="25" y="23"/>
                    </a:lnTo>
                    <a:lnTo>
                      <a:pt x="18" y="31"/>
                    </a:lnTo>
                    <a:lnTo>
                      <a:pt x="0" y="7"/>
                    </a:lnTo>
                    <a:lnTo>
                      <a:pt x="6" y="0"/>
                    </a:lnTo>
                    <a:lnTo>
                      <a:pt x="6"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797" name="Freeform 125"/>
              <p:cNvSpPr/>
              <p:nvPr/>
            </p:nvSpPr>
            <p:spPr>
              <a:xfrm>
                <a:off x="5225" y="2254"/>
                <a:ext cx="27" cy="22"/>
              </a:xfrm>
              <a:custGeom>
                <a:avLst/>
                <a:gdLst/>
                <a:ahLst/>
                <a:cxnLst>
                  <a:cxn ang="0">
                    <a:pos x="1" y="1"/>
                  </a:cxn>
                  <a:cxn ang="0">
                    <a:pos x="0" y="3"/>
                  </a:cxn>
                  <a:cxn ang="0">
                    <a:pos x="1" y="7"/>
                  </a:cxn>
                  <a:cxn ang="0">
                    <a:pos x="0" y="9"/>
                  </a:cxn>
                  <a:cxn ang="0">
                    <a:pos x="2" y="14"/>
                  </a:cxn>
                  <a:cxn ang="0">
                    <a:pos x="6" y="17"/>
                  </a:cxn>
                  <a:cxn ang="0">
                    <a:pos x="8" y="18"/>
                  </a:cxn>
                  <a:cxn ang="0">
                    <a:pos x="12" y="21"/>
                  </a:cxn>
                  <a:cxn ang="0">
                    <a:pos x="17" y="21"/>
                  </a:cxn>
                  <a:cxn ang="0">
                    <a:pos x="18" y="18"/>
                  </a:cxn>
                  <a:cxn ang="0">
                    <a:pos x="23" y="17"/>
                  </a:cxn>
                  <a:cxn ang="0">
                    <a:pos x="26" y="16"/>
                  </a:cxn>
                  <a:cxn ang="0">
                    <a:pos x="23" y="11"/>
                  </a:cxn>
                  <a:cxn ang="0">
                    <a:pos x="21" y="6"/>
                  </a:cxn>
                  <a:cxn ang="0">
                    <a:pos x="19" y="2"/>
                  </a:cxn>
                  <a:cxn ang="0">
                    <a:pos x="16" y="0"/>
                  </a:cxn>
                  <a:cxn ang="0">
                    <a:pos x="14" y="2"/>
                  </a:cxn>
                  <a:cxn ang="0">
                    <a:pos x="11" y="0"/>
                  </a:cxn>
                  <a:cxn ang="0">
                    <a:pos x="6" y="0"/>
                  </a:cxn>
                  <a:cxn ang="0">
                    <a:pos x="1" y="1"/>
                  </a:cxn>
                </a:cxnLst>
                <a:rect l="0" t="0" r="0" b="0"/>
                <a:pathLst>
                  <a:path w="27" h="22">
                    <a:moveTo>
                      <a:pt x="1" y="1"/>
                    </a:moveTo>
                    <a:lnTo>
                      <a:pt x="0" y="3"/>
                    </a:lnTo>
                    <a:lnTo>
                      <a:pt x="1" y="7"/>
                    </a:lnTo>
                    <a:lnTo>
                      <a:pt x="0" y="9"/>
                    </a:lnTo>
                    <a:lnTo>
                      <a:pt x="2" y="14"/>
                    </a:lnTo>
                    <a:lnTo>
                      <a:pt x="6" y="17"/>
                    </a:lnTo>
                    <a:lnTo>
                      <a:pt x="8" y="18"/>
                    </a:lnTo>
                    <a:lnTo>
                      <a:pt x="12" y="21"/>
                    </a:lnTo>
                    <a:lnTo>
                      <a:pt x="17" y="21"/>
                    </a:lnTo>
                    <a:lnTo>
                      <a:pt x="18" y="18"/>
                    </a:lnTo>
                    <a:lnTo>
                      <a:pt x="23" y="17"/>
                    </a:lnTo>
                    <a:lnTo>
                      <a:pt x="26" y="16"/>
                    </a:lnTo>
                    <a:lnTo>
                      <a:pt x="23" y="11"/>
                    </a:lnTo>
                    <a:lnTo>
                      <a:pt x="21" y="6"/>
                    </a:lnTo>
                    <a:lnTo>
                      <a:pt x="19" y="2"/>
                    </a:lnTo>
                    <a:lnTo>
                      <a:pt x="16" y="0"/>
                    </a:lnTo>
                    <a:lnTo>
                      <a:pt x="14" y="2"/>
                    </a:lnTo>
                    <a:lnTo>
                      <a:pt x="11" y="0"/>
                    </a:lnTo>
                    <a:lnTo>
                      <a:pt x="6" y="0"/>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798" name="Line 126"/>
              <p:cNvSpPr/>
              <p:nvPr/>
            </p:nvSpPr>
            <p:spPr>
              <a:xfrm>
                <a:off x="5206" y="2249"/>
                <a:ext cx="6" cy="1"/>
              </a:xfrm>
              <a:prstGeom prst="line">
                <a:avLst/>
              </a:prstGeom>
              <a:ln w="12700" cap="flat" cmpd="sng">
                <a:solidFill>
                  <a:schemeClr val="tx1"/>
                </a:solidFill>
                <a:prstDash val="solid"/>
                <a:headEnd type="none" w="med" len="med"/>
                <a:tailEnd type="none" w="med" len="med"/>
              </a:ln>
            </p:spPr>
          </p:sp>
          <p:sp>
            <p:nvSpPr>
              <p:cNvPr id="28799" name="Line 127"/>
              <p:cNvSpPr/>
              <p:nvPr/>
            </p:nvSpPr>
            <p:spPr>
              <a:xfrm>
                <a:off x="5208" y="2248"/>
                <a:ext cx="0" cy="0"/>
              </a:xfrm>
              <a:prstGeom prst="line">
                <a:avLst/>
              </a:prstGeom>
              <a:ln w="12700" cap="flat" cmpd="sng">
                <a:solidFill>
                  <a:schemeClr val="tx1"/>
                </a:solidFill>
                <a:prstDash val="solid"/>
                <a:headEnd type="none" w="med" len="med"/>
                <a:tailEnd type="none" w="med" len="med"/>
              </a:ln>
            </p:spPr>
          </p:sp>
          <p:sp>
            <p:nvSpPr>
              <p:cNvPr id="28800" name="Freeform 128"/>
              <p:cNvSpPr/>
              <p:nvPr/>
            </p:nvSpPr>
            <p:spPr>
              <a:xfrm>
                <a:off x="5198" y="2248"/>
                <a:ext cx="32" cy="25"/>
              </a:xfrm>
              <a:custGeom>
                <a:avLst/>
                <a:gdLst/>
                <a:ahLst/>
                <a:cxnLst>
                  <a:cxn ang="0">
                    <a:pos x="11" y="21"/>
                  </a:cxn>
                  <a:cxn ang="0">
                    <a:pos x="16" y="24"/>
                  </a:cxn>
                  <a:cxn ang="0">
                    <a:pos x="17" y="21"/>
                  </a:cxn>
                  <a:cxn ang="0">
                    <a:pos x="24" y="22"/>
                  </a:cxn>
                  <a:cxn ang="0">
                    <a:pos x="31" y="13"/>
                  </a:cxn>
                  <a:cxn ang="0">
                    <a:pos x="26" y="8"/>
                  </a:cxn>
                  <a:cxn ang="0">
                    <a:pos x="21" y="4"/>
                  </a:cxn>
                  <a:cxn ang="0">
                    <a:pos x="14" y="1"/>
                  </a:cxn>
                  <a:cxn ang="0">
                    <a:pos x="8" y="1"/>
                  </a:cxn>
                  <a:cxn ang="0">
                    <a:pos x="7" y="3"/>
                  </a:cxn>
                  <a:cxn ang="0">
                    <a:pos x="1" y="0"/>
                  </a:cxn>
                  <a:cxn ang="0">
                    <a:pos x="0" y="2"/>
                  </a:cxn>
                  <a:cxn ang="0">
                    <a:pos x="3" y="7"/>
                  </a:cxn>
                  <a:cxn ang="0">
                    <a:pos x="2" y="9"/>
                  </a:cxn>
                  <a:cxn ang="0">
                    <a:pos x="6" y="15"/>
                  </a:cxn>
                  <a:cxn ang="0">
                    <a:pos x="11" y="21"/>
                  </a:cxn>
                </a:cxnLst>
                <a:rect l="0" t="0" r="0" b="0"/>
                <a:pathLst>
                  <a:path w="32" h="25">
                    <a:moveTo>
                      <a:pt x="11" y="21"/>
                    </a:moveTo>
                    <a:lnTo>
                      <a:pt x="16" y="24"/>
                    </a:lnTo>
                    <a:lnTo>
                      <a:pt x="17" y="21"/>
                    </a:lnTo>
                    <a:lnTo>
                      <a:pt x="24" y="22"/>
                    </a:lnTo>
                    <a:lnTo>
                      <a:pt x="31" y="13"/>
                    </a:lnTo>
                    <a:lnTo>
                      <a:pt x="26" y="8"/>
                    </a:lnTo>
                    <a:lnTo>
                      <a:pt x="21" y="4"/>
                    </a:lnTo>
                    <a:lnTo>
                      <a:pt x="14" y="1"/>
                    </a:lnTo>
                    <a:lnTo>
                      <a:pt x="8" y="1"/>
                    </a:lnTo>
                    <a:lnTo>
                      <a:pt x="7" y="3"/>
                    </a:lnTo>
                    <a:lnTo>
                      <a:pt x="1" y="0"/>
                    </a:lnTo>
                    <a:lnTo>
                      <a:pt x="0" y="2"/>
                    </a:lnTo>
                    <a:lnTo>
                      <a:pt x="3" y="7"/>
                    </a:lnTo>
                    <a:lnTo>
                      <a:pt x="2" y="9"/>
                    </a:lnTo>
                    <a:lnTo>
                      <a:pt x="6" y="15"/>
                    </a:lnTo>
                    <a:lnTo>
                      <a:pt x="1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01" name="Freeform 129"/>
              <p:cNvSpPr/>
              <p:nvPr/>
            </p:nvSpPr>
            <p:spPr>
              <a:xfrm>
                <a:off x="5196" y="2242"/>
                <a:ext cx="25" cy="30"/>
              </a:xfrm>
              <a:custGeom>
                <a:avLst/>
                <a:gdLst/>
                <a:ahLst/>
                <a:cxnLst>
                  <a:cxn ang="0">
                    <a:pos x="6" y="0"/>
                  </a:cxn>
                  <a:cxn ang="0">
                    <a:pos x="24" y="22"/>
                  </a:cxn>
                  <a:cxn ang="0">
                    <a:pos x="18" y="29"/>
                  </a:cxn>
                  <a:cxn ang="0">
                    <a:pos x="0" y="6"/>
                  </a:cxn>
                  <a:cxn ang="0">
                    <a:pos x="6" y="0"/>
                  </a:cxn>
                </a:cxnLst>
                <a:rect l="0" t="0" r="0" b="0"/>
                <a:pathLst>
                  <a:path w="25" h="30">
                    <a:moveTo>
                      <a:pt x="6" y="0"/>
                    </a:moveTo>
                    <a:lnTo>
                      <a:pt x="24" y="22"/>
                    </a:lnTo>
                    <a:lnTo>
                      <a:pt x="18" y="29"/>
                    </a:lnTo>
                    <a:lnTo>
                      <a:pt x="0" y="6"/>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02" name="Freeform 130"/>
              <p:cNvSpPr/>
              <p:nvPr/>
            </p:nvSpPr>
            <p:spPr>
              <a:xfrm>
                <a:off x="5207" y="2256"/>
                <a:ext cx="28" cy="23"/>
              </a:xfrm>
              <a:custGeom>
                <a:avLst/>
                <a:gdLst/>
                <a:ahLst/>
                <a:cxnLst>
                  <a:cxn ang="0">
                    <a:pos x="0" y="3"/>
                  </a:cxn>
                  <a:cxn ang="0">
                    <a:pos x="2" y="8"/>
                  </a:cxn>
                  <a:cxn ang="0">
                    <a:pos x="4" y="14"/>
                  </a:cxn>
                  <a:cxn ang="0">
                    <a:pos x="7" y="19"/>
                  </a:cxn>
                  <a:cxn ang="0">
                    <a:pos x="10" y="22"/>
                  </a:cxn>
                  <a:cxn ang="0">
                    <a:pos x="15" y="20"/>
                  </a:cxn>
                  <a:cxn ang="0">
                    <a:pos x="19" y="20"/>
                  </a:cxn>
                  <a:cxn ang="0">
                    <a:pos x="25" y="19"/>
                  </a:cxn>
                  <a:cxn ang="0">
                    <a:pos x="27" y="17"/>
                  </a:cxn>
                  <a:cxn ang="0">
                    <a:pos x="23" y="14"/>
                  </a:cxn>
                  <a:cxn ang="0">
                    <a:pos x="25" y="12"/>
                  </a:cxn>
                  <a:cxn ang="0">
                    <a:pos x="23" y="7"/>
                  </a:cxn>
                  <a:cxn ang="0">
                    <a:pos x="19" y="4"/>
                  </a:cxn>
                  <a:cxn ang="0">
                    <a:pos x="16" y="2"/>
                  </a:cxn>
                  <a:cxn ang="0">
                    <a:pos x="12" y="0"/>
                  </a:cxn>
                  <a:cxn ang="0">
                    <a:pos x="7" y="1"/>
                  </a:cxn>
                  <a:cxn ang="0">
                    <a:pos x="5" y="3"/>
                  </a:cxn>
                  <a:cxn ang="0">
                    <a:pos x="2" y="1"/>
                  </a:cxn>
                  <a:cxn ang="0">
                    <a:pos x="0" y="3"/>
                  </a:cxn>
                </a:cxnLst>
                <a:rect l="0" t="0" r="0" b="0"/>
                <a:pathLst>
                  <a:path w="28" h="23">
                    <a:moveTo>
                      <a:pt x="0" y="3"/>
                    </a:moveTo>
                    <a:lnTo>
                      <a:pt x="2" y="8"/>
                    </a:lnTo>
                    <a:lnTo>
                      <a:pt x="4" y="14"/>
                    </a:lnTo>
                    <a:lnTo>
                      <a:pt x="7" y="19"/>
                    </a:lnTo>
                    <a:lnTo>
                      <a:pt x="10" y="22"/>
                    </a:lnTo>
                    <a:lnTo>
                      <a:pt x="15" y="20"/>
                    </a:lnTo>
                    <a:lnTo>
                      <a:pt x="19" y="20"/>
                    </a:lnTo>
                    <a:lnTo>
                      <a:pt x="25" y="19"/>
                    </a:lnTo>
                    <a:lnTo>
                      <a:pt x="27" y="17"/>
                    </a:lnTo>
                    <a:lnTo>
                      <a:pt x="23" y="14"/>
                    </a:lnTo>
                    <a:lnTo>
                      <a:pt x="25" y="12"/>
                    </a:lnTo>
                    <a:lnTo>
                      <a:pt x="23" y="7"/>
                    </a:lnTo>
                    <a:lnTo>
                      <a:pt x="19" y="4"/>
                    </a:lnTo>
                    <a:lnTo>
                      <a:pt x="16" y="2"/>
                    </a:lnTo>
                    <a:lnTo>
                      <a:pt x="12" y="0"/>
                    </a:lnTo>
                    <a:lnTo>
                      <a:pt x="7" y="1"/>
                    </a:lnTo>
                    <a:lnTo>
                      <a:pt x="5" y="3"/>
                    </a:lnTo>
                    <a:lnTo>
                      <a:pt x="2" y="1"/>
                    </a:lnTo>
                    <a:lnTo>
                      <a:pt x="0" y="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03" name="Line 131"/>
              <p:cNvSpPr/>
              <p:nvPr/>
            </p:nvSpPr>
            <p:spPr>
              <a:xfrm>
                <a:off x="5179" y="2239"/>
                <a:ext cx="4" cy="4"/>
              </a:xfrm>
              <a:prstGeom prst="line">
                <a:avLst/>
              </a:prstGeom>
              <a:ln w="12700" cap="flat" cmpd="sng">
                <a:solidFill>
                  <a:schemeClr val="tx1"/>
                </a:solidFill>
                <a:prstDash val="solid"/>
                <a:headEnd type="none" w="med" len="med"/>
                <a:tailEnd type="none" w="med" len="med"/>
              </a:ln>
            </p:spPr>
          </p:sp>
          <p:sp>
            <p:nvSpPr>
              <p:cNvPr id="28804" name="Line 132"/>
              <p:cNvSpPr/>
              <p:nvPr/>
            </p:nvSpPr>
            <p:spPr>
              <a:xfrm>
                <a:off x="5182" y="2239"/>
                <a:ext cx="2" cy="0"/>
              </a:xfrm>
              <a:prstGeom prst="line">
                <a:avLst/>
              </a:prstGeom>
              <a:ln w="12700" cap="flat" cmpd="sng">
                <a:solidFill>
                  <a:schemeClr val="tx1"/>
                </a:solidFill>
                <a:prstDash val="solid"/>
                <a:headEnd type="none" w="med" len="med"/>
                <a:tailEnd type="none" w="med" len="med"/>
              </a:ln>
            </p:spPr>
          </p:sp>
          <p:sp>
            <p:nvSpPr>
              <p:cNvPr id="28805" name="Freeform 133"/>
              <p:cNvSpPr/>
              <p:nvPr/>
            </p:nvSpPr>
            <p:spPr>
              <a:xfrm>
                <a:off x="5164" y="2239"/>
                <a:ext cx="33" cy="25"/>
              </a:xfrm>
              <a:custGeom>
                <a:avLst/>
                <a:gdLst/>
                <a:ahLst/>
                <a:cxnLst>
                  <a:cxn ang="0">
                    <a:pos x="17" y="22"/>
                  </a:cxn>
                  <a:cxn ang="0">
                    <a:pos x="18" y="20"/>
                  </a:cxn>
                  <a:cxn ang="0">
                    <a:pos x="24" y="24"/>
                  </a:cxn>
                  <a:cxn ang="0">
                    <a:pos x="32" y="12"/>
                  </a:cxn>
                  <a:cxn ang="0">
                    <a:pos x="25" y="8"/>
                  </a:cxn>
                  <a:cxn ang="0">
                    <a:pos x="27" y="6"/>
                  </a:cxn>
                  <a:cxn ang="0">
                    <a:pos x="20" y="2"/>
                  </a:cxn>
                  <a:cxn ang="0">
                    <a:pos x="19" y="4"/>
                  </a:cxn>
                  <a:cxn ang="0">
                    <a:pos x="12" y="1"/>
                  </a:cxn>
                  <a:cxn ang="0">
                    <a:pos x="4" y="0"/>
                  </a:cxn>
                  <a:cxn ang="0">
                    <a:pos x="3" y="1"/>
                  </a:cxn>
                  <a:cxn ang="0">
                    <a:pos x="1" y="3"/>
                  </a:cxn>
                  <a:cxn ang="0">
                    <a:pos x="0" y="6"/>
                  </a:cxn>
                  <a:cxn ang="0">
                    <a:pos x="4" y="13"/>
                  </a:cxn>
                  <a:cxn ang="0">
                    <a:pos x="12" y="16"/>
                  </a:cxn>
                  <a:cxn ang="0">
                    <a:pos x="11" y="19"/>
                  </a:cxn>
                  <a:cxn ang="0">
                    <a:pos x="17" y="22"/>
                  </a:cxn>
                </a:cxnLst>
                <a:rect l="0" t="0" r="0" b="0"/>
                <a:pathLst>
                  <a:path w="33" h="25">
                    <a:moveTo>
                      <a:pt x="17" y="22"/>
                    </a:moveTo>
                    <a:lnTo>
                      <a:pt x="18" y="20"/>
                    </a:lnTo>
                    <a:lnTo>
                      <a:pt x="24" y="24"/>
                    </a:lnTo>
                    <a:lnTo>
                      <a:pt x="32" y="12"/>
                    </a:lnTo>
                    <a:lnTo>
                      <a:pt x="25" y="8"/>
                    </a:lnTo>
                    <a:lnTo>
                      <a:pt x="27" y="6"/>
                    </a:lnTo>
                    <a:lnTo>
                      <a:pt x="20" y="2"/>
                    </a:lnTo>
                    <a:lnTo>
                      <a:pt x="19" y="4"/>
                    </a:lnTo>
                    <a:lnTo>
                      <a:pt x="12" y="1"/>
                    </a:lnTo>
                    <a:lnTo>
                      <a:pt x="4" y="0"/>
                    </a:lnTo>
                    <a:lnTo>
                      <a:pt x="3" y="1"/>
                    </a:lnTo>
                    <a:lnTo>
                      <a:pt x="1" y="3"/>
                    </a:lnTo>
                    <a:lnTo>
                      <a:pt x="0" y="6"/>
                    </a:lnTo>
                    <a:lnTo>
                      <a:pt x="4" y="13"/>
                    </a:lnTo>
                    <a:lnTo>
                      <a:pt x="12" y="16"/>
                    </a:lnTo>
                    <a:lnTo>
                      <a:pt x="11" y="19"/>
                    </a:lnTo>
                    <a:lnTo>
                      <a:pt x="17"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06" name="Freeform 134"/>
              <p:cNvSpPr/>
              <p:nvPr/>
            </p:nvSpPr>
            <p:spPr>
              <a:xfrm>
                <a:off x="5167" y="2233"/>
                <a:ext cx="26" cy="32"/>
              </a:xfrm>
              <a:custGeom>
                <a:avLst/>
                <a:gdLst/>
                <a:ahLst/>
                <a:cxnLst>
                  <a:cxn ang="0">
                    <a:pos x="5" y="0"/>
                  </a:cxn>
                  <a:cxn ang="0">
                    <a:pos x="25" y="22"/>
                  </a:cxn>
                  <a:cxn ang="0">
                    <a:pos x="19" y="31"/>
                  </a:cxn>
                  <a:cxn ang="0">
                    <a:pos x="0" y="6"/>
                  </a:cxn>
                  <a:cxn ang="0">
                    <a:pos x="5" y="0"/>
                  </a:cxn>
                </a:cxnLst>
                <a:rect l="0" t="0" r="0" b="0"/>
                <a:pathLst>
                  <a:path w="26" h="32">
                    <a:moveTo>
                      <a:pt x="5" y="0"/>
                    </a:moveTo>
                    <a:lnTo>
                      <a:pt x="25" y="22"/>
                    </a:lnTo>
                    <a:lnTo>
                      <a:pt x="19" y="31"/>
                    </a:lnTo>
                    <a:lnTo>
                      <a:pt x="0" y="6"/>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07" name="Freeform 135"/>
              <p:cNvSpPr/>
              <p:nvPr/>
            </p:nvSpPr>
            <p:spPr>
              <a:xfrm>
                <a:off x="5179" y="2244"/>
                <a:ext cx="30" cy="23"/>
              </a:xfrm>
              <a:custGeom>
                <a:avLst/>
                <a:gdLst/>
                <a:ahLst/>
                <a:cxnLst>
                  <a:cxn ang="0">
                    <a:pos x="2" y="4"/>
                  </a:cxn>
                  <a:cxn ang="0">
                    <a:pos x="1" y="7"/>
                  </a:cxn>
                  <a:cxn ang="0">
                    <a:pos x="0" y="9"/>
                  </a:cxn>
                  <a:cxn ang="0">
                    <a:pos x="2" y="14"/>
                  </a:cxn>
                  <a:cxn ang="0">
                    <a:pos x="6" y="17"/>
                  </a:cxn>
                  <a:cxn ang="0">
                    <a:pos x="4" y="19"/>
                  </a:cxn>
                  <a:cxn ang="0">
                    <a:pos x="9" y="22"/>
                  </a:cxn>
                  <a:cxn ang="0">
                    <a:pos x="20" y="22"/>
                  </a:cxn>
                  <a:cxn ang="0">
                    <a:pos x="25" y="22"/>
                  </a:cxn>
                  <a:cxn ang="0">
                    <a:pos x="29" y="17"/>
                  </a:cxn>
                  <a:cxn ang="0">
                    <a:pos x="19" y="4"/>
                  </a:cxn>
                  <a:cxn ang="0">
                    <a:pos x="14" y="2"/>
                  </a:cxn>
                  <a:cxn ang="0">
                    <a:pos x="10" y="0"/>
                  </a:cxn>
                  <a:cxn ang="0">
                    <a:pos x="4" y="0"/>
                  </a:cxn>
                  <a:cxn ang="0">
                    <a:pos x="3" y="2"/>
                  </a:cxn>
                  <a:cxn ang="0">
                    <a:pos x="2" y="4"/>
                  </a:cxn>
                </a:cxnLst>
                <a:rect l="0" t="0" r="0" b="0"/>
                <a:pathLst>
                  <a:path w="30" h="23">
                    <a:moveTo>
                      <a:pt x="2" y="4"/>
                    </a:moveTo>
                    <a:lnTo>
                      <a:pt x="1" y="7"/>
                    </a:lnTo>
                    <a:lnTo>
                      <a:pt x="0" y="9"/>
                    </a:lnTo>
                    <a:lnTo>
                      <a:pt x="2" y="14"/>
                    </a:lnTo>
                    <a:lnTo>
                      <a:pt x="6" y="17"/>
                    </a:lnTo>
                    <a:lnTo>
                      <a:pt x="4" y="19"/>
                    </a:lnTo>
                    <a:lnTo>
                      <a:pt x="9" y="22"/>
                    </a:lnTo>
                    <a:lnTo>
                      <a:pt x="20" y="22"/>
                    </a:lnTo>
                    <a:lnTo>
                      <a:pt x="25" y="22"/>
                    </a:lnTo>
                    <a:lnTo>
                      <a:pt x="29" y="17"/>
                    </a:lnTo>
                    <a:lnTo>
                      <a:pt x="19" y="4"/>
                    </a:lnTo>
                    <a:lnTo>
                      <a:pt x="14" y="2"/>
                    </a:lnTo>
                    <a:lnTo>
                      <a:pt x="10" y="0"/>
                    </a:lnTo>
                    <a:lnTo>
                      <a:pt x="4" y="0"/>
                    </a:lnTo>
                    <a:lnTo>
                      <a:pt x="3" y="2"/>
                    </a:lnTo>
                    <a:lnTo>
                      <a:pt x="2"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08" name="Line 136"/>
              <p:cNvSpPr/>
              <p:nvPr/>
            </p:nvSpPr>
            <p:spPr>
              <a:xfrm>
                <a:off x="5183" y="2231"/>
                <a:ext cx="6" cy="1"/>
              </a:xfrm>
              <a:prstGeom prst="line">
                <a:avLst/>
              </a:prstGeom>
              <a:ln w="12700" cap="flat" cmpd="sng">
                <a:solidFill>
                  <a:schemeClr val="tx1"/>
                </a:solidFill>
                <a:prstDash val="solid"/>
                <a:headEnd type="none" w="med" len="med"/>
                <a:tailEnd type="none" w="med" len="med"/>
              </a:ln>
            </p:spPr>
          </p:sp>
          <p:sp>
            <p:nvSpPr>
              <p:cNvPr id="28809" name="Line 137"/>
              <p:cNvSpPr/>
              <p:nvPr/>
            </p:nvSpPr>
            <p:spPr>
              <a:xfrm>
                <a:off x="5189" y="2228"/>
                <a:ext cx="1" cy="2"/>
              </a:xfrm>
              <a:prstGeom prst="line">
                <a:avLst/>
              </a:prstGeom>
              <a:ln w="12700" cap="flat" cmpd="sng">
                <a:solidFill>
                  <a:schemeClr val="tx1"/>
                </a:solidFill>
                <a:prstDash val="solid"/>
                <a:headEnd type="none" w="med" len="med"/>
                <a:tailEnd type="none" w="med" len="med"/>
              </a:ln>
            </p:spPr>
          </p:sp>
          <p:sp>
            <p:nvSpPr>
              <p:cNvPr id="28810" name="Freeform 138"/>
              <p:cNvSpPr/>
              <p:nvPr/>
            </p:nvSpPr>
            <p:spPr>
              <a:xfrm>
                <a:off x="5170" y="2227"/>
                <a:ext cx="32" cy="26"/>
              </a:xfrm>
              <a:custGeom>
                <a:avLst/>
                <a:gdLst/>
                <a:ahLst/>
                <a:cxnLst>
                  <a:cxn ang="0">
                    <a:pos x="16" y="23"/>
                  </a:cxn>
                  <a:cxn ang="0">
                    <a:pos x="23" y="25"/>
                  </a:cxn>
                  <a:cxn ang="0">
                    <a:pos x="31" y="13"/>
                  </a:cxn>
                  <a:cxn ang="0">
                    <a:pos x="25" y="9"/>
                  </a:cxn>
                  <a:cxn ang="0">
                    <a:pos x="26" y="7"/>
                  </a:cxn>
                  <a:cxn ang="0">
                    <a:pos x="19" y="3"/>
                  </a:cxn>
                  <a:cxn ang="0">
                    <a:pos x="17" y="5"/>
                  </a:cxn>
                  <a:cxn ang="0">
                    <a:pos x="11" y="1"/>
                  </a:cxn>
                  <a:cxn ang="0">
                    <a:pos x="3" y="0"/>
                  </a:cxn>
                  <a:cxn ang="0">
                    <a:pos x="2" y="2"/>
                  </a:cxn>
                  <a:cxn ang="0">
                    <a:pos x="1" y="4"/>
                  </a:cxn>
                  <a:cxn ang="0">
                    <a:pos x="0" y="7"/>
                  </a:cxn>
                  <a:cxn ang="0">
                    <a:pos x="3" y="15"/>
                  </a:cxn>
                  <a:cxn ang="0">
                    <a:pos x="9" y="19"/>
                  </a:cxn>
                  <a:cxn ang="0">
                    <a:pos x="16" y="23"/>
                  </a:cxn>
                </a:cxnLst>
                <a:rect l="0" t="0" r="0" b="0"/>
                <a:pathLst>
                  <a:path w="32" h="26">
                    <a:moveTo>
                      <a:pt x="16" y="23"/>
                    </a:moveTo>
                    <a:lnTo>
                      <a:pt x="23" y="25"/>
                    </a:lnTo>
                    <a:lnTo>
                      <a:pt x="31" y="13"/>
                    </a:lnTo>
                    <a:lnTo>
                      <a:pt x="25" y="9"/>
                    </a:lnTo>
                    <a:lnTo>
                      <a:pt x="26" y="7"/>
                    </a:lnTo>
                    <a:lnTo>
                      <a:pt x="19" y="3"/>
                    </a:lnTo>
                    <a:lnTo>
                      <a:pt x="17" y="5"/>
                    </a:lnTo>
                    <a:lnTo>
                      <a:pt x="11" y="1"/>
                    </a:lnTo>
                    <a:lnTo>
                      <a:pt x="3" y="0"/>
                    </a:lnTo>
                    <a:lnTo>
                      <a:pt x="2" y="2"/>
                    </a:lnTo>
                    <a:lnTo>
                      <a:pt x="1" y="4"/>
                    </a:lnTo>
                    <a:lnTo>
                      <a:pt x="0" y="7"/>
                    </a:lnTo>
                    <a:lnTo>
                      <a:pt x="3" y="15"/>
                    </a:lnTo>
                    <a:lnTo>
                      <a:pt x="9" y="19"/>
                    </a:lnTo>
                    <a:lnTo>
                      <a:pt x="1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11" name="Freeform 139"/>
              <p:cNvSpPr/>
              <p:nvPr/>
            </p:nvSpPr>
            <p:spPr>
              <a:xfrm>
                <a:off x="5173" y="2221"/>
                <a:ext cx="27" cy="32"/>
              </a:xfrm>
              <a:custGeom>
                <a:avLst/>
                <a:gdLst/>
                <a:ahLst/>
                <a:cxnLst>
                  <a:cxn ang="0">
                    <a:pos x="7" y="0"/>
                  </a:cxn>
                  <a:cxn ang="0">
                    <a:pos x="26" y="23"/>
                  </a:cxn>
                  <a:cxn ang="0">
                    <a:pos x="20" y="31"/>
                  </a:cxn>
                  <a:cxn ang="0">
                    <a:pos x="0" y="7"/>
                  </a:cxn>
                  <a:cxn ang="0">
                    <a:pos x="7" y="0"/>
                  </a:cxn>
                </a:cxnLst>
                <a:rect l="0" t="0" r="0" b="0"/>
                <a:pathLst>
                  <a:path w="27" h="32">
                    <a:moveTo>
                      <a:pt x="7" y="0"/>
                    </a:moveTo>
                    <a:lnTo>
                      <a:pt x="26" y="23"/>
                    </a:lnTo>
                    <a:lnTo>
                      <a:pt x="20" y="31"/>
                    </a:lnTo>
                    <a:lnTo>
                      <a:pt x="0" y="7"/>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12" name="Freeform 140"/>
              <p:cNvSpPr/>
              <p:nvPr/>
            </p:nvSpPr>
            <p:spPr>
              <a:xfrm>
                <a:off x="5183" y="2239"/>
                <a:ext cx="29" cy="20"/>
              </a:xfrm>
              <a:custGeom>
                <a:avLst/>
                <a:gdLst/>
                <a:ahLst/>
                <a:cxnLst>
                  <a:cxn ang="0">
                    <a:pos x="3" y="2"/>
                  </a:cxn>
                  <a:cxn ang="0">
                    <a:pos x="1" y="4"/>
                  </a:cxn>
                  <a:cxn ang="0">
                    <a:pos x="0" y="7"/>
                  </a:cxn>
                  <a:cxn ang="0">
                    <a:pos x="2" y="11"/>
                  </a:cxn>
                  <a:cxn ang="0">
                    <a:pos x="7" y="14"/>
                  </a:cxn>
                  <a:cxn ang="0">
                    <a:pos x="5" y="16"/>
                  </a:cxn>
                  <a:cxn ang="0">
                    <a:pos x="9" y="19"/>
                  </a:cxn>
                  <a:cxn ang="0">
                    <a:pos x="25" y="19"/>
                  </a:cxn>
                  <a:cxn ang="0">
                    <a:pos x="28" y="14"/>
                  </a:cxn>
                  <a:cxn ang="0">
                    <a:pos x="18" y="2"/>
                  </a:cxn>
                  <a:cxn ang="0">
                    <a:pos x="15" y="0"/>
                  </a:cxn>
                  <a:cxn ang="0">
                    <a:pos x="14" y="2"/>
                  </a:cxn>
                  <a:cxn ang="0">
                    <a:pos x="9" y="0"/>
                  </a:cxn>
                  <a:cxn ang="0">
                    <a:pos x="4" y="0"/>
                  </a:cxn>
                  <a:cxn ang="0">
                    <a:pos x="3" y="2"/>
                  </a:cxn>
                </a:cxnLst>
                <a:rect l="0" t="0" r="0" b="0"/>
                <a:pathLst>
                  <a:path w="29" h="20">
                    <a:moveTo>
                      <a:pt x="3" y="2"/>
                    </a:moveTo>
                    <a:lnTo>
                      <a:pt x="1" y="4"/>
                    </a:lnTo>
                    <a:lnTo>
                      <a:pt x="0" y="7"/>
                    </a:lnTo>
                    <a:lnTo>
                      <a:pt x="2" y="11"/>
                    </a:lnTo>
                    <a:lnTo>
                      <a:pt x="7" y="14"/>
                    </a:lnTo>
                    <a:lnTo>
                      <a:pt x="5" y="16"/>
                    </a:lnTo>
                    <a:lnTo>
                      <a:pt x="9" y="19"/>
                    </a:lnTo>
                    <a:lnTo>
                      <a:pt x="25" y="19"/>
                    </a:lnTo>
                    <a:lnTo>
                      <a:pt x="28" y="14"/>
                    </a:lnTo>
                    <a:lnTo>
                      <a:pt x="18" y="2"/>
                    </a:lnTo>
                    <a:lnTo>
                      <a:pt x="15" y="0"/>
                    </a:lnTo>
                    <a:lnTo>
                      <a:pt x="14" y="2"/>
                    </a:lnTo>
                    <a:lnTo>
                      <a:pt x="9" y="0"/>
                    </a:lnTo>
                    <a:lnTo>
                      <a:pt x="4" y="0"/>
                    </a:lnTo>
                    <a:lnTo>
                      <a:pt x="3"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13" name="Line 141"/>
              <p:cNvSpPr/>
              <p:nvPr/>
            </p:nvSpPr>
            <p:spPr>
              <a:xfrm>
                <a:off x="5175" y="2212"/>
                <a:ext cx="2" cy="7"/>
              </a:xfrm>
              <a:prstGeom prst="line">
                <a:avLst/>
              </a:prstGeom>
              <a:ln w="12700" cap="flat" cmpd="sng">
                <a:solidFill>
                  <a:schemeClr val="tx1"/>
                </a:solidFill>
                <a:prstDash val="solid"/>
                <a:headEnd type="none" w="med" len="med"/>
                <a:tailEnd type="none" w="med" len="med"/>
              </a:ln>
            </p:spPr>
          </p:sp>
          <p:sp>
            <p:nvSpPr>
              <p:cNvPr id="28814" name="Line 142"/>
              <p:cNvSpPr/>
              <p:nvPr/>
            </p:nvSpPr>
            <p:spPr>
              <a:xfrm>
                <a:off x="5175" y="2212"/>
                <a:ext cx="5" cy="2"/>
              </a:xfrm>
              <a:prstGeom prst="line">
                <a:avLst/>
              </a:prstGeom>
              <a:ln w="12700" cap="flat" cmpd="sng">
                <a:solidFill>
                  <a:schemeClr val="tx1"/>
                </a:solidFill>
                <a:prstDash val="solid"/>
                <a:headEnd type="none" w="med" len="med"/>
                <a:tailEnd type="none" w="med" len="med"/>
              </a:ln>
            </p:spPr>
          </p:sp>
          <p:sp>
            <p:nvSpPr>
              <p:cNvPr id="28815" name="Freeform 143"/>
              <p:cNvSpPr/>
              <p:nvPr/>
            </p:nvSpPr>
            <p:spPr>
              <a:xfrm>
                <a:off x="5163" y="2215"/>
                <a:ext cx="30" cy="22"/>
              </a:xfrm>
              <a:custGeom>
                <a:avLst/>
                <a:gdLst/>
                <a:ahLst/>
                <a:cxnLst>
                  <a:cxn ang="0">
                    <a:pos x="15" y="19"/>
                  </a:cxn>
                  <a:cxn ang="0">
                    <a:pos x="16" y="17"/>
                  </a:cxn>
                  <a:cxn ang="0">
                    <a:pos x="21" y="21"/>
                  </a:cxn>
                  <a:cxn ang="0">
                    <a:pos x="29" y="9"/>
                  </a:cxn>
                  <a:cxn ang="0">
                    <a:pos x="24" y="7"/>
                  </a:cxn>
                  <a:cxn ang="0">
                    <a:pos x="25" y="4"/>
                  </a:cxn>
                  <a:cxn ang="0">
                    <a:pos x="20" y="1"/>
                  </a:cxn>
                  <a:cxn ang="0">
                    <a:pos x="19" y="3"/>
                  </a:cxn>
                  <a:cxn ang="0">
                    <a:pos x="13" y="1"/>
                  </a:cxn>
                  <a:cxn ang="0">
                    <a:pos x="7" y="0"/>
                  </a:cxn>
                  <a:cxn ang="0">
                    <a:pos x="6" y="2"/>
                  </a:cxn>
                  <a:cxn ang="0">
                    <a:pos x="1" y="0"/>
                  </a:cxn>
                  <a:cxn ang="0">
                    <a:pos x="0" y="2"/>
                  </a:cxn>
                  <a:cxn ang="0">
                    <a:pos x="3" y="7"/>
                  </a:cxn>
                  <a:cxn ang="0">
                    <a:pos x="7" y="12"/>
                  </a:cxn>
                  <a:cxn ang="0">
                    <a:pos x="12" y="15"/>
                  </a:cxn>
                  <a:cxn ang="0">
                    <a:pos x="10" y="17"/>
                  </a:cxn>
                  <a:cxn ang="0">
                    <a:pos x="15" y="19"/>
                  </a:cxn>
                </a:cxnLst>
                <a:rect l="0" t="0" r="0" b="0"/>
                <a:pathLst>
                  <a:path w="30" h="22">
                    <a:moveTo>
                      <a:pt x="15" y="19"/>
                    </a:moveTo>
                    <a:lnTo>
                      <a:pt x="16" y="17"/>
                    </a:lnTo>
                    <a:lnTo>
                      <a:pt x="21" y="21"/>
                    </a:lnTo>
                    <a:lnTo>
                      <a:pt x="29" y="9"/>
                    </a:lnTo>
                    <a:lnTo>
                      <a:pt x="24" y="7"/>
                    </a:lnTo>
                    <a:lnTo>
                      <a:pt x="25" y="4"/>
                    </a:lnTo>
                    <a:lnTo>
                      <a:pt x="20" y="1"/>
                    </a:lnTo>
                    <a:lnTo>
                      <a:pt x="19" y="3"/>
                    </a:lnTo>
                    <a:lnTo>
                      <a:pt x="13" y="1"/>
                    </a:lnTo>
                    <a:lnTo>
                      <a:pt x="7" y="0"/>
                    </a:lnTo>
                    <a:lnTo>
                      <a:pt x="6" y="2"/>
                    </a:lnTo>
                    <a:lnTo>
                      <a:pt x="1" y="0"/>
                    </a:lnTo>
                    <a:lnTo>
                      <a:pt x="0" y="2"/>
                    </a:lnTo>
                    <a:lnTo>
                      <a:pt x="3" y="7"/>
                    </a:lnTo>
                    <a:lnTo>
                      <a:pt x="7" y="12"/>
                    </a:lnTo>
                    <a:lnTo>
                      <a:pt x="12" y="15"/>
                    </a:lnTo>
                    <a:lnTo>
                      <a:pt x="10" y="17"/>
                    </a:lnTo>
                    <a:lnTo>
                      <a:pt x="15"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16" name="Freeform 144"/>
              <p:cNvSpPr/>
              <p:nvPr/>
            </p:nvSpPr>
            <p:spPr>
              <a:xfrm>
                <a:off x="5165" y="2208"/>
                <a:ext cx="25" cy="32"/>
              </a:xfrm>
              <a:custGeom>
                <a:avLst/>
                <a:gdLst/>
                <a:ahLst/>
                <a:cxnLst>
                  <a:cxn ang="0">
                    <a:pos x="6" y="0"/>
                  </a:cxn>
                  <a:cxn ang="0">
                    <a:pos x="24" y="23"/>
                  </a:cxn>
                  <a:cxn ang="0">
                    <a:pos x="18" y="31"/>
                  </a:cxn>
                  <a:cxn ang="0">
                    <a:pos x="0" y="7"/>
                  </a:cxn>
                  <a:cxn ang="0">
                    <a:pos x="6" y="0"/>
                  </a:cxn>
                </a:cxnLst>
                <a:rect l="0" t="0" r="0" b="0"/>
                <a:pathLst>
                  <a:path w="25" h="32">
                    <a:moveTo>
                      <a:pt x="6" y="0"/>
                    </a:moveTo>
                    <a:lnTo>
                      <a:pt x="24" y="23"/>
                    </a:lnTo>
                    <a:lnTo>
                      <a:pt x="18" y="31"/>
                    </a:lnTo>
                    <a:lnTo>
                      <a:pt x="0" y="7"/>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17" name="Freeform 145"/>
              <p:cNvSpPr/>
              <p:nvPr/>
            </p:nvSpPr>
            <p:spPr>
              <a:xfrm>
                <a:off x="5173" y="2220"/>
                <a:ext cx="29" cy="23"/>
              </a:xfrm>
              <a:custGeom>
                <a:avLst/>
                <a:gdLst/>
                <a:ahLst/>
                <a:cxnLst>
                  <a:cxn ang="0">
                    <a:pos x="2" y="4"/>
                  </a:cxn>
                  <a:cxn ang="0">
                    <a:pos x="1" y="7"/>
                  </a:cxn>
                  <a:cxn ang="0">
                    <a:pos x="0" y="9"/>
                  </a:cxn>
                  <a:cxn ang="0">
                    <a:pos x="2" y="14"/>
                  </a:cxn>
                  <a:cxn ang="0">
                    <a:pos x="7" y="17"/>
                  </a:cxn>
                  <a:cxn ang="0">
                    <a:pos x="5" y="19"/>
                  </a:cxn>
                  <a:cxn ang="0">
                    <a:pos x="9" y="22"/>
                  </a:cxn>
                  <a:cxn ang="0">
                    <a:pos x="15" y="22"/>
                  </a:cxn>
                  <a:cxn ang="0">
                    <a:pos x="21" y="22"/>
                  </a:cxn>
                  <a:cxn ang="0">
                    <a:pos x="22" y="19"/>
                  </a:cxn>
                  <a:cxn ang="0">
                    <a:pos x="25" y="22"/>
                  </a:cxn>
                  <a:cxn ang="0">
                    <a:pos x="28" y="20"/>
                  </a:cxn>
                  <a:cxn ang="0">
                    <a:pos x="24" y="14"/>
                  </a:cxn>
                  <a:cxn ang="0">
                    <a:pos x="25" y="12"/>
                  </a:cxn>
                  <a:cxn ang="0">
                    <a:pos x="23" y="7"/>
                  </a:cxn>
                  <a:cxn ang="0">
                    <a:pos x="18" y="4"/>
                  </a:cxn>
                  <a:cxn ang="0">
                    <a:pos x="15" y="2"/>
                  </a:cxn>
                  <a:cxn ang="0">
                    <a:pos x="10" y="0"/>
                  </a:cxn>
                  <a:cxn ang="0">
                    <a:pos x="5" y="0"/>
                  </a:cxn>
                  <a:cxn ang="0">
                    <a:pos x="3" y="2"/>
                  </a:cxn>
                  <a:cxn ang="0">
                    <a:pos x="2" y="4"/>
                  </a:cxn>
                </a:cxnLst>
                <a:rect l="0" t="0" r="0" b="0"/>
                <a:pathLst>
                  <a:path w="29" h="23">
                    <a:moveTo>
                      <a:pt x="2" y="4"/>
                    </a:moveTo>
                    <a:lnTo>
                      <a:pt x="1" y="7"/>
                    </a:lnTo>
                    <a:lnTo>
                      <a:pt x="0" y="9"/>
                    </a:lnTo>
                    <a:lnTo>
                      <a:pt x="2" y="14"/>
                    </a:lnTo>
                    <a:lnTo>
                      <a:pt x="7" y="17"/>
                    </a:lnTo>
                    <a:lnTo>
                      <a:pt x="5" y="19"/>
                    </a:lnTo>
                    <a:lnTo>
                      <a:pt x="9" y="22"/>
                    </a:lnTo>
                    <a:lnTo>
                      <a:pt x="15" y="22"/>
                    </a:lnTo>
                    <a:lnTo>
                      <a:pt x="21" y="22"/>
                    </a:lnTo>
                    <a:lnTo>
                      <a:pt x="22" y="19"/>
                    </a:lnTo>
                    <a:lnTo>
                      <a:pt x="25" y="22"/>
                    </a:lnTo>
                    <a:lnTo>
                      <a:pt x="28" y="20"/>
                    </a:lnTo>
                    <a:lnTo>
                      <a:pt x="24" y="14"/>
                    </a:lnTo>
                    <a:lnTo>
                      <a:pt x="25" y="12"/>
                    </a:lnTo>
                    <a:lnTo>
                      <a:pt x="23" y="7"/>
                    </a:lnTo>
                    <a:lnTo>
                      <a:pt x="18" y="4"/>
                    </a:lnTo>
                    <a:lnTo>
                      <a:pt x="15" y="2"/>
                    </a:lnTo>
                    <a:lnTo>
                      <a:pt x="10" y="0"/>
                    </a:lnTo>
                    <a:lnTo>
                      <a:pt x="5" y="0"/>
                    </a:lnTo>
                    <a:lnTo>
                      <a:pt x="3" y="2"/>
                    </a:lnTo>
                    <a:lnTo>
                      <a:pt x="2"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18" name="Line 146"/>
              <p:cNvSpPr/>
              <p:nvPr/>
            </p:nvSpPr>
            <p:spPr>
              <a:xfrm>
                <a:off x="5202" y="2228"/>
                <a:ext cx="4" cy="7"/>
              </a:xfrm>
              <a:prstGeom prst="line">
                <a:avLst/>
              </a:prstGeom>
              <a:ln w="12700" cap="flat" cmpd="sng">
                <a:solidFill>
                  <a:schemeClr val="tx1"/>
                </a:solidFill>
                <a:prstDash val="solid"/>
                <a:headEnd type="none" w="med" len="med"/>
                <a:tailEnd type="none" w="med" len="med"/>
              </a:ln>
            </p:spPr>
          </p:sp>
          <p:sp>
            <p:nvSpPr>
              <p:cNvPr id="28819" name="Line 147"/>
              <p:cNvSpPr/>
              <p:nvPr/>
            </p:nvSpPr>
            <p:spPr>
              <a:xfrm>
                <a:off x="5204" y="2228"/>
                <a:ext cx="5" cy="2"/>
              </a:xfrm>
              <a:prstGeom prst="line">
                <a:avLst/>
              </a:prstGeom>
              <a:ln w="12700" cap="flat" cmpd="sng">
                <a:solidFill>
                  <a:schemeClr val="tx1"/>
                </a:solidFill>
                <a:prstDash val="solid"/>
                <a:headEnd type="none" w="med" len="med"/>
                <a:tailEnd type="none" w="med" len="med"/>
              </a:ln>
            </p:spPr>
          </p:sp>
          <p:sp>
            <p:nvSpPr>
              <p:cNvPr id="28820" name="Freeform 148"/>
              <p:cNvSpPr/>
              <p:nvPr/>
            </p:nvSpPr>
            <p:spPr>
              <a:xfrm>
                <a:off x="5192" y="2231"/>
                <a:ext cx="31" cy="26"/>
              </a:xfrm>
              <a:custGeom>
                <a:avLst/>
                <a:gdLst/>
                <a:ahLst/>
                <a:cxnLst>
                  <a:cxn ang="0">
                    <a:pos x="13" y="20"/>
                  </a:cxn>
                  <a:cxn ang="0">
                    <a:pos x="20" y="25"/>
                  </a:cxn>
                  <a:cxn ang="0">
                    <a:pos x="21" y="22"/>
                  </a:cxn>
                  <a:cxn ang="0">
                    <a:pos x="28" y="10"/>
                  </a:cxn>
                  <a:cxn ang="0">
                    <a:pos x="30" y="8"/>
                  </a:cxn>
                  <a:cxn ang="0">
                    <a:pos x="24" y="4"/>
                  </a:cxn>
                  <a:cxn ang="0">
                    <a:pos x="15" y="3"/>
                  </a:cxn>
                  <a:cxn ang="0">
                    <a:pos x="8" y="2"/>
                  </a:cxn>
                  <a:cxn ang="0">
                    <a:pos x="1" y="0"/>
                  </a:cxn>
                  <a:cxn ang="0">
                    <a:pos x="0" y="2"/>
                  </a:cxn>
                  <a:cxn ang="0">
                    <a:pos x="3" y="8"/>
                  </a:cxn>
                  <a:cxn ang="0">
                    <a:pos x="8" y="14"/>
                  </a:cxn>
                  <a:cxn ang="0">
                    <a:pos x="13" y="20"/>
                  </a:cxn>
                </a:cxnLst>
                <a:rect l="0" t="0" r="0" b="0"/>
                <a:pathLst>
                  <a:path w="31" h="26">
                    <a:moveTo>
                      <a:pt x="13" y="20"/>
                    </a:moveTo>
                    <a:lnTo>
                      <a:pt x="20" y="25"/>
                    </a:lnTo>
                    <a:lnTo>
                      <a:pt x="21" y="22"/>
                    </a:lnTo>
                    <a:lnTo>
                      <a:pt x="28" y="10"/>
                    </a:lnTo>
                    <a:lnTo>
                      <a:pt x="30" y="8"/>
                    </a:lnTo>
                    <a:lnTo>
                      <a:pt x="24" y="4"/>
                    </a:lnTo>
                    <a:lnTo>
                      <a:pt x="15" y="3"/>
                    </a:lnTo>
                    <a:lnTo>
                      <a:pt x="8" y="2"/>
                    </a:lnTo>
                    <a:lnTo>
                      <a:pt x="1" y="0"/>
                    </a:lnTo>
                    <a:lnTo>
                      <a:pt x="0" y="2"/>
                    </a:lnTo>
                    <a:lnTo>
                      <a:pt x="3" y="8"/>
                    </a:lnTo>
                    <a:lnTo>
                      <a:pt x="8" y="14"/>
                    </a:lnTo>
                    <a:lnTo>
                      <a:pt x="13"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21" name="Freeform 149"/>
              <p:cNvSpPr/>
              <p:nvPr/>
            </p:nvSpPr>
            <p:spPr>
              <a:xfrm>
                <a:off x="5192" y="2226"/>
                <a:ext cx="28" cy="31"/>
              </a:xfrm>
              <a:custGeom>
                <a:avLst/>
                <a:gdLst/>
                <a:ahLst/>
                <a:cxnLst>
                  <a:cxn ang="0">
                    <a:pos x="7" y="0"/>
                  </a:cxn>
                  <a:cxn ang="0">
                    <a:pos x="27" y="22"/>
                  </a:cxn>
                  <a:cxn ang="0">
                    <a:pos x="20" y="30"/>
                  </a:cxn>
                  <a:cxn ang="0">
                    <a:pos x="0" y="6"/>
                  </a:cxn>
                  <a:cxn ang="0">
                    <a:pos x="7" y="0"/>
                  </a:cxn>
                </a:cxnLst>
                <a:rect l="0" t="0" r="0" b="0"/>
                <a:pathLst>
                  <a:path w="28" h="31">
                    <a:moveTo>
                      <a:pt x="7" y="0"/>
                    </a:moveTo>
                    <a:lnTo>
                      <a:pt x="27" y="22"/>
                    </a:lnTo>
                    <a:lnTo>
                      <a:pt x="20" y="30"/>
                    </a:lnTo>
                    <a:lnTo>
                      <a:pt x="0" y="6"/>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22" name="Freeform 150"/>
              <p:cNvSpPr/>
              <p:nvPr/>
            </p:nvSpPr>
            <p:spPr>
              <a:xfrm>
                <a:off x="5206" y="2242"/>
                <a:ext cx="27" cy="21"/>
              </a:xfrm>
              <a:custGeom>
                <a:avLst/>
                <a:gdLst/>
                <a:ahLst/>
                <a:cxnLst>
                  <a:cxn ang="0">
                    <a:pos x="2" y="2"/>
                  </a:cxn>
                  <a:cxn ang="0">
                    <a:pos x="0" y="4"/>
                  </a:cxn>
                  <a:cxn ang="0">
                    <a:pos x="3" y="7"/>
                  </a:cxn>
                  <a:cxn ang="0">
                    <a:pos x="2" y="9"/>
                  </a:cxn>
                  <a:cxn ang="0">
                    <a:pos x="4" y="14"/>
                  </a:cxn>
                  <a:cxn ang="0">
                    <a:pos x="5" y="17"/>
                  </a:cxn>
                  <a:cxn ang="0">
                    <a:pos x="9" y="20"/>
                  </a:cxn>
                  <a:cxn ang="0">
                    <a:pos x="14" y="20"/>
                  </a:cxn>
                  <a:cxn ang="0">
                    <a:pos x="18" y="18"/>
                  </a:cxn>
                  <a:cxn ang="0">
                    <a:pos x="20" y="17"/>
                  </a:cxn>
                  <a:cxn ang="0">
                    <a:pos x="23" y="18"/>
                  </a:cxn>
                  <a:cxn ang="0">
                    <a:pos x="26" y="14"/>
                  </a:cxn>
                  <a:cxn ang="0">
                    <a:pos x="23" y="12"/>
                  </a:cxn>
                  <a:cxn ang="0">
                    <a:pos x="24" y="10"/>
                  </a:cxn>
                  <a:cxn ang="0">
                    <a:pos x="22" y="5"/>
                  </a:cxn>
                  <a:cxn ang="0">
                    <a:pos x="18" y="3"/>
                  </a:cxn>
                  <a:cxn ang="0">
                    <a:pos x="15" y="2"/>
                  </a:cxn>
                  <a:cxn ang="0">
                    <a:pos x="13" y="0"/>
                  </a:cxn>
                  <a:cxn ang="0">
                    <a:pos x="8" y="0"/>
                  </a:cxn>
                  <a:cxn ang="0">
                    <a:pos x="5" y="2"/>
                  </a:cxn>
                  <a:cxn ang="0">
                    <a:pos x="3" y="0"/>
                  </a:cxn>
                  <a:cxn ang="0">
                    <a:pos x="2" y="2"/>
                  </a:cxn>
                </a:cxnLst>
                <a:rect l="0" t="0" r="0" b="0"/>
                <a:pathLst>
                  <a:path w="27" h="21">
                    <a:moveTo>
                      <a:pt x="2" y="2"/>
                    </a:moveTo>
                    <a:lnTo>
                      <a:pt x="0" y="4"/>
                    </a:lnTo>
                    <a:lnTo>
                      <a:pt x="3" y="7"/>
                    </a:lnTo>
                    <a:lnTo>
                      <a:pt x="2" y="9"/>
                    </a:lnTo>
                    <a:lnTo>
                      <a:pt x="4" y="14"/>
                    </a:lnTo>
                    <a:lnTo>
                      <a:pt x="5" y="17"/>
                    </a:lnTo>
                    <a:lnTo>
                      <a:pt x="9" y="20"/>
                    </a:lnTo>
                    <a:lnTo>
                      <a:pt x="14" y="20"/>
                    </a:lnTo>
                    <a:lnTo>
                      <a:pt x="18" y="18"/>
                    </a:lnTo>
                    <a:lnTo>
                      <a:pt x="20" y="17"/>
                    </a:lnTo>
                    <a:lnTo>
                      <a:pt x="23" y="18"/>
                    </a:lnTo>
                    <a:lnTo>
                      <a:pt x="26" y="14"/>
                    </a:lnTo>
                    <a:lnTo>
                      <a:pt x="23" y="12"/>
                    </a:lnTo>
                    <a:lnTo>
                      <a:pt x="24" y="10"/>
                    </a:lnTo>
                    <a:lnTo>
                      <a:pt x="22" y="5"/>
                    </a:lnTo>
                    <a:lnTo>
                      <a:pt x="18" y="3"/>
                    </a:lnTo>
                    <a:lnTo>
                      <a:pt x="15" y="2"/>
                    </a:lnTo>
                    <a:lnTo>
                      <a:pt x="13" y="0"/>
                    </a:lnTo>
                    <a:lnTo>
                      <a:pt x="8" y="0"/>
                    </a:lnTo>
                    <a:lnTo>
                      <a:pt x="5" y="2"/>
                    </a:lnTo>
                    <a:lnTo>
                      <a:pt x="3"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23" name="Line 151"/>
              <p:cNvSpPr/>
              <p:nvPr/>
            </p:nvSpPr>
            <p:spPr>
              <a:xfrm>
                <a:off x="5192" y="2216"/>
                <a:ext cx="5" cy="2"/>
              </a:xfrm>
              <a:prstGeom prst="line">
                <a:avLst/>
              </a:prstGeom>
              <a:ln w="12700" cap="flat" cmpd="sng">
                <a:solidFill>
                  <a:schemeClr val="tx1"/>
                </a:solidFill>
                <a:prstDash val="solid"/>
                <a:headEnd type="none" w="med" len="med"/>
                <a:tailEnd type="none" w="med" len="med"/>
              </a:ln>
            </p:spPr>
          </p:sp>
          <p:sp>
            <p:nvSpPr>
              <p:cNvPr id="28824" name="Line 152"/>
              <p:cNvSpPr/>
              <p:nvPr/>
            </p:nvSpPr>
            <p:spPr>
              <a:xfrm>
                <a:off x="5196" y="2215"/>
                <a:ext cx="2" cy="0"/>
              </a:xfrm>
              <a:prstGeom prst="line">
                <a:avLst/>
              </a:prstGeom>
              <a:ln w="12700" cap="flat" cmpd="sng">
                <a:solidFill>
                  <a:schemeClr val="tx1"/>
                </a:solidFill>
                <a:prstDash val="solid"/>
                <a:headEnd type="none" w="med" len="med"/>
                <a:tailEnd type="none" w="med" len="med"/>
              </a:ln>
            </p:spPr>
          </p:sp>
          <p:sp>
            <p:nvSpPr>
              <p:cNvPr id="28825" name="Freeform 153"/>
              <p:cNvSpPr/>
              <p:nvPr/>
            </p:nvSpPr>
            <p:spPr>
              <a:xfrm>
                <a:off x="5180" y="2209"/>
                <a:ext cx="32" cy="29"/>
              </a:xfrm>
              <a:custGeom>
                <a:avLst/>
                <a:gdLst/>
                <a:ahLst/>
                <a:cxnLst>
                  <a:cxn ang="0">
                    <a:pos x="15" y="26"/>
                  </a:cxn>
                  <a:cxn ang="0">
                    <a:pos x="23" y="28"/>
                  </a:cxn>
                  <a:cxn ang="0">
                    <a:pos x="31" y="15"/>
                  </a:cxn>
                  <a:cxn ang="0">
                    <a:pos x="26" y="9"/>
                  </a:cxn>
                  <a:cxn ang="0">
                    <a:pos x="19" y="6"/>
                  </a:cxn>
                  <a:cxn ang="0">
                    <a:pos x="13" y="1"/>
                  </a:cxn>
                  <a:cxn ang="0">
                    <a:pos x="4" y="0"/>
                  </a:cxn>
                  <a:cxn ang="0">
                    <a:pos x="3" y="3"/>
                  </a:cxn>
                  <a:cxn ang="0">
                    <a:pos x="1" y="6"/>
                  </a:cxn>
                  <a:cxn ang="0">
                    <a:pos x="0" y="8"/>
                  </a:cxn>
                  <a:cxn ang="0">
                    <a:pos x="3" y="18"/>
                  </a:cxn>
                  <a:cxn ang="0">
                    <a:pos x="9" y="21"/>
                  </a:cxn>
                  <a:cxn ang="0">
                    <a:pos x="15" y="26"/>
                  </a:cxn>
                </a:cxnLst>
                <a:rect l="0" t="0" r="0" b="0"/>
                <a:pathLst>
                  <a:path w="32" h="29">
                    <a:moveTo>
                      <a:pt x="15" y="26"/>
                    </a:moveTo>
                    <a:lnTo>
                      <a:pt x="23" y="28"/>
                    </a:lnTo>
                    <a:lnTo>
                      <a:pt x="31" y="15"/>
                    </a:lnTo>
                    <a:lnTo>
                      <a:pt x="26" y="9"/>
                    </a:lnTo>
                    <a:lnTo>
                      <a:pt x="19" y="6"/>
                    </a:lnTo>
                    <a:lnTo>
                      <a:pt x="13" y="1"/>
                    </a:lnTo>
                    <a:lnTo>
                      <a:pt x="4" y="0"/>
                    </a:lnTo>
                    <a:lnTo>
                      <a:pt x="3" y="3"/>
                    </a:lnTo>
                    <a:lnTo>
                      <a:pt x="1" y="6"/>
                    </a:lnTo>
                    <a:lnTo>
                      <a:pt x="0" y="8"/>
                    </a:lnTo>
                    <a:lnTo>
                      <a:pt x="3" y="18"/>
                    </a:lnTo>
                    <a:lnTo>
                      <a:pt x="9" y="21"/>
                    </a:lnTo>
                    <a:lnTo>
                      <a:pt x="15" y="2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26" name="Freeform 154"/>
              <p:cNvSpPr/>
              <p:nvPr/>
            </p:nvSpPr>
            <p:spPr>
              <a:xfrm>
                <a:off x="5184" y="2207"/>
                <a:ext cx="26" cy="33"/>
              </a:xfrm>
              <a:custGeom>
                <a:avLst/>
                <a:gdLst/>
                <a:ahLst/>
                <a:cxnLst>
                  <a:cxn ang="0">
                    <a:pos x="4" y="1"/>
                  </a:cxn>
                  <a:cxn ang="0">
                    <a:pos x="25" y="24"/>
                  </a:cxn>
                  <a:cxn ang="0">
                    <a:pos x="19" y="32"/>
                  </a:cxn>
                  <a:cxn ang="0">
                    <a:pos x="0" y="8"/>
                  </a:cxn>
                  <a:cxn ang="0">
                    <a:pos x="5" y="0"/>
                  </a:cxn>
                  <a:cxn ang="0">
                    <a:pos x="4" y="1"/>
                  </a:cxn>
                </a:cxnLst>
                <a:rect l="0" t="0" r="0" b="0"/>
                <a:pathLst>
                  <a:path w="26" h="33">
                    <a:moveTo>
                      <a:pt x="4" y="1"/>
                    </a:moveTo>
                    <a:lnTo>
                      <a:pt x="25" y="24"/>
                    </a:lnTo>
                    <a:lnTo>
                      <a:pt x="19" y="32"/>
                    </a:lnTo>
                    <a:lnTo>
                      <a:pt x="0" y="8"/>
                    </a:lnTo>
                    <a:lnTo>
                      <a:pt x="5" y="0"/>
                    </a:lnTo>
                    <a:lnTo>
                      <a:pt x="4"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27" name="Freeform 155"/>
              <p:cNvSpPr/>
              <p:nvPr/>
            </p:nvSpPr>
            <p:spPr>
              <a:xfrm>
                <a:off x="5192" y="2224"/>
                <a:ext cx="32" cy="27"/>
              </a:xfrm>
              <a:custGeom>
                <a:avLst/>
                <a:gdLst/>
                <a:ahLst/>
                <a:cxnLst>
                  <a:cxn ang="0">
                    <a:pos x="2" y="2"/>
                  </a:cxn>
                  <a:cxn ang="0">
                    <a:pos x="1" y="4"/>
                  </a:cxn>
                  <a:cxn ang="0">
                    <a:pos x="0" y="7"/>
                  </a:cxn>
                  <a:cxn ang="0">
                    <a:pos x="1" y="14"/>
                  </a:cxn>
                  <a:cxn ang="0">
                    <a:pos x="5" y="17"/>
                  </a:cxn>
                  <a:cxn ang="0">
                    <a:pos x="10" y="21"/>
                  </a:cxn>
                  <a:cxn ang="0">
                    <a:pos x="14" y="23"/>
                  </a:cxn>
                  <a:cxn ang="0">
                    <a:pos x="19" y="26"/>
                  </a:cxn>
                  <a:cxn ang="0">
                    <a:pos x="26" y="23"/>
                  </a:cxn>
                  <a:cxn ang="0">
                    <a:pos x="27" y="21"/>
                  </a:cxn>
                  <a:cxn ang="0">
                    <a:pos x="29" y="18"/>
                  </a:cxn>
                  <a:cxn ang="0">
                    <a:pos x="31" y="17"/>
                  </a:cxn>
                  <a:cxn ang="0">
                    <a:pos x="27" y="11"/>
                  </a:cxn>
                  <a:cxn ang="0">
                    <a:pos x="22" y="8"/>
                  </a:cxn>
                  <a:cxn ang="0">
                    <a:pos x="20" y="3"/>
                  </a:cxn>
                  <a:cxn ang="0">
                    <a:pos x="15" y="1"/>
                  </a:cxn>
                  <a:cxn ang="0">
                    <a:pos x="14" y="3"/>
                  </a:cxn>
                  <a:cxn ang="0">
                    <a:pos x="9" y="0"/>
                  </a:cxn>
                  <a:cxn ang="0">
                    <a:pos x="3" y="0"/>
                  </a:cxn>
                  <a:cxn ang="0">
                    <a:pos x="2" y="2"/>
                  </a:cxn>
                </a:cxnLst>
                <a:rect l="0" t="0" r="0" b="0"/>
                <a:pathLst>
                  <a:path w="32" h="27">
                    <a:moveTo>
                      <a:pt x="2" y="2"/>
                    </a:moveTo>
                    <a:lnTo>
                      <a:pt x="1" y="4"/>
                    </a:lnTo>
                    <a:lnTo>
                      <a:pt x="0" y="7"/>
                    </a:lnTo>
                    <a:lnTo>
                      <a:pt x="1" y="14"/>
                    </a:lnTo>
                    <a:lnTo>
                      <a:pt x="5" y="17"/>
                    </a:lnTo>
                    <a:lnTo>
                      <a:pt x="10" y="21"/>
                    </a:lnTo>
                    <a:lnTo>
                      <a:pt x="14" y="23"/>
                    </a:lnTo>
                    <a:lnTo>
                      <a:pt x="19" y="26"/>
                    </a:lnTo>
                    <a:lnTo>
                      <a:pt x="26" y="23"/>
                    </a:lnTo>
                    <a:lnTo>
                      <a:pt x="27" y="21"/>
                    </a:lnTo>
                    <a:lnTo>
                      <a:pt x="29" y="18"/>
                    </a:lnTo>
                    <a:lnTo>
                      <a:pt x="31" y="17"/>
                    </a:lnTo>
                    <a:lnTo>
                      <a:pt x="27" y="11"/>
                    </a:lnTo>
                    <a:lnTo>
                      <a:pt x="22" y="8"/>
                    </a:lnTo>
                    <a:lnTo>
                      <a:pt x="20" y="3"/>
                    </a:lnTo>
                    <a:lnTo>
                      <a:pt x="15" y="1"/>
                    </a:lnTo>
                    <a:lnTo>
                      <a:pt x="14" y="3"/>
                    </a:lnTo>
                    <a:lnTo>
                      <a:pt x="9" y="0"/>
                    </a:lnTo>
                    <a:lnTo>
                      <a:pt x="3"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28828" name="Group 156"/>
            <p:cNvGrpSpPr/>
            <p:nvPr/>
          </p:nvGrpSpPr>
          <p:grpSpPr>
            <a:xfrm>
              <a:off x="3494" y="1364"/>
              <a:ext cx="381" cy="126"/>
              <a:chOff x="3494" y="1364"/>
              <a:chExt cx="381" cy="126"/>
            </a:xfrm>
          </p:grpSpPr>
          <p:sp>
            <p:nvSpPr>
              <p:cNvPr id="28829" name="Freeform 157"/>
              <p:cNvSpPr/>
              <p:nvPr/>
            </p:nvSpPr>
            <p:spPr>
              <a:xfrm>
                <a:off x="3772" y="1374"/>
                <a:ext cx="103" cy="110"/>
              </a:xfrm>
              <a:custGeom>
                <a:avLst/>
                <a:gdLst/>
                <a:ahLst/>
                <a:cxnLst>
                  <a:cxn ang="0">
                    <a:pos x="102" y="104"/>
                  </a:cxn>
                  <a:cxn ang="0">
                    <a:pos x="102" y="4"/>
                  </a:cxn>
                  <a:cxn ang="0">
                    <a:pos x="0" y="0"/>
                  </a:cxn>
                  <a:cxn ang="0">
                    <a:pos x="0" y="109"/>
                  </a:cxn>
                  <a:cxn ang="0">
                    <a:pos x="102" y="104"/>
                  </a:cxn>
                </a:cxnLst>
                <a:rect l="0" t="0" r="0" b="0"/>
                <a:pathLst>
                  <a:path w="103" h="110">
                    <a:moveTo>
                      <a:pt x="102" y="104"/>
                    </a:moveTo>
                    <a:lnTo>
                      <a:pt x="102" y="4"/>
                    </a:lnTo>
                    <a:lnTo>
                      <a:pt x="0" y="0"/>
                    </a:lnTo>
                    <a:lnTo>
                      <a:pt x="0" y="109"/>
                    </a:lnTo>
                    <a:lnTo>
                      <a:pt x="102" y="104"/>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830" name="Freeform 158"/>
              <p:cNvSpPr/>
              <p:nvPr/>
            </p:nvSpPr>
            <p:spPr>
              <a:xfrm>
                <a:off x="3622" y="1390"/>
                <a:ext cx="113" cy="75"/>
              </a:xfrm>
              <a:custGeom>
                <a:avLst/>
                <a:gdLst/>
                <a:ahLst/>
                <a:cxnLst>
                  <a:cxn ang="0">
                    <a:pos x="21" y="0"/>
                  </a:cxn>
                  <a:cxn ang="0">
                    <a:pos x="89" y="0"/>
                  </a:cxn>
                  <a:cxn ang="0">
                    <a:pos x="112" y="10"/>
                  </a:cxn>
                  <a:cxn ang="0">
                    <a:pos x="112" y="63"/>
                  </a:cxn>
                  <a:cxn ang="0">
                    <a:pos x="89" y="74"/>
                  </a:cxn>
                  <a:cxn ang="0">
                    <a:pos x="21" y="74"/>
                  </a:cxn>
                  <a:cxn ang="0">
                    <a:pos x="0" y="63"/>
                  </a:cxn>
                  <a:cxn ang="0">
                    <a:pos x="0" y="10"/>
                  </a:cxn>
                  <a:cxn ang="0">
                    <a:pos x="21" y="0"/>
                  </a:cxn>
                </a:cxnLst>
                <a:rect l="0" t="0" r="0" b="0"/>
                <a:pathLst>
                  <a:path w="113" h="75">
                    <a:moveTo>
                      <a:pt x="21" y="0"/>
                    </a:moveTo>
                    <a:lnTo>
                      <a:pt x="89" y="0"/>
                    </a:lnTo>
                    <a:lnTo>
                      <a:pt x="112" y="10"/>
                    </a:lnTo>
                    <a:lnTo>
                      <a:pt x="112" y="63"/>
                    </a:lnTo>
                    <a:lnTo>
                      <a:pt x="89" y="74"/>
                    </a:lnTo>
                    <a:lnTo>
                      <a:pt x="21" y="74"/>
                    </a:lnTo>
                    <a:lnTo>
                      <a:pt x="0" y="63"/>
                    </a:lnTo>
                    <a:lnTo>
                      <a:pt x="0" y="10"/>
                    </a:lnTo>
                    <a:lnTo>
                      <a:pt x="2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831" name="Freeform 159"/>
              <p:cNvSpPr/>
              <p:nvPr/>
            </p:nvSpPr>
            <p:spPr>
              <a:xfrm>
                <a:off x="3673" y="1398"/>
                <a:ext cx="111" cy="75"/>
              </a:xfrm>
              <a:custGeom>
                <a:avLst/>
                <a:gdLst/>
                <a:ahLst/>
                <a:cxnLst>
                  <a:cxn ang="0">
                    <a:pos x="22" y="0"/>
                  </a:cxn>
                  <a:cxn ang="0">
                    <a:pos x="88" y="0"/>
                  </a:cxn>
                  <a:cxn ang="0">
                    <a:pos x="110" y="10"/>
                  </a:cxn>
                  <a:cxn ang="0">
                    <a:pos x="110" y="63"/>
                  </a:cxn>
                  <a:cxn ang="0">
                    <a:pos x="88" y="74"/>
                  </a:cxn>
                  <a:cxn ang="0">
                    <a:pos x="22" y="74"/>
                  </a:cxn>
                  <a:cxn ang="0">
                    <a:pos x="0" y="63"/>
                  </a:cxn>
                  <a:cxn ang="0">
                    <a:pos x="0" y="10"/>
                  </a:cxn>
                  <a:cxn ang="0">
                    <a:pos x="22" y="0"/>
                  </a:cxn>
                </a:cxnLst>
                <a:rect l="0" t="0" r="0" b="0"/>
                <a:pathLst>
                  <a:path w="111" h="75">
                    <a:moveTo>
                      <a:pt x="22" y="0"/>
                    </a:moveTo>
                    <a:lnTo>
                      <a:pt x="88" y="0"/>
                    </a:lnTo>
                    <a:lnTo>
                      <a:pt x="110" y="10"/>
                    </a:lnTo>
                    <a:lnTo>
                      <a:pt x="110" y="63"/>
                    </a:lnTo>
                    <a:lnTo>
                      <a:pt x="88" y="74"/>
                    </a:lnTo>
                    <a:lnTo>
                      <a:pt x="22" y="74"/>
                    </a:lnTo>
                    <a:lnTo>
                      <a:pt x="0" y="63"/>
                    </a:lnTo>
                    <a:lnTo>
                      <a:pt x="0" y="10"/>
                    </a:lnTo>
                    <a:lnTo>
                      <a:pt x="22"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832" name="Freeform 160"/>
              <p:cNvSpPr/>
              <p:nvPr/>
            </p:nvSpPr>
            <p:spPr>
              <a:xfrm>
                <a:off x="3648" y="1389"/>
                <a:ext cx="113" cy="21"/>
              </a:xfrm>
              <a:custGeom>
                <a:avLst/>
                <a:gdLst/>
                <a:ahLst/>
                <a:cxnLst>
                  <a:cxn ang="0">
                    <a:pos x="64" y="0"/>
                  </a:cxn>
                  <a:cxn ang="0">
                    <a:pos x="112" y="20"/>
                  </a:cxn>
                  <a:cxn ang="0">
                    <a:pos x="47" y="20"/>
                  </a:cxn>
                  <a:cxn ang="0">
                    <a:pos x="0" y="0"/>
                  </a:cxn>
                  <a:cxn ang="0">
                    <a:pos x="64" y="0"/>
                  </a:cxn>
                </a:cxnLst>
                <a:rect l="0" t="0" r="0" b="0"/>
                <a:pathLst>
                  <a:path w="113" h="21">
                    <a:moveTo>
                      <a:pt x="64" y="0"/>
                    </a:moveTo>
                    <a:lnTo>
                      <a:pt x="112" y="20"/>
                    </a:lnTo>
                    <a:lnTo>
                      <a:pt x="47" y="20"/>
                    </a:lnTo>
                    <a:lnTo>
                      <a:pt x="0" y="0"/>
                    </a:lnTo>
                    <a:lnTo>
                      <a:pt x="64"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833" name="Freeform 161"/>
              <p:cNvSpPr/>
              <p:nvPr/>
            </p:nvSpPr>
            <p:spPr>
              <a:xfrm>
                <a:off x="3625" y="1454"/>
                <a:ext cx="69" cy="21"/>
              </a:xfrm>
              <a:custGeom>
                <a:avLst/>
                <a:gdLst/>
                <a:ahLst/>
                <a:cxnLst>
                  <a:cxn ang="0">
                    <a:pos x="0" y="0"/>
                  </a:cxn>
                  <a:cxn ang="0">
                    <a:pos x="46" y="7"/>
                  </a:cxn>
                  <a:cxn ang="0">
                    <a:pos x="68" y="20"/>
                  </a:cxn>
                  <a:cxn ang="0">
                    <a:pos x="20" y="12"/>
                  </a:cxn>
                  <a:cxn ang="0">
                    <a:pos x="0" y="0"/>
                  </a:cxn>
                </a:cxnLst>
                <a:rect l="0" t="0" r="0" b="0"/>
                <a:pathLst>
                  <a:path w="69" h="21">
                    <a:moveTo>
                      <a:pt x="0" y="0"/>
                    </a:moveTo>
                    <a:lnTo>
                      <a:pt x="46" y="7"/>
                    </a:lnTo>
                    <a:lnTo>
                      <a:pt x="68" y="20"/>
                    </a:lnTo>
                    <a:lnTo>
                      <a:pt x="20" y="12"/>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834" name="Line 162"/>
              <p:cNvSpPr/>
              <p:nvPr/>
            </p:nvSpPr>
            <p:spPr>
              <a:xfrm>
                <a:off x="3631" y="1404"/>
                <a:ext cx="36" cy="4"/>
              </a:xfrm>
              <a:prstGeom prst="line">
                <a:avLst/>
              </a:prstGeom>
              <a:ln w="12700" cap="flat" cmpd="sng">
                <a:solidFill>
                  <a:schemeClr val="tx1"/>
                </a:solidFill>
                <a:prstDash val="solid"/>
                <a:headEnd type="none" w="med" len="med"/>
                <a:tailEnd type="none" w="med" len="med"/>
              </a:ln>
            </p:spPr>
          </p:sp>
          <p:sp>
            <p:nvSpPr>
              <p:cNvPr id="28835" name="Oval 163"/>
              <p:cNvSpPr/>
              <p:nvPr/>
            </p:nvSpPr>
            <p:spPr>
              <a:xfrm>
                <a:off x="3692" y="1410"/>
                <a:ext cx="23" cy="12"/>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836" name="Line 164"/>
              <p:cNvSpPr/>
              <p:nvPr/>
            </p:nvSpPr>
            <p:spPr>
              <a:xfrm>
                <a:off x="3702" y="1405"/>
                <a:ext cx="6" cy="0"/>
              </a:xfrm>
              <a:prstGeom prst="line">
                <a:avLst/>
              </a:prstGeom>
              <a:ln w="12700" cap="flat" cmpd="sng">
                <a:solidFill>
                  <a:schemeClr val="tx1"/>
                </a:solidFill>
                <a:prstDash val="solid"/>
                <a:headEnd type="none" w="med" len="med"/>
                <a:tailEnd type="none" w="med" len="med"/>
              </a:ln>
            </p:spPr>
          </p:sp>
          <p:sp>
            <p:nvSpPr>
              <p:cNvPr id="28837" name="Line 165"/>
              <p:cNvSpPr/>
              <p:nvPr/>
            </p:nvSpPr>
            <p:spPr>
              <a:xfrm>
                <a:off x="3701" y="1413"/>
                <a:ext cx="2" cy="4"/>
              </a:xfrm>
              <a:prstGeom prst="line">
                <a:avLst/>
              </a:prstGeom>
              <a:ln w="12700" cap="flat" cmpd="sng">
                <a:solidFill>
                  <a:schemeClr val="tx1"/>
                </a:solidFill>
                <a:prstDash val="solid"/>
                <a:headEnd type="none" w="med" len="med"/>
                <a:tailEnd type="none" w="med" len="med"/>
              </a:ln>
            </p:spPr>
          </p:sp>
          <p:sp>
            <p:nvSpPr>
              <p:cNvPr id="28838" name="Oval 166"/>
              <p:cNvSpPr/>
              <p:nvPr/>
            </p:nvSpPr>
            <p:spPr>
              <a:xfrm>
                <a:off x="3681" y="1421"/>
                <a:ext cx="95" cy="4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839" name="Line 167"/>
              <p:cNvSpPr/>
              <p:nvPr/>
            </p:nvSpPr>
            <p:spPr>
              <a:xfrm>
                <a:off x="3760" y="1407"/>
                <a:ext cx="40" cy="5"/>
              </a:xfrm>
              <a:prstGeom prst="line">
                <a:avLst/>
              </a:prstGeom>
              <a:ln w="12700" cap="flat" cmpd="sng">
                <a:solidFill>
                  <a:schemeClr val="tx1"/>
                </a:solidFill>
                <a:prstDash val="solid"/>
                <a:headEnd type="none" w="med" len="med"/>
                <a:tailEnd type="none" w="med" len="med"/>
              </a:ln>
            </p:spPr>
          </p:sp>
          <p:sp>
            <p:nvSpPr>
              <p:cNvPr id="28840" name="Freeform 168"/>
              <p:cNvSpPr/>
              <p:nvPr/>
            </p:nvSpPr>
            <p:spPr>
              <a:xfrm>
                <a:off x="3696" y="1406"/>
                <a:ext cx="31" cy="21"/>
              </a:xfrm>
              <a:custGeom>
                <a:avLst/>
                <a:gdLst/>
                <a:ahLst/>
                <a:cxnLst>
                  <a:cxn ang="0">
                    <a:pos x="0" y="0"/>
                  </a:cxn>
                  <a:cxn ang="0">
                    <a:pos x="19" y="0"/>
                  </a:cxn>
                  <a:cxn ang="0">
                    <a:pos x="30" y="8"/>
                  </a:cxn>
                  <a:cxn ang="0">
                    <a:pos x="21" y="20"/>
                  </a:cxn>
                  <a:cxn ang="0">
                    <a:pos x="0" y="0"/>
                  </a:cxn>
                </a:cxnLst>
                <a:rect l="0" t="0" r="0" b="0"/>
                <a:pathLst>
                  <a:path w="31" h="21">
                    <a:moveTo>
                      <a:pt x="0" y="0"/>
                    </a:moveTo>
                    <a:lnTo>
                      <a:pt x="19" y="0"/>
                    </a:lnTo>
                    <a:lnTo>
                      <a:pt x="30" y="8"/>
                    </a:lnTo>
                    <a:lnTo>
                      <a:pt x="21" y="20"/>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841" name="Freeform 169"/>
              <p:cNvSpPr/>
              <p:nvPr/>
            </p:nvSpPr>
            <p:spPr>
              <a:xfrm>
                <a:off x="3693" y="1408"/>
                <a:ext cx="29" cy="20"/>
              </a:xfrm>
              <a:custGeom>
                <a:avLst/>
                <a:gdLst/>
                <a:ahLst/>
                <a:cxnLst>
                  <a:cxn ang="0">
                    <a:pos x="28" y="0"/>
                  </a:cxn>
                  <a:cxn ang="0">
                    <a:pos x="28" y="16"/>
                  </a:cxn>
                  <a:cxn ang="0">
                    <a:pos x="12" y="19"/>
                  </a:cxn>
                  <a:cxn ang="0">
                    <a:pos x="0" y="5"/>
                  </a:cxn>
                  <a:cxn ang="0">
                    <a:pos x="20" y="2"/>
                  </a:cxn>
                  <a:cxn ang="0">
                    <a:pos x="28" y="0"/>
                  </a:cxn>
                </a:cxnLst>
                <a:rect l="0" t="0" r="0" b="0"/>
                <a:pathLst>
                  <a:path w="29" h="20">
                    <a:moveTo>
                      <a:pt x="28" y="0"/>
                    </a:moveTo>
                    <a:lnTo>
                      <a:pt x="28" y="16"/>
                    </a:lnTo>
                    <a:lnTo>
                      <a:pt x="12" y="19"/>
                    </a:lnTo>
                    <a:lnTo>
                      <a:pt x="0" y="5"/>
                    </a:lnTo>
                    <a:lnTo>
                      <a:pt x="20" y="2"/>
                    </a:lnTo>
                    <a:lnTo>
                      <a:pt x="28"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842" name="Rectangle 170"/>
              <p:cNvSpPr/>
              <p:nvPr/>
            </p:nvSpPr>
            <p:spPr>
              <a:xfrm>
                <a:off x="3620" y="1431"/>
                <a:ext cx="23" cy="11"/>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843" name="Freeform 171"/>
              <p:cNvSpPr/>
              <p:nvPr/>
            </p:nvSpPr>
            <p:spPr>
              <a:xfrm>
                <a:off x="3494" y="1364"/>
                <a:ext cx="123" cy="126"/>
              </a:xfrm>
              <a:custGeom>
                <a:avLst/>
                <a:gdLst/>
                <a:ahLst/>
                <a:cxnLst>
                  <a:cxn ang="0">
                    <a:pos x="0" y="0"/>
                  </a:cxn>
                  <a:cxn ang="0">
                    <a:pos x="0" y="125"/>
                  </a:cxn>
                  <a:cxn ang="0">
                    <a:pos x="122" y="120"/>
                  </a:cxn>
                  <a:cxn ang="0">
                    <a:pos x="122" y="4"/>
                  </a:cxn>
                  <a:cxn ang="0">
                    <a:pos x="0" y="0"/>
                  </a:cxn>
                </a:cxnLst>
                <a:rect l="0" t="0" r="0" b="0"/>
                <a:pathLst>
                  <a:path w="123" h="126">
                    <a:moveTo>
                      <a:pt x="0" y="0"/>
                    </a:moveTo>
                    <a:lnTo>
                      <a:pt x="0" y="125"/>
                    </a:lnTo>
                    <a:lnTo>
                      <a:pt x="122" y="120"/>
                    </a:lnTo>
                    <a:lnTo>
                      <a:pt x="122" y="4"/>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844" name="Line 172"/>
              <p:cNvSpPr/>
              <p:nvPr/>
            </p:nvSpPr>
            <p:spPr>
              <a:xfrm>
                <a:off x="3704" y="1461"/>
                <a:ext cx="7" cy="1"/>
              </a:xfrm>
              <a:prstGeom prst="line">
                <a:avLst/>
              </a:prstGeom>
              <a:ln w="12700" cap="flat" cmpd="sng">
                <a:solidFill>
                  <a:schemeClr val="tx1"/>
                </a:solidFill>
                <a:prstDash val="solid"/>
                <a:headEnd type="none" w="med" len="med"/>
                <a:tailEnd type="none" w="med" len="med"/>
              </a:ln>
            </p:spPr>
          </p:sp>
          <p:sp>
            <p:nvSpPr>
              <p:cNvPr id="28845" name="Line 173"/>
              <p:cNvSpPr/>
              <p:nvPr/>
            </p:nvSpPr>
            <p:spPr>
              <a:xfrm>
                <a:off x="3704" y="1457"/>
                <a:ext cx="7" cy="3"/>
              </a:xfrm>
              <a:prstGeom prst="line">
                <a:avLst/>
              </a:prstGeom>
              <a:ln w="12700" cap="flat" cmpd="sng">
                <a:solidFill>
                  <a:schemeClr val="tx1"/>
                </a:solidFill>
                <a:prstDash val="solid"/>
                <a:headEnd type="none" w="med" len="med"/>
                <a:tailEnd type="none" w="med" len="med"/>
              </a:ln>
            </p:spPr>
          </p:sp>
          <p:sp>
            <p:nvSpPr>
              <p:cNvPr id="28846" name="Freeform 174"/>
              <p:cNvSpPr/>
              <p:nvPr/>
            </p:nvSpPr>
            <p:spPr>
              <a:xfrm>
                <a:off x="3696" y="1455"/>
                <a:ext cx="31" cy="21"/>
              </a:xfrm>
              <a:custGeom>
                <a:avLst/>
                <a:gdLst/>
                <a:ahLst/>
                <a:cxnLst>
                  <a:cxn ang="0">
                    <a:pos x="22" y="20"/>
                  </a:cxn>
                  <a:cxn ang="0">
                    <a:pos x="30" y="20"/>
                  </a:cxn>
                  <a:cxn ang="0">
                    <a:pos x="30" y="17"/>
                  </a:cxn>
                  <a:cxn ang="0">
                    <a:pos x="30" y="2"/>
                  </a:cxn>
                  <a:cxn ang="0">
                    <a:pos x="30" y="0"/>
                  </a:cxn>
                  <a:cxn ang="0">
                    <a:pos x="22" y="0"/>
                  </a:cxn>
                  <a:cxn ang="0">
                    <a:pos x="15" y="2"/>
                  </a:cxn>
                  <a:cxn ang="0">
                    <a:pos x="7" y="5"/>
                  </a:cxn>
                  <a:cxn ang="0">
                    <a:pos x="0" y="8"/>
                  </a:cxn>
                  <a:cxn ang="0">
                    <a:pos x="0" y="11"/>
                  </a:cxn>
                  <a:cxn ang="0">
                    <a:pos x="7" y="11"/>
                  </a:cxn>
                  <a:cxn ang="0">
                    <a:pos x="7" y="17"/>
                  </a:cxn>
                  <a:cxn ang="0">
                    <a:pos x="15" y="20"/>
                  </a:cxn>
                  <a:cxn ang="0">
                    <a:pos x="22" y="20"/>
                  </a:cxn>
                </a:cxnLst>
                <a:rect l="0" t="0" r="0" b="0"/>
                <a:pathLst>
                  <a:path w="31" h="21">
                    <a:moveTo>
                      <a:pt x="22" y="20"/>
                    </a:moveTo>
                    <a:lnTo>
                      <a:pt x="30" y="20"/>
                    </a:lnTo>
                    <a:lnTo>
                      <a:pt x="30" y="17"/>
                    </a:lnTo>
                    <a:lnTo>
                      <a:pt x="30" y="2"/>
                    </a:lnTo>
                    <a:lnTo>
                      <a:pt x="30" y="0"/>
                    </a:lnTo>
                    <a:lnTo>
                      <a:pt x="22" y="0"/>
                    </a:lnTo>
                    <a:lnTo>
                      <a:pt x="15" y="2"/>
                    </a:lnTo>
                    <a:lnTo>
                      <a:pt x="7" y="5"/>
                    </a:lnTo>
                    <a:lnTo>
                      <a:pt x="0" y="8"/>
                    </a:lnTo>
                    <a:lnTo>
                      <a:pt x="0" y="11"/>
                    </a:lnTo>
                    <a:lnTo>
                      <a:pt x="7" y="11"/>
                    </a:lnTo>
                    <a:lnTo>
                      <a:pt x="7" y="17"/>
                    </a:lnTo>
                    <a:lnTo>
                      <a:pt x="15" y="20"/>
                    </a:lnTo>
                    <a:lnTo>
                      <a:pt x="22"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47" name="Freeform 175"/>
              <p:cNvSpPr/>
              <p:nvPr/>
            </p:nvSpPr>
            <p:spPr>
              <a:xfrm>
                <a:off x="3697" y="1455"/>
                <a:ext cx="31" cy="21"/>
              </a:xfrm>
              <a:custGeom>
                <a:avLst/>
                <a:gdLst/>
                <a:ahLst/>
                <a:cxnLst>
                  <a:cxn ang="0">
                    <a:pos x="2" y="0"/>
                  </a:cxn>
                  <a:cxn ang="0">
                    <a:pos x="30" y="10"/>
                  </a:cxn>
                  <a:cxn ang="0">
                    <a:pos x="28" y="20"/>
                  </a:cxn>
                  <a:cxn ang="0">
                    <a:pos x="0" y="10"/>
                  </a:cxn>
                  <a:cxn ang="0">
                    <a:pos x="2" y="0"/>
                  </a:cxn>
                </a:cxnLst>
                <a:rect l="0" t="0" r="0" b="0"/>
                <a:pathLst>
                  <a:path w="31" h="21">
                    <a:moveTo>
                      <a:pt x="2" y="0"/>
                    </a:moveTo>
                    <a:lnTo>
                      <a:pt x="30" y="10"/>
                    </a:lnTo>
                    <a:lnTo>
                      <a:pt x="28" y="20"/>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48" name="Freeform 176"/>
              <p:cNvSpPr/>
              <p:nvPr/>
            </p:nvSpPr>
            <p:spPr>
              <a:xfrm>
                <a:off x="3713" y="1460"/>
                <a:ext cx="31" cy="19"/>
              </a:xfrm>
              <a:custGeom>
                <a:avLst/>
                <a:gdLst/>
                <a:ahLst/>
                <a:cxnLst>
                  <a:cxn ang="0">
                    <a:pos x="0" y="7"/>
                  </a:cxn>
                  <a:cxn ang="0">
                    <a:pos x="0" y="10"/>
                  </a:cxn>
                  <a:cxn ang="0">
                    <a:pos x="4" y="10"/>
                  </a:cxn>
                  <a:cxn ang="0">
                    <a:pos x="4" y="12"/>
                  </a:cxn>
                  <a:cxn ang="0">
                    <a:pos x="8" y="15"/>
                  </a:cxn>
                  <a:cxn ang="0">
                    <a:pos x="12" y="18"/>
                  </a:cxn>
                  <a:cxn ang="0">
                    <a:pos x="17" y="18"/>
                  </a:cxn>
                  <a:cxn ang="0">
                    <a:pos x="21" y="15"/>
                  </a:cxn>
                  <a:cxn ang="0">
                    <a:pos x="25" y="12"/>
                  </a:cxn>
                  <a:cxn ang="0">
                    <a:pos x="25" y="10"/>
                  </a:cxn>
                  <a:cxn ang="0">
                    <a:pos x="30" y="10"/>
                  </a:cxn>
                  <a:cxn ang="0">
                    <a:pos x="30" y="7"/>
                  </a:cxn>
                  <a:cxn ang="0">
                    <a:pos x="25" y="5"/>
                  </a:cxn>
                  <a:cxn ang="0">
                    <a:pos x="21" y="2"/>
                  </a:cxn>
                  <a:cxn ang="0">
                    <a:pos x="17" y="0"/>
                  </a:cxn>
                  <a:cxn ang="0">
                    <a:pos x="12" y="0"/>
                  </a:cxn>
                  <a:cxn ang="0">
                    <a:pos x="8" y="2"/>
                  </a:cxn>
                  <a:cxn ang="0">
                    <a:pos x="4" y="5"/>
                  </a:cxn>
                  <a:cxn ang="0">
                    <a:pos x="0" y="7"/>
                  </a:cxn>
                </a:cxnLst>
                <a:rect l="0" t="0" r="0" b="0"/>
                <a:pathLst>
                  <a:path w="31" h="19">
                    <a:moveTo>
                      <a:pt x="0" y="7"/>
                    </a:moveTo>
                    <a:lnTo>
                      <a:pt x="0" y="10"/>
                    </a:lnTo>
                    <a:lnTo>
                      <a:pt x="4" y="10"/>
                    </a:lnTo>
                    <a:lnTo>
                      <a:pt x="4" y="12"/>
                    </a:lnTo>
                    <a:lnTo>
                      <a:pt x="8" y="15"/>
                    </a:lnTo>
                    <a:lnTo>
                      <a:pt x="12" y="18"/>
                    </a:lnTo>
                    <a:lnTo>
                      <a:pt x="17" y="18"/>
                    </a:lnTo>
                    <a:lnTo>
                      <a:pt x="21" y="15"/>
                    </a:lnTo>
                    <a:lnTo>
                      <a:pt x="25" y="12"/>
                    </a:lnTo>
                    <a:lnTo>
                      <a:pt x="25" y="10"/>
                    </a:lnTo>
                    <a:lnTo>
                      <a:pt x="30" y="10"/>
                    </a:lnTo>
                    <a:lnTo>
                      <a:pt x="30" y="7"/>
                    </a:lnTo>
                    <a:lnTo>
                      <a:pt x="25" y="5"/>
                    </a:lnTo>
                    <a:lnTo>
                      <a:pt x="21" y="2"/>
                    </a:lnTo>
                    <a:lnTo>
                      <a:pt x="17" y="0"/>
                    </a:lnTo>
                    <a:lnTo>
                      <a:pt x="12" y="0"/>
                    </a:lnTo>
                    <a:lnTo>
                      <a:pt x="8" y="2"/>
                    </a:lnTo>
                    <a:lnTo>
                      <a:pt x="4"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49" name="Line 177"/>
              <p:cNvSpPr/>
              <p:nvPr/>
            </p:nvSpPr>
            <p:spPr>
              <a:xfrm>
                <a:off x="3694" y="1445"/>
                <a:ext cx="4" cy="3"/>
              </a:xfrm>
              <a:prstGeom prst="line">
                <a:avLst/>
              </a:prstGeom>
              <a:ln w="12700" cap="flat" cmpd="sng">
                <a:solidFill>
                  <a:schemeClr val="tx1"/>
                </a:solidFill>
                <a:prstDash val="solid"/>
                <a:headEnd type="none" w="med" len="med"/>
                <a:tailEnd type="none" w="med" len="med"/>
              </a:ln>
            </p:spPr>
          </p:sp>
          <p:sp>
            <p:nvSpPr>
              <p:cNvPr id="28850" name="Line 178"/>
              <p:cNvSpPr/>
              <p:nvPr/>
            </p:nvSpPr>
            <p:spPr>
              <a:xfrm>
                <a:off x="3690" y="1444"/>
                <a:ext cx="11" cy="2"/>
              </a:xfrm>
              <a:prstGeom prst="line">
                <a:avLst/>
              </a:prstGeom>
              <a:ln w="12700" cap="flat" cmpd="sng">
                <a:solidFill>
                  <a:schemeClr val="tx1"/>
                </a:solidFill>
                <a:prstDash val="solid"/>
                <a:headEnd type="none" w="med" len="med"/>
                <a:tailEnd type="none" w="med" len="med"/>
              </a:ln>
            </p:spPr>
          </p:sp>
          <p:sp>
            <p:nvSpPr>
              <p:cNvPr id="28851" name="Freeform 179"/>
              <p:cNvSpPr/>
              <p:nvPr/>
            </p:nvSpPr>
            <p:spPr>
              <a:xfrm>
                <a:off x="3685" y="1442"/>
                <a:ext cx="31" cy="21"/>
              </a:xfrm>
              <a:custGeom>
                <a:avLst/>
                <a:gdLst/>
                <a:ahLst/>
                <a:cxnLst>
                  <a:cxn ang="0">
                    <a:pos x="22" y="20"/>
                  </a:cxn>
                  <a:cxn ang="0">
                    <a:pos x="30" y="20"/>
                  </a:cxn>
                  <a:cxn ang="0">
                    <a:pos x="30" y="17"/>
                  </a:cxn>
                  <a:cxn ang="0">
                    <a:pos x="30" y="2"/>
                  </a:cxn>
                  <a:cxn ang="0">
                    <a:pos x="30" y="0"/>
                  </a:cxn>
                  <a:cxn ang="0">
                    <a:pos x="22" y="0"/>
                  </a:cxn>
                  <a:cxn ang="0">
                    <a:pos x="15" y="0"/>
                  </a:cxn>
                  <a:cxn ang="0">
                    <a:pos x="7" y="2"/>
                  </a:cxn>
                  <a:cxn ang="0">
                    <a:pos x="7" y="5"/>
                  </a:cxn>
                  <a:cxn ang="0">
                    <a:pos x="0" y="5"/>
                  </a:cxn>
                  <a:cxn ang="0">
                    <a:pos x="0" y="8"/>
                  </a:cxn>
                  <a:cxn ang="0">
                    <a:pos x="7" y="11"/>
                  </a:cxn>
                  <a:cxn ang="0">
                    <a:pos x="7" y="14"/>
                  </a:cxn>
                  <a:cxn ang="0">
                    <a:pos x="15" y="17"/>
                  </a:cxn>
                  <a:cxn ang="0">
                    <a:pos x="22" y="20"/>
                  </a:cxn>
                </a:cxnLst>
                <a:rect l="0" t="0" r="0" b="0"/>
                <a:pathLst>
                  <a:path w="31" h="21">
                    <a:moveTo>
                      <a:pt x="22" y="20"/>
                    </a:moveTo>
                    <a:lnTo>
                      <a:pt x="30" y="20"/>
                    </a:lnTo>
                    <a:lnTo>
                      <a:pt x="30" y="17"/>
                    </a:lnTo>
                    <a:lnTo>
                      <a:pt x="30" y="2"/>
                    </a:lnTo>
                    <a:lnTo>
                      <a:pt x="30" y="0"/>
                    </a:lnTo>
                    <a:lnTo>
                      <a:pt x="22" y="0"/>
                    </a:lnTo>
                    <a:lnTo>
                      <a:pt x="15" y="0"/>
                    </a:lnTo>
                    <a:lnTo>
                      <a:pt x="7" y="2"/>
                    </a:lnTo>
                    <a:lnTo>
                      <a:pt x="7" y="5"/>
                    </a:lnTo>
                    <a:lnTo>
                      <a:pt x="0" y="5"/>
                    </a:lnTo>
                    <a:lnTo>
                      <a:pt x="0" y="8"/>
                    </a:lnTo>
                    <a:lnTo>
                      <a:pt x="7" y="11"/>
                    </a:lnTo>
                    <a:lnTo>
                      <a:pt x="7" y="14"/>
                    </a:lnTo>
                    <a:lnTo>
                      <a:pt x="15" y="17"/>
                    </a:lnTo>
                    <a:lnTo>
                      <a:pt x="22"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52" name="Freeform 180"/>
              <p:cNvSpPr/>
              <p:nvPr/>
            </p:nvSpPr>
            <p:spPr>
              <a:xfrm>
                <a:off x="3688" y="1442"/>
                <a:ext cx="31" cy="21"/>
              </a:xfrm>
              <a:custGeom>
                <a:avLst/>
                <a:gdLst/>
                <a:ahLst/>
                <a:cxnLst>
                  <a:cxn ang="0">
                    <a:pos x="2" y="0"/>
                  </a:cxn>
                  <a:cxn ang="0">
                    <a:pos x="30" y="10"/>
                  </a:cxn>
                  <a:cxn ang="0">
                    <a:pos x="28" y="20"/>
                  </a:cxn>
                  <a:cxn ang="0">
                    <a:pos x="0" y="9"/>
                  </a:cxn>
                  <a:cxn ang="0">
                    <a:pos x="2" y="0"/>
                  </a:cxn>
                </a:cxnLst>
                <a:rect l="0" t="0" r="0" b="0"/>
                <a:pathLst>
                  <a:path w="31" h="21">
                    <a:moveTo>
                      <a:pt x="2" y="0"/>
                    </a:moveTo>
                    <a:lnTo>
                      <a:pt x="30" y="10"/>
                    </a:lnTo>
                    <a:lnTo>
                      <a:pt x="28" y="20"/>
                    </a:lnTo>
                    <a:lnTo>
                      <a:pt x="0" y="9"/>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53" name="Freeform 181"/>
              <p:cNvSpPr/>
              <p:nvPr/>
            </p:nvSpPr>
            <p:spPr>
              <a:xfrm>
                <a:off x="3701" y="1444"/>
                <a:ext cx="30" cy="20"/>
              </a:xfrm>
              <a:custGeom>
                <a:avLst/>
                <a:gdLst/>
                <a:ahLst/>
                <a:cxnLst>
                  <a:cxn ang="0">
                    <a:pos x="0" y="6"/>
                  </a:cxn>
                  <a:cxn ang="0">
                    <a:pos x="0" y="9"/>
                  </a:cxn>
                  <a:cxn ang="0">
                    <a:pos x="4" y="9"/>
                  </a:cxn>
                  <a:cxn ang="0">
                    <a:pos x="4" y="15"/>
                  </a:cxn>
                  <a:cxn ang="0">
                    <a:pos x="8" y="19"/>
                  </a:cxn>
                  <a:cxn ang="0">
                    <a:pos x="12" y="19"/>
                  </a:cxn>
                  <a:cxn ang="0">
                    <a:pos x="16" y="19"/>
                  </a:cxn>
                  <a:cxn ang="0">
                    <a:pos x="20" y="19"/>
                  </a:cxn>
                  <a:cxn ang="0">
                    <a:pos x="24" y="15"/>
                  </a:cxn>
                  <a:cxn ang="0">
                    <a:pos x="24" y="9"/>
                  </a:cxn>
                  <a:cxn ang="0">
                    <a:pos x="29" y="9"/>
                  </a:cxn>
                  <a:cxn ang="0">
                    <a:pos x="29" y="6"/>
                  </a:cxn>
                  <a:cxn ang="0">
                    <a:pos x="24" y="3"/>
                  </a:cxn>
                  <a:cxn ang="0">
                    <a:pos x="24" y="0"/>
                  </a:cxn>
                  <a:cxn ang="0">
                    <a:pos x="20" y="0"/>
                  </a:cxn>
                  <a:cxn ang="0">
                    <a:pos x="16" y="0"/>
                  </a:cxn>
                  <a:cxn ang="0">
                    <a:pos x="8" y="0"/>
                  </a:cxn>
                  <a:cxn ang="0">
                    <a:pos x="4" y="0"/>
                  </a:cxn>
                  <a:cxn ang="0">
                    <a:pos x="4" y="3"/>
                  </a:cxn>
                  <a:cxn ang="0">
                    <a:pos x="0" y="6"/>
                  </a:cxn>
                </a:cxnLst>
                <a:rect l="0" t="0" r="0" b="0"/>
                <a:pathLst>
                  <a:path w="30" h="20">
                    <a:moveTo>
                      <a:pt x="0" y="6"/>
                    </a:moveTo>
                    <a:lnTo>
                      <a:pt x="0" y="9"/>
                    </a:lnTo>
                    <a:lnTo>
                      <a:pt x="4" y="9"/>
                    </a:lnTo>
                    <a:lnTo>
                      <a:pt x="4" y="15"/>
                    </a:lnTo>
                    <a:lnTo>
                      <a:pt x="8" y="19"/>
                    </a:lnTo>
                    <a:lnTo>
                      <a:pt x="12" y="19"/>
                    </a:lnTo>
                    <a:lnTo>
                      <a:pt x="16" y="19"/>
                    </a:lnTo>
                    <a:lnTo>
                      <a:pt x="20" y="19"/>
                    </a:lnTo>
                    <a:lnTo>
                      <a:pt x="24" y="15"/>
                    </a:lnTo>
                    <a:lnTo>
                      <a:pt x="24" y="9"/>
                    </a:lnTo>
                    <a:lnTo>
                      <a:pt x="29" y="9"/>
                    </a:lnTo>
                    <a:lnTo>
                      <a:pt x="29" y="6"/>
                    </a:lnTo>
                    <a:lnTo>
                      <a:pt x="24" y="3"/>
                    </a:lnTo>
                    <a:lnTo>
                      <a:pt x="24" y="0"/>
                    </a:lnTo>
                    <a:lnTo>
                      <a:pt x="20" y="0"/>
                    </a:lnTo>
                    <a:lnTo>
                      <a:pt x="16" y="0"/>
                    </a:lnTo>
                    <a:lnTo>
                      <a:pt x="8" y="0"/>
                    </a:lnTo>
                    <a:lnTo>
                      <a:pt x="4" y="0"/>
                    </a:lnTo>
                    <a:lnTo>
                      <a:pt x="4" y="3"/>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54" name="Line 182"/>
              <p:cNvSpPr/>
              <p:nvPr/>
            </p:nvSpPr>
            <p:spPr>
              <a:xfrm>
                <a:off x="3701" y="1430"/>
                <a:ext cx="8" cy="1"/>
              </a:xfrm>
              <a:prstGeom prst="line">
                <a:avLst/>
              </a:prstGeom>
              <a:ln w="12700" cap="flat" cmpd="sng">
                <a:solidFill>
                  <a:schemeClr val="tx1"/>
                </a:solidFill>
                <a:prstDash val="solid"/>
                <a:headEnd type="none" w="med" len="med"/>
                <a:tailEnd type="none" w="med" len="med"/>
              </a:ln>
            </p:spPr>
          </p:sp>
          <p:sp>
            <p:nvSpPr>
              <p:cNvPr id="28855" name="Line 183"/>
              <p:cNvSpPr/>
              <p:nvPr/>
            </p:nvSpPr>
            <p:spPr>
              <a:xfrm>
                <a:off x="3704" y="1430"/>
                <a:ext cx="7" cy="1"/>
              </a:xfrm>
              <a:prstGeom prst="line">
                <a:avLst/>
              </a:prstGeom>
              <a:ln w="12700" cap="flat" cmpd="sng">
                <a:solidFill>
                  <a:schemeClr val="tx1"/>
                </a:solidFill>
                <a:prstDash val="solid"/>
                <a:headEnd type="none" w="med" len="med"/>
                <a:tailEnd type="none" w="med" len="med"/>
              </a:ln>
            </p:spPr>
          </p:sp>
          <p:sp>
            <p:nvSpPr>
              <p:cNvPr id="28856" name="Freeform 184"/>
              <p:cNvSpPr/>
              <p:nvPr/>
            </p:nvSpPr>
            <p:spPr>
              <a:xfrm>
                <a:off x="3696" y="1428"/>
                <a:ext cx="31" cy="21"/>
              </a:xfrm>
              <a:custGeom>
                <a:avLst/>
                <a:gdLst/>
                <a:ahLst/>
                <a:cxnLst>
                  <a:cxn ang="0">
                    <a:pos x="22" y="20"/>
                  </a:cxn>
                  <a:cxn ang="0">
                    <a:pos x="22" y="17"/>
                  </a:cxn>
                  <a:cxn ang="0">
                    <a:pos x="30" y="17"/>
                  </a:cxn>
                  <a:cxn ang="0">
                    <a:pos x="30" y="2"/>
                  </a:cxn>
                  <a:cxn ang="0">
                    <a:pos x="22" y="2"/>
                  </a:cxn>
                  <a:cxn ang="0">
                    <a:pos x="22" y="0"/>
                  </a:cxn>
                  <a:cxn ang="0">
                    <a:pos x="15" y="0"/>
                  </a:cxn>
                  <a:cxn ang="0">
                    <a:pos x="15" y="2"/>
                  </a:cxn>
                  <a:cxn ang="0">
                    <a:pos x="7" y="2"/>
                  </a:cxn>
                  <a:cxn ang="0">
                    <a:pos x="0" y="5"/>
                  </a:cxn>
                  <a:cxn ang="0">
                    <a:pos x="0" y="8"/>
                  </a:cxn>
                  <a:cxn ang="0">
                    <a:pos x="0" y="11"/>
                  </a:cxn>
                  <a:cxn ang="0">
                    <a:pos x="0" y="14"/>
                  </a:cxn>
                  <a:cxn ang="0">
                    <a:pos x="7" y="17"/>
                  </a:cxn>
                  <a:cxn ang="0">
                    <a:pos x="15" y="17"/>
                  </a:cxn>
                  <a:cxn ang="0">
                    <a:pos x="15" y="20"/>
                  </a:cxn>
                  <a:cxn ang="0">
                    <a:pos x="22" y="20"/>
                  </a:cxn>
                </a:cxnLst>
                <a:rect l="0" t="0" r="0" b="0"/>
                <a:pathLst>
                  <a:path w="31" h="21">
                    <a:moveTo>
                      <a:pt x="22" y="20"/>
                    </a:moveTo>
                    <a:lnTo>
                      <a:pt x="22" y="17"/>
                    </a:lnTo>
                    <a:lnTo>
                      <a:pt x="30" y="17"/>
                    </a:lnTo>
                    <a:lnTo>
                      <a:pt x="30" y="2"/>
                    </a:lnTo>
                    <a:lnTo>
                      <a:pt x="22" y="2"/>
                    </a:lnTo>
                    <a:lnTo>
                      <a:pt x="22" y="0"/>
                    </a:lnTo>
                    <a:lnTo>
                      <a:pt x="15" y="0"/>
                    </a:lnTo>
                    <a:lnTo>
                      <a:pt x="15" y="2"/>
                    </a:lnTo>
                    <a:lnTo>
                      <a:pt x="7" y="2"/>
                    </a:lnTo>
                    <a:lnTo>
                      <a:pt x="0" y="5"/>
                    </a:lnTo>
                    <a:lnTo>
                      <a:pt x="0" y="8"/>
                    </a:lnTo>
                    <a:lnTo>
                      <a:pt x="0" y="11"/>
                    </a:lnTo>
                    <a:lnTo>
                      <a:pt x="0" y="14"/>
                    </a:lnTo>
                    <a:lnTo>
                      <a:pt x="7" y="17"/>
                    </a:lnTo>
                    <a:lnTo>
                      <a:pt x="15" y="17"/>
                    </a:lnTo>
                    <a:lnTo>
                      <a:pt x="15" y="20"/>
                    </a:lnTo>
                    <a:lnTo>
                      <a:pt x="22"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57" name="Freeform 185"/>
              <p:cNvSpPr/>
              <p:nvPr/>
            </p:nvSpPr>
            <p:spPr>
              <a:xfrm>
                <a:off x="3696" y="1428"/>
                <a:ext cx="31" cy="21"/>
              </a:xfrm>
              <a:custGeom>
                <a:avLst/>
                <a:gdLst/>
                <a:ahLst/>
                <a:cxnLst>
                  <a:cxn ang="0">
                    <a:pos x="2" y="0"/>
                  </a:cxn>
                  <a:cxn ang="0">
                    <a:pos x="30" y="10"/>
                  </a:cxn>
                  <a:cxn ang="0">
                    <a:pos x="28" y="20"/>
                  </a:cxn>
                  <a:cxn ang="0">
                    <a:pos x="0" y="10"/>
                  </a:cxn>
                  <a:cxn ang="0">
                    <a:pos x="2" y="0"/>
                  </a:cxn>
                </a:cxnLst>
                <a:rect l="0" t="0" r="0" b="0"/>
                <a:pathLst>
                  <a:path w="31" h="21">
                    <a:moveTo>
                      <a:pt x="2" y="0"/>
                    </a:moveTo>
                    <a:lnTo>
                      <a:pt x="30" y="10"/>
                    </a:lnTo>
                    <a:lnTo>
                      <a:pt x="28" y="20"/>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58" name="Freeform 186"/>
              <p:cNvSpPr/>
              <p:nvPr/>
            </p:nvSpPr>
            <p:spPr>
              <a:xfrm>
                <a:off x="3713" y="1430"/>
                <a:ext cx="31" cy="21"/>
              </a:xfrm>
              <a:custGeom>
                <a:avLst/>
                <a:gdLst/>
                <a:ahLst/>
                <a:cxnLst>
                  <a:cxn ang="0">
                    <a:pos x="0" y="8"/>
                  </a:cxn>
                  <a:cxn ang="0">
                    <a:pos x="0" y="11"/>
                  </a:cxn>
                  <a:cxn ang="0">
                    <a:pos x="0" y="14"/>
                  </a:cxn>
                  <a:cxn ang="0">
                    <a:pos x="10" y="20"/>
                  </a:cxn>
                  <a:cxn ang="0">
                    <a:pos x="15" y="20"/>
                  </a:cxn>
                  <a:cxn ang="0">
                    <a:pos x="15" y="17"/>
                  </a:cxn>
                  <a:cxn ang="0">
                    <a:pos x="20" y="17"/>
                  </a:cxn>
                  <a:cxn ang="0">
                    <a:pos x="25" y="14"/>
                  </a:cxn>
                  <a:cxn ang="0">
                    <a:pos x="25" y="11"/>
                  </a:cxn>
                  <a:cxn ang="0">
                    <a:pos x="30" y="11"/>
                  </a:cxn>
                  <a:cxn ang="0">
                    <a:pos x="30" y="5"/>
                  </a:cxn>
                  <a:cxn ang="0">
                    <a:pos x="25" y="5"/>
                  </a:cxn>
                  <a:cxn ang="0">
                    <a:pos x="25" y="2"/>
                  </a:cxn>
                  <a:cxn ang="0">
                    <a:pos x="20" y="0"/>
                  </a:cxn>
                  <a:cxn ang="0">
                    <a:pos x="15" y="0"/>
                  </a:cxn>
                  <a:cxn ang="0">
                    <a:pos x="10" y="0"/>
                  </a:cxn>
                  <a:cxn ang="0">
                    <a:pos x="0" y="5"/>
                  </a:cxn>
                  <a:cxn ang="0">
                    <a:pos x="0" y="8"/>
                  </a:cxn>
                </a:cxnLst>
                <a:rect l="0" t="0" r="0" b="0"/>
                <a:pathLst>
                  <a:path w="31" h="21">
                    <a:moveTo>
                      <a:pt x="0" y="8"/>
                    </a:moveTo>
                    <a:lnTo>
                      <a:pt x="0" y="11"/>
                    </a:lnTo>
                    <a:lnTo>
                      <a:pt x="0" y="14"/>
                    </a:lnTo>
                    <a:lnTo>
                      <a:pt x="10" y="20"/>
                    </a:lnTo>
                    <a:lnTo>
                      <a:pt x="15" y="20"/>
                    </a:lnTo>
                    <a:lnTo>
                      <a:pt x="15" y="17"/>
                    </a:lnTo>
                    <a:lnTo>
                      <a:pt x="20" y="17"/>
                    </a:lnTo>
                    <a:lnTo>
                      <a:pt x="25" y="14"/>
                    </a:lnTo>
                    <a:lnTo>
                      <a:pt x="25" y="11"/>
                    </a:lnTo>
                    <a:lnTo>
                      <a:pt x="30" y="11"/>
                    </a:lnTo>
                    <a:lnTo>
                      <a:pt x="30" y="5"/>
                    </a:lnTo>
                    <a:lnTo>
                      <a:pt x="25" y="5"/>
                    </a:lnTo>
                    <a:lnTo>
                      <a:pt x="25" y="2"/>
                    </a:lnTo>
                    <a:lnTo>
                      <a:pt x="20" y="0"/>
                    </a:lnTo>
                    <a:lnTo>
                      <a:pt x="15" y="0"/>
                    </a:lnTo>
                    <a:lnTo>
                      <a:pt x="10" y="0"/>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59" name="Line 187"/>
              <p:cNvSpPr/>
              <p:nvPr/>
            </p:nvSpPr>
            <p:spPr>
              <a:xfrm>
                <a:off x="3732" y="1425"/>
                <a:ext cx="10" cy="1"/>
              </a:xfrm>
              <a:prstGeom prst="line">
                <a:avLst/>
              </a:prstGeom>
              <a:ln w="12700" cap="flat" cmpd="sng">
                <a:solidFill>
                  <a:schemeClr val="tx1"/>
                </a:solidFill>
                <a:prstDash val="solid"/>
                <a:headEnd type="none" w="med" len="med"/>
                <a:tailEnd type="none" w="med" len="med"/>
              </a:ln>
            </p:spPr>
          </p:sp>
          <p:sp>
            <p:nvSpPr>
              <p:cNvPr id="28860" name="Line 188"/>
              <p:cNvSpPr/>
              <p:nvPr/>
            </p:nvSpPr>
            <p:spPr>
              <a:xfrm>
                <a:off x="3737" y="1424"/>
                <a:ext cx="6" cy="1"/>
              </a:xfrm>
              <a:prstGeom prst="line">
                <a:avLst/>
              </a:prstGeom>
              <a:ln w="12700" cap="flat" cmpd="sng">
                <a:solidFill>
                  <a:schemeClr val="tx1"/>
                </a:solidFill>
                <a:prstDash val="solid"/>
                <a:headEnd type="none" w="med" len="med"/>
                <a:tailEnd type="none" w="med" len="med"/>
              </a:ln>
            </p:spPr>
          </p:sp>
          <p:sp>
            <p:nvSpPr>
              <p:cNvPr id="28861" name="Freeform 189"/>
              <p:cNvSpPr/>
              <p:nvPr/>
            </p:nvSpPr>
            <p:spPr>
              <a:xfrm>
                <a:off x="3727" y="1422"/>
                <a:ext cx="32" cy="20"/>
              </a:xfrm>
              <a:custGeom>
                <a:avLst/>
                <a:gdLst/>
                <a:ahLst/>
                <a:cxnLst>
                  <a:cxn ang="0">
                    <a:pos x="23" y="19"/>
                  </a:cxn>
                  <a:cxn ang="0">
                    <a:pos x="31" y="19"/>
                  </a:cxn>
                  <a:cxn ang="0">
                    <a:pos x="31" y="16"/>
                  </a:cxn>
                  <a:cxn ang="0">
                    <a:pos x="31" y="2"/>
                  </a:cxn>
                  <a:cxn ang="0">
                    <a:pos x="31" y="0"/>
                  </a:cxn>
                  <a:cxn ang="0">
                    <a:pos x="23" y="0"/>
                  </a:cxn>
                  <a:cxn ang="0">
                    <a:pos x="15" y="2"/>
                  </a:cxn>
                  <a:cxn ang="0">
                    <a:pos x="7" y="5"/>
                  </a:cxn>
                  <a:cxn ang="0">
                    <a:pos x="0" y="8"/>
                  </a:cxn>
                  <a:cxn ang="0">
                    <a:pos x="0" y="10"/>
                  </a:cxn>
                  <a:cxn ang="0">
                    <a:pos x="7" y="13"/>
                  </a:cxn>
                  <a:cxn ang="0">
                    <a:pos x="15" y="16"/>
                  </a:cxn>
                  <a:cxn ang="0">
                    <a:pos x="23" y="19"/>
                  </a:cxn>
                </a:cxnLst>
                <a:rect l="0" t="0" r="0" b="0"/>
                <a:pathLst>
                  <a:path w="32" h="20">
                    <a:moveTo>
                      <a:pt x="23" y="19"/>
                    </a:moveTo>
                    <a:lnTo>
                      <a:pt x="31" y="19"/>
                    </a:lnTo>
                    <a:lnTo>
                      <a:pt x="31" y="16"/>
                    </a:lnTo>
                    <a:lnTo>
                      <a:pt x="31" y="2"/>
                    </a:lnTo>
                    <a:lnTo>
                      <a:pt x="31" y="0"/>
                    </a:lnTo>
                    <a:lnTo>
                      <a:pt x="23" y="0"/>
                    </a:lnTo>
                    <a:lnTo>
                      <a:pt x="15" y="2"/>
                    </a:lnTo>
                    <a:lnTo>
                      <a:pt x="7" y="5"/>
                    </a:lnTo>
                    <a:lnTo>
                      <a:pt x="0" y="8"/>
                    </a:lnTo>
                    <a:lnTo>
                      <a:pt x="0" y="10"/>
                    </a:lnTo>
                    <a:lnTo>
                      <a:pt x="7" y="13"/>
                    </a:lnTo>
                    <a:lnTo>
                      <a:pt x="15" y="16"/>
                    </a:lnTo>
                    <a:lnTo>
                      <a:pt x="23"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62" name="Freeform 190"/>
              <p:cNvSpPr/>
              <p:nvPr/>
            </p:nvSpPr>
            <p:spPr>
              <a:xfrm>
                <a:off x="3727" y="1422"/>
                <a:ext cx="32" cy="20"/>
              </a:xfrm>
              <a:custGeom>
                <a:avLst/>
                <a:gdLst/>
                <a:ahLst/>
                <a:cxnLst>
                  <a:cxn ang="0">
                    <a:pos x="2" y="0"/>
                  </a:cxn>
                  <a:cxn ang="0">
                    <a:pos x="31" y="9"/>
                  </a:cxn>
                  <a:cxn ang="0">
                    <a:pos x="29" y="19"/>
                  </a:cxn>
                  <a:cxn ang="0">
                    <a:pos x="0" y="9"/>
                  </a:cxn>
                  <a:cxn ang="0">
                    <a:pos x="2" y="0"/>
                  </a:cxn>
                </a:cxnLst>
                <a:rect l="0" t="0" r="0" b="0"/>
                <a:pathLst>
                  <a:path w="32" h="20">
                    <a:moveTo>
                      <a:pt x="2" y="0"/>
                    </a:moveTo>
                    <a:lnTo>
                      <a:pt x="31" y="9"/>
                    </a:lnTo>
                    <a:lnTo>
                      <a:pt x="29" y="19"/>
                    </a:lnTo>
                    <a:lnTo>
                      <a:pt x="0" y="9"/>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63" name="Freeform 191"/>
              <p:cNvSpPr/>
              <p:nvPr/>
            </p:nvSpPr>
            <p:spPr>
              <a:xfrm>
                <a:off x="3742" y="1423"/>
                <a:ext cx="30" cy="20"/>
              </a:xfrm>
              <a:custGeom>
                <a:avLst/>
                <a:gdLst/>
                <a:ahLst/>
                <a:cxnLst>
                  <a:cxn ang="0">
                    <a:pos x="0" y="8"/>
                  </a:cxn>
                  <a:cxn ang="0">
                    <a:pos x="4" y="10"/>
                  </a:cxn>
                  <a:cxn ang="0">
                    <a:pos x="4" y="13"/>
                  </a:cxn>
                  <a:cxn ang="0">
                    <a:pos x="8" y="16"/>
                  </a:cxn>
                  <a:cxn ang="0">
                    <a:pos x="12" y="19"/>
                  </a:cxn>
                  <a:cxn ang="0">
                    <a:pos x="16" y="19"/>
                  </a:cxn>
                  <a:cxn ang="0">
                    <a:pos x="16" y="16"/>
                  </a:cxn>
                  <a:cxn ang="0">
                    <a:pos x="20" y="16"/>
                  </a:cxn>
                  <a:cxn ang="0">
                    <a:pos x="24" y="13"/>
                  </a:cxn>
                  <a:cxn ang="0">
                    <a:pos x="24" y="10"/>
                  </a:cxn>
                  <a:cxn ang="0">
                    <a:pos x="29" y="8"/>
                  </a:cxn>
                  <a:cxn ang="0">
                    <a:pos x="29" y="5"/>
                  </a:cxn>
                  <a:cxn ang="0">
                    <a:pos x="24" y="5"/>
                  </a:cxn>
                  <a:cxn ang="0">
                    <a:pos x="24" y="2"/>
                  </a:cxn>
                  <a:cxn ang="0">
                    <a:pos x="20" y="0"/>
                  </a:cxn>
                  <a:cxn ang="0">
                    <a:pos x="16" y="0"/>
                  </a:cxn>
                  <a:cxn ang="0">
                    <a:pos x="12" y="0"/>
                  </a:cxn>
                  <a:cxn ang="0">
                    <a:pos x="8" y="0"/>
                  </a:cxn>
                  <a:cxn ang="0">
                    <a:pos x="4" y="2"/>
                  </a:cxn>
                  <a:cxn ang="0">
                    <a:pos x="4" y="5"/>
                  </a:cxn>
                  <a:cxn ang="0">
                    <a:pos x="0" y="5"/>
                  </a:cxn>
                  <a:cxn ang="0">
                    <a:pos x="0" y="8"/>
                  </a:cxn>
                </a:cxnLst>
                <a:rect l="0" t="0" r="0" b="0"/>
                <a:pathLst>
                  <a:path w="30" h="20">
                    <a:moveTo>
                      <a:pt x="0" y="8"/>
                    </a:moveTo>
                    <a:lnTo>
                      <a:pt x="4" y="10"/>
                    </a:lnTo>
                    <a:lnTo>
                      <a:pt x="4" y="13"/>
                    </a:lnTo>
                    <a:lnTo>
                      <a:pt x="8" y="16"/>
                    </a:lnTo>
                    <a:lnTo>
                      <a:pt x="12" y="19"/>
                    </a:lnTo>
                    <a:lnTo>
                      <a:pt x="16" y="19"/>
                    </a:lnTo>
                    <a:lnTo>
                      <a:pt x="16" y="16"/>
                    </a:lnTo>
                    <a:lnTo>
                      <a:pt x="20" y="16"/>
                    </a:lnTo>
                    <a:lnTo>
                      <a:pt x="24" y="13"/>
                    </a:lnTo>
                    <a:lnTo>
                      <a:pt x="24" y="10"/>
                    </a:lnTo>
                    <a:lnTo>
                      <a:pt x="29" y="8"/>
                    </a:lnTo>
                    <a:lnTo>
                      <a:pt x="29" y="5"/>
                    </a:lnTo>
                    <a:lnTo>
                      <a:pt x="24" y="5"/>
                    </a:lnTo>
                    <a:lnTo>
                      <a:pt x="24" y="2"/>
                    </a:lnTo>
                    <a:lnTo>
                      <a:pt x="20" y="0"/>
                    </a:lnTo>
                    <a:lnTo>
                      <a:pt x="16" y="0"/>
                    </a:lnTo>
                    <a:lnTo>
                      <a:pt x="12" y="0"/>
                    </a:lnTo>
                    <a:lnTo>
                      <a:pt x="8" y="0"/>
                    </a:lnTo>
                    <a:lnTo>
                      <a:pt x="4" y="2"/>
                    </a:lnTo>
                    <a:lnTo>
                      <a:pt x="4" y="5"/>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64" name="Line 192"/>
              <p:cNvSpPr/>
              <p:nvPr/>
            </p:nvSpPr>
            <p:spPr>
              <a:xfrm>
                <a:off x="3764" y="1431"/>
                <a:ext cx="4" cy="1"/>
              </a:xfrm>
              <a:prstGeom prst="line">
                <a:avLst/>
              </a:prstGeom>
              <a:ln w="12700" cap="flat" cmpd="sng">
                <a:solidFill>
                  <a:schemeClr val="tx1"/>
                </a:solidFill>
                <a:prstDash val="solid"/>
                <a:headEnd type="none" w="med" len="med"/>
                <a:tailEnd type="none" w="med" len="med"/>
              </a:ln>
            </p:spPr>
          </p:sp>
          <p:sp>
            <p:nvSpPr>
              <p:cNvPr id="28865" name="Line 193"/>
              <p:cNvSpPr/>
              <p:nvPr/>
            </p:nvSpPr>
            <p:spPr>
              <a:xfrm>
                <a:off x="3764" y="1429"/>
                <a:ext cx="7" cy="1"/>
              </a:xfrm>
              <a:prstGeom prst="line">
                <a:avLst/>
              </a:prstGeom>
              <a:ln w="12700" cap="flat" cmpd="sng">
                <a:solidFill>
                  <a:schemeClr val="tx1"/>
                </a:solidFill>
                <a:prstDash val="solid"/>
                <a:headEnd type="none" w="med" len="med"/>
                <a:tailEnd type="none" w="med" len="med"/>
              </a:ln>
            </p:spPr>
          </p:sp>
          <p:sp>
            <p:nvSpPr>
              <p:cNvPr id="28866" name="Freeform 194"/>
              <p:cNvSpPr/>
              <p:nvPr/>
            </p:nvSpPr>
            <p:spPr>
              <a:xfrm>
                <a:off x="3754" y="1428"/>
                <a:ext cx="31" cy="21"/>
              </a:xfrm>
              <a:custGeom>
                <a:avLst/>
                <a:gdLst/>
                <a:ahLst/>
                <a:cxnLst>
                  <a:cxn ang="0">
                    <a:pos x="22" y="20"/>
                  </a:cxn>
                  <a:cxn ang="0">
                    <a:pos x="30" y="20"/>
                  </a:cxn>
                  <a:cxn ang="0">
                    <a:pos x="30" y="16"/>
                  </a:cxn>
                  <a:cxn ang="0">
                    <a:pos x="30" y="3"/>
                  </a:cxn>
                  <a:cxn ang="0">
                    <a:pos x="30" y="0"/>
                  </a:cxn>
                  <a:cxn ang="0">
                    <a:pos x="22" y="0"/>
                  </a:cxn>
                  <a:cxn ang="0">
                    <a:pos x="15" y="0"/>
                  </a:cxn>
                  <a:cxn ang="0">
                    <a:pos x="7" y="6"/>
                  </a:cxn>
                  <a:cxn ang="0">
                    <a:pos x="0" y="10"/>
                  </a:cxn>
                  <a:cxn ang="0">
                    <a:pos x="0" y="13"/>
                  </a:cxn>
                  <a:cxn ang="0">
                    <a:pos x="7" y="13"/>
                  </a:cxn>
                  <a:cxn ang="0">
                    <a:pos x="7" y="16"/>
                  </a:cxn>
                  <a:cxn ang="0">
                    <a:pos x="15" y="20"/>
                  </a:cxn>
                  <a:cxn ang="0">
                    <a:pos x="22" y="20"/>
                  </a:cxn>
                </a:cxnLst>
                <a:rect l="0" t="0" r="0" b="0"/>
                <a:pathLst>
                  <a:path w="31" h="21">
                    <a:moveTo>
                      <a:pt x="22" y="20"/>
                    </a:moveTo>
                    <a:lnTo>
                      <a:pt x="30" y="20"/>
                    </a:lnTo>
                    <a:lnTo>
                      <a:pt x="30" y="16"/>
                    </a:lnTo>
                    <a:lnTo>
                      <a:pt x="30" y="3"/>
                    </a:lnTo>
                    <a:lnTo>
                      <a:pt x="30" y="0"/>
                    </a:lnTo>
                    <a:lnTo>
                      <a:pt x="22" y="0"/>
                    </a:lnTo>
                    <a:lnTo>
                      <a:pt x="15" y="0"/>
                    </a:lnTo>
                    <a:lnTo>
                      <a:pt x="7" y="6"/>
                    </a:lnTo>
                    <a:lnTo>
                      <a:pt x="0" y="10"/>
                    </a:lnTo>
                    <a:lnTo>
                      <a:pt x="0" y="13"/>
                    </a:lnTo>
                    <a:lnTo>
                      <a:pt x="7" y="13"/>
                    </a:lnTo>
                    <a:lnTo>
                      <a:pt x="7" y="16"/>
                    </a:lnTo>
                    <a:lnTo>
                      <a:pt x="15" y="20"/>
                    </a:lnTo>
                    <a:lnTo>
                      <a:pt x="22"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67" name="Freeform 195"/>
              <p:cNvSpPr/>
              <p:nvPr/>
            </p:nvSpPr>
            <p:spPr>
              <a:xfrm>
                <a:off x="3754" y="1428"/>
                <a:ext cx="32" cy="21"/>
              </a:xfrm>
              <a:custGeom>
                <a:avLst/>
                <a:gdLst/>
                <a:ahLst/>
                <a:cxnLst>
                  <a:cxn ang="0">
                    <a:pos x="2" y="1"/>
                  </a:cxn>
                  <a:cxn ang="0">
                    <a:pos x="31" y="10"/>
                  </a:cxn>
                  <a:cxn ang="0">
                    <a:pos x="29" y="20"/>
                  </a:cxn>
                  <a:cxn ang="0">
                    <a:pos x="0" y="10"/>
                  </a:cxn>
                  <a:cxn ang="0">
                    <a:pos x="2" y="0"/>
                  </a:cxn>
                  <a:cxn ang="0">
                    <a:pos x="2" y="1"/>
                  </a:cxn>
                </a:cxnLst>
                <a:rect l="0" t="0" r="0" b="0"/>
                <a:pathLst>
                  <a:path w="32" h="21">
                    <a:moveTo>
                      <a:pt x="2" y="1"/>
                    </a:moveTo>
                    <a:lnTo>
                      <a:pt x="31" y="10"/>
                    </a:lnTo>
                    <a:lnTo>
                      <a:pt x="29" y="20"/>
                    </a:lnTo>
                    <a:lnTo>
                      <a:pt x="0" y="10"/>
                    </a:lnTo>
                    <a:lnTo>
                      <a:pt x="2"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68" name="Freeform 196"/>
              <p:cNvSpPr/>
              <p:nvPr/>
            </p:nvSpPr>
            <p:spPr>
              <a:xfrm>
                <a:off x="3769" y="1430"/>
                <a:ext cx="30" cy="21"/>
              </a:xfrm>
              <a:custGeom>
                <a:avLst/>
                <a:gdLst/>
                <a:ahLst/>
                <a:cxnLst>
                  <a:cxn ang="0">
                    <a:pos x="0" y="11"/>
                  </a:cxn>
                  <a:cxn ang="0">
                    <a:pos x="4" y="14"/>
                  </a:cxn>
                  <a:cxn ang="0">
                    <a:pos x="4" y="17"/>
                  </a:cxn>
                  <a:cxn ang="0">
                    <a:pos x="8" y="20"/>
                  </a:cxn>
                  <a:cxn ang="0">
                    <a:pos x="12" y="20"/>
                  </a:cxn>
                  <a:cxn ang="0">
                    <a:pos x="16" y="20"/>
                  </a:cxn>
                  <a:cxn ang="0">
                    <a:pos x="20" y="20"/>
                  </a:cxn>
                  <a:cxn ang="0">
                    <a:pos x="24" y="17"/>
                  </a:cxn>
                  <a:cxn ang="0">
                    <a:pos x="24" y="14"/>
                  </a:cxn>
                  <a:cxn ang="0">
                    <a:pos x="29" y="11"/>
                  </a:cxn>
                  <a:cxn ang="0">
                    <a:pos x="29" y="8"/>
                  </a:cxn>
                  <a:cxn ang="0">
                    <a:pos x="24" y="5"/>
                  </a:cxn>
                  <a:cxn ang="0">
                    <a:pos x="20" y="2"/>
                  </a:cxn>
                  <a:cxn ang="0">
                    <a:pos x="16" y="2"/>
                  </a:cxn>
                  <a:cxn ang="0">
                    <a:pos x="16" y="0"/>
                  </a:cxn>
                  <a:cxn ang="0">
                    <a:pos x="12" y="0"/>
                  </a:cxn>
                  <a:cxn ang="0">
                    <a:pos x="8" y="2"/>
                  </a:cxn>
                  <a:cxn ang="0">
                    <a:pos x="4" y="5"/>
                  </a:cxn>
                  <a:cxn ang="0">
                    <a:pos x="0" y="8"/>
                  </a:cxn>
                  <a:cxn ang="0">
                    <a:pos x="0" y="11"/>
                  </a:cxn>
                </a:cxnLst>
                <a:rect l="0" t="0" r="0" b="0"/>
                <a:pathLst>
                  <a:path w="30" h="21">
                    <a:moveTo>
                      <a:pt x="0" y="11"/>
                    </a:moveTo>
                    <a:lnTo>
                      <a:pt x="4" y="14"/>
                    </a:lnTo>
                    <a:lnTo>
                      <a:pt x="4" y="17"/>
                    </a:lnTo>
                    <a:lnTo>
                      <a:pt x="8" y="20"/>
                    </a:lnTo>
                    <a:lnTo>
                      <a:pt x="12" y="20"/>
                    </a:lnTo>
                    <a:lnTo>
                      <a:pt x="16" y="20"/>
                    </a:lnTo>
                    <a:lnTo>
                      <a:pt x="20" y="20"/>
                    </a:lnTo>
                    <a:lnTo>
                      <a:pt x="24" y="17"/>
                    </a:lnTo>
                    <a:lnTo>
                      <a:pt x="24" y="14"/>
                    </a:lnTo>
                    <a:lnTo>
                      <a:pt x="29" y="11"/>
                    </a:lnTo>
                    <a:lnTo>
                      <a:pt x="29" y="8"/>
                    </a:lnTo>
                    <a:lnTo>
                      <a:pt x="24" y="5"/>
                    </a:lnTo>
                    <a:lnTo>
                      <a:pt x="20" y="2"/>
                    </a:lnTo>
                    <a:lnTo>
                      <a:pt x="16" y="2"/>
                    </a:lnTo>
                    <a:lnTo>
                      <a:pt x="16" y="0"/>
                    </a:lnTo>
                    <a:lnTo>
                      <a:pt x="12" y="0"/>
                    </a:lnTo>
                    <a:lnTo>
                      <a:pt x="8" y="2"/>
                    </a:lnTo>
                    <a:lnTo>
                      <a:pt x="4" y="5"/>
                    </a:lnTo>
                    <a:lnTo>
                      <a:pt x="0" y="8"/>
                    </a:lnTo>
                    <a:lnTo>
                      <a:pt x="0" y="1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69" name="Line 197"/>
              <p:cNvSpPr/>
              <p:nvPr/>
            </p:nvSpPr>
            <p:spPr>
              <a:xfrm>
                <a:off x="3776" y="1448"/>
                <a:ext cx="6" cy="1"/>
              </a:xfrm>
              <a:prstGeom prst="line">
                <a:avLst/>
              </a:prstGeom>
              <a:ln w="12700" cap="flat" cmpd="sng">
                <a:solidFill>
                  <a:schemeClr val="tx1"/>
                </a:solidFill>
                <a:prstDash val="solid"/>
                <a:headEnd type="none" w="med" len="med"/>
                <a:tailEnd type="none" w="med" len="med"/>
              </a:ln>
            </p:spPr>
          </p:sp>
          <p:sp>
            <p:nvSpPr>
              <p:cNvPr id="28870" name="Line 198"/>
              <p:cNvSpPr/>
              <p:nvPr/>
            </p:nvSpPr>
            <p:spPr>
              <a:xfrm>
                <a:off x="3776" y="1444"/>
                <a:ext cx="6" cy="2"/>
              </a:xfrm>
              <a:prstGeom prst="line">
                <a:avLst/>
              </a:prstGeom>
              <a:ln w="12700" cap="flat" cmpd="sng">
                <a:solidFill>
                  <a:schemeClr val="tx1"/>
                </a:solidFill>
                <a:prstDash val="solid"/>
                <a:headEnd type="none" w="med" len="med"/>
                <a:tailEnd type="none" w="med" len="med"/>
              </a:ln>
            </p:spPr>
          </p:sp>
          <p:sp>
            <p:nvSpPr>
              <p:cNvPr id="28871" name="Freeform 199"/>
              <p:cNvSpPr/>
              <p:nvPr/>
            </p:nvSpPr>
            <p:spPr>
              <a:xfrm>
                <a:off x="3765" y="1442"/>
                <a:ext cx="30" cy="21"/>
              </a:xfrm>
              <a:custGeom>
                <a:avLst/>
                <a:gdLst/>
                <a:ahLst/>
                <a:cxnLst>
                  <a:cxn ang="0">
                    <a:pos x="23" y="20"/>
                  </a:cxn>
                  <a:cxn ang="0">
                    <a:pos x="29" y="16"/>
                  </a:cxn>
                  <a:cxn ang="0">
                    <a:pos x="29" y="3"/>
                  </a:cxn>
                  <a:cxn ang="0">
                    <a:pos x="23" y="0"/>
                  </a:cxn>
                  <a:cxn ang="0">
                    <a:pos x="17" y="0"/>
                  </a:cxn>
                  <a:cxn ang="0">
                    <a:pos x="11" y="0"/>
                  </a:cxn>
                  <a:cxn ang="0">
                    <a:pos x="5" y="3"/>
                  </a:cxn>
                  <a:cxn ang="0">
                    <a:pos x="5" y="6"/>
                  </a:cxn>
                  <a:cxn ang="0">
                    <a:pos x="0" y="6"/>
                  </a:cxn>
                  <a:cxn ang="0">
                    <a:pos x="0" y="13"/>
                  </a:cxn>
                  <a:cxn ang="0">
                    <a:pos x="5" y="13"/>
                  </a:cxn>
                  <a:cxn ang="0">
                    <a:pos x="5" y="16"/>
                  </a:cxn>
                  <a:cxn ang="0">
                    <a:pos x="11" y="20"/>
                  </a:cxn>
                  <a:cxn ang="0">
                    <a:pos x="17" y="20"/>
                  </a:cxn>
                  <a:cxn ang="0">
                    <a:pos x="23" y="20"/>
                  </a:cxn>
                </a:cxnLst>
                <a:rect l="0" t="0" r="0" b="0"/>
                <a:pathLst>
                  <a:path w="30" h="21">
                    <a:moveTo>
                      <a:pt x="23" y="20"/>
                    </a:moveTo>
                    <a:lnTo>
                      <a:pt x="29" y="16"/>
                    </a:lnTo>
                    <a:lnTo>
                      <a:pt x="29" y="3"/>
                    </a:lnTo>
                    <a:lnTo>
                      <a:pt x="23" y="0"/>
                    </a:lnTo>
                    <a:lnTo>
                      <a:pt x="17" y="0"/>
                    </a:lnTo>
                    <a:lnTo>
                      <a:pt x="11" y="0"/>
                    </a:lnTo>
                    <a:lnTo>
                      <a:pt x="5" y="3"/>
                    </a:lnTo>
                    <a:lnTo>
                      <a:pt x="5" y="6"/>
                    </a:lnTo>
                    <a:lnTo>
                      <a:pt x="0" y="6"/>
                    </a:lnTo>
                    <a:lnTo>
                      <a:pt x="0" y="13"/>
                    </a:lnTo>
                    <a:lnTo>
                      <a:pt x="5" y="13"/>
                    </a:lnTo>
                    <a:lnTo>
                      <a:pt x="5" y="16"/>
                    </a:lnTo>
                    <a:lnTo>
                      <a:pt x="11" y="20"/>
                    </a:lnTo>
                    <a:lnTo>
                      <a:pt x="17" y="20"/>
                    </a:lnTo>
                    <a:lnTo>
                      <a:pt x="23"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72" name="Freeform 200"/>
              <p:cNvSpPr/>
              <p:nvPr/>
            </p:nvSpPr>
            <p:spPr>
              <a:xfrm>
                <a:off x="3769" y="1442"/>
                <a:ext cx="29" cy="21"/>
              </a:xfrm>
              <a:custGeom>
                <a:avLst/>
                <a:gdLst/>
                <a:ahLst/>
                <a:cxnLst>
                  <a:cxn ang="0">
                    <a:pos x="2" y="1"/>
                  </a:cxn>
                  <a:cxn ang="0">
                    <a:pos x="28" y="10"/>
                  </a:cxn>
                  <a:cxn ang="0">
                    <a:pos x="26" y="20"/>
                  </a:cxn>
                  <a:cxn ang="0">
                    <a:pos x="0" y="10"/>
                  </a:cxn>
                  <a:cxn ang="0">
                    <a:pos x="2" y="0"/>
                  </a:cxn>
                  <a:cxn ang="0">
                    <a:pos x="2" y="1"/>
                  </a:cxn>
                </a:cxnLst>
                <a:rect l="0" t="0" r="0" b="0"/>
                <a:pathLst>
                  <a:path w="29" h="21">
                    <a:moveTo>
                      <a:pt x="2" y="1"/>
                    </a:moveTo>
                    <a:lnTo>
                      <a:pt x="28" y="10"/>
                    </a:lnTo>
                    <a:lnTo>
                      <a:pt x="26" y="20"/>
                    </a:lnTo>
                    <a:lnTo>
                      <a:pt x="0" y="10"/>
                    </a:lnTo>
                    <a:lnTo>
                      <a:pt x="2"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73" name="Freeform 201"/>
              <p:cNvSpPr/>
              <p:nvPr/>
            </p:nvSpPr>
            <p:spPr>
              <a:xfrm>
                <a:off x="3784" y="1444"/>
                <a:ext cx="29" cy="20"/>
              </a:xfrm>
              <a:custGeom>
                <a:avLst/>
                <a:gdLst/>
                <a:ahLst/>
                <a:cxnLst>
                  <a:cxn ang="0">
                    <a:pos x="0" y="8"/>
                  </a:cxn>
                  <a:cxn ang="0">
                    <a:pos x="0" y="10"/>
                  </a:cxn>
                  <a:cxn ang="0">
                    <a:pos x="4" y="13"/>
                  </a:cxn>
                  <a:cxn ang="0">
                    <a:pos x="4" y="16"/>
                  </a:cxn>
                  <a:cxn ang="0">
                    <a:pos x="8" y="19"/>
                  </a:cxn>
                  <a:cxn ang="0">
                    <a:pos x="12" y="19"/>
                  </a:cxn>
                  <a:cxn ang="0">
                    <a:pos x="16" y="19"/>
                  </a:cxn>
                  <a:cxn ang="0">
                    <a:pos x="20" y="19"/>
                  </a:cxn>
                  <a:cxn ang="0">
                    <a:pos x="24" y="16"/>
                  </a:cxn>
                  <a:cxn ang="0">
                    <a:pos x="24" y="13"/>
                  </a:cxn>
                  <a:cxn ang="0">
                    <a:pos x="28" y="10"/>
                  </a:cxn>
                  <a:cxn ang="0">
                    <a:pos x="28" y="8"/>
                  </a:cxn>
                  <a:cxn ang="0">
                    <a:pos x="24" y="5"/>
                  </a:cxn>
                  <a:cxn ang="0">
                    <a:pos x="20" y="2"/>
                  </a:cxn>
                  <a:cxn ang="0">
                    <a:pos x="16" y="0"/>
                  </a:cxn>
                  <a:cxn ang="0">
                    <a:pos x="12" y="0"/>
                  </a:cxn>
                  <a:cxn ang="0">
                    <a:pos x="12" y="2"/>
                  </a:cxn>
                  <a:cxn ang="0">
                    <a:pos x="8" y="2"/>
                  </a:cxn>
                  <a:cxn ang="0">
                    <a:pos x="4" y="5"/>
                  </a:cxn>
                  <a:cxn ang="0">
                    <a:pos x="0" y="8"/>
                  </a:cxn>
                </a:cxnLst>
                <a:rect l="0" t="0" r="0" b="0"/>
                <a:pathLst>
                  <a:path w="29" h="20">
                    <a:moveTo>
                      <a:pt x="0" y="8"/>
                    </a:moveTo>
                    <a:lnTo>
                      <a:pt x="0" y="10"/>
                    </a:lnTo>
                    <a:lnTo>
                      <a:pt x="4" y="13"/>
                    </a:lnTo>
                    <a:lnTo>
                      <a:pt x="4" y="16"/>
                    </a:lnTo>
                    <a:lnTo>
                      <a:pt x="8" y="19"/>
                    </a:lnTo>
                    <a:lnTo>
                      <a:pt x="12" y="19"/>
                    </a:lnTo>
                    <a:lnTo>
                      <a:pt x="16" y="19"/>
                    </a:lnTo>
                    <a:lnTo>
                      <a:pt x="20" y="19"/>
                    </a:lnTo>
                    <a:lnTo>
                      <a:pt x="24" y="16"/>
                    </a:lnTo>
                    <a:lnTo>
                      <a:pt x="24" y="13"/>
                    </a:lnTo>
                    <a:lnTo>
                      <a:pt x="28" y="10"/>
                    </a:lnTo>
                    <a:lnTo>
                      <a:pt x="28" y="8"/>
                    </a:lnTo>
                    <a:lnTo>
                      <a:pt x="24" y="5"/>
                    </a:lnTo>
                    <a:lnTo>
                      <a:pt x="20" y="2"/>
                    </a:lnTo>
                    <a:lnTo>
                      <a:pt x="16" y="0"/>
                    </a:lnTo>
                    <a:lnTo>
                      <a:pt x="12" y="0"/>
                    </a:lnTo>
                    <a:lnTo>
                      <a:pt x="12" y="2"/>
                    </a:lnTo>
                    <a:lnTo>
                      <a:pt x="8" y="2"/>
                    </a:lnTo>
                    <a:lnTo>
                      <a:pt x="4"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74" name="Line 202"/>
              <p:cNvSpPr/>
              <p:nvPr/>
            </p:nvSpPr>
            <p:spPr>
              <a:xfrm>
                <a:off x="3764" y="1459"/>
                <a:ext cx="7" cy="1"/>
              </a:xfrm>
              <a:prstGeom prst="line">
                <a:avLst/>
              </a:prstGeom>
              <a:ln w="12700" cap="flat" cmpd="sng">
                <a:solidFill>
                  <a:schemeClr val="tx1"/>
                </a:solidFill>
                <a:prstDash val="solid"/>
                <a:headEnd type="none" w="med" len="med"/>
                <a:tailEnd type="none" w="med" len="med"/>
              </a:ln>
            </p:spPr>
          </p:sp>
          <p:sp>
            <p:nvSpPr>
              <p:cNvPr id="28875" name="Line 203"/>
              <p:cNvSpPr/>
              <p:nvPr/>
            </p:nvSpPr>
            <p:spPr>
              <a:xfrm>
                <a:off x="3765" y="1457"/>
                <a:ext cx="3" cy="3"/>
              </a:xfrm>
              <a:prstGeom prst="line">
                <a:avLst/>
              </a:prstGeom>
              <a:ln w="12700" cap="flat" cmpd="sng">
                <a:solidFill>
                  <a:schemeClr val="tx1"/>
                </a:solidFill>
                <a:prstDash val="solid"/>
                <a:headEnd type="none" w="med" len="med"/>
                <a:tailEnd type="none" w="med" len="med"/>
              </a:ln>
            </p:spPr>
          </p:sp>
          <p:sp>
            <p:nvSpPr>
              <p:cNvPr id="28876" name="Freeform 204"/>
              <p:cNvSpPr/>
              <p:nvPr/>
            </p:nvSpPr>
            <p:spPr>
              <a:xfrm>
                <a:off x="3754" y="1455"/>
                <a:ext cx="32" cy="21"/>
              </a:xfrm>
              <a:custGeom>
                <a:avLst/>
                <a:gdLst/>
                <a:ahLst/>
                <a:cxnLst>
                  <a:cxn ang="0">
                    <a:pos x="18" y="20"/>
                  </a:cxn>
                  <a:cxn ang="0">
                    <a:pos x="24" y="20"/>
                  </a:cxn>
                  <a:cxn ang="0">
                    <a:pos x="24" y="17"/>
                  </a:cxn>
                  <a:cxn ang="0">
                    <a:pos x="31" y="14"/>
                  </a:cxn>
                  <a:cxn ang="0">
                    <a:pos x="31" y="2"/>
                  </a:cxn>
                  <a:cxn ang="0">
                    <a:pos x="24" y="0"/>
                  </a:cxn>
                  <a:cxn ang="0">
                    <a:pos x="18" y="0"/>
                  </a:cxn>
                  <a:cxn ang="0">
                    <a:pos x="12" y="0"/>
                  </a:cxn>
                  <a:cxn ang="0">
                    <a:pos x="6" y="2"/>
                  </a:cxn>
                  <a:cxn ang="0">
                    <a:pos x="6" y="5"/>
                  </a:cxn>
                  <a:cxn ang="0">
                    <a:pos x="0" y="5"/>
                  </a:cxn>
                  <a:cxn ang="0">
                    <a:pos x="0" y="8"/>
                  </a:cxn>
                  <a:cxn ang="0">
                    <a:pos x="6" y="11"/>
                  </a:cxn>
                  <a:cxn ang="0">
                    <a:pos x="6" y="14"/>
                  </a:cxn>
                  <a:cxn ang="0">
                    <a:pos x="12" y="17"/>
                  </a:cxn>
                  <a:cxn ang="0">
                    <a:pos x="18" y="20"/>
                  </a:cxn>
                </a:cxnLst>
                <a:rect l="0" t="0" r="0" b="0"/>
                <a:pathLst>
                  <a:path w="32" h="21">
                    <a:moveTo>
                      <a:pt x="18" y="20"/>
                    </a:moveTo>
                    <a:lnTo>
                      <a:pt x="24" y="20"/>
                    </a:lnTo>
                    <a:lnTo>
                      <a:pt x="24" y="17"/>
                    </a:lnTo>
                    <a:lnTo>
                      <a:pt x="31" y="14"/>
                    </a:lnTo>
                    <a:lnTo>
                      <a:pt x="31" y="2"/>
                    </a:lnTo>
                    <a:lnTo>
                      <a:pt x="24" y="0"/>
                    </a:lnTo>
                    <a:lnTo>
                      <a:pt x="18" y="0"/>
                    </a:lnTo>
                    <a:lnTo>
                      <a:pt x="12" y="0"/>
                    </a:lnTo>
                    <a:lnTo>
                      <a:pt x="6" y="2"/>
                    </a:lnTo>
                    <a:lnTo>
                      <a:pt x="6" y="5"/>
                    </a:lnTo>
                    <a:lnTo>
                      <a:pt x="0" y="5"/>
                    </a:lnTo>
                    <a:lnTo>
                      <a:pt x="0" y="8"/>
                    </a:lnTo>
                    <a:lnTo>
                      <a:pt x="6" y="11"/>
                    </a:lnTo>
                    <a:lnTo>
                      <a:pt x="6" y="14"/>
                    </a:lnTo>
                    <a:lnTo>
                      <a:pt x="12" y="17"/>
                    </a:lnTo>
                    <a:lnTo>
                      <a:pt x="1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77" name="Freeform 205"/>
              <p:cNvSpPr/>
              <p:nvPr/>
            </p:nvSpPr>
            <p:spPr>
              <a:xfrm>
                <a:off x="3757" y="1455"/>
                <a:ext cx="29" cy="21"/>
              </a:xfrm>
              <a:custGeom>
                <a:avLst/>
                <a:gdLst/>
                <a:ahLst/>
                <a:cxnLst>
                  <a:cxn ang="0">
                    <a:pos x="1" y="0"/>
                  </a:cxn>
                  <a:cxn ang="0">
                    <a:pos x="28" y="10"/>
                  </a:cxn>
                  <a:cxn ang="0">
                    <a:pos x="25" y="20"/>
                  </a:cxn>
                  <a:cxn ang="0">
                    <a:pos x="0" y="9"/>
                  </a:cxn>
                  <a:cxn ang="0">
                    <a:pos x="1" y="0"/>
                  </a:cxn>
                </a:cxnLst>
                <a:rect l="0" t="0" r="0" b="0"/>
                <a:pathLst>
                  <a:path w="29" h="21">
                    <a:moveTo>
                      <a:pt x="1" y="0"/>
                    </a:moveTo>
                    <a:lnTo>
                      <a:pt x="28" y="10"/>
                    </a:lnTo>
                    <a:lnTo>
                      <a:pt x="25" y="20"/>
                    </a:lnTo>
                    <a:lnTo>
                      <a:pt x="0" y="9"/>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78" name="Freeform 206"/>
              <p:cNvSpPr/>
              <p:nvPr/>
            </p:nvSpPr>
            <p:spPr>
              <a:xfrm>
                <a:off x="3771" y="1460"/>
                <a:ext cx="31" cy="19"/>
              </a:xfrm>
              <a:custGeom>
                <a:avLst/>
                <a:gdLst/>
                <a:ahLst/>
                <a:cxnLst>
                  <a:cxn ang="0">
                    <a:pos x="0" y="9"/>
                  </a:cxn>
                  <a:cxn ang="0">
                    <a:pos x="4" y="12"/>
                  </a:cxn>
                  <a:cxn ang="0">
                    <a:pos x="8" y="15"/>
                  </a:cxn>
                  <a:cxn ang="0">
                    <a:pos x="12" y="18"/>
                  </a:cxn>
                  <a:cxn ang="0">
                    <a:pos x="17" y="18"/>
                  </a:cxn>
                  <a:cxn ang="0">
                    <a:pos x="21" y="15"/>
                  </a:cxn>
                  <a:cxn ang="0">
                    <a:pos x="25" y="12"/>
                  </a:cxn>
                  <a:cxn ang="0">
                    <a:pos x="30" y="9"/>
                  </a:cxn>
                  <a:cxn ang="0">
                    <a:pos x="30" y="6"/>
                  </a:cxn>
                  <a:cxn ang="0">
                    <a:pos x="25" y="6"/>
                  </a:cxn>
                  <a:cxn ang="0">
                    <a:pos x="25" y="3"/>
                  </a:cxn>
                  <a:cxn ang="0">
                    <a:pos x="21" y="0"/>
                  </a:cxn>
                  <a:cxn ang="0">
                    <a:pos x="17" y="0"/>
                  </a:cxn>
                  <a:cxn ang="0">
                    <a:pos x="12" y="0"/>
                  </a:cxn>
                  <a:cxn ang="0">
                    <a:pos x="8" y="0"/>
                  </a:cxn>
                  <a:cxn ang="0">
                    <a:pos x="4" y="3"/>
                  </a:cxn>
                  <a:cxn ang="0">
                    <a:pos x="4" y="6"/>
                  </a:cxn>
                  <a:cxn ang="0">
                    <a:pos x="0" y="6"/>
                  </a:cxn>
                  <a:cxn ang="0">
                    <a:pos x="0" y="9"/>
                  </a:cxn>
                </a:cxnLst>
                <a:rect l="0" t="0" r="0" b="0"/>
                <a:pathLst>
                  <a:path w="31" h="19">
                    <a:moveTo>
                      <a:pt x="0" y="9"/>
                    </a:moveTo>
                    <a:lnTo>
                      <a:pt x="4" y="12"/>
                    </a:lnTo>
                    <a:lnTo>
                      <a:pt x="8" y="15"/>
                    </a:lnTo>
                    <a:lnTo>
                      <a:pt x="12" y="18"/>
                    </a:lnTo>
                    <a:lnTo>
                      <a:pt x="17" y="18"/>
                    </a:lnTo>
                    <a:lnTo>
                      <a:pt x="21" y="15"/>
                    </a:lnTo>
                    <a:lnTo>
                      <a:pt x="25" y="12"/>
                    </a:lnTo>
                    <a:lnTo>
                      <a:pt x="30" y="9"/>
                    </a:lnTo>
                    <a:lnTo>
                      <a:pt x="30" y="6"/>
                    </a:lnTo>
                    <a:lnTo>
                      <a:pt x="25" y="6"/>
                    </a:lnTo>
                    <a:lnTo>
                      <a:pt x="25" y="3"/>
                    </a:lnTo>
                    <a:lnTo>
                      <a:pt x="21" y="0"/>
                    </a:lnTo>
                    <a:lnTo>
                      <a:pt x="17" y="0"/>
                    </a:lnTo>
                    <a:lnTo>
                      <a:pt x="12" y="0"/>
                    </a:lnTo>
                    <a:lnTo>
                      <a:pt x="8" y="0"/>
                    </a:lnTo>
                    <a:lnTo>
                      <a:pt x="4" y="3"/>
                    </a:lnTo>
                    <a:lnTo>
                      <a:pt x="4" y="6"/>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79" name="Line 207"/>
              <p:cNvSpPr/>
              <p:nvPr/>
            </p:nvSpPr>
            <p:spPr>
              <a:xfrm>
                <a:off x="3732" y="1465"/>
                <a:ext cx="10" cy="1"/>
              </a:xfrm>
              <a:prstGeom prst="line">
                <a:avLst/>
              </a:prstGeom>
              <a:ln w="12700" cap="flat" cmpd="sng">
                <a:solidFill>
                  <a:schemeClr val="tx1"/>
                </a:solidFill>
                <a:prstDash val="solid"/>
                <a:headEnd type="none" w="med" len="med"/>
                <a:tailEnd type="none" w="med" len="med"/>
              </a:ln>
            </p:spPr>
          </p:sp>
          <p:sp>
            <p:nvSpPr>
              <p:cNvPr id="28880" name="Line 208"/>
              <p:cNvSpPr/>
              <p:nvPr/>
            </p:nvSpPr>
            <p:spPr>
              <a:xfrm>
                <a:off x="3737" y="1463"/>
                <a:ext cx="6" cy="1"/>
              </a:xfrm>
              <a:prstGeom prst="line">
                <a:avLst/>
              </a:prstGeom>
              <a:ln w="12700" cap="flat" cmpd="sng">
                <a:solidFill>
                  <a:schemeClr val="tx1"/>
                </a:solidFill>
                <a:prstDash val="solid"/>
                <a:headEnd type="none" w="med" len="med"/>
                <a:tailEnd type="none" w="med" len="med"/>
              </a:ln>
            </p:spPr>
          </p:sp>
          <p:sp>
            <p:nvSpPr>
              <p:cNvPr id="28881" name="Freeform 209"/>
              <p:cNvSpPr/>
              <p:nvPr/>
            </p:nvSpPr>
            <p:spPr>
              <a:xfrm>
                <a:off x="3727" y="1463"/>
                <a:ext cx="32" cy="21"/>
              </a:xfrm>
              <a:custGeom>
                <a:avLst/>
                <a:gdLst/>
                <a:ahLst/>
                <a:cxnLst>
                  <a:cxn ang="0">
                    <a:pos x="23" y="20"/>
                  </a:cxn>
                  <a:cxn ang="0">
                    <a:pos x="23" y="17"/>
                  </a:cxn>
                  <a:cxn ang="0">
                    <a:pos x="31" y="17"/>
                  </a:cxn>
                  <a:cxn ang="0">
                    <a:pos x="31" y="2"/>
                  </a:cxn>
                  <a:cxn ang="0">
                    <a:pos x="23" y="2"/>
                  </a:cxn>
                  <a:cxn ang="0">
                    <a:pos x="23" y="0"/>
                  </a:cxn>
                  <a:cxn ang="0">
                    <a:pos x="15" y="0"/>
                  </a:cxn>
                  <a:cxn ang="0">
                    <a:pos x="15" y="2"/>
                  </a:cxn>
                  <a:cxn ang="0">
                    <a:pos x="7" y="2"/>
                  </a:cxn>
                  <a:cxn ang="0">
                    <a:pos x="0" y="5"/>
                  </a:cxn>
                  <a:cxn ang="0">
                    <a:pos x="0" y="8"/>
                  </a:cxn>
                  <a:cxn ang="0">
                    <a:pos x="0" y="11"/>
                  </a:cxn>
                  <a:cxn ang="0">
                    <a:pos x="0" y="14"/>
                  </a:cxn>
                  <a:cxn ang="0">
                    <a:pos x="7" y="17"/>
                  </a:cxn>
                  <a:cxn ang="0">
                    <a:pos x="15" y="17"/>
                  </a:cxn>
                  <a:cxn ang="0">
                    <a:pos x="15" y="20"/>
                  </a:cxn>
                  <a:cxn ang="0">
                    <a:pos x="23" y="20"/>
                  </a:cxn>
                </a:cxnLst>
                <a:rect l="0" t="0" r="0" b="0"/>
                <a:pathLst>
                  <a:path w="32" h="21">
                    <a:moveTo>
                      <a:pt x="23" y="20"/>
                    </a:moveTo>
                    <a:lnTo>
                      <a:pt x="23" y="17"/>
                    </a:lnTo>
                    <a:lnTo>
                      <a:pt x="31" y="17"/>
                    </a:lnTo>
                    <a:lnTo>
                      <a:pt x="31" y="2"/>
                    </a:lnTo>
                    <a:lnTo>
                      <a:pt x="23" y="2"/>
                    </a:lnTo>
                    <a:lnTo>
                      <a:pt x="23" y="0"/>
                    </a:lnTo>
                    <a:lnTo>
                      <a:pt x="15" y="0"/>
                    </a:lnTo>
                    <a:lnTo>
                      <a:pt x="15" y="2"/>
                    </a:lnTo>
                    <a:lnTo>
                      <a:pt x="7" y="2"/>
                    </a:lnTo>
                    <a:lnTo>
                      <a:pt x="0" y="5"/>
                    </a:lnTo>
                    <a:lnTo>
                      <a:pt x="0" y="8"/>
                    </a:lnTo>
                    <a:lnTo>
                      <a:pt x="0" y="11"/>
                    </a:lnTo>
                    <a:lnTo>
                      <a:pt x="0" y="14"/>
                    </a:lnTo>
                    <a:lnTo>
                      <a:pt x="7" y="17"/>
                    </a:lnTo>
                    <a:lnTo>
                      <a:pt x="15" y="17"/>
                    </a:lnTo>
                    <a:lnTo>
                      <a:pt x="15" y="20"/>
                    </a:lnTo>
                    <a:lnTo>
                      <a:pt x="23"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82" name="Freeform 210"/>
              <p:cNvSpPr/>
              <p:nvPr/>
            </p:nvSpPr>
            <p:spPr>
              <a:xfrm>
                <a:off x="3727" y="1463"/>
                <a:ext cx="32" cy="21"/>
              </a:xfrm>
              <a:custGeom>
                <a:avLst/>
                <a:gdLst/>
                <a:ahLst/>
                <a:cxnLst>
                  <a:cxn ang="0">
                    <a:pos x="2" y="0"/>
                  </a:cxn>
                  <a:cxn ang="0">
                    <a:pos x="31" y="10"/>
                  </a:cxn>
                  <a:cxn ang="0">
                    <a:pos x="29" y="20"/>
                  </a:cxn>
                  <a:cxn ang="0">
                    <a:pos x="0" y="10"/>
                  </a:cxn>
                  <a:cxn ang="0">
                    <a:pos x="2" y="0"/>
                  </a:cxn>
                </a:cxnLst>
                <a:rect l="0" t="0" r="0" b="0"/>
                <a:pathLst>
                  <a:path w="32" h="21">
                    <a:moveTo>
                      <a:pt x="2" y="0"/>
                    </a:moveTo>
                    <a:lnTo>
                      <a:pt x="31" y="10"/>
                    </a:lnTo>
                    <a:lnTo>
                      <a:pt x="29" y="20"/>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83" name="Freeform 211"/>
              <p:cNvSpPr/>
              <p:nvPr/>
            </p:nvSpPr>
            <p:spPr>
              <a:xfrm>
                <a:off x="3743" y="1463"/>
                <a:ext cx="30" cy="21"/>
              </a:xfrm>
              <a:custGeom>
                <a:avLst/>
                <a:gdLst/>
                <a:ahLst/>
                <a:cxnLst>
                  <a:cxn ang="0">
                    <a:pos x="0" y="8"/>
                  </a:cxn>
                  <a:cxn ang="0">
                    <a:pos x="0" y="11"/>
                  </a:cxn>
                  <a:cxn ang="0">
                    <a:pos x="0" y="14"/>
                  </a:cxn>
                  <a:cxn ang="0">
                    <a:pos x="4" y="17"/>
                  </a:cxn>
                  <a:cxn ang="0">
                    <a:pos x="9" y="17"/>
                  </a:cxn>
                  <a:cxn ang="0">
                    <a:pos x="9" y="20"/>
                  </a:cxn>
                  <a:cxn ang="0">
                    <a:pos x="14" y="20"/>
                  </a:cxn>
                  <a:cxn ang="0">
                    <a:pos x="24" y="14"/>
                  </a:cxn>
                  <a:cxn ang="0">
                    <a:pos x="29" y="11"/>
                  </a:cxn>
                  <a:cxn ang="0">
                    <a:pos x="29" y="5"/>
                  </a:cxn>
                  <a:cxn ang="0">
                    <a:pos x="14" y="0"/>
                  </a:cxn>
                  <a:cxn ang="0">
                    <a:pos x="9" y="0"/>
                  </a:cxn>
                  <a:cxn ang="0">
                    <a:pos x="4" y="0"/>
                  </a:cxn>
                  <a:cxn ang="0">
                    <a:pos x="0" y="2"/>
                  </a:cxn>
                  <a:cxn ang="0">
                    <a:pos x="0" y="5"/>
                  </a:cxn>
                  <a:cxn ang="0">
                    <a:pos x="0" y="8"/>
                  </a:cxn>
                </a:cxnLst>
                <a:rect l="0" t="0" r="0" b="0"/>
                <a:pathLst>
                  <a:path w="30" h="21">
                    <a:moveTo>
                      <a:pt x="0" y="8"/>
                    </a:moveTo>
                    <a:lnTo>
                      <a:pt x="0" y="11"/>
                    </a:lnTo>
                    <a:lnTo>
                      <a:pt x="0" y="14"/>
                    </a:lnTo>
                    <a:lnTo>
                      <a:pt x="4" y="17"/>
                    </a:lnTo>
                    <a:lnTo>
                      <a:pt x="9" y="17"/>
                    </a:lnTo>
                    <a:lnTo>
                      <a:pt x="9" y="20"/>
                    </a:lnTo>
                    <a:lnTo>
                      <a:pt x="14" y="20"/>
                    </a:lnTo>
                    <a:lnTo>
                      <a:pt x="24" y="14"/>
                    </a:lnTo>
                    <a:lnTo>
                      <a:pt x="29" y="11"/>
                    </a:lnTo>
                    <a:lnTo>
                      <a:pt x="29" y="5"/>
                    </a:lnTo>
                    <a:lnTo>
                      <a:pt x="14" y="0"/>
                    </a:lnTo>
                    <a:lnTo>
                      <a:pt x="9" y="0"/>
                    </a:lnTo>
                    <a:lnTo>
                      <a:pt x="4" y="0"/>
                    </a:lnTo>
                    <a:lnTo>
                      <a:pt x="0" y="2"/>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84" name="Line 212"/>
              <p:cNvSpPr/>
              <p:nvPr/>
            </p:nvSpPr>
            <p:spPr>
              <a:xfrm>
                <a:off x="3732" y="1454"/>
                <a:ext cx="10" cy="1"/>
              </a:xfrm>
              <a:prstGeom prst="line">
                <a:avLst/>
              </a:prstGeom>
              <a:ln w="12700" cap="flat" cmpd="sng">
                <a:solidFill>
                  <a:schemeClr val="tx1"/>
                </a:solidFill>
                <a:prstDash val="solid"/>
                <a:headEnd type="none" w="med" len="med"/>
                <a:tailEnd type="none" w="med" len="med"/>
              </a:ln>
            </p:spPr>
          </p:sp>
          <p:sp>
            <p:nvSpPr>
              <p:cNvPr id="28885" name="Line 213"/>
              <p:cNvSpPr/>
              <p:nvPr/>
            </p:nvSpPr>
            <p:spPr>
              <a:xfrm>
                <a:off x="3737" y="1452"/>
                <a:ext cx="6" cy="2"/>
              </a:xfrm>
              <a:prstGeom prst="line">
                <a:avLst/>
              </a:prstGeom>
              <a:ln w="12700" cap="flat" cmpd="sng">
                <a:solidFill>
                  <a:schemeClr val="tx1"/>
                </a:solidFill>
                <a:prstDash val="solid"/>
                <a:headEnd type="none" w="med" len="med"/>
                <a:tailEnd type="none" w="med" len="med"/>
              </a:ln>
            </p:spPr>
          </p:sp>
          <p:sp>
            <p:nvSpPr>
              <p:cNvPr id="28886" name="Freeform 214"/>
              <p:cNvSpPr/>
              <p:nvPr/>
            </p:nvSpPr>
            <p:spPr>
              <a:xfrm>
                <a:off x="3727" y="1450"/>
                <a:ext cx="32" cy="21"/>
              </a:xfrm>
              <a:custGeom>
                <a:avLst/>
                <a:gdLst/>
                <a:ahLst/>
                <a:cxnLst>
                  <a:cxn ang="0">
                    <a:pos x="23" y="20"/>
                  </a:cxn>
                  <a:cxn ang="0">
                    <a:pos x="31" y="17"/>
                  </a:cxn>
                  <a:cxn ang="0">
                    <a:pos x="31" y="2"/>
                  </a:cxn>
                  <a:cxn ang="0">
                    <a:pos x="23" y="2"/>
                  </a:cxn>
                  <a:cxn ang="0">
                    <a:pos x="23" y="0"/>
                  </a:cxn>
                  <a:cxn ang="0">
                    <a:pos x="15" y="0"/>
                  </a:cxn>
                  <a:cxn ang="0">
                    <a:pos x="15" y="2"/>
                  </a:cxn>
                  <a:cxn ang="0">
                    <a:pos x="7" y="2"/>
                  </a:cxn>
                  <a:cxn ang="0">
                    <a:pos x="0" y="5"/>
                  </a:cxn>
                  <a:cxn ang="0">
                    <a:pos x="0" y="8"/>
                  </a:cxn>
                  <a:cxn ang="0">
                    <a:pos x="0" y="11"/>
                  </a:cxn>
                  <a:cxn ang="0">
                    <a:pos x="0" y="14"/>
                  </a:cxn>
                  <a:cxn ang="0">
                    <a:pos x="7" y="20"/>
                  </a:cxn>
                  <a:cxn ang="0">
                    <a:pos x="15" y="20"/>
                  </a:cxn>
                  <a:cxn ang="0">
                    <a:pos x="23" y="20"/>
                  </a:cxn>
                </a:cxnLst>
                <a:rect l="0" t="0" r="0" b="0"/>
                <a:pathLst>
                  <a:path w="32" h="21">
                    <a:moveTo>
                      <a:pt x="23" y="20"/>
                    </a:moveTo>
                    <a:lnTo>
                      <a:pt x="31" y="17"/>
                    </a:lnTo>
                    <a:lnTo>
                      <a:pt x="31" y="2"/>
                    </a:lnTo>
                    <a:lnTo>
                      <a:pt x="23" y="2"/>
                    </a:lnTo>
                    <a:lnTo>
                      <a:pt x="23" y="0"/>
                    </a:lnTo>
                    <a:lnTo>
                      <a:pt x="15" y="0"/>
                    </a:lnTo>
                    <a:lnTo>
                      <a:pt x="15" y="2"/>
                    </a:lnTo>
                    <a:lnTo>
                      <a:pt x="7" y="2"/>
                    </a:lnTo>
                    <a:lnTo>
                      <a:pt x="0" y="5"/>
                    </a:lnTo>
                    <a:lnTo>
                      <a:pt x="0" y="8"/>
                    </a:lnTo>
                    <a:lnTo>
                      <a:pt x="0" y="11"/>
                    </a:lnTo>
                    <a:lnTo>
                      <a:pt x="0" y="14"/>
                    </a:lnTo>
                    <a:lnTo>
                      <a:pt x="7" y="20"/>
                    </a:lnTo>
                    <a:lnTo>
                      <a:pt x="15" y="20"/>
                    </a:lnTo>
                    <a:lnTo>
                      <a:pt x="23"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87" name="Freeform 215"/>
              <p:cNvSpPr/>
              <p:nvPr/>
            </p:nvSpPr>
            <p:spPr>
              <a:xfrm>
                <a:off x="3727" y="1450"/>
                <a:ext cx="32" cy="21"/>
              </a:xfrm>
              <a:custGeom>
                <a:avLst/>
                <a:gdLst/>
                <a:ahLst/>
                <a:cxnLst>
                  <a:cxn ang="0">
                    <a:pos x="2" y="0"/>
                  </a:cxn>
                  <a:cxn ang="0">
                    <a:pos x="31" y="10"/>
                  </a:cxn>
                  <a:cxn ang="0">
                    <a:pos x="29" y="20"/>
                  </a:cxn>
                  <a:cxn ang="0">
                    <a:pos x="0" y="10"/>
                  </a:cxn>
                  <a:cxn ang="0">
                    <a:pos x="2" y="0"/>
                  </a:cxn>
                </a:cxnLst>
                <a:rect l="0" t="0" r="0" b="0"/>
                <a:pathLst>
                  <a:path w="32" h="21">
                    <a:moveTo>
                      <a:pt x="2" y="0"/>
                    </a:moveTo>
                    <a:lnTo>
                      <a:pt x="31" y="10"/>
                    </a:lnTo>
                    <a:lnTo>
                      <a:pt x="29" y="20"/>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88" name="Freeform 216"/>
              <p:cNvSpPr/>
              <p:nvPr/>
            </p:nvSpPr>
            <p:spPr>
              <a:xfrm>
                <a:off x="3743" y="1454"/>
                <a:ext cx="30" cy="21"/>
              </a:xfrm>
              <a:custGeom>
                <a:avLst/>
                <a:gdLst/>
                <a:ahLst/>
                <a:cxnLst>
                  <a:cxn ang="0">
                    <a:pos x="0" y="8"/>
                  </a:cxn>
                  <a:cxn ang="0">
                    <a:pos x="0" y="11"/>
                  </a:cxn>
                  <a:cxn ang="0">
                    <a:pos x="0" y="14"/>
                  </a:cxn>
                  <a:cxn ang="0">
                    <a:pos x="4" y="17"/>
                  </a:cxn>
                  <a:cxn ang="0">
                    <a:pos x="9" y="17"/>
                  </a:cxn>
                  <a:cxn ang="0">
                    <a:pos x="9" y="20"/>
                  </a:cxn>
                  <a:cxn ang="0">
                    <a:pos x="14" y="20"/>
                  </a:cxn>
                  <a:cxn ang="0">
                    <a:pos x="29" y="11"/>
                  </a:cxn>
                  <a:cxn ang="0">
                    <a:pos x="29" y="5"/>
                  </a:cxn>
                  <a:cxn ang="0">
                    <a:pos x="14" y="0"/>
                  </a:cxn>
                  <a:cxn ang="0">
                    <a:pos x="9" y="0"/>
                  </a:cxn>
                  <a:cxn ang="0">
                    <a:pos x="9" y="2"/>
                  </a:cxn>
                  <a:cxn ang="0">
                    <a:pos x="4" y="2"/>
                  </a:cxn>
                  <a:cxn ang="0">
                    <a:pos x="0" y="5"/>
                  </a:cxn>
                  <a:cxn ang="0">
                    <a:pos x="0" y="8"/>
                  </a:cxn>
                </a:cxnLst>
                <a:rect l="0" t="0" r="0" b="0"/>
                <a:pathLst>
                  <a:path w="30" h="21">
                    <a:moveTo>
                      <a:pt x="0" y="8"/>
                    </a:moveTo>
                    <a:lnTo>
                      <a:pt x="0" y="11"/>
                    </a:lnTo>
                    <a:lnTo>
                      <a:pt x="0" y="14"/>
                    </a:lnTo>
                    <a:lnTo>
                      <a:pt x="4" y="17"/>
                    </a:lnTo>
                    <a:lnTo>
                      <a:pt x="9" y="17"/>
                    </a:lnTo>
                    <a:lnTo>
                      <a:pt x="9" y="20"/>
                    </a:lnTo>
                    <a:lnTo>
                      <a:pt x="14" y="20"/>
                    </a:lnTo>
                    <a:lnTo>
                      <a:pt x="29" y="11"/>
                    </a:lnTo>
                    <a:lnTo>
                      <a:pt x="29" y="5"/>
                    </a:lnTo>
                    <a:lnTo>
                      <a:pt x="14" y="0"/>
                    </a:lnTo>
                    <a:lnTo>
                      <a:pt x="9" y="0"/>
                    </a:lnTo>
                    <a:lnTo>
                      <a:pt x="9" y="2"/>
                    </a:lnTo>
                    <a:lnTo>
                      <a:pt x="4" y="2"/>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89" name="Line 217"/>
              <p:cNvSpPr/>
              <p:nvPr/>
            </p:nvSpPr>
            <p:spPr>
              <a:xfrm>
                <a:off x="3719" y="1448"/>
                <a:ext cx="4" cy="1"/>
              </a:xfrm>
              <a:prstGeom prst="line">
                <a:avLst/>
              </a:prstGeom>
              <a:ln w="12700" cap="flat" cmpd="sng">
                <a:solidFill>
                  <a:schemeClr val="tx1"/>
                </a:solidFill>
                <a:prstDash val="solid"/>
                <a:headEnd type="none" w="med" len="med"/>
                <a:tailEnd type="none" w="med" len="med"/>
              </a:ln>
            </p:spPr>
          </p:sp>
          <p:sp>
            <p:nvSpPr>
              <p:cNvPr id="28890" name="Line 218"/>
              <p:cNvSpPr/>
              <p:nvPr/>
            </p:nvSpPr>
            <p:spPr>
              <a:xfrm>
                <a:off x="3716" y="1444"/>
                <a:ext cx="9" cy="2"/>
              </a:xfrm>
              <a:prstGeom prst="line">
                <a:avLst/>
              </a:prstGeom>
              <a:ln w="12700" cap="flat" cmpd="sng">
                <a:solidFill>
                  <a:schemeClr val="tx1"/>
                </a:solidFill>
                <a:prstDash val="solid"/>
                <a:headEnd type="none" w="med" len="med"/>
                <a:tailEnd type="none" w="med" len="med"/>
              </a:ln>
            </p:spPr>
          </p:sp>
          <p:sp>
            <p:nvSpPr>
              <p:cNvPr id="28891" name="Freeform 219"/>
              <p:cNvSpPr/>
              <p:nvPr/>
            </p:nvSpPr>
            <p:spPr>
              <a:xfrm>
                <a:off x="3708" y="1442"/>
                <a:ext cx="30" cy="21"/>
              </a:xfrm>
              <a:custGeom>
                <a:avLst/>
                <a:gdLst/>
                <a:ahLst/>
                <a:cxnLst>
                  <a:cxn ang="0">
                    <a:pos x="23" y="20"/>
                  </a:cxn>
                  <a:cxn ang="0">
                    <a:pos x="23" y="17"/>
                  </a:cxn>
                  <a:cxn ang="0">
                    <a:pos x="29" y="17"/>
                  </a:cxn>
                  <a:cxn ang="0">
                    <a:pos x="29" y="2"/>
                  </a:cxn>
                  <a:cxn ang="0">
                    <a:pos x="23" y="2"/>
                  </a:cxn>
                  <a:cxn ang="0">
                    <a:pos x="23" y="0"/>
                  </a:cxn>
                  <a:cxn ang="0">
                    <a:pos x="17" y="0"/>
                  </a:cxn>
                  <a:cxn ang="0">
                    <a:pos x="17" y="2"/>
                  </a:cxn>
                  <a:cxn ang="0">
                    <a:pos x="11" y="2"/>
                  </a:cxn>
                  <a:cxn ang="0">
                    <a:pos x="5" y="5"/>
                  </a:cxn>
                  <a:cxn ang="0">
                    <a:pos x="5" y="8"/>
                  </a:cxn>
                  <a:cxn ang="0">
                    <a:pos x="0" y="8"/>
                  </a:cxn>
                  <a:cxn ang="0">
                    <a:pos x="0" y="11"/>
                  </a:cxn>
                  <a:cxn ang="0">
                    <a:pos x="5" y="14"/>
                  </a:cxn>
                  <a:cxn ang="0">
                    <a:pos x="11" y="17"/>
                  </a:cxn>
                  <a:cxn ang="0">
                    <a:pos x="17" y="17"/>
                  </a:cxn>
                  <a:cxn ang="0">
                    <a:pos x="17" y="20"/>
                  </a:cxn>
                  <a:cxn ang="0">
                    <a:pos x="23" y="20"/>
                  </a:cxn>
                </a:cxnLst>
                <a:rect l="0" t="0" r="0" b="0"/>
                <a:pathLst>
                  <a:path w="30" h="21">
                    <a:moveTo>
                      <a:pt x="23" y="20"/>
                    </a:moveTo>
                    <a:lnTo>
                      <a:pt x="23" y="17"/>
                    </a:lnTo>
                    <a:lnTo>
                      <a:pt x="29" y="17"/>
                    </a:lnTo>
                    <a:lnTo>
                      <a:pt x="29" y="2"/>
                    </a:lnTo>
                    <a:lnTo>
                      <a:pt x="23" y="2"/>
                    </a:lnTo>
                    <a:lnTo>
                      <a:pt x="23" y="0"/>
                    </a:lnTo>
                    <a:lnTo>
                      <a:pt x="17" y="0"/>
                    </a:lnTo>
                    <a:lnTo>
                      <a:pt x="17" y="2"/>
                    </a:lnTo>
                    <a:lnTo>
                      <a:pt x="11" y="2"/>
                    </a:lnTo>
                    <a:lnTo>
                      <a:pt x="5" y="5"/>
                    </a:lnTo>
                    <a:lnTo>
                      <a:pt x="5" y="8"/>
                    </a:lnTo>
                    <a:lnTo>
                      <a:pt x="0" y="8"/>
                    </a:lnTo>
                    <a:lnTo>
                      <a:pt x="0" y="11"/>
                    </a:lnTo>
                    <a:lnTo>
                      <a:pt x="5" y="14"/>
                    </a:lnTo>
                    <a:lnTo>
                      <a:pt x="11" y="17"/>
                    </a:lnTo>
                    <a:lnTo>
                      <a:pt x="17" y="17"/>
                    </a:lnTo>
                    <a:lnTo>
                      <a:pt x="17" y="20"/>
                    </a:lnTo>
                    <a:lnTo>
                      <a:pt x="23"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92" name="Freeform 220"/>
              <p:cNvSpPr/>
              <p:nvPr/>
            </p:nvSpPr>
            <p:spPr>
              <a:xfrm>
                <a:off x="3712" y="1442"/>
                <a:ext cx="30" cy="21"/>
              </a:xfrm>
              <a:custGeom>
                <a:avLst/>
                <a:gdLst/>
                <a:ahLst/>
                <a:cxnLst>
                  <a:cxn ang="0">
                    <a:pos x="1" y="0"/>
                  </a:cxn>
                  <a:cxn ang="0">
                    <a:pos x="29" y="10"/>
                  </a:cxn>
                  <a:cxn ang="0">
                    <a:pos x="27" y="20"/>
                  </a:cxn>
                  <a:cxn ang="0">
                    <a:pos x="0" y="10"/>
                  </a:cxn>
                  <a:cxn ang="0">
                    <a:pos x="1" y="0"/>
                  </a:cxn>
                </a:cxnLst>
                <a:rect l="0" t="0" r="0" b="0"/>
                <a:pathLst>
                  <a:path w="30" h="21">
                    <a:moveTo>
                      <a:pt x="1" y="0"/>
                    </a:moveTo>
                    <a:lnTo>
                      <a:pt x="29" y="10"/>
                    </a:lnTo>
                    <a:lnTo>
                      <a:pt x="27" y="20"/>
                    </a:lnTo>
                    <a:lnTo>
                      <a:pt x="0" y="10"/>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93" name="Freeform 221"/>
              <p:cNvSpPr/>
              <p:nvPr/>
            </p:nvSpPr>
            <p:spPr>
              <a:xfrm>
                <a:off x="3727" y="1444"/>
                <a:ext cx="32" cy="20"/>
              </a:xfrm>
              <a:custGeom>
                <a:avLst/>
                <a:gdLst/>
                <a:ahLst/>
                <a:cxnLst>
                  <a:cxn ang="0">
                    <a:pos x="0" y="8"/>
                  </a:cxn>
                  <a:cxn ang="0">
                    <a:pos x="0" y="10"/>
                  </a:cxn>
                  <a:cxn ang="0">
                    <a:pos x="0" y="13"/>
                  </a:cxn>
                  <a:cxn ang="0">
                    <a:pos x="5" y="16"/>
                  </a:cxn>
                  <a:cxn ang="0">
                    <a:pos x="10" y="16"/>
                  </a:cxn>
                  <a:cxn ang="0">
                    <a:pos x="10" y="19"/>
                  </a:cxn>
                  <a:cxn ang="0">
                    <a:pos x="15" y="19"/>
                  </a:cxn>
                  <a:cxn ang="0">
                    <a:pos x="20" y="16"/>
                  </a:cxn>
                  <a:cxn ang="0">
                    <a:pos x="25" y="13"/>
                  </a:cxn>
                  <a:cxn ang="0">
                    <a:pos x="25" y="10"/>
                  </a:cxn>
                  <a:cxn ang="0">
                    <a:pos x="31" y="10"/>
                  </a:cxn>
                  <a:cxn ang="0">
                    <a:pos x="31" y="8"/>
                  </a:cxn>
                  <a:cxn ang="0">
                    <a:pos x="25" y="5"/>
                  </a:cxn>
                  <a:cxn ang="0">
                    <a:pos x="25" y="2"/>
                  </a:cxn>
                  <a:cxn ang="0">
                    <a:pos x="20" y="0"/>
                  </a:cxn>
                  <a:cxn ang="0">
                    <a:pos x="15" y="0"/>
                  </a:cxn>
                  <a:cxn ang="0">
                    <a:pos x="10" y="0"/>
                  </a:cxn>
                  <a:cxn ang="0">
                    <a:pos x="5" y="0"/>
                  </a:cxn>
                  <a:cxn ang="0">
                    <a:pos x="0" y="2"/>
                  </a:cxn>
                  <a:cxn ang="0">
                    <a:pos x="0" y="5"/>
                  </a:cxn>
                  <a:cxn ang="0">
                    <a:pos x="0" y="8"/>
                  </a:cxn>
                </a:cxnLst>
                <a:rect l="0" t="0" r="0" b="0"/>
                <a:pathLst>
                  <a:path w="32" h="20">
                    <a:moveTo>
                      <a:pt x="0" y="8"/>
                    </a:moveTo>
                    <a:lnTo>
                      <a:pt x="0" y="10"/>
                    </a:lnTo>
                    <a:lnTo>
                      <a:pt x="0" y="13"/>
                    </a:lnTo>
                    <a:lnTo>
                      <a:pt x="5" y="16"/>
                    </a:lnTo>
                    <a:lnTo>
                      <a:pt x="10" y="16"/>
                    </a:lnTo>
                    <a:lnTo>
                      <a:pt x="10" y="19"/>
                    </a:lnTo>
                    <a:lnTo>
                      <a:pt x="15" y="19"/>
                    </a:lnTo>
                    <a:lnTo>
                      <a:pt x="20" y="16"/>
                    </a:lnTo>
                    <a:lnTo>
                      <a:pt x="25" y="13"/>
                    </a:lnTo>
                    <a:lnTo>
                      <a:pt x="25" y="10"/>
                    </a:lnTo>
                    <a:lnTo>
                      <a:pt x="31" y="10"/>
                    </a:lnTo>
                    <a:lnTo>
                      <a:pt x="31" y="8"/>
                    </a:lnTo>
                    <a:lnTo>
                      <a:pt x="25" y="5"/>
                    </a:lnTo>
                    <a:lnTo>
                      <a:pt x="25" y="2"/>
                    </a:lnTo>
                    <a:lnTo>
                      <a:pt x="20" y="0"/>
                    </a:lnTo>
                    <a:lnTo>
                      <a:pt x="15" y="0"/>
                    </a:lnTo>
                    <a:lnTo>
                      <a:pt x="10" y="0"/>
                    </a:lnTo>
                    <a:lnTo>
                      <a:pt x="5" y="0"/>
                    </a:lnTo>
                    <a:lnTo>
                      <a:pt x="0" y="2"/>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94" name="Line 222"/>
              <p:cNvSpPr/>
              <p:nvPr/>
            </p:nvSpPr>
            <p:spPr>
              <a:xfrm>
                <a:off x="3749" y="1448"/>
                <a:ext cx="7" cy="1"/>
              </a:xfrm>
              <a:prstGeom prst="line">
                <a:avLst/>
              </a:prstGeom>
              <a:ln w="12700" cap="flat" cmpd="sng">
                <a:solidFill>
                  <a:schemeClr val="tx1"/>
                </a:solidFill>
                <a:prstDash val="solid"/>
                <a:headEnd type="none" w="med" len="med"/>
                <a:tailEnd type="none" w="med" len="med"/>
              </a:ln>
            </p:spPr>
          </p:sp>
          <p:sp>
            <p:nvSpPr>
              <p:cNvPr id="28895" name="Line 223"/>
              <p:cNvSpPr/>
              <p:nvPr/>
            </p:nvSpPr>
            <p:spPr>
              <a:xfrm>
                <a:off x="3749" y="1444"/>
                <a:ext cx="9" cy="2"/>
              </a:xfrm>
              <a:prstGeom prst="line">
                <a:avLst/>
              </a:prstGeom>
              <a:ln w="12700" cap="flat" cmpd="sng">
                <a:solidFill>
                  <a:schemeClr val="tx1"/>
                </a:solidFill>
                <a:prstDash val="solid"/>
                <a:headEnd type="none" w="med" len="med"/>
                <a:tailEnd type="none" w="med" len="med"/>
              </a:ln>
            </p:spPr>
          </p:sp>
          <p:sp>
            <p:nvSpPr>
              <p:cNvPr id="28896" name="Freeform 224"/>
              <p:cNvSpPr/>
              <p:nvPr/>
            </p:nvSpPr>
            <p:spPr>
              <a:xfrm>
                <a:off x="3743" y="1442"/>
                <a:ext cx="30" cy="21"/>
              </a:xfrm>
              <a:custGeom>
                <a:avLst/>
                <a:gdLst/>
                <a:ahLst/>
                <a:cxnLst>
                  <a:cxn ang="0">
                    <a:pos x="21" y="20"/>
                  </a:cxn>
                  <a:cxn ang="0">
                    <a:pos x="29" y="20"/>
                  </a:cxn>
                  <a:cxn ang="0">
                    <a:pos x="29" y="17"/>
                  </a:cxn>
                  <a:cxn ang="0">
                    <a:pos x="29" y="2"/>
                  </a:cxn>
                  <a:cxn ang="0">
                    <a:pos x="29" y="0"/>
                  </a:cxn>
                  <a:cxn ang="0">
                    <a:pos x="21" y="0"/>
                  </a:cxn>
                  <a:cxn ang="0">
                    <a:pos x="14" y="2"/>
                  </a:cxn>
                  <a:cxn ang="0">
                    <a:pos x="7" y="5"/>
                  </a:cxn>
                  <a:cxn ang="0">
                    <a:pos x="0" y="8"/>
                  </a:cxn>
                  <a:cxn ang="0">
                    <a:pos x="0" y="11"/>
                  </a:cxn>
                  <a:cxn ang="0">
                    <a:pos x="7" y="14"/>
                  </a:cxn>
                  <a:cxn ang="0">
                    <a:pos x="14" y="17"/>
                  </a:cxn>
                  <a:cxn ang="0">
                    <a:pos x="21" y="20"/>
                  </a:cxn>
                </a:cxnLst>
                <a:rect l="0" t="0" r="0" b="0"/>
                <a:pathLst>
                  <a:path w="30" h="21">
                    <a:moveTo>
                      <a:pt x="21" y="20"/>
                    </a:moveTo>
                    <a:lnTo>
                      <a:pt x="29" y="20"/>
                    </a:lnTo>
                    <a:lnTo>
                      <a:pt x="29" y="17"/>
                    </a:lnTo>
                    <a:lnTo>
                      <a:pt x="29" y="2"/>
                    </a:lnTo>
                    <a:lnTo>
                      <a:pt x="29" y="0"/>
                    </a:lnTo>
                    <a:lnTo>
                      <a:pt x="21" y="0"/>
                    </a:lnTo>
                    <a:lnTo>
                      <a:pt x="14" y="2"/>
                    </a:lnTo>
                    <a:lnTo>
                      <a:pt x="7" y="5"/>
                    </a:lnTo>
                    <a:lnTo>
                      <a:pt x="0" y="8"/>
                    </a:lnTo>
                    <a:lnTo>
                      <a:pt x="0" y="11"/>
                    </a:lnTo>
                    <a:lnTo>
                      <a:pt x="7" y="14"/>
                    </a:lnTo>
                    <a:lnTo>
                      <a:pt x="14" y="17"/>
                    </a:lnTo>
                    <a:lnTo>
                      <a:pt x="2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97" name="Freeform 225"/>
              <p:cNvSpPr/>
              <p:nvPr/>
            </p:nvSpPr>
            <p:spPr>
              <a:xfrm>
                <a:off x="3743" y="1442"/>
                <a:ext cx="32" cy="21"/>
              </a:xfrm>
              <a:custGeom>
                <a:avLst/>
                <a:gdLst/>
                <a:ahLst/>
                <a:cxnLst>
                  <a:cxn ang="0">
                    <a:pos x="2" y="0"/>
                  </a:cxn>
                  <a:cxn ang="0">
                    <a:pos x="31" y="10"/>
                  </a:cxn>
                  <a:cxn ang="0">
                    <a:pos x="29" y="20"/>
                  </a:cxn>
                  <a:cxn ang="0">
                    <a:pos x="0" y="10"/>
                  </a:cxn>
                  <a:cxn ang="0">
                    <a:pos x="2" y="0"/>
                  </a:cxn>
                </a:cxnLst>
                <a:rect l="0" t="0" r="0" b="0"/>
                <a:pathLst>
                  <a:path w="32" h="21">
                    <a:moveTo>
                      <a:pt x="2" y="0"/>
                    </a:moveTo>
                    <a:lnTo>
                      <a:pt x="31" y="10"/>
                    </a:lnTo>
                    <a:lnTo>
                      <a:pt x="29" y="20"/>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898" name="Freeform 226"/>
              <p:cNvSpPr/>
              <p:nvPr/>
            </p:nvSpPr>
            <p:spPr>
              <a:xfrm>
                <a:off x="3762" y="1444"/>
                <a:ext cx="30" cy="20"/>
              </a:xfrm>
              <a:custGeom>
                <a:avLst/>
                <a:gdLst/>
                <a:ahLst/>
                <a:cxnLst>
                  <a:cxn ang="0">
                    <a:pos x="0" y="8"/>
                  </a:cxn>
                  <a:cxn ang="0">
                    <a:pos x="0" y="10"/>
                  </a:cxn>
                  <a:cxn ang="0">
                    <a:pos x="4" y="10"/>
                  </a:cxn>
                  <a:cxn ang="0">
                    <a:pos x="4" y="13"/>
                  </a:cxn>
                  <a:cxn ang="0">
                    <a:pos x="8" y="16"/>
                  </a:cxn>
                  <a:cxn ang="0">
                    <a:pos x="12" y="19"/>
                  </a:cxn>
                  <a:cxn ang="0">
                    <a:pos x="16" y="19"/>
                  </a:cxn>
                  <a:cxn ang="0">
                    <a:pos x="20" y="16"/>
                  </a:cxn>
                  <a:cxn ang="0">
                    <a:pos x="24" y="13"/>
                  </a:cxn>
                  <a:cxn ang="0">
                    <a:pos x="24" y="10"/>
                  </a:cxn>
                  <a:cxn ang="0">
                    <a:pos x="29" y="10"/>
                  </a:cxn>
                  <a:cxn ang="0">
                    <a:pos x="29" y="5"/>
                  </a:cxn>
                  <a:cxn ang="0">
                    <a:pos x="24" y="5"/>
                  </a:cxn>
                  <a:cxn ang="0">
                    <a:pos x="24" y="2"/>
                  </a:cxn>
                  <a:cxn ang="0">
                    <a:pos x="20" y="0"/>
                  </a:cxn>
                  <a:cxn ang="0">
                    <a:pos x="16" y="0"/>
                  </a:cxn>
                  <a:cxn ang="0">
                    <a:pos x="12" y="0"/>
                  </a:cxn>
                  <a:cxn ang="0">
                    <a:pos x="8" y="0"/>
                  </a:cxn>
                  <a:cxn ang="0">
                    <a:pos x="4" y="2"/>
                  </a:cxn>
                  <a:cxn ang="0">
                    <a:pos x="4" y="5"/>
                  </a:cxn>
                  <a:cxn ang="0">
                    <a:pos x="0" y="5"/>
                  </a:cxn>
                  <a:cxn ang="0">
                    <a:pos x="0" y="8"/>
                  </a:cxn>
                </a:cxnLst>
                <a:rect l="0" t="0" r="0" b="0"/>
                <a:pathLst>
                  <a:path w="30" h="20">
                    <a:moveTo>
                      <a:pt x="0" y="8"/>
                    </a:moveTo>
                    <a:lnTo>
                      <a:pt x="0" y="10"/>
                    </a:lnTo>
                    <a:lnTo>
                      <a:pt x="4" y="10"/>
                    </a:lnTo>
                    <a:lnTo>
                      <a:pt x="4" y="13"/>
                    </a:lnTo>
                    <a:lnTo>
                      <a:pt x="8" y="16"/>
                    </a:lnTo>
                    <a:lnTo>
                      <a:pt x="12" y="19"/>
                    </a:lnTo>
                    <a:lnTo>
                      <a:pt x="16" y="19"/>
                    </a:lnTo>
                    <a:lnTo>
                      <a:pt x="20" y="16"/>
                    </a:lnTo>
                    <a:lnTo>
                      <a:pt x="24" y="13"/>
                    </a:lnTo>
                    <a:lnTo>
                      <a:pt x="24" y="10"/>
                    </a:lnTo>
                    <a:lnTo>
                      <a:pt x="29" y="10"/>
                    </a:lnTo>
                    <a:lnTo>
                      <a:pt x="29" y="5"/>
                    </a:lnTo>
                    <a:lnTo>
                      <a:pt x="24" y="5"/>
                    </a:lnTo>
                    <a:lnTo>
                      <a:pt x="24" y="2"/>
                    </a:lnTo>
                    <a:lnTo>
                      <a:pt x="20" y="0"/>
                    </a:lnTo>
                    <a:lnTo>
                      <a:pt x="16" y="0"/>
                    </a:lnTo>
                    <a:lnTo>
                      <a:pt x="12" y="0"/>
                    </a:lnTo>
                    <a:lnTo>
                      <a:pt x="8" y="0"/>
                    </a:lnTo>
                    <a:lnTo>
                      <a:pt x="4" y="2"/>
                    </a:lnTo>
                    <a:lnTo>
                      <a:pt x="4" y="5"/>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899" name="Line 227"/>
              <p:cNvSpPr/>
              <p:nvPr/>
            </p:nvSpPr>
            <p:spPr>
              <a:xfrm>
                <a:off x="3732" y="1439"/>
                <a:ext cx="10" cy="1"/>
              </a:xfrm>
              <a:prstGeom prst="line">
                <a:avLst/>
              </a:prstGeom>
              <a:ln w="12700" cap="flat" cmpd="sng">
                <a:solidFill>
                  <a:schemeClr val="tx1"/>
                </a:solidFill>
                <a:prstDash val="solid"/>
                <a:headEnd type="none" w="med" len="med"/>
                <a:tailEnd type="none" w="med" len="med"/>
              </a:ln>
            </p:spPr>
          </p:sp>
          <p:sp>
            <p:nvSpPr>
              <p:cNvPr id="28900" name="Line 228"/>
              <p:cNvSpPr/>
              <p:nvPr/>
            </p:nvSpPr>
            <p:spPr>
              <a:xfrm>
                <a:off x="3737" y="1435"/>
                <a:ext cx="6" cy="1"/>
              </a:xfrm>
              <a:prstGeom prst="line">
                <a:avLst/>
              </a:prstGeom>
              <a:ln w="12700" cap="flat" cmpd="sng">
                <a:solidFill>
                  <a:schemeClr val="tx1"/>
                </a:solidFill>
                <a:prstDash val="solid"/>
                <a:headEnd type="none" w="med" len="med"/>
                <a:tailEnd type="none" w="med" len="med"/>
              </a:ln>
            </p:spPr>
          </p:sp>
          <p:sp>
            <p:nvSpPr>
              <p:cNvPr id="28901" name="Freeform 229"/>
              <p:cNvSpPr/>
              <p:nvPr/>
            </p:nvSpPr>
            <p:spPr>
              <a:xfrm>
                <a:off x="3727" y="1432"/>
                <a:ext cx="32" cy="20"/>
              </a:xfrm>
              <a:custGeom>
                <a:avLst/>
                <a:gdLst/>
                <a:ahLst/>
                <a:cxnLst>
                  <a:cxn ang="0">
                    <a:pos x="23" y="19"/>
                  </a:cxn>
                  <a:cxn ang="0">
                    <a:pos x="31" y="15"/>
                  </a:cxn>
                  <a:cxn ang="0">
                    <a:pos x="31" y="3"/>
                  </a:cxn>
                  <a:cxn ang="0">
                    <a:pos x="23" y="0"/>
                  </a:cxn>
                  <a:cxn ang="0">
                    <a:pos x="15" y="0"/>
                  </a:cxn>
                  <a:cxn ang="0">
                    <a:pos x="7" y="0"/>
                  </a:cxn>
                  <a:cxn ang="0">
                    <a:pos x="0" y="3"/>
                  </a:cxn>
                  <a:cxn ang="0">
                    <a:pos x="0" y="6"/>
                  </a:cxn>
                  <a:cxn ang="0">
                    <a:pos x="0" y="9"/>
                  </a:cxn>
                  <a:cxn ang="0">
                    <a:pos x="0" y="12"/>
                  </a:cxn>
                  <a:cxn ang="0">
                    <a:pos x="7" y="19"/>
                  </a:cxn>
                  <a:cxn ang="0">
                    <a:pos x="15" y="19"/>
                  </a:cxn>
                  <a:cxn ang="0">
                    <a:pos x="23" y="19"/>
                  </a:cxn>
                </a:cxnLst>
                <a:rect l="0" t="0" r="0" b="0"/>
                <a:pathLst>
                  <a:path w="32" h="20">
                    <a:moveTo>
                      <a:pt x="23" y="19"/>
                    </a:moveTo>
                    <a:lnTo>
                      <a:pt x="31" y="15"/>
                    </a:lnTo>
                    <a:lnTo>
                      <a:pt x="31" y="3"/>
                    </a:lnTo>
                    <a:lnTo>
                      <a:pt x="23" y="0"/>
                    </a:lnTo>
                    <a:lnTo>
                      <a:pt x="15" y="0"/>
                    </a:lnTo>
                    <a:lnTo>
                      <a:pt x="7" y="0"/>
                    </a:lnTo>
                    <a:lnTo>
                      <a:pt x="0" y="3"/>
                    </a:lnTo>
                    <a:lnTo>
                      <a:pt x="0" y="6"/>
                    </a:lnTo>
                    <a:lnTo>
                      <a:pt x="0" y="9"/>
                    </a:lnTo>
                    <a:lnTo>
                      <a:pt x="0" y="12"/>
                    </a:lnTo>
                    <a:lnTo>
                      <a:pt x="7" y="19"/>
                    </a:lnTo>
                    <a:lnTo>
                      <a:pt x="15" y="19"/>
                    </a:lnTo>
                    <a:lnTo>
                      <a:pt x="23"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02" name="Freeform 230"/>
              <p:cNvSpPr/>
              <p:nvPr/>
            </p:nvSpPr>
            <p:spPr>
              <a:xfrm>
                <a:off x="3728" y="1432"/>
                <a:ext cx="32" cy="20"/>
              </a:xfrm>
              <a:custGeom>
                <a:avLst/>
                <a:gdLst/>
                <a:ahLst/>
                <a:cxnLst>
                  <a:cxn ang="0">
                    <a:pos x="1" y="1"/>
                  </a:cxn>
                  <a:cxn ang="0">
                    <a:pos x="31" y="9"/>
                  </a:cxn>
                  <a:cxn ang="0">
                    <a:pos x="29" y="19"/>
                  </a:cxn>
                  <a:cxn ang="0">
                    <a:pos x="0" y="9"/>
                  </a:cxn>
                  <a:cxn ang="0">
                    <a:pos x="1" y="0"/>
                  </a:cxn>
                  <a:cxn ang="0">
                    <a:pos x="1" y="1"/>
                  </a:cxn>
                </a:cxnLst>
                <a:rect l="0" t="0" r="0" b="0"/>
                <a:pathLst>
                  <a:path w="32" h="20">
                    <a:moveTo>
                      <a:pt x="1" y="1"/>
                    </a:moveTo>
                    <a:lnTo>
                      <a:pt x="31" y="9"/>
                    </a:lnTo>
                    <a:lnTo>
                      <a:pt x="29" y="19"/>
                    </a:lnTo>
                    <a:lnTo>
                      <a:pt x="0" y="9"/>
                    </a:lnTo>
                    <a:lnTo>
                      <a:pt x="1" y="0"/>
                    </a:lnTo>
                    <a:lnTo>
                      <a:pt x="1"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03" name="Freeform 231"/>
              <p:cNvSpPr/>
              <p:nvPr/>
            </p:nvSpPr>
            <p:spPr>
              <a:xfrm>
                <a:off x="3743" y="1435"/>
                <a:ext cx="32" cy="20"/>
              </a:xfrm>
              <a:custGeom>
                <a:avLst/>
                <a:gdLst/>
                <a:ahLst/>
                <a:cxnLst>
                  <a:cxn ang="0">
                    <a:pos x="0" y="8"/>
                  </a:cxn>
                  <a:cxn ang="0">
                    <a:pos x="0" y="10"/>
                  </a:cxn>
                  <a:cxn ang="0">
                    <a:pos x="0" y="13"/>
                  </a:cxn>
                  <a:cxn ang="0">
                    <a:pos x="5" y="19"/>
                  </a:cxn>
                  <a:cxn ang="0">
                    <a:pos x="10" y="19"/>
                  </a:cxn>
                  <a:cxn ang="0">
                    <a:pos x="15" y="19"/>
                  </a:cxn>
                  <a:cxn ang="0">
                    <a:pos x="20" y="19"/>
                  </a:cxn>
                  <a:cxn ang="0">
                    <a:pos x="25" y="19"/>
                  </a:cxn>
                  <a:cxn ang="0">
                    <a:pos x="31" y="13"/>
                  </a:cxn>
                  <a:cxn ang="0">
                    <a:pos x="31" y="10"/>
                  </a:cxn>
                  <a:cxn ang="0">
                    <a:pos x="31" y="8"/>
                  </a:cxn>
                  <a:cxn ang="0">
                    <a:pos x="31" y="5"/>
                  </a:cxn>
                  <a:cxn ang="0">
                    <a:pos x="25" y="2"/>
                  </a:cxn>
                  <a:cxn ang="0">
                    <a:pos x="20" y="2"/>
                  </a:cxn>
                  <a:cxn ang="0">
                    <a:pos x="15" y="0"/>
                  </a:cxn>
                  <a:cxn ang="0">
                    <a:pos x="10" y="0"/>
                  </a:cxn>
                  <a:cxn ang="0">
                    <a:pos x="10" y="2"/>
                  </a:cxn>
                  <a:cxn ang="0">
                    <a:pos x="5" y="2"/>
                  </a:cxn>
                  <a:cxn ang="0">
                    <a:pos x="0" y="5"/>
                  </a:cxn>
                  <a:cxn ang="0">
                    <a:pos x="0" y="8"/>
                  </a:cxn>
                </a:cxnLst>
                <a:rect l="0" t="0" r="0" b="0"/>
                <a:pathLst>
                  <a:path w="32" h="20">
                    <a:moveTo>
                      <a:pt x="0" y="8"/>
                    </a:moveTo>
                    <a:lnTo>
                      <a:pt x="0" y="10"/>
                    </a:lnTo>
                    <a:lnTo>
                      <a:pt x="0" y="13"/>
                    </a:lnTo>
                    <a:lnTo>
                      <a:pt x="5" y="19"/>
                    </a:lnTo>
                    <a:lnTo>
                      <a:pt x="10" y="19"/>
                    </a:lnTo>
                    <a:lnTo>
                      <a:pt x="15" y="19"/>
                    </a:lnTo>
                    <a:lnTo>
                      <a:pt x="20" y="19"/>
                    </a:lnTo>
                    <a:lnTo>
                      <a:pt x="25" y="19"/>
                    </a:lnTo>
                    <a:lnTo>
                      <a:pt x="31" y="13"/>
                    </a:lnTo>
                    <a:lnTo>
                      <a:pt x="31" y="10"/>
                    </a:lnTo>
                    <a:lnTo>
                      <a:pt x="31" y="8"/>
                    </a:lnTo>
                    <a:lnTo>
                      <a:pt x="31" y="5"/>
                    </a:lnTo>
                    <a:lnTo>
                      <a:pt x="25" y="2"/>
                    </a:lnTo>
                    <a:lnTo>
                      <a:pt x="20" y="2"/>
                    </a:lnTo>
                    <a:lnTo>
                      <a:pt x="15" y="0"/>
                    </a:lnTo>
                    <a:lnTo>
                      <a:pt x="10" y="0"/>
                    </a:lnTo>
                    <a:lnTo>
                      <a:pt x="10" y="2"/>
                    </a:lnTo>
                    <a:lnTo>
                      <a:pt x="5" y="2"/>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28904" name="Freeform 232"/>
            <p:cNvSpPr/>
            <p:nvPr/>
          </p:nvSpPr>
          <p:spPr>
            <a:xfrm>
              <a:off x="2198" y="3267"/>
              <a:ext cx="3233" cy="667"/>
            </a:xfrm>
            <a:custGeom>
              <a:avLst/>
              <a:gdLst/>
              <a:ahLst/>
              <a:cxnLst>
                <a:cxn ang="0">
                  <a:pos x="1645" y="0"/>
                </a:cxn>
                <a:cxn ang="0">
                  <a:pos x="1616" y="36"/>
                </a:cxn>
                <a:cxn ang="0">
                  <a:pos x="1578" y="72"/>
                </a:cxn>
                <a:cxn ang="0">
                  <a:pos x="1549" y="81"/>
                </a:cxn>
                <a:cxn ang="0">
                  <a:pos x="1527" y="99"/>
                </a:cxn>
                <a:cxn ang="0">
                  <a:pos x="1489" y="117"/>
                </a:cxn>
                <a:cxn ang="0">
                  <a:pos x="1460" y="135"/>
                </a:cxn>
                <a:cxn ang="0">
                  <a:pos x="1430" y="162"/>
                </a:cxn>
                <a:cxn ang="0">
                  <a:pos x="1401" y="180"/>
                </a:cxn>
                <a:cxn ang="0">
                  <a:pos x="1349" y="207"/>
                </a:cxn>
                <a:cxn ang="0">
                  <a:pos x="1319" y="216"/>
                </a:cxn>
                <a:cxn ang="0">
                  <a:pos x="1297" y="216"/>
                </a:cxn>
                <a:cxn ang="0">
                  <a:pos x="1267" y="234"/>
                </a:cxn>
                <a:cxn ang="0">
                  <a:pos x="1245" y="234"/>
                </a:cxn>
                <a:cxn ang="0">
                  <a:pos x="1223" y="252"/>
                </a:cxn>
                <a:cxn ang="0">
                  <a:pos x="1193" y="252"/>
                </a:cxn>
                <a:cxn ang="0">
                  <a:pos x="1141" y="261"/>
                </a:cxn>
                <a:cxn ang="0">
                  <a:pos x="1104" y="279"/>
                </a:cxn>
                <a:cxn ang="0">
                  <a:pos x="1074" y="288"/>
                </a:cxn>
                <a:cxn ang="0">
                  <a:pos x="1045" y="288"/>
                </a:cxn>
                <a:cxn ang="0">
                  <a:pos x="1022" y="297"/>
                </a:cxn>
                <a:cxn ang="0">
                  <a:pos x="1000" y="297"/>
                </a:cxn>
                <a:cxn ang="0">
                  <a:pos x="978" y="306"/>
                </a:cxn>
                <a:cxn ang="0">
                  <a:pos x="948" y="306"/>
                </a:cxn>
                <a:cxn ang="0">
                  <a:pos x="896" y="315"/>
                </a:cxn>
                <a:cxn ang="0">
                  <a:pos x="867" y="315"/>
                </a:cxn>
                <a:cxn ang="0">
                  <a:pos x="785" y="315"/>
                </a:cxn>
                <a:cxn ang="0">
                  <a:pos x="763" y="324"/>
                </a:cxn>
                <a:cxn ang="0">
                  <a:pos x="733" y="333"/>
                </a:cxn>
                <a:cxn ang="0">
                  <a:pos x="696" y="351"/>
                </a:cxn>
                <a:cxn ang="0">
                  <a:pos x="667" y="351"/>
                </a:cxn>
                <a:cxn ang="0">
                  <a:pos x="644" y="378"/>
                </a:cxn>
                <a:cxn ang="0">
                  <a:pos x="622" y="405"/>
                </a:cxn>
                <a:cxn ang="0">
                  <a:pos x="600" y="423"/>
                </a:cxn>
                <a:cxn ang="0">
                  <a:pos x="563" y="432"/>
                </a:cxn>
                <a:cxn ang="0">
                  <a:pos x="541" y="441"/>
                </a:cxn>
                <a:cxn ang="0">
                  <a:pos x="504" y="450"/>
                </a:cxn>
                <a:cxn ang="0">
                  <a:pos x="474" y="450"/>
                </a:cxn>
                <a:cxn ang="0">
                  <a:pos x="444" y="459"/>
                </a:cxn>
                <a:cxn ang="0">
                  <a:pos x="422" y="477"/>
                </a:cxn>
                <a:cxn ang="0">
                  <a:pos x="392" y="477"/>
                </a:cxn>
                <a:cxn ang="0">
                  <a:pos x="363" y="486"/>
                </a:cxn>
                <a:cxn ang="0">
                  <a:pos x="333" y="504"/>
                </a:cxn>
                <a:cxn ang="0">
                  <a:pos x="311" y="513"/>
                </a:cxn>
                <a:cxn ang="0">
                  <a:pos x="281" y="531"/>
                </a:cxn>
                <a:cxn ang="0">
                  <a:pos x="259" y="531"/>
                </a:cxn>
                <a:cxn ang="0">
                  <a:pos x="229" y="549"/>
                </a:cxn>
                <a:cxn ang="0">
                  <a:pos x="207" y="549"/>
                </a:cxn>
                <a:cxn ang="0">
                  <a:pos x="177" y="549"/>
                </a:cxn>
                <a:cxn ang="0">
                  <a:pos x="155" y="558"/>
                </a:cxn>
                <a:cxn ang="0">
                  <a:pos x="133" y="567"/>
                </a:cxn>
                <a:cxn ang="0">
                  <a:pos x="96" y="585"/>
                </a:cxn>
                <a:cxn ang="0">
                  <a:pos x="66" y="594"/>
                </a:cxn>
                <a:cxn ang="0">
                  <a:pos x="44" y="612"/>
                </a:cxn>
                <a:cxn ang="0">
                  <a:pos x="22" y="630"/>
                </a:cxn>
                <a:cxn ang="0">
                  <a:pos x="0" y="639"/>
                </a:cxn>
                <a:cxn ang="0">
                  <a:pos x="0" y="666"/>
                </a:cxn>
                <a:cxn ang="0">
                  <a:pos x="3232" y="666"/>
                </a:cxn>
                <a:cxn ang="0">
                  <a:pos x="2653" y="189"/>
                </a:cxn>
                <a:cxn ang="0">
                  <a:pos x="2001" y="0"/>
                </a:cxn>
                <a:cxn ang="0">
                  <a:pos x="1616" y="9"/>
                </a:cxn>
                <a:cxn ang="0">
                  <a:pos x="1645" y="0"/>
                </a:cxn>
              </a:cxnLst>
              <a:rect l="0" t="0" r="0" b="0"/>
              <a:pathLst>
                <a:path w="3233" h="667">
                  <a:moveTo>
                    <a:pt x="1645" y="0"/>
                  </a:moveTo>
                  <a:lnTo>
                    <a:pt x="1616" y="36"/>
                  </a:lnTo>
                  <a:lnTo>
                    <a:pt x="1578" y="72"/>
                  </a:lnTo>
                  <a:lnTo>
                    <a:pt x="1549" y="81"/>
                  </a:lnTo>
                  <a:lnTo>
                    <a:pt x="1527" y="99"/>
                  </a:lnTo>
                  <a:lnTo>
                    <a:pt x="1489" y="117"/>
                  </a:lnTo>
                  <a:lnTo>
                    <a:pt x="1460" y="135"/>
                  </a:lnTo>
                  <a:lnTo>
                    <a:pt x="1430" y="162"/>
                  </a:lnTo>
                  <a:lnTo>
                    <a:pt x="1401" y="180"/>
                  </a:lnTo>
                  <a:lnTo>
                    <a:pt x="1349" y="207"/>
                  </a:lnTo>
                  <a:lnTo>
                    <a:pt x="1319" y="216"/>
                  </a:lnTo>
                  <a:lnTo>
                    <a:pt x="1297" y="216"/>
                  </a:lnTo>
                  <a:lnTo>
                    <a:pt x="1267" y="234"/>
                  </a:lnTo>
                  <a:lnTo>
                    <a:pt x="1245" y="234"/>
                  </a:lnTo>
                  <a:lnTo>
                    <a:pt x="1223" y="252"/>
                  </a:lnTo>
                  <a:lnTo>
                    <a:pt x="1193" y="252"/>
                  </a:lnTo>
                  <a:lnTo>
                    <a:pt x="1141" y="261"/>
                  </a:lnTo>
                  <a:lnTo>
                    <a:pt x="1104" y="279"/>
                  </a:lnTo>
                  <a:lnTo>
                    <a:pt x="1074" y="288"/>
                  </a:lnTo>
                  <a:lnTo>
                    <a:pt x="1045" y="288"/>
                  </a:lnTo>
                  <a:lnTo>
                    <a:pt x="1022" y="297"/>
                  </a:lnTo>
                  <a:lnTo>
                    <a:pt x="1000" y="297"/>
                  </a:lnTo>
                  <a:lnTo>
                    <a:pt x="978" y="306"/>
                  </a:lnTo>
                  <a:lnTo>
                    <a:pt x="948" y="306"/>
                  </a:lnTo>
                  <a:lnTo>
                    <a:pt x="896" y="315"/>
                  </a:lnTo>
                  <a:lnTo>
                    <a:pt x="867" y="315"/>
                  </a:lnTo>
                  <a:lnTo>
                    <a:pt x="785" y="315"/>
                  </a:lnTo>
                  <a:lnTo>
                    <a:pt x="763" y="324"/>
                  </a:lnTo>
                  <a:lnTo>
                    <a:pt x="733" y="333"/>
                  </a:lnTo>
                  <a:lnTo>
                    <a:pt x="696" y="351"/>
                  </a:lnTo>
                  <a:lnTo>
                    <a:pt x="667" y="351"/>
                  </a:lnTo>
                  <a:lnTo>
                    <a:pt x="644" y="378"/>
                  </a:lnTo>
                  <a:lnTo>
                    <a:pt x="622" y="405"/>
                  </a:lnTo>
                  <a:lnTo>
                    <a:pt x="600" y="423"/>
                  </a:lnTo>
                  <a:lnTo>
                    <a:pt x="563" y="432"/>
                  </a:lnTo>
                  <a:lnTo>
                    <a:pt x="541" y="441"/>
                  </a:lnTo>
                  <a:lnTo>
                    <a:pt x="504" y="450"/>
                  </a:lnTo>
                  <a:lnTo>
                    <a:pt x="474" y="450"/>
                  </a:lnTo>
                  <a:lnTo>
                    <a:pt x="444" y="459"/>
                  </a:lnTo>
                  <a:lnTo>
                    <a:pt x="422" y="477"/>
                  </a:lnTo>
                  <a:lnTo>
                    <a:pt x="392" y="477"/>
                  </a:lnTo>
                  <a:lnTo>
                    <a:pt x="363" y="486"/>
                  </a:lnTo>
                  <a:lnTo>
                    <a:pt x="333" y="504"/>
                  </a:lnTo>
                  <a:lnTo>
                    <a:pt x="311" y="513"/>
                  </a:lnTo>
                  <a:lnTo>
                    <a:pt x="281" y="531"/>
                  </a:lnTo>
                  <a:lnTo>
                    <a:pt x="259" y="531"/>
                  </a:lnTo>
                  <a:lnTo>
                    <a:pt x="229" y="549"/>
                  </a:lnTo>
                  <a:lnTo>
                    <a:pt x="207" y="549"/>
                  </a:lnTo>
                  <a:lnTo>
                    <a:pt x="177" y="549"/>
                  </a:lnTo>
                  <a:lnTo>
                    <a:pt x="155" y="558"/>
                  </a:lnTo>
                  <a:lnTo>
                    <a:pt x="133" y="567"/>
                  </a:lnTo>
                  <a:lnTo>
                    <a:pt x="96" y="585"/>
                  </a:lnTo>
                  <a:lnTo>
                    <a:pt x="66" y="594"/>
                  </a:lnTo>
                  <a:lnTo>
                    <a:pt x="44" y="612"/>
                  </a:lnTo>
                  <a:lnTo>
                    <a:pt x="22" y="630"/>
                  </a:lnTo>
                  <a:lnTo>
                    <a:pt x="0" y="639"/>
                  </a:lnTo>
                  <a:lnTo>
                    <a:pt x="0" y="666"/>
                  </a:lnTo>
                  <a:lnTo>
                    <a:pt x="3232" y="666"/>
                  </a:lnTo>
                  <a:lnTo>
                    <a:pt x="2653" y="189"/>
                  </a:lnTo>
                  <a:lnTo>
                    <a:pt x="2001" y="0"/>
                  </a:lnTo>
                  <a:lnTo>
                    <a:pt x="1616" y="9"/>
                  </a:lnTo>
                  <a:lnTo>
                    <a:pt x="1645" y="0"/>
                  </a:lnTo>
                </a:path>
              </a:pathLst>
            </a:custGeom>
            <a:gradFill rotWithShape="0">
              <a:gsLst>
                <a:gs pos="0">
                  <a:srgbClr val="66FF33"/>
                </a:gs>
                <a:gs pos="100000">
                  <a:srgbClr val="47B224"/>
                </a:gs>
              </a:gsLst>
              <a:lin ang="5400000" scaled="1"/>
              <a:tileRect/>
            </a:gradFill>
            <a:ln w="12700">
              <a:noFill/>
            </a:ln>
          </p:spPr>
          <p:txBody>
            <a:bodyPr/>
            <a:lstStyle/>
            <a:p>
              <a:endParaRPr lang="zh-CN" altLang="en-US"/>
            </a:p>
          </p:txBody>
        </p:sp>
        <p:sp>
          <p:nvSpPr>
            <p:cNvPr id="4329" name="Freeform 233"/>
            <p:cNvSpPr/>
            <p:nvPr/>
          </p:nvSpPr>
          <p:spPr bwMode="auto">
            <a:xfrm>
              <a:off x="3430" y="2850"/>
              <a:ext cx="2008" cy="1045"/>
            </a:xfrm>
            <a:custGeom>
              <a:avLst/>
              <a:gdLst/>
              <a:ahLst/>
              <a:cxnLst>
                <a:cxn ang="0">
                  <a:pos x="1971" y="0"/>
                </a:cxn>
                <a:cxn ang="0">
                  <a:pos x="1881" y="0"/>
                </a:cxn>
                <a:cxn ang="0">
                  <a:pos x="1809" y="0"/>
                </a:cxn>
                <a:cxn ang="0">
                  <a:pos x="1743" y="0"/>
                </a:cxn>
                <a:cxn ang="0">
                  <a:pos x="1677" y="13"/>
                </a:cxn>
                <a:cxn ang="0">
                  <a:pos x="1605" y="44"/>
                </a:cxn>
                <a:cxn ang="0">
                  <a:pos x="1533" y="84"/>
                </a:cxn>
                <a:cxn ang="0">
                  <a:pos x="1473" y="128"/>
                </a:cxn>
                <a:cxn ang="0">
                  <a:pos x="1419" y="154"/>
                </a:cxn>
                <a:cxn ang="0">
                  <a:pos x="1347" y="194"/>
                </a:cxn>
                <a:cxn ang="0">
                  <a:pos x="1270" y="230"/>
                </a:cxn>
                <a:cxn ang="0">
                  <a:pos x="1192" y="252"/>
                </a:cxn>
                <a:cxn ang="0">
                  <a:pos x="1132" y="261"/>
                </a:cxn>
                <a:cxn ang="0">
                  <a:pos x="1054" y="278"/>
                </a:cxn>
                <a:cxn ang="0">
                  <a:pos x="988" y="291"/>
                </a:cxn>
                <a:cxn ang="0">
                  <a:pos x="928" y="305"/>
                </a:cxn>
                <a:cxn ang="0">
                  <a:pos x="862" y="314"/>
                </a:cxn>
                <a:cxn ang="0">
                  <a:pos x="772" y="314"/>
                </a:cxn>
                <a:cxn ang="0">
                  <a:pos x="694" y="314"/>
                </a:cxn>
                <a:cxn ang="0">
                  <a:pos x="623" y="322"/>
                </a:cxn>
                <a:cxn ang="0">
                  <a:pos x="563" y="331"/>
                </a:cxn>
                <a:cxn ang="0">
                  <a:pos x="491" y="349"/>
                </a:cxn>
                <a:cxn ang="0">
                  <a:pos x="431" y="358"/>
                </a:cxn>
                <a:cxn ang="0">
                  <a:pos x="371" y="358"/>
                </a:cxn>
                <a:cxn ang="0">
                  <a:pos x="299" y="358"/>
                </a:cxn>
                <a:cxn ang="0">
                  <a:pos x="245" y="358"/>
                </a:cxn>
                <a:cxn ang="0">
                  <a:pos x="185" y="362"/>
                </a:cxn>
                <a:cxn ang="0">
                  <a:pos x="125" y="389"/>
                </a:cxn>
                <a:cxn ang="0">
                  <a:pos x="47" y="420"/>
                </a:cxn>
                <a:cxn ang="0">
                  <a:pos x="0" y="451"/>
                </a:cxn>
                <a:cxn ang="0">
                  <a:pos x="53" y="473"/>
                </a:cxn>
                <a:cxn ang="0">
                  <a:pos x="143" y="473"/>
                </a:cxn>
                <a:cxn ang="0">
                  <a:pos x="209" y="473"/>
                </a:cxn>
                <a:cxn ang="0">
                  <a:pos x="311" y="473"/>
                </a:cxn>
                <a:cxn ang="0">
                  <a:pos x="377" y="473"/>
                </a:cxn>
                <a:cxn ang="0">
                  <a:pos x="449" y="473"/>
                </a:cxn>
                <a:cxn ang="0">
                  <a:pos x="539" y="473"/>
                </a:cxn>
                <a:cxn ang="0">
                  <a:pos x="563" y="517"/>
                </a:cxn>
                <a:cxn ang="0">
                  <a:pos x="539" y="561"/>
                </a:cxn>
                <a:cxn ang="0">
                  <a:pos x="587" y="592"/>
                </a:cxn>
                <a:cxn ang="0">
                  <a:pos x="682" y="597"/>
                </a:cxn>
                <a:cxn ang="0">
                  <a:pos x="772" y="597"/>
                </a:cxn>
                <a:cxn ang="0">
                  <a:pos x="922" y="614"/>
                </a:cxn>
                <a:cxn ang="0">
                  <a:pos x="916" y="667"/>
                </a:cxn>
                <a:cxn ang="0">
                  <a:pos x="1000" y="703"/>
                </a:cxn>
                <a:cxn ang="0">
                  <a:pos x="1156" y="712"/>
                </a:cxn>
                <a:cxn ang="0">
                  <a:pos x="1246" y="712"/>
                </a:cxn>
                <a:cxn ang="0">
                  <a:pos x="1306" y="721"/>
                </a:cxn>
                <a:cxn ang="0">
                  <a:pos x="1377" y="738"/>
                </a:cxn>
                <a:cxn ang="0">
                  <a:pos x="1383" y="791"/>
                </a:cxn>
                <a:cxn ang="0">
                  <a:pos x="1389" y="836"/>
                </a:cxn>
                <a:cxn ang="0">
                  <a:pos x="1401" y="884"/>
                </a:cxn>
                <a:cxn ang="0">
                  <a:pos x="1377" y="928"/>
                </a:cxn>
                <a:cxn ang="0">
                  <a:pos x="1395" y="982"/>
                </a:cxn>
                <a:cxn ang="0">
                  <a:pos x="1491" y="1021"/>
                </a:cxn>
                <a:cxn ang="0">
                  <a:pos x="1641" y="1035"/>
                </a:cxn>
                <a:cxn ang="0">
                  <a:pos x="1713" y="1035"/>
                </a:cxn>
                <a:cxn ang="0">
                  <a:pos x="1779" y="1035"/>
                </a:cxn>
                <a:cxn ang="0">
                  <a:pos x="1845" y="1035"/>
                </a:cxn>
                <a:cxn ang="0">
                  <a:pos x="1899" y="1035"/>
                </a:cxn>
                <a:cxn ang="0">
                  <a:pos x="1965" y="1035"/>
                </a:cxn>
                <a:cxn ang="0">
                  <a:pos x="1989" y="1017"/>
                </a:cxn>
                <a:cxn ang="0">
                  <a:pos x="2007" y="8"/>
                </a:cxn>
              </a:cxnLst>
              <a:rect l="0" t="0" r="r" b="b"/>
              <a:pathLst>
                <a:path w="2008" h="1045">
                  <a:moveTo>
                    <a:pt x="2007" y="8"/>
                  </a:moveTo>
                  <a:lnTo>
                    <a:pt x="2001" y="0"/>
                  </a:lnTo>
                  <a:lnTo>
                    <a:pt x="1971" y="0"/>
                  </a:lnTo>
                  <a:lnTo>
                    <a:pt x="1941" y="0"/>
                  </a:lnTo>
                  <a:lnTo>
                    <a:pt x="1917" y="0"/>
                  </a:lnTo>
                  <a:lnTo>
                    <a:pt x="1881" y="0"/>
                  </a:lnTo>
                  <a:lnTo>
                    <a:pt x="1857" y="0"/>
                  </a:lnTo>
                  <a:lnTo>
                    <a:pt x="1833" y="0"/>
                  </a:lnTo>
                  <a:lnTo>
                    <a:pt x="1809" y="0"/>
                  </a:lnTo>
                  <a:lnTo>
                    <a:pt x="1791" y="0"/>
                  </a:lnTo>
                  <a:lnTo>
                    <a:pt x="1767" y="0"/>
                  </a:lnTo>
                  <a:lnTo>
                    <a:pt x="1743" y="0"/>
                  </a:lnTo>
                  <a:lnTo>
                    <a:pt x="1719" y="4"/>
                  </a:lnTo>
                  <a:lnTo>
                    <a:pt x="1695" y="8"/>
                  </a:lnTo>
                  <a:lnTo>
                    <a:pt x="1677" y="13"/>
                  </a:lnTo>
                  <a:lnTo>
                    <a:pt x="1653" y="22"/>
                  </a:lnTo>
                  <a:lnTo>
                    <a:pt x="1629" y="30"/>
                  </a:lnTo>
                  <a:lnTo>
                    <a:pt x="1605" y="44"/>
                  </a:lnTo>
                  <a:lnTo>
                    <a:pt x="1581" y="57"/>
                  </a:lnTo>
                  <a:lnTo>
                    <a:pt x="1557" y="66"/>
                  </a:lnTo>
                  <a:lnTo>
                    <a:pt x="1533" y="84"/>
                  </a:lnTo>
                  <a:lnTo>
                    <a:pt x="1515" y="97"/>
                  </a:lnTo>
                  <a:lnTo>
                    <a:pt x="1497" y="110"/>
                  </a:lnTo>
                  <a:lnTo>
                    <a:pt x="1473" y="128"/>
                  </a:lnTo>
                  <a:lnTo>
                    <a:pt x="1455" y="137"/>
                  </a:lnTo>
                  <a:lnTo>
                    <a:pt x="1437" y="145"/>
                  </a:lnTo>
                  <a:lnTo>
                    <a:pt x="1419" y="154"/>
                  </a:lnTo>
                  <a:lnTo>
                    <a:pt x="1389" y="172"/>
                  </a:lnTo>
                  <a:lnTo>
                    <a:pt x="1365" y="181"/>
                  </a:lnTo>
                  <a:lnTo>
                    <a:pt x="1347" y="194"/>
                  </a:lnTo>
                  <a:lnTo>
                    <a:pt x="1324" y="207"/>
                  </a:lnTo>
                  <a:lnTo>
                    <a:pt x="1294" y="221"/>
                  </a:lnTo>
                  <a:lnTo>
                    <a:pt x="1270" y="230"/>
                  </a:lnTo>
                  <a:lnTo>
                    <a:pt x="1246" y="238"/>
                  </a:lnTo>
                  <a:lnTo>
                    <a:pt x="1216" y="243"/>
                  </a:lnTo>
                  <a:lnTo>
                    <a:pt x="1192" y="252"/>
                  </a:lnTo>
                  <a:lnTo>
                    <a:pt x="1168" y="256"/>
                  </a:lnTo>
                  <a:lnTo>
                    <a:pt x="1150" y="261"/>
                  </a:lnTo>
                  <a:lnTo>
                    <a:pt x="1132" y="261"/>
                  </a:lnTo>
                  <a:lnTo>
                    <a:pt x="1102" y="269"/>
                  </a:lnTo>
                  <a:lnTo>
                    <a:pt x="1078" y="274"/>
                  </a:lnTo>
                  <a:lnTo>
                    <a:pt x="1054" y="278"/>
                  </a:lnTo>
                  <a:lnTo>
                    <a:pt x="1036" y="278"/>
                  </a:lnTo>
                  <a:lnTo>
                    <a:pt x="1018" y="283"/>
                  </a:lnTo>
                  <a:lnTo>
                    <a:pt x="988" y="291"/>
                  </a:lnTo>
                  <a:lnTo>
                    <a:pt x="970" y="296"/>
                  </a:lnTo>
                  <a:lnTo>
                    <a:pt x="952" y="300"/>
                  </a:lnTo>
                  <a:lnTo>
                    <a:pt x="928" y="305"/>
                  </a:lnTo>
                  <a:lnTo>
                    <a:pt x="910" y="309"/>
                  </a:lnTo>
                  <a:lnTo>
                    <a:pt x="892" y="314"/>
                  </a:lnTo>
                  <a:lnTo>
                    <a:pt x="862" y="314"/>
                  </a:lnTo>
                  <a:lnTo>
                    <a:pt x="832" y="314"/>
                  </a:lnTo>
                  <a:lnTo>
                    <a:pt x="790" y="314"/>
                  </a:lnTo>
                  <a:lnTo>
                    <a:pt x="772" y="314"/>
                  </a:lnTo>
                  <a:lnTo>
                    <a:pt x="742" y="314"/>
                  </a:lnTo>
                  <a:lnTo>
                    <a:pt x="718" y="314"/>
                  </a:lnTo>
                  <a:lnTo>
                    <a:pt x="694" y="314"/>
                  </a:lnTo>
                  <a:lnTo>
                    <a:pt x="676" y="314"/>
                  </a:lnTo>
                  <a:lnTo>
                    <a:pt x="653" y="318"/>
                  </a:lnTo>
                  <a:lnTo>
                    <a:pt x="623" y="322"/>
                  </a:lnTo>
                  <a:lnTo>
                    <a:pt x="599" y="322"/>
                  </a:lnTo>
                  <a:lnTo>
                    <a:pt x="581" y="327"/>
                  </a:lnTo>
                  <a:lnTo>
                    <a:pt x="563" y="331"/>
                  </a:lnTo>
                  <a:lnTo>
                    <a:pt x="539" y="336"/>
                  </a:lnTo>
                  <a:lnTo>
                    <a:pt x="509" y="345"/>
                  </a:lnTo>
                  <a:lnTo>
                    <a:pt x="491" y="349"/>
                  </a:lnTo>
                  <a:lnTo>
                    <a:pt x="473" y="349"/>
                  </a:lnTo>
                  <a:lnTo>
                    <a:pt x="449" y="353"/>
                  </a:lnTo>
                  <a:lnTo>
                    <a:pt x="431" y="358"/>
                  </a:lnTo>
                  <a:lnTo>
                    <a:pt x="413" y="358"/>
                  </a:lnTo>
                  <a:lnTo>
                    <a:pt x="395" y="358"/>
                  </a:lnTo>
                  <a:lnTo>
                    <a:pt x="371" y="358"/>
                  </a:lnTo>
                  <a:lnTo>
                    <a:pt x="347" y="358"/>
                  </a:lnTo>
                  <a:lnTo>
                    <a:pt x="323" y="358"/>
                  </a:lnTo>
                  <a:lnTo>
                    <a:pt x="299" y="358"/>
                  </a:lnTo>
                  <a:lnTo>
                    <a:pt x="281" y="358"/>
                  </a:lnTo>
                  <a:lnTo>
                    <a:pt x="263" y="358"/>
                  </a:lnTo>
                  <a:lnTo>
                    <a:pt x="245" y="358"/>
                  </a:lnTo>
                  <a:lnTo>
                    <a:pt x="221" y="358"/>
                  </a:lnTo>
                  <a:lnTo>
                    <a:pt x="203" y="358"/>
                  </a:lnTo>
                  <a:lnTo>
                    <a:pt x="185" y="362"/>
                  </a:lnTo>
                  <a:lnTo>
                    <a:pt x="167" y="367"/>
                  </a:lnTo>
                  <a:lnTo>
                    <a:pt x="143" y="380"/>
                  </a:lnTo>
                  <a:lnTo>
                    <a:pt x="125" y="389"/>
                  </a:lnTo>
                  <a:lnTo>
                    <a:pt x="101" y="398"/>
                  </a:lnTo>
                  <a:lnTo>
                    <a:pt x="77" y="406"/>
                  </a:lnTo>
                  <a:lnTo>
                    <a:pt x="47" y="420"/>
                  </a:lnTo>
                  <a:lnTo>
                    <a:pt x="29" y="429"/>
                  </a:lnTo>
                  <a:lnTo>
                    <a:pt x="5" y="437"/>
                  </a:lnTo>
                  <a:lnTo>
                    <a:pt x="0" y="451"/>
                  </a:lnTo>
                  <a:lnTo>
                    <a:pt x="5" y="464"/>
                  </a:lnTo>
                  <a:lnTo>
                    <a:pt x="35" y="473"/>
                  </a:lnTo>
                  <a:lnTo>
                    <a:pt x="53" y="473"/>
                  </a:lnTo>
                  <a:lnTo>
                    <a:pt x="71" y="473"/>
                  </a:lnTo>
                  <a:lnTo>
                    <a:pt x="107" y="473"/>
                  </a:lnTo>
                  <a:lnTo>
                    <a:pt x="143" y="473"/>
                  </a:lnTo>
                  <a:lnTo>
                    <a:pt x="161" y="473"/>
                  </a:lnTo>
                  <a:lnTo>
                    <a:pt x="185" y="473"/>
                  </a:lnTo>
                  <a:lnTo>
                    <a:pt x="209" y="473"/>
                  </a:lnTo>
                  <a:lnTo>
                    <a:pt x="239" y="473"/>
                  </a:lnTo>
                  <a:lnTo>
                    <a:pt x="275" y="473"/>
                  </a:lnTo>
                  <a:lnTo>
                    <a:pt x="311" y="473"/>
                  </a:lnTo>
                  <a:lnTo>
                    <a:pt x="341" y="473"/>
                  </a:lnTo>
                  <a:lnTo>
                    <a:pt x="359" y="473"/>
                  </a:lnTo>
                  <a:lnTo>
                    <a:pt x="377" y="473"/>
                  </a:lnTo>
                  <a:lnTo>
                    <a:pt x="407" y="473"/>
                  </a:lnTo>
                  <a:lnTo>
                    <a:pt x="431" y="473"/>
                  </a:lnTo>
                  <a:lnTo>
                    <a:pt x="449" y="473"/>
                  </a:lnTo>
                  <a:lnTo>
                    <a:pt x="491" y="473"/>
                  </a:lnTo>
                  <a:lnTo>
                    <a:pt x="521" y="473"/>
                  </a:lnTo>
                  <a:lnTo>
                    <a:pt x="539" y="473"/>
                  </a:lnTo>
                  <a:lnTo>
                    <a:pt x="557" y="486"/>
                  </a:lnTo>
                  <a:lnTo>
                    <a:pt x="563" y="499"/>
                  </a:lnTo>
                  <a:lnTo>
                    <a:pt x="563" y="517"/>
                  </a:lnTo>
                  <a:lnTo>
                    <a:pt x="551" y="535"/>
                  </a:lnTo>
                  <a:lnTo>
                    <a:pt x="539" y="548"/>
                  </a:lnTo>
                  <a:lnTo>
                    <a:pt x="539" y="561"/>
                  </a:lnTo>
                  <a:lnTo>
                    <a:pt x="545" y="575"/>
                  </a:lnTo>
                  <a:lnTo>
                    <a:pt x="569" y="588"/>
                  </a:lnTo>
                  <a:lnTo>
                    <a:pt x="587" y="592"/>
                  </a:lnTo>
                  <a:lnTo>
                    <a:pt x="605" y="597"/>
                  </a:lnTo>
                  <a:lnTo>
                    <a:pt x="641" y="597"/>
                  </a:lnTo>
                  <a:lnTo>
                    <a:pt x="682" y="597"/>
                  </a:lnTo>
                  <a:lnTo>
                    <a:pt x="712" y="597"/>
                  </a:lnTo>
                  <a:lnTo>
                    <a:pt x="736" y="597"/>
                  </a:lnTo>
                  <a:lnTo>
                    <a:pt x="772" y="597"/>
                  </a:lnTo>
                  <a:lnTo>
                    <a:pt x="868" y="592"/>
                  </a:lnTo>
                  <a:lnTo>
                    <a:pt x="910" y="592"/>
                  </a:lnTo>
                  <a:lnTo>
                    <a:pt x="922" y="614"/>
                  </a:lnTo>
                  <a:lnTo>
                    <a:pt x="922" y="632"/>
                  </a:lnTo>
                  <a:lnTo>
                    <a:pt x="916" y="650"/>
                  </a:lnTo>
                  <a:lnTo>
                    <a:pt x="916" y="667"/>
                  </a:lnTo>
                  <a:lnTo>
                    <a:pt x="922" y="681"/>
                  </a:lnTo>
                  <a:lnTo>
                    <a:pt x="958" y="694"/>
                  </a:lnTo>
                  <a:lnTo>
                    <a:pt x="1000" y="703"/>
                  </a:lnTo>
                  <a:lnTo>
                    <a:pt x="1096" y="712"/>
                  </a:lnTo>
                  <a:lnTo>
                    <a:pt x="1132" y="712"/>
                  </a:lnTo>
                  <a:lnTo>
                    <a:pt x="1156" y="712"/>
                  </a:lnTo>
                  <a:lnTo>
                    <a:pt x="1186" y="712"/>
                  </a:lnTo>
                  <a:lnTo>
                    <a:pt x="1210" y="712"/>
                  </a:lnTo>
                  <a:lnTo>
                    <a:pt x="1246" y="712"/>
                  </a:lnTo>
                  <a:lnTo>
                    <a:pt x="1264" y="712"/>
                  </a:lnTo>
                  <a:lnTo>
                    <a:pt x="1282" y="712"/>
                  </a:lnTo>
                  <a:lnTo>
                    <a:pt x="1306" y="721"/>
                  </a:lnTo>
                  <a:lnTo>
                    <a:pt x="1341" y="725"/>
                  </a:lnTo>
                  <a:lnTo>
                    <a:pt x="1359" y="729"/>
                  </a:lnTo>
                  <a:lnTo>
                    <a:pt x="1377" y="738"/>
                  </a:lnTo>
                  <a:lnTo>
                    <a:pt x="1383" y="756"/>
                  </a:lnTo>
                  <a:lnTo>
                    <a:pt x="1383" y="774"/>
                  </a:lnTo>
                  <a:lnTo>
                    <a:pt x="1383" y="791"/>
                  </a:lnTo>
                  <a:lnTo>
                    <a:pt x="1383" y="805"/>
                  </a:lnTo>
                  <a:lnTo>
                    <a:pt x="1383" y="818"/>
                  </a:lnTo>
                  <a:lnTo>
                    <a:pt x="1389" y="836"/>
                  </a:lnTo>
                  <a:lnTo>
                    <a:pt x="1407" y="844"/>
                  </a:lnTo>
                  <a:lnTo>
                    <a:pt x="1407" y="862"/>
                  </a:lnTo>
                  <a:lnTo>
                    <a:pt x="1401" y="884"/>
                  </a:lnTo>
                  <a:lnTo>
                    <a:pt x="1383" y="898"/>
                  </a:lnTo>
                  <a:lnTo>
                    <a:pt x="1377" y="911"/>
                  </a:lnTo>
                  <a:lnTo>
                    <a:pt x="1377" y="928"/>
                  </a:lnTo>
                  <a:lnTo>
                    <a:pt x="1383" y="946"/>
                  </a:lnTo>
                  <a:lnTo>
                    <a:pt x="1389" y="959"/>
                  </a:lnTo>
                  <a:lnTo>
                    <a:pt x="1395" y="982"/>
                  </a:lnTo>
                  <a:lnTo>
                    <a:pt x="1425" y="999"/>
                  </a:lnTo>
                  <a:lnTo>
                    <a:pt x="1449" y="1013"/>
                  </a:lnTo>
                  <a:lnTo>
                    <a:pt x="1491" y="1021"/>
                  </a:lnTo>
                  <a:lnTo>
                    <a:pt x="1587" y="1030"/>
                  </a:lnTo>
                  <a:lnTo>
                    <a:pt x="1623" y="1035"/>
                  </a:lnTo>
                  <a:lnTo>
                    <a:pt x="1641" y="1035"/>
                  </a:lnTo>
                  <a:lnTo>
                    <a:pt x="1659" y="1035"/>
                  </a:lnTo>
                  <a:lnTo>
                    <a:pt x="1695" y="1035"/>
                  </a:lnTo>
                  <a:lnTo>
                    <a:pt x="1713" y="1035"/>
                  </a:lnTo>
                  <a:lnTo>
                    <a:pt x="1737" y="1035"/>
                  </a:lnTo>
                  <a:lnTo>
                    <a:pt x="1761" y="1035"/>
                  </a:lnTo>
                  <a:lnTo>
                    <a:pt x="1779" y="1035"/>
                  </a:lnTo>
                  <a:lnTo>
                    <a:pt x="1803" y="1035"/>
                  </a:lnTo>
                  <a:lnTo>
                    <a:pt x="1827" y="1035"/>
                  </a:lnTo>
                  <a:lnTo>
                    <a:pt x="1845" y="1035"/>
                  </a:lnTo>
                  <a:lnTo>
                    <a:pt x="1863" y="1035"/>
                  </a:lnTo>
                  <a:lnTo>
                    <a:pt x="1881" y="1035"/>
                  </a:lnTo>
                  <a:lnTo>
                    <a:pt x="1899" y="1035"/>
                  </a:lnTo>
                  <a:lnTo>
                    <a:pt x="1923" y="1035"/>
                  </a:lnTo>
                  <a:lnTo>
                    <a:pt x="1941" y="1035"/>
                  </a:lnTo>
                  <a:lnTo>
                    <a:pt x="1965" y="1035"/>
                  </a:lnTo>
                  <a:lnTo>
                    <a:pt x="1989" y="1035"/>
                  </a:lnTo>
                  <a:lnTo>
                    <a:pt x="2007" y="1039"/>
                  </a:lnTo>
                  <a:lnTo>
                    <a:pt x="1989" y="1017"/>
                  </a:lnTo>
                  <a:lnTo>
                    <a:pt x="2007" y="1044"/>
                  </a:lnTo>
                  <a:lnTo>
                    <a:pt x="2007" y="1017"/>
                  </a:lnTo>
                  <a:lnTo>
                    <a:pt x="2007" y="8"/>
                  </a:lnTo>
                </a:path>
              </a:pathLst>
            </a:custGeom>
            <a:gradFill rotWithShape="0">
              <a:gsLst>
                <a:gs pos="0">
                  <a:srgbClr val="33CC33"/>
                </a:gs>
                <a:gs pos="100000">
                  <a:srgbClr val="33CC33">
                    <a:gamma/>
                    <a:shade val="89804"/>
                    <a:invGamma/>
                  </a:srgbClr>
                </a:gs>
              </a:gsLst>
              <a:lin ang="5400000" scaled="1"/>
            </a:gradFill>
            <a:ln w="12700" cap="rnd" cmpd="sng">
              <a:noFill/>
              <a:prstDash val="solid"/>
              <a:round/>
              <a:headEnd type="none" w="med" len="med"/>
              <a:tailEnd type="none" w="med" len="med"/>
            </a:ln>
            <a:effectLst>
              <a:outerShdw dist="107763" dir="8100000" algn="ctr" rotWithShape="0">
                <a:srgbClr val="336600"/>
              </a:outerShdw>
            </a:effectLst>
          </p:spPr>
          <p:txBody>
            <a:bodyPr/>
            <a:lstStyle/>
            <a:p>
              <a:pPr fontAlgn="base">
                <a:spcBef>
                  <a:spcPct val="0"/>
                </a:spcBef>
                <a:spcAft>
                  <a:spcPct val="0"/>
                </a:spcAft>
                <a:defRPr/>
              </a:pPr>
              <a:endParaRPr lang="zh-CN" altLang="en-US" sz="3600">
                <a:latin typeface="Times New Roman" panose="02020603050405020304" pitchFamily="18" charset="0"/>
                <a:ea typeface="宋体" panose="02010600030101010101" pitchFamily="2" charset="-122"/>
              </a:endParaRPr>
            </a:p>
          </p:txBody>
        </p:sp>
        <p:sp>
          <p:nvSpPr>
            <p:cNvPr id="28906" name="AutoShape 234"/>
            <p:cNvSpPr/>
            <p:nvPr/>
          </p:nvSpPr>
          <p:spPr>
            <a:xfrm>
              <a:off x="4430" y="3611"/>
              <a:ext cx="48" cy="199"/>
            </a:xfrm>
            <a:prstGeom prst="triangle">
              <a:avLst>
                <a:gd name="adj" fmla="val 49977"/>
              </a:avLst>
            </a:prstGeom>
            <a:solidFill>
              <a:schemeClr val="bg1"/>
            </a:solidFill>
            <a:ln w="12700" cap="flat" cmpd="sng">
              <a:solidFill>
                <a:schemeClr val="bg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07" name="Freeform 235"/>
            <p:cNvSpPr/>
            <p:nvPr/>
          </p:nvSpPr>
          <p:spPr>
            <a:xfrm>
              <a:off x="4317" y="3716"/>
              <a:ext cx="278" cy="35"/>
            </a:xfrm>
            <a:custGeom>
              <a:avLst/>
              <a:gdLst/>
              <a:ahLst/>
              <a:cxnLst>
                <a:cxn ang="0">
                  <a:pos x="0" y="32"/>
                </a:cxn>
                <a:cxn ang="0">
                  <a:pos x="33" y="0"/>
                </a:cxn>
                <a:cxn ang="0">
                  <a:pos x="246" y="0"/>
                </a:cxn>
                <a:cxn ang="0">
                  <a:pos x="277" y="34"/>
                </a:cxn>
                <a:cxn ang="0">
                  <a:pos x="0" y="32"/>
                </a:cxn>
              </a:cxnLst>
              <a:rect l="0" t="0" r="0" b="0"/>
              <a:pathLst>
                <a:path w="278" h="35">
                  <a:moveTo>
                    <a:pt x="0" y="32"/>
                  </a:moveTo>
                  <a:lnTo>
                    <a:pt x="33" y="0"/>
                  </a:lnTo>
                  <a:lnTo>
                    <a:pt x="246" y="0"/>
                  </a:lnTo>
                  <a:lnTo>
                    <a:pt x="277" y="34"/>
                  </a:lnTo>
                  <a:lnTo>
                    <a:pt x="0" y="32"/>
                  </a:lnTo>
                </a:path>
              </a:pathLst>
            </a:custGeom>
            <a:solidFill>
              <a:schemeClr val="bg1"/>
            </a:solidFill>
            <a:ln w="12700" cap="rnd" cmpd="sng">
              <a:solidFill>
                <a:schemeClr val="bg1"/>
              </a:solidFill>
              <a:prstDash val="solid"/>
              <a:round/>
              <a:headEnd type="none" w="med" len="med"/>
              <a:tailEnd type="none" w="med" len="med"/>
            </a:ln>
          </p:spPr>
          <p:txBody>
            <a:bodyPr/>
            <a:lstStyle/>
            <a:p>
              <a:endParaRPr lang="zh-CN" altLang="en-US"/>
            </a:p>
          </p:txBody>
        </p:sp>
        <p:grpSp>
          <p:nvGrpSpPr>
            <p:cNvPr id="28908" name="Group 236"/>
            <p:cNvGrpSpPr/>
            <p:nvPr/>
          </p:nvGrpSpPr>
          <p:grpSpPr>
            <a:xfrm>
              <a:off x="4284" y="3325"/>
              <a:ext cx="341" cy="470"/>
              <a:chOff x="4284" y="3325"/>
              <a:chExt cx="341" cy="470"/>
            </a:xfrm>
          </p:grpSpPr>
          <p:sp>
            <p:nvSpPr>
              <p:cNvPr id="28909" name="Freeform 237"/>
              <p:cNvSpPr/>
              <p:nvPr/>
            </p:nvSpPr>
            <p:spPr>
              <a:xfrm>
                <a:off x="4284" y="3467"/>
                <a:ext cx="341" cy="328"/>
              </a:xfrm>
              <a:custGeom>
                <a:avLst/>
                <a:gdLst/>
                <a:ahLst/>
                <a:cxnLst>
                  <a:cxn ang="0">
                    <a:pos x="126" y="0"/>
                  </a:cxn>
                  <a:cxn ang="0">
                    <a:pos x="200" y="0"/>
                  </a:cxn>
                  <a:cxn ang="0">
                    <a:pos x="340" y="327"/>
                  </a:cxn>
                  <a:cxn ang="0">
                    <a:pos x="193" y="27"/>
                  </a:cxn>
                  <a:cxn ang="0">
                    <a:pos x="173" y="327"/>
                  </a:cxn>
                  <a:cxn ang="0">
                    <a:pos x="134" y="27"/>
                  </a:cxn>
                  <a:cxn ang="0">
                    <a:pos x="0" y="327"/>
                  </a:cxn>
                  <a:cxn ang="0">
                    <a:pos x="126" y="0"/>
                  </a:cxn>
                </a:cxnLst>
                <a:rect l="0" t="0" r="0" b="0"/>
                <a:pathLst>
                  <a:path w="341" h="328">
                    <a:moveTo>
                      <a:pt x="126" y="0"/>
                    </a:moveTo>
                    <a:lnTo>
                      <a:pt x="200" y="0"/>
                    </a:lnTo>
                    <a:lnTo>
                      <a:pt x="340" y="327"/>
                    </a:lnTo>
                    <a:lnTo>
                      <a:pt x="193" y="27"/>
                    </a:lnTo>
                    <a:lnTo>
                      <a:pt x="173" y="327"/>
                    </a:lnTo>
                    <a:lnTo>
                      <a:pt x="134" y="27"/>
                    </a:lnTo>
                    <a:lnTo>
                      <a:pt x="0" y="327"/>
                    </a:lnTo>
                    <a:lnTo>
                      <a:pt x="126"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28910" name="Freeform 238"/>
              <p:cNvSpPr/>
              <p:nvPr/>
            </p:nvSpPr>
            <p:spPr>
              <a:xfrm>
                <a:off x="4500" y="3492"/>
                <a:ext cx="55" cy="45"/>
              </a:xfrm>
              <a:custGeom>
                <a:avLst/>
                <a:gdLst/>
                <a:ahLst/>
                <a:cxnLst>
                  <a:cxn ang="0">
                    <a:pos x="0" y="5"/>
                  </a:cxn>
                  <a:cxn ang="0">
                    <a:pos x="16" y="44"/>
                  </a:cxn>
                  <a:cxn ang="0">
                    <a:pos x="54" y="37"/>
                  </a:cxn>
                  <a:cxn ang="0">
                    <a:pos x="37" y="0"/>
                  </a:cxn>
                  <a:cxn ang="0">
                    <a:pos x="0" y="5"/>
                  </a:cxn>
                </a:cxnLst>
                <a:rect l="0" t="0" r="0" b="0"/>
                <a:pathLst>
                  <a:path w="55" h="45">
                    <a:moveTo>
                      <a:pt x="0" y="5"/>
                    </a:moveTo>
                    <a:lnTo>
                      <a:pt x="16" y="44"/>
                    </a:lnTo>
                    <a:lnTo>
                      <a:pt x="54" y="37"/>
                    </a:lnTo>
                    <a:lnTo>
                      <a:pt x="37" y="0"/>
                    </a:lnTo>
                    <a:lnTo>
                      <a:pt x="0" y="5"/>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28911" name="Rectangle 239"/>
              <p:cNvSpPr/>
              <p:nvPr/>
            </p:nvSpPr>
            <p:spPr>
              <a:xfrm>
                <a:off x="4524" y="3427"/>
                <a:ext cx="16" cy="1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12" name="Line 240"/>
              <p:cNvSpPr/>
              <p:nvPr/>
            </p:nvSpPr>
            <p:spPr>
              <a:xfrm>
                <a:off x="4526" y="3425"/>
                <a:ext cx="0" cy="3"/>
              </a:xfrm>
              <a:prstGeom prst="line">
                <a:avLst/>
              </a:prstGeom>
              <a:ln w="12700" cap="flat" cmpd="sng">
                <a:solidFill>
                  <a:srgbClr val="FFFFFF"/>
                </a:solidFill>
                <a:prstDash val="solid"/>
                <a:headEnd type="none" w="med" len="med"/>
                <a:tailEnd type="none" w="med" len="med"/>
              </a:ln>
            </p:spPr>
          </p:sp>
          <p:sp>
            <p:nvSpPr>
              <p:cNvPr id="28913" name="Freeform 241"/>
              <p:cNvSpPr/>
              <p:nvPr/>
            </p:nvSpPr>
            <p:spPr>
              <a:xfrm>
                <a:off x="4515" y="3417"/>
                <a:ext cx="25" cy="22"/>
              </a:xfrm>
              <a:custGeom>
                <a:avLst/>
                <a:gdLst/>
                <a:ahLst/>
                <a:cxnLst>
                  <a:cxn ang="0">
                    <a:pos x="24" y="0"/>
                  </a:cxn>
                  <a:cxn ang="0">
                    <a:pos x="12" y="21"/>
                  </a:cxn>
                  <a:cxn ang="0">
                    <a:pos x="0" y="0"/>
                  </a:cxn>
                </a:cxnLst>
                <a:rect l="0" t="0" r="0" b="0"/>
                <a:pathLst>
                  <a:path w="25" h="22">
                    <a:moveTo>
                      <a:pt x="24" y="0"/>
                    </a:moveTo>
                    <a:lnTo>
                      <a:pt x="12" y="21"/>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28914" name="Line 242"/>
              <p:cNvSpPr/>
              <p:nvPr/>
            </p:nvSpPr>
            <p:spPr>
              <a:xfrm>
                <a:off x="4524" y="3425"/>
                <a:ext cx="0" cy="3"/>
              </a:xfrm>
              <a:prstGeom prst="line">
                <a:avLst/>
              </a:prstGeom>
              <a:ln w="12700" cap="flat" cmpd="sng">
                <a:solidFill>
                  <a:srgbClr val="FFFFFF"/>
                </a:solidFill>
                <a:prstDash val="solid"/>
                <a:headEnd type="none" w="med" len="med"/>
                <a:tailEnd type="none" w="med" len="med"/>
              </a:ln>
            </p:spPr>
          </p:sp>
          <p:sp>
            <p:nvSpPr>
              <p:cNvPr id="28915" name="Freeform 243"/>
              <p:cNvSpPr/>
              <p:nvPr/>
            </p:nvSpPr>
            <p:spPr>
              <a:xfrm>
                <a:off x="4514" y="3417"/>
                <a:ext cx="25" cy="22"/>
              </a:xfrm>
              <a:custGeom>
                <a:avLst/>
                <a:gdLst/>
                <a:ahLst/>
                <a:cxnLst>
                  <a:cxn ang="0">
                    <a:pos x="24" y="0"/>
                  </a:cxn>
                  <a:cxn ang="0">
                    <a:pos x="12" y="21"/>
                  </a:cxn>
                  <a:cxn ang="0">
                    <a:pos x="0" y="0"/>
                  </a:cxn>
                </a:cxnLst>
                <a:rect l="0" t="0" r="0" b="0"/>
                <a:pathLst>
                  <a:path w="25" h="22">
                    <a:moveTo>
                      <a:pt x="24" y="0"/>
                    </a:moveTo>
                    <a:lnTo>
                      <a:pt x="12" y="21"/>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28916" name="Line 244"/>
              <p:cNvSpPr/>
              <p:nvPr/>
            </p:nvSpPr>
            <p:spPr>
              <a:xfrm>
                <a:off x="4522" y="3425"/>
                <a:ext cx="0" cy="3"/>
              </a:xfrm>
              <a:prstGeom prst="line">
                <a:avLst/>
              </a:prstGeom>
              <a:ln w="12700" cap="flat" cmpd="sng">
                <a:solidFill>
                  <a:srgbClr val="FFFFFF"/>
                </a:solidFill>
                <a:prstDash val="solid"/>
                <a:headEnd type="none" w="med" len="med"/>
                <a:tailEnd type="none" w="med" len="med"/>
              </a:ln>
            </p:spPr>
          </p:sp>
          <p:sp>
            <p:nvSpPr>
              <p:cNvPr id="28917" name="Freeform 245"/>
              <p:cNvSpPr/>
              <p:nvPr/>
            </p:nvSpPr>
            <p:spPr>
              <a:xfrm>
                <a:off x="4514" y="3417"/>
                <a:ext cx="25" cy="22"/>
              </a:xfrm>
              <a:custGeom>
                <a:avLst/>
                <a:gdLst/>
                <a:ahLst/>
                <a:cxnLst>
                  <a:cxn ang="0">
                    <a:pos x="24" y="0"/>
                  </a:cxn>
                  <a:cxn ang="0">
                    <a:pos x="12" y="21"/>
                  </a:cxn>
                  <a:cxn ang="0">
                    <a:pos x="0" y="0"/>
                  </a:cxn>
                </a:cxnLst>
                <a:rect l="0" t="0" r="0" b="0"/>
                <a:pathLst>
                  <a:path w="25" h="22">
                    <a:moveTo>
                      <a:pt x="24" y="0"/>
                    </a:moveTo>
                    <a:lnTo>
                      <a:pt x="12" y="21"/>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28918" name="Line 246"/>
              <p:cNvSpPr/>
              <p:nvPr/>
            </p:nvSpPr>
            <p:spPr>
              <a:xfrm>
                <a:off x="4521" y="3425"/>
                <a:ext cx="0" cy="3"/>
              </a:xfrm>
              <a:prstGeom prst="line">
                <a:avLst/>
              </a:prstGeom>
              <a:ln w="12700" cap="flat" cmpd="sng">
                <a:solidFill>
                  <a:srgbClr val="FFFFFF"/>
                </a:solidFill>
                <a:prstDash val="solid"/>
                <a:headEnd type="none" w="med" len="med"/>
                <a:tailEnd type="none" w="med" len="med"/>
              </a:ln>
            </p:spPr>
          </p:sp>
          <p:sp>
            <p:nvSpPr>
              <p:cNvPr id="28919" name="Freeform 247"/>
              <p:cNvSpPr/>
              <p:nvPr/>
            </p:nvSpPr>
            <p:spPr>
              <a:xfrm>
                <a:off x="4514" y="3417"/>
                <a:ext cx="25" cy="22"/>
              </a:xfrm>
              <a:custGeom>
                <a:avLst/>
                <a:gdLst/>
                <a:ahLst/>
                <a:cxnLst>
                  <a:cxn ang="0">
                    <a:pos x="24" y="0"/>
                  </a:cxn>
                  <a:cxn ang="0">
                    <a:pos x="11" y="21"/>
                  </a:cxn>
                  <a:cxn ang="0">
                    <a:pos x="0" y="0"/>
                  </a:cxn>
                </a:cxnLst>
                <a:rect l="0" t="0" r="0" b="0"/>
                <a:pathLst>
                  <a:path w="25" h="22">
                    <a:moveTo>
                      <a:pt x="24" y="0"/>
                    </a:moveTo>
                    <a:lnTo>
                      <a:pt x="11" y="21"/>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28920" name="Line 248"/>
              <p:cNvSpPr/>
              <p:nvPr/>
            </p:nvSpPr>
            <p:spPr>
              <a:xfrm>
                <a:off x="4520" y="3425"/>
                <a:ext cx="0" cy="3"/>
              </a:xfrm>
              <a:prstGeom prst="line">
                <a:avLst/>
              </a:prstGeom>
              <a:ln w="12700" cap="flat" cmpd="sng">
                <a:solidFill>
                  <a:srgbClr val="FFFFFF"/>
                </a:solidFill>
                <a:prstDash val="solid"/>
                <a:headEnd type="none" w="med" len="med"/>
                <a:tailEnd type="none" w="med" len="med"/>
              </a:ln>
            </p:spPr>
          </p:sp>
          <p:sp>
            <p:nvSpPr>
              <p:cNvPr id="28921" name="Freeform 249"/>
              <p:cNvSpPr/>
              <p:nvPr/>
            </p:nvSpPr>
            <p:spPr>
              <a:xfrm>
                <a:off x="4514" y="3417"/>
                <a:ext cx="25" cy="22"/>
              </a:xfrm>
              <a:custGeom>
                <a:avLst/>
                <a:gdLst/>
                <a:ahLst/>
                <a:cxnLst>
                  <a:cxn ang="0">
                    <a:pos x="24" y="0"/>
                  </a:cxn>
                  <a:cxn ang="0">
                    <a:pos x="11" y="21"/>
                  </a:cxn>
                  <a:cxn ang="0">
                    <a:pos x="0" y="0"/>
                  </a:cxn>
                </a:cxnLst>
                <a:rect l="0" t="0" r="0" b="0"/>
                <a:pathLst>
                  <a:path w="25" h="22">
                    <a:moveTo>
                      <a:pt x="24" y="0"/>
                    </a:moveTo>
                    <a:lnTo>
                      <a:pt x="11" y="21"/>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28922" name="Line 250"/>
              <p:cNvSpPr/>
              <p:nvPr/>
            </p:nvSpPr>
            <p:spPr>
              <a:xfrm>
                <a:off x="4520" y="3425"/>
                <a:ext cx="0" cy="3"/>
              </a:xfrm>
              <a:prstGeom prst="line">
                <a:avLst/>
              </a:prstGeom>
              <a:ln w="12700" cap="flat" cmpd="sng">
                <a:solidFill>
                  <a:srgbClr val="FFFFFF"/>
                </a:solidFill>
                <a:prstDash val="solid"/>
                <a:headEnd type="none" w="med" len="med"/>
                <a:tailEnd type="none" w="med" len="med"/>
              </a:ln>
            </p:spPr>
          </p:sp>
          <p:sp>
            <p:nvSpPr>
              <p:cNvPr id="28923" name="Freeform 251"/>
              <p:cNvSpPr/>
              <p:nvPr/>
            </p:nvSpPr>
            <p:spPr>
              <a:xfrm>
                <a:off x="4514" y="3417"/>
                <a:ext cx="25" cy="22"/>
              </a:xfrm>
              <a:custGeom>
                <a:avLst/>
                <a:gdLst/>
                <a:ahLst/>
                <a:cxnLst>
                  <a:cxn ang="0">
                    <a:pos x="24" y="0"/>
                  </a:cxn>
                  <a:cxn ang="0">
                    <a:pos x="12" y="21"/>
                  </a:cxn>
                  <a:cxn ang="0">
                    <a:pos x="0" y="0"/>
                  </a:cxn>
                </a:cxnLst>
                <a:rect l="0" t="0" r="0" b="0"/>
                <a:pathLst>
                  <a:path w="25" h="22">
                    <a:moveTo>
                      <a:pt x="24" y="0"/>
                    </a:moveTo>
                    <a:lnTo>
                      <a:pt x="12" y="21"/>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28924" name="Rectangle 252"/>
              <p:cNvSpPr/>
              <p:nvPr/>
            </p:nvSpPr>
            <p:spPr>
              <a:xfrm>
                <a:off x="4524" y="3417"/>
                <a:ext cx="16" cy="11"/>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25" name="Freeform 253"/>
              <p:cNvSpPr/>
              <p:nvPr/>
            </p:nvSpPr>
            <p:spPr>
              <a:xfrm>
                <a:off x="4520" y="3398"/>
                <a:ext cx="25" cy="22"/>
              </a:xfrm>
              <a:custGeom>
                <a:avLst/>
                <a:gdLst/>
                <a:ahLst/>
                <a:cxnLst>
                  <a:cxn ang="0">
                    <a:pos x="24" y="21"/>
                  </a:cxn>
                  <a:cxn ang="0">
                    <a:pos x="18" y="7"/>
                  </a:cxn>
                  <a:cxn ang="0">
                    <a:pos x="18" y="0"/>
                  </a:cxn>
                  <a:cxn ang="0">
                    <a:pos x="10" y="0"/>
                  </a:cxn>
                  <a:cxn ang="0">
                    <a:pos x="10" y="7"/>
                  </a:cxn>
                  <a:cxn ang="0">
                    <a:pos x="0" y="21"/>
                  </a:cxn>
                  <a:cxn ang="0">
                    <a:pos x="24" y="21"/>
                  </a:cxn>
                </a:cxnLst>
                <a:rect l="0" t="0" r="0" b="0"/>
                <a:pathLst>
                  <a:path w="25" h="22">
                    <a:moveTo>
                      <a:pt x="24" y="21"/>
                    </a:moveTo>
                    <a:lnTo>
                      <a:pt x="18" y="7"/>
                    </a:lnTo>
                    <a:lnTo>
                      <a:pt x="18" y="0"/>
                    </a:lnTo>
                    <a:lnTo>
                      <a:pt x="10" y="0"/>
                    </a:lnTo>
                    <a:lnTo>
                      <a:pt x="10" y="7"/>
                    </a:lnTo>
                    <a:lnTo>
                      <a:pt x="0" y="21"/>
                    </a:lnTo>
                    <a:lnTo>
                      <a:pt x="24" y="21"/>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28926" name="Rectangle 254"/>
              <p:cNvSpPr/>
              <p:nvPr/>
            </p:nvSpPr>
            <p:spPr>
              <a:xfrm>
                <a:off x="4526" y="3329"/>
                <a:ext cx="17" cy="65"/>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27" name="Freeform 255"/>
              <p:cNvSpPr/>
              <p:nvPr/>
            </p:nvSpPr>
            <p:spPr>
              <a:xfrm>
                <a:off x="4520" y="3325"/>
                <a:ext cx="25" cy="21"/>
              </a:xfrm>
              <a:custGeom>
                <a:avLst/>
                <a:gdLst/>
                <a:ahLst/>
                <a:cxnLst>
                  <a:cxn ang="0">
                    <a:pos x="19" y="16"/>
                  </a:cxn>
                  <a:cxn ang="0">
                    <a:pos x="24" y="16"/>
                  </a:cxn>
                  <a:cxn ang="0">
                    <a:pos x="24" y="12"/>
                  </a:cxn>
                  <a:cxn ang="0">
                    <a:pos x="24" y="9"/>
                  </a:cxn>
                  <a:cxn ang="0">
                    <a:pos x="24" y="7"/>
                  </a:cxn>
                  <a:cxn ang="0">
                    <a:pos x="24" y="3"/>
                  </a:cxn>
                  <a:cxn ang="0">
                    <a:pos x="24" y="0"/>
                  </a:cxn>
                  <a:cxn ang="0">
                    <a:pos x="19" y="0"/>
                  </a:cxn>
                  <a:cxn ang="0">
                    <a:pos x="9" y="0"/>
                  </a:cxn>
                  <a:cxn ang="0">
                    <a:pos x="0" y="0"/>
                  </a:cxn>
                  <a:cxn ang="0">
                    <a:pos x="0" y="3"/>
                  </a:cxn>
                  <a:cxn ang="0">
                    <a:pos x="0" y="7"/>
                  </a:cxn>
                  <a:cxn ang="0">
                    <a:pos x="0" y="9"/>
                  </a:cxn>
                  <a:cxn ang="0">
                    <a:pos x="0" y="12"/>
                  </a:cxn>
                  <a:cxn ang="0">
                    <a:pos x="9" y="12"/>
                  </a:cxn>
                  <a:cxn ang="0">
                    <a:pos x="9" y="16"/>
                  </a:cxn>
                  <a:cxn ang="0">
                    <a:pos x="9" y="20"/>
                  </a:cxn>
                  <a:cxn ang="0">
                    <a:pos x="19" y="20"/>
                  </a:cxn>
                  <a:cxn ang="0">
                    <a:pos x="19" y="16"/>
                  </a:cxn>
                </a:cxnLst>
                <a:rect l="0" t="0" r="0" b="0"/>
                <a:pathLst>
                  <a:path w="25" h="21">
                    <a:moveTo>
                      <a:pt x="19" y="16"/>
                    </a:moveTo>
                    <a:lnTo>
                      <a:pt x="24" y="16"/>
                    </a:lnTo>
                    <a:lnTo>
                      <a:pt x="24" y="12"/>
                    </a:lnTo>
                    <a:lnTo>
                      <a:pt x="24" y="9"/>
                    </a:lnTo>
                    <a:lnTo>
                      <a:pt x="24" y="7"/>
                    </a:lnTo>
                    <a:lnTo>
                      <a:pt x="24" y="3"/>
                    </a:lnTo>
                    <a:lnTo>
                      <a:pt x="24" y="0"/>
                    </a:lnTo>
                    <a:lnTo>
                      <a:pt x="19" y="0"/>
                    </a:lnTo>
                    <a:lnTo>
                      <a:pt x="9" y="0"/>
                    </a:lnTo>
                    <a:lnTo>
                      <a:pt x="0" y="0"/>
                    </a:lnTo>
                    <a:lnTo>
                      <a:pt x="0" y="3"/>
                    </a:lnTo>
                    <a:lnTo>
                      <a:pt x="0" y="7"/>
                    </a:lnTo>
                    <a:lnTo>
                      <a:pt x="0" y="9"/>
                    </a:lnTo>
                    <a:lnTo>
                      <a:pt x="0" y="12"/>
                    </a:lnTo>
                    <a:lnTo>
                      <a:pt x="9" y="12"/>
                    </a:lnTo>
                    <a:lnTo>
                      <a:pt x="9" y="16"/>
                    </a:lnTo>
                    <a:lnTo>
                      <a:pt x="9" y="20"/>
                    </a:lnTo>
                    <a:lnTo>
                      <a:pt x="19" y="20"/>
                    </a:lnTo>
                    <a:lnTo>
                      <a:pt x="19" y="16"/>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28928" name="Rectangle 256"/>
              <p:cNvSpPr/>
              <p:nvPr/>
            </p:nvSpPr>
            <p:spPr>
              <a:xfrm>
                <a:off x="4524" y="3432"/>
                <a:ext cx="16" cy="81"/>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29" name="Freeform 257"/>
              <p:cNvSpPr/>
              <p:nvPr/>
            </p:nvSpPr>
            <p:spPr>
              <a:xfrm>
                <a:off x="4498" y="3492"/>
                <a:ext cx="36" cy="44"/>
              </a:xfrm>
              <a:custGeom>
                <a:avLst/>
                <a:gdLst/>
                <a:ahLst/>
                <a:cxnLst>
                  <a:cxn ang="0">
                    <a:pos x="0" y="3"/>
                  </a:cxn>
                  <a:cxn ang="0">
                    <a:pos x="14" y="43"/>
                  </a:cxn>
                  <a:cxn ang="0">
                    <a:pos x="35" y="39"/>
                  </a:cxn>
                  <a:cxn ang="0">
                    <a:pos x="20" y="0"/>
                  </a:cxn>
                  <a:cxn ang="0">
                    <a:pos x="0" y="3"/>
                  </a:cxn>
                </a:cxnLst>
                <a:rect l="0" t="0" r="0" b="0"/>
                <a:pathLst>
                  <a:path w="36" h="44">
                    <a:moveTo>
                      <a:pt x="0" y="3"/>
                    </a:moveTo>
                    <a:lnTo>
                      <a:pt x="14" y="43"/>
                    </a:lnTo>
                    <a:lnTo>
                      <a:pt x="35" y="39"/>
                    </a:lnTo>
                    <a:lnTo>
                      <a:pt x="20"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28930" name="Freeform 258"/>
              <p:cNvSpPr/>
              <p:nvPr/>
            </p:nvSpPr>
            <p:spPr>
              <a:xfrm>
                <a:off x="4380" y="3350"/>
                <a:ext cx="129" cy="45"/>
              </a:xfrm>
              <a:custGeom>
                <a:avLst/>
                <a:gdLst/>
                <a:ahLst/>
                <a:cxnLst>
                  <a:cxn ang="0">
                    <a:pos x="0" y="11"/>
                  </a:cxn>
                  <a:cxn ang="0">
                    <a:pos x="64" y="0"/>
                  </a:cxn>
                  <a:cxn ang="0">
                    <a:pos x="128" y="11"/>
                  </a:cxn>
                  <a:cxn ang="0">
                    <a:pos x="128" y="36"/>
                  </a:cxn>
                  <a:cxn ang="0">
                    <a:pos x="123" y="39"/>
                  </a:cxn>
                  <a:cxn ang="0">
                    <a:pos x="89" y="44"/>
                  </a:cxn>
                  <a:cxn ang="0">
                    <a:pos x="84" y="44"/>
                  </a:cxn>
                  <a:cxn ang="0">
                    <a:pos x="45" y="44"/>
                  </a:cxn>
                  <a:cxn ang="0">
                    <a:pos x="38" y="44"/>
                  </a:cxn>
                  <a:cxn ang="0">
                    <a:pos x="5" y="39"/>
                  </a:cxn>
                  <a:cxn ang="0">
                    <a:pos x="0" y="36"/>
                  </a:cxn>
                  <a:cxn ang="0">
                    <a:pos x="0" y="11"/>
                  </a:cxn>
                </a:cxnLst>
                <a:rect l="0" t="0" r="0" b="0"/>
                <a:pathLst>
                  <a:path w="129" h="45">
                    <a:moveTo>
                      <a:pt x="0" y="11"/>
                    </a:moveTo>
                    <a:lnTo>
                      <a:pt x="64" y="0"/>
                    </a:lnTo>
                    <a:lnTo>
                      <a:pt x="128" y="11"/>
                    </a:lnTo>
                    <a:lnTo>
                      <a:pt x="128" y="36"/>
                    </a:lnTo>
                    <a:lnTo>
                      <a:pt x="123" y="39"/>
                    </a:lnTo>
                    <a:lnTo>
                      <a:pt x="89" y="44"/>
                    </a:lnTo>
                    <a:lnTo>
                      <a:pt x="84" y="44"/>
                    </a:lnTo>
                    <a:lnTo>
                      <a:pt x="45" y="44"/>
                    </a:lnTo>
                    <a:lnTo>
                      <a:pt x="38" y="44"/>
                    </a:lnTo>
                    <a:lnTo>
                      <a:pt x="5" y="39"/>
                    </a:lnTo>
                    <a:lnTo>
                      <a:pt x="0" y="36"/>
                    </a:lnTo>
                    <a:lnTo>
                      <a:pt x="0" y="11"/>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28931" name="Rectangle 259"/>
              <p:cNvSpPr/>
              <p:nvPr/>
            </p:nvSpPr>
            <p:spPr>
              <a:xfrm>
                <a:off x="4386" y="3376"/>
                <a:ext cx="120" cy="12"/>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32" name="Freeform 260"/>
              <p:cNvSpPr/>
              <p:nvPr/>
            </p:nvSpPr>
            <p:spPr>
              <a:xfrm>
                <a:off x="4419" y="3394"/>
                <a:ext cx="55" cy="55"/>
              </a:xfrm>
              <a:custGeom>
                <a:avLst/>
                <a:gdLst/>
                <a:ahLst/>
                <a:cxnLst>
                  <a:cxn ang="0">
                    <a:pos x="23" y="7"/>
                  </a:cxn>
                  <a:cxn ang="0">
                    <a:pos x="23" y="20"/>
                  </a:cxn>
                  <a:cxn ang="0">
                    <a:pos x="20" y="20"/>
                  </a:cxn>
                  <a:cxn ang="0">
                    <a:pos x="20" y="31"/>
                  </a:cxn>
                  <a:cxn ang="0">
                    <a:pos x="11" y="31"/>
                  </a:cxn>
                  <a:cxn ang="0">
                    <a:pos x="11" y="41"/>
                  </a:cxn>
                  <a:cxn ang="0">
                    <a:pos x="0" y="41"/>
                  </a:cxn>
                  <a:cxn ang="0">
                    <a:pos x="0" y="54"/>
                  </a:cxn>
                  <a:cxn ang="0">
                    <a:pos x="54" y="54"/>
                  </a:cxn>
                  <a:cxn ang="0">
                    <a:pos x="54" y="41"/>
                  </a:cxn>
                  <a:cxn ang="0">
                    <a:pos x="43" y="41"/>
                  </a:cxn>
                  <a:cxn ang="0">
                    <a:pos x="43" y="31"/>
                  </a:cxn>
                  <a:cxn ang="0">
                    <a:pos x="33" y="31"/>
                  </a:cxn>
                  <a:cxn ang="0">
                    <a:pos x="33" y="20"/>
                  </a:cxn>
                  <a:cxn ang="0">
                    <a:pos x="29" y="20"/>
                  </a:cxn>
                  <a:cxn ang="0">
                    <a:pos x="29" y="7"/>
                  </a:cxn>
                  <a:cxn ang="0">
                    <a:pos x="28" y="4"/>
                  </a:cxn>
                  <a:cxn ang="0">
                    <a:pos x="29" y="3"/>
                  </a:cxn>
                  <a:cxn ang="0">
                    <a:pos x="29" y="0"/>
                  </a:cxn>
                  <a:cxn ang="0">
                    <a:pos x="23" y="0"/>
                  </a:cxn>
                  <a:cxn ang="0">
                    <a:pos x="23" y="3"/>
                  </a:cxn>
                  <a:cxn ang="0">
                    <a:pos x="24" y="5"/>
                  </a:cxn>
                  <a:cxn ang="0">
                    <a:pos x="23" y="7"/>
                  </a:cxn>
                </a:cxnLst>
                <a:rect l="0" t="0" r="0" b="0"/>
                <a:pathLst>
                  <a:path w="55" h="55">
                    <a:moveTo>
                      <a:pt x="23" y="7"/>
                    </a:moveTo>
                    <a:lnTo>
                      <a:pt x="23" y="20"/>
                    </a:lnTo>
                    <a:lnTo>
                      <a:pt x="20" y="20"/>
                    </a:lnTo>
                    <a:lnTo>
                      <a:pt x="20" y="31"/>
                    </a:lnTo>
                    <a:lnTo>
                      <a:pt x="11" y="31"/>
                    </a:lnTo>
                    <a:lnTo>
                      <a:pt x="11" y="41"/>
                    </a:lnTo>
                    <a:lnTo>
                      <a:pt x="0" y="41"/>
                    </a:lnTo>
                    <a:lnTo>
                      <a:pt x="0" y="54"/>
                    </a:lnTo>
                    <a:lnTo>
                      <a:pt x="54" y="54"/>
                    </a:lnTo>
                    <a:lnTo>
                      <a:pt x="54" y="41"/>
                    </a:lnTo>
                    <a:lnTo>
                      <a:pt x="43" y="41"/>
                    </a:lnTo>
                    <a:lnTo>
                      <a:pt x="43" y="31"/>
                    </a:lnTo>
                    <a:lnTo>
                      <a:pt x="33" y="31"/>
                    </a:lnTo>
                    <a:lnTo>
                      <a:pt x="33" y="20"/>
                    </a:lnTo>
                    <a:lnTo>
                      <a:pt x="29" y="20"/>
                    </a:lnTo>
                    <a:lnTo>
                      <a:pt x="29" y="7"/>
                    </a:lnTo>
                    <a:lnTo>
                      <a:pt x="28" y="4"/>
                    </a:lnTo>
                    <a:lnTo>
                      <a:pt x="29" y="3"/>
                    </a:lnTo>
                    <a:lnTo>
                      <a:pt x="29" y="0"/>
                    </a:lnTo>
                    <a:lnTo>
                      <a:pt x="23" y="0"/>
                    </a:lnTo>
                    <a:lnTo>
                      <a:pt x="23" y="3"/>
                    </a:lnTo>
                    <a:lnTo>
                      <a:pt x="24" y="5"/>
                    </a:lnTo>
                    <a:lnTo>
                      <a:pt x="23" y="7"/>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28933" name="Freeform 261"/>
              <p:cNvSpPr/>
              <p:nvPr/>
            </p:nvSpPr>
            <p:spPr>
              <a:xfrm>
                <a:off x="4419" y="3393"/>
                <a:ext cx="51" cy="22"/>
              </a:xfrm>
              <a:custGeom>
                <a:avLst/>
                <a:gdLst/>
                <a:ahLst/>
                <a:cxnLst>
                  <a:cxn ang="0">
                    <a:pos x="0" y="0"/>
                  </a:cxn>
                  <a:cxn ang="0">
                    <a:pos x="1" y="0"/>
                  </a:cxn>
                  <a:cxn ang="0">
                    <a:pos x="9" y="0"/>
                  </a:cxn>
                  <a:cxn ang="0">
                    <a:pos x="9" y="8"/>
                  </a:cxn>
                  <a:cxn ang="0">
                    <a:pos x="14" y="8"/>
                  </a:cxn>
                  <a:cxn ang="0">
                    <a:pos x="14" y="11"/>
                  </a:cxn>
                  <a:cxn ang="0">
                    <a:pos x="9" y="11"/>
                  </a:cxn>
                  <a:cxn ang="0">
                    <a:pos x="9" y="19"/>
                  </a:cxn>
                  <a:cxn ang="0">
                    <a:pos x="14" y="19"/>
                  </a:cxn>
                  <a:cxn ang="0">
                    <a:pos x="14" y="21"/>
                  </a:cxn>
                  <a:cxn ang="0">
                    <a:pos x="34" y="21"/>
                  </a:cxn>
                  <a:cxn ang="0">
                    <a:pos x="34" y="18"/>
                  </a:cxn>
                  <a:cxn ang="0">
                    <a:pos x="40" y="18"/>
                  </a:cxn>
                  <a:cxn ang="0">
                    <a:pos x="40" y="10"/>
                  </a:cxn>
                  <a:cxn ang="0">
                    <a:pos x="33" y="10"/>
                  </a:cxn>
                  <a:cxn ang="0">
                    <a:pos x="33" y="8"/>
                  </a:cxn>
                  <a:cxn ang="0">
                    <a:pos x="40" y="8"/>
                  </a:cxn>
                  <a:cxn ang="0">
                    <a:pos x="40" y="0"/>
                  </a:cxn>
                  <a:cxn ang="0">
                    <a:pos x="48" y="0"/>
                  </a:cxn>
                  <a:cxn ang="0">
                    <a:pos x="50" y="0"/>
                  </a:cxn>
                  <a:cxn ang="0">
                    <a:pos x="0" y="0"/>
                  </a:cxn>
                </a:cxnLst>
                <a:rect l="0" t="0" r="0" b="0"/>
                <a:pathLst>
                  <a:path w="51" h="22">
                    <a:moveTo>
                      <a:pt x="0" y="0"/>
                    </a:moveTo>
                    <a:lnTo>
                      <a:pt x="1" y="0"/>
                    </a:lnTo>
                    <a:lnTo>
                      <a:pt x="9" y="0"/>
                    </a:lnTo>
                    <a:lnTo>
                      <a:pt x="9" y="8"/>
                    </a:lnTo>
                    <a:lnTo>
                      <a:pt x="14" y="8"/>
                    </a:lnTo>
                    <a:lnTo>
                      <a:pt x="14" y="11"/>
                    </a:lnTo>
                    <a:lnTo>
                      <a:pt x="9" y="11"/>
                    </a:lnTo>
                    <a:lnTo>
                      <a:pt x="9" y="19"/>
                    </a:lnTo>
                    <a:lnTo>
                      <a:pt x="14" y="19"/>
                    </a:lnTo>
                    <a:lnTo>
                      <a:pt x="14" y="21"/>
                    </a:lnTo>
                    <a:lnTo>
                      <a:pt x="34" y="21"/>
                    </a:lnTo>
                    <a:lnTo>
                      <a:pt x="34" y="18"/>
                    </a:lnTo>
                    <a:lnTo>
                      <a:pt x="40" y="18"/>
                    </a:lnTo>
                    <a:lnTo>
                      <a:pt x="40" y="10"/>
                    </a:lnTo>
                    <a:lnTo>
                      <a:pt x="33" y="10"/>
                    </a:lnTo>
                    <a:lnTo>
                      <a:pt x="33" y="8"/>
                    </a:lnTo>
                    <a:lnTo>
                      <a:pt x="40" y="8"/>
                    </a:lnTo>
                    <a:lnTo>
                      <a:pt x="40" y="0"/>
                    </a:lnTo>
                    <a:lnTo>
                      <a:pt x="48" y="0"/>
                    </a:lnTo>
                    <a:lnTo>
                      <a:pt x="50"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28934" name="Rectangle 262"/>
              <p:cNvSpPr/>
              <p:nvPr/>
            </p:nvSpPr>
            <p:spPr>
              <a:xfrm>
                <a:off x="4407" y="3451"/>
                <a:ext cx="75" cy="13"/>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35" name="Rectangle 263"/>
              <p:cNvSpPr/>
              <p:nvPr/>
            </p:nvSpPr>
            <p:spPr>
              <a:xfrm>
                <a:off x="4407" y="3467"/>
                <a:ext cx="75" cy="11"/>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36" name="Freeform 264"/>
              <p:cNvSpPr/>
              <p:nvPr/>
            </p:nvSpPr>
            <p:spPr>
              <a:xfrm>
                <a:off x="4469" y="3456"/>
                <a:ext cx="25" cy="21"/>
              </a:xfrm>
              <a:custGeom>
                <a:avLst/>
                <a:gdLst/>
                <a:ahLst/>
                <a:cxnLst>
                  <a:cxn ang="0">
                    <a:pos x="3" y="0"/>
                  </a:cxn>
                  <a:cxn ang="0">
                    <a:pos x="3" y="12"/>
                  </a:cxn>
                  <a:cxn ang="0">
                    <a:pos x="0" y="12"/>
                  </a:cxn>
                  <a:cxn ang="0">
                    <a:pos x="0" y="17"/>
                  </a:cxn>
                  <a:cxn ang="0">
                    <a:pos x="5" y="17"/>
                  </a:cxn>
                  <a:cxn ang="0">
                    <a:pos x="5" y="20"/>
                  </a:cxn>
                  <a:cxn ang="0">
                    <a:pos x="18" y="20"/>
                  </a:cxn>
                  <a:cxn ang="0">
                    <a:pos x="18" y="17"/>
                  </a:cxn>
                  <a:cxn ang="0">
                    <a:pos x="24" y="17"/>
                  </a:cxn>
                  <a:cxn ang="0">
                    <a:pos x="24" y="12"/>
                  </a:cxn>
                  <a:cxn ang="0">
                    <a:pos x="18" y="12"/>
                  </a:cxn>
                  <a:cxn ang="0">
                    <a:pos x="18" y="0"/>
                  </a:cxn>
                  <a:cxn ang="0">
                    <a:pos x="3" y="0"/>
                  </a:cxn>
                </a:cxnLst>
                <a:rect l="0" t="0" r="0" b="0"/>
                <a:pathLst>
                  <a:path w="25" h="21">
                    <a:moveTo>
                      <a:pt x="3" y="0"/>
                    </a:moveTo>
                    <a:lnTo>
                      <a:pt x="3" y="12"/>
                    </a:lnTo>
                    <a:lnTo>
                      <a:pt x="0" y="12"/>
                    </a:lnTo>
                    <a:lnTo>
                      <a:pt x="0" y="17"/>
                    </a:lnTo>
                    <a:lnTo>
                      <a:pt x="5" y="17"/>
                    </a:lnTo>
                    <a:lnTo>
                      <a:pt x="5" y="20"/>
                    </a:lnTo>
                    <a:lnTo>
                      <a:pt x="18" y="20"/>
                    </a:lnTo>
                    <a:lnTo>
                      <a:pt x="18" y="17"/>
                    </a:lnTo>
                    <a:lnTo>
                      <a:pt x="24" y="17"/>
                    </a:lnTo>
                    <a:lnTo>
                      <a:pt x="24" y="12"/>
                    </a:lnTo>
                    <a:lnTo>
                      <a:pt x="18" y="12"/>
                    </a:lnTo>
                    <a:lnTo>
                      <a:pt x="18"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28937" name="Freeform 265"/>
              <p:cNvSpPr/>
              <p:nvPr/>
            </p:nvSpPr>
            <p:spPr>
              <a:xfrm>
                <a:off x="4402" y="3456"/>
                <a:ext cx="25" cy="21"/>
              </a:xfrm>
              <a:custGeom>
                <a:avLst/>
                <a:gdLst/>
                <a:ahLst/>
                <a:cxnLst>
                  <a:cxn ang="0">
                    <a:pos x="3" y="0"/>
                  </a:cxn>
                  <a:cxn ang="0">
                    <a:pos x="3" y="12"/>
                  </a:cxn>
                  <a:cxn ang="0">
                    <a:pos x="0" y="12"/>
                  </a:cxn>
                  <a:cxn ang="0">
                    <a:pos x="0" y="17"/>
                  </a:cxn>
                  <a:cxn ang="0">
                    <a:pos x="4" y="17"/>
                  </a:cxn>
                  <a:cxn ang="0">
                    <a:pos x="4" y="20"/>
                  </a:cxn>
                  <a:cxn ang="0">
                    <a:pos x="18" y="20"/>
                  </a:cxn>
                  <a:cxn ang="0">
                    <a:pos x="18" y="17"/>
                  </a:cxn>
                  <a:cxn ang="0">
                    <a:pos x="24" y="17"/>
                  </a:cxn>
                  <a:cxn ang="0">
                    <a:pos x="24" y="12"/>
                  </a:cxn>
                  <a:cxn ang="0">
                    <a:pos x="18" y="12"/>
                  </a:cxn>
                  <a:cxn ang="0">
                    <a:pos x="18" y="0"/>
                  </a:cxn>
                  <a:cxn ang="0">
                    <a:pos x="3" y="0"/>
                  </a:cxn>
                </a:cxnLst>
                <a:rect l="0" t="0" r="0" b="0"/>
                <a:pathLst>
                  <a:path w="25" h="21">
                    <a:moveTo>
                      <a:pt x="3" y="0"/>
                    </a:moveTo>
                    <a:lnTo>
                      <a:pt x="3" y="12"/>
                    </a:lnTo>
                    <a:lnTo>
                      <a:pt x="0" y="12"/>
                    </a:lnTo>
                    <a:lnTo>
                      <a:pt x="0" y="17"/>
                    </a:lnTo>
                    <a:lnTo>
                      <a:pt x="4" y="17"/>
                    </a:lnTo>
                    <a:lnTo>
                      <a:pt x="4" y="20"/>
                    </a:lnTo>
                    <a:lnTo>
                      <a:pt x="18" y="20"/>
                    </a:lnTo>
                    <a:lnTo>
                      <a:pt x="18" y="17"/>
                    </a:lnTo>
                    <a:lnTo>
                      <a:pt x="24" y="17"/>
                    </a:lnTo>
                    <a:lnTo>
                      <a:pt x="24" y="12"/>
                    </a:lnTo>
                    <a:lnTo>
                      <a:pt x="18" y="12"/>
                    </a:lnTo>
                    <a:lnTo>
                      <a:pt x="18"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28938" name="Freeform 266"/>
              <p:cNvSpPr/>
              <p:nvPr/>
            </p:nvSpPr>
            <p:spPr>
              <a:xfrm>
                <a:off x="4419" y="3446"/>
                <a:ext cx="55" cy="22"/>
              </a:xfrm>
              <a:custGeom>
                <a:avLst/>
                <a:gdLst/>
                <a:ahLst/>
                <a:cxnLst>
                  <a:cxn ang="0">
                    <a:pos x="0" y="0"/>
                  </a:cxn>
                  <a:cxn ang="0">
                    <a:pos x="0" y="21"/>
                  </a:cxn>
                  <a:cxn ang="0">
                    <a:pos x="54" y="21"/>
                  </a:cxn>
                  <a:cxn ang="0">
                    <a:pos x="54" y="7"/>
                  </a:cxn>
                </a:cxnLst>
                <a:rect l="0" t="0" r="0" b="0"/>
                <a:pathLst>
                  <a:path w="55" h="22">
                    <a:moveTo>
                      <a:pt x="0" y="0"/>
                    </a:moveTo>
                    <a:lnTo>
                      <a:pt x="0" y="21"/>
                    </a:lnTo>
                    <a:lnTo>
                      <a:pt x="54" y="21"/>
                    </a:lnTo>
                    <a:lnTo>
                      <a:pt x="54" y="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28939" name="Freeform 267"/>
              <p:cNvSpPr/>
              <p:nvPr/>
            </p:nvSpPr>
            <p:spPr>
              <a:xfrm>
                <a:off x="4407" y="3468"/>
                <a:ext cx="80" cy="21"/>
              </a:xfrm>
              <a:custGeom>
                <a:avLst/>
                <a:gdLst/>
                <a:ahLst/>
                <a:cxnLst>
                  <a:cxn ang="0">
                    <a:pos x="1" y="0"/>
                  </a:cxn>
                  <a:cxn ang="0">
                    <a:pos x="75" y="0"/>
                  </a:cxn>
                  <a:cxn ang="0">
                    <a:pos x="79" y="20"/>
                  </a:cxn>
                  <a:cxn ang="0">
                    <a:pos x="0" y="20"/>
                  </a:cxn>
                  <a:cxn ang="0">
                    <a:pos x="1" y="0"/>
                  </a:cxn>
                </a:cxnLst>
                <a:rect l="0" t="0" r="0" b="0"/>
                <a:pathLst>
                  <a:path w="80" h="21">
                    <a:moveTo>
                      <a:pt x="1" y="0"/>
                    </a:moveTo>
                    <a:lnTo>
                      <a:pt x="75" y="0"/>
                    </a:lnTo>
                    <a:lnTo>
                      <a:pt x="79" y="20"/>
                    </a:lnTo>
                    <a:lnTo>
                      <a:pt x="0" y="20"/>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28940" name="Line 268"/>
            <p:cNvSpPr/>
            <p:nvPr/>
          </p:nvSpPr>
          <p:spPr>
            <a:xfrm flipH="1">
              <a:off x="4436" y="1630"/>
              <a:ext cx="248" cy="1680"/>
            </a:xfrm>
            <a:prstGeom prst="line">
              <a:avLst/>
            </a:prstGeom>
            <a:ln w="12700" cap="flat" cmpd="sng">
              <a:solidFill>
                <a:schemeClr val="tx1"/>
              </a:solidFill>
              <a:prstDash val="solid"/>
              <a:headEnd type="none" w="med" len="med"/>
              <a:tailEnd type="none" w="med" len="med"/>
            </a:ln>
          </p:spPr>
        </p:sp>
        <p:sp>
          <p:nvSpPr>
            <p:cNvPr id="28941" name="Line 269"/>
            <p:cNvSpPr/>
            <p:nvPr/>
          </p:nvSpPr>
          <p:spPr>
            <a:xfrm>
              <a:off x="3731" y="1512"/>
              <a:ext cx="703" cy="1798"/>
            </a:xfrm>
            <a:prstGeom prst="line">
              <a:avLst/>
            </a:prstGeom>
            <a:ln w="12700" cap="flat" cmpd="sng">
              <a:solidFill>
                <a:schemeClr val="tx1"/>
              </a:solidFill>
              <a:prstDash val="solid"/>
              <a:headEnd type="none" w="med" len="med"/>
              <a:tailEnd type="none" w="med" len="med"/>
            </a:ln>
          </p:spPr>
        </p:sp>
        <p:sp>
          <p:nvSpPr>
            <p:cNvPr id="28942" name="Line 270"/>
            <p:cNvSpPr/>
            <p:nvPr/>
          </p:nvSpPr>
          <p:spPr>
            <a:xfrm>
              <a:off x="2750" y="2002"/>
              <a:ext cx="1680" cy="1308"/>
            </a:xfrm>
            <a:prstGeom prst="line">
              <a:avLst/>
            </a:prstGeom>
            <a:ln w="12700" cap="flat" cmpd="sng">
              <a:solidFill>
                <a:schemeClr val="tx1"/>
              </a:solidFill>
              <a:prstDash val="solid"/>
              <a:headEnd type="none" w="med" len="med"/>
              <a:tailEnd type="none" w="med" len="med"/>
            </a:ln>
          </p:spPr>
        </p:sp>
        <p:graphicFrame>
          <p:nvGraphicFramePr>
            <p:cNvPr id="28943" name="Object 2">
              <a:hlinkClick r:id="" action="ppaction://ole?verb=0"/>
            </p:cNvPr>
            <p:cNvGraphicFramePr/>
            <p:nvPr/>
          </p:nvGraphicFramePr>
          <p:xfrm>
            <a:off x="3474" y="2821"/>
            <a:ext cx="730" cy="669"/>
          </p:xfrm>
          <a:graphic>
            <a:graphicData uri="http://schemas.openxmlformats.org/presentationml/2006/ole">
              <mc:AlternateContent xmlns:mc="http://schemas.openxmlformats.org/markup-compatibility/2006">
                <mc:Choice xmlns:v="urn:schemas-microsoft-com:vml" Requires="v">
                  <p:oleObj spid="_x0000_s4414" r:id="rId3" imgW="1156970" imgH="1060450" progId="MS_ClipArt_Gallery.2">
                    <p:embed/>
                  </p:oleObj>
                </mc:Choice>
                <mc:Fallback>
                  <p:oleObj r:id="rId3" imgW="1156970" imgH="1060450" progId="MS_ClipArt_Gallery.2">
                    <p:embed/>
                    <p:pic>
                      <p:nvPicPr>
                        <p:cNvPr id="0" name="图片 4369"/>
                        <p:cNvPicPr/>
                        <p:nvPr/>
                      </p:nvPicPr>
                      <p:blipFill>
                        <a:blip r:embed="rId4"/>
                        <a:stretch>
                          <a:fillRect/>
                        </a:stretch>
                      </p:blipFill>
                      <p:spPr>
                        <a:xfrm>
                          <a:off x="3474" y="2821"/>
                          <a:ext cx="730" cy="669"/>
                        </a:xfrm>
                        <a:prstGeom prst="rect">
                          <a:avLst/>
                        </a:prstGeom>
                        <a:noFill/>
                        <a:ln w="38100">
                          <a:noFill/>
                          <a:miter/>
                        </a:ln>
                      </p:spPr>
                    </p:pic>
                  </p:oleObj>
                </mc:Fallback>
              </mc:AlternateContent>
            </a:graphicData>
          </a:graphic>
        </p:graphicFrame>
        <p:graphicFrame>
          <p:nvGraphicFramePr>
            <p:cNvPr id="28944" name="Object 3">
              <a:hlinkClick r:id="" action="ppaction://ole?verb=0"/>
            </p:cNvPr>
            <p:cNvGraphicFramePr/>
            <p:nvPr/>
          </p:nvGraphicFramePr>
          <p:xfrm>
            <a:off x="3622" y="3028"/>
            <a:ext cx="731" cy="668"/>
          </p:xfrm>
          <a:graphic>
            <a:graphicData uri="http://schemas.openxmlformats.org/presentationml/2006/ole">
              <mc:AlternateContent xmlns:mc="http://schemas.openxmlformats.org/markup-compatibility/2006">
                <mc:Choice xmlns:v="urn:schemas-microsoft-com:vml" Requires="v">
                  <p:oleObj spid="_x0000_s4415" r:id="rId5" imgW="1158240" imgH="1058545" progId="MS_ClipArt_Gallery.2">
                    <p:embed/>
                  </p:oleObj>
                </mc:Choice>
                <mc:Fallback>
                  <p:oleObj r:id="rId5" imgW="1158240" imgH="1058545" progId="MS_ClipArt_Gallery.2">
                    <p:embed/>
                    <p:pic>
                      <p:nvPicPr>
                        <p:cNvPr id="0" name="图片 4370"/>
                        <p:cNvPicPr/>
                        <p:nvPr/>
                      </p:nvPicPr>
                      <p:blipFill>
                        <a:blip r:embed="rId6"/>
                        <a:stretch>
                          <a:fillRect/>
                        </a:stretch>
                      </p:blipFill>
                      <p:spPr>
                        <a:xfrm>
                          <a:off x="3622" y="3028"/>
                          <a:ext cx="731" cy="668"/>
                        </a:xfrm>
                        <a:prstGeom prst="rect">
                          <a:avLst/>
                        </a:prstGeom>
                        <a:noFill/>
                        <a:ln w="38100">
                          <a:noFill/>
                          <a:miter/>
                        </a:ln>
                      </p:spPr>
                    </p:pic>
                  </p:oleObj>
                </mc:Fallback>
              </mc:AlternateContent>
            </a:graphicData>
          </a:graphic>
        </p:graphicFrame>
        <p:grpSp>
          <p:nvGrpSpPr>
            <p:cNvPr id="28945" name="Group 273"/>
            <p:cNvGrpSpPr/>
            <p:nvPr/>
          </p:nvGrpSpPr>
          <p:grpSpPr>
            <a:xfrm>
              <a:off x="4438" y="1445"/>
              <a:ext cx="384" cy="290"/>
              <a:chOff x="4438" y="1445"/>
              <a:chExt cx="384" cy="290"/>
            </a:xfrm>
          </p:grpSpPr>
          <p:sp>
            <p:nvSpPr>
              <p:cNvPr id="28946" name="Freeform 274"/>
              <p:cNvSpPr/>
              <p:nvPr/>
            </p:nvSpPr>
            <p:spPr>
              <a:xfrm>
                <a:off x="4679" y="1445"/>
                <a:ext cx="143" cy="143"/>
              </a:xfrm>
              <a:custGeom>
                <a:avLst/>
                <a:gdLst/>
                <a:ahLst/>
                <a:cxnLst>
                  <a:cxn ang="0">
                    <a:pos x="142" y="86"/>
                  </a:cxn>
                  <a:cxn ang="0">
                    <a:pos x="89" y="0"/>
                  </a:cxn>
                  <a:cxn ang="0">
                    <a:pos x="0" y="48"/>
                  </a:cxn>
                  <a:cxn ang="0">
                    <a:pos x="57" y="142"/>
                  </a:cxn>
                  <a:cxn ang="0">
                    <a:pos x="142" y="86"/>
                  </a:cxn>
                </a:cxnLst>
                <a:rect l="0" t="0" r="0" b="0"/>
                <a:pathLst>
                  <a:path w="143" h="143">
                    <a:moveTo>
                      <a:pt x="142" y="86"/>
                    </a:moveTo>
                    <a:lnTo>
                      <a:pt x="89" y="0"/>
                    </a:lnTo>
                    <a:lnTo>
                      <a:pt x="0" y="48"/>
                    </a:lnTo>
                    <a:lnTo>
                      <a:pt x="57" y="142"/>
                    </a:lnTo>
                    <a:lnTo>
                      <a:pt x="142" y="86"/>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947" name="Freeform 275"/>
              <p:cNvSpPr/>
              <p:nvPr/>
            </p:nvSpPr>
            <p:spPr>
              <a:xfrm>
                <a:off x="4567" y="1534"/>
                <a:ext cx="121" cy="102"/>
              </a:xfrm>
              <a:custGeom>
                <a:avLst/>
                <a:gdLst/>
                <a:ahLst/>
                <a:cxnLst>
                  <a:cxn ang="0">
                    <a:pos x="12" y="35"/>
                  </a:cxn>
                  <a:cxn ang="0">
                    <a:pos x="69" y="1"/>
                  </a:cxn>
                  <a:cxn ang="0">
                    <a:pos x="93" y="0"/>
                  </a:cxn>
                  <a:cxn ang="0">
                    <a:pos x="120" y="45"/>
                  </a:cxn>
                  <a:cxn ang="0">
                    <a:pos x="106" y="65"/>
                  </a:cxn>
                  <a:cxn ang="0">
                    <a:pos x="50" y="99"/>
                  </a:cxn>
                  <a:cxn ang="0">
                    <a:pos x="26" y="101"/>
                  </a:cxn>
                  <a:cxn ang="0">
                    <a:pos x="0" y="55"/>
                  </a:cxn>
                  <a:cxn ang="0">
                    <a:pos x="12" y="35"/>
                  </a:cxn>
                </a:cxnLst>
                <a:rect l="0" t="0" r="0" b="0"/>
                <a:pathLst>
                  <a:path w="121" h="102">
                    <a:moveTo>
                      <a:pt x="12" y="35"/>
                    </a:moveTo>
                    <a:lnTo>
                      <a:pt x="69" y="1"/>
                    </a:lnTo>
                    <a:lnTo>
                      <a:pt x="93" y="0"/>
                    </a:lnTo>
                    <a:lnTo>
                      <a:pt x="120" y="45"/>
                    </a:lnTo>
                    <a:lnTo>
                      <a:pt x="106" y="65"/>
                    </a:lnTo>
                    <a:lnTo>
                      <a:pt x="50" y="99"/>
                    </a:lnTo>
                    <a:lnTo>
                      <a:pt x="26" y="101"/>
                    </a:lnTo>
                    <a:lnTo>
                      <a:pt x="0" y="55"/>
                    </a:lnTo>
                    <a:lnTo>
                      <a:pt x="12" y="3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948" name="Freeform 276"/>
              <p:cNvSpPr/>
              <p:nvPr/>
            </p:nvSpPr>
            <p:spPr>
              <a:xfrm>
                <a:off x="4608" y="1514"/>
                <a:ext cx="122" cy="102"/>
              </a:xfrm>
              <a:custGeom>
                <a:avLst/>
                <a:gdLst/>
                <a:ahLst/>
                <a:cxnLst>
                  <a:cxn ang="0">
                    <a:pos x="13" y="36"/>
                  </a:cxn>
                  <a:cxn ang="0">
                    <a:pos x="70" y="2"/>
                  </a:cxn>
                  <a:cxn ang="0">
                    <a:pos x="94" y="0"/>
                  </a:cxn>
                  <a:cxn ang="0">
                    <a:pos x="121" y="45"/>
                  </a:cxn>
                  <a:cxn ang="0">
                    <a:pos x="107" y="64"/>
                  </a:cxn>
                  <a:cxn ang="0">
                    <a:pos x="52" y="98"/>
                  </a:cxn>
                  <a:cxn ang="0">
                    <a:pos x="26" y="101"/>
                  </a:cxn>
                  <a:cxn ang="0">
                    <a:pos x="0" y="56"/>
                  </a:cxn>
                  <a:cxn ang="0">
                    <a:pos x="13" y="36"/>
                  </a:cxn>
                </a:cxnLst>
                <a:rect l="0" t="0" r="0" b="0"/>
                <a:pathLst>
                  <a:path w="122" h="102">
                    <a:moveTo>
                      <a:pt x="13" y="36"/>
                    </a:moveTo>
                    <a:lnTo>
                      <a:pt x="70" y="2"/>
                    </a:lnTo>
                    <a:lnTo>
                      <a:pt x="94" y="0"/>
                    </a:lnTo>
                    <a:lnTo>
                      <a:pt x="121" y="45"/>
                    </a:lnTo>
                    <a:lnTo>
                      <a:pt x="107" y="64"/>
                    </a:lnTo>
                    <a:lnTo>
                      <a:pt x="52" y="98"/>
                    </a:lnTo>
                    <a:lnTo>
                      <a:pt x="26" y="101"/>
                    </a:lnTo>
                    <a:lnTo>
                      <a:pt x="0" y="56"/>
                    </a:lnTo>
                    <a:lnTo>
                      <a:pt x="13" y="36"/>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949" name="Freeform 277"/>
              <p:cNvSpPr/>
              <p:nvPr/>
            </p:nvSpPr>
            <p:spPr>
              <a:xfrm>
                <a:off x="4578" y="1528"/>
                <a:ext cx="108" cy="42"/>
              </a:xfrm>
              <a:custGeom>
                <a:avLst/>
                <a:gdLst/>
                <a:ahLst/>
                <a:cxnLst>
                  <a:cxn ang="0">
                    <a:pos x="55" y="7"/>
                  </a:cxn>
                  <a:cxn ang="0">
                    <a:pos x="107" y="0"/>
                  </a:cxn>
                  <a:cxn ang="0">
                    <a:pos x="51" y="32"/>
                  </a:cxn>
                  <a:cxn ang="0">
                    <a:pos x="0" y="41"/>
                  </a:cxn>
                  <a:cxn ang="0">
                    <a:pos x="55" y="7"/>
                  </a:cxn>
                </a:cxnLst>
                <a:rect l="0" t="0" r="0" b="0"/>
                <a:pathLst>
                  <a:path w="108" h="42">
                    <a:moveTo>
                      <a:pt x="55" y="7"/>
                    </a:moveTo>
                    <a:lnTo>
                      <a:pt x="107" y="0"/>
                    </a:lnTo>
                    <a:lnTo>
                      <a:pt x="51" y="32"/>
                    </a:lnTo>
                    <a:lnTo>
                      <a:pt x="0" y="41"/>
                    </a:lnTo>
                    <a:lnTo>
                      <a:pt x="55" y="7"/>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950" name="Freeform 278"/>
              <p:cNvSpPr/>
              <p:nvPr/>
            </p:nvSpPr>
            <p:spPr>
              <a:xfrm>
                <a:off x="4593" y="1618"/>
                <a:ext cx="70" cy="21"/>
              </a:xfrm>
              <a:custGeom>
                <a:avLst/>
                <a:gdLst/>
                <a:ahLst/>
                <a:cxnLst>
                  <a:cxn ang="0">
                    <a:pos x="0" y="20"/>
                  </a:cxn>
                  <a:cxn ang="0">
                    <a:pos x="44" y="0"/>
                  </a:cxn>
                  <a:cxn ang="0">
                    <a:pos x="69" y="0"/>
                  </a:cxn>
                  <a:cxn ang="0">
                    <a:pos x="24" y="20"/>
                  </a:cxn>
                  <a:cxn ang="0">
                    <a:pos x="0" y="20"/>
                  </a:cxn>
                </a:cxnLst>
                <a:rect l="0" t="0" r="0" b="0"/>
                <a:pathLst>
                  <a:path w="70" h="21">
                    <a:moveTo>
                      <a:pt x="0" y="20"/>
                    </a:moveTo>
                    <a:lnTo>
                      <a:pt x="44" y="0"/>
                    </a:lnTo>
                    <a:lnTo>
                      <a:pt x="69" y="0"/>
                    </a:lnTo>
                    <a:lnTo>
                      <a:pt x="24" y="20"/>
                    </a:lnTo>
                    <a:lnTo>
                      <a:pt x="0" y="2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28951" name="Line 279"/>
              <p:cNvSpPr/>
              <p:nvPr/>
            </p:nvSpPr>
            <p:spPr>
              <a:xfrm flipV="1">
                <a:off x="4573" y="1571"/>
                <a:ext cx="32" cy="24"/>
              </a:xfrm>
              <a:prstGeom prst="line">
                <a:avLst/>
              </a:prstGeom>
              <a:ln w="12700" cap="flat" cmpd="sng">
                <a:solidFill>
                  <a:schemeClr val="tx1"/>
                </a:solidFill>
                <a:prstDash val="solid"/>
                <a:headEnd type="none" w="med" len="med"/>
                <a:tailEnd type="none" w="med" len="med"/>
              </a:ln>
            </p:spPr>
          </p:sp>
          <p:sp>
            <p:nvSpPr>
              <p:cNvPr id="28952" name="Oval 280"/>
              <p:cNvSpPr/>
              <p:nvPr/>
            </p:nvSpPr>
            <p:spPr>
              <a:xfrm rot="-1860000">
                <a:off x="4630" y="1557"/>
                <a:ext cx="23" cy="12"/>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53" name="Line 281"/>
              <p:cNvSpPr/>
              <p:nvPr/>
            </p:nvSpPr>
            <p:spPr>
              <a:xfrm flipV="1">
                <a:off x="4633" y="1545"/>
                <a:ext cx="3" cy="15"/>
              </a:xfrm>
              <a:prstGeom prst="line">
                <a:avLst/>
              </a:prstGeom>
              <a:ln w="12700" cap="flat" cmpd="sng">
                <a:solidFill>
                  <a:schemeClr val="tx1"/>
                </a:solidFill>
                <a:prstDash val="solid"/>
                <a:headEnd type="none" w="med" len="med"/>
                <a:tailEnd type="none" w="med" len="med"/>
              </a:ln>
            </p:spPr>
          </p:sp>
          <p:sp>
            <p:nvSpPr>
              <p:cNvPr id="28954" name="Line 282"/>
              <p:cNvSpPr/>
              <p:nvPr/>
            </p:nvSpPr>
            <p:spPr>
              <a:xfrm>
                <a:off x="4635" y="1562"/>
                <a:ext cx="3" cy="0"/>
              </a:xfrm>
              <a:prstGeom prst="line">
                <a:avLst/>
              </a:prstGeom>
              <a:ln w="12700" cap="flat" cmpd="sng">
                <a:solidFill>
                  <a:schemeClr val="tx1"/>
                </a:solidFill>
                <a:prstDash val="solid"/>
                <a:headEnd type="none" w="med" len="med"/>
                <a:tailEnd type="none" w="med" len="med"/>
              </a:ln>
            </p:spPr>
          </p:sp>
          <p:sp>
            <p:nvSpPr>
              <p:cNvPr id="28955" name="Oval 283"/>
              <p:cNvSpPr/>
              <p:nvPr/>
            </p:nvSpPr>
            <p:spPr>
              <a:xfrm rot="-1860000">
                <a:off x="4630" y="1552"/>
                <a:ext cx="95" cy="4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56" name="Line 284"/>
              <p:cNvSpPr/>
              <p:nvPr/>
            </p:nvSpPr>
            <p:spPr>
              <a:xfrm flipV="1">
                <a:off x="4684" y="1506"/>
                <a:ext cx="36" cy="26"/>
              </a:xfrm>
              <a:prstGeom prst="line">
                <a:avLst/>
              </a:prstGeom>
              <a:ln w="12700" cap="flat" cmpd="sng">
                <a:solidFill>
                  <a:schemeClr val="tx1"/>
                </a:solidFill>
                <a:prstDash val="solid"/>
                <a:headEnd type="none" w="med" len="med"/>
                <a:tailEnd type="none" w="med" len="med"/>
              </a:ln>
            </p:spPr>
          </p:sp>
          <p:sp>
            <p:nvSpPr>
              <p:cNvPr id="28957" name="Freeform 285"/>
              <p:cNvSpPr/>
              <p:nvPr/>
            </p:nvSpPr>
            <p:spPr>
              <a:xfrm>
                <a:off x="4631" y="1549"/>
                <a:ext cx="32" cy="20"/>
              </a:xfrm>
              <a:custGeom>
                <a:avLst/>
                <a:gdLst/>
                <a:ahLst/>
                <a:cxnLst>
                  <a:cxn ang="0">
                    <a:pos x="0" y="13"/>
                  </a:cxn>
                  <a:cxn ang="0">
                    <a:pos x="16" y="0"/>
                  </a:cxn>
                  <a:cxn ang="0">
                    <a:pos x="31" y="2"/>
                  </a:cxn>
                  <a:cxn ang="0">
                    <a:pos x="28" y="19"/>
                  </a:cxn>
                  <a:cxn ang="0">
                    <a:pos x="0" y="13"/>
                  </a:cxn>
                </a:cxnLst>
                <a:rect l="0" t="0" r="0" b="0"/>
                <a:pathLst>
                  <a:path w="32" h="20">
                    <a:moveTo>
                      <a:pt x="0" y="13"/>
                    </a:moveTo>
                    <a:lnTo>
                      <a:pt x="16" y="0"/>
                    </a:lnTo>
                    <a:lnTo>
                      <a:pt x="31" y="2"/>
                    </a:lnTo>
                    <a:lnTo>
                      <a:pt x="28" y="19"/>
                    </a:lnTo>
                    <a:lnTo>
                      <a:pt x="0" y="1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958" name="Freeform 286"/>
              <p:cNvSpPr/>
              <p:nvPr/>
            </p:nvSpPr>
            <p:spPr>
              <a:xfrm>
                <a:off x="4633" y="1549"/>
                <a:ext cx="32" cy="25"/>
              </a:xfrm>
              <a:custGeom>
                <a:avLst/>
                <a:gdLst/>
                <a:ahLst/>
                <a:cxnLst>
                  <a:cxn ang="0">
                    <a:pos x="22" y="0"/>
                  </a:cxn>
                  <a:cxn ang="0">
                    <a:pos x="31" y="13"/>
                  </a:cxn>
                  <a:cxn ang="0">
                    <a:pos x="18" y="24"/>
                  </a:cxn>
                  <a:cxn ang="0">
                    <a:pos x="0" y="19"/>
                  </a:cxn>
                  <a:cxn ang="0">
                    <a:pos x="16" y="6"/>
                  </a:cxn>
                  <a:cxn ang="0">
                    <a:pos x="22" y="0"/>
                  </a:cxn>
                </a:cxnLst>
                <a:rect l="0" t="0" r="0" b="0"/>
                <a:pathLst>
                  <a:path w="32" h="25">
                    <a:moveTo>
                      <a:pt x="22" y="0"/>
                    </a:moveTo>
                    <a:lnTo>
                      <a:pt x="31" y="13"/>
                    </a:lnTo>
                    <a:lnTo>
                      <a:pt x="18" y="24"/>
                    </a:lnTo>
                    <a:lnTo>
                      <a:pt x="0" y="19"/>
                    </a:lnTo>
                    <a:lnTo>
                      <a:pt x="16" y="6"/>
                    </a:lnTo>
                    <a:lnTo>
                      <a:pt x="22"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28959" name="Rectangle 287"/>
              <p:cNvSpPr/>
              <p:nvPr/>
            </p:nvSpPr>
            <p:spPr>
              <a:xfrm rot="-1860000">
                <a:off x="4577" y="1612"/>
                <a:ext cx="24" cy="1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8960" name="Freeform 288"/>
              <p:cNvSpPr/>
              <p:nvPr/>
            </p:nvSpPr>
            <p:spPr>
              <a:xfrm>
                <a:off x="4438" y="1567"/>
                <a:ext cx="167" cy="168"/>
              </a:xfrm>
              <a:custGeom>
                <a:avLst/>
                <a:gdLst/>
                <a:ahLst/>
                <a:cxnLst>
                  <a:cxn ang="0">
                    <a:pos x="0" y="59"/>
                  </a:cxn>
                  <a:cxn ang="0">
                    <a:pos x="64" y="167"/>
                  </a:cxn>
                  <a:cxn ang="0">
                    <a:pos x="166" y="100"/>
                  </a:cxn>
                  <a:cxn ang="0">
                    <a:pos x="105" y="0"/>
                  </a:cxn>
                  <a:cxn ang="0">
                    <a:pos x="0" y="59"/>
                  </a:cxn>
                </a:cxnLst>
                <a:rect l="0" t="0" r="0" b="0"/>
                <a:pathLst>
                  <a:path w="167" h="168">
                    <a:moveTo>
                      <a:pt x="0" y="59"/>
                    </a:moveTo>
                    <a:lnTo>
                      <a:pt x="64" y="167"/>
                    </a:lnTo>
                    <a:lnTo>
                      <a:pt x="166" y="100"/>
                    </a:lnTo>
                    <a:lnTo>
                      <a:pt x="105" y="0"/>
                    </a:lnTo>
                    <a:lnTo>
                      <a:pt x="0" y="5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28961" name="Line 289"/>
              <p:cNvSpPr/>
              <p:nvPr/>
            </p:nvSpPr>
            <p:spPr>
              <a:xfrm flipV="1">
                <a:off x="4663" y="1593"/>
                <a:ext cx="8" cy="11"/>
              </a:xfrm>
              <a:prstGeom prst="line">
                <a:avLst/>
              </a:prstGeom>
              <a:ln w="12700" cap="flat" cmpd="sng">
                <a:solidFill>
                  <a:schemeClr val="tx1"/>
                </a:solidFill>
                <a:prstDash val="solid"/>
                <a:headEnd type="none" w="med" len="med"/>
                <a:tailEnd type="none" w="med" len="med"/>
              </a:ln>
            </p:spPr>
          </p:sp>
          <p:sp>
            <p:nvSpPr>
              <p:cNvPr id="28962" name="Line 290"/>
              <p:cNvSpPr/>
              <p:nvPr/>
            </p:nvSpPr>
            <p:spPr>
              <a:xfrm flipV="1">
                <a:off x="4662" y="1591"/>
                <a:ext cx="8" cy="13"/>
              </a:xfrm>
              <a:prstGeom prst="line">
                <a:avLst/>
              </a:prstGeom>
              <a:ln w="12700" cap="flat" cmpd="sng">
                <a:solidFill>
                  <a:schemeClr val="tx1"/>
                </a:solidFill>
                <a:prstDash val="solid"/>
                <a:headEnd type="none" w="med" len="med"/>
                <a:tailEnd type="none" w="med" len="med"/>
              </a:ln>
            </p:spPr>
          </p:sp>
          <p:sp>
            <p:nvSpPr>
              <p:cNvPr id="28963" name="Freeform 291"/>
              <p:cNvSpPr/>
              <p:nvPr/>
            </p:nvSpPr>
            <p:spPr>
              <a:xfrm>
                <a:off x="4658" y="1586"/>
                <a:ext cx="33" cy="28"/>
              </a:xfrm>
              <a:custGeom>
                <a:avLst/>
                <a:gdLst/>
                <a:ahLst/>
                <a:cxnLst>
                  <a:cxn ang="0">
                    <a:pos x="25" y="20"/>
                  </a:cxn>
                  <a:cxn ang="0">
                    <a:pos x="32" y="17"/>
                  </a:cxn>
                  <a:cxn ang="0">
                    <a:pos x="30" y="14"/>
                  </a:cxn>
                  <a:cxn ang="0">
                    <a:pos x="23" y="2"/>
                  </a:cxn>
                  <a:cxn ang="0">
                    <a:pos x="22" y="0"/>
                  </a:cxn>
                  <a:cxn ang="0">
                    <a:pos x="16" y="4"/>
                  </a:cxn>
                  <a:cxn ang="0">
                    <a:pos x="11" y="11"/>
                  </a:cxn>
                  <a:cxn ang="0">
                    <a:pos x="4" y="17"/>
                  </a:cxn>
                  <a:cxn ang="0">
                    <a:pos x="0" y="23"/>
                  </a:cxn>
                  <a:cxn ang="0">
                    <a:pos x="1" y="25"/>
                  </a:cxn>
                  <a:cxn ang="0">
                    <a:pos x="8" y="22"/>
                  </a:cxn>
                  <a:cxn ang="0">
                    <a:pos x="11" y="27"/>
                  </a:cxn>
                  <a:cxn ang="0">
                    <a:pos x="19" y="25"/>
                  </a:cxn>
                  <a:cxn ang="0">
                    <a:pos x="25" y="20"/>
                  </a:cxn>
                </a:cxnLst>
                <a:rect l="0" t="0" r="0" b="0"/>
                <a:pathLst>
                  <a:path w="33" h="28">
                    <a:moveTo>
                      <a:pt x="25" y="20"/>
                    </a:moveTo>
                    <a:lnTo>
                      <a:pt x="32" y="17"/>
                    </a:lnTo>
                    <a:lnTo>
                      <a:pt x="30" y="14"/>
                    </a:lnTo>
                    <a:lnTo>
                      <a:pt x="23" y="2"/>
                    </a:lnTo>
                    <a:lnTo>
                      <a:pt x="22" y="0"/>
                    </a:lnTo>
                    <a:lnTo>
                      <a:pt x="16" y="4"/>
                    </a:lnTo>
                    <a:lnTo>
                      <a:pt x="11" y="11"/>
                    </a:lnTo>
                    <a:lnTo>
                      <a:pt x="4" y="17"/>
                    </a:lnTo>
                    <a:lnTo>
                      <a:pt x="0" y="23"/>
                    </a:lnTo>
                    <a:lnTo>
                      <a:pt x="1" y="25"/>
                    </a:lnTo>
                    <a:lnTo>
                      <a:pt x="8" y="22"/>
                    </a:lnTo>
                    <a:lnTo>
                      <a:pt x="11" y="27"/>
                    </a:lnTo>
                    <a:lnTo>
                      <a:pt x="19" y="25"/>
                    </a:lnTo>
                    <a:lnTo>
                      <a:pt x="25"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64" name="Freeform 292"/>
              <p:cNvSpPr/>
              <p:nvPr/>
            </p:nvSpPr>
            <p:spPr>
              <a:xfrm>
                <a:off x="4657" y="1594"/>
                <a:ext cx="34" cy="21"/>
              </a:xfrm>
              <a:custGeom>
                <a:avLst/>
                <a:gdLst/>
                <a:ahLst/>
                <a:cxnLst>
                  <a:cxn ang="0">
                    <a:pos x="0" y="7"/>
                  </a:cxn>
                  <a:cxn ang="0">
                    <a:pos x="29" y="0"/>
                  </a:cxn>
                  <a:cxn ang="0">
                    <a:pos x="33" y="10"/>
                  </a:cxn>
                  <a:cxn ang="0">
                    <a:pos x="2" y="20"/>
                  </a:cxn>
                  <a:cxn ang="0">
                    <a:pos x="0" y="7"/>
                  </a:cxn>
                </a:cxnLst>
                <a:rect l="0" t="0" r="0" b="0"/>
                <a:pathLst>
                  <a:path w="34" h="21">
                    <a:moveTo>
                      <a:pt x="0" y="7"/>
                    </a:moveTo>
                    <a:lnTo>
                      <a:pt x="29" y="0"/>
                    </a:lnTo>
                    <a:lnTo>
                      <a:pt x="33" y="10"/>
                    </a:lnTo>
                    <a:lnTo>
                      <a:pt x="2" y="20"/>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65" name="Freeform 293"/>
              <p:cNvSpPr/>
              <p:nvPr/>
            </p:nvSpPr>
            <p:spPr>
              <a:xfrm>
                <a:off x="4677" y="1586"/>
                <a:ext cx="28" cy="20"/>
              </a:xfrm>
              <a:custGeom>
                <a:avLst/>
                <a:gdLst/>
                <a:ahLst/>
                <a:cxnLst>
                  <a:cxn ang="0">
                    <a:pos x="0" y="16"/>
                  </a:cxn>
                  <a:cxn ang="0">
                    <a:pos x="2" y="19"/>
                  </a:cxn>
                  <a:cxn ang="0">
                    <a:pos x="5" y="16"/>
                  </a:cxn>
                  <a:cxn ang="0">
                    <a:pos x="7" y="19"/>
                  </a:cxn>
                  <a:cxn ang="0">
                    <a:pos x="11" y="19"/>
                  </a:cxn>
                  <a:cxn ang="0">
                    <a:pos x="16" y="19"/>
                  </a:cxn>
                  <a:cxn ang="0">
                    <a:pos x="19" y="16"/>
                  </a:cxn>
                  <a:cxn ang="0">
                    <a:pos x="22" y="11"/>
                  </a:cxn>
                  <a:cxn ang="0">
                    <a:pos x="24" y="8"/>
                  </a:cxn>
                  <a:cxn ang="0">
                    <a:pos x="23" y="5"/>
                  </a:cxn>
                  <a:cxn ang="0">
                    <a:pos x="27" y="3"/>
                  </a:cxn>
                  <a:cxn ang="0">
                    <a:pos x="25" y="1"/>
                  </a:cxn>
                  <a:cxn ang="0">
                    <a:pos x="21" y="1"/>
                  </a:cxn>
                  <a:cxn ang="0">
                    <a:pos x="15" y="1"/>
                  </a:cxn>
                  <a:cxn ang="0">
                    <a:pos x="10" y="0"/>
                  </a:cxn>
                  <a:cxn ang="0">
                    <a:pos x="7" y="2"/>
                  </a:cxn>
                  <a:cxn ang="0">
                    <a:pos x="4" y="7"/>
                  </a:cxn>
                  <a:cxn ang="0">
                    <a:pos x="2" y="11"/>
                  </a:cxn>
                  <a:cxn ang="0">
                    <a:pos x="0" y="16"/>
                  </a:cxn>
                </a:cxnLst>
                <a:rect l="0" t="0" r="0" b="0"/>
                <a:pathLst>
                  <a:path w="28" h="20">
                    <a:moveTo>
                      <a:pt x="0" y="16"/>
                    </a:moveTo>
                    <a:lnTo>
                      <a:pt x="2" y="19"/>
                    </a:lnTo>
                    <a:lnTo>
                      <a:pt x="5" y="16"/>
                    </a:lnTo>
                    <a:lnTo>
                      <a:pt x="7" y="19"/>
                    </a:lnTo>
                    <a:lnTo>
                      <a:pt x="11" y="19"/>
                    </a:lnTo>
                    <a:lnTo>
                      <a:pt x="16" y="19"/>
                    </a:lnTo>
                    <a:lnTo>
                      <a:pt x="19" y="16"/>
                    </a:lnTo>
                    <a:lnTo>
                      <a:pt x="22" y="11"/>
                    </a:lnTo>
                    <a:lnTo>
                      <a:pt x="24" y="8"/>
                    </a:lnTo>
                    <a:lnTo>
                      <a:pt x="23" y="5"/>
                    </a:lnTo>
                    <a:lnTo>
                      <a:pt x="27" y="3"/>
                    </a:lnTo>
                    <a:lnTo>
                      <a:pt x="25" y="1"/>
                    </a:lnTo>
                    <a:lnTo>
                      <a:pt x="21" y="1"/>
                    </a:lnTo>
                    <a:lnTo>
                      <a:pt x="15" y="1"/>
                    </a:lnTo>
                    <a:lnTo>
                      <a:pt x="10" y="0"/>
                    </a:lnTo>
                    <a:lnTo>
                      <a:pt x="7" y="2"/>
                    </a:lnTo>
                    <a:lnTo>
                      <a:pt x="4" y="7"/>
                    </a:lnTo>
                    <a:lnTo>
                      <a:pt x="2"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66" name="Line 294"/>
              <p:cNvSpPr/>
              <p:nvPr/>
            </p:nvSpPr>
            <p:spPr>
              <a:xfrm flipV="1">
                <a:off x="4647" y="1590"/>
                <a:ext cx="3" cy="10"/>
              </a:xfrm>
              <a:prstGeom prst="line">
                <a:avLst/>
              </a:prstGeom>
              <a:ln w="12700" cap="flat" cmpd="sng">
                <a:solidFill>
                  <a:schemeClr val="tx1"/>
                </a:solidFill>
                <a:prstDash val="solid"/>
                <a:headEnd type="none" w="med" len="med"/>
                <a:tailEnd type="none" w="med" len="med"/>
              </a:ln>
            </p:spPr>
          </p:sp>
          <p:sp>
            <p:nvSpPr>
              <p:cNvPr id="28967" name="Line 295"/>
              <p:cNvSpPr/>
              <p:nvPr/>
            </p:nvSpPr>
            <p:spPr>
              <a:xfrm flipV="1">
                <a:off x="4642" y="1583"/>
                <a:ext cx="9" cy="13"/>
              </a:xfrm>
              <a:prstGeom prst="line">
                <a:avLst/>
              </a:prstGeom>
              <a:ln w="12700" cap="flat" cmpd="sng">
                <a:solidFill>
                  <a:schemeClr val="tx1"/>
                </a:solidFill>
                <a:prstDash val="solid"/>
                <a:headEnd type="none" w="med" len="med"/>
                <a:tailEnd type="none" w="med" len="med"/>
              </a:ln>
            </p:spPr>
          </p:sp>
          <p:sp>
            <p:nvSpPr>
              <p:cNvPr id="28968" name="Freeform 296"/>
              <p:cNvSpPr/>
              <p:nvPr/>
            </p:nvSpPr>
            <p:spPr>
              <a:xfrm>
                <a:off x="4642" y="1582"/>
                <a:ext cx="34" cy="24"/>
              </a:xfrm>
              <a:custGeom>
                <a:avLst/>
                <a:gdLst/>
                <a:ahLst/>
                <a:cxnLst>
                  <a:cxn ang="0">
                    <a:pos x="26" y="20"/>
                  </a:cxn>
                  <a:cxn ang="0">
                    <a:pos x="33" y="15"/>
                  </a:cxn>
                  <a:cxn ang="0">
                    <a:pos x="31" y="13"/>
                  </a:cxn>
                  <a:cxn ang="0">
                    <a:pos x="24" y="2"/>
                  </a:cxn>
                  <a:cxn ang="0">
                    <a:pos x="23" y="0"/>
                  </a:cxn>
                  <a:cxn ang="0">
                    <a:pos x="15" y="3"/>
                  </a:cxn>
                  <a:cxn ang="0">
                    <a:pos x="9" y="7"/>
                  </a:cxn>
                  <a:cxn ang="0">
                    <a:pos x="4" y="13"/>
                  </a:cxn>
                  <a:cxn ang="0">
                    <a:pos x="6" y="15"/>
                  </a:cxn>
                  <a:cxn ang="0">
                    <a:pos x="0" y="19"/>
                  </a:cxn>
                  <a:cxn ang="0">
                    <a:pos x="1" y="21"/>
                  </a:cxn>
                  <a:cxn ang="0">
                    <a:pos x="8" y="20"/>
                  </a:cxn>
                  <a:cxn ang="0">
                    <a:pos x="11" y="23"/>
                  </a:cxn>
                  <a:cxn ang="0">
                    <a:pos x="18" y="21"/>
                  </a:cxn>
                  <a:cxn ang="0">
                    <a:pos x="26" y="20"/>
                  </a:cxn>
                </a:cxnLst>
                <a:rect l="0" t="0" r="0" b="0"/>
                <a:pathLst>
                  <a:path w="34" h="24">
                    <a:moveTo>
                      <a:pt x="26" y="20"/>
                    </a:moveTo>
                    <a:lnTo>
                      <a:pt x="33" y="15"/>
                    </a:lnTo>
                    <a:lnTo>
                      <a:pt x="31" y="13"/>
                    </a:lnTo>
                    <a:lnTo>
                      <a:pt x="24" y="2"/>
                    </a:lnTo>
                    <a:lnTo>
                      <a:pt x="23" y="0"/>
                    </a:lnTo>
                    <a:lnTo>
                      <a:pt x="15" y="3"/>
                    </a:lnTo>
                    <a:lnTo>
                      <a:pt x="9" y="7"/>
                    </a:lnTo>
                    <a:lnTo>
                      <a:pt x="4" y="13"/>
                    </a:lnTo>
                    <a:lnTo>
                      <a:pt x="6" y="15"/>
                    </a:lnTo>
                    <a:lnTo>
                      <a:pt x="0" y="19"/>
                    </a:lnTo>
                    <a:lnTo>
                      <a:pt x="1" y="21"/>
                    </a:lnTo>
                    <a:lnTo>
                      <a:pt x="8" y="20"/>
                    </a:lnTo>
                    <a:lnTo>
                      <a:pt x="11" y="23"/>
                    </a:lnTo>
                    <a:lnTo>
                      <a:pt x="18" y="21"/>
                    </a:lnTo>
                    <a:lnTo>
                      <a:pt x="26"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69" name="Freeform 297"/>
              <p:cNvSpPr/>
              <p:nvPr/>
            </p:nvSpPr>
            <p:spPr>
              <a:xfrm>
                <a:off x="4644" y="1588"/>
                <a:ext cx="33" cy="21"/>
              </a:xfrm>
              <a:custGeom>
                <a:avLst/>
                <a:gdLst/>
                <a:ahLst/>
                <a:cxnLst>
                  <a:cxn ang="0">
                    <a:pos x="0" y="6"/>
                  </a:cxn>
                  <a:cxn ang="0">
                    <a:pos x="28" y="0"/>
                  </a:cxn>
                  <a:cxn ang="0">
                    <a:pos x="32" y="11"/>
                  </a:cxn>
                  <a:cxn ang="0">
                    <a:pos x="2" y="20"/>
                  </a:cxn>
                  <a:cxn ang="0">
                    <a:pos x="0" y="6"/>
                  </a:cxn>
                </a:cxnLst>
                <a:rect l="0" t="0" r="0" b="0"/>
                <a:pathLst>
                  <a:path w="33" h="21">
                    <a:moveTo>
                      <a:pt x="0" y="6"/>
                    </a:moveTo>
                    <a:lnTo>
                      <a:pt x="28" y="0"/>
                    </a:lnTo>
                    <a:lnTo>
                      <a:pt x="32" y="11"/>
                    </a:lnTo>
                    <a:lnTo>
                      <a:pt x="2" y="20"/>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70" name="Freeform 298"/>
              <p:cNvSpPr/>
              <p:nvPr/>
            </p:nvSpPr>
            <p:spPr>
              <a:xfrm>
                <a:off x="4658" y="1576"/>
                <a:ext cx="29" cy="27"/>
              </a:xfrm>
              <a:custGeom>
                <a:avLst/>
                <a:gdLst/>
                <a:ahLst/>
                <a:cxnLst>
                  <a:cxn ang="0">
                    <a:pos x="0" y="18"/>
                  </a:cxn>
                  <a:cxn ang="0">
                    <a:pos x="2" y="22"/>
                  </a:cxn>
                  <a:cxn ang="0">
                    <a:pos x="6" y="19"/>
                  </a:cxn>
                  <a:cxn ang="0">
                    <a:pos x="8" y="26"/>
                  </a:cxn>
                  <a:cxn ang="0">
                    <a:pos x="15" y="26"/>
                  </a:cxn>
                  <a:cxn ang="0">
                    <a:pos x="19" y="23"/>
                  </a:cxn>
                  <a:cxn ang="0">
                    <a:pos x="22" y="22"/>
                  </a:cxn>
                  <a:cxn ang="0">
                    <a:pos x="26" y="19"/>
                  </a:cxn>
                  <a:cxn ang="0">
                    <a:pos x="28" y="14"/>
                  </a:cxn>
                  <a:cxn ang="0">
                    <a:pos x="24" y="8"/>
                  </a:cxn>
                  <a:cxn ang="0">
                    <a:pos x="28" y="6"/>
                  </a:cxn>
                  <a:cxn ang="0">
                    <a:pos x="26" y="3"/>
                  </a:cxn>
                  <a:cxn ang="0">
                    <a:pos x="21" y="3"/>
                  </a:cxn>
                  <a:cxn ang="0">
                    <a:pos x="19" y="0"/>
                  </a:cxn>
                  <a:cxn ang="0">
                    <a:pos x="15" y="2"/>
                  </a:cxn>
                  <a:cxn ang="0">
                    <a:pos x="11" y="4"/>
                  </a:cxn>
                  <a:cxn ang="0">
                    <a:pos x="5" y="8"/>
                  </a:cxn>
                  <a:cxn ang="0">
                    <a:pos x="1" y="11"/>
                  </a:cxn>
                  <a:cxn ang="0">
                    <a:pos x="2" y="13"/>
                  </a:cxn>
                  <a:cxn ang="0">
                    <a:pos x="0" y="18"/>
                  </a:cxn>
                </a:cxnLst>
                <a:rect l="0" t="0" r="0" b="0"/>
                <a:pathLst>
                  <a:path w="29" h="27">
                    <a:moveTo>
                      <a:pt x="0" y="18"/>
                    </a:moveTo>
                    <a:lnTo>
                      <a:pt x="2" y="22"/>
                    </a:lnTo>
                    <a:lnTo>
                      <a:pt x="6" y="19"/>
                    </a:lnTo>
                    <a:lnTo>
                      <a:pt x="8" y="26"/>
                    </a:lnTo>
                    <a:lnTo>
                      <a:pt x="15" y="26"/>
                    </a:lnTo>
                    <a:lnTo>
                      <a:pt x="19" y="23"/>
                    </a:lnTo>
                    <a:lnTo>
                      <a:pt x="22" y="22"/>
                    </a:lnTo>
                    <a:lnTo>
                      <a:pt x="26" y="19"/>
                    </a:lnTo>
                    <a:lnTo>
                      <a:pt x="28" y="14"/>
                    </a:lnTo>
                    <a:lnTo>
                      <a:pt x="24" y="8"/>
                    </a:lnTo>
                    <a:lnTo>
                      <a:pt x="28" y="6"/>
                    </a:lnTo>
                    <a:lnTo>
                      <a:pt x="26" y="3"/>
                    </a:lnTo>
                    <a:lnTo>
                      <a:pt x="21" y="3"/>
                    </a:lnTo>
                    <a:lnTo>
                      <a:pt x="19" y="0"/>
                    </a:lnTo>
                    <a:lnTo>
                      <a:pt x="15" y="2"/>
                    </a:lnTo>
                    <a:lnTo>
                      <a:pt x="11" y="4"/>
                    </a:lnTo>
                    <a:lnTo>
                      <a:pt x="5" y="8"/>
                    </a:lnTo>
                    <a:lnTo>
                      <a:pt x="1" y="11"/>
                    </a:lnTo>
                    <a:lnTo>
                      <a:pt x="2" y="13"/>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71" name="Line 299"/>
              <p:cNvSpPr/>
              <p:nvPr/>
            </p:nvSpPr>
            <p:spPr>
              <a:xfrm flipV="1">
                <a:off x="4646" y="1571"/>
                <a:ext cx="5" cy="14"/>
              </a:xfrm>
              <a:prstGeom prst="line">
                <a:avLst/>
              </a:prstGeom>
              <a:ln w="12700" cap="flat" cmpd="sng">
                <a:solidFill>
                  <a:schemeClr val="tx1"/>
                </a:solidFill>
                <a:prstDash val="solid"/>
                <a:headEnd type="none" w="med" len="med"/>
                <a:tailEnd type="none" w="med" len="med"/>
              </a:ln>
            </p:spPr>
          </p:sp>
          <p:sp>
            <p:nvSpPr>
              <p:cNvPr id="28972" name="Line 300"/>
              <p:cNvSpPr/>
              <p:nvPr/>
            </p:nvSpPr>
            <p:spPr>
              <a:xfrm flipV="1">
                <a:off x="4649" y="1566"/>
                <a:ext cx="5" cy="13"/>
              </a:xfrm>
              <a:prstGeom prst="line">
                <a:avLst/>
              </a:prstGeom>
              <a:ln w="12700" cap="flat" cmpd="sng">
                <a:solidFill>
                  <a:schemeClr val="tx1"/>
                </a:solidFill>
                <a:prstDash val="solid"/>
                <a:headEnd type="none" w="med" len="med"/>
                <a:tailEnd type="none" w="med" len="med"/>
              </a:ln>
            </p:spPr>
          </p:sp>
          <p:sp>
            <p:nvSpPr>
              <p:cNvPr id="28973" name="Freeform 301"/>
              <p:cNvSpPr/>
              <p:nvPr/>
            </p:nvSpPr>
            <p:spPr>
              <a:xfrm>
                <a:off x="4643" y="1565"/>
                <a:ext cx="33" cy="26"/>
              </a:xfrm>
              <a:custGeom>
                <a:avLst/>
                <a:gdLst/>
                <a:ahLst/>
                <a:cxnLst>
                  <a:cxn ang="0">
                    <a:pos x="27" y="18"/>
                  </a:cxn>
                  <a:cxn ang="0">
                    <a:pos x="25" y="16"/>
                  </a:cxn>
                  <a:cxn ang="0">
                    <a:pos x="32" y="11"/>
                  </a:cxn>
                  <a:cxn ang="0">
                    <a:pos x="24" y="0"/>
                  </a:cxn>
                  <a:cxn ang="0">
                    <a:pos x="18" y="3"/>
                  </a:cxn>
                  <a:cxn ang="0">
                    <a:pos x="17" y="1"/>
                  </a:cxn>
                  <a:cxn ang="0">
                    <a:pos x="11" y="5"/>
                  </a:cxn>
                  <a:cxn ang="0">
                    <a:pos x="12" y="7"/>
                  </a:cxn>
                  <a:cxn ang="0">
                    <a:pos x="4" y="11"/>
                  </a:cxn>
                  <a:cxn ang="0">
                    <a:pos x="0" y="18"/>
                  </a:cxn>
                  <a:cxn ang="0">
                    <a:pos x="1" y="20"/>
                  </a:cxn>
                  <a:cxn ang="0">
                    <a:pos x="3" y="22"/>
                  </a:cxn>
                  <a:cxn ang="0">
                    <a:pos x="4" y="25"/>
                  </a:cxn>
                  <a:cxn ang="0">
                    <a:pos x="12" y="23"/>
                  </a:cxn>
                  <a:cxn ang="0">
                    <a:pos x="19" y="20"/>
                  </a:cxn>
                  <a:cxn ang="0">
                    <a:pos x="20" y="22"/>
                  </a:cxn>
                  <a:cxn ang="0">
                    <a:pos x="27" y="18"/>
                  </a:cxn>
                </a:cxnLst>
                <a:rect l="0" t="0" r="0" b="0"/>
                <a:pathLst>
                  <a:path w="33" h="26">
                    <a:moveTo>
                      <a:pt x="27" y="18"/>
                    </a:moveTo>
                    <a:lnTo>
                      <a:pt x="25" y="16"/>
                    </a:lnTo>
                    <a:lnTo>
                      <a:pt x="32" y="11"/>
                    </a:lnTo>
                    <a:lnTo>
                      <a:pt x="24" y="0"/>
                    </a:lnTo>
                    <a:lnTo>
                      <a:pt x="18" y="3"/>
                    </a:lnTo>
                    <a:lnTo>
                      <a:pt x="17" y="1"/>
                    </a:lnTo>
                    <a:lnTo>
                      <a:pt x="11" y="5"/>
                    </a:lnTo>
                    <a:lnTo>
                      <a:pt x="12" y="7"/>
                    </a:lnTo>
                    <a:lnTo>
                      <a:pt x="4" y="11"/>
                    </a:lnTo>
                    <a:lnTo>
                      <a:pt x="0" y="18"/>
                    </a:lnTo>
                    <a:lnTo>
                      <a:pt x="1" y="20"/>
                    </a:lnTo>
                    <a:lnTo>
                      <a:pt x="3" y="22"/>
                    </a:lnTo>
                    <a:lnTo>
                      <a:pt x="4" y="25"/>
                    </a:lnTo>
                    <a:lnTo>
                      <a:pt x="12" y="23"/>
                    </a:lnTo>
                    <a:lnTo>
                      <a:pt x="19" y="20"/>
                    </a:lnTo>
                    <a:lnTo>
                      <a:pt x="20" y="22"/>
                    </a:lnTo>
                    <a:lnTo>
                      <a:pt x="27"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74" name="Freeform 302"/>
              <p:cNvSpPr/>
              <p:nvPr/>
            </p:nvSpPr>
            <p:spPr>
              <a:xfrm>
                <a:off x="4642" y="1571"/>
                <a:ext cx="34" cy="20"/>
              </a:xfrm>
              <a:custGeom>
                <a:avLst/>
                <a:gdLst/>
                <a:ahLst/>
                <a:cxnLst>
                  <a:cxn ang="0">
                    <a:pos x="0" y="7"/>
                  </a:cxn>
                  <a:cxn ang="0">
                    <a:pos x="29" y="0"/>
                  </a:cxn>
                  <a:cxn ang="0">
                    <a:pos x="33" y="11"/>
                  </a:cxn>
                  <a:cxn ang="0">
                    <a:pos x="2" y="19"/>
                  </a:cxn>
                  <a:cxn ang="0">
                    <a:pos x="0" y="7"/>
                  </a:cxn>
                </a:cxnLst>
                <a:rect l="0" t="0" r="0" b="0"/>
                <a:pathLst>
                  <a:path w="34" h="20">
                    <a:moveTo>
                      <a:pt x="0" y="7"/>
                    </a:moveTo>
                    <a:lnTo>
                      <a:pt x="29" y="0"/>
                    </a:lnTo>
                    <a:lnTo>
                      <a:pt x="33" y="11"/>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75" name="Freeform 303"/>
              <p:cNvSpPr/>
              <p:nvPr/>
            </p:nvSpPr>
            <p:spPr>
              <a:xfrm>
                <a:off x="4658" y="1562"/>
                <a:ext cx="31" cy="24"/>
              </a:xfrm>
              <a:custGeom>
                <a:avLst/>
                <a:gdLst/>
                <a:ahLst/>
                <a:cxnLst>
                  <a:cxn ang="0">
                    <a:pos x="1" y="18"/>
                  </a:cxn>
                  <a:cxn ang="0">
                    <a:pos x="3" y="20"/>
                  </a:cxn>
                  <a:cxn ang="0">
                    <a:pos x="5" y="23"/>
                  </a:cxn>
                  <a:cxn ang="0">
                    <a:pos x="16" y="23"/>
                  </a:cxn>
                  <a:cxn ang="0">
                    <a:pos x="21" y="19"/>
                  </a:cxn>
                  <a:cxn ang="0">
                    <a:pos x="20" y="16"/>
                  </a:cxn>
                  <a:cxn ang="0">
                    <a:pos x="23" y="14"/>
                  </a:cxn>
                  <a:cxn ang="0">
                    <a:pos x="27" y="9"/>
                  </a:cxn>
                  <a:cxn ang="0">
                    <a:pos x="25" y="7"/>
                  </a:cxn>
                  <a:cxn ang="0">
                    <a:pos x="30" y="4"/>
                  </a:cxn>
                  <a:cxn ang="0">
                    <a:pos x="27" y="0"/>
                  </a:cxn>
                  <a:cxn ang="0">
                    <a:pos x="22" y="2"/>
                  </a:cxn>
                  <a:cxn ang="0">
                    <a:pos x="21" y="0"/>
                  </a:cxn>
                  <a:cxn ang="0">
                    <a:pos x="15" y="1"/>
                  </a:cxn>
                  <a:cxn ang="0">
                    <a:pos x="11" y="3"/>
                  </a:cxn>
                  <a:cxn ang="0">
                    <a:pos x="6" y="6"/>
                  </a:cxn>
                  <a:cxn ang="0">
                    <a:pos x="0" y="15"/>
                  </a:cxn>
                  <a:cxn ang="0">
                    <a:pos x="1" y="18"/>
                  </a:cxn>
                </a:cxnLst>
                <a:rect l="0" t="0" r="0" b="0"/>
                <a:pathLst>
                  <a:path w="31" h="24">
                    <a:moveTo>
                      <a:pt x="1" y="18"/>
                    </a:moveTo>
                    <a:lnTo>
                      <a:pt x="3" y="20"/>
                    </a:lnTo>
                    <a:lnTo>
                      <a:pt x="5" y="23"/>
                    </a:lnTo>
                    <a:lnTo>
                      <a:pt x="16" y="23"/>
                    </a:lnTo>
                    <a:lnTo>
                      <a:pt x="21" y="19"/>
                    </a:lnTo>
                    <a:lnTo>
                      <a:pt x="20" y="16"/>
                    </a:lnTo>
                    <a:lnTo>
                      <a:pt x="23" y="14"/>
                    </a:lnTo>
                    <a:lnTo>
                      <a:pt x="27" y="9"/>
                    </a:lnTo>
                    <a:lnTo>
                      <a:pt x="25" y="7"/>
                    </a:lnTo>
                    <a:lnTo>
                      <a:pt x="30" y="4"/>
                    </a:lnTo>
                    <a:lnTo>
                      <a:pt x="27" y="0"/>
                    </a:lnTo>
                    <a:lnTo>
                      <a:pt x="22" y="2"/>
                    </a:lnTo>
                    <a:lnTo>
                      <a:pt x="21" y="0"/>
                    </a:lnTo>
                    <a:lnTo>
                      <a:pt x="15" y="1"/>
                    </a:lnTo>
                    <a:lnTo>
                      <a:pt x="11" y="3"/>
                    </a:lnTo>
                    <a:lnTo>
                      <a:pt x="6" y="6"/>
                    </a:lnTo>
                    <a:lnTo>
                      <a:pt x="0" y="15"/>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76" name="Line 304"/>
              <p:cNvSpPr/>
              <p:nvPr/>
            </p:nvSpPr>
            <p:spPr>
              <a:xfrm flipV="1">
                <a:off x="4670" y="1547"/>
                <a:ext cx="7" cy="13"/>
              </a:xfrm>
              <a:prstGeom prst="line">
                <a:avLst/>
              </a:prstGeom>
              <a:ln w="12700" cap="flat" cmpd="sng">
                <a:solidFill>
                  <a:schemeClr val="tx1"/>
                </a:solidFill>
                <a:prstDash val="solid"/>
                <a:headEnd type="none" w="med" len="med"/>
                <a:tailEnd type="none" w="med" len="med"/>
              </a:ln>
            </p:spPr>
          </p:sp>
          <p:sp>
            <p:nvSpPr>
              <p:cNvPr id="28977" name="Line 305"/>
              <p:cNvSpPr/>
              <p:nvPr/>
            </p:nvSpPr>
            <p:spPr>
              <a:xfrm flipV="1">
                <a:off x="4671" y="1547"/>
                <a:ext cx="5" cy="11"/>
              </a:xfrm>
              <a:prstGeom prst="line">
                <a:avLst/>
              </a:prstGeom>
              <a:ln w="12700" cap="flat" cmpd="sng">
                <a:solidFill>
                  <a:schemeClr val="tx1"/>
                </a:solidFill>
                <a:prstDash val="solid"/>
                <a:headEnd type="none" w="med" len="med"/>
                <a:tailEnd type="none" w="med" len="med"/>
              </a:ln>
            </p:spPr>
          </p:sp>
          <p:sp>
            <p:nvSpPr>
              <p:cNvPr id="28978" name="Freeform 306"/>
              <p:cNvSpPr/>
              <p:nvPr/>
            </p:nvSpPr>
            <p:spPr>
              <a:xfrm>
                <a:off x="4669" y="1544"/>
                <a:ext cx="33" cy="27"/>
              </a:xfrm>
              <a:custGeom>
                <a:avLst/>
                <a:gdLst/>
                <a:ahLst/>
                <a:cxnLst>
                  <a:cxn ang="0">
                    <a:pos x="24" y="21"/>
                  </a:cxn>
                  <a:cxn ang="0">
                    <a:pos x="32" y="17"/>
                  </a:cxn>
                  <a:cxn ang="0">
                    <a:pos x="30" y="14"/>
                  </a:cxn>
                  <a:cxn ang="0">
                    <a:pos x="23" y="2"/>
                  </a:cxn>
                  <a:cxn ang="0">
                    <a:pos x="22" y="0"/>
                  </a:cxn>
                  <a:cxn ang="0">
                    <a:pos x="14" y="3"/>
                  </a:cxn>
                  <a:cxn ang="0">
                    <a:pos x="9" y="9"/>
                  </a:cxn>
                  <a:cxn ang="0">
                    <a:pos x="4" y="16"/>
                  </a:cxn>
                  <a:cxn ang="0">
                    <a:pos x="0" y="23"/>
                  </a:cxn>
                  <a:cxn ang="0">
                    <a:pos x="1" y="26"/>
                  </a:cxn>
                  <a:cxn ang="0">
                    <a:pos x="8" y="23"/>
                  </a:cxn>
                  <a:cxn ang="0">
                    <a:pos x="17" y="22"/>
                  </a:cxn>
                  <a:cxn ang="0">
                    <a:pos x="24" y="21"/>
                  </a:cxn>
                </a:cxnLst>
                <a:rect l="0" t="0" r="0" b="0"/>
                <a:pathLst>
                  <a:path w="33" h="27">
                    <a:moveTo>
                      <a:pt x="24" y="21"/>
                    </a:moveTo>
                    <a:lnTo>
                      <a:pt x="32" y="17"/>
                    </a:lnTo>
                    <a:lnTo>
                      <a:pt x="30" y="14"/>
                    </a:lnTo>
                    <a:lnTo>
                      <a:pt x="23" y="2"/>
                    </a:lnTo>
                    <a:lnTo>
                      <a:pt x="22" y="0"/>
                    </a:lnTo>
                    <a:lnTo>
                      <a:pt x="14" y="3"/>
                    </a:lnTo>
                    <a:lnTo>
                      <a:pt x="9" y="9"/>
                    </a:lnTo>
                    <a:lnTo>
                      <a:pt x="4" y="16"/>
                    </a:lnTo>
                    <a:lnTo>
                      <a:pt x="0" y="23"/>
                    </a:lnTo>
                    <a:lnTo>
                      <a:pt x="1" y="26"/>
                    </a:lnTo>
                    <a:lnTo>
                      <a:pt x="8" y="23"/>
                    </a:lnTo>
                    <a:lnTo>
                      <a:pt x="17" y="22"/>
                    </a:lnTo>
                    <a:lnTo>
                      <a:pt x="24"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79" name="Freeform 307"/>
              <p:cNvSpPr/>
              <p:nvPr/>
            </p:nvSpPr>
            <p:spPr>
              <a:xfrm>
                <a:off x="4666" y="1550"/>
                <a:ext cx="34" cy="20"/>
              </a:xfrm>
              <a:custGeom>
                <a:avLst/>
                <a:gdLst/>
                <a:ahLst/>
                <a:cxnLst>
                  <a:cxn ang="0">
                    <a:pos x="0" y="7"/>
                  </a:cxn>
                  <a:cxn ang="0">
                    <a:pos x="29" y="0"/>
                  </a:cxn>
                  <a:cxn ang="0">
                    <a:pos x="33" y="10"/>
                  </a:cxn>
                  <a:cxn ang="0">
                    <a:pos x="3" y="19"/>
                  </a:cxn>
                  <a:cxn ang="0">
                    <a:pos x="0" y="7"/>
                  </a:cxn>
                </a:cxnLst>
                <a:rect l="0" t="0" r="0" b="0"/>
                <a:pathLst>
                  <a:path w="34" h="20">
                    <a:moveTo>
                      <a:pt x="0" y="7"/>
                    </a:moveTo>
                    <a:lnTo>
                      <a:pt x="29" y="0"/>
                    </a:lnTo>
                    <a:lnTo>
                      <a:pt x="33"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80" name="Freeform 308"/>
              <p:cNvSpPr/>
              <p:nvPr/>
            </p:nvSpPr>
            <p:spPr>
              <a:xfrm>
                <a:off x="4683" y="1540"/>
                <a:ext cx="29" cy="22"/>
              </a:xfrm>
              <a:custGeom>
                <a:avLst/>
                <a:gdLst/>
                <a:ahLst/>
                <a:cxnLst>
                  <a:cxn ang="0">
                    <a:pos x="1" y="18"/>
                  </a:cxn>
                  <a:cxn ang="0">
                    <a:pos x="6" y="18"/>
                  </a:cxn>
                  <a:cxn ang="0">
                    <a:pos x="7" y="21"/>
                  </a:cxn>
                  <a:cxn ang="0">
                    <a:pos x="14" y="21"/>
                  </a:cxn>
                  <a:cxn ang="0">
                    <a:pos x="19" y="21"/>
                  </a:cxn>
                  <a:cxn ang="0">
                    <a:pos x="22" y="18"/>
                  </a:cxn>
                  <a:cxn ang="0">
                    <a:pos x="20" y="16"/>
                  </a:cxn>
                  <a:cxn ang="0">
                    <a:pos x="24" y="14"/>
                  </a:cxn>
                  <a:cxn ang="0">
                    <a:pos x="26" y="9"/>
                  </a:cxn>
                  <a:cxn ang="0">
                    <a:pos x="25" y="7"/>
                  </a:cxn>
                  <a:cxn ang="0">
                    <a:pos x="28" y="2"/>
                  </a:cxn>
                  <a:cxn ang="0">
                    <a:pos x="26" y="0"/>
                  </a:cxn>
                  <a:cxn ang="0">
                    <a:pos x="22" y="2"/>
                  </a:cxn>
                  <a:cxn ang="0">
                    <a:pos x="20" y="0"/>
                  </a:cxn>
                  <a:cxn ang="0">
                    <a:pos x="15" y="0"/>
                  </a:cxn>
                  <a:cxn ang="0">
                    <a:pos x="11" y="2"/>
                  </a:cxn>
                  <a:cxn ang="0">
                    <a:pos x="7" y="4"/>
                  </a:cxn>
                  <a:cxn ang="0">
                    <a:pos x="5" y="6"/>
                  </a:cxn>
                  <a:cxn ang="0">
                    <a:pos x="2" y="11"/>
                  </a:cxn>
                  <a:cxn ang="0">
                    <a:pos x="3" y="13"/>
                  </a:cxn>
                  <a:cxn ang="0">
                    <a:pos x="0" y="16"/>
                  </a:cxn>
                  <a:cxn ang="0">
                    <a:pos x="1" y="18"/>
                  </a:cxn>
                </a:cxnLst>
                <a:rect l="0" t="0" r="0" b="0"/>
                <a:pathLst>
                  <a:path w="29" h="22">
                    <a:moveTo>
                      <a:pt x="1" y="18"/>
                    </a:moveTo>
                    <a:lnTo>
                      <a:pt x="6" y="18"/>
                    </a:lnTo>
                    <a:lnTo>
                      <a:pt x="7" y="21"/>
                    </a:lnTo>
                    <a:lnTo>
                      <a:pt x="14" y="21"/>
                    </a:lnTo>
                    <a:lnTo>
                      <a:pt x="19" y="21"/>
                    </a:lnTo>
                    <a:lnTo>
                      <a:pt x="22" y="18"/>
                    </a:lnTo>
                    <a:lnTo>
                      <a:pt x="20" y="16"/>
                    </a:lnTo>
                    <a:lnTo>
                      <a:pt x="24" y="14"/>
                    </a:lnTo>
                    <a:lnTo>
                      <a:pt x="26" y="9"/>
                    </a:lnTo>
                    <a:lnTo>
                      <a:pt x="25" y="7"/>
                    </a:lnTo>
                    <a:lnTo>
                      <a:pt x="28" y="2"/>
                    </a:lnTo>
                    <a:lnTo>
                      <a:pt x="26" y="0"/>
                    </a:lnTo>
                    <a:lnTo>
                      <a:pt x="22" y="2"/>
                    </a:lnTo>
                    <a:lnTo>
                      <a:pt x="20" y="0"/>
                    </a:lnTo>
                    <a:lnTo>
                      <a:pt x="15" y="0"/>
                    </a:lnTo>
                    <a:lnTo>
                      <a:pt x="11" y="2"/>
                    </a:lnTo>
                    <a:lnTo>
                      <a:pt x="7" y="4"/>
                    </a:lnTo>
                    <a:lnTo>
                      <a:pt x="5" y="6"/>
                    </a:lnTo>
                    <a:lnTo>
                      <a:pt x="2" y="11"/>
                    </a:lnTo>
                    <a:lnTo>
                      <a:pt x="3" y="13"/>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81" name="Line 309"/>
              <p:cNvSpPr/>
              <p:nvPr/>
            </p:nvSpPr>
            <p:spPr>
              <a:xfrm flipV="1">
                <a:off x="4697" y="1539"/>
                <a:ext cx="5" cy="13"/>
              </a:xfrm>
              <a:prstGeom prst="line">
                <a:avLst/>
              </a:prstGeom>
              <a:ln w="12700" cap="flat" cmpd="sng">
                <a:solidFill>
                  <a:schemeClr val="tx1"/>
                </a:solidFill>
                <a:prstDash val="solid"/>
                <a:headEnd type="none" w="med" len="med"/>
                <a:tailEnd type="none" w="med" len="med"/>
              </a:ln>
            </p:spPr>
          </p:sp>
          <p:sp>
            <p:nvSpPr>
              <p:cNvPr id="28982" name="Line 310"/>
              <p:cNvSpPr/>
              <p:nvPr/>
            </p:nvSpPr>
            <p:spPr>
              <a:xfrm flipV="1">
                <a:off x="4697" y="1535"/>
                <a:ext cx="8" cy="13"/>
              </a:xfrm>
              <a:prstGeom prst="line">
                <a:avLst/>
              </a:prstGeom>
              <a:ln w="12700" cap="flat" cmpd="sng">
                <a:solidFill>
                  <a:schemeClr val="tx1"/>
                </a:solidFill>
                <a:prstDash val="solid"/>
                <a:headEnd type="none" w="med" len="med"/>
                <a:tailEnd type="none" w="med" len="med"/>
              </a:ln>
            </p:spPr>
          </p:sp>
          <p:sp>
            <p:nvSpPr>
              <p:cNvPr id="28983" name="Freeform 311"/>
              <p:cNvSpPr/>
              <p:nvPr/>
            </p:nvSpPr>
            <p:spPr>
              <a:xfrm>
                <a:off x="4696" y="1532"/>
                <a:ext cx="31" cy="29"/>
              </a:xfrm>
              <a:custGeom>
                <a:avLst/>
                <a:gdLst/>
                <a:ahLst/>
                <a:cxnLst>
                  <a:cxn ang="0">
                    <a:pos x="24" y="21"/>
                  </a:cxn>
                  <a:cxn ang="0">
                    <a:pos x="30" y="17"/>
                  </a:cxn>
                  <a:cxn ang="0">
                    <a:pos x="28" y="14"/>
                  </a:cxn>
                  <a:cxn ang="0">
                    <a:pos x="21" y="2"/>
                  </a:cxn>
                  <a:cxn ang="0">
                    <a:pos x="20" y="0"/>
                  </a:cxn>
                  <a:cxn ang="0">
                    <a:pos x="13" y="3"/>
                  </a:cxn>
                  <a:cxn ang="0">
                    <a:pos x="7" y="7"/>
                  </a:cxn>
                  <a:cxn ang="0">
                    <a:pos x="4" y="17"/>
                  </a:cxn>
                  <a:cxn ang="0">
                    <a:pos x="0" y="25"/>
                  </a:cxn>
                  <a:cxn ang="0">
                    <a:pos x="1" y="28"/>
                  </a:cxn>
                  <a:cxn ang="0">
                    <a:pos x="7" y="24"/>
                  </a:cxn>
                  <a:cxn ang="0">
                    <a:pos x="9" y="26"/>
                  </a:cxn>
                  <a:cxn ang="0">
                    <a:pos x="16" y="25"/>
                  </a:cxn>
                  <a:cxn ang="0">
                    <a:pos x="24" y="21"/>
                  </a:cxn>
                </a:cxnLst>
                <a:rect l="0" t="0" r="0" b="0"/>
                <a:pathLst>
                  <a:path w="31" h="29">
                    <a:moveTo>
                      <a:pt x="24" y="21"/>
                    </a:moveTo>
                    <a:lnTo>
                      <a:pt x="30" y="17"/>
                    </a:lnTo>
                    <a:lnTo>
                      <a:pt x="28" y="14"/>
                    </a:lnTo>
                    <a:lnTo>
                      <a:pt x="21" y="2"/>
                    </a:lnTo>
                    <a:lnTo>
                      <a:pt x="20" y="0"/>
                    </a:lnTo>
                    <a:lnTo>
                      <a:pt x="13" y="3"/>
                    </a:lnTo>
                    <a:lnTo>
                      <a:pt x="7" y="7"/>
                    </a:lnTo>
                    <a:lnTo>
                      <a:pt x="4" y="17"/>
                    </a:lnTo>
                    <a:lnTo>
                      <a:pt x="0" y="25"/>
                    </a:lnTo>
                    <a:lnTo>
                      <a:pt x="1" y="28"/>
                    </a:lnTo>
                    <a:lnTo>
                      <a:pt x="7" y="24"/>
                    </a:lnTo>
                    <a:lnTo>
                      <a:pt x="9" y="26"/>
                    </a:lnTo>
                    <a:lnTo>
                      <a:pt x="16" y="25"/>
                    </a:lnTo>
                    <a:lnTo>
                      <a:pt x="24"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84" name="Freeform 312"/>
              <p:cNvSpPr/>
              <p:nvPr/>
            </p:nvSpPr>
            <p:spPr>
              <a:xfrm>
                <a:off x="4692" y="1540"/>
                <a:ext cx="35" cy="21"/>
              </a:xfrm>
              <a:custGeom>
                <a:avLst/>
                <a:gdLst/>
                <a:ahLst/>
                <a:cxnLst>
                  <a:cxn ang="0">
                    <a:pos x="1" y="9"/>
                  </a:cxn>
                  <a:cxn ang="0">
                    <a:pos x="30" y="0"/>
                  </a:cxn>
                  <a:cxn ang="0">
                    <a:pos x="34" y="10"/>
                  </a:cxn>
                  <a:cxn ang="0">
                    <a:pos x="3" y="20"/>
                  </a:cxn>
                  <a:cxn ang="0">
                    <a:pos x="0" y="7"/>
                  </a:cxn>
                  <a:cxn ang="0">
                    <a:pos x="1" y="9"/>
                  </a:cxn>
                </a:cxnLst>
                <a:rect l="0" t="0" r="0" b="0"/>
                <a:pathLst>
                  <a:path w="35" h="21">
                    <a:moveTo>
                      <a:pt x="1" y="9"/>
                    </a:moveTo>
                    <a:lnTo>
                      <a:pt x="30" y="0"/>
                    </a:lnTo>
                    <a:lnTo>
                      <a:pt x="34" y="10"/>
                    </a:lnTo>
                    <a:lnTo>
                      <a:pt x="3" y="20"/>
                    </a:lnTo>
                    <a:lnTo>
                      <a:pt x="0" y="7"/>
                    </a:lnTo>
                    <a:lnTo>
                      <a:pt x="1"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85" name="Freeform 313"/>
              <p:cNvSpPr/>
              <p:nvPr/>
            </p:nvSpPr>
            <p:spPr>
              <a:xfrm>
                <a:off x="4712" y="1533"/>
                <a:ext cx="29" cy="22"/>
              </a:xfrm>
              <a:custGeom>
                <a:avLst/>
                <a:gdLst/>
                <a:ahLst/>
                <a:cxnLst>
                  <a:cxn ang="0">
                    <a:pos x="1" y="18"/>
                  </a:cxn>
                  <a:cxn ang="0">
                    <a:pos x="7" y="18"/>
                  </a:cxn>
                  <a:cxn ang="0">
                    <a:pos x="8" y="21"/>
                  </a:cxn>
                  <a:cxn ang="0">
                    <a:pos x="13" y="21"/>
                  </a:cxn>
                  <a:cxn ang="0">
                    <a:pos x="17" y="18"/>
                  </a:cxn>
                  <a:cxn ang="0">
                    <a:pos x="20" y="16"/>
                  </a:cxn>
                  <a:cxn ang="0">
                    <a:pos x="24" y="13"/>
                  </a:cxn>
                  <a:cxn ang="0">
                    <a:pos x="26" y="9"/>
                  </a:cxn>
                  <a:cxn ang="0">
                    <a:pos x="25" y="7"/>
                  </a:cxn>
                  <a:cxn ang="0">
                    <a:pos x="28" y="2"/>
                  </a:cxn>
                  <a:cxn ang="0">
                    <a:pos x="26" y="0"/>
                  </a:cxn>
                  <a:cxn ang="0">
                    <a:pos x="20" y="0"/>
                  </a:cxn>
                  <a:cxn ang="0">
                    <a:pos x="15" y="0"/>
                  </a:cxn>
                  <a:cxn ang="0">
                    <a:pos x="12" y="2"/>
                  </a:cxn>
                  <a:cxn ang="0">
                    <a:pos x="10" y="0"/>
                  </a:cxn>
                  <a:cxn ang="0">
                    <a:pos x="7" y="1"/>
                  </a:cxn>
                  <a:cxn ang="0">
                    <a:pos x="4" y="6"/>
                  </a:cxn>
                  <a:cxn ang="0">
                    <a:pos x="2" y="11"/>
                  </a:cxn>
                  <a:cxn ang="0">
                    <a:pos x="0" y="16"/>
                  </a:cxn>
                  <a:cxn ang="0">
                    <a:pos x="1" y="18"/>
                  </a:cxn>
                </a:cxnLst>
                <a:rect l="0" t="0" r="0" b="0"/>
                <a:pathLst>
                  <a:path w="29" h="22">
                    <a:moveTo>
                      <a:pt x="1" y="18"/>
                    </a:moveTo>
                    <a:lnTo>
                      <a:pt x="7" y="18"/>
                    </a:lnTo>
                    <a:lnTo>
                      <a:pt x="8" y="21"/>
                    </a:lnTo>
                    <a:lnTo>
                      <a:pt x="13" y="21"/>
                    </a:lnTo>
                    <a:lnTo>
                      <a:pt x="17" y="18"/>
                    </a:lnTo>
                    <a:lnTo>
                      <a:pt x="20" y="16"/>
                    </a:lnTo>
                    <a:lnTo>
                      <a:pt x="24" y="13"/>
                    </a:lnTo>
                    <a:lnTo>
                      <a:pt x="26" y="9"/>
                    </a:lnTo>
                    <a:lnTo>
                      <a:pt x="25" y="7"/>
                    </a:lnTo>
                    <a:lnTo>
                      <a:pt x="28" y="2"/>
                    </a:lnTo>
                    <a:lnTo>
                      <a:pt x="26" y="0"/>
                    </a:lnTo>
                    <a:lnTo>
                      <a:pt x="20" y="0"/>
                    </a:lnTo>
                    <a:lnTo>
                      <a:pt x="15" y="0"/>
                    </a:lnTo>
                    <a:lnTo>
                      <a:pt x="12" y="2"/>
                    </a:lnTo>
                    <a:lnTo>
                      <a:pt x="10" y="0"/>
                    </a:lnTo>
                    <a:lnTo>
                      <a:pt x="7" y="1"/>
                    </a:lnTo>
                    <a:lnTo>
                      <a:pt x="4" y="6"/>
                    </a:lnTo>
                    <a:lnTo>
                      <a:pt x="2" y="11"/>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86" name="Line 314"/>
              <p:cNvSpPr/>
              <p:nvPr/>
            </p:nvSpPr>
            <p:spPr>
              <a:xfrm flipV="1">
                <a:off x="4718" y="1545"/>
                <a:ext cx="4" cy="13"/>
              </a:xfrm>
              <a:prstGeom prst="line">
                <a:avLst/>
              </a:prstGeom>
              <a:ln w="12700" cap="flat" cmpd="sng">
                <a:solidFill>
                  <a:schemeClr val="tx1"/>
                </a:solidFill>
                <a:prstDash val="solid"/>
                <a:headEnd type="none" w="med" len="med"/>
                <a:tailEnd type="none" w="med" len="med"/>
              </a:ln>
            </p:spPr>
          </p:sp>
          <p:sp>
            <p:nvSpPr>
              <p:cNvPr id="28987" name="Line 315"/>
              <p:cNvSpPr/>
              <p:nvPr/>
            </p:nvSpPr>
            <p:spPr>
              <a:xfrm flipV="1">
                <a:off x="4717" y="1542"/>
                <a:ext cx="4" cy="12"/>
              </a:xfrm>
              <a:prstGeom prst="line">
                <a:avLst/>
              </a:prstGeom>
              <a:ln w="12700" cap="flat" cmpd="sng">
                <a:solidFill>
                  <a:schemeClr val="tx1"/>
                </a:solidFill>
                <a:prstDash val="solid"/>
                <a:headEnd type="none" w="med" len="med"/>
                <a:tailEnd type="none" w="med" len="med"/>
              </a:ln>
            </p:spPr>
          </p:sp>
          <p:sp>
            <p:nvSpPr>
              <p:cNvPr id="28988" name="Freeform 316"/>
              <p:cNvSpPr/>
              <p:nvPr/>
            </p:nvSpPr>
            <p:spPr>
              <a:xfrm>
                <a:off x="4714" y="1540"/>
                <a:ext cx="31" cy="25"/>
              </a:xfrm>
              <a:custGeom>
                <a:avLst/>
                <a:gdLst/>
                <a:ahLst/>
                <a:cxnLst>
                  <a:cxn ang="0">
                    <a:pos x="26" y="16"/>
                  </a:cxn>
                  <a:cxn ang="0">
                    <a:pos x="30" y="12"/>
                  </a:cxn>
                  <a:cxn ang="0">
                    <a:pos x="24" y="0"/>
                  </a:cxn>
                  <a:cxn ang="0">
                    <a:pos x="16" y="1"/>
                  </a:cxn>
                  <a:cxn ang="0">
                    <a:pos x="12" y="3"/>
                  </a:cxn>
                  <a:cxn ang="0">
                    <a:pos x="7" y="7"/>
                  </a:cxn>
                  <a:cxn ang="0">
                    <a:pos x="3" y="12"/>
                  </a:cxn>
                  <a:cxn ang="0">
                    <a:pos x="6" y="15"/>
                  </a:cxn>
                  <a:cxn ang="0">
                    <a:pos x="0" y="18"/>
                  </a:cxn>
                  <a:cxn ang="0">
                    <a:pos x="3" y="24"/>
                  </a:cxn>
                  <a:cxn ang="0">
                    <a:pos x="8" y="20"/>
                  </a:cxn>
                  <a:cxn ang="0">
                    <a:pos x="10" y="22"/>
                  </a:cxn>
                  <a:cxn ang="0">
                    <a:pos x="16" y="22"/>
                  </a:cxn>
                  <a:cxn ang="0">
                    <a:pos x="21" y="20"/>
                  </a:cxn>
                  <a:cxn ang="0">
                    <a:pos x="26" y="16"/>
                  </a:cxn>
                </a:cxnLst>
                <a:rect l="0" t="0" r="0" b="0"/>
                <a:pathLst>
                  <a:path w="31" h="25">
                    <a:moveTo>
                      <a:pt x="26" y="16"/>
                    </a:moveTo>
                    <a:lnTo>
                      <a:pt x="30" y="12"/>
                    </a:lnTo>
                    <a:lnTo>
                      <a:pt x="24" y="0"/>
                    </a:lnTo>
                    <a:lnTo>
                      <a:pt x="16" y="1"/>
                    </a:lnTo>
                    <a:lnTo>
                      <a:pt x="12" y="3"/>
                    </a:lnTo>
                    <a:lnTo>
                      <a:pt x="7" y="7"/>
                    </a:lnTo>
                    <a:lnTo>
                      <a:pt x="3" y="12"/>
                    </a:lnTo>
                    <a:lnTo>
                      <a:pt x="6" y="15"/>
                    </a:lnTo>
                    <a:lnTo>
                      <a:pt x="0" y="18"/>
                    </a:lnTo>
                    <a:lnTo>
                      <a:pt x="3" y="24"/>
                    </a:lnTo>
                    <a:lnTo>
                      <a:pt x="8" y="20"/>
                    </a:lnTo>
                    <a:lnTo>
                      <a:pt x="10" y="22"/>
                    </a:lnTo>
                    <a:lnTo>
                      <a:pt x="16" y="22"/>
                    </a:lnTo>
                    <a:lnTo>
                      <a:pt x="21" y="20"/>
                    </a:lnTo>
                    <a:lnTo>
                      <a:pt x="2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89" name="Freeform 317"/>
              <p:cNvSpPr/>
              <p:nvPr/>
            </p:nvSpPr>
            <p:spPr>
              <a:xfrm>
                <a:off x="4712" y="1545"/>
                <a:ext cx="32" cy="20"/>
              </a:xfrm>
              <a:custGeom>
                <a:avLst/>
                <a:gdLst/>
                <a:ahLst/>
                <a:cxnLst>
                  <a:cxn ang="0">
                    <a:pos x="0" y="7"/>
                  </a:cxn>
                  <a:cxn ang="0">
                    <a:pos x="27" y="0"/>
                  </a:cxn>
                  <a:cxn ang="0">
                    <a:pos x="31" y="11"/>
                  </a:cxn>
                  <a:cxn ang="0">
                    <a:pos x="2" y="19"/>
                  </a:cxn>
                  <a:cxn ang="0">
                    <a:pos x="0" y="6"/>
                  </a:cxn>
                  <a:cxn ang="0">
                    <a:pos x="0" y="7"/>
                  </a:cxn>
                </a:cxnLst>
                <a:rect l="0" t="0" r="0" b="0"/>
                <a:pathLst>
                  <a:path w="32" h="20">
                    <a:moveTo>
                      <a:pt x="0" y="7"/>
                    </a:moveTo>
                    <a:lnTo>
                      <a:pt x="27" y="0"/>
                    </a:lnTo>
                    <a:lnTo>
                      <a:pt x="31" y="11"/>
                    </a:lnTo>
                    <a:lnTo>
                      <a:pt x="2" y="19"/>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90" name="Freeform 318"/>
              <p:cNvSpPr/>
              <p:nvPr/>
            </p:nvSpPr>
            <p:spPr>
              <a:xfrm>
                <a:off x="4731" y="1539"/>
                <a:ext cx="25" cy="22"/>
              </a:xfrm>
              <a:custGeom>
                <a:avLst/>
                <a:gdLst/>
                <a:ahLst/>
                <a:cxnLst>
                  <a:cxn ang="0">
                    <a:pos x="0" y="16"/>
                  </a:cxn>
                  <a:cxn ang="0">
                    <a:pos x="1" y="18"/>
                  </a:cxn>
                  <a:cxn ang="0">
                    <a:pos x="6" y="18"/>
                  </a:cxn>
                  <a:cxn ang="0">
                    <a:pos x="7" y="21"/>
                  </a:cxn>
                  <a:cxn ang="0">
                    <a:pos x="12" y="21"/>
                  </a:cxn>
                  <a:cxn ang="0">
                    <a:pos x="15" y="19"/>
                  </a:cxn>
                  <a:cxn ang="0">
                    <a:pos x="19" y="17"/>
                  </a:cxn>
                  <a:cxn ang="0">
                    <a:pos x="21" y="14"/>
                  </a:cxn>
                  <a:cxn ang="0">
                    <a:pos x="24" y="11"/>
                  </a:cxn>
                  <a:cxn ang="0">
                    <a:pos x="22" y="8"/>
                  </a:cxn>
                  <a:cxn ang="0">
                    <a:pos x="24" y="3"/>
                  </a:cxn>
                  <a:cxn ang="0">
                    <a:pos x="22" y="1"/>
                  </a:cxn>
                  <a:cxn ang="0">
                    <a:pos x="18" y="1"/>
                  </a:cxn>
                  <a:cxn ang="0">
                    <a:pos x="13" y="1"/>
                  </a:cxn>
                  <a:cxn ang="0">
                    <a:pos x="8" y="0"/>
                  </a:cxn>
                  <a:cxn ang="0">
                    <a:pos x="6" y="2"/>
                  </a:cxn>
                  <a:cxn ang="0">
                    <a:pos x="7" y="4"/>
                  </a:cxn>
                  <a:cxn ang="0">
                    <a:pos x="3" y="7"/>
                  </a:cxn>
                  <a:cxn ang="0">
                    <a:pos x="1" y="11"/>
                  </a:cxn>
                  <a:cxn ang="0">
                    <a:pos x="0" y="16"/>
                  </a:cxn>
                </a:cxnLst>
                <a:rect l="0" t="0" r="0" b="0"/>
                <a:pathLst>
                  <a:path w="25" h="22">
                    <a:moveTo>
                      <a:pt x="0" y="16"/>
                    </a:moveTo>
                    <a:lnTo>
                      <a:pt x="1" y="18"/>
                    </a:lnTo>
                    <a:lnTo>
                      <a:pt x="6" y="18"/>
                    </a:lnTo>
                    <a:lnTo>
                      <a:pt x="7" y="21"/>
                    </a:lnTo>
                    <a:lnTo>
                      <a:pt x="12" y="21"/>
                    </a:lnTo>
                    <a:lnTo>
                      <a:pt x="15" y="19"/>
                    </a:lnTo>
                    <a:lnTo>
                      <a:pt x="19" y="17"/>
                    </a:lnTo>
                    <a:lnTo>
                      <a:pt x="21" y="14"/>
                    </a:lnTo>
                    <a:lnTo>
                      <a:pt x="24" y="11"/>
                    </a:lnTo>
                    <a:lnTo>
                      <a:pt x="22" y="8"/>
                    </a:lnTo>
                    <a:lnTo>
                      <a:pt x="24" y="3"/>
                    </a:lnTo>
                    <a:lnTo>
                      <a:pt x="22" y="1"/>
                    </a:lnTo>
                    <a:lnTo>
                      <a:pt x="18" y="1"/>
                    </a:lnTo>
                    <a:lnTo>
                      <a:pt x="13" y="1"/>
                    </a:lnTo>
                    <a:lnTo>
                      <a:pt x="8" y="0"/>
                    </a:lnTo>
                    <a:lnTo>
                      <a:pt x="6" y="2"/>
                    </a:lnTo>
                    <a:lnTo>
                      <a:pt x="7" y="4"/>
                    </a:lnTo>
                    <a:lnTo>
                      <a:pt x="3" y="7"/>
                    </a:lnTo>
                    <a:lnTo>
                      <a:pt x="1"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91" name="Line 319"/>
              <p:cNvSpPr/>
              <p:nvPr/>
            </p:nvSpPr>
            <p:spPr>
              <a:xfrm flipV="1">
                <a:off x="4712" y="1561"/>
                <a:ext cx="7" cy="15"/>
              </a:xfrm>
              <a:prstGeom prst="line">
                <a:avLst/>
              </a:prstGeom>
              <a:ln w="12700" cap="flat" cmpd="sng">
                <a:solidFill>
                  <a:schemeClr val="tx1"/>
                </a:solidFill>
                <a:prstDash val="solid"/>
                <a:headEnd type="none" w="med" len="med"/>
                <a:tailEnd type="none" w="med" len="med"/>
              </a:ln>
            </p:spPr>
          </p:sp>
          <p:sp>
            <p:nvSpPr>
              <p:cNvPr id="28992" name="Line 320"/>
              <p:cNvSpPr/>
              <p:nvPr/>
            </p:nvSpPr>
            <p:spPr>
              <a:xfrm flipV="1">
                <a:off x="4714" y="1563"/>
                <a:ext cx="4" cy="10"/>
              </a:xfrm>
              <a:prstGeom prst="line">
                <a:avLst/>
              </a:prstGeom>
              <a:ln w="12700" cap="flat" cmpd="sng">
                <a:solidFill>
                  <a:schemeClr val="tx1"/>
                </a:solidFill>
                <a:prstDash val="solid"/>
                <a:headEnd type="none" w="med" len="med"/>
                <a:tailEnd type="none" w="med" len="med"/>
              </a:ln>
            </p:spPr>
          </p:sp>
          <p:sp>
            <p:nvSpPr>
              <p:cNvPr id="28993" name="Freeform 321"/>
              <p:cNvSpPr/>
              <p:nvPr/>
            </p:nvSpPr>
            <p:spPr>
              <a:xfrm>
                <a:off x="4711" y="1557"/>
                <a:ext cx="32" cy="24"/>
              </a:xfrm>
              <a:custGeom>
                <a:avLst/>
                <a:gdLst/>
                <a:ahLst/>
                <a:cxnLst>
                  <a:cxn ang="0">
                    <a:pos x="22" y="20"/>
                  </a:cxn>
                  <a:cxn ang="0">
                    <a:pos x="27" y="16"/>
                  </a:cxn>
                  <a:cxn ang="0">
                    <a:pos x="26" y="15"/>
                  </a:cxn>
                  <a:cxn ang="0">
                    <a:pos x="31" y="9"/>
                  </a:cxn>
                  <a:cxn ang="0">
                    <a:pos x="25" y="0"/>
                  </a:cxn>
                  <a:cxn ang="0">
                    <a:pos x="17" y="1"/>
                  </a:cxn>
                  <a:cxn ang="0">
                    <a:pos x="13" y="3"/>
                  </a:cxn>
                  <a:cxn ang="0">
                    <a:pos x="7" y="7"/>
                  </a:cxn>
                  <a:cxn ang="0">
                    <a:pos x="3" y="13"/>
                  </a:cxn>
                  <a:cxn ang="0">
                    <a:pos x="4" y="15"/>
                  </a:cxn>
                  <a:cxn ang="0">
                    <a:pos x="0" y="18"/>
                  </a:cxn>
                  <a:cxn ang="0">
                    <a:pos x="1" y="20"/>
                  </a:cxn>
                  <a:cxn ang="0">
                    <a:pos x="8" y="20"/>
                  </a:cxn>
                  <a:cxn ang="0">
                    <a:pos x="9" y="23"/>
                  </a:cxn>
                  <a:cxn ang="0">
                    <a:pos x="15" y="21"/>
                  </a:cxn>
                  <a:cxn ang="0">
                    <a:pos x="22" y="20"/>
                  </a:cxn>
                </a:cxnLst>
                <a:rect l="0" t="0" r="0" b="0"/>
                <a:pathLst>
                  <a:path w="32" h="24">
                    <a:moveTo>
                      <a:pt x="22" y="20"/>
                    </a:moveTo>
                    <a:lnTo>
                      <a:pt x="27" y="16"/>
                    </a:lnTo>
                    <a:lnTo>
                      <a:pt x="26" y="15"/>
                    </a:lnTo>
                    <a:lnTo>
                      <a:pt x="31" y="9"/>
                    </a:lnTo>
                    <a:lnTo>
                      <a:pt x="25" y="0"/>
                    </a:lnTo>
                    <a:lnTo>
                      <a:pt x="17" y="1"/>
                    </a:lnTo>
                    <a:lnTo>
                      <a:pt x="13" y="3"/>
                    </a:lnTo>
                    <a:lnTo>
                      <a:pt x="7" y="7"/>
                    </a:lnTo>
                    <a:lnTo>
                      <a:pt x="3" y="13"/>
                    </a:lnTo>
                    <a:lnTo>
                      <a:pt x="4" y="15"/>
                    </a:lnTo>
                    <a:lnTo>
                      <a:pt x="0" y="18"/>
                    </a:lnTo>
                    <a:lnTo>
                      <a:pt x="1" y="20"/>
                    </a:lnTo>
                    <a:lnTo>
                      <a:pt x="8" y="20"/>
                    </a:lnTo>
                    <a:lnTo>
                      <a:pt x="9" y="23"/>
                    </a:lnTo>
                    <a:lnTo>
                      <a:pt x="15" y="21"/>
                    </a:lnTo>
                    <a:lnTo>
                      <a:pt x="22"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94" name="Freeform 322"/>
              <p:cNvSpPr/>
              <p:nvPr/>
            </p:nvSpPr>
            <p:spPr>
              <a:xfrm>
                <a:off x="4708" y="1564"/>
                <a:ext cx="34" cy="21"/>
              </a:xfrm>
              <a:custGeom>
                <a:avLst/>
                <a:gdLst/>
                <a:ahLst/>
                <a:cxnLst>
                  <a:cxn ang="0">
                    <a:pos x="0" y="8"/>
                  </a:cxn>
                  <a:cxn ang="0">
                    <a:pos x="30" y="0"/>
                  </a:cxn>
                  <a:cxn ang="0">
                    <a:pos x="33" y="13"/>
                  </a:cxn>
                  <a:cxn ang="0">
                    <a:pos x="3" y="20"/>
                  </a:cxn>
                  <a:cxn ang="0">
                    <a:pos x="0" y="8"/>
                  </a:cxn>
                </a:cxnLst>
                <a:rect l="0" t="0" r="0" b="0"/>
                <a:pathLst>
                  <a:path w="34" h="21">
                    <a:moveTo>
                      <a:pt x="0" y="8"/>
                    </a:moveTo>
                    <a:lnTo>
                      <a:pt x="30" y="0"/>
                    </a:lnTo>
                    <a:lnTo>
                      <a:pt x="33" y="13"/>
                    </a:lnTo>
                    <a:lnTo>
                      <a:pt x="3" y="20"/>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95" name="Freeform 323"/>
              <p:cNvSpPr/>
              <p:nvPr/>
            </p:nvSpPr>
            <p:spPr>
              <a:xfrm>
                <a:off x="4726" y="1554"/>
                <a:ext cx="29" cy="22"/>
              </a:xfrm>
              <a:custGeom>
                <a:avLst/>
                <a:gdLst/>
                <a:ahLst/>
                <a:cxnLst>
                  <a:cxn ang="0">
                    <a:pos x="1" y="19"/>
                  </a:cxn>
                  <a:cxn ang="0">
                    <a:pos x="7" y="19"/>
                  </a:cxn>
                  <a:cxn ang="0">
                    <a:pos x="12" y="21"/>
                  </a:cxn>
                  <a:cxn ang="0">
                    <a:pos x="18" y="21"/>
                  </a:cxn>
                  <a:cxn ang="0">
                    <a:pos x="21" y="18"/>
                  </a:cxn>
                  <a:cxn ang="0">
                    <a:pos x="24" y="13"/>
                  </a:cxn>
                  <a:cxn ang="0">
                    <a:pos x="25" y="8"/>
                  </a:cxn>
                  <a:cxn ang="0">
                    <a:pos x="28" y="3"/>
                  </a:cxn>
                  <a:cxn ang="0">
                    <a:pos x="26" y="1"/>
                  </a:cxn>
                  <a:cxn ang="0">
                    <a:pos x="21" y="3"/>
                  </a:cxn>
                  <a:cxn ang="0">
                    <a:pos x="20" y="0"/>
                  </a:cxn>
                  <a:cxn ang="0">
                    <a:pos x="15" y="0"/>
                  </a:cxn>
                  <a:cxn ang="0">
                    <a:pos x="12" y="2"/>
                  </a:cxn>
                  <a:cxn ang="0">
                    <a:pos x="8" y="4"/>
                  </a:cxn>
                  <a:cxn ang="0">
                    <a:pos x="3" y="6"/>
                  </a:cxn>
                  <a:cxn ang="0">
                    <a:pos x="2" y="12"/>
                  </a:cxn>
                  <a:cxn ang="0">
                    <a:pos x="3" y="14"/>
                  </a:cxn>
                  <a:cxn ang="0">
                    <a:pos x="0" y="17"/>
                  </a:cxn>
                  <a:cxn ang="0">
                    <a:pos x="1" y="19"/>
                  </a:cxn>
                </a:cxnLst>
                <a:rect l="0" t="0" r="0" b="0"/>
                <a:pathLst>
                  <a:path w="29" h="22">
                    <a:moveTo>
                      <a:pt x="1" y="19"/>
                    </a:moveTo>
                    <a:lnTo>
                      <a:pt x="7" y="19"/>
                    </a:lnTo>
                    <a:lnTo>
                      <a:pt x="12" y="21"/>
                    </a:lnTo>
                    <a:lnTo>
                      <a:pt x="18" y="21"/>
                    </a:lnTo>
                    <a:lnTo>
                      <a:pt x="21" y="18"/>
                    </a:lnTo>
                    <a:lnTo>
                      <a:pt x="24" y="13"/>
                    </a:lnTo>
                    <a:lnTo>
                      <a:pt x="25" y="8"/>
                    </a:lnTo>
                    <a:lnTo>
                      <a:pt x="28" y="3"/>
                    </a:lnTo>
                    <a:lnTo>
                      <a:pt x="26" y="1"/>
                    </a:lnTo>
                    <a:lnTo>
                      <a:pt x="21" y="3"/>
                    </a:lnTo>
                    <a:lnTo>
                      <a:pt x="20" y="0"/>
                    </a:lnTo>
                    <a:lnTo>
                      <a:pt x="15" y="0"/>
                    </a:lnTo>
                    <a:lnTo>
                      <a:pt x="12" y="2"/>
                    </a:lnTo>
                    <a:lnTo>
                      <a:pt x="8" y="4"/>
                    </a:lnTo>
                    <a:lnTo>
                      <a:pt x="3" y="6"/>
                    </a:lnTo>
                    <a:lnTo>
                      <a:pt x="2" y="12"/>
                    </a:lnTo>
                    <a:lnTo>
                      <a:pt x="3" y="14"/>
                    </a:lnTo>
                    <a:lnTo>
                      <a:pt x="0" y="17"/>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8996" name="Line 324"/>
              <p:cNvSpPr/>
              <p:nvPr/>
            </p:nvSpPr>
            <p:spPr>
              <a:xfrm flipV="1">
                <a:off x="4691" y="1581"/>
                <a:ext cx="7" cy="13"/>
              </a:xfrm>
              <a:prstGeom prst="line">
                <a:avLst/>
              </a:prstGeom>
              <a:ln w="12700" cap="flat" cmpd="sng">
                <a:solidFill>
                  <a:schemeClr val="tx1"/>
                </a:solidFill>
                <a:prstDash val="solid"/>
                <a:headEnd type="none" w="med" len="med"/>
                <a:tailEnd type="none" w="med" len="med"/>
              </a:ln>
            </p:spPr>
          </p:sp>
          <p:sp>
            <p:nvSpPr>
              <p:cNvPr id="28997" name="Line 325"/>
              <p:cNvSpPr/>
              <p:nvPr/>
            </p:nvSpPr>
            <p:spPr>
              <a:xfrm flipV="1">
                <a:off x="4694" y="1578"/>
                <a:ext cx="3" cy="13"/>
              </a:xfrm>
              <a:prstGeom prst="line">
                <a:avLst/>
              </a:prstGeom>
              <a:ln w="12700" cap="flat" cmpd="sng">
                <a:solidFill>
                  <a:schemeClr val="tx1"/>
                </a:solidFill>
                <a:prstDash val="solid"/>
                <a:headEnd type="none" w="med" len="med"/>
                <a:tailEnd type="none" w="med" len="med"/>
              </a:ln>
            </p:spPr>
          </p:sp>
          <p:sp>
            <p:nvSpPr>
              <p:cNvPr id="28998" name="Freeform 326"/>
              <p:cNvSpPr/>
              <p:nvPr/>
            </p:nvSpPr>
            <p:spPr>
              <a:xfrm>
                <a:off x="4689" y="1580"/>
                <a:ext cx="33" cy="26"/>
              </a:xfrm>
              <a:custGeom>
                <a:avLst/>
                <a:gdLst/>
                <a:ahLst/>
                <a:cxnLst>
                  <a:cxn ang="0">
                    <a:pos x="26" y="17"/>
                  </a:cxn>
                  <a:cxn ang="0">
                    <a:pos x="24" y="15"/>
                  </a:cxn>
                  <a:cxn ang="0">
                    <a:pos x="32" y="11"/>
                  </a:cxn>
                  <a:cxn ang="0">
                    <a:pos x="24" y="0"/>
                  </a:cxn>
                  <a:cxn ang="0">
                    <a:pos x="17" y="3"/>
                  </a:cxn>
                  <a:cxn ang="0">
                    <a:pos x="16" y="1"/>
                  </a:cxn>
                  <a:cxn ang="0">
                    <a:pos x="10" y="5"/>
                  </a:cxn>
                  <a:cxn ang="0">
                    <a:pos x="11" y="8"/>
                  </a:cxn>
                  <a:cxn ang="0">
                    <a:pos x="5" y="11"/>
                  </a:cxn>
                  <a:cxn ang="0">
                    <a:pos x="0" y="17"/>
                  </a:cxn>
                  <a:cxn ang="0">
                    <a:pos x="2" y="20"/>
                  </a:cxn>
                  <a:cxn ang="0">
                    <a:pos x="3" y="22"/>
                  </a:cxn>
                  <a:cxn ang="0">
                    <a:pos x="4" y="25"/>
                  </a:cxn>
                  <a:cxn ang="0">
                    <a:pos x="13" y="23"/>
                  </a:cxn>
                  <a:cxn ang="0">
                    <a:pos x="18" y="19"/>
                  </a:cxn>
                  <a:cxn ang="0">
                    <a:pos x="20" y="21"/>
                  </a:cxn>
                  <a:cxn ang="0">
                    <a:pos x="26" y="17"/>
                  </a:cxn>
                </a:cxnLst>
                <a:rect l="0" t="0" r="0" b="0"/>
                <a:pathLst>
                  <a:path w="33" h="26">
                    <a:moveTo>
                      <a:pt x="26" y="17"/>
                    </a:moveTo>
                    <a:lnTo>
                      <a:pt x="24" y="15"/>
                    </a:lnTo>
                    <a:lnTo>
                      <a:pt x="32" y="11"/>
                    </a:lnTo>
                    <a:lnTo>
                      <a:pt x="24" y="0"/>
                    </a:lnTo>
                    <a:lnTo>
                      <a:pt x="17" y="3"/>
                    </a:lnTo>
                    <a:lnTo>
                      <a:pt x="16" y="1"/>
                    </a:lnTo>
                    <a:lnTo>
                      <a:pt x="10" y="5"/>
                    </a:lnTo>
                    <a:lnTo>
                      <a:pt x="11" y="8"/>
                    </a:lnTo>
                    <a:lnTo>
                      <a:pt x="5" y="11"/>
                    </a:lnTo>
                    <a:lnTo>
                      <a:pt x="0" y="17"/>
                    </a:lnTo>
                    <a:lnTo>
                      <a:pt x="2" y="20"/>
                    </a:lnTo>
                    <a:lnTo>
                      <a:pt x="3" y="22"/>
                    </a:lnTo>
                    <a:lnTo>
                      <a:pt x="4" y="25"/>
                    </a:lnTo>
                    <a:lnTo>
                      <a:pt x="13" y="23"/>
                    </a:lnTo>
                    <a:lnTo>
                      <a:pt x="18" y="19"/>
                    </a:lnTo>
                    <a:lnTo>
                      <a:pt x="20" y="21"/>
                    </a:lnTo>
                    <a:lnTo>
                      <a:pt x="2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8999" name="Freeform 327"/>
              <p:cNvSpPr/>
              <p:nvPr/>
            </p:nvSpPr>
            <p:spPr>
              <a:xfrm>
                <a:off x="4688" y="1584"/>
                <a:ext cx="33" cy="20"/>
              </a:xfrm>
              <a:custGeom>
                <a:avLst/>
                <a:gdLst/>
                <a:ahLst/>
                <a:cxnLst>
                  <a:cxn ang="0">
                    <a:pos x="0" y="7"/>
                  </a:cxn>
                  <a:cxn ang="0">
                    <a:pos x="28" y="0"/>
                  </a:cxn>
                  <a:cxn ang="0">
                    <a:pos x="32" y="10"/>
                  </a:cxn>
                  <a:cxn ang="0">
                    <a:pos x="3" y="19"/>
                  </a:cxn>
                  <a:cxn ang="0">
                    <a:pos x="0" y="7"/>
                  </a:cxn>
                </a:cxnLst>
                <a:rect l="0" t="0" r="0" b="0"/>
                <a:pathLst>
                  <a:path w="33" h="20">
                    <a:moveTo>
                      <a:pt x="0" y="7"/>
                    </a:moveTo>
                    <a:lnTo>
                      <a:pt x="28" y="0"/>
                    </a:lnTo>
                    <a:lnTo>
                      <a:pt x="32"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00" name="Freeform 328"/>
              <p:cNvSpPr/>
              <p:nvPr/>
            </p:nvSpPr>
            <p:spPr>
              <a:xfrm>
                <a:off x="4701" y="1574"/>
                <a:ext cx="30" cy="23"/>
              </a:xfrm>
              <a:custGeom>
                <a:avLst/>
                <a:gdLst/>
                <a:ahLst/>
                <a:cxnLst>
                  <a:cxn ang="0">
                    <a:pos x="2" y="17"/>
                  </a:cxn>
                  <a:cxn ang="0">
                    <a:pos x="3" y="19"/>
                  </a:cxn>
                  <a:cxn ang="0">
                    <a:pos x="4" y="22"/>
                  </a:cxn>
                  <a:cxn ang="0">
                    <a:pos x="10" y="22"/>
                  </a:cxn>
                  <a:cxn ang="0">
                    <a:pos x="14" y="19"/>
                  </a:cxn>
                  <a:cxn ang="0">
                    <a:pos x="16" y="22"/>
                  </a:cxn>
                  <a:cxn ang="0">
                    <a:pos x="20" y="19"/>
                  </a:cxn>
                  <a:cxn ang="0">
                    <a:pos x="26" y="9"/>
                  </a:cxn>
                  <a:cxn ang="0">
                    <a:pos x="29" y="4"/>
                  </a:cxn>
                  <a:cxn ang="0">
                    <a:pos x="25" y="0"/>
                  </a:cxn>
                  <a:cxn ang="0">
                    <a:pos x="10" y="2"/>
                  </a:cxn>
                  <a:cxn ang="0">
                    <a:pos x="6" y="4"/>
                  </a:cxn>
                  <a:cxn ang="0">
                    <a:pos x="2" y="8"/>
                  </a:cxn>
                  <a:cxn ang="0">
                    <a:pos x="0" y="13"/>
                  </a:cxn>
                  <a:cxn ang="0">
                    <a:pos x="1" y="15"/>
                  </a:cxn>
                  <a:cxn ang="0">
                    <a:pos x="2" y="17"/>
                  </a:cxn>
                </a:cxnLst>
                <a:rect l="0" t="0" r="0" b="0"/>
                <a:pathLst>
                  <a:path w="30" h="23">
                    <a:moveTo>
                      <a:pt x="2" y="17"/>
                    </a:moveTo>
                    <a:lnTo>
                      <a:pt x="3" y="19"/>
                    </a:lnTo>
                    <a:lnTo>
                      <a:pt x="4" y="22"/>
                    </a:lnTo>
                    <a:lnTo>
                      <a:pt x="10" y="22"/>
                    </a:lnTo>
                    <a:lnTo>
                      <a:pt x="14" y="19"/>
                    </a:lnTo>
                    <a:lnTo>
                      <a:pt x="16" y="22"/>
                    </a:lnTo>
                    <a:lnTo>
                      <a:pt x="20" y="19"/>
                    </a:lnTo>
                    <a:lnTo>
                      <a:pt x="26" y="9"/>
                    </a:lnTo>
                    <a:lnTo>
                      <a:pt x="29" y="4"/>
                    </a:lnTo>
                    <a:lnTo>
                      <a:pt x="25" y="0"/>
                    </a:lnTo>
                    <a:lnTo>
                      <a:pt x="10" y="2"/>
                    </a:lnTo>
                    <a:lnTo>
                      <a:pt x="6" y="4"/>
                    </a:lnTo>
                    <a:lnTo>
                      <a:pt x="2" y="8"/>
                    </a:lnTo>
                    <a:lnTo>
                      <a:pt x="0" y="13"/>
                    </a:lnTo>
                    <a:lnTo>
                      <a:pt x="1" y="15"/>
                    </a:lnTo>
                    <a:lnTo>
                      <a:pt x="2"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9001" name="Line 329"/>
              <p:cNvSpPr/>
              <p:nvPr/>
            </p:nvSpPr>
            <p:spPr>
              <a:xfrm flipV="1">
                <a:off x="4685" y="1572"/>
                <a:ext cx="9" cy="16"/>
              </a:xfrm>
              <a:prstGeom prst="line">
                <a:avLst/>
              </a:prstGeom>
              <a:ln w="12700" cap="flat" cmpd="sng">
                <a:solidFill>
                  <a:schemeClr val="tx1"/>
                </a:solidFill>
                <a:prstDash val="solid"/>
                <a:headEnd type="none" w="med" len="med"/>
                <a:tailEnd type="none" w="med" len="med"/>
              </a:ln>
            </p:spPr>
          </p:sp>
          <p:sp>
            <p:nvSpPr>
              <p:cNvPr id="29002" name="Line 330"/>
              <p:cNvSpPr/>
              <p:nvPr/>
            </p:nvSpPr>
            <p:spPr>
              <a:xfrm flipV="1">
                <a:off x="4686" y="1573"/>
                <a:ext cx="7" cy="10"/>
              </a:xfrm>
              <a:prstGeom prst="line">
                <a:avLst/>
              </a:prstGeom>
              <a:ln w="12700" cap="flat" cmpd="sng">
                <a:solidFill>
                  <a:schemeClr val="tx1"/>
                </a:solidFill>
                <a:prstDash val="solid"/>
                <a:headEnd type="none" w="med" len="med"/>
                <a:tailEnd type="none" w="med" len="med"/>
              </a:ln>
            </p:spPr>
          </p:sp>
          <p:sp>
            <p:nvSpPr>
              <p:cNvPr id="29003" name="Freeform 331"/>
              <p:cNvSpPr/>
              <p:nvPr/>
            </p:nvSpPr>
            <p:spPr>
              <a:xfrm>
                <a:off x="4681" y="1569"/>
                <a:ext cx="33" cy="26"/>
              </a:xfrm>
              <a:custGeom>
                <a:avLst/>
                <a:gdLst/>
                <a:ahLst/>
                <a:cxnLst>
                  <a:cxn ang="0">
                    <a:pos x="27" y="17"/>
                  </a:cxn>
                  <a:cxn ang="0">
                    <a:pos x="32" y="11"/>
                  </a:cxn>
                  <a:cxn ang="0">
                    <a:pos x="24" y="0"/>
                  </a:cxn>
                  <a:cxn ang="0">
                    <a:pos x="18" y="3"/>
                  </a:cxn>
                  <a:cxn ang="0">
                    <a:pos x="17" y="1"/>
                  </a:cxn>
                  <a:cxn ang="0">
                    <a:pos x="9" y="4"/>
                  </a:cxn>
                  <a:cxn ang="0">
                    <a:pos x="11" y="7"/>
                  </a:cxn>
                  <a:cxn ang="0">
                    <a:pos x="4" y="10"/>
                  </a:cxn>
                  <a:cxn ang="0">
                    <a:pos x="0" y="17"/>
                  </a:cxn>
                  <a:cxn ang="0">
                    <a:pos x="1" y="20"/>
                  </a:cxn>
                  <a:cxn ang="0">
                    <a:pos x="2" y="21"/>
                  </a:cxn>
                  <a:cxn ang="0">
                    <a:pos x="3" y="23"/>
                  </a:cxn>
                  <a:cxn ang="0">
                    <a:pos x="13" y="25"/>
                  </a:cxn>
                  <a:cxn ang="0">
                    <a:pos x="19" y="21"/>
                  </a:cxn>
                  <a:cxn ang="0">
                    <a:pos x="27" y="17"/>
                  </a:cxn>
                </a:cxnLst>
                <a:rect l="0" t="0" r="0" b="0"/>
                <a:pathLst>
                  <a:path w="33" h="26">
                    <a:moveTo>
                      <a:pt x="27" y="17"/>
                    </a:moveTo>
                    <a:lnTo>
                      <a:pt x="32" y="11"/>
                    </a:lnTo>
                    <a:lnTo>
                      <a:pt x="24" y="0"/>
                    </a:lnTo>
                    <a:lnTo>
                      <a:pt x="18" y="3"/>
                    </a:lnTo>
                    <a:lnTo>
                      <a:pt x="17" y="1"/>
                    </a:lnTo>
                    <a:lnTo>
                      <a:pt x="9" y="4"/>
                    </a:lnTo>
                    <a:lnTo>
                      <a:pt x="11" y="7"/>
                    </a:lnTo>
                    <a:lnTo>
                      <a:pt x="4" y="10"/>
                    </a:lnTo>
                    <a:lnTo>
                      <a:pt x="0" y="17"/>
                    </a:lnTo>
                    <a:lnTo>
                      <a:pt x="1" y="20"/>
                    </a:lnTo>
                    <a:lnTo>
                      <a:pt x="2" y="21"/>
                    </a:lnTo>
                    <a:lnTo>
                      <a:pt x="3" y="23"/>
                    </a:lnTo>
                    <a:lnTo>
                      <a:pt x="13" y="25"/>
                    </a:lnTo>
                    <a:lnTo>
                      <a:pt x="19" y="21"/>
                    </a:lnTo>
                    <a:lnTo>
                      <a:pt x="27"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04" name="Freeform 332"/>
              <p:cNvSpPr/>
              <p:nvPr/>
            </p:nvSpPr>
            <p:spPr>
              <a:xfrm>
                <a:off x="4679" y="1573"/>
                <a:ext cx="35" cy="20"/>
              </a:xfrm>
              <a:custGeom>
                <a:avLst/>
                <a:gdLst/>
                <a:ahLst/>
                <a:cxnLst>
                  <a:cxn ang="0">
                    <a:pos x="0" y="7"/>
                  </a:cxn>
                  <a:cxn ang="0">
                    <a:pos x="29" y="0"/>
                  </a:cxn>
                  <a:cxn ang="0">
                    <a:pos x="34" y="10"/>
                  </a:cxn>
                  <a:cxn ang="0">
                    <a:pos x="3" y="19"/>
                  </a:cxn>
                  <a:cxn ang="0">
                    <a:pos x="0" y="7"/>
                  </a:cxn>
                </a:cxnLst>
                <a:rect l="0" t="0" r="0" b="0"/>
                <a:pathLst>
                  <a:path w="35" h="20">
                    <a:moveTo>
                      <a:pt x="0" y="7"/>
                    </a:moveTo>
                    <a:lnTo>
                      <a:pt x="29" y="0"/>
                    </a:lnTo>
                    <a:lnTo>
                      <a:pt x="34"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05" name="Freeform 333"/>
              <p:cNvSpPr/>
              <p:nvPr/>
            </p:nvSpPr>
            <p:spPr>
              <a:xfrm>
                <a:off x="4699" y="1566"/>
                <a:ext cx="28" cy="23"/>
              </a:xfrm>
              <a:custGeom>
                <a:avLst/>
                <a:gdLst/>
                <a:ahLst/>
                <a:cxnLst>
                  <a:cxn ang="0">
                    <a:pos x="1" y="17"/>
                  </a:cxn>
                  <a:cxn ang="0">
                    <a:pos x="3" y="19"/>
                  </a:cxn>
                  <a:cxn ang="0">
                    <a:pos x="4" y="22"/>
                  </a:cxn>
                  <a:cxn ang="0">
                    <a:pos x="9" y="22"/>
                  </a:cxn>
                  <a:cxn ang="0">
                    <a:pos x="14" y="19"/>
                  </a:cxn>
                  <a:cxn ang="0">
                    <a:pos x="15" y="22"/>
                  </a:cxn>
                  <a:cxn ang="0">
                    <a:pos x="18" y="19"/>
                  </a:cxn>
                  <a:cxn ang="0">
                    <a:pos x="27" y="4"/>
                  </a:cxn>
                  <a:cxn ang="0">
                    <a:pos x="24" y="0"/>
                  </a:cxn>
                  <a:cxn ang="0">
                    <a:pos x="9" y="2"/>
                  </a:cxn>
                  <a:cxn ang="0">
                    <a:pos x="5" y="4"/>
                  </a:cxn>
                  <a:cxn ang="0">
                    <a:pos x="7" y="7"/>
                  </a:cxn>
                  <a:cxn ang="0">
                    <a:pos x="3" y="9"/>
                  </a:cxn>
                  <a:cxn ang="0">
                    <a:pos x="0" y="15"/>
                  </a:cxn>
                  <a:cxn ang="0">
                    <a:pos x="1" y="17"/>
                  </a:cxn>
                </a:cxnLst>
                <a:rect l="0" t="0" r="0" b="0"/>
                <a:pathLst>
                  <a:path w="28" h="23">
                    <a:moveTo>
                      <a:pt x="1" y="17"/>
                    </a:moveTo>
                    <a:lnTo>
                      <a:pt x="3" y="19"/>
                    </a:lnTo>
                    <a:lnTo>
                      <a:pt x="4" y="22"/>
                    </a:lnTo>
                    <a:lnTo>
                      <a:pt x="9" y="22"/>
                    </a:lnTo>
                    <a:lnTo>
                      <a:pt x="14" y="19"/>
                    </a:lnTo>
                    <a:lnTo>
                      <a:pt x="15" y="22"/>
                    </a:lnTo>
                    <a:lnTo>
                      <a:pt x="18" y="19"/>
                    </a:lnTo>
                    <a:lnTo>
                      <a:pt x="27" y="4"/>
                    </a:lnTo>
                    <a:lnTo>
                      <a:pt x="24" y="0"/>
                    </a:lnTo>
                    <a:lnTo>
                      <a:pt x="9" y="2"/>
                    </a:lnTo>
                    <a:lnTo>
                      <a:pt x="5" y="4"/>
                    </a:lnTo>
                    <a:lnTo>
                      <a:pt x="7" y="7"/>
                    </a:lnTo>
                    <a:lnTo>
                      <a:pt x="3" y="9"/>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9006" name="Line 334"/>
              <p:cNvSpPr/>
              <p:nvPr/>
            </p:nvSpPr>
            <p:spPr>
              <a:xfrm flipV="1">
                <a:off x="4669" y="1577"/>
                <a:ext cx="3" cy="12"/>
              </a:xfrm>
              <a:prstGeom prst="line">
                <a:avLst/>
              </a:prstGeom>
              <a:ln w="12700" cap="flat" cmpd="sng">
                <a:solidFill>
                  <a:schemeClr val="tx1"/>
                </a:solidFill>
                <a:prstDash val="solid"/>
                <a:headEnd type="none" w="med" len="med"/>
                <a:tailEnd type="none" w="med" len="med"/>
              </a:ln>
            </p:spPr>
          </p:sp>
          <p:sp>
            <p:nvSpPr>
              <p:cNvPr id="29007" name="Line 335"/>
              <p:cNvSpPr/>
              <p:nvPr/>
            </p:nvSpPr>
            <p:spPr>
              <a:xfrm flipV="1">
                <a:off x="4665" y="1573"/>
                <a:ext cx="7" cy="12"/>
              </a:xfrm>
              <a:prstGeom prst="line">
                <a:avLst/>
              </a:prstGeom>
              <a:ln w="12700" cap="flat" cmpd="sng">
                <a:solidFill>
                  <a:schemeClr val="tx1"/>
                </a:solidFill>
                <a:prstDash val="solid"/>
                <a:headEnd type="none" w="med" len="med"/>
                <a:tailEnd type="none" w="med" len="med"/>
              </a:ln>
            </p:spPr>
          </p:sp>
          <p:sp>
            <p:nvSpPr>
              <p:cNvPr id="29008" name="Freeform 336"/>
              <p:cNvSpPr/>
              <p:nvPr/>
            </p:nvSpPr>
            <p:spPr>
              <a:xfrm>
                <a:off x="4666" y="1570"/>
                <a:ext cx="30" cy="24"/>
              </a:xfrm>
              <a:custGeom>
                <a:avLst/>
                <a:gdLst/>
                <a:ahLst/>
                <a:cxnLst>
                  <a:cxn ang="0">
                    <a:pos x="25" y="18"/>
                  </a:cxn>
                  <a:cxn ang="0">
                    <a:pos x="22" y="15"/>
                  </a:cxn>
                  <a:cxn ang="0">
                    <a:pos x="29" y="12"/>
                  </a:cxn>
                  <a:cxn ang="0">
                    <a:pos x="21" y="0"/>
                  </a:cxn>
                  <a:cxn ang="0">
                    <a:pos x="16" y="3"/>
                  </a:cxn>
                  <a:cxn ang="0">
                    <a:pos x="14" y="1"/>
                  </a:cxn>
                  <a:cxn ang="0">
                    <a:pos x="9" y="3"/>
                  </a:cxn>
                  <a:cxn ang="0">
                    <a:pos x="10" y="6"/>
                  </a:cxn>
                  <a:cxn ang="0">
                    <a:pos x="6" y="9"/>
                  </a:cxn>
                  <a:cxn ang="0">
                    <a:pos x="2" y="14"/>
                  </a:cxn>
                  <a:cxn ang="0">
                    <a:pos x="4" y="16"/>
                  </a:cxn>
                  <a:cxn ang="0">
                    <a:pos x="0" y="20"/>
                  </a:cxn>
                  <a:cxn ang="0">
                    <a:pos x="1" y="23"/>
                  </a:cxn>
                  <a:cxn ang="0">
                    <a:pos x="7" y="21"/>
                  </a:cxn>
                  <a:cxn ang="0">
                    <a:pos x="13" y="21"/>
                  </a:cxn>
                  <a:cxn ang="0">
                    <a:pos x="18" y="18"/>
                  </a:cxn>
                  <a:cxn ang="0">
                    <a:pos x="20" y="20"/>
                  </a:cxn>
                  <a:cxn ang="0">
                    <a:pos x="25" y="18"/>
                  </a:cxn>
                </a:cxnLst>
                <a:rect l="0" t="0" r="0" b="0"/>
                <a:pathLst>
                  <a:path w="30" h="24">
                    <a:moveTo>
                      <a:pt x="25" y="18"/>
                    </a:moveTo>
                    <a:lnTo>
                      <a:pt x="22" y="15"/>
                    </a:lnTo>
                    <a:lnTo>
                      <a:pt x="29" y="12"/>
                    </a:lnTo>
                    <a:lnTo>
                      <a:pt x="21" y="0"/>
                    </a:lnTo>
                    <a:lnTo>
                      <a:pt x="16" y="3"/>
                    </a:lnTo>
                    <a:lnTo>
                      <a:pt x="14" y="1"/>
                    </a:lnTo>
                    <a:lnTo>
                      <a:pt x="9" y="3"/>
                    </a:lnTo>
                    <a:lnTo>
                      <a:pt x="10" y="6"/>
                    </a:lnTo>
                    <a:lnTo>
                      <a:pt x="6" y="9"/>
                    </a:lnTo>
                    <a:lnTo>
                      <a:pt x="2" y="14"/>
                    </a:lnTo>
                    <a:lnTo>
                      <a:pt x="4" y="16"/>
                    </a:lnTo>
                    <a:lnTo>
                      <a:pt x="0" y="20"/>
                    </a:lnTo>
                    <a:lnTo>
                      <a:pt x="1" y="23"/>
                    </a:lnTo>
                    <a:lnTo>
                      <a:pt x="7" y="21"/>
                    </a:lnTo>
                    <a:lnTo>
                      <a:pt x="13" y="21"/>
                    </a:lnTo>
                    <a:lnTo>
                      <a:pt x="18" y="18"/>
                    </a:lnTo>
                    <a:lnTo>
                      <a:pt x="20" y="20"/>
                    </a:lnTo>
                    <a:lnTo>
                      <a:pt x="25"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09" name="Freeform 337"/>
              <p:cNvSpPr/>
              <p:nvPr/>
            </p:nvSpPr>
            <p:spPr>
              <a:xfrm>
                <a:off x="4665" y="1574"/>
                <a:ext cx="33" cy="20"/>
              </a:xfrm>
              <a:custGeom>
                <a:avLst/>
                <a:gdLst/>
                <a:ahLst/>
                <a:cxnLst>
                  <a:cxn ang="0">
                    <a:pos x="0" y="7"/>
                  </a:cxn>
                  <a:cxn ang="0">
                    <a:pos x="28" y="0"/>
                  </a:cxn>
                  <a:cxn ang="0">
                    <a:pos x="32" y="11"/>
                  </a:cxn>
                  <a:cxn ang="0">
                    <a:pos x="3" y="19"/>
                  </a:cxn>
                  <a:cxn ang="0">
                    <a:pos x="0" y="7"/>
                  </a:cxn>
                </a:cxnLst>
                <a:rect l="0" t="0" r="0" b="0"/>
                <a:pathLst>
                  <a:path w="33" h="20">
                    <a:moveTo>
                      <a:pt x="0" y="7"/>
                    </a:moveTo>
                    <a:lnTo>
                      <a:pt x="28" y="0"/>
                    </a:lnTo>
                    <a:lnTo>
                      <a:pt x="32" y="11"/>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10" name="Freeform 338"/>
              <p:cNvSpPr/>
              <p:nvPr/>
            </p:nvSpPr>
            <p:spPr>
              <a:xfrm>
                <a:off x="4679" y="1567"/>
                <a:ext cx="31" cy="25"/>
              </a:xfrm>
              <a:custGeom>
                <a:avLst/>
                <a:gdLst/>
                <a:ahLst/>
                <a:cxnLst>
                  <a:cxn ang="0">
                    <a:pos x="2" y="18"/>
                  </a:cxn>
                  <a:cxn ang="0">
                    <a:pos x="3" y="21"/>
                  </a:cxn>
                  <a:cxn ang="0">
                    <a:pos x="4" y="24"/>
                  </a:cxn>
                  <a:cxn ang="0">
                    <a:pos x="10" y="24"/>
                  </a:cxn>
                  <a:cxn ang="0">
                    <a:pos x="15" y="21"/>
                  </a:cxn>
                  <a:cxn ang="0">
                    <a:pos x="16" y="24"/>
                  </a:cxn>
                  <a:cxn ang="0">
                    <a:pos x="20" y="20"/>
                  </a:cxn>
                  <a:cxn ang="0">
                    <a:pos x="24" y="15"/>
                  </a:cxn>
                  <a:cxn ang="0">
                    <a:pos x="26" y="10"/>
                  </a:cxn>
                  <a:cxn ang="0">
                    <a:pos x="25" y="7"/>
                  </a:cxn>
                  <a:cxn ang="0">
                    <a:pos x="30" y="5"/>
                  </a:cxn>
                  <a:cxn ang="0">
                    <a:pos x="27" y="2"/>
                  </a:cxn>
                  <a:cxn ang="0">
                    <a:pos x="22" y="2"/>
                  </a:cxn>
                  <a:cxn ang="0">
                    <a:pos x="20" y="0"/>
                  </a:cxn>
                  <a:cxn ang="0">
                    <a:pos x="15" y="1"/>
                  </a:cxn>
                  <a:cxn ang="0">
                    <a:pos x="10" y="3"/>
                  </a:cxn>
                  <a:cxn ang="0">
                    <a:pos x="7" y="6"/>
                  </a:cxn>
                  <a:cxn ang="0">
                    <a:pos x="2" y="8"/>
                  </a:cxn>
                  <a:cxn ang="0">
                    <a:pos x="0" y="13"/>
                  </a:cxn>
                  <a:cxn ang="0">
                    <a:pos x="1" y="16"/>
                  </a:cxn>
                  <a:cxn ang="0">
                    <a:pos x="2" y="18"/>
                  </a:cxn>
                </a:cxnLst>
                <a:rect l="0" t="0" r="0" b="0"/>
                <a:pathLst>
                  <a:path w="31" h="25">
                    <a:moveTo>
                      <a:pt x="2" y="18"/>
                    </a:moveTo>
                    <a:lnTo>
                      <a:pt x="3" y="21"/>
                    </a:lnTo>
                    <a:lnTo>
                      <a:pt x="4" y="24"/>
                    </a:lnTo>
                    <a:lnTo>
                      <a:pt x="10" y="24"/>
                    </a:lnTo>
                    <a:lnTo>
                      <a:pt x="15" y="21"/>
                    </a:lnTo>
                    <a:lnTo>
                      <a:pt x="16" y="24"/>
                    </a:lnTo>
                    <a:lnTo>
                      <a:pt x="20" y="20"/>
                    </a:lnTo>
                    <a:lnTo>
                      <a:pt x="24" y="15"/>
                    </a:lnTo>
                    <a:lnTo>
                      <a:pt x="26" y="10"/>
                    </a:lnTo>
                    <a:lnTo>
                      <a:pt x="25" y="7"/>
                    </a:lnTo>
                    <a:lnTo>
                      <a:pt x="30" y="5"/>
                    </a:lnTo>
                    <a:lnTo>
                      <a:pt x="27" y="2"/>
                    </a:lnTo>
                    <a:lnTo>
                      <a:pt x="22" y="2"/>
                    </a:lnTo>
                    <a:lnTo>
                      <a:pt x="20" y="0"/>
                    </a:lnTo>
                    <a:lnTo>
                      <a:pt x="15" y="1"/>
                    </a:lnTo>
                    <a:lnTo>
                      <a:pt x="10" y="3"/>
                    </a:lnTo>
                    <a:lnTo>
                      <a:pt x="7" y="6"/>
                    </a:lnTo>
                    <a:lnTo>
                      <a:pt x="2" y="8"/>
                    </a:lnTo>
                    <a:lnTo>
                      <a:pt x="0" y="13"/>
                    </a:lnTo>
                    <a:lnTo>
                      <a:pt x="1" y="16"/>
                    </a:lnTo>
                    <a:lnTo>
                      <a:pt x="2"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9011" name="Line 339"/>
              <p:cNvSpPr/>
              <p:nvPr/>
            </p:nvSpPr>
            <p:spPr>
              <a:xfrm flipV="1">
                <a:off x="4696" y="1559"/>
                <a:ext cx="4" cy="14"/>
              </a:xfrm>
              <a:prstGeom prst="line">
                <a:avLst/>
              </a:prstGeom>
              <a:ln w="12700" cap="flat" cmpd="sng">
                <a:solidFill>
                  <a:schemeClr val="tx1"/>
                </a:solidFill>
                <a:prstDash val="solid"/>
                <a:headEnd type="none" w="med" len="med"/>
                <a:tailEnd type="none" w="med" len="med"/>
              </a:ln>
            </p:spPr>
          </p:sp>
          <p:sp>
            <p:nvSpPr>
              <p:cNvPr id="29012" name="Line 340"/>
              <p:cNvSpPr/>
              <p:nvPr/>
            </p:nvSpPr>
            <p:spPr>
              <a:xfrm flipV="1">
                <a:off x="4695" y="1556"/>
                <a:ext cx="8" cy="12"/>
              </a:xfrm>
              <a:prstGeom prst="line">
                <a:avLst/>
              </a:prstGeom>
              <a:ln w="12700" cap="flat" cmpd="sng">
                <a:solidFill>
                  <a:schemeClr val="tx1"/>
                </a:solidFill>
                <a:prstDash val="solid"/>
                <a:headEnd type="none" w="med" len="med"/>
                <a:tailEnd type="none" w="med" len="med"/>
              </a:ln>
            </p:spPr>
          </p:sp>
          <p:sp>
            <p:nvSpPr>
              <p:cNvPr id="29013" name="Freeform 341"/>
              <p:cNvSpPr/>
              <p:nvPr/>
            </p:nvSpPr>
            <p:spPr>
              <a:xfrm>
                <a:off x="4693" y="1552"/>
                <a:ext cx="33" cy="25"/>
              </a:xfrm>
              <a:custGeom>
                <a:avLst/>
                <a:gdLst/>
                <a:ahLst/>
                <a:cxnLst>
                  <a:cxn ang="0">
                    <a:pos x="24" y="19"/>
                  </a:cxn>
                  <a:cxn ang="0">
                    <a:pos x="32" y="15"/>
                  </a:cxn>
                  <a:cxn ang="0">
                    <a:pos x="29" y="13"/>
                  </a:cxn>
                  <a:cxn ang="0">
                    <a:pos x="23" y="2"/>
                  </a:cxn>
                  <a:cxn ang="0">
                    <a:pos x="20" y="0"/>
                  </a:cxn>
                  <a:cxn ang="0">
                    <a:pos x="14" y="3"/>
                  </a:cxn>
                  <a:cxn ang="0">
                    <a:pos x="9" y="9"/>
                  </a:cxn>
                  <a:cxn ang="0">
                    <a:pos x="4" y="15"/>
                  </a:cxn>
                  <a:cxn ang="0">
                    <a:pos x="0" y="21"/>
                  </a:cxn>
                  <a:cxn ang="0">
                    <a:pos x="1" y="24"/>
                  </a:cxn>
                  <a:cxn ang="0">
                    <a:pos x="9" y="22"/>
                  </a:cxn>
                  <a:cxn ang="0">
                    <a:pos x="17" y="21"/>
                  </a:cxn>
                  <a:cxn ang="0">
                    <a:pos x="24" y="19"/>
                  </a:cxn>
                </a:cxnLst>
                <a:rect l="0" t="0" r="0" b="0"/>
                <a:pathLst>
                  <a:path w="33" h="25">
                    <a:moveTo>
                      <a:pt x="24" y="19"/>
                    </a:moveTo>
                    <a:lnTo>
                      <a:pt x="32" y="15"/>
                    </a:lnTo>
                    <a:lnTo>
                      <a:pt x="29" y="13"/>
                    </a:lnTo>
                    <a:lnTo>
                      <a:pt x="23" y="2"/>
                    </a:lnTo>
                    <a:lnTo>
                      <a:pt x="20" y="0"/>
                    </a:lnTo>
                    <a:lnTo>
                      <a:pt x="14" y="3"/>
                    </a:lnTo>
                    <a:lnTo>
                      <a:pt x="9" y="9"/>
                    </a:lnTo>
                    <a:lnTo>
                      <a:pt x="4" y="15"/>
                    </a:lnTo>
                    <a:lnTo>
                      <a:pt x="0" y="21"/>
                    </a:lnTo>
                    <a:lnTo>
                      <a:pt x="1" y="24"/>
                    </a:lnTo>
                    <a:lnTo>
                      <a:pt x="9" y="22"/>
                    </a:lnTo>
                    <a:lnTo>
                      <a:pt x="17" y="21"/>
                    </a:lnTo>
                    <a:lnTo>
                      <a:pt x="24"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14" name="Freeform 342"/>
              <p:cNvSpPr/>
              <p:nvPr/>
            </p:nvSpPr>
            <p:spPr>
              <a:xfrm>
                <a:off x="4691" y="1557"/>
                <a:ext cx="35" cy="20"/>
              </a:xfrm>
              <a:custGeom>
                <a:avLst/>
                <a:gdLst/>
                <a:ahLst/>
                <a:cxnLst>
                  <a:cxn ang="0">
                    <a:pos x="0" y="7"/>
                  </a:cxn>
                  <a:cxn ang="0">
                    <a:pos x="30" y="0"/>
                  </a:cxn>
                  <a:cxn ang="0">
                    <a:pos x="34" y="10"/>
                  </a:cxn>
                  <a:cxn ang="0">
                    <a:pos x="2" y="19"/>
                  </a:cxn>
                  <a:cxn ang="0">
                    <a:pos x="0" y="7"/>
                  </a:cxn>
                </a:cxnLst>
                <a:rect l="0" t="0" r="0" b="0"/>
                <a:pathLst>
                  <a:path w="35" h="20">
                    <a:moveTo>
                      <a:pt x="0" y="7"/>
                    </a:moveTo>
                    <a:lnTo>
                      <a:pt x="30" y="0"/>
                    </a:lnTo>
                    <a:lnTo>
                      <a:pt x="34"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15" name="Freeform 343"/>
              <p:cNvSpPr/>
              <p:nvPr/>
            </p:nvSpPr>
            <p:spPr>
              <a:xfrm>
                <a:off x="4711" y="1550"/>
                <a:ext cx="27" cy="21"/>
              </a:xfrm>
              <a:custGeom>
                <a:avLst/>
                <a:gdLst/>
                <a:ahLst/>
                <a:cxnLst>
                  <a:cxn ang="0">
                    <a:pos x="1" y="16"/>
                  </a:cxn>
                  <a:cxn ang="0">
                    <a:pos x="2" y="18"/>
                  </a:cxn>
                  <a:cxn ang="0">
                    <a:pos x="5" y="17"/>
                  </a:cxn>
                  <a:cxn ang="0">
                    <a:pos x="7" y="20"/>
                  </a:cxn>
                  <a:cxn ang="0">
                    <a:pos x="11" y="20"/>
                  </a:cxn>
                  <a:cxn ang="0">
                    <a:pos x="16" y="20"/>
                  </a:cxn>
                  <a:cxn ang="0">
                    <a:pos x="20" y="17"/>
                  </a:cxn>
                  <a:cxn ang="0">
                    <a:pos x="22" y="14"/>
                  </a:cxn>
                  <a:cxn ang="0">
                    <a:pos x="23" y="9"/>
                  </a:cxn>
                  <a:cxn ang="0">
                    <a:pos x="22" y="7"/>
                  </a:cxn>
                  <a:cxn ang="0">
                    <a:pos x="26" y="4"/>
                  </a:cxn>
                  <a:cxn ang="0">
                    <a:pos x="23" y="1"/>
                  </a:cxn>
                  <a:cxn ang="0">
                    <a:pos x="20" y="2"/>
                  </a:cxn>
                  <a:cxn ang="0">
                    <a:pos x="18" y="0"/>
                  </a:cxn>
                  <a:cxn ang="0">
                    <a:pos x="14" y="0"/>
                  </a:cxn>
                  <a:cxn ang="0">
                    <a:pos x="10" y="2"/>
                  </a:cxn>
                  <a:cxn ang="0">
                    <a:pos x="7" y="3"/>
                  </a:cxn>
                  <a:cxn ang="0">
                    <a:pos x="3" y="5"/>
                  </a:cxn>
                  <a:cxn ang="0">
                    <a:pos x="2" y="10"/>
                  </a:cxn>
                  <a:cxn ang="0">
                    <a:pos x="3" y="12"/>
                  </a:cxn>
                  <a:cxn ang="0">
                    <a:pos x="0" y="14"/>
                  </a:cxn>
                  <a:cxn ang="0">
                    <a:pos x="1" y="16"/>
                  </a:cxn>
                </a:cxnLst>
                <a:rect l="0" t="0" r="0" b="0"/>
                <a:pathLst>
                  <a:path w="27" h="21">
                    <a:moveTo>
                      <a:pt x="1" y="16"/>
                    </a:moveTo>
                    <a:lnTo>
                      <a:pt x="2" y="18"/>
                    </a:lnTo>
                    <a:lnTo>
                      <a:pt x="5" y="17"/>
                    </a:lnTo>
                    <a:lnTo>
                      <a:pt x="7" y="20"/>
                    </a:lnTo>
                    <a:lnTo>
                      <a:pt x="11" y="20"/>
                    </a:lnTo>
                    <a:lnTo>
                      <a:pt x="16" y="20"/>
                    </a:lnTo>
                    <a:lnTo>
                      <a:pt x="20" y="17"/>
                    </a:lnTo>
                    <a:lnTo>
                      <a:pt x="22" y="14"/>
                    </a:lnTo>
                    <a:lnTo>
                      <a:pt x="23" y="9"/>
                    </a:lnTo>
                    <a:lnTo>
                      <a:pt x="22" y="7"/>
                    </a:lnTo>
                    <a:lnTo>
                      <a:pt x="26" y="4"/>
                    </a:lnTo>
                    <a:lnTo>
                      <a:pt x="23" y="1"/>
                    </a:lnTo>
                    <a:lnTo>
                      <a:pt x="20" y="2"/>
                    </a:lnTo>
                    <a:lnTo>
                      <a:pt x="18" y="0"/>
                    </a:lnTo>
                    <a:lnTo>
                      <a:pt x="14" y="0"/>
                    </a:lnTo>
                    <a:lnTo>
                      <a:pt x="10" y="2"/>
                    </a:lnTo>
                    <a:lnTo>
                      <a:pt x="7" y="3"/>
                    </a:lnTo>
                    <a:lnTo>
                      <a:pt x="3" y="5"/>
                    </a:lnTo>
                    <a:lnTo>
                      <a:pt x="2" y="10"/>
                    </a:lnTo>
                    <a:lnTo>
                      <a:pt x="3" y="12"/>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29016" name="Line 344"/>
              <p:cNvSpPr/>
              <p:nvPr/>
            </p:nvSpPr>
            <p:spPr>
              <a:xfrm flipV="1">
                <a:off x="4676" y="1560"/>
                <a:ext cx="9" cy="14"/>
              </a:xfrm>
              <a:prstGeom prst="line">
                <a:avLst/>
              </a:prstGeom>
              <a:ln w="12700" cap="flat" cmpd="sng">
                <a:solidFill>
                  <a:schemeClr val="tx1"/>
                </a:solidFill>
                <a:prstDash val="solid"/>
                <a:headEnd type="none" w="med" len="med"/>
                <a:tailEnd type="none" w="med" len="med"/>
              </a:ln>
            </p:spPr>
          </p:sp>
          <p:sp>
            <p:nvSpPr>
              <p:cNvPr id="29017" name="Line 345"/>
              <p:cNvSpPr/>
              <p:nvPr/>
            </p:nvSpPr>
            <p:spPr>
              <a:xfrm flipV="1">
                <a:off x="4677" y="1557"/>
                <a:ext cx="5" cy="11"/>
              </a:xfrm>
              <a:prstGeom prst="line">
                <a:avLst/>
              </a:prstGeom>
              <a:ln w="12700" cap="flat" cmpd="sng">
                <a:solidFill>
                  <a:schemeClr val="tx1"/>
                </a:solidFill>
                <a:prstDash val="solid"/>
                <a:headEnd type="none" w="med" len="med"/>
                <a:tailEnd type="none" w="med" len="med"/>
              </a:ln>
            </p:spPr>
          </p:sp>
          <p:sp>
            <p:nvSpPr>
              <p:cNvPr id="29018" name="Freeform 346"/>
              <p:cNvSpPr/>
              <p:nvPr/>
            </p:nvSpPr>
            <p:spPr>
              <a:xfrm>
                <a:off x="4670" y="1554"/>
                <a:ext cx="34" cy="27"/>
              </a:xfrm>
              <a:custGeom>
                <a:avLst/>
                <a:gdLst/>
                <a:ahLst/>
                <a:cxnLst>
                  <a:cxn ang="0">
                    <a:pos x="28" y="18"/>
                  </a:cxn>
                  <a:cxn ang="0">
                    <a:pos x="33" y="11"/>
                  </a:cxn>
                  <a:cxn ang="0">
                    <a:pos x="25" y="0"/>
                  </a:cxn>
                  <a:cxn ang="0">
                    <a:pos x="18" y="1"/>
                  </a:cxn>
                  <a:cxn ang="0">
                    <a:pos x="11" y="4"/>
                  </a:cxn>
                  <a:cxn ang="0">
                    <a:pos x="4" y="8"/>
                  </a:cxn>
                  <a:cxn ang="0">
                    <a:pos x="0" y="16"/>
                  </a:cxn>
                  <a:cxn ang="0">
                    <a:pos x="1" y="18"/>
                  </a:cxn>
                  <a:cxn ang="0">
                    <a:pos x="3" y="22"/>
                  </a:cxn>
                  <a:cxn ang="0">
                    <a:pos x="4" y="24"/>
                  </a:cxn>
                  <a:cxn ang="0">
                    <a:pos x="14" y="26"/>
                  </a:cxn>
                  <a:cxn ang="0">
                    <a:pos x="22" y="22"/>
                  </a:cxn>
                  <a:cxn ang="0">
                    <a:pos x="28" y="18"/>
                  </a:cxn>
                </a:cxnLst>
                <a:rect l="0" t="0" r="0" b="0"/>
                <a:pathLst>
                  <a:path w="34" h="27">
                    <a:moveTo>
                      <a:pt x="28" y="18"/>
                    </a:moveTo>
                    <a:lnTo>
                      <a:pt x="33" y="11"/>
                    </a:lnTo>
                    <a:lnTo>
                      <a:pt x="25" y="0"/>
                    </a:lnTo>
                    <a:lnTo>
                      <a:pt x="18" y="1"/>
                    </a:lnTo>
                    <a:lnTo>
                      <a:pt x="11" y="4"/>
                    </a:lnTo>
                    <a:lnTo>
                      <a:pt x="4" y="8"/>
                    </a:lnTo>
                    <a:lnTo>
                      <a:pt x="0" y="16"/>
                    </a:lnTo>
                    <a:lnTo>
                      <a:pt x="1" y="18"/>
                    </a:lnTo>
                    <a:lnTo>
                      <a:pt x="3" y="22"/>
                    </a:lnTo>
                    <a:lnTo>
                      <a:pt x="4" y="24"/>
                    </a:lnTo>
                    <a:lnTo>
                      <a:pt x="14" y="26"/>
                    </a:lnTo>
                    <a:lnTo>
                      <a:pt x="22" y="22"/>
                    </a:lnTo>
                    <a:lnTo>
                      <a:pt x="28"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19" name="Freeform 347"/>
              <p:cNvSpPr/>
              <p:nvPr/>
            </p:nvSpPr>
            <p:spPr>
              <a:xfrm>
                <a:off x="4671" y="1557"/>
                <a:ext cx="35" cy="20"/>
              </a:xfrm>
              <a:custGeom>
                <a:avLst/>
                <a:gdLst/>
                <a:ahLst/>
                <a:cxnLst>
                  <a:cxn ang="0">
                    <a:pos x="0" y="8"/>
                  </a:cxn>
                  <a:cxn ang="0">
                    <a:pos x="29" y="0"/>
                  </a:cxn>
                  <a:cxn ang="0">
                    <a:pos x="34" y="10"/>
                  </a:cxn>
                  <a:cxn ang="0">
                    <a:pos x="3" y="19"/>
                  </a:cxn>
                  <a:cxn ang="0">
                    <a:pos x="0" y="7"/>
                  </a:cxn>
                  <a:cxn ang="0">
                    <a:pos x="0" y="8"/>
                  </a:cxn>
                </a:cxnLst>
                <a:rect l="0" t="0" r="0" b="0"/>
                <a:pathLst>
                  <a:path w="35" h="20">
                    <a:moveTo>
                      <a:pt x="0" y="8"/>
                    </a:moveTo>
                    <a:lnTo>
                      <a:pt x="29" y="0"/>
                    </a:lnTo>
                    <a:lnTo>
                      <a:pt x="34" y="10"/>
                    </a:lnTo>
                    <a:lnTo>
                      <a:pt x="3" y="19"/>
                    </a:lnTo>
                    <a:lnTo>
                      <a:pt x="0" y="7"/>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29020" name="Freeform 348"/>
              <p:cNvSpPr/>
              <p:nvPr/>
            </p:nvSpPr>
            <p:spPr>
              <a:xfrm>
                <a:off x="4691" y="1550"/>
                <a:ext cx="31" cy="26"/>
              </a:xfrm>
              <a:custGeom>
                <a:avLst/>
                <a:gdLst/>
                <a:ahLst/>
                <a:cxnLst>
                  <a:cxn ang="0">
                    <a:pos x="1" y="19"/>
                  </a:cxn>
                  <a:cxn ang="0">
                    <a:pos x="2" y="21"/>
                  </a:cxn>
                  <a:cxn ang="0">
                    <a:pos x="3" y="23"/>
                  </a:cxn>
                  <a:cxn ang="0">
                    <a:pos x="10" y="25"/>
                  </a:cxn>
                  <a:cxn ang="0">
                    <a:pos x="15" y="22"/>
                  </a:cxn>
                  <a:cxn ang="0">
                    <a:pos x="20" y="20"/>
                  </a:cxn>
                  <a:cxn ang="0">
                    <a:pos x="24" y="17"/>
                  </a:cxn>
                  <a:cxn ang="0">
                    <a:pos x="28" y="14"/>
                  </a:cxn>
                  <a:cxn ang="0">
                    <a:pos x="30" y="7"/>
                  </a:cxn>
                  <a:cxn ang="0">
                    <a:pos x="28" y="4"/>
                  </a:cxn>
                  <a:cxn ang="0">
                    <a:pos x="27" y="2"/>
                  </a:cxn>
                  <a:cxn ang="0">
                    <a:pos x="26" y="0"/>
                  </a:cxn>
                  <a:cxn ang="0">
                    <a:pos x="20" y="1"/>
                  </a:cxn>
                  <a:cxn ang="0">
                    <a:pos x="15" y="3"/>
                  </a:cxn>
                  <a:cxn ang="0">
                    <a:pos x="9" y="3"/>
                  </a:cxn>
                  <a:cxn ang="0">
                    <a:pos x="6" y="5"/>
                  </a:cxn>
                  <a:cxn ang="0">
                    <a:pos x="7" y="8"/>
                  </a:cxn>
                  <a:cxn ang="0">
                    <a:pos x="2" y="10"/>
                  </a:cxn>
                  <a:cxn ang="0">
                    <a:pos x="0" y="16"/>
                  </a:cxn>
                  <a:cxn ang="0">
                    <a:pos x="1" y="19"/>
                  </a:cxn>
                </a:cxnLst>
                <a:rect l="0" t="0" r="0" b="0"/>
                <a:pathLst>
                  <a:path w="31" h="26">
                    <a:moveTo>
                      <a:pt x="1" y="19"/>
                    </a:moveTo>
                    <a:lnTo>
                      <a:pt x="2" y="21"/>
                    </a:lnTo>
                    <a:lnTo>
                      <a:pt x="3" y="23"/>
                    </a:lnTo>
                    <a:lnTo>
                      <a:pt x="10" y="25"/>
                    </a:lnTo>
                    <a:lnTo>
                      <a:pt x="15" y="22"/>
                    </a:lnTo>
                    <a:lnTo>
                      <a:pt x="20" y="20"/>
                    </a:lnTo>
                    <a:lnTo>
                      <a:pt x="24" y="17"/>
                    </a:lnTo>
                    <a:lnTo>
                      <a:pt x="28" y="14"/>
                    </a:lnTo>
                    <a:lnTo>
                      <a:pt x="30" y="7"/>
                    </a:lnTo>
                    <a:lnTo>
                      <a:pt x="28" y="4"/>
                    </a:lnTo>
                    <a:lnTo>
                      <a:pt x="27" y="2"/>
                    </a:lnTo>
                    <a:lnTo>
                      <a:pt x="26" y="0"/>
                    </a:lnTo>
                    <a:lnTo>
                      <a:pt x="20" y="1"/>
                    </a:lnTo>
                    <a:lnTo>
                      <a:pt x="15" y="3"/>
                    </a:lnTo>
                    <a:lnTo>
                      <a:pt x="9" y="3"/>
                    </a:lnTo>
                    <a:lnTo>
                      <a:pt x="6" y="5"/>
                    </a:lnTo>
                    <a:lnTo>
                      <a:pt x="7" y="8"/>
                    </a:lnTo>
                    <a:lnTo>
                      <a:pt x="2" y="10"/>
                    </a:lnTo>
                    <a:lnTo>
                      <a:pt x="0" y="16"/>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29021" name="Line 349"/>
            <p:cNvSpPr/>
            <p:nvPr/>
          </p:nvSpPr>
          <p:spPr>
            <a:xfrm flipH="1">
              <a:off x="4436" y="2266"/>
              <a:ext cx="693" cy="1044"/>
            </a:xfrm>
            <a:prstGeom prst="line">
              <a:avLst/>
            </a:prstGeom>
            <a:ln w="12700" cap="flat" cmpd="sng">
              <a:solidFill>
                <a:schemeClr val="tx1"/>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46"/>
                                        </p:tgtEl>
                                        <p:attrNameLst>
                                          <p:attrName>style.visibility</p:attrName>
                                        </p:attrNameLst>
                                      </p:cBhvr>
                                      <p:to>
                                        <p:strVal val="visible"/>
                                      </p:to>
                                    </p:set>
                                    <p:animEffect transition="in" filter="dissolve">
                                      <p:cBhvr>
                                        <p:cTn id="7" dur="500"/>
                                        <p:tgtEl>
                                          <p:spTgt spid="44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098">
                                            <p:txEl>
                                              <p:pRg st="0" end="0"/>
                                            </p:txEl>
                                          </p:spTgt>
                                        </p:tgtEl>
                                        <p:attrNameLst>
                                          <p:attrName>style.visibility</p:attrName>
                                        </p:attrNameLst>
                                      </p:cBhvr>
                                      <p:to>
                                        <p:strVal val="visible"/>
                                      </p:to>
                                    </p:set>
                                    <p:anim calcmode="lin" valueType="num">
                                      <p:cBhvr additive="base">
                                        <p:cTn id="12" dur="500" fill="hold"/>
                                        <p:tgtEl>
                                          <p:spTgt spid="4098">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0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dissolv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6" grpId="0"/>
      <p:bldP spid="409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idx="1"/>
          </p:nvPr>
        </p:nvSpPr>
        <p:spPr>
          <a:xfrm>
            <a:off x="1524000" y="1367642"/>
            <a:ext cx="9144000" cy="4880758"/>
          </a:xfrm>
        </p:spPr>
        <p:txBody>
          <a:bodyPr vert="horz" wrap="square" lIns="91440" tIns="45720" rIns="91440" bIns="45720" anchor="t"/>
          <a:lstStyle/>
          <a:p>
            <a:pPr marL="609600" indent="-609600">
              <a:buClr>
                <a:schemeClr val="accent2"/>
              </a:buClr>
              <a:buSzPct val="80000"/>
              <a:buNone/>
            </a:pPr>
            <a:r>
              <a:rPr lang="zh-CN" altLang="en-US" sz="2400" b="1" dirty="0" smtClean="0">
                <a:latin typeface="+mn-ea"/>
              </a:rPr>
              <a:t>优点</a:t>
            </a:r>
            <a:r>
              <a:rPr lang="en-US" altLang="zh-CN" sz="2400" b="1" dirty="0" smtClean="0">
                <a:latin typeface="+mn-ea"/>
              </a:rPr>
              <a:t>:</a:t>
            </a:r>
            <a:endParaRPr lang="zh-CN" altLang="en-US" sz="2400" b="1" dirty="0" smtClean="0">
              <a:latin typeface="+mn-ea"/>
            </a:endParaRPr>
          </a:p>
          <a:p>
            <a:pPr marL="457200" indent="-457200">
              <a:buClr>
                <a:schemeClr val="accent2"/>
              </a:buClr>
              <a:buSzPct val="80000"/>
              <a:buAutoNum type="arabicParenBoth"/>
            </a:pPr>
            <a:r>
              <a:rPr lang="zh-CN" altLang="en-US" sz="2400" dirty="0" smtClean="0">
                <a:latin typeface="+mn-ea"/>
              </a:rPr>
              <a:t>定位时间短。</a:t>
            </a:r>
            <a:endParaRPr lang="en-US" altLang="zh-CN" sz="2400" dirty="0" smtClean="0">
              <a:latin typeface="+mn-ea"/>
            </a:endParaRPr>
          </a:p>
          <a:p>
            <a:pPr marL="457200" indent="-457200">
              <a:buClr>
                <a:schemeClr val="accent2"/>
              </a:buClr>
              <a:buSzPct val="80000"/>
              <a:buAutoNum type="arabicParenBoth"/>
            </a:pPr>
            <a:r>
              <a:rPr lang="zh-CN" altLang="en-US" sz="2400" dirty="0" smtClean="0">
                <a:latin typeface="+mn-ea"/>
              </a:rPr>
              <a:t>定位精度高。</a:t>
            </a:r>
            <a:endParaRPr lang="en-US" altLang="zh-CN" sz="2400" dirty="0" smtClean="0">
              <a:latin typeface="+mn-ea"/>
            </a:endParaRPr>
          </a:p>
          <a:p>
            <a:pPr marL="457200" indent="-457200">
              <a:buClr>
                <a:schemeClr val="accent2"/>
              </a:buClr>
              <a:buSzPct val="80000"/>
              <a:buAutoNum type="arabicParenBoth"/>
            </a:pPr>
            <a:r>
              <a:rPr lang="zh-CN" altLang="en-US" sz="2400" dirty="0" smtClean="0">
                <a:latin typeface="+mn-ea"/>
              </a:rPr>
              <a:t>野外观测时不受天气条件以及作业时间的限制。</a:t>
            </a:r>
            <a:endParaRPr lang="en-US" altLang="zh-CN" sz="2400" dirty="0" smtClean="0">
              <a:latin typeface="+mn-ea"/>
            </a:endParaRPr>
          </a:p>
          <a:p>
            <a:pPr marL="457200" indent="-457200">
              <a:buClr>
                <a:schemeClr val="accent2"/>
              </a:buClr>
              <a:buSzPct val="80000"/>
              <a:buAutoNum type="arabicParenBoth"/>
            </a:pPr>
            <a:r>
              <a:rPr lang="zh-CN" altLang="en-US" sz="2400" dirty="0" smtClean="0">
                <a:latin typeface="+mn-ea"/>
              </a:rPr>
              <a:t>无需考虑观测点之间的通视情况。</a:t>
            </a:r>
            <a:endParaRPr lang="en-US" altLang="zh-CN" sz="2400" dirty="0" smtClean="0">
              <a:latin typeface="+mn-ea"/>
            </a:endParaRPr>
          </a:p>
          <a:p>
            <a:pPr marL="457200" indent="-457200">
              <a:buClr>
                <a:schemeClr val="accent2"/>
              </a:buClr>
              <a:buSzPct val="80000"/>
              <a:buAutoNum type="arabicParenBoth"/>
            </a:pPr>
            <a:r>
              <a:rPr lang="zh-CN" altLang="en-US" sz="2400" dirty="0" smtClean="0">
                <a:latin typeface="+mn-ea"/>
              </a:rPr>
              <a:t>应用范围广。</a:t>
            </a:r>
          </a:p>
          <a:p>
            <a:pPr marL="609600" indent="-609600">
              <a:buClr>
                <a:schemeClr val="accent2"/>
              </a:buClr>
              <a:buSzPct val="80000"/>
              <a:buNone/>
            </a:pPr>
            <a:r>
              <a:rPr lang="zh-CN" altLang="en-US" sz="2400" b="1" dirty="0" smtClean="0">
                <a:latin typeface="+mn-ea"/>
              </a:rPr>
              <a:t>缺点：</a:t>
            </a:r>
            <a:endParaRPr lang="en-US" altLang="zh-CN" sz="2400" b="1" dirty="0">
              <a:latin typeface="+mn-ea"/>
            </a:endParaRPr>
          </a:p>
          <a:p>
            <a:pPr marL="609600" indent="-609600">
              <a:buClr>
                <a:schemeClr val="accent2"/>
              </a:buClr>
              <a:buSzPct val="80000"/>
              <a:buAutoNum type="arabicParenBoth"/>
            </a:pPr>
            <a:r>
              <a:rPr lang="zh-CN" altLang="en-US" sz="2400" dirty="0" smtClean="0">
                <a:latin typeface="+mn-ea"/>
              </a:rPr>
              <a:t>在</a:t>
            </a:r>
            <a:r>
              <a:rPr lang="zh-CN" altLang="en-US" sz="2400" dirty="0">
                <a:latin typeface="+mn-ea"/>
              </a:rPr>
              <a:t>地下（如隧道、矿井内）、海底及建筑物内不能应用</a:t>
            </a:r>
            <a:r>
              <a:rPr lang="zh-CN" altLang="en-US" sz="2400" dirty="0" smtClean="0">
                <a:latin typeface="+mn-ea"/>
              </a:rPr>
              <a:t>；</a:t>
            </a:r>
            <a:endParaRPr lang="en-US" altLang="zh-CN" sz="2400" dirty="0">
              <a:latin typeface="+mn-ea"/>
            </a:endParaRPr>
          </a:p>
          <a:p>
            <a:pPr marL="609600" indent="-609600">
              <a:buClr>
                <a:schemeClr val="accent2"/>
              </a:buClr>
              <a:buSzPct val="80000"/>
              <a:buAutoNum type="arabicParenBoth"/>
            </a:pPr>
            <a:r>
              <a:rPr lang="zh-CN" altLang="en-US" sz="2400" dirty="0" smtClean="0">
                <a:latin typeface="+mn-ea"/>
              </a:rPr>
              <a:t>在</a:t>
            </a:r>
            <a:r>
              <a:rPr lang="zh-CN" altLang="en-US" sz="2400" dirty="0">
                <a:latin typeface="+mn-ea"/>
              </a:rPr>
              <a:t>高大建筑物近旁会受到干扰。</a:t>
            </a:r>
          </a:p>
        </p:txBody>
      </p:sp>
      <p:sp>
        <p:nvSpPr>
          <p:cNvPr id="29697" name="灯片编号占位符 5"/>
          <p:cNvSpPr>
            <a:spLocks noGrp="1"/>
          </p:cNvSpPr>
          <p:nvPr>
            <p:ph type="sldNum" sz="quarter" idx="4294967295"/>
          </p:nvPr>
        </p:nvSpPr>
        <p:spPr>
          <a:xfrm>
            <a:off x="9652000" y="6248400"/>
            <a:ext cx="2540000" cy="457200"/>
          </a:xfrm>
          <a:prstGeom prst="rect">
            <a:avLst/>
          </a:prstGeom>
          <a:noFill/>
          <a:ln>
            <a:noFill/>
          </a:ln>
        </p:spPr>
        <p:txBody>
          <a:bodyPr lIns="92075" tIns="46038" rIns="92075" bIns="46038" anchor="ctr"/>
          <a:lstStyle/>
          <a:p>
            <a:pPr algn="r"/>
            <a:fld id="{9A0DB2DC-4C9A-4742-B13C-FB6460FD3503}" type="slidenum">
              <a:rPr lang="en-US" altLang="zh-CN" sz="1400"/>
              <a:t>22</a:t>
            </a:fld>
            <a:endParaRPr lang="en-US" altLang="zh-CN" sz="1400"/>
          </a:p>
        </p:txBody>
      </p:sp>
      <p:sp>
        <p:nvSpPr>
          <p:cNvPr id="2" name="矩形 1"/>
          <p:cNvSpPr/>
          <p:nvPr/>
        </p:nvSpPr>
        <p:spPr>
          <a:xfrm>
            <a:off x="4179065" y="556499"/>
            <a:ext cx="3833870" cy="707886"/>
          </a:xfrm>
          <a:prstGeom prst="rect">
            <a:avLst/>
          </a:prstGeom>
        </p:spPr>
        <p:txBody>
          <a:bodyPr wrap="none">
            <a:spAutoFit/>
          </a:bodyPr>
          <a:lstStyle/>
          <a:p>
            <a:pPr marL="609600" indent="-609600">
              <a:buClr>
                <a:schemeClr val="accent2"/>
              </a:buClr>
              <a:buSzPct val="80000"/>
              <a:buNone/>
            </a:pPr>
            <a:r>
              <a:rPr lang="en-US" altLang="zh-CN" sz="4000" dirty="0">
                <a:solidFill>
                  <a:schemeClr val="tx2"/>
                </a:solidFill>
                <a:effectLst>
                  <a:outerShdw blurRad="38100" dist="38100" dir="2700000">
                    <a:srgbClr val="000000"/>
                  </a:outerShdw>
                </a:effectLst>
                <a:ea typeface="+mj-ea"/>
                <a:cs typeface="+mj-cs"/>
              </a:rPr>
              <a:t>GPS</a:t>
            </a:r>
            <a:r>
              <a:rPr lang="zh-CN" altLang="en-US" sz="4000" dirty="0">
                <a:solidFill>
                  <a:schemeClr val="tx2"/>
                </a:solidFill>
                <a:effectLst>
                  <a:outerShdw blurRad="38100" dist="38100" dir="2700000">
                    <a:srgbClr val="000000"/>
                  </a:outerShdw>
                </a:effectLst>
                <a:ea typeface="+mj-ea"/>
                <a:cs typeface="+mj-cs"/>
              </a:rPr>
              <a:t>定位的特点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6">
                                            <p:bg/>
                                          </p:spTgt>
                                        </p:tgtEl>
                                        <p:attrNameLst>
                                          <p:attrName>style.visibility</p:attrName>
                                        </p:attrNameLst>
                                      </p:cBhvr>
                                      <p:to>
                                        <p:strVal val="visible"/>
                                      </p:to>
                                    </p:set>
                                    <p:anim calcmode="lin" valueType="num">
                                      <p:cBhvr additive="base">
                                        <p:cTn id="7" dur="500" fill="hold"/>
                                        <p:tgtEl>
                                          <p:spTgt spid="6146">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6">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6">
                                            <p:txEl>
                                              <p:pRg st="0" end="0"/>
                                            </p:txEl>
                                          </p:spTgt>
                                        </p:tgtEl>
                                        <p:attrNameLst>
                                          <p:attrName>style.visibility</p:attrName>
                                        </p:attrNameLst>
                                      </p:cBhvr>
                                      <p:to>
                                        <p:strVal val="visible"/>
                                      </p:to>
                                    </p:set>
                                    <p:anim calcmode="lin" valueType="num">
                                      <p:cBhvr additive="base">
                                        <p:cTn id="13" dur="500" fill="hold"/>
                                        <p:tgtEl>
                                          <p:spTgt spid="614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6">
                                            <p:txEl>
                                              <p:pRg st="1" end="1"/>
                                            </p:txEl>
                                          </p:spTgt>
                                        </p:tgtEl>
                                        <p:attrNameLst>
                                          <p:attrName>style.visibility</p:attrName>
                                        </p:attrNameLst>
                                      </p:cBhvr>
                                      <p:to>
                                        <p:strVal val="visible"/>
                                      </p:to>
                                    </p:set>
                                    <p:anim calcmode="lin" valueType="num">
                                      <p:cBhvr additive="base">
                                        <p:cTn id="19" dur="500" fill="hold"/>
                                        <p:tgtEl>
                                          <p:spTgt spid="6146">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4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46">
                                            <p:txEl>
                                              <p:pRg st="2" end="2"/>
                                            </p:txEl>
                                          </p:spTgt>
                                        </p:tgtEl>
                                        <p:attrNameLst>
                                          <p:attrName>style.visibility</p:attrName>
                                        </p:attrNameLst>
                                      </p:cBhvr>
                                      <p:to>
                                        <p:strVal val="visible"/>
                                      </p:to>
                                    </p:set>
                                    <p:anim calcmode="lin" valueType="num">
                                      <p:cBhvr additive="base">
                                        <p:cTn id="25" dur="500" fill="hold"/>
                                        <p:tgtEl>
                                          <p:spTgt spid="6146">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4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46">
                                            <p:txEl>
                                              <p:pRg st="3" end="3"/>
                                            </p:txEl>
                                          </p:spTgt>
                                        </p:tgtEl>
                                        <p:attrNameLst>
                                          <p:attrName>style.visibility</p:attrName>
                                        </p:attrNameLst>
                                      </p:cBhvr>
                                      <p:to>
                                        <p:strVal val="visible"/>
                                      </p:to>
                                    </p:set>
                                    <p:anim calcmode="lin" valueType="num">
                                      <p:cBhvr additive="base">
                                        <p:cTn id="31" dur="500" fill="hold"/>
                                        <p:tgtEl>
                                          <p:spTgt spid="6146">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146">
                                            <p:txEl>
                                              <p:pRg st="4" end="4"/>
                                            </p:txEl>
                                          </p:spTgt>
                                        </p:tgtEl>
                                        <p:attrNameLst>
                                          <p:attrName>style.visibility</p:attrName>
                                        </p:attrNameLst>
                                      </p:cBhvr>
                                      <p:to>
                                        <p:strVal val="visible"/>
                                      </p:to>
                                    </p:set>
                                    <p:anim calcmode="lin" valueType="num">
                                      <p:cBhvr additive="base">
                                        <p:cTn id="37" dur="500" fill="hold"/>
                                        <p:tgtEl>
                                          <p:spTgt spid="6146">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4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146">
                                            <p:txEl>
                                              <p:pRg st="5" end="5"/>
                                            </p:txEl>
                                          </p:spTgt>
                                        </p:tgtEl>
                                        <p:attrNameLst>
                                          <p:attrName>style.visibility</p:attrName>
                                        </p:attrNameLst>
                                      </p:cBhvr>
                                      <p:to>
                                        <p:strVal val="visible"/>
                                      </p:to>
                                    </p:set>
                                    <p:anim calcmode="lin" valueType="num">
                                      <p:cBhvr additive="base">
                                        <p:cTn id="43" dur="500" fill="hold"/>
                                        <p:tgtEl>
                                          <p:spTgt spid="6146">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14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146">
                                            <p:txEl>
                                              <p:pRg st="6" end="6"/>
                                            </p:txEl>
                                          </p:spTgt>
                                        </p:tgtEl>
                                        <p:attrNameLst>
                                          <p:attrName>style.visibility</p:attrName>
                                        </p:attrNameLst>
                                      </p:cBhvr>
                                      <p:to>
                                        <p:strVal val="visible"/>
                                      </p:to>
                                    </p:set>
                                    <p:anim calcmode="lin" valueType="num">
                                      <p:cBhvr additive="base">
                                        <p:cTn id="49" dur="500" fill="hold"/>
                                        <p:tgtEl>
                                          <p:spTgt spid="6146">
                                            <p:txEl>
                                              <p:pRg st="6" end="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14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146">
                                            <p:txEl>
                                              <p:pRg st="7" end="7"/>
                                            </p:txEl>
                                          </p:spTgt>
                                        </p:tgtEl>
                                        <p:attrNameLst>
                                          <p:attrName>style.visibility</p:attrName>
                                        </p:attrNameLst>
                                      </p:cBhvr>
                                      <p:to>
                                        <p:strVal val="visible"/>
                                      </p:to>
                                    </p:set>
                                    <p:anim calcmode="lin" valueType="num">
                                      <p:cBhvr additive="base">
                                        <p:cTn id="55" dur="500" fill="hold"/>
                                        <p:tgtEl>
                                          <p:spTgt spid="6146">
                                            <p:txEl>
                                              <p:pRg st="7" end="7"/>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14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146">
                                            <p:txEl>
                                              <p:pRg st="8" end="8"/>
                                            </p:txEl>
                                          </p:spTgt>
                                        </p:tgtEl>
                                        <p:attrNameLst>
                                          <p:attrName>style.visibility</p:attrName>
                                        </p:attrNameLst>
                                      </p:cBhvr>
                                      <p:to>
                                        <p:strVal val="visible"/>
                                      </p:to>
                                    </p:set>
                                    <p:anim calcmode="lin" valueType="num">
                                      <p:cBhvr additive="base">
                                        <p:cTn id="61" dur="500" fill="hold"/>
                                        <p:tgtEl>
                                          <p:spTgt spid="6146">
                                            <p:txEl>
                                              <p:pRg st="8" end="8"/>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614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buClr>
                <a:schemeClr val="accent2"/>
              </a:buClr>
              <a:buSzPct val="80000"/>
            </a:pPr>
            <a:r>
              <a:rPr lang="en-US" altLang="zh-CN" sz="2800" dirty="0" smtClean="0">
                <a:latin typeface="+mn-ea"/>
              </a:rPr>
              <a:t>GPS</a:t>
            </a:r>
            <a:r>
              <a:rPr lang="zh-CN" altLang="en-US" sz="2800" dirty="0" smtClean="0">
                <a:latin typeface="+mn-ea"/>
              </a:rPr>
              <a:t>的缺点有（  ）。</a:t>
            </a:r>
            <a:endParaRPr lang="zh-CN" altLang="en-US" sz="2800" dirty="0">
              <a:latin typeface="+mn-ea"/>
            </a:endParaRPr>
          </a:p>
        </p:txBody>
      </p:sp>
      <p:sp>
        <p:nvSpPr>
          <p:cNvPr id="6" name="文本框 5"/>
          <p:cNvSpPr txBox="1"/>
          <p:nvPr>
            <p:custDataLst>
              <p:tags r:id="rId3"/>
            </p:custDataLst>
          </p:nvPr>
        </p:nvSpPr>
        <p:spPr>
          <a:xfrm>
            <a:off x="2438400" y="2786063"/>
            <a:ext cx="8534400" cy="642938"/>
          </a:xfrm>
          <a:prstGeom prst="rect">
            <a:avLst/>
          </a:prstGeom>
          <a:noFill/>
        </p:spPr>
        <p:txBody>
          <a:bodyPr vert="horz" rtlCol="0" anchor="ctr" anchorCtr="0">
            <a:noAutofit/>
          </a:bodyPr>
          <a:lstStyle/>
          <a:p>
            <a:pPr>
              <a:buClr>
                <a:schemeClr val="accent2"/>
              </a:buClr>
              <a:buSzPct val="80000"/>
            </a:pPr>
            <a:r>
              <a:rPr lang="zh-CN" altLang="en-US" sz="2400" dirty="0">
                <a:latin typeface="+mn-ea"/>
              </a:rPr>
              <a:t>野外观测</a:t>
            </a:r>
            <a:r>
              <a:rPr lang="zh-CN" altLang="en-US" sz="2400" dirty="0" smtClean="0">
                <a:latin typeface="+mn-ea"/>
              </a:rPr>
              <a:t>时受</a:t>
            </a:r>
            <a:r>
              <a:rPr lang="zh-CN" altLang="en-US" sz="2400" dirty="0">
                <a:latin typeface="+mn-ea"/>
              </a:rPr>
              <a:t>天气条件以及作业时间的限制。</a:t>
            </a:r>
            <a:endParaRPr lang="en-US" altLang="zh-CN" sz="2400" dirty="0">
              <a:latin typeface="+mn-ea"/>
            </a:endParaRPr>
          </a:p>
        </p:txBody>
      </p:sp>
      <p:sp>
        <p:nvSpPr>
          <p:cNvPr id="7" name="文本框 6"/>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400" dirty="0">
                <a:latin typeface="+mn-ea"/>
              </a:rPr>
              <a:t>在高大建筑物近旁会受到干扰</a:t>
            </a:r>
            <a:r>
              <a:rPr lang="zh-CN" altLang="en-US" sz="2400" dirty="0" smtClean="0">
                <a:latin typeface="+mn-ea"/>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400" dirty="0">
                <a:latin typeface="+mn-ea"/>
              </a:rPr>
              <a:t>在地下（如隧道、矿井内）、海底及建筑物内不能应用</a:t>
            </a:r>
            <a:r>
              <a:rPr lang="zh-CN" altLang="en-US" sz="2400" dirty="0" smtClean="0">
                <a:latin typeface="+mn-ea"/>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6"/>
            </p:custDataLst>
          </p:nvPr>
        </p:nvSpPr>
        <p:spPr>
          <a:xfrm>
            <a:off x="2438400" y="5357813"/>
            <a:ext cx="8534400" cy="642938"/>
          </a:xfrm>
          <a:prstGeom prst="rect">
            <a:avLst/>
          </a:prstGeom>
          <a:noFill/>
        </p:spPr>
        <p:txBody>
          <a:bodyPr vert="horz" rtlCol="0" anchor="ctr" anchorCtr="0">
            <a:noAutofit/>
          </a:bodyPr>
          <a:lstStyle/>
          <a:p>
            <a:pPr>
              <a:buClr>
                <a:schemeClr val="accent2"/>
              </a:buClr>
              <a:buSzPct val="80000"/>
            </a:pPr>
            <a:r>
              <a:rPr lang="zh-CN" altLang="en-US" sz="2400" dirty="0" smtClean="0">
                <a:latin typeface="+mn-ea"/>
              </a:rPr>
              <a:t>需</a:t>
            </a:r>
            <a:r>
              <a:rPr lang="zh-CN" altLang="en-US" sz="2400" dirty="0">
                <a:latin typeface="+mn-ea"/>
              </a:rPr>
              <a:t>考虑观测点之间的通视情况。</a:t>
            </a:r>
            <a:endParaRPr lang="en-US" altLang="zh-CN" sz="2400" dirty="0">
              <a:latin typeface="+mn-ea"/>
            </a:endParaRPr>
          </a:p>
        </p:txBody>
      </p:sp>
      <p:sp>
        <p:nvSpPr>
          <p:cNvPr id="10" name="矩形 9"/>
          <p:cNvSpPr>
            <a:spLocks noChangeAspect="1"/>
          </p:cNvSpPr>
          <p:nvPr>
            <p:custDataLst>
              <p:tags r:id="rId7"/>
            </p:custDataLst>
          </p:nvPr>
        </p:nvSpPr>
        <p:spPr>
          <a:xfrm>
            <a:off x="1571625"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矩形 10"/>
          <p:cNvSpPr>
            <a:spLocks noChangeAspect="1"/>
          </p:cNvSpPr>
          <p:nvPr>
            <p:custDataLst>
              <p:tags r:id="rId8"/>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a:spLocks noChangeAspect="1"/>
          </p:cNvSpPr>
          <p:nvPr>
            <p:custDataLst>
              <p:tags r:id="rId9"/>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12"/>
          <p:cNvSpPr>
            <a:spLocks noChangeAspect="1"/>
          </p:cNvSpPr>
          <p:nvPr>
            <p:custDataLst>
              <p:tags r:id="rId10"/>
            </p:custDataLst>
          </p:nvPr>
        </p:nvSpPr>
        <p:spPr>
          <a:xfrm>
            <a:off x="15716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圆角矩形 13"/>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2"/>
            </p:custDataLst>
          </p:nvPr>
        </p:nvGrpSpPr>
        <p:grpSpPr>
          <a:xfrm>
            <a:off x="0" y="0"/>
            <a:ext cx="12192000" cy="635000"/>
            <a:chOff x="0" y="0"/>
            <a:chExt cx="12192000" cy="635000"/>
          </a:xfrm>
        </p:grpSpPr>
        <p:sp>
          <p:nvSpPr>
            <p:cNvPr id="15"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p:cNvSpPr>
          <p:nvPr>
            <p:ph idx="1"/>
          </p:nvPr>
        </p:nvSpPr>
        <p:spPr>
          <a:xfrm>
            <a:off x="485878" y="912192"/>
            <a:ext cx="10747169" cy="1557338"/>
          </a:xfrm>
        </p:spPr>
        <p:txBody>
          <a:bodyPr vert="horz" wrap="square" lIns="91440" tIns="45720" rIns="91440" bIns="45720" anchor="t"/>
          <a:lstStyle/>
          <a:p>
            <a:pPr marL="812800" indent="-812800">
              <a:lnSpc>
                <a:spcPct val="80000"/>
              </a:lnSpc>
            </a:pPr>
            <a:endParaRPr lang="en-US" altLang="zh-CN" sz="2400" dirty="0" smtClean="0">
              <a:latin typeface="+mn-ea"/>
            </a:endParaRPr>
          </a:p>
          <a:p>
            <a:pPr marL="812800" indent="-812800">
              <a:lnSpc>
                <a:spcPct val="80000"/>
              </a:lnSpc>
            </a:pPr>
            <a:r>
              <a:rPr lang="en-US" altLang="zh-CN" sz="2400" dirty="0" smtClean="0">
                <a:latin typeface="+mn-ea"/>
              </a:rPr>
              <a:t>         GPS</a:t>
            </a:r>
            <a:r>
              <a:rPr lang="zh-CN" altLang="en-US" sz="2400" dirty="0">
                <a:latin typeface="+mn-ea"/>
              </a:rPr>
              <a:t>系统主要由三大部分组成</a:t>
            </a:r>
            <a:r>
              <a:rPr lang="zh-CN" altLang="en-US" sz="2400" dirty="0" smtClean="0">
                <a:latin typeface="+mn-ea"/>
              </a:rPr>
              <a:t>：</a:t>
            </a:r>
            <a:r>
              <a:rPr lang="zh-CN" altLang="en-US" sz="2400" dirty="0" smtClean="0">
                <a:solidFill>
                  <a:srgbClr val="0000FF"/>
                </a:solidFill>
                <a:latin typeface="+mn-ea"/>
              </a:rPr>
              <a:t>导航卫星</a:t>
            </a:r>
            <a:r>
              <a:rPr lang="zh-CN" altLang="en-US" sz="2400" dirty="0" smtClean="0">
                <a:latin typeface="+mn-ea"/>
              </a:rPr>
              <a:t>（</a:t>
            </a:r>
            <a:r>
              <a:rPr lang="zh-CN" altLang="en-US" sz="2400" dirty="0">
                <a:latin typeface="+mn-ea"/>
              </a:rPr>
              <a:t>空间部分）、</a:t>
            </a:r>
            <a:r>
              <a:rPr lang="zh-CN" altLang="en-US" sz="2400" dirty="0">
                <a:solidFill>
                  <a:srgbClr val="0000FF"/>
                </a:solidFill>
                <a:latin typeface="+mn-ea"/>
              </a:rPr>
              <a:t>地面</a:t>
            </a:r>
            <a:r>
              <a:rPr lang="zh-CN" altLang="en-US" sz="2400" dirty="0" smtClean="0">
                <a:solidFill>
                  <a:srgbClr val="0000FF"/>
                </a:solidFill>
                <a:latin typeface="+mn-ea"/>
              </a:rPr>
              <a:t>监控网</a:t>
            </a:r>
            <a:r>
              <a:rPr lang="zh-CN" altLang="en-US" sz="2400" dirty="0" smtClean="0">
                <a:latin typeface="+mn-ea"/>
              </a:rPr>
              <a:t>（</a:t>
            </a:r>
            <a:r>
              <a:rPr lang="zh-CN" altLang="en-US" sz="2400" dirty="0">
                <a:latin typeface="+mn-ea"/>
              </a:rPr>
              <a:t>地面部分</a:t>
            </a:r>
            <a:r>
              <a:rPr lang="zh-CN" altLang="en-US" sz="2400" dirty="0" smtClean="0">
                <a:latin typeface="+mn-ea"/>
              </a:rPr>
              <a:t>） 和</a:t>
            </a:r>
            <a:r>
              <a:rPr lang="zh-CN" altLang="en-US" sz="2400" dirty="0" smtClean="0">
                <a:solidFill>
                  <a:srgbClr val="0000FF"/>
                </a:solidFill>
                <a:latin typeface="+mn-ea"/>
              </a:rPr>
              <a:t>用户接收机</a:t>
            </a:r>
            <a:r>
              <a:rPr lang="zh-CN" altLang="en-US" sz="2400" dirty="0">
                <a:latin typeface="+mn-ea"/>
              </a:rPr>
              <a:t>（用户设备部分）。</a:t>
            </a:r>
          </a:p>
        </p:txBody>
      </p:sp>
      <p:sp>
        <p:nvSpPr>
          <p:cNvPr id="7177" name="Freeform 9"/>
          <p:cNvSpPr/>
          <p:nvPr/>
        </p:nvSpPr>
        <p:spPr>
          <a:xfrm>
            <a:off x="2208213" y="5542163"/>
            <a:ext cx="7497762" cy="1225550"/>
          </a:xfrm>
          <a:custGeom>
            <a:avLst/>
            <a:gdLst/>
            <a:ahLst/>
            <a:cxnLst>
              <a:cxn ang="0">
                <a:pos x="2601" y="3"/>
              </a:cxn>
              <a:cxn ang="0">
                <a:pos x="2950" y="16"/>
              </a:cxn>
              <a:cxn ang="0">
                <a:pos x="3277" y="39"/>
              </a:cxn>
              <a:cxn ang="0">
                <a:pos x="3584" y="73"/>
              </a:cxn>
              <a:cxn ang="0">
                <a:pos x="3861" y="116"/>
              </a:cxn>
              <a:cxn ang="0">
                <a:pos x="4107" y="166"/>
              </a:cxn>
              <a:cxn ang="0">
                <a:pos x="4318" y="223"/>
              </a:cxn>
              <a:cxn ang="0">
                <a:pos x="4489" y="286"/>
              </a:cxn>
              <a:cxn ang="0">
                <a:pos x="4615" y="354"/>
              </a:cxn>
              <a:cxn ang="0">
                <a:pos x="4694" y="427"/>
              </a:cxn>
              <a:cxn ang="0">
                <a:pos x="4722" y="504"/>
              </a:cxn>
              <a:cxn ang="0">
                <a:pos x="4694" y="581"/>
              </a:cxn>
              <a:cxn ang="0">
                <a:pos x="4615" y="654"/>
              </a:cxn>
              <a:cxn ang="0">
                <a:pos x="4489" y="723"/>
              </a:cxn>
              <a:cxn ang="0">
                <a:pos x="4318" y="787"/>
              </a:cxn>
              <a:cxn ang="0">
                <a:pos x="4107" y="844"/>
              </a:cxn>
              <a:cxn ang="0">
                <a:pos x="3861" y="893"/>
              </a:cxn>
              <a:cxn ang="0">
                <a:pos x="3584" y="935"/>
              </a:cxn>
              <a:cxn ang="0">
                <a:pos x="3277" y="969"/>
              </a:cxn>
              <a:cxn ang="0">
                <a:pos x="2950" y="992"/>
              </a:cxn>
              <a:cxn ang="0">
                <a:pos x="2601" y="1007"/>
              </a:cxn>
              <a:cxn ang="0">
                <a:pos x="2239" y="1009"/>
              </a:cxn>
              <a:cxn ang="0">
                <a:pos x="1886" y="998"/>
              </a:cxn>
              <a:cxn ang="0">
                <a:pos x="1550" y="978"/>
              </a:cxn>
              <a:cxn ang="0">
                <a:pos x="1236" y="948"/>
              </a:cxn>
              <a:cxn ang="0">
                <a:pos x="949" y="908"/>
              </a:cxn>
              <a:cxn ang="0">
                <a:pos x="693" y="861"/>
              </a:cxn>
              <a:cxn ang="0">
                <a:pos x="469" y="806"/>
              </a:cxn>
              <a:cxn ang="0">
                <a:pos x="287" y="745"/>
              </a:cxn>
              <a:cxn ang="0">
                <a:pos x="143" y="678"/>
              </a:cxn>
              <a:cxn ang="0">
                <a:pos x="48" y="605"/>
              </a:cxn>
              <a:cxn ang="0">
                <a:pos x="2" y="530"/>
              </a:cxn>
              <a:cxn ang="0">
                <a:pos x="11" y="453"/>
              </a:cxn>
              <a:cxn ang="0">
                <a:pos x="74" y="379"/>
              </a:cxn>
              <a:cxn ang="0">
                <a:pos x="186" y="309"/>
              </a:cxn>
              <a:cxn ang="0">
                <a:pos x="343" y="243"/>
              </a:cxn>
              <a:cxn ang="0">
                <a:pos x="541" y="183"/>
              </a:cxn>
              <a:cxn ang="0">
                <a:pos x="775" y="131"/>
              </a:cxn>
              <a:cxn ang="0">
                <a:pos x="1043" y="87"/>
              </a:cxn>
              <a:cxn ang="0">
                <a:pos x="1339" y="50"/>
              </a:cxn>
              <a:cxn ang="0">
                <a:pos x="1660" y="23"/>
              </a:cxn>
              <a:cxn ang="0">
                <a:pos x="2001" y="5"/>
              </a:cxn>
              <a:cxn ang="0">
                <a:pos x="2361" y="0"/>
              </a:cxn>
            </a:cxnLst>
            <a:rect l="0" t="0" r="0" b="0"/>
            <a:pathLst>
              <a:path w="4723" h="1010">
                <a:moveTo>
                  <a:pt x="2361" y="0"/>
                </a:moveTo>
                <a:lnTo>
                  <a:pt x="2482" y="1"/>
                </a:lnTo>
                <a:lnTo>
                  <a:pt x="2601" y="3"/>
                </a:lnTo>
                <a:lnTo>
                  <a:pt x="2719" y="5"/>
                </a:lnTo>
                <a:lnTo>
                  <a:pt x="2835" y="10"/>
                </a:lnTo>
                <a:lnTo>
                  <a:pt x="2950" y="16"/>
                </a:lnTo>
                <a:lnTo>
                  <a:pt x="3062" y="23"/>
                </a:lnTo>
                <a:lnTo>
                  <a:pt x="3172" y="31"/>
                </a:lnTo>
                <a:lnTo>
                  <a:pt x="3277" y="39"/>
                </a:lnTo>
                <a:lnTo>
                  <a:pt x="3384" y="50"/>
                </a:lnTo>
                <a:lnTo>
                  <a:pt x="3485" y="61"/>
                </a:lnTo>
                <a:lnTo>
                  <a:pt x="3584" y="73"/>
                </a:lnTo>
                <a:lnTo>
                  <a:pt x="3679" y="87"/>
                </a:lnTo>
                <a:lnTo>
                  <a:pt x="3771" y="101"/>
                </a:lnTo>
                <a:lnTo>
                  <a:pt x="3861" y="116"/>
                </a:lnTo>
                <a:lnTo>
                  <a:pt x="3947" y="131"/>
                </a:lnTo>
                <a:lnTo>
                  <a:pt x="4030" y="149"/>
                </a:lnTo>
                <a:lnTo>
                  <a:pt x="4107" y="166"/>
                </a:lnTo>
                <a:lnTo>
                  <a:pt x="4181" y="183"/>
                </a:lnTo>
                <a:lnTo>
                  <a:pt x="4252" y="203"/>
                </a:lnTo>
                <a:lnTo>
                  <a:pt x="4318" y="223"/>
                </a:lnTo>
                <a:lnTo>
                  <a:pt x="4379" y="243"/>
                </a:lnTo>
                <a:lnTo>
                  <a:pt x="4436" y="265"/>
                </a:lnTo>
                <a:lnTo>
                  <a:pt x="4489" y="286"/>
                </a:lnTo>
                <a:lnTo>
                  <a:pt x="4537" y="309"/>
                </a:lnTo>
                <a:lnTo>
                  <a:pt x="4577" y="331"/>
                </a:lnTo>
                <a:lnTo>
                  <a:pt x="4615" y="354"/>
                </a:lnTo>
                <a:lnTo>
                  <a:pt x="4648" y="379"/>
                </a:lnTo>
                <a:lnTo>
                  <a:pt x="4673" y="403"/>
                </a:lnTo>
                <a:lnTo>
                  <a:pt x="4694" y="427"/>
                </a:lnTo>
                <a:lnTo>
                  <a:pt x="4709" y="453"/>
                </a:lnTo>
                <a:lnTo>
                  <a:pt x="4720" y="479"/>
                </a:lnTo>
                <a:lnTo>
                  <a:pt x="4722" y="504"/>
                </a:lnTo>
                <a:lnTo>
                  <a:pt x="4720" y="530"/>
                </a:lnTo>
                <a:lnTo>
                  <a:pt x="4709" y="555"/>
                </a:lnTo>
                <a:lnTo>
                  <a:pt x="4694" y="581"/>
                </a:lnTo>
                <a:lnTo>
                  <a:pt x="4673" y="605"/>
                </a:lnTo>
                <a:lnTo>
                  <a:pt x="4648" y="630"/>
                </a:lnTo>
                <a:lnTo>
                  <a:pt x="4615" y="654"/>
                </a:lnTo>
                <a:lnTo>
                  <a:pt x="4577" y="678"/>
                </a:lnTo>
                <a:lnTo>
                  <a:pt x="4537" y="701"/>
                </a:lnTo>
                <a:lnTo>
                  <a:pt x="4489" y="723"/>
                </a:lnTo>
                <a:lnTo>
                  <a:pt x="4436" y="745"/>
                </a:lnTo>
                <a:lnTo>
                  <a:pt x="4379" y="766"/>
                </a:lnTo>
                <a:lnTo>
                  <a:pt x="4318" y="787"/>
                </a:lnTo>
                <a:lnTo>
                  <a:pt x="4252" y="806"/>
                </a:lnTo>
                <a:lnTo>
                  <a:pt x="4181" y="825"/>
                </a:lnTo>
                <a:lnTo>
                  <a:pt x="4107" y="844"/>
                </a:lnTo>
                <a:lnTo>
                  <a:pt x="4030" y="861"/>
                </a:lnTo>
                <a:lnTo>
                  <a:pt x="3947" y="877"/>
                </a:lnTo>
                <a:lnTo>
                  <a:pt x="3861" y="893"/>
                </a:lnTo>
                <a:lnTo>
                  <a:pt x="3771" y="908"/>
                </a:lnTo>
                <a:lnTo>
                  <a:pt x="3679" y="923"/>
                </a:lnTo>
                <a:lnTo>
                  <a:pt x="3584" y="935"/>
                </a:lnTo>
                <a:lnTo>
                  <a:pt x="3485" y="948"/>
                </a:lnTo>
                <a:lnTo>
                  <a:pt x="3384" y="959"/>
                </a:lnTo>
                <a:lnTo>
                  <a:pt x="3277" y="969"/>
                </a:lnTo>
                <a:lnTo>
                  <a:pt x="3172" y="978"/>
                </a:lnTo>
                <a:lnTo>
                  <a:pt x="3062" y="987"/>
                </a:lnTo>
                <a:lnTo>
                  <a:pt x="2950" y="992"/>
                </a:lnTo>
                <a:lnTo>
                  <a:pt x="2835" y="998"/>
                </a:lnTo>
                <a:lnTo>
                  <a:pt x="2719" y="1003"/>
                </a:lnTo>
                <a:lnTo>
                  <a:pt x="2601" y="1007"/>
                </a:lnTo>
                <a:lnTo>
                  <a:pt x="2482" y="1009"/>
                </a:lnTo>
                <a:lnTo>
                  <a:pt x="2361" y="1009"/>
                </a:lnTo>
                <a:lnTo>
                  <a:pt x="2239" y="1009"/>
                </a:lnTo>
                <a:lnTo>
                  <a:pt x="2119" y="1007"/>
                </a:lnTo>
                <a:lnTo>
                  <a:pt x="2001" y="1003"/>
                </a:lnTo>
                <a:lnTo>
                  <a:pt x="1886" y="998"/>
                </a:lnTo>
                <a:lnTo>
                  <a:pt x="1772" y="992"/>
                </a:lnTo>
                <a:lnTo>
                  <a:pt x="1660" y="987"/>
                </a:lnTo>
                <a:lnTo>
                  <a:pt x="1550" y="978"/>
                </a:lnTo>
                <a:lnTo>
                  <a:pt x="1443" y="969"/>
                </a:lnTo>
                <a:lnTo>
                  <a:pt x="1339" y="959"/>
                </a:lnTo>
                <a:lnTo>
                  <a:pt x="1236" y="948"/>
                </a:lnTo>
                <a:lnTo>
                  <a:pt x="1139" y="935"/>
                </a:lnTo>
                <a:lnTo>
                  <a:pt x="1043" y="923"/>
                </a:lnTo>
                <a:lnTo>
                  <a:pt x="949" y="908"/>
                </a:lnTo>
                <a:lnTo>
                  <a:pt x="860" y="893"/>
                </a:lnTo>
                <a:lnTo>
                  <a:pt x="775" y="877"/>
                </a:lnTo>
                <a:lnTo>
                  <a:pt x="693" y="861"/>
                </a:lnTo>
                <a:lnTo>
                  <a:pt x="614" y="844"/>
                </a:lnTo>
                <a:lnTo>
                  <a:pt x="541" y="825"/>
                </a:lnTo>
                <a:lnTo>
                  <a:pt x="469" y="806"/>
                </a:lnTo>
                <a:lnTo>
                  <a:pt x="404" y="787"/>
                </a:lnTo>
                <a:lnTo>
                  <a:pt x="343" y="766"/>
                </a:lnTo>
                <a:lnTo>
                  <a:pt x="287" y="745"/>
                </a:lnTo>
                <a:lnTo>
                  <a:pt x="233" y="723"/>
                </a:lnTo>
                <a:lnTo>
                  <a:pt x="186" y="701"/>
                </a:lnTo>
                <a:lnTo>
                  <a:pt x="143" y="678"/>
                </a:lnTo>
                <a:lnTo>
                  <a:pt x="107" y="654"/>
                </a:lnTo>
                <a:lnTo>
                  <a:pt x="74" y="630"/>
                </a:lnTo>
                <a:lnTo>
                  <a:pt x="48" y="605"/>
                </a:lnTo>
                <a:lnTo>
                  <a:pt x="26" y="581"/>
                </a:lnTo>
                <a:lnTo>
                  <a:pt x="11" y="555"/>
                </a:lnTo>
                <a:lnTo>
                  <a:pt x="2" y="530"/>
                </a:lnTo>
                <a:lnTo>
                  <a:pt x="0" y="504"/>
                </a:lnTo>
                <a:lnTo>
                  <a:pt x="2" y="479"/>
                </a:lnTo>
                <a:lnTo>
                  <a:pt x="11" y="453"/>
                </a:lnTo>
                <a:lnTo>
                  <a:pt x="26" y="427"/>
                </a:lnTo>
                <a:lnTo>
                  <a:pt x="48" y="403"/>
                </a:lnTo>
                <a:lnTo>
                  <a:pt x="74" y="379"/>
                </a:lnTo>
                <a:lnTo>
                  <a:pt x="107" y="354"/>
                </a:lnTo>
                <a:lnTo>
                  <a:pt x="143" y="331"/>
                </a:lnTo>
                <a:lnTo>
                  <a:pt x="186" y="309"/>
                </a:lnTo>
                <a:lnTo>
                  <a:pt x="233" y="286"/>
                </a:lnTo>
                <a:lnTo>
                  <a:pt x="287" y="265"/>
                </a:lnTo>
                <a:lnTo>
                  <a:pt x="343" y="243"/>
                </a:lnTo>
                <a:lnTo>
                  <a:pt x="404" y="223"/>
                </a:lnTo>
                <a:lnTo>
                  <a:pt x="469" y="203"/>
                </a:lnTo>
                <a:lnTo>
                  <a:pt x="541" y="183"/>
                </a:lnTo>
                <a:lnTo>
                  <a:pt x="614" y="166"/>
                </a:lnTo>
                <a:lnTo>
                  <a:pt x="693" y="149"/>
                </a:lnTo>
                <a:lnTo>
                  <a:pt x="775" y="131"/>
                </a:lnTo>
                <a:lnTo>
                  <a:pt x="860" y="116"/>
                </a:lnTo>
                <a:lnTo>
                  <a:pt x="949" y="101"/>
                </a:lnTo>
                <a:lnTo>
                  <a:pt x="1043" y="87"/>
                </a:lnTo>
                <a:lnTo>
                  <a:pt x="1139" y="73"/>
                </a:lnTo>
                <a:lnTo>
                  <a:pt x="1236" y="61"/>
                </a:lnTo>
                <a:lnTo>
                  <a:pt x="1339" y="50"/>
                </a:lnTo>
                <a:lnTo>
                  <a:pt x="1443" y="39"/>
                </a:lnTo>
                <a:lnTo>
                  <a:pt x="1550" y="31"/>
                </a:lnTo>
                <a:lnTo>
                  <a:pt x="1660" y="23"/>
                </a:lnTo>
                <a:lnTo>
                  <a:pt x="1772" y="16"/>
                </a:lnTo>
                <a:lnTo>
                  <a:pt x="1886" y="10"/>
                </a:lnTo>
                <a:lnTo>
                  <a:pt x="2001" y="5"/>
                </a:lnTo>
                <a:lnTo>
                  <a:pt x="2119" y="3"/>
                </a:lnTo>
                <a:lnTo>
                  <a:pt x="2239" y="1"/>
                </a:lnTo>
                <a:lnTo>
                  <a:pt x="2361" y="0"/>
                </a:lnTo>
              </a:path>
            </a:pathLst>
          </a:custGeom>
          <a:gradFill rotWithShape="0">
            <a:gsLst>
              <a:gs pos="0">
                <a:srgbClr val="0066CC"/>
              </a:gs>
              <a:gs pos="100000">
                <a:srgbClr val="1A76D1"/>
              </a:gs>
            </a:gsLst>
            <a:lin ang="5400000" scaled="1"/>
            <a:tileRect/>
          </a:gradFill>
          <a:ln w="12700">
            <a:noFill/>
          </a:ln>
        </p:spPr>
        <p:txBody>
          <a:bodyPr/>
          <a:lstStyle/>
          <a:p>
            <a:endParaRPr lang="zh-CN" altLang="en-US"/>
          </a:p>
        </p:txBody>
      </p:sp>
      <p:sp>
        <p:nvSpPr>
          <p:cNvPr id="7184" name="Rectangle 16"/>
          <p:cNvSpPr>
            <a:spLocks noChangeArrowheads="1"/>
          </p:cNvSpPr>
          <p:nvPr/>
        </p:nvSpPr>
        <p:spPr bwMode="auto">
          <a:xfrm>
            <a:off x="7967663" y="5815213"/>
            <a:ext cx="2266950" cy="731838"/>
          </a:xfrm>
          <a:prstGeom prst="rect">
            <a:avLst/>
          </a:prstGeom>
          <a:solidFill>
            <a:schemeClr val="bg1"/>
          </a:solidFill>
          <a:ln w="12700">
            <a:solidFill>
              <a:schemeClr val="tx1"/>
            </a:solidFill>
            <a:miter lim="800000"/>
          </a:ln>
          <a:effectLst>
            <a:outerShdw dist="107763" dir="2700000" algn="ctr" rotWithShape="0">
              <a:schemeClr val="tx2"/>
            </a:outerShdw>
          </a:effectLst>
        </p:spPr>
        <p:txBody>
          <a:bodyPr wrap="none" lIns="90488" tIns="44450" rIns="90488" bIns="44450" anchor="ctr"/>
          <a:lstStyle/>
          <a:p>
            <a:pPr defTabSz="762000" eaLnBrk="0" fontAlgn="base" hangingPunct="0">
              <a:spcBef>
                <a:spcPct val="0"/>
              </a:spcBef>
              <a:spcAft>
                <a:spcPct val="0"/>
              </a:spcAft>
              <a:defRPr/>
            </a:pPr>
            <a:r>
              <a:rPr kumimoji="1" lang="zh-CN" altLang="en-US" sz="2000" b="1" dirty="0" smtClean="0">
                <a:solidFill>
                  <a:srgbClr val="0000FF"/>
                </a:solidFill>
                <a:latin typeface="Times New Roman" panose="02020603050405020304" pitchFamily="18" charset="0"/>
                <a:ea typeface="宋体" panose="02010600030101010101" pitchFamily="2" charset="-122"/>
              </a:rPr>
              <a:t>地面部 </a:t>
            </a:r>
            <a:r>
              <a:rPr kumimoji="1" lang="zh-CN" altLang="en-US" sz="2000" b="1" dirty="0">
                <a:solidFill>
                  <a:srgbClr val="0000FF"/>
                </a:solidFill>
                <a:latin typeface="Times New Roman" panose="02020603050405020304" pitchFamily="18" charset="0"/>
                <a:ea typeface="宋体" panose="02010600030101010101" pitchFamily="2" charset="-122"/>
              </a:rPr>
              <a:t>分</a:t>
            </a:r>
          </a:p>
          <a:p>
            <a:pPr defTabSz="762000" eaLnBrk="0" fontAlgn="base" hangingPunct="0">
              <a:spcBef>
                <a:spcPct val="0"/>
              </a:spcBef>
              <a:spcAft>
                <a:spcPct val="0"/>
              </a:spcAft>
              <a:defRPr/>
            </a:pPr>
            <a:r>
              <a:rPr kumimoji="1" lang="zh-CN" altLang="en-US" sz="1600" b="1" dirty="0">
                <a:solidFill>
                  <a:srgbClr val="0000FF"/>
                </a:solidFill>
                <a:latin typeface="Times New Roman" panose="02020603050405020304" pitchFamily="18" charset="0"/>
                <a:ea typeface="宋体" panose="02010600030101010101" pitchFamily="2" charset="-122"/>
              </a:rPr>
              <a:t>     主 控 站、 监 测 站、</a:t>
            </a:r>
          </a:p>
          <a:p>
            <a:pPr defTabSz="762000" eaLnBrk="0" fontAlgn="base" hangingPunct="0">
              <a:spcBef>
                <a:spcPct val="0"/>
              </a:spcBef>
              <a:spcAft>
                <a:spcPct val="0"/>
              </a:spcAft>
              <a:defRPr/>
            </a:pPr>
            <a:r>
              <a:rPr kumimoji="1" lang="zh-CN" altLang="en-US" sz="1600" b="1" dirty="0">
                <a:solidFill>
                  <a:srgbClr val="0000FF"/>
                </a:solidFill>
                <a:latin typeface="Times New Roman" panose="02020603050405020304" pitchFamily="18" charset="0"/>
                <a:ea typeface="宋体" panose="02010600030101010101" pitchFamily="2" charset="-122"/>
              </a:rPr>
              <a:t>注入站</a:t>
            </a:r>
          </a:p>
        </p:txBody>
      </p:sp>
      <p:sp>
        <p:nvSpPr>
          <p:cNvPr id="7188" name="Rectangle 20"/>
          <p:cNvSpPr>
            <a:spLocks noChangeArrowheads="1"/>
          </p:cNvSpPr>
          <p:nvPr/>
        </p:nvSpPr>
        <p:spPr bwMode="auto">
          <a:xfrm>
            <a:off x="7391401" y="2214763"/>
            <a:ext cx="2881313" cy="992188"/>
          </a:xfrm>
          <a:prstGeom prst="rect">
            <a:avLst/>
          </a:prstGeom>
          <a:solidFill>
            <a:schemeClr val="bg1"/>
          </a:solidFill>
          <a:ln w="12700">
            <a:solidFill>
              <a:schemeClr val="tx1"/>
            </a:solidFill>
            <a:miter lim="800000"/>
          </a:ln>
          <a:effectLst>
            <a:outerShdw dist="107763" dir="2700000" algn="ctr" rotWithShape="0">
              <a:schemeClr val="tx2"/>
            </a:outerShdw>
          </a:effectLst>
        </p:spPr>
        <p:txBody>
          <a:bodyPr wrap="none" lIns="90488" tIns="44450" rIns="90488" bIns="44450" anchor="ctr"/>
          <a:lstStyle/>
          <a:p>
            <a:pPr defTabSz="762000" eaLnBrk="0" hangingPunct="0"/>
            <a:r>
              <a:rPr lang="zh-CN" altLang="en-US" sz="2000" b="1" dirty="0">
                <a:solidFill>
                  <a:srgbClr val="0000FF"/>
                </a:solidFill>
                <a:latin typeface="Times New Roman" panose="02020603050405020304" pitchFamily="18" charset="0"/>
              </a:rPr>
              <a:t>空 间 部 分</a:t>
            </a:r>
            <a:endParaRPr lang="zh-CN" altLang="en-US" sz="1600" b="1" dirty="0">
              <a:solidFill>
                <a:srgbClr val="0000FF"/>
              </a:solidFill>
              <a:latin typeface="Times New Roman" panose="02020603050405020304" pitchFamily="18" charset="0"/>
            </a:endParaRPr>
          </a:p>
          <a:p>
            <a:pPr defTabSz="762000" eaLnBrk="0" hangingPunct="0"/>
            <a:r>
              <a:rPr lang="zh-CN" altLang="en-US" sz="1600" b="1" dirty="0">
                <a:solidFill>
                  <a:srgbClr val="0000FF"/>
                </a:solidFill>
                <a:latin typeface="Times New Roman" panose="02020603050405020304" pitchFamily="18" charset="0"/>
              </a:rPr>
              <a:t> 导 航 卫 星  </a:t>
            </a:r>
            <a:r>
              <a:rPr lang="en-US" altLang="zh-CN" sz="1600" b="1" dirty="0">
                <a:solidFill>
                  <a:srgbClr val="0000FF"/>
                </a:solidFill>
                <a:latin typeface="Times New Roman" panose="02020603050405020304" pitchFamily="18" charset="0"/>
              </a:rPr>
              <a:t>: </a:t>
            </a:r>
            <a:r>
              <a:rPr lang="zh-CN" altLang="en-US" sz="1600" b="1" dirty="0">
                <a:solidFill>
                  <a:srgbClr val="0000FF"/>
                </a:solidFill>
                <a:latin typeface="Times New Roman" panose="02020603050405020304" pitchFamily="18" charset="0"/>
              </a:rPr>
              <a:t>导 航 信 息</a:t>
            </a:r>
          </a:p>
          <a:p>
            <a:pPr defTabSz="762000" eaLnBrk="0" hangingPunct="0"/>
            <a:r>
              <a:rPr lang="zh-CN" altLang="en-US" sz="1600" b="1" dirty="0">
                <a:solidFill>
                  <a:srgbClr val="0000FF"/>
                </a:solidFill>
                <a:latin typeface="Times New Roman" panose="02020603050405020304" pitchFamily="18" charset="0"/>
              </a:rPr>
              <a:t> 卫 星 时 和 卫 星 钟</a:t>
            </a:r>
          </a:p>
          <a:p>
            <a:pPr defTabSz="762000" eaLnBrk="0" hangingPunct="0"/>
            <a:r>
              <a:rPr lang="zh-CN" altLang="en-US" sz="1600" b="1" dirty="0">
                <a:solidFill>
                  <a:srgbClr val="0000FF"/>
                </a:solidFill>
                <a:latin typeface="Times New Roman" panose="02020603050405020304" pitchFamily="18" charset="0"/>
              </a:rPr>
              <a:t> </a:t>
            </a:r>
            <a:r>
              <a:rPr lang="en-US" altLang="zh-CN" sz="1600" b="1" dirty="0">
                <a:solidFill>
                  <a:srgbClr val="0000FF"/>
                </a:solidFill>
                <a:latin typeface="Times New Roman" panose="02020603050405020304" pitchFamily="18" charset="0"/>
              </a:rPr>
              <a:t>24 </a:t>
            </a:r>
            <a:r>
              <a:rPr lang="zh-CN" altLang="en-US" sz="1600" b="1" dirty="0">
                <a:solidFill>
                  <a:srgbClr val="0000FF"/>
                </a:solidFill>
                <a:latin typeface="Times New Roman" panose="02020603050405020304" pitchFamily="18" charset="0"/>
              </a:rPr>
              <a:t>颗 卫 星（距地面</a:t>
            </a:r>
            <a:r>
              <a:rPr lang="en-US" altLang="zh-CN" sz="1600" b="1" dirty="0">
                <a:solidFill>
                  <a:srgbClr val="0000FF"/>
                </a:solidFill>
                <a:latin typeface="Times New Roman" panose="02020603050405020304" pitchFamily="18" charset="0"/>
              </a:rPr>
              <a:t>20200 Km</a:t>
            </a:r>
            <a:r>
              <a:rPr lang="zh-CN" altLang="en-US" sz="1600" b="1" dirty="0">
                <a:solidFill>
                  <a:schemeClr val="tx2"/>
                </a:solidFill>
                <a:latin typeface="Times New Roman" panose="02020603050405020304" pitchFamily="18" charset="0"/>
              </a:rPr>
              <a:t>）</a:t>
            </a:r>
          </a:p>
        </p:txBody>
      </p:sp>
      <p:grpSp>
        <p:nvGrpSpPr>
          <p:cNvPr id="2" name="Group 510"/>
          <p:cNvGrpSpPr/>
          <p:nvPr/>
        </p:nvGrpSpPr>
        <p:grpSpPr>
          <a:xfrm>
            <a:off x="3517900" y="2070301"/>
            <a:ext cx="5949950" cy="3406775"/>
            <a:chOff x="1256" y="1162"/>
            <a:chExt cx="3748" cy="2808"/>
          </a:xfrm>
        </p:grpSpPr>
        <p:sp>
          <p:nvSpPr>
            <p:cNvPr id="7178" name="Freeform 10"/>
            <p:cNvSpPr/>
            <p:nvPr/>
          </p:nvSpPr>
          <p:spPr bwMode="auto">
            <a:xfrm>
              <a:off x="1366" y="3304"/>
              <a:ext cx="3638" cy="666"/>
            </a:xfrm>
            <a:custGeom>
              <a:avLst/>
              <a:gdLst/>
              <a:ahLst/>
              <a:cxnLst>
                <a:cxn ang="0">
                  <a:pos x="55" y="206"/>
                </a:cxn>
                <a:cxn ang="0">
                  <a:pos x="130" y="210"/>
                </a:cxn>
                <a:cxn ang="0">
                  <a:pos x="192" y="217"/>
                </a:cxn>
                <a:cxn ang="0">
                  <a:pos x="194" y="267"/>
                </a:cxn>
                <a:cxn ang="0">
                  <a:pos x="176" y="308"/>
                </a:cxn>
                <a:cxn ang="0">
                  <a:pos x="160" y="342"/>
                </a:cxn>
                <a:cxn ang="0">
                  <a:pos x="188" y="365"/>
                </a:cxn>
                <a:cxn ang="0">
                  <a:pos x="213" y="379"/>
                </a:cxn>
                <a:cxn ang="0">
                  <a:pos x="252" y="391"/>
                </a:cxn>
                <a:cxn ang="0">
                  <a:pos x="265" y="409"/>
                </a:cxn>
                <a:cxn ang="0">
                  <a:pos x="418" y="418"/>
                </a:cxn>
                <a:cxn ang="0">
                  <a:pos x="663" y="430"/>
                </a:cxn>
                <a:cxn ang="0">
                  <a:pos x="905" y="480"/>
                </a:cxn>
                <a:cxn ang="0">
                  <a:pos x="969" y="500"/>
                </a:cxn>
                <a:cxn ang="0">
                  <a:pos x="1015" y="516"/>
                </a:cxn>
                <a:cxn ang="0">
                  <a:pos x="1072" y="491"/>
                </a:cxn>
                <a:cxn ang="0">
                  <a:pos x="1058" y="436"/>
                </a:cxn>
                <a:cxn ang="0">
                  <a:pos x="1017" y="395"/>
                </a:cxn>
                <a:cxn ang="0">
                  <a:pos x="1024" y="313"/>
                </a:cxn>
                <a:cxn ang="0">
                  <a:pos x="1125" y="320"/>
                </a:cxn>
                <a:cxn ang="0">
                  <a:pos x="1212" y="352"/>
                </a:cxn>
                <a:cxn ang="0">
                  <a:pos x="1500" y="356"/>
                </a:cxn>
                <a:cxn ang="0">
                  <a:pos x="1520" y="379"/>
                </a:cxn>
                <a:cxn ang="0">
                  <a:pos x="1540" y="398"/>
                </a:cxn>
                <a:cxn ang="0">
                  <a:pos x="1707" y="452"/>
                </a:cxn>
                <a:cxn ang="0">
                  <a:pos x="1936" y="475"/>
                </a:cxn>
                <a:cxn ang="0">
                  <a:pos x="2071" y="434"/>
                </a:cxn>
                <a:cxn ang="0">
                  <a:pos x="2037" y="423"/>
                </a:cxn>
                <a:cxn ang="0">
                  <a:pos x="2000" y="411"/>
                </a:cxn>
                <a:cxn ang="0">
                  <a:pos x="1972" y="402"/>
                </a:cxn>
                <a:cxn ang="0">
                  <a:pos x="1941" y="390"/>
                </a:cxn>
                <a:cxn ang="0">
                  <a:pos x="1913" y="382"/>
                </a:cxn>
                <a:cxn ang="0">
                  <a:pos x="1902" y="365"/>
                </a:cxn>
                <a:cxn ang="0">
                  <a:pos x="1890" y="347"/>
                </a:cxn>
                <a:cxn ang="0">
                  <a:pos x="1906" y="308"/>
                </a:cxn>
                <a:cxn ang="0">
                  <a:pos x="2062" y="352"/>
                </a:cxn>
                <a:cxn ang="0">
                  <a:pos x="2187" y="446"/>
                </a:cxn>
                <a:cxn ang="0">
                  <a:pos x="2233" y="496"/>
                </a:cxn>
                <a:cxn ang="0">
                  <a:pos x="2304" y="534"/>
                </a:cxn>
                <a:cxn ang="0">
                  <a:pos x="2345" y="573"/>
                </a:cxn>
                <a:cxn ang="0">
                  <a:pos x="2533" y="635"/>
                </a:cxn>
                <a:cxn ang="0">
                  <a:pos x="2766" y="665"/>
                </a:cxn>
                <a:cxn ang="0">
                  <a:pos x="2903" y="649"/>
                </a:cxn>
                <a:cxn ang="0">
                  <a:pos x="2919" y="638"/>
                </a:cxn>
                <a:cxn ang="0">
                  <a:pos x="2935" y="564"/>
                </a:cxn>
                <a:cxn ang="0">
                  <a:pos x="2960" y="555"/>
                </a:cxn>
                <a:cxn ang="0">
                  <a:pos x="2988" y="541"/>
                </a:cxn>
                <a:cxn ang="0">
                  <a:pos x="3010" y="526"/>
                </a:cxn>
                <a:cxn ang="0">
                  <a:pos x="3022" y="496"/>
                </a:cxn>
                <a:cxn ang="0">
                  <a:pos x="3028" y="468"/>
                </a:cxn>
                <a:cxn ang="0">
                  <a:pos x="3013" y="448"/>
                </a:cxn>
                <a:cxn ang="0">
                  <a:pos x="2999" y="411"/>
                </a:cxn>
                <a:cxn ang="0">
                  <a:pos x="3010" y="365"/>
                </a:cxn>
                <a:cxn ang="0">
                  <a:pos x="3228" y="398"/>
                </a:cxn>
                <a:cxn ang="0">
                  <a:pos x="3460" y="434"/>
                </a:cxn>
                <a:cxn ang="0">
                  <a:pos x="3614" y="404"/>
                </a:cxn>
                <a:cxn ang="0">
                  <a:pos x="3627" y="393"/>
                </a:cxn>
                <a:cxn ang="0">
                  <a:pos x="3554" y="338"/>
                </a:cxn>
                <a:cxn ang="0">
                  <a:pos x="2889" y="132"/>
                </a:cxn>
                <a:cxn ang="0">
                  <a:pos x="2014" y="16"/>
                </a:cxn>
                <a:cxn ang="0">
                  <a:pos x="1205" y="7"/>
                </a:cxn>
                <a:cxn ang="0">
                  <a:pos x="608" y="57"/>
                </a:cxn>
                <a:cxn ang="0">
                  <a:pos x="80" y="148"/>
                </a:cxn>
              </a:cxnLst>
              <a:rect l="0" t="0" r="r" b="b"/>
              <a:pathLst>
                <a:path w="3638" h="666">
                  <a:moveTo>
                    <a:pt x="0" y="167"/>
                  </a:moveTo>
                  <a:lnTo>
                    <a:pt x="0" y="192"/>
                  </a:lnTo>
                  <a:lnTo>
                    <a:pt x="5" y="194"/>
                  </a:lnTo>
                  <a:lnTo>
                    <a:pt x="11" y="196"/>
                  </a:lnTo>
                  <a:lnTo>
                    <a:pt x="14" y="198"/>
                  </a:lnTo>
                  <a:lnTo>
                    <a:pt x="20" y="199"/>
                  </a:lnTo>
                  <a:lnTo>
                    <a:pt x="27" y="201"/>
                  </a:lnTo>
                  <a:lnTo>
                    <a:pt x="32" y="203"/>
                  </a:lnTo>
                  <a:lnTo>
                    <a:pt x="37" y="205"/>
                  </a:lnTo>
                  <a:lnTo>
                    <a:pt x="43" y="205"/>
                  </a:lnTo>
                  <a:lnTo>
                    <a:pt x="48" y="206"/>
                  </a:lnTo>
                  <a:lnTo>
                    <a:pt x="55" y="206"/>
                  </a:lnTo>
                  <a:lnTo>
                    <a:pt x="60" y="208"/>
                  </a:lnTo>
                  <a:lnTo>
                    <a:pt x="68" y="208"/>
                  </a:lnTo>
                  <a:lnTo>
                    <a:pt x="73" y="208"/>
                  </a:lnTo>
                  <a:lnTo>
                    <a:pt x="80" y="210"/>
                  </a:lnTo>
                  <a:lnTo>
                    <a:pt x="85" y="210"/>
                  </a:lnTo>
                  <a:lnTo>
                    <a:pt x="92" y="210"/>
                  </a:lnTo>
                  <a:lnTo>
                    <a:pt x="98" y="210"/>
                  </a:lnTo>
                  <a:lnTo>
                    <a:pt x="105" y="210"/>
                  </a:lnTo>
                  <a:lnTo>
                    <a:pt x="110" y="210"/>
                  </a:lnTo>
                  <a:lnTo>
                    <a:pt x="117" y="210"/>
                  </a:lnTo>
                  <a:lnTo>
                    <a:pt x="123" y="210"/>
                  </a:lnTo>
                  <a:lnTo>
                    <a:pt x="130" y="210"/>
                  </a:lnTo>
                  <a:lnTo>
                    <a:pt x="135" y="210"/>
                  </a:lnTo>
                  <a:lnTo>
                    <a:pt x="142" y="210"/>
                  </a:lnTo>
                  <a:lnTo>
                    <a:pt x="148" y="210"/>
                  </a:lnTo>
                  <a:lnTo>
                    <a:pt x="155" y="210"/>
                  </a:lnTo>
                  <a:lnTo>
                    <a:pt x="160" y="210"/>
                  </a:lnTo>
                  <a:lnTo>
                    <a:pt x="167" y="208"/>
                  </a:lnTo>
                  <a:lnTo>
                    <a:pt x="172" y="208"/>
                  </a:lnTo>
                  <a:lnTo>
                    <a:pt x="178" y="208"/>
                  </a:lnTo>
                  <a:lnTo>
                    <a:pt x="185" y="208"/>
                  </a:lnTo>
                  <a:lnTo>
                    <a:pt x="190" y="208"/>
                  </a:lnTo>
                  <a:lnTo>
                    <a:pt x="190" y="214"/>
                  </a:lnTo>
                  <a:lnTo>
                    <a:pt x="192" y="217"/>
                  </a:lnTo>
                  <a:lnTo>
                    <a:pt x="192" y="221"/>
                  </a:lnTo>
                  <a:lnTo>
                    <a:pt x="192" y="226"/>
                  </a:lnTo>
                  <a:lnTo>
                    <a:pt x="194" y="230"/>
                  </a:lnTo>
                  <a:lnTo>
                    <a:pt x="194" y="233"/>
                  </a:lnTo>
                  <a:lnTo>
                    <a:pt x="194" y="238"/>
                  </a:lnTo>
                  <a:lnTo>
                    <a:pt x="194" y="242"/>
                  </a:lnTo>
                  <a:lnTo>
                    <a:pt x="194" y="246"/>
                  </a:lnTo>
                  <a:lnTo>
                    <a:pt x="194" y="251"/>
                  </a:lnTo>
                  <a:lnTo>
                    <a:pt x="194" y="254"/>
                  </a:lnTo>
                  <a:lnTo>
                    <a:pt x="194" y="258"/>
                  </a:lnTo>
                  <a:lnTo>
                    <a:pt x="194" y="263"/>
                  </a:lnTo>
                  <a:lnTo>
                    <a:pt x="194" y="267"/>
                  </a:lnTo>
                  <a:lnTo>
                    <a:pt x="194" y="270"/>
                  </a:lnTo>
                  <a:lnTo>
                    <a:pt x="192" y="274"/>
                  </a:lnTo>
                  <a:lnTo>
                    <a:pt x="192" y="279"/>
                  </a:lnTo>
                  <a:lnTo>
                    <a:pt x="190" y="283"/>
                  </a:lnTo>
                  <a:lnTo>
                    <a:pt x="188" y="286"/>
                  </a:lnTo>
                  <a:lnTo>
                    <a:pt x="188" y="290"/>
                  </a:lnTo>
                  <a:lnTo>
                    <a:pt x="187" y="294"/>
                  </a:lnTo>
                  <a:lnTo>
                    <a:pt x="185" y="297"/>
                  </a:lnTo>
                  <a:lnTo>
                    <a:pt x="183" y="299"/>
                  </a:lnTo>
                  <a:lnTo>
                    <a:pt x="180" y="302"/>
                  </a:lnTo>
                  <a:lnTo>
                    <a:pt x="178" y="306"/>
                  </a:lnTo>
                  <a:lnTo>
                    <a:pt x="176" y="308"/>
                  </a:lnTo>
                  <a:lnTo>
                    <a:pt x="172" y="311"/>
                  </a:lnTo>
                  <a:lnTo>
                    <a:pt x="169" y="313"/>
                  </a:lnTo>
                  <a:lnTo>
                    <a:pt x="167" y="315"/>
                  </a:lnTo>
                  <a:lnTo>
                    <a:pt x="164" y="318"/>
                  </a:lnTo>
                  <a:lnTo>
                    <a:pt x="160" y="320"/>
                  </a:lnTo>
                  <a:lnTo>
                    <a:pt x="155" y="322"/>
                  </a:lnTo>
                  <a:lnTo>
                    <a:pt x="156" y="326"/>
                  </a:lnTo>
                  <a:lnTo>
                    <a:pt x="156" y="329"/>
                  </a:lnTo>
                  <a:lnTo>
                    <a:pt x="156" y="333"/>
                  </a:lnTo>
                  <a:lnTo>
                    <a:pt x="158" y="336"/>
                  </a:lnTo>
                  <a:lnTo>
                    <a:pt x="158" y="338"/>
                  </a:lnTo>
                  <a:lnTo>
                    <a:pt x="160" y="342"/>
                  </a:lnTo>
                  <a:lnTo>
                    <a:pt x="162" y="345"/>
                  </a:lnTo>
                  <a:lnTo>
                    <a:pt x="164" y="347"/>
                  </a:lnTo>
                  <a:lnTo>
                    <a:pt x="165" y="349"/>
                  </a:lnTo>
                  <a:lnTo>
                    <a:pt x="167" y="350"/>
                  </a:lnTo>
                  <a:lnTo>
                    <a:pt x="171" y="354"/>
                  </a:lnTo>
                  <a:lnTo>
                    <a:pt x="172" y="356"/>
                  </a:lnTo>
                  <a:lnTo>
                    <a:pt x="174" y="358"/>
                  </a:lnTo>
                  <a:lnTo>
                    <a:pt x="178" y="359"/>
                  </a:lnTo>
                  <a:lnTo>
                    <a:pt x="180" y="359"/>
                  </a:lnTo>
                  <a:lnTo>
                    <a:pt x="183" y="361"/>
                  </a:lnTo>
                  <a:lnTo>
                    <a:pt x="185" y="363"/>
                  </a:lnTo>
                  <a:lnTo>
                    <a:pt x="188" y="365"/>
                  </a:lnTo>
                  <a:lnTo>
                    <a:pt x="190" y="365"/>
                  </a:lnTo>
                  <a:lnTo>
                    <a:pt x="194" y="366"/>
                  </a:lnTo>
                  <a:lnTo>
                    <a:pt x="196" y="368"/>
                  </a:lnTo>
                  <a:lnTo>
                    <a:pt x="197" y="368"/>
                  </a:lnTo>
                  <a:lnTo>
                    <a:pt x="201" y="370"/>
                  </a:lnTo>
                  <a:lnTo>
                    <a:pt x="203" y="372"/>
                  </a:lnTo>
                  <a:lnTo>
                    <a:pt x="204" y="372"/>
                  </a:lnTo>
                  <a:lnTo>
                    <a:pt x="208" y="374"/>
                  </a:lnTo>
                  <a:lnTo>
                    <a:pt x="210" y="375"/>
                  </a:lnTo>
                  <a:lnTo>
                    <a:pt x="212" y="377"/>
                  </a:lnTo>
                  <a:lnTo>
                    <a:pt x="213" y="377"/>
                  </a:lnTo>
                  <a:lnTo>
                    <a:pt x="213" y="379"/>
                  </a:lnTo>
                  <a:lnTo>
                    <a:pt x="215" y="381"/>
                  </a:lnTo>
                  <a:lnTo>
                    <a:pt x="217" y="382"/>
                  </a:lnTo>
                  <a:lnTo>
                    <a:pt x="242" y="382"/>
                  </a:lnTo>
                  <a:lnTo>
                    <a:pt x="244" y="382"/>
                  </a:lnTo>
                  <a:lnTo>
                    <a:pt x="244" y="384"/>
                  </a:lnTo>
                  <a:lnTo>
                    <a:pt x="245" y="384"/>
                  </a:lnTo>
                  <a:lnTo>
                    <a:pt x="245" y="386"/>
                  </a:lnTo>
                  <a:lnTo>
                    <a:pt x="247" y="386"/>
                  </a:lnTo>
                  <a:lnTo>
                    <a:pt x="247" y="388"/>
                  </a:lnTo>
                  <a:lnTo>
                    <a:pt x="249" y="390"/>
                  </a:lnTo>
                  <a:lnTo>
                    <a:pt x="251" y="391"/>
                  </a:lnTo>
                  <a:lnTo>
                    <a:pt x="252" y="391"/>
                  </a:lnTo>
                  <a:lnTo>
                    <a:pt x="252" y="393"/>
                  </a:lnTo>
                  <a:lnTo>
                    <a:pt x="254" y="395"/>
                  </a:lnTo>
                  <a:lnTo>
                    <a:pt x="256" y="397"/>
                  </a:lnTo>
                  <a:lnTo>
                    <a:pt x="258" y="398"/>
                  </a:lnTo>
                  <a:lnTo>
                    <a:pt x="258" y="400"/>
                  </a:lnTo>
                  <a:lnTo>
                    <a:pt x="260" y="400"/>
                  </a:lnTo>
                  <a:lnTo>
                    <a:pt x="260" y="402"/>
                  </a:lnTo>
                  <a:lnTo>
                    <a:pt x="261" y="404"/>
                  </a:lnTo>
                  <a:lnTo>
                    <a:pt x="263" y="406"/>
                  </a:lnTo>
                  <a:lnTo>
                    <a:pt x="263" y="407"/>
                  </a:lnTo>
                  <a:lnTo>
                    <a:pt x="265" y="407"/>
                  </a:lnTo>
                  <a:lnTo>
                    <a:pt x="265" y="409"/>
                  </a:lnTo>
                  <a:lnTo>
                    <a:pt x="267" y="411"/>
                  </a:lnTo>
                  <a:lnTo>
                    <a:pt x="267" y="413"/>
                  </a:lnTo>
                  <a:lnTo>
                    <a:pt x="267" y="414"/>
                  </a:lnTo>
                  <a:lnTo>
                    <a:pt x="268" y="414"/>
                  </a:lnTo>
                  <a:lnTo>
                    <a:pt x="268" y="416"/>
                  </a:lnTo>
                  <a:lnTo>
                    <a:pt x="290" y="416"/>
                  </a:lnTo>
                  <a:lnTo>
                    <a:pt x="311" y="416"/>
                  </a:lnTo>
                  <a:lnTo>
                    <a:pt x="332" y="416"/>
                  </a:lnTo>
                  <a:lnTo>
                    <a:pt x="354" y="416"/>
                  </a:lnTo>
                  <a:lnTo>
                    <a:pt x="375" y="416"/>
                  </a:lnTo>
                  <a:lnTo>
                    <a:pt x="396" y="418"/>
                  </a:lnTo>
                  <a:lnTo>
                    <a:pt x="418" y="418"/>
                  </a:lnTo>
                  <a:lnTo>
                    <a:pt x="439" y="418"/>
                  </a:lnTo>
                  <a:lnTo>
                    <a:pt x="460" y="418"/>
                  </a:lnTo>
                  <a:lnTo>
                    <a:pt x="480" y="418"/>
                  </a:lnTo>
                  <a:lnTo>
                    <a:pt x="501" y="420"/>
                  </a:lnTo>
                  <a:lnTo>
                    <a:pt x="521" y="420"/>
                  </a:lnTo>
                  <a:lnTo>
                    <a:pt x="542" y="422"/>
                  </a:lnTo>
                  <a:lnTo>
                    <a:pt x="562" y="423"/>
                  </a:lnTo>
                  <a:lnTo>
                    <a:pt x="583" y="423"/>
                  </a:lnTo>
                  <a:lnTo>
                    <a:pt x="603" y="425"/>
                  </a:lnTo>
                  <a:lnTo>
                    <a:pt x="624" y="427"/>
                  </a:lnTo>
                  <a:lnTo>
                    <a:pt x="644" y="429"/>
                  </a:lnTo>
                  <a:lnTo>
                    <a:pt x="663" y="430"/>
                  </a:lnTo>
                  <a:lnTo>
                    <a:pt x="684" y="434"/>
                  </a:lnTo>
                  <a:lnTo>
                    <a:pt x="704" y="436"/>
                  </a:lnTo>
                  <a:lnTo>
                    <a:pt x="724" y="439"/>
                  </a:lnTo>
                  <a:lnTo>
                    <a:pt x="745" y="443"/>
                  </a:lnTo>
                  <a:lnTo>
                    <a:pt x="764" y="446"/>
                  </a:lnTo>
                  <a:lnTo>
                    <a:pt x="784" y="450"/>
                  </a:lnTo>
                  <a:lnTo>
                    <a:pt x="805" y="454"/>
                  </a:lnTo>
                  <a:lnTo>
                    <a:pt x="825" y="459"/>
                  </a:lnTo>
                  <a:lnTo>
                    <a:pt x="844" y="462"/>
                  </a:lnTo>
                  <a:lnTo>
                    <a:pt x="864" y="468"/>
                  </a:lnTo>
                  <a:lnTo>
                    <a:pt x="885" y="473"/>
                  </a:lnTo>
                  <a:lnTo>
                    <a:pt x="905" y="480"/>
                  </a:lnTo>
                  <a:lnTo>
                    <a:pt x="926" y="486"/>
                  </a:lnTo>
                  <a:lnTo>
                    <a:pt x="930" y="487"/>
                  </a:lnTo>
                  <a:lnTo>
                    <a:pt x="933" y="487"/>
                  </a:lnTo>
                  <a:lnTo>
                    <a:pt x="937" y="489"/>
                  </a:lnTo>
                  <a:lnTo>
                    <a:pt x="942" y="491"/>
                  </a:lnTo>
                  <a:lnTo>
                    <a:pt x="946" y="491"/>
                  </a:lnTo>
                  <a:lnTo>
                    <a:pt x="949" y="493"/>
                  </a:lnTo>
                  <a:lnTo>
                    <a:pt x="953" y="494"/>
                  </a:lnTo>
                  <a:lnTo>
                    <a:pt x="956" y="494"/>
                  </a:lnTo>
                  <a:lnTo>
                    <a:pt x="960" y="496"/>
                  </a:lnTo>
                  <a:lnTo>
                    <a:pt x="964" y="498"/>
                  </a:lnTo>
                  <a:lnTo>
                    <a:pt x="969" y="500"/>
                  </a:lnTo>
                  <a:lnTo>
                    <a:pt x="972" y="502"/>
                  </a:lnTo>
                  <a:lnTo>
                    <a:pt x="976" y="502"/>
                  </a:lnTo>
                  <a:lnTo>
                    <a:pt x="980" y="503"/>
                  </a:lnTo>
                  <a:lnTo>
                    <a:pt x="983" y="505"/>
                  </a:lnTo>
                  <a:lnTo>
                    <a:pt x="987" y="507"/>
                  </a:lnTo>
                  <a:lnTo>
                    <a:pt x="990" y="509"/>
                  </a:lnTo>
                  <a:lnTo>
                    <a:pt x="996" y="509"/>
                  </a:lnTo>
                  <a:lnTo>
                    <a:pt x="999" y="510"/>
                  </a:lnTo>
                  <a:lnTo>
                    <a:pt x="1003" y="512"/>
                  </a:lnTo>
                  <a:lnTo>
                    <a:pt x="1006" y="514"/>
                  </a:lnTo>
                  <a:lnTo>
                    <a:pt x="1012" y="514"/>
                  </a:lnTo>
                  <a:lnTo>
                    <a:pt x="1015" y="516"/>
                  </a:lnTo>
                  <a:lnTo>
                    <a:pt x="1019" y="516"/>
                  </a:lnTo>
                  <a:lnTo>
                    <a:pt x="1024" y="518"/>
                  </a:lnTo>
                  <a:lnTo>
                    <a:pt x="1028" y="518"/>
                  </a:lnTo>
                  <a:lnTo>
                    <a:pt x="1033" y="519"/>
                  </a:lnTo>
                  <a:lnTo>
                    <a:pt x="1036" y="519"/>
                  </a:lnTo>
                  <a:lnTo>
                    <a:pt x="1042" y="519"/>
                  </a:lnTo>
                  <a:lnTo>
                    <a:pt x="1045" y="521"/>
                  </a:lnTo>
                  <a:lnTo>
                    <a:pt x="1051" y="521"/>
                  </a:lnTo>
                  <a:lnTo>
                    <a:pt x="1056" y="521"/>
                  </a:lnTo>
                  <a:lnTo>
                    <a:pt x="1072" y="503"/>
                  </a:lnTo>
                  <a:lnTo>
                    <a:pt x="1072" y="496"/>
                  </a:lnTo>
                  <a:lnTo>
                    <a:pt x="1072" y="491"/>
                  </a:lnTo>
                  <a:lnTo>
                    <a:pt x="1072" y="486"/>
                  </a:lnTo>
                  <a:lnTo>
                    <a:pt x="1072" y="480"/>
                  </a:lnTo>
                  <a:lnTo>
                    <a:pt x="1070" y="475"/>
                  </a:lnTo>
                  <a:lnTo>
                    <a:pt x="1070" y="470"/>
                  </a:lnTo>
                  <a:lnTo>
                    <a:pt x="1068" y="464"/>
                  </a:lnTo>
                  <a:lnTo>
                    <a:pt x="1067" y="461"/>
                  </a:lnTo>
                  <a:lnTo>
                    <a:pt x="1067" y="455"/>
                  </a:lnTo>
                  <a:lnTo>
                    <a:pt x="1065" y="452"/>
                  </a:lnTo>
                  <a:lnTo>
                    <a:pt x="1063" y="446"/>
                  </a:lnTo>
                  <a:lnTo>
                    <a:pt x="1061" y="443"/>
                  </a:lnTo>
                  <a:lnTo>
                    <a:pt x="1060" y="439"/>
                  </a:lnTo>
                  <a:lnTo>
                    <a:pt x="1058" y="436"/>
                  </a:lnTo>
                  <a:lnTo>
                    <a:pt x="1054" y="432"/>
                  </a:lnTo>
                  <a:lnTo>
                    <a:pt x="1052" y="429"/>
                  </a:lnTo>
                  <a:lnTo>
                    <a:pt x="1049" y="425"/>
                  </a:lnTo>
                  <a:lnTo>
                    <a:pt x="1047" y="422"/>
                  </a:lnTo>
                  <a:lnTo>
                    <a:pt x="1044" y="418"/>
                  </a:lnTo>
                  <a:lnTo>
                    <a:pt x="1040" y="414"/>
                  </a:lnTo>
                  <a:lnTo>
                    <a:pt x="1036" y="413"/>
                  </a:lnTo>
                  <a:lnTo>
                    <a:pt x="1033" y="409"/>
                  </a:lnTo>
                  <a:lnTo>
                    <a:pt x="1029" y="406"/>
                  </a:lnTo>
                  <a:lnTo>
                    <a:pt x="1026" y="402"/>
                  </a:lnTo>
                  <a:lnTo>
                    <a:pt x="1020" y="398"/>
                  </a:lnTo>
                  <a:lnTo>
                    <a:pt x="1017" y="395"/>
                  </a:lnTo>
                  <a:lnTo>
                    <a:pt x="1012" y="391"/>
                  </a:lnTo>
                  <a:lnTo>
                    <a:pt x="1008" y="388"/>
                  </a:lnTo>
                  <a:lnTo>
                    <a:pt x="1003" y="384"/>
                  </a:lnTo>
                  <a:lnTo>
                    <a:pt x="997" y="381"/>
                  </a:lnTo>
                  <a:lnTo>
                    <a:pt x="992" y="377"/>
                  </a:lnTo>
                  <a:lnTo>
                    <a:pt x="987" y="374"/>
                  </a:lnTo>
                  <a:lnTo>
                    <a:pt x="987" y="313"/>
                  </a:lnTo>
                  <a:lnTo>
                    <a:pt x="994" y="313"/>
                  </a:lnTo>
                  <a:lnTo>
                    <a:pt x="1001" y="313"/>
                  </a:lnTo>
                  <a:lnTo>
                    <a:pt x="1008" y="313"/>
                  </a:lnTo>
                  <a:lnTo>
                    <a:pt x="1017" y="313"/>
                  </a:lnTo>
                  <a:lnTo>
                    <a:pt x="1024" y="313"/>
                  </a:lnTo>
                  <a:lnTo>
                    <a:pt x="1033" y="313"/>
                  </a:lnTo>
                  <a:lnTo>
                    <a:pt x="1042" y="313"/>
                  </a:lnTo>
                  <a:lnTo>
                    <a:pt x="1049" y="313"/>
                  </a:lnTo>
                  <a:lnTo>
                    <a:pt x="1058" y="313"/>
                  </a:lnTo>
                  <a:lnTo>
                    <a:pt x="1067" y="315"/>
                  </a:lnTo>
                  <a:lnTo>
                    <a:pt x="1076" y="315"/>
                  </a:lnTo>
                  <a:lnTo>
                    <a:pt x="1083" y="315"/>
                  </a:lnTo>
                  <a:lnTo>
                    <a:pt x="1092" y="317"/>
                  </a:lnTo>
                  <a:lnTo>
                    <a:pt x="1100" y="317"/>
                  </a:lnTo>
                  <a:lnTo>
                    <a:pt x="1109" y="318"/>
                  </a:lnTo>
                  <a:lnTo>
                    <a:pt x="1116" y="318"/>
                  </a:lnTo>
                  <a:lnTo>
                    <a:pt x="1125" y="320"/>
                  </a:lnTo>
                  <a:lnTo>
                    <a:pt x="1134" y="322"/>
                  </a:lnTo>
                  <a:lnTo>
                    <a:pt x="1141" y="324"/>
                  </a:lnTo>
                  <a:lnTo>
                    <a:pt x="1150" y="326"/>
                  </a:lnTo>
                  <a:lnTo>
                    <a:pt x="1157" y="327"/>
                  </a:lnTo>
                  <a:lnTo>
                    <a:pt x="1164" y="329"/>
                  </a:lnTo>
                  <a:lnTo>
                    <a:pt x="1172" y="333"/>
                  </a:lnTo>
                  <a:lnTo>
                    <a:pt x="1179" y="334"/>
                  </a:lnTo>
                  <a:lnTo>
                    <a:pt x="1186" y="338"/>
                  </a:lnTo>
                  <a:lnTo>
                    <a:pt x="1193" y="340"/>
                  </a:lnTo>
                  <a:lnTo>
                    <a:pt x="1200" y="343"/>
                  </a:lnTo>
                  <a:lnTo>
                    <a:pt x="1205" y="347"/>
                  </a:lnTo>
                  <a:lnTo>
                    <a:pt x="1212" y="352"/>
                  </a:lnTo>
                  <a:lnTo>
                    <a:pt x="1218" y="356"/>
                  </a:lnTo>
                  <a:lnTo>
                    <a:pt x="1223" y="359"/>
                  </a:lnTo>
                  <a:lnTo>
                    <a:pt x="1228" y="365"/>
                  </a:lnTo>
                  <a:lnTo>
                    <a:pt x="1332" y="365"/>
                  </a:lnTo>
                  <a:lnTo>
                    <a:pt x="1349" y="347"/>
                  </a:lnTo>
                  <a:lnTo>
                    <a:pt x="1497" y="347"/>
                  </a:lnTo>
                  <a:lnTo>
                    <a:pt x="1497" y="349"/>
                  </a:lnTo>
                  <a:lnTo>
                    <a:pt x="1497" y="350"/>
                  </a:lnTo>
                  <a:lnTo>
                    <a:pt x="1499" y="352"/>
                  </a:lnTo>
                  <a:lnTo>
                    <a:pt x="1499" y="354"/>
                  </a:lnTo>
                  <a:lnTo>
                    <a:pt x="1500" y="354"/>
                  </a:lnTo>
                  <a:lnTo>
                    <a:pt x="1500" y="356"/>
                  </a:lnTo>
                  <a:lnTo>
                    <a:pt x="1502" y="358"/>
                  </a:lnTo>
                  <a:lnTo>
                    <a:pt x="1504" y="359"/>
                  </a:lnTo>
                  <a:lnTo>
                    <a:pt x="1504" y="361"/>
                  </a:lnTo>
                  <a:lnTo>
                    <a:pt x="1506" y="363"/>
                  </a:lnTo>
                  <a:lnTo>
                    <a:pt x="1508" y="365"/>
                  </a:lnTo>
                  <a:lnTo>
                    <a:pt x="1509" y="366"/>
                  </a:lnTo>
                  <a:lnTo>
                    <a:pt x="1511" y="370"/>
                  </a:lnTo>
                  <a:lnTo>
                    <a:pt x="1513" y="372"/>
                  </a:lnTo>
                  <a:lnTo>
                    <a:pt x="1515" y="374"/>
                  </a:lnTo>
                  <a:lnTo>
                    <a:pt x="1516" y="375"/>
                  </a:lnTo>
                  <a:lnTo>
                    <a:pt x="1518" y="377"/>
                  </a:lnTo>
                  <a:lnTo>
                    <a:pt x="1520" y="379"/>
                  </a:lnTo>
                  <a:lnTo>
                    <a:pt x="1522" y="381"/>
                  </a:lnTo>
                  <a:lnTo>
                    <a:pt x="1524" y="384"/>
                  </a:lnTo>
                  <a:lnTo>
                    <a:pt x="1525" y="386"/>
                  </a:lnTo>
                  <a:lnTo>
                    <a:pt x="1527" y="388"/>
                  </a:lnTo>
                  <a:lnTo>
                    <a:pt x="1529" y="390"/>
                  </a:lnTo>
                  <a:lnTo>
                    <a:pt x="1531" y="391"/>
                  </a:lnTo>
                  <a:lnTo>
                    <a:pt x="1532" y="391"/>
                  </a:lnTo>
                  <a:lnTo>
                    <a:pt x="1534" y="393"/>
                  </a:lnTo>
                  <a:lnTo>
                    <a:pt x="1536" y="395"/>
                  </a:lnTo>
                  <a:lnTo>
                    <a:pt x="1536" y="397"/>
                  </a:lnTo>
                  <a:lnTo>
                    <a:pt x="1538" y="397"/>
                  </a:lnTo>
                  <a:lnTo>
                    <a:pt x="1540" y="398"/>
                  </a:lnTo>
                  <a:lnTo>
                    <a:pt x="1540" y="400"/>
                  </a:lnTo>
                  <a:lnTo>
                    <a:pt x="1550" y="406"/>
                  </a:lnTo>
                  <a:lnTo>
                    <a:pt x="1563" y="411"/>
                  </a:lnTo>
                  <a:lnTo>
                    <a:pt x="1575" y="418"/>
                  </a:lnTo>
                  <a:lnTo>
                    <a:pt x="1589" y="423"/>
                  </a:lnTo>
                  <a:lnTo>
                    <a:pt x="1604" y="427"/>
                  </a:lnTo>
                  <a:lnTo>
                    <a:pt x="1620" y="432"/>
                  </a:lnTo>
                  <a:lnTo>
                    <a:pt x="1636" y="438"/>
                  </a:lnTo>
                  <a:lnTo>
                    <a:pt x="1653" y="441"/>
                  </a:lnTo>
                  <a:lnTo>
                    <a:pt x="1669" y="445"/>
                  </a:lnTo>
                  <a:lnTo>
                    <a:pt x="1687" y="448"/>
                  </a:lnTo>
                  <a:lnTo>
                    <a:pt x="1707" y="452"/>
                  </a:lnTo>
                  <a:lnTo>
                    <a:pt x="1724" y="455"/>
                  </a:lnTo>
                  <a:lnTo>
                    <a:pt x="1744" y="457"/>
                  </a:lnTo>
                  <a:lnTo>
                    <a:pt x="1764" y="461"/>
                  </a:lnTo>
                  <a:lnTo>
                    <a:pt x="1781" y="462"/>
                  </a:lnTo>
                  <a:lnTo>
                    <a:pt x="1801" y="464"/>
                  </a:lnTo>
                  <a:lnTo>
                    <a:pt x="1820" y="466"/>
                  </a:lnTo>
                  <a:lnTo>
                    <a:pt x="1840" y="468"/>
                  </a:lnTo>
                  <a:lnTo>
                    <a:pt x="1860" y="470"/>
                  </a:lnTo>
                  <a:lnTo>
                    <a:pt x="1879" y="471"/>
                  </a:lnTo>
                  <a:lnTo>
                    <a:pt x="1899" y="471"/>
                  </a:lnTo>
                  <a:lnTo>
                    <a:pt x="1916" y="473"/>
                  </a:lnTo>
                  <a:lnTo>
                    <a:pt x="1936" y="475"/>
                  </a:lnTo>
                  <a:lnTo>
                    <a:pt x="1954" y="475"/>
                  </a:lnTo>
                  <a:lnTo>
                    <a:pt x="1972" y="475"/>
                  </a:lnTo>
                  <a:lnTo>
                    <a:pt x="1988" y="477"/>
                  </a:lnTo>
                  <a:lnTo>
                    <a:pt x="2005" y="477"/>
                  </a:lnTo>
                  <a:lnTo>
                    <a:pt x="2020" y="477"/>
                  </a:lnTo>
                  <a:lnTo>
                    <a:pt x="2036" y="477"/>
                  </a:lnTo>
                  <a:lnTo>
                    <a:pt x="2050" y="477"/>
                  </a:lnTo>
                  <a:lnTo>
                    <a:pt x="2064" y="477"/>
                  </a:lnTo>
                  <a:lnTo>
                    <a:pt x="2076" y="477"/>
                  </a:lnTo>
                  <a:lnTo>
                    <a:pt x="2076" y="434"/>
                  </a:lnTo>
                  <a:lnTo>
                    <a:pt x="2073" y="434"/>
                  </a:lnTo>
                  <a:lnTo>
                    <a:pt x="2071" y="434"/>
                  </a:lnTo>
                  <a:lnTo>
                    <a:pt x="2069" y="434"/>
                  </a:lnTo>
                  <a:lnTo>
                    <a:pt x="2066" y="432"/>
                  </a:lnTo>
                  <a:lnTo>
                    <a:pt x="2064" y="432"/>
                  </a:lnTo>
                  <a:lnTo>
                    <a:pt x="2060" y="432"/>
                  </a:lnTo>
                  <a:lnTo>
                    <a:pt x="2059" y="430"/>
                  </a:lnTo>
                  <a:lnTo>
                    <a:pt x="2055" y="430"/>
                  </a:lnTo>
                  <a:lnTo>
                    <a:pt x="2052" y="429"/>
                  </a:lnTo>
                  <a:lnTo>
                    <a:pt x="2050" y="429"/>
                  </a:lnTo>
                  <a:lnTo>
                    <a:pt x="2046" y="427"/>
                  </a:lnTo>
                  <a:lnTo>
                    <a:pt x="2044" y="425"/>
                  </a:lnTo>
                  <a:lnTo>
                    <a:pt x="2041" y="425"/>
                  </a:lnTo>
                  <a:lnTo>
                    <a:pt x="2037" y="423"/>
                  </a:lnTo>
                  <a:lnTo>
                    <a:pt x="2036" y="422"/>
                  </a:lnTo>
                  <a:lnTo>
                    <a:pt x="2032" y="422"/>
                  </a:lnTo>
                  <a:lnTo>
                    <a:pt x="2028" y="420"/>
                  </a:lnTo>
                  <a:lnTo>
                    <a:pt x="2025" y="418"/>
                  </a:lnTo>
                  <a:lnTo>
                    <a:pt x="2023" y="418"/>
                  </a:lnTo>
                  <a:lnTo>
                    <a:pt x="2020" y="416"/>
                  </a:lnTo>
                  <a:lnTo>
                    <a:pt x="2016" y="414"/>
                  </a:lnTo>
                  <a:lnTo>
                    <a:pt x="2012" y="414"/>
                  </a:lnTo>
                  <a:lnTo>
                    <a:pt x="2011" y="413"/>
                  </a:lnTo>
                  <a:lnTo>
                    <a:pt x="2007" y="413"/>
                  </a:lnTo>
                  <a:lnTo>
                    <a:pt x="2004" y="411"/>
                  </a:lnTo>
                  <a:lnTo>
                    <a:pt x="2000" y="411"/>
                  </a:lnTo>
                  <a:lnTo>
                    <a:pt x="1996" y="409"/>
                  </a:lnTo>
                  <a:lnTo>
                    <a:pt x="1995" y="409"/>
                  </a:lnTo>
                  <a:lnTo>
                    <a:pt x="1991" y="409"/>
                  </a:lnTo>
                  <a:lnTo>
                    <a:pt x="1988" y="409"/>
                  </a:lnTo>
                  <a:lnTo>
                    <a:pt x="1984" y="407"/>
                  </a:lnTo>
                  <a:lnTo>
                    <a:pt x="1980" y="407"/>
                  </a:lnTo>
                  <a:lnTo>
                    <a:pt x="1979" y="406"/>
                  </a:lnTo>
                  <a:lnTo>
                    <a:pt x="1977" y="406"/>
                  </a:lnTo>
                  <a:lnTo>
                    <a:pt x="1977" y="404"/>
                  </a:lnTo>
                  <a:lnTo>
                    <a:pt x="1975" y="404"/>
                  </a:lnTo>
                  <a:lnTo>
                    <a:pt x="1973" y="402"/>
                  </a:lnTo>
                  <a:lnTo>
                    <a:pt x="1972" y="402"/>
                  </a:lnTo>
                  <a:lnTo>
                    <a:pt x="1970" y="400"/>
                  </a:lnTo>
                  <a:lnTo>
                    <a:pt x="1966" y="398"/>
                  </a:lnTo>
                  <a:lnTo>
                    <a:pt x="1964" y="398"/>
                  </a:lnTo>
                  <a:lnTo>
                    <a:pt x="1963" y="397"/>
                  </a:lnTo>
                  <a:lnTo>
                    <a:pt x="1959" y="397"/>
                  </a:lnTo>
                  <a:lnTo>
                    <a:pt x="1957" y="395"/>
                  </a:lnTo>
                  <a:lnTo>
                    <a:pt x="1956" y="393"/>
                  </a:lnTo>
                  <a:lnTo>
                    <a:pt x="1952" y="393"/>
                  </a:lnTo>
                  <a:lnTo>
                    <a:pt x="1950" y="391"/>
                  </a:lnTo>
                  <a:lnTo>
                    <a:pt x="1947" y="391"/>
                  </a:lnTo>
                  <a:lnTo>
                    <a:pt x="1945" y="390"/>
                  </a:lnTo>
                  <a:lnTo>
                    <a:pt x="1941" y="390"/>
                  </a:lnTo>
                  <a:lnTo>
                    <a:pt x="1940" y="388"/>
                  </a:lnTo>
                  <a:lnTo>
                    <a:pt x="1936" y="388"/>
                  </a:lnTo>
                  <a:lnTo>
                    <a:pt x="1934" y="386"/>
                  </a:lnTo>
                  <a:lnTo>
                    <a:pt x="1931" y="386"/>
                  </a:lnTo>
                  <a:lnTo>
                    <a:pt x="1929" y="384"/>
                  </a:lnTo>
                  <a:lnTo>
                    <a:pt x="1925" y="384"/>
                  </a:lnTo>
                  <a:lnTo>
                    <a:pt x="1924" y="384"/>
                  </a:lnTo>
                  <a:lnTo>
                    <a:pt x="1922" y="382"/>
                  </a:lnTo>
                  <a:lnTo>
                    <a:pt x="1920" y="382"/>
                  </a:lnTo>
                  <a:lnTo>
                    <a:pt x="1916" y="382"/>
                  </a:lnTo>
                  <a:lnTo>
                    <a:pt x="1915" y="382"/>
                  </a:lnTo>
                  <a:lnTo>
                    <a:pt x="1913" y="382"/>
                  </a:lnTo>
                  <a:lnTo>
                    <a:pt x="1911" y="382"/>
                  </a:lnTo>
                  <a:lnTo>
                    <a:pt x="1911" y="381"/>
                  </a:lnTo>
                  <a:lnTo>
                    <a:pt x="1911" y="379"/>
                  </a:lnTo>
                  <a:lnTo>
                    <a:pt x="1909" y="377"/>
                  </a:lnTo>
                  <a:lnTo>
                    <a:pt x="1909" y="375"/>
                  </a:lnTo>
                  <a:lnTo>
                    <a:pt x="1909" y="374"/>
                  </a:lnTo>
                  <a:lnTo>
                    <a:pt x="1908" y="374"/>
                  </a:lnTo>
                  <a:lnTo>
                    <a:pt x="1908" y="372"/>
                  </a:lnTo>
                  <a:lnTo>
                    <a:pt x="1906" y="370"/>
                  </a:lnTo>
                  <a:lnTo>
                    <a:pt x="1904" y="368"/>
                  </a:lnTo>
                  <a:lnTo>
                    <a:pt x="1904" y="366"/>
                  </a:lnTo>
                  <a:lnTo>
                    <a:pt x="1902" y="365"/>
                  </a:lnTo>
                  <a:lnTo>
                    <a:pt x="1900" y="363"/>
                  </a:lnTo>
                  <a:lnTo>
                    <a:pt x="1900" y="361"/>
                  </a:lnTo>
                  <a:lnTo>
                    <a:pt x="1899" y="361"/>
                  </a:lnTo>
                  <a:lnTo>
                    <a:pt x="1897" y="359"/>
                  </a:lnTo>
                  <a:lnTo>
                    <a:pt x="1897" y="358"/>
                  </a:lnTo>
                  <a:lnTo>
                    <a:pt x="1895" y="356"/>
                  </a:lnTo>
                  <a:lnTo>
                    <a:pt x="1893" y="354"/>
                  </a:lnTo>
                  <a:lnTo>
                    <a:pt x="1893" y="352"/>
                  </a:lnTo>
                  <a:lnTo>
                    <a:pt x="1892" y="350"/>
                  </a:lnTo>
                  <a:lnTo>
                    <a:pt x="1892" y="349"/>
                  </a:lnTo>
                  <a:lnTo>
                    <a:pt x="1890" y="349"/>
                  </a:lnTo>
                  <a:lnTo>
                    <a:pt x="1890" y="347"/>
                  </a:lnTo>
                  <a:lnTo>
                    <a:pt x="1888" y="345"/>
                  </a:lnTo>
                  <a:lnTo>
                    <a:pt x="1888" y="343"/>
                  </a:lnTo>
                  <a:lnTo>
                    <a:pt x="1886" y="343"/>
                  </a:lnTo>
                  <a:lnTo>
                    <a:pt x="1886" y="342"/>
                  </a:lnTo>
                  <a:lnTo>
                    <a:pt x="1886" y="340"/>
                  </a:lnTo>
                  <a:lnTo>
                    <a:pt x="1886" y="338"/>
                  </a:lnTo>
                  <a:lnTo>
                    <a:pt x="1868" y="331"/>
                  </a:lnTo>
                  <a:lnTo>
                    <a:pt x="1868" y="304"/>
                  </a:lnTo>
                  <a:lnTo>
                    <a:pt x="1876" y="304"/>
                  </a:lnTo>
                  <a:lnTo>
                    <a:pt x="1884" y="304"/>
                  </a:lnTo>
                  <a:lnTo>
                    <a:pt x="1895" y="306"/>
                  </a:lnTo>
                  <a:lnTo>
                    <a:pt x="1906" y="308"/>
                  </a:lnTo>
                  <a:lnTo>
                    <a:pt x="1916" y="310"/>
                  </a:lnTo>
                  <a:lnTo>
                    <a:pt x="1927" y="311"/>
                  </a:lnTo>
                  <a:lnTo>
                    <a:pt x="1940" y="313"/>
                  </a:lnTo>
                  <a:lnTo>
                    <a:pt x="1952" y="317"/>
                  </a:lnTo>
                  <a:lnTo>
                    <a:pt x="1966" y="320"/>
                  </a:lnTo>
                  <a:lnTo>
                    <a:pt x="1979" y="324"/>
                  </a:lnTo>
                  <a:lnTo>
                    <a:pt x="1993" y="327"/>
                  </a:lnTo>
                  <a:lnTo>
                    <a:pt x="2007" y="333"/>
                  </a:lnTo>
                  <a:lnTo>
                    <a:pt x="2021" y="336"/>
                  </a:lnTo>
                  <a:lnTo>
                    <a:pt x="2034" y="342"/>
                  </a:lnTo>
                  <a:lnTo>
                    <a:pt x="2048" y="347"/>
                  </a:lnTo>
                  <a:lnTo>
                    <a:pt x="2062" y="352"/>
                  </a:lnTo>
                  <a:lnTo>
                    <a:pt x="2075" y="359"/>
                  </a:lnTo>
                  <a:lnTo>
                    <a:pt x="2089" y="365"/>
                  </a:lnTo>
                  <a:lnTo>
                    <a:pt x="2101" y="372"/>
                  </a:lnTo>
                  <a:lnTo>
                    <a:pt x="2114" y="379"/>
                  </a:lnTo>
                  <a:lnTo>
                    <a:pt x="2126" y="386"/>
                  </a:lnTo>
                  <a:lnTo>
                    <a:pt x="2137" y="393"/>
                  </a:lnTo>
                  <a:lnTo>
                    <a:pt x="2148" y="402"/>
                  </a:lnTo>
                  <a:lnTo>
                    <a:pt x="2156" y="411"/>
                  </a:lnTo>
                  <a:lnTo>
                    <a:pt x="2165" y="418"/>
                  </a:lnTo>
                  <a:lnTo>
                    <a:pt x="2174" y="427"/>
                  </a:lnTo>
                  <a:lnTo>
                    <a:pt x="2181" y="436"/>
                  </a:lnTo>
                  <a:lnTo>
                    <a:pt x="2187" y="446"/>
                  </a:lnTo>
                  <a:lnTo>
                    <a:pt x="2190" y="455"/>
                  </a:lnTo>
                  <a:lnTo>
                    <a:pt x="2194" y="466"/>
                  </a:lnTo>
                  <a:lnTo>
                    <a:pt x="2197" y="475"/>
                  </a:lnTo>
                  <a:lnTo>
                    <a:pt x="2197" y="486"/>
                  </a:lnTo>
                  <a:lnTo>
                    <a:pt x="2201" y="486"/>
                  </a:lnTo>
                  <a:lnTo>
                    <a:pt x="2204" y="487"/>
                  </a:lnTo>
                  <a:lnTo>
                    <a:pt x="2208" y="487"/>
                  </a:lnTo>
                  <a:lnTo>
                    <a:pt x="2213" y="489"/>
                  </a:lnTo>
                  <a:lnTo>
                    <a:pt x="2219" y="491"/>
                  </a:lnTo>
                  <a:lnTo>
                    <a:pt x="2222" y="493"/>
                  </a:lnTo>
                  <a:lnTo>
                    <a:pt x="2228" y="494"/>
                  </a:lnTo>
                  <a:lnTo>
                    <a:pt x="2233" y="496"/>
                  </a:lnTo>
                  <a:lnTo>
                    <a:pt x="2240" y="498"/>
                  </a:lnTo>
                  <a:lnTo>
                    <a:pt x="2245" y="502"/>
                  </a:lnTo>
                  <a:lnTo>
                    <a:pt x="2251" y="503"/>
                  </a:lnTo>
                  <a:lnTo>
                    <a:pt x="2256" y="507"/>
                  </a:lnTo>
                  <a:lnTo>
                    <a:pt x="2263" y="510"/>
                  </a:lnTo>
                  <a:lnTo>
                    <a:pt x="2268" y="512"/>
                  </a:lnTo>
                  <a:lnTo>
                    <a:pt x="2274" y="516"/>
                  </a:lnTo>
                  <a:lnTo>
                    <a:pt x="2281" y="519"/>
                  </a:lnTo>
                  <a:lnTo>
                    <a:pt x="2286" y="523"/>
                  </a:lnTo>
                  <a:lnTo>
                    <a:pt x="2292" y="526"/>
                  </a:lnTo>
                  <a:lnTo>
                    <a:pt x="2297" y="530"/>
                  </a:lnTo>
                  <a:lnTo>
                    <a:pt x="2304" y="534"/>
                  </a:lnTo>
                  <a:lnTo>
                    <a:pt x="2308" y="537"/>
                  </a:lnTo>
                  <a:lnTo>
                    <a:pt x="2313" y="541"/>
                  </a:lnTo>
                  <a:lnTo>
                    <a:pt x="2318" y="544"/>
                  </a:lnTo>
                  <a:lnTo>
                    <a:pt x="2322" y="548"/>
                  </a:lnTo>
                  <a:lnTo>
                    <a:pt x="2327" y="551"/>
                  </a:lnTo>
                  <a:lnTo>
                    <a:pt x="2331" y="555"/>
                  </a:lnTo>
                  <a:lnTo>
                    <a:pt x="2334" y="558"/>
                  </a:lnTo>
                  <a:lnTo>
                    <a:pt x="2338" y="562"/>
                  </a:lnTo>
                  <a:lnTo>
                    <a:pt x="2340" y="564"/>
                  </a:lnTo>
                  <a:lnTo>
                    <a:pt x="2341" y="567"/>
                  </a:lnTo>
                  <a:lnTo>
                    <a:pt x="2343" y="571"/>
                  </a:lnTo>
                  <a:lnTo>
                    <a:pt x="2345" y="573"/>
                  </a:lnTo>
                  <a:lnTo>
                    <a:pt x="2356" y="578"/>
                  </a:lnTo>
                  <a:lnTo>
                    <a:pt x="2368" y="583"/>
                  </a:lnTo>
                  <a:lnTo>
                    <a:pt x="2382" y="590"/>
                  </a:lnTo>
                  <a:lnTo>
                    <a:pt x="2396" y="596"/>
                  </a:lnTo>
                  <a:lnTo>
                    <a:pt x="2412" y="601"/>
                  </a:lnTo>
                  <a:lnTo>
                    <a:pt x="2428" y="606"/>
                  </a:lnTo>
                  <a:lnTo>
                    <a:pt x="2444" y="612"/>
                  </a:lnTo>
                  <a:lnTo>
                    <a:pt x="2460" y="617"/>
                  </a:lnTo>
                  <a:lnTo>
                    <a:pt x="2478" y="622"/>
                  </a:lnTo>
                  <a:lnTo>
                    <a:pt x="2496" y="626"/>
                  </a:lnTo>
                  <a:lnTo>
                    <a:pt x="2516" y="631"/>
                  </a:lnTo>
                  <a:lnTo>
                    <a:pt x="2533" y="635"/>
                  </a:lnTo>
                  <a:lnTo>
                    <a:pt x="2553" y="640"/>
                  </a:lnTo>
                  <a:lnTo>
                    <a:pt x="2572" y="644"/>
                  </a:lnTo>
                  <a:lnTo>
                    <a:pt x="2592" y="647"/>
                  </a:lnTo>
                  <a:lnTo>
                    <a:pt x="2612" y="651"/>
                  </a:lnTo>
                  <a:lnTo>
                    <a:pt x="2631" y="654"/>
                  </a:lnTo>
                  <a:lnTo>
                    <a:pt x="2651" y="656"/>
                  </a:lnTo>
                  <a:lnTo>
                    <a:pt x="2670" y="660"/>
                  </a:lnTo>
                  <a:lnTo>
                    <a:pt x="2690" y="662"/>
                  </a:lnTo>
                  <a:lnTo>
                    <a:pt x="2709" y="663"/>
                  </a:lnTo>
                  <a:lnTo>
                    <a:pt x="2729" y="663"/>
                  </a:lnTo>
                  <a:lnTo>
                    <a:pt x="2748" y="665"/>
                  </a:lnTo>
                  <a:lnTo>
                    <a:pt x="2766" y="665"/>
                  </a:lnTo>
                  <a:lnTo>
                    <a:pt x="2784" y="665"/>
                  </a:lnTo>
                  <a:lnTo>
                    <a:pt x="2804" y="665"/>
                  </a:lnTo>
                  <a:lnTo>
                    <a:pt x="2820" y="663"/>
                  </a:lnTo>
                  <a:lnTo>
                    <a:pt x="2837" y="662"/>
                  </a:lnTo>
                  <a:lnTo>
                    <a:pt x="2853" y="660"/>
                  </a:lnTo>
                  <a:lnTo>
                    <a:pt x="2869" y="658"/>
                  </a:lnTo>
                  <a:lnTo>
                    <a:pt x="2884" y="654"/>
                  </a:lnTo>
                  <a:lnTo>
                    <a:pt x="2898" y="651"/>
                  </a:lnTo>
                  <a:lnTo>
                    <a:pt x="2900" y="651"/>
                  </a:lnTo>
                  <a:lnTo>
                    <a:pt x="2901" y="651"/>
                  </a:lnTo>
                  <a:lnTo>
                    <a:pt x="2901" y="649"/>
                  </a:lnTo>
                  <a:lnTo>
                    <a:pt x="2903" y="649"/>
                  </a:lnTo>
                  <a:lnTo>
                    <a:pt x="2905" y="649"/>
                  </a:lnTo>
                  <a:lnTo>
                    <a:pt x="2907" y="647"/>
                  </a:lnTo>
                  <a:lnTo>
                    <a:pt x="2908" y="647"/>
                  </a:lnTo>
                  <a:lnTo>
                    <a:pt x="2908" y="646"/>
                  </a:lnTo>
                  <a:lnTo>
                    <a:pt x="2910" y="646"/>
                  </a:lnTo>
                  <a:lnTo>
                    <a:pt x="2912" y="644"/>
                  </a:lnTo>
                  <a:lnTo>
                    <a:pt x="2914" y="644"/>
                  </a:lnTo>
                  <a:lnTo>
                    <a:pt x="2914" y="642"/>
                  </a:lnTo>
                  <a:lnTo>
                    <a:pt x="2916" y="640"/>
                  </a:lnTo>
                  <a:lnTo>
                    <a:pt x="2917" y="640"/>
                  </a:lnTo>
                  <a:lnTo>
                    <a:pt x="2917" y="638"/>
                  </a:lnTo>
                  <a:lnTo>
                    <a:pt x="2919" y="638"/>
                  </a:lnTo>
                  <a:lnTo>
                    <a:pt x="2921" y="637"/>
                  </a:lnTo>
                  <a:lnTo>
                    <a:pt x="2921" y="635"/>
                  </a:lnTo>
                  <a:lnTo>
                    <a:pt x="2923" y="635"/>
                  </a:lnTo>
                  <a:lnTo>
                    <a:pt x="2924" y="633"/>
                  </a:lnTo>
                  <a:lnTo>
                    <a:pt x="2926" y="631"/>
                  </a:lnTo>
                  <a:lnTo>
                    <a:pt x="2926" y="630"/>
                  </a:lnTo>
                  <a:lnTo>
                    <a:pt x="2928" y="630"/>
                  </a:lnTo>
                  <a:lnTo>
                    <a:pt x="2930" y="628"/>
                  </a:lnTo>
                  <a:lnTo>
                    <a:pt x="2932" y="626"/>
                  </a:lnTo>
                  <a:lnTo>
                    <a:pt x="2933" y="624"/>
                  </a:lnTo>
                  <a:lnTo>
                    <a:pt x="2933" y="564"/>
                  </a:lnTo>
                  <a:lnTo>
                    <a:pt x="2935" y="564"/>
                  </a:lnTo>
                  <a:lnTo>
                    <a:pt x="2937" y="564"/>
                  </a:lnTo>
                  <a:lnTo>
                    <a:pt x="2939" y="564"/>
                  </a:lnTo>
                  <a:lnTo>
                    <a:pt x="2940" y="564"/>
                  </a:lnTo>
                  <a:lnTo>
                    <a:pt x="2942" y="562"/>
                  </a:lnTo>
                  <a:lnTo>
                    <a:pt x="2944" y="562"/>
                  </a:lnTo>
                  <a:lnTo>
                    <a:pt x="2946" y="560"/>
                  </a:lnTo>
                  <a:lnTo>
                    <a:pt x="2948" y="560"/>
                  </a:lnTo>
                  <a:lnTo>
                    <a:pt x="2951" y="558"/>
                  </a:lnTo>
                  <a:lnTo>
                    <a:pt x="2953" y="558"/>
                  </a:lnTo>
                  <a:lnTo>
                    <a:pt x="2955" y="557"/>
                  </a:lnTo>
                  <a:lnTo>
                    <a:pt x="2958" y="557"/>
                  </a:lnTo>
                  <a:lnTo>
                    <a:pt x="2960" y="555"/>
                  </a:lnTo>
                  <a:lnTo>
                    <a:pt x="2962" y="553"/>
                  </a:lnTo>
                  <a:lnTo>
                    <a:pt x="2965" y="553"/>
                  </a:lnTo>
                  <a:lnTo>
                    <a:pt x="2967" y="551"/>
                  </a:lnTo>
                  <a:lnTo>
                    <a:pt x="2969" y="550"/>
                  </a:lnTo>
                  <a:lnTo>
                    <a:pt x="2972" y="548"/>
                  </a:lnTo>
                  <a:lnTo>
                    <a:pt x="2974" y="548"/>
                  </a:lnTo>
                  <a:lnTo>
                    <a:pt x="2978" y="546"/>
                  </a:lnTo>
                  <a:lnTo>
                    <a:pt x="2980" y="546"/>
                  </a:lnTo>
                  <a:lnTo>
                    <a:pt x="2981" y="544"/>
                  </a:lnTo>
                  <a:lnTo>
                    <a:pt x="2983" y="542"/>
                  </a:lnTo>
                  <a:lnTo>
                    <a:pt x="2987" y="542"/>
                  </a:lnTo>
                  <a:lnTo>
                    <a:pt x="2988" y="541"/>
                  </a:lnTo>
                  <a:lnTo>
                    <a:pt x="2990" y="541"/>
                  </a:lnTo>
                  <a:lnTo>
                    <a:pt x="2992" y="539"/>
                  </a:lnTo>
                  <a:lnTo>
                    <a:pt x="2994" y="539"/>
                  </a:lnTo>
                  <a:lnTo>
                    <a:pt x="2997" y="539"/>
                  </a:lnTo>
                  <a:lnTo>
                    <a:pt x="2999" y="539"/>
                  </a:lnTo>
                  <a:lnTo>
                    <a:pt x="3001" y="539"/>
                  </a:lnTo>
                  <a:lnTo>
                    <a:pt x="3003" y="539"/>
                  </a:lnTo>
                  <a:lnTo>
                    <a:pt x="3003" y="535"/>
                  </a:lnTo>
                  <a:lnTo>
                    <a:pt x="3004" y="534"/>
                  </a:lnTo>
                  <a:lnTo>
                    <a:pt x="3006" y="530"/>
                  </a:lnTo>
                  <a:lnTo>
                    <a:pt x="3008" y="528"/>
                  </a:lnTo>
                  <a:lnTo>
                    <a:pt x="3010" y="526"/>
                  </a:lnTo>
                  <a:lnTo>
                    <a:pt x="3010" y="523"/>
                  </a:lnTo>
                  <a:lnTo>
                    <a:pt x="3012" y="521"/>
                  </a:lnTo>
                  <a:lnTo>
                    <a:pt x="3013" y="519"/>
                  </a:lnTo>
                  <a:lnTo>
                    <a:pt x="3015" y="516"/>
                  </a:lnTo>
                  <a:lnTo>
                    <a:pt x="3015" y="514"/>
                  </a:lnTo>
                  <a:lnTo>
                    <a:pt x="3017" y="510"/>
                  </a:lnTo>
                  <a:lnTo>
                    <a:pt x="3017" y="509"/>
                  </a:lnTo>
                  <a:lnTo>
                    <a:pt x="3019" y="507"/>
                  </a:lnTo>
                  <a:lnTo>
                    <a:pt x="3020" y="503"/>
                  </a:lnTo>
                  <a:lnTo>
                    <a:pt x="3020" y="502"/>
                  </a:lnTo>
                  <a:lnTo>
                    <a:pt x="3020" y="500"/>
                  </a:lnTo>
                  <a:lnTo>
                    <a:pt x="3022" y="496"/>
                  </a:lnTo>
                  <a:lnTo>
                    <a:pt x="3022" y="494"/>
                  </a:lnTo>
                  <a:lnTo>
                    <a:pt x="3024" y="491"/>
                  </a:lnTo>
                  <a:lnTo>
                    <a:pt x="3024" y="489"/>
                  </a:lnTo>
                  <a:lnTo>
                    <a:pt x="3024" y="487"/>
                  </a:lnTo>
                  <a:lnTo>
                    <a:pt x="3026" y="484"/>
                  </a:lnTo>
                  <a:lnTo>
                    <a:pt x="3026" y="482"/>
                  </a:lnTo>
                  <a:lnTo>
                    <a:pt x="3026" y="480"/>
                  </a:lnTo>
                  <a:lnTo>
                    <a:pt x="3026" y="477"/>
                  </a:lnTo>
                  <a:lnTo>
                    <a:pt x="3028" y="475"/>
                  </a:lnTo>
                  <a:lnTo>
                    <a:pt x="3028" y="473"/>
                  </a:lnTo>
                  <a:lnTo>
                    <a:pt x="3028" y="470"/>
                  </a:lnTo>
                  <a:lnTo>
                    <a:pt x="3028" y="468"/>
                  </a:lnTo>
                  <a:lnTo>
                    <a:pt x="3028" y="464"/>
                  </a:lnTo>
                  <a:lnTo>
                    <a:pt x="3028" y="462"/>
                  </a:lnTo>
                  <a:lnTo>
                    <a:pt x="3028" y="461"/>
                  </a:lnTo>
                  <a:lnTo>
                    <a:pt x="3026" y="461"/>
                  </a:lnTo>
                  <a:lnTo>
                    <a:pt x="3024" y="459"/>
                  </a:lnTo>
                  <a:lnTo>
                    <a:pt x="3022" y="459"/>
                  </a:lnTo>
                  <a:lnTo>
                    <a:pt x="3022" y="457"/>
                  </a:lnTo>
                  <a:lnTo>
                    <a:pt x="3020" y="455"/>
                  </a:lnTo>
                  <a:lnTo>
                    <a:pt x="3019" y="454"/>
                  </a:lnTo>
                  <a:lnTo>
                    <a:pt x="3017" y="452"/>
                  </a:lnTo>
                  <a:lnTo>
                    <a:pt x="3015" y="450"/>
                  </a:lnTo>
                  <a:lnTo>
                    <a:pt x="3013" y="448"/>
                  </a:lnTo>
                  <a:lnTo>
                    <a:pt x="3012" y="445"/>
                  </a:lnTo>
                  <a:lnTo>
                    <a:pt x="3010" y="443"/>
                  </a:lnTo>
                  <a:lnTo>
                    <a:pt x="3010" y="439"/>
                  </a:lnTo>
                  <a:lnTo>
                    <a:pt x="3008" y="438"/>
                  </a:lnTo>
                  <a:lnTo>
                    <a:pt x="3006" y="434"/>
                  </a:lnTo>
                  <a:lnTo>
                    <a:pt x="3004" y="430"/>
                  </a:lnTo>
                  <a:lnTo>
                    <a:pt x="3004" y="427"/>
                  </a:lnTo>
                  <a:lnTo>
                    <a:pt x="3003" y="425"/>
                  </a:lnTo>
                  <a:lnTo>
                    <a:pt x="3001" y="422"/>
                  </a:lnTo>
                  <a:lnTo>
                    <a:pt x="3001" y="418"/>
                  </a:lnTo>
                  <a:lnTo>
                    <a:pt x="2999" y="414"/>
                  </a:lnTo>
                  <a:lnTo>
                    <a:pt x="2999" y="411"/>
                  </a:lnTo>
                  <a:lnTo>
                    <a:pt x="2997" y="407"/>
                  </a:lnTo>
                  <a:lnTo>
                    <a:pt x="2997" y="404"/>
                  </a:lnTo>
                  <a:lnTo>
                    <a:pt x="2996" y="402"/>
                  </a:lnTo>
                  <a:lnTo>
                    <a:pt x="2996" y="398"/>
                  </a:lnTo>
                  <a:lnTo>
                    <a:pt x="2996" y="395"/>
                  </a:lnTo>
                  <a:lnTo>
                    <a:pt x="2994" y="393"/>
                  </a:lnTo>
                  <a:lnTo>
                    <a:pt x="2994" y="390"/>
                  </a:lnTo>
                  <a:lnTo>
                    <a:pt x="2994" y="388"/>
                  </a:lnTo>
                  <a:lnTo>
                    <a:pt x="2994" y="386"/>
                  </a:lnTo>
                  <a:lnTo>
                    <a:pt x="2994" y="384"/>
                  </a:lnTo>
                  <a:lnTo>
                    <a:pt x="2994" y="382"/>
                  </a:lnTo>
                  <a:lnTo>
                    <a:pt x="3010" y="365"/>
                  </a:lnTo>
                  <a:lnTo>
                    <a:pt x="3028" y="365"/>
                  </a:lnTo>
                  <a:lnTo>
                    <a:pt x="3045" y="366"/>
                  </a:lnTo>
                  <a:lnTo>
                    <a:pt x="3063" y="368"/>
                  </a:lnTo>
                  <a:lnTo>
                    <a:pt x="3081" y="370"/>
                  </a:lnTo>
                  <a:lnTo>
                    <a:pt x="3099" y="372"/>
                  </a:lnTo>
                  <a:lnTo>
                    <a:pt x="3116" y="375"/>
                  </a:lnTo>
                  <a:lnTo>
                    <a:pt x="3136" y="379"/>
                  </a:lnTo>
                  <a:lnTo>
                    <a:pt x="3154" y="382"/>
                  </a:lnTo>
                  <a:lnTo>
                    <a:pt x="3172" y="386"/>
                  </a:lnTo>
                  <a:lnTo>
                    <a:pt x="3191" y="391"/>
                  </a:lnTo>
                  <a:lnTo>
                    <a:pt x="3211" y="395"/>
                  </a:lnTo>
                  <a:lnTo>
                    <a:pt x="3228" y="398"/>
                  </a:lnTo>
                  <a:lnTo>
                    <a:pt x="3248" y="404"/>
                  </a:lnTo>
                  <a:lnTo>
                    <a:pt x="3268" y="407"/>
                  </a:lnTo>
                  <a:lnTo>
                    <a:pt x="3287" y="411"/>
                  </a:lnTo>
                  <a:lnTo>
                    <a:pt x="3305" y="416"/>
                  </a:lnTo>
                  <a:lnTo>
                    <a:pt x="3324" y="420"/>
                  </a:lnTo>
                  <a:lnTo>
                    <a:pt x="3344" y="423"/>
                  </a:lnTo>
                  <a:lnTo>
                    <a:pt x="3364" y="425"/>
                  </a:lnTo>
                  <a:lnTo>
                    <a:pt x="3383" y="429"/>
                  </a:lnTo>
                  <a:lnTo>
                    <a:pt x="3403" y="430"/>
                  </a:lnTo>
                  <a:lnTo>
                    <a:pt x="3420" y="432"/>
                  </a:lnTo>
                  <a:lnTo>
                    <a:pt x="3440" y="434"/>
                  </a:lnTo>
                  <a:lnTo>
                    <a:pt x="3460" y="434"/>
                  </a:lnTo>
                  <a:lnTo>
                    <a:pt x="3479" y="434"/>
                  </a:lnTo>
                  <a:lnTo>
                    <a:pt x="3497" y="432"/>
                  </a:lnTo>
                  <a:lnTo>
                    <a:pt x="3516" y="430"/>
                  </a:lnTo>
                  <a:lnTo>
                    <a:pt x="3534" y="429"/>
                  </a:lnTo>
                  <a:lnTo>
                    <a:pt x="3554" y="425"/>
                  </a:lnTo>
                  <a:lnTo>
                    <a:pt x="3572" y="420"/>
                  </a:lnTo>
                  <a:lnTo>
                    <a:pt x="3589" y="414"/>
                  </a:lnTo>
                  <a:lnTo>
                    <a:pt x="3607" y="407"/>
                  </a:lnTo>
                  <a:lnTo>
                    <a:pt x="3609" y="407"/>
                  </a:lnTo>
                  <a:lnTo>
                    <a:pt x="3611" y="406"/>
                  </a:lnTo>
                  <a:lnTo>
                    <a:pt x="3612" y="406"/>
                  </a:lnTo>
                  <a:lnTo>
                    <a:pt x="3614" y="404"/>
                  </a:lnTo>
                  <a:lnTo>
                    <a:pt x="3616" y="404"/>
                  </a:lnTo>
                  <a:lnTo>
                    <a:pt x="3616" y="402"/>
                  </a:lnTo>
                  <a:lnTo>
                    <a:pt x="3618" y="402"/>
                  </a:lnTo>
                  <a:lnTo>
                    <a:pt x="3618" y="400"/>
                  </a:lnTo>
                  <a:lnTo>
                    <a:pt x="3620" y="400"/>
                  </a:lnTo>
                  <a:lnTo>
                    <a:pt x="3621" y="398"/>
                  </a:lnTo>
                  <a:lnTo>
                    <a:pt x="3623" y="398"/>
                  </a:lnTo>
                  <a:lnTo>
                    <a:pt x="3623" y="397"/>
                  </a:lnTo>
                  <a:lnTo>
                    <a:pt x="3625" y="397"/>
                  </a:lnTo>
                  <a:lnTo>
                    <a:pt x="3625" y="395"/>
                  </a:lnTo>
                  <a:lnTo>
                    <a:pt x="3627" y="395"/>
                  </a:lnTo>
                  <a:lnTo>
                    <a:pt x="3627" y="393"/>
                  </a:lnTo>
                  <a:lnTo>
                    <a:pt x="3628" y="393"/>
                  </a:lnTo>
                  <a:lnTo>
                    <a:pt x="3628" y="391"/>
                  </a:lnTo>
                  <a:lnTo>
                    <a:pt x="3630" y="390"/>
                  </a:lnTo>
                  <a:lnTo>
                    <a:pt x="3632" y="388"/>
                  </a:lnTo>
                  <a:lnTo>
                    <a:pt x="3634" y="386"/>
                  </a:lnTo>
                  <a:lnTo>
                    <a:pt x="3634" y="384"/>
                  </a:lnTo>
                  <a:lnTo>
                    <a:pt x="3636" y="384"/>
                  </a:lnTo>
                  <a:lnTo>
                    <a:pt x="3636" y="382"/>
                  </a:lnTo>
                  <a:lnTo>
                    <a:pt x="3637" y="382"/>
                  </a:lnTo>
                  <a:lnTo>
                    <a:pt x="3637" y="381"/>
                  </a:lnTo>
                  <a:lnTo>
                    <a:pt x="3596" y="359"/>
                  </a:lnTo>
                  <a:lnTo>
                    <a:pt x="3554" y="338"/>
                  </a:lnTo>
                  <a:lnTo>
                    <a:pt x="3508" y="318"/>
                  </a:lnTo>
                  <a:lnTo>
                    <a:pt x="3461" y="299"/>
                  </a:lnTo>
                  <a:lnTo>
                    <a:pt x="3412" y="279"/>
                  </a:lnTo>
                  <a:lnTo>
                    <a:pt x="3360" y="262"/>
                  </a:lnTo>
                  <a:lnTo>
                    <a:pt x="3307" y="244"/>
                  </a:lnTo>
                  <a:lnTo>
                    <a:pt x="3253" y="226"/>
                  </a:lnTo>
                  <a:lnTo>
                    <a:pt x="3196" y="208"/>
                  </a:lnTo>
                  <a:lnTo>
                    <a:pt x="3138" y="192"/>
                  </a:lnTo>
                  <a:lnTo>
                    <a:pt x="3079" y="176"/>
                  </a:lnTo>
                  <a:lnTo>
                    <a:pt x="3017" y="160"/>
                  </a:lnTo>
                  <a:lnTo>
                    <a:pt x="2955" y="146"/>
                  </a:lnTo>
                  <a:lnTo>
                    <a:pt x="2889" y="132"/>
                  </a:lnTo>
                  <a:lnTo>
                    <a:pt x="2823" y="118"/>
                  </a:lnTo>
                  <a:lnTo>
                    <a:pt x="2756" y="105"/>
                  </a:lnTo>
                  <a:lnTo>
                    <a:pt x="2688" y="93"/>
                  </a:lnTo>
                  <a:lnTo>
                    <a:pt x="2617" y="82"/>
                  </a:lnTo>
                  <a:lnTo>
                    <a:pt x="2546" y="71"/>
                  </a:lnTo>
                  <a:lnTo>
                    <a:pt x="2473" y="61"/>
                  </a:lnTo>
                  <a:lnTo>
                    <a:pt x="2400" y="52"/>
                  </a:lnTo>
                  <a:lnTo>
                    <a:pt x="2325" y="43"/>
                  </a:lnTo>
                  <a:lnTo>
                    <a:pt x="2249" y="36"/>
                  </a:lnTo>
                  <a:lnTo>
                    <a:pt x="2172" y="29"/>
                  </a:lnTo>
                  <a:lnTo>
                    <a:pt x="2094" y="22"/>
                  </a:lnTo>
                  <a:lnTo>
                    <a:pt x="2014" y="16"/>
                  </a:lnTo>
                  <a:lnTo>
                    <a:pt x="1934" y="11"/>
                  </a:lnTo>
                  <a:lnTo>
                    <a:pt x="1854" y="7"/>
                  </a:lnTo>
                  <a:lnTo>
                    <a:pt x="1772" y="4"/>
                  </a:lnTo>
                  <a:lnTo>
                    <a:pt x="1689" y="2"/>
                  </a:lnTo>
                  <a:lnTo>
                    <a:pt x="1607" y="2"/>
                  </a:lnTo>
                  <a:lnTo>
                    <a:pt x="1522" y="0"/>
                  </a:lnTo>
                  <a:lnTo>
                    <a:pt x="1468" y="0"/>
                  </a:lnTo>
                  <a:lnTo>
                    <a:pt x="1415" y="2"/>
                  </a:lnTo>
                  <a:lnTo>
                    <a:pt x="1362" y="2"/>
                  </a:lnTo>
                  <a:lnTo>
                    <a:pt x="1308" y="4"/>
                  </a:lnTo>
                  <a:lnTo>
                    <a:pt x="1257" y="6"/>
                  </a:lnTo>
                  <a:lnTo>
                    <a:pt x="1205" y="7"/>
                  </a:lnTo>
                  <a:lnTo>
                    <a:pt x="1152" y="9"/>
                  </a:lnTo>
                  <a:lnTo>
                    <a:pt x="1100" y="13"/>
                  </a:lnTo>
                  <a:lnTo>
                    <a:pt x="1051" y="14"/>
                  </a:lnTo>
                  <a:lnTo>
                    <a:pt x="999" y="18"/>
                  </a:lnTo>
                  <a:lnTo>
                    <a:pt x="949" y="22"/>
                  </a:lnTo>
                  <a:lnTo>
                    <a:pt x="900" y="25"/>
                  </a:lnTo>
                  <a:lnTo>
                    <a:pt x="850" y="30"/>
                  </a:lnTo>
                  <a:lnTo>
                    <a:pt x="800" y="34"/>
                  </a:lnTo>
                  <a:lnTo>
                    <a:pt x="752" y="39"/>
                  </a:lnTo>
                  <a:lnTo>
                    <a:pt x="702" y="45"/>
                  </a:lnTo>
                  <a:lnTo>
                    <a:pt x="654" y="50"/>
                  </a:lnTo>
                  <a:lnTo>
                    <a:pt x="608" y="57"/>
                  </a:lnTo>
                  <a:lnTo>
                    <a:pt x="560" y="62"/>
                  </a:lnTo>
                  <a:lnTo>
                    <a:pt x="514" y="70"/>
                  </a:lnTo>
                  <a:lnTo>
                    <a:pt x="468" y="75"/>
                  </a:lnTo>
                  <a:lnTo>
                    <a:pt x="423" y="82"/>
                  </a:lnTo>
                  <a:lnTo>
                    <a:pt x="379" y="89"/>
                  </a:lnTo>
                  <a:lnTo>
                    <a:pt x="334" y="98"/>
                  </a:lnTo>
                  <a:lnTo>
                    <a:pt x="290" y="105"/>
                  </a:lnTo>
                  <a:lnTo>
                    <a:pt x="247" y="114"/>
                  </a:lnTo>
                  <a:lnTo>
                    <a:pt x="204" y="121"/>
                  </a:lnTo>
                  <a:lnTo>
                    <a:pt x="162" y="130"/>
                  </a:lnTo>
                  <a:lnTo>
                    <a:pt x="121" y="139"/>
                  </a:lnTo>
                  <a:lnTo>
                    <a:pt x="80" y="148"/>
                  </a:lnTo>
                  <a:lnTo>
                    <a:pt x="39" y="158"/>
                  </a:lnTo>
                  <a:lnTo>
                    <a:pt x="0" y="167"/>
                  </a:lnTo>
                </a:path>
              </a:pathLst>
            </a:custGeom>
            <a:gradFill rotWithShape="0">
              <a:gsLst>
                <a:gs pos="0">
                  <a:srgbClr val="009900">
                    <a:gamma/>
                    <a:shade val="89804"/>
                    <a:invGamma/>
                  </a:srgbClr>
                </a:gs>
                <a:gs pos="100000">
                  <a:srgbClr val="009900"/>
                </a:gs>
              </a:gsLst>
              <a:lin ang="5400000" scaled="1"/>
            </a:gradFill>
            <a:ln w="12700" cap="rnd" cmpd="sng">
              <a:no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latin typeface="Times New Roman" panose="02020603050405020304" pitchFamily="18" charset="0"/>
                <a:ea typeface="宋体" panose="02010600030101010101" pitchFamily="2" charset="-122"/>
              </a:endParaRPr>
            </a:p>
          </p:txBody>
        </p:sp>
        <p:sp>
          <p:nvSpPr>
            <p:cNvPr id="30733" name="Freeform 11"/>
            <p:cNvSpPr/>
            <p:nvPr/>
          </p:nvSpPr>
          <p:spPr>
            <a:xfrm>
              <a:off x="1366" y="3304"/>
              <a:ext cx="3638" cy="666"/>
            </a:xfrm>
            <a:custGeom>
              <a:avLst/>
              <a:gdLst/>
              <a:ahLst/>
              <a:cxnLst>
                <a:cxn ang="0">
                  <a:pos x="55" y="206"/>
                </a:cxn>
                <a:cxn ang="0">
                  <a:pos x="130" y="210"/>
                </a:cxn>
                <a:cxn ang="0">
                  <a:pos x="192" y="217"/>
                </a:cxn>
                <a:cxn ang="0">
                  <a:pos x="194" y="267"/>
                </a:cxn>
                <a:cxn ang="0">
                  <a:pos x="176" y="308"/>
                </a:cxn>
                <a:cxn ang="0">
                  <a:pos x="160" y="342"/>
                </a:cxn>
                <a:cxn ang="0">
                  <a:pos x="188" y="365"/>
                </a:cxn>
                <a:cxn ang="0">
                  <a:pos x="213" y="379"/>
                </a:cxn>
                <a:cxn ang="0">
                  <a:pos x="252" y="391"/>
                </a:cxn>
                <a:cxn ang="0">
                  <a:pos x="265" y="409"/>
                </a:cxn>
                <a:cxn ang="0">
                  <a:pos x="418" y="418"/>
                </a:cxn>
                <a:cxn ang="0">
                  <a:pos x="663" y="430"/>
                </a:cxn>
                <a:cxn ang="0">
                  <a:pos x="905" y="480"/>
                </a:cxn>
                <a:cxn ang="0">
                  <a:pos x="969" y="500"/>
                </a:cxn>
                <a:cxn ang="0">
                  <a:pos x="1015" y="516"/>
                </a:cxn>
                <a:cxn ang="0">
                  <a:pos x="1072" y="491"/>
                </a:cxn>
                <a:cxn ang="0">
                  <a:pos x="1058" y="436"/>
                </a:cxn>
                <a:cxn ang="0">
                  <a:pos x="1017" y="395"/>
                </a:cxn>
                <a:cxn ang="0">
                  <a:pos x="1024" y="313"/>
                </a:cxn>
                <a:cxn ang="0">
                  <a:pos x="1125" y="320"/>
                </a:cxn>
                <a:cxn ang="0">
                  <a:pos x="1212" y="352"/>
                </a:cxn>
                <a:cxn ang="0">
                  <a:pos x="1500" y="356"/>
                </a:cxn>
                <a:cxn ang="0">
                  <a:pos x="1520" y="379"/>
                </a:cxn>
                <a:cxn ang="0">
                  <a:pos x="1540" y="398"/>
                </a:cxn>
                <a:cxn ang="0">
                  <a:pos x="1707" y="452"/>
                </a:cxn>
                <a:cxn ang="0">
                  <a:pos x="1936" y="475"/>
                </a:cxn>
                <a:cxn ang="0">
                  <a:pos x="2071" y="434"/>
                </a:cxn>
                <a:cxn ang="0">
                  <a:pos x="2037" y="423"/>
                </a:cxn>
                <a:cxn ang="0">
                  <a:pos x="2000" y="411"/>
                </a:cxn>
                <a:cxn ang="0">
                  <a:pos x="1972" y="402"/>
                </a:cxn>
                <a:cxn ang="0">
                  <a:pos x="1941" y="390"/>
                </a:cxn>
                <a:cxn ang="0">
                  <a:pos x="1913" y="382"/>
                </a:cxn>
                <a:cxn ang="0">
                  <a:pos x="1902" y="365"/>
                </a:cxn>
                <a:cxn ang="0">
                  <a:pos x="1890" y="347"/>
                </a:cxn>
                <a:cxn ang="0">
                  <a:pos x="1906" y="308"/>
                </a:cxn>
                <a:cxn ang="0">
                  <a:pos x="2062" y="352"/>
                </a:cxn>
                <a:cxn ang="0">
                  <a:pos x="2187" y="446"/>
                </a:cxn>
                <a:cxn ang="0">
                  <a:pos x="2233" y="496"/>
                </a:cxn>
                <a:cxn ang="0">
                  <a:pos x="2304" y="534"/>
                </a:cxn>
                <a:cxn ang="0">
                  <a:pos x="2345" y="573"/>
                </a:cxn>
                <a:cxn ang="0">
                  <a:pos x="2533" y="635"/>
                </a:cxn>
                <a:cxn ang="0">
                  <a:pos x="2766" y="665"/>
                </a:cxn>
                <a:cxn ang="0">
                  <a:pos x="2903" y="649"/>
                </a:cxn>
                <a:cxn ang="0">
                  <a:pos x="2919" y="638"/>
                </a:cxn>
                <a:cxn ang="0">
                  <a:pos x="2935" y="564"/>
                </a:cxn>
                <a:cxn ang="0">
                  <a:pos x="2960" y="555"/>
                </a:cxn>
                <a:cxn ang="0">
                  <a:pos x="2988" y="541"/>
                </a:cxn>
                <a:cxn ang="0">
                  <a:pos x="3010" y="526"/>
                </a:cxn>
                <a:cxn ang="0">
                  <a:pos x="3022" y="496"/>
                </a:cxn>
                <a:cxn ang="0">
                  <a:pos x="3028" y="468"/>
                </a:cxn>
                <a:cxn ang="0">
                  <a:pos x="3013" y="448"/>
                </a:cxn>
                <a:cxn ang="0">
                  <a:pos x="2999" y="411"/>
                </a:cxn>
                <a:cxn ang="0">
                  <a:pos x="3010" y="365"/>
                </a:cxn>
                <a:cxn ang="0">
                  <a:pos x="3228" y="398"/>
                </a:cxn>
                <a:cxn ang="0">
                  <a:pos x="3460" y="434"/>
                </a:cxn>
                <a:cxn ang="0">
                  <a:pos x="3614" y="404"/>
                </a:cxn>
                <a:cxn ang="0">
                  <a:pos x="3627" y="393"/>
                </a:cxn>
                <a:cxn ang="0">
                  <a:pos x="3554" y="338"/>
                </a:cxn>
                <a:cxn ang="0">
                  <a:pos x="2889" y="132"/>
                </a:cxn>
                <a:cxn ang="0">
                  <a:pos x="2014" y="16"/>
                </a:cxn>
                <a:cxn ang="0">
                  <a:pos x="1205" y="7"/>
                </a:cxn>
                <a:cxn ang="0">
                  <a:pos x="608" y="57"/>
                </a:cxn>
                <a:cxn ang="0">
                  <a:pos x="80" y="148"/>
                </a:cxn>
              </a:cxnLst>
              <a:rect l="0" t="0" r="0" b="0"/>
              <a:pathLst>
                <a:path w="3638" h="666">
                  <a:moveTo>
                    <a:pt x="0" y="167"/>
                  </a:moveTo>
                  <a:lnTo>
                    <a:pt x="0" y="192"/>
                  </a:lnTo>
                  <a:lnTo>
                    <a:pt x="5" y="194"/>
                  </a:lnTo>
                  <a:lnTo>
                    <a:pt x="11" y="196"/>
                  </a:lnTo>
                  <a:lnTo>
                    <a:pt x="14" y="198"/>
                  </a:lnTo>
                  <a:lnTo>
                    <a:pt x="20" y="199"/>
                  </a:lnTo>
                  <a:lnTo>
                    <a:pt x="27" y="201"/>
                  </a:lnTo>
                  <a:lnTo>
                    <a:pt x="32" y="203"/>
                  </a:lnTo>
                  <a:lnTo>
                    <a:pt x="37" y="205"/>
                  </a:lnTo>
                  <a:lnTo>
                    <a:pt x="43" y="205"/>
                  </a:lnTo>
                  <a:lnTo>
                    <a:pt x="48" y="206"/>
                  </a:lnTo>
                  <a:lnTo>
                    <a:pt x="55" y="206"/>
                  </a:lnTo>
                  <a:lnTo>
                    <a:pt x="60" y="208"/>
                  </a:lnTo>
                  <a:lnTo>
                    <a:pt x="68" y="208"/>
                  </a:lnTo>
                  <a:lnTo>
                    <a:pt x="73" y="208"/>
                  </a:lnTo>
                  <a:lnTo>
                    <a:pt x="80" y="210"/>
                  </a:lnTo>
                  <a:lnTo>
                    <a:pt x="85" y="210"/>
                  </a:lnTo>
                  <a:lnTo>
                    <a:pt x="92" y="210"/>
                  </a:lnTo>
                  <a:lnTo>
                    <a:pt x="98" y="210"/>
                  </a:lnTo>
                  <a:lnTo>
                    <a:pt x="105" y="210"/>
                  </a:lnTo>
                  <a:lnTo>
                    <a:pt x="110" y="210"/>
                  </a:lnTo>
                  <a:lnTo>
                    <a:pt x="117" y="210"/>
                  </a:lnTo>
                  <a:lnTo>
                    <a:pt x="123" y="210"/>
                  </a:lnTo>
                  <a:lnTo>
                    <a:pt x="130" y="210"/>
                  </a:lnTo>
                  <a:lnTo>
                    <a:pt x="135" y="210"/>
                  </a:lnTo>
                  <a:lnTo>
                    <a:pt x="142" y="210"/>
                  </a:lnTo>
                  <a:lnTo>
                    <a:pt x="148" y="210"/>
                  </a:lnTo>
                  <a:lnTo>
                    <a:pt x="155" y="210"/>
                  </a:lnTo>
                  <a:lnTo>
                    <a:pt x="160" y="210"/>
                  </a:lnTo>
                  <a:lnTo>
                    <a:pt x="167" y="208"/>
                  </a:lnTo>
                  <a:lnTo>
                    <a:pt x="172" y="208"/>
                  </a:lnTo>
                  <a:lnTo>
                    <a:pt x="178" y="208"/>
                  </a:lnTo>
                  <a:lnTo>
                    <a:pt x="185" y="208"/>
                  </a:lnTo>
                  <a:lnTo>
                    <a:pt x="190" y="208"/>
                  </a:lnTo>
                  <a:lnTo>
                    <a:pt x="190" y="214"/>
                  </a:lnTo>
                  <a:lnTo>
                    <a:pt x="192" y="217"/>
                  </a:lnTo>
                  <a:lnTo>
                    <a:pt x="192" y="221"/>
                  </a:lnTo>
                  <a:lnTo>
                    <a:pt x="192" y="226"/>
                  </a:lnTo>
                  <a:lnTo>
                    <a:pt x="194" y="230"/>
                  </a:lnTo>
                  <a:lnTo>
                    <a:pt x="194" y="233"/>
                  </a:lnTo>
                  <a:lnTo>
                    <a:pt x="194" y="238"/>
                  </a:lnTo>
                  <a:lnTo>
                    <a:pt x="194" y="242"/>
                  </a:lnTo>
                  <a:lnTo>
                    <a:pt x="194" y="246"/>
                  </a:lnTo>
                  <a:lnTo>
                    <a:pt x="194" y="251"/>
                  </a:lnTo>
                  <a:lnTo>
                    <a:pt x="194" y="254"/>
                  </a:lnTo>
                  <a:lnTo>
                    <a:pt x="194" y="258"/>
                  </a:lnTo>
                  <a:lnTo>
                    <a:pt x="194" y="263"/>
                  </a:lnTo>
                  <a:lnTo>
                    <a:pt x="194" y="267"/>
                  </a:lnTo>
                  <a:lnTo>
                    <a:pt x="194" y="270"/>
                  </a:lnTo>
                  <a:lnTo>
                    <a:pt x="192" y="274"/>
                  </a:lnTo>
                  <a:lnTo>
                    <a:pt x="192" y="279"/>
                  </a:lnTo>
                  <a:lnTo>
                    <a:pt x="190" y="283"/>
                  </a:lnTo>
                  <a:lnTo>
                    <a:pt x="188" y="286"/>
                  </a:lnTo>
                  <a:lnTo>
                    <a:pt x="188" y="290"/>
                  </a:lnTo>
                  <a:lnTo>
                    <a:pt x="187" y="294"/>
                  </a:lnTo>
                  <a:lnTo>
                    <a:pt x="185" y="297"/>
                  </a:lnTo>
                  <a:lnTo>
                    <a:pt x="183" y="299"/>
                  </a:lnTo>
                  <a:lnTo>
                    <a:pt x="180" y="302"/>
                  </a:lnTo>
                  <a:lnTo>
                    <a:pt x="178" y="306"/>
                  </a:lnTo>
                  <a:lnTo>
                    <a:pt x="176" y="308"/>
                  </a:lnTo>
                  <a:lnTo>
                    <a:pt x="172" y="311"/>
                  </a:lnTo>
                  <a:lnTo>
                    <a:pt x="169" y="313"/>
                  </a:lnTo>
                  <a:lnTo>
                    <a:pt x="167" y="315"/>
                  </a:lnTo>
                  <a:lnTo>
                    <a:pt x="164" y="318"/>
                  </a:lnTo>
                  <a:lnTo>
                    <a:pt x="160" y="320"/>
                  </a:lnTo>
                  <a:lnTo>
                    <a:pt x="155" y="322"/>
                  </a:lnTo>
                  <a:lnTo>
                    <a:pt x="156" y="326"/>
                  </a:lnTo>
                  <a:lnTo>
                    <a:pt x="156" y="329"/>
                  </a:lnTo>
                  <a:lnTo>
                    <a:pt x="156" y="333"/>
                  </a:lnTo>
                  <a:lnTo>
                    <a:pt x="158" y="336"/>
                  </a:lnTo>
                  <a:lnTo>
                    <a:pt x="158" y="338"/>
                  </a:lnTo>
                  <a:lnTo>
                    <a:pt x="160" y="342"/>
                  </a:lnTo>
                  <a:lnTo>
                    <a:pt x="162" y="345"/>
                  </a:lnTo>
                  <a:lnTo>
                    <a:pt x="164" y="347"/>
                  </a:lnTo>
                  <a:lnTo>
                    <a:pt x="165" y="349"/>
                  </a:lnTo>
                  <a:lnTo>
                    <a:pt x="167" y="350"/>
                  </a:lnTo>
                  <a:lnTo>
                    <a:pt x="171" y="354"/>
                  </a:lnTo>
                  <a:lnTo>
                    <a:pt x="172" y="356"/>
                  </a:lnTo>
                  <a:lnTo>
                    <a:pt x="174" y="358"/>
                  </a:lnTo>
                  <a:lnTo>
                    <a:pt x="178" y="359"/>
                  </a:lnTo>
                  <a:lnTo>
                    <a:pt x="180" y="359"/>
                  </a:lnTo>
                  <a:lnTo>
                    <a:pt x="183" y="361"/>
                  </a:lnTo>
                  <a:lnTo>
                    <a:pt x="185" y="363"/>
                  </a:lnTo>
                  <a:lnTo>
                    <a:pt x="188" y="365"/>
                  </a:lnTo>
                  <a:lnTo>
                    <a:pt x="190" y="365"/>
                  </a:lnTo>
                  <a:lnTo>
                    <a:pt x="194" y="366"/>
                  </a:lnTo>
                  <a:lnTo>
                    <a:pt x="196" y="368"/>
                  </a:lnTo>
                  <a:lnTo>
                    <a:pt x="197" y="368"/>
                  </a:lnTo>
                  <a:lnTo>
                    <a:pt x="201" y="370"/>
                  </a:lnTo>
                  <a:lnTo>
                    <a:pt x="203" y="372"/>
                  </a:lnTo>
                  <a:lnTo>
                    <a:pt x="204" y="372"/>
                  </a:lnTo>
                  <a:lnTo>
                    <a:pt x="208" y="374"/>
                  </a:lnTo>
                  <a:lnTo>
                    <a:pt x="210" y="375"/>
                  </a:lnTo>
                  <a:lnTo>
                    <a:pt x="212" y="377"/>
                  </a:lnTo>
                  <a:lnTo>
                    <a:pt x="213" y="377"/>
                  </a:lnTo>
                  <a:lnTo>
                    <a:pt x="213" y="379"/>
                  </a:lnTo>
                  <a:lnTo>
                    <a:pt x="215" y="381"/>
                  </a:lnTo>
                  <a:lnTo>
                    <a:pt x="217" y="382"/>
                  </a:lnTo>
                  <a:lnTo>
                    <a:pt x="242" y="382"/>
                  </a:lnTo>
                  <a:lnTo>
                    <a:pt x="244" y="382"/>
                  </a:lnTo>
                  <a:lnTo>
                    <a:pt x="244" y="384"/>
                  </a:lnTo>
                  <a:lnTo>
                    <a:pt x="245" y="384"/>
                  </a:lnTo>
                  <a:lnTo>
                    <a:pt x="245" y="386"/>
                  </a:lnTo>
                  <a:lnTo>
                    <a:pt x="247" y="386"/>
                  </a:lnTo>
                  <a:lnTo>
                    <a:pt x="247" y="388"/>
                  </a:lnTo>
                  <a:lnTo>
                    <a:pt x="249" y="390"/>
                  </a:lnTo>
                  <a:lnTo>
                    <a:pt x="251" y="391"/>
                  </a:lnTo>
                  <a:lnTo>
                    <a:pt x="252" y="391"/>
                  </a:lnTo>
                  <a:lnTo>
                    <a:pt x="252" y="393"/>
                  </a:lnTo>
                  <a:lnTo>
                    <a:pt x="254" y="395"/>
                  </a:lnTo>
                  <a:lnTo>
                    <a:pt x="256" y="397"/>
                  </a:lnTo>
                  <a:lnTo>
                    <a:pt x="258" y="398"/>
                  </a:lnTo>
                  <a:lnTo>
                    <a:pt x="258" y="400"/>
                  </a:lnTo>
                  <a:lnTo>
                    <a:pt x="260" y="400"/>
                  </a:lnTo>
                  <a:lnTo>
                    <a:pt x="260" y="402"/>
                  </a:lnTo>
                  <a:lnTo>
                    <a:pt x="261" y="404"/>
                  </a:lnTo>
                  <a:lnTo>
                    <a:pt x="263" y="406"/>
                  </a:lnTo>
                  <a:lnTo>
                    <a:pt x="263" y="407"/>
                  </a:lnTo>
                  <a:lnTo>
                    <a:pt x="265" y="407"/>
                  </a:lnTo>
                  <a:lnTo>
                    <a:pt x="265" y="409"/>
                  </a:lnTo>
                  <a:lnTo>
                    <a:pt x="267" y="411"/>
                  </a:lnTo>
                  <a:lnTo>
                    <a:pt x="267" y="413"/>
                  </a:lnTo>
                  <a:lnTo>
                    <a:pt x="267" y="414"/>
                  </a:lnTo>
                  <a:lnTo>
                    <a:pt x="268" y="414"/>
                  </a:lnTo>
                  <a:lnTo>
                    <a:pt x="268" y="416"/>
                  </a:lnTo>
                  <a:lnTo>
                    <a:pt x="290" y="416"/>
                  </a:lnTo>
                  <a:lnTo>
                    <a:pt x="311" y="416"/>
                  </a:lnTo>
                  <a:lnTo>
                    <a:pt x="332" y="416"/>
                  </a:lnTo>
                  <a:lnTo>
                    <a:pt x="354" y="416"/>
                  </a:lnTo>
                  <a:lnTo>
                    <a:pt x="375" y="416"/>
                  </a:lnTo>
                  <a:lnTo>
                    <a:pt x="396" y="418"/>
                  </a:lnTo>
                  <a:lnTo>
                    <a:pt x="418" y="418"/>
                  </a:lnTo>
                  <a:lnTo>
                    <a:pt x="439" y="418"/>
                  </a:lnTo>
                  <a:lnTo>
                    <a:pt x="460" y="418"/>
                  </a:lnTo>
                  <a:lnTo>
                    <a:pt x="480" y="418"/>
                  </a:lnTo>
                  <a:lnTo>
                    <a:pt x="501" y="420"/>
                  </a:lnTo>
                  <a:lnTo>
                    <a:pt x="521" y="420"/>
                  </a:lnTo>
                  <a:lnTo>
                    <a:pt x="542" y="422"/>
                  </a:lnTo>
                  <a:lnTo>
                    <a:pt x="562" y="423"/>
                  </a:lnTo>
                  <a:lnTo>
                    <a:pt x="583" y="423"/>
                  </a:lnTo>
                  <a:lnTo>
                    <a:pt x="603" y="425"/>
                  </a:lnTo>
                  <a:lnTo>
                    <a:pt x="624" y="427"/>
                  </a:lnTo>
                  <a:lnTo>
                    <a:pt x="644" y="429"/>
                  </a:lnTo>
                  <a:lnTo>
                    <a:pt x="663" y="430"/>
                  </a:lnTo>
                  <a:lnTo>
                    <a:pt x="684" y="434"/>
                  </a:lnTo>
                  <a:lnTo>
                    <a:pt x="704" y="436"/>
                  </a:lnTo>
                  <a:lnTo>
                    <a:pt x="724" y="439"/>
                  </a:lnTo>
                  <a:lnTo>
                    <a:pt x="745" y="443"/>
                  </a:lnTo>
                  <a:lnTo>
                    <a:pt x="764" y="446"/>
                  </a:lnTo>
                  <a:lnTo>
                    <a:pt x="784" y="450"/>
                  </a:lnTo>
                  <a:lnTo>
                    <a:pt x="805" y="454"/>
                  </a:lnTo>
                  <a:lnTo>
                    <a:pt x="825" y="459"/>
                  </a:lnTo>
                  <a:lnTo>
                    <a:pt x="844" y="462"/>
                  </a:lnTo>
                  <a:lnTo>
                    <a:pt x="864" y="468"/>
                  </a:lnTo>
                  <a:lnTo>
                    <a:pt x="885" y="473"/>
                  </a:lnTo>
                  <a:lnTo>
                    <a:pt x="905" y="480"/>
                  </a:lnTo>
                  <a:lnTo>
                    <a:pt x="926" y="486"/>
                  </a:lnTo>
                  <a:lnTo>
                    <a:pt x="930" y="487"/>
                  </a:lnTo>
                  <a:lnTo>
                    <a:pt x="933" y="487"/>
                  </a:lnTo>
                  <a:lnTo>
                    <a:pt x="937" y="489"/>
                  </a:lnTo>
                  <a:lnTo>
                    <a:pt x="942" y="491"/>
                  </a:lnTo>
                  <a:lnTo>
                    <a:pt x="946" y="491"/>
                  </a:lnTo>
                  <a:lnTo>
                    <a:pt x="949" y="493"/>
                  </a:lnTo>
                  <a:lnTo>
                    <a:pt x="953" y="494"/>
                  </a:lnTo>
                  <a:lnTo>
                    <a:pt x="956" y="494"/>
                  </a:lnTo>
                  <a:lnTo>
                    <a:pt x="960" y="496"/>
                  </a:lnTo>
                  <a:lnTo>
                    <a:pt x="964" y="498"/>
                  </a:lnTo>
                  <a:lnTo>
                    <a:pt x="969" y="500"/>
                  </a:lnTo>
                  <a:lnTo>
                    <a:pt x="972" y="502"/>
                  </a:lnTo>
                  <a:lnTo>
                    <a:pt x="976" y="502"/>
                  </a:lnTo>
                  <a:lnTo>
                    <a:pt x="980" y="503"/>
                  </a:lnTo>
                  <a:lnTo>
                    <a:pt x="983" y="505"/>
                  </a:lnTo>
                  <a:lnTo>
                    <a:pt x="987" y="507"/>
                  </a:lnTo>
                  <a:lnTo>
                    <a:pt x="990" y="509"/>
                  </a:lnTo>
                  <a:lnTo>
                    <a:pt x="996" y="509"/>
                  </a:lnTo>
                  <a:lnTo>
                    <a:pt x="999" y="510"/>
                  </a:lnTo>
                  <a:lnTo>
                    <a:pt x="1003" y="512"/>
                  </a:lnTo>
                  <a:lnTo>
                    <a:pt x="1006" y="514"/>
                  </a:lnTo>
                  <a:lnTo>
                    <a:pt x="1012" y="514"/>
                  </a:lnTo>
                  <a:lnTo>
                    <a:pt x="1015" y="516"/>
                  </a:lnTo>
                  <a:lnTo>
                    <a:pt x="1019" y="516"/>
                  </a:lnTo>
                  <a:lnTo>
                    <a:pt x="1024" y="518"/>
                  </a:lnTo>
                  <a:lnTo>
                    <a:pt x="1028" y="518"/>
                  </a:lnTo>
                  <a:lnTo>
                    <a:pt x="1033" y="519"/>
                  </a:lnTo>
                  <a:lnTo>
                    <a:pt x="1036" y="519"/>
                  </a:lnTo>
                  <a:lnTo>
                    <a:pt x="1042" y="519"/>
                  </a:lnTo>
                  <a:lnTo>
                    <a:pt x="1045" y="521"/>
                  </a:lnTo>
                  <a:lnTo>
                    <a:pt x="1051" y="521"/>
                  </a:lnTo>
                  <a:lnTo>
                    <a:pt x="1056" y="521"/>
                  </a:lnTo>
                  <a:lnTo>
                    <a:pt x="1072" y="503"/>
                  </a:lnTo>
                  <a:lnTo>
                    <a:pt x="1072" y="496"/>
                  </a:lnTo>
                  <a:lnTo>
                    <a:pt x="1072" y="491"/>
                  </a:lnTo>
                  <a:lnTo>
                    <a:pt x="1072" y="486"/>
                  </a:lnTo>
                  <a:lnTo>
                    <a:pt x="1072" y="480"/>
                  </a:lnTo>
                  <a:lnTo>
                    <a:pt x="1070" y="475"/>
                  </a:lnTo>
                  <a:lnTo>
                    <a:pt x="1070" y="470"/>
                  </a:lnTo>
                  <a:lnTo>
                    <a:pt x="1068" y="464"/>
                  </a:lnTo>
                  <a:lnTo>
                    <a:pt x="1067" y="461"/>
                  </a:lnTo>
                  <a:lnTo>
                    <a:pt x="1067" y="455"/>
                  </a:lnTo>
                  <a:lnTo>
                    <a:pt x="1065" y="452"/>
                  </a:lnTo>
                  <a:lnTo>
                    <a:pt x="1063" y="446"/>
                  </a:lnTo>
                  <a:lnTo>
                    <a:pt x="1061" y="443"/>
                  </a:lnTo>
                  <a:lnTo>
                    <a:pt x="1060" y="439"/>
                  </a:lnTo>
                  <a:lnTo>
                    <a:pt x="1058" y="436"/>
                  </a:lnTo>
                  <a:lnTo>
                    <a:pt x="1054" y="432"/>
                  </a:lnTo>
                  <a:lnTo>
                    <a:pt x="1052" y="429"/>
                  </a:lnTo>
                  <a:lnTo>
                    <a:pt x="1049" y="425"/>
                  </a:lnTo>
                  <a:lnTo>
                    <a:pt x="1047" y="422"/>
                  </a:lnTo>
                  <a:lnTo>
                    <a:pt x="1044" y="418"/>
                  </a:lnTo>
                  <a:lnTo>
                    <a:pt x="1040" y="414"/>
                  </a:lnTo>
                  <a:lnTo>
                    <a:pt x="1036" y="413"/>
                  </a:lnTo>
                  <a:lnTo>
                    <a:pt x="1033" y="409"/>
                  </a:lnTo>
                  <a:lnTo>
                    <a:pt x="1029" y="406"/>
                  </a:lnTo>
                  <a:lnTo>
                    <a:pt x="1026" y="402"/>
                  </a:lnTo>
                  <a:lnTo>
                    <a:pt x="1020" y="398"/>
                  </a:lnTo>
                  <a:lnTo>
                    <a:pt x="1017" y="395"/>
                  </a:lnTo>
                  <a:lnTo>
                    <a:pt x="1012" y="391"/>
                  </a:lnTo>
                  <a:lnTo>
                    <a:pt x="1008" y="388"/>
                  </a:lnTo>
                  <a:lnTo>
                    <a:pt x="1003" y="384"/>
                  </a:lnTo>
                  <a:lnTo>
                    <a:pt x="997" y="381"/>
                  </a:lnTo>
                  <a:lnTo>
                    <a:pt x="992" y="377"/>
                  </a:lnTo>
                  <a:lnTo>
                    <a:pt x="987" y="374"/>
                  </a:lnTo>
                  <a:lnTo>
                    <a:pt x="987" y="313"/>
                  </a:lnTo>
                  <a:lnTo>
                    <a:pt x="994" y="313"/>
                  </a:lnTo>
                  <a:lnTo>
                    <a:pt x="1001" y="313"/>
                  </a:lnTo>
                  <a:lnTo>
                    <a:pt x="1008" y="313"/>
                  </a:lnTo>
                  <a:lnTo>
                    <a:pt x="1017" y="313"/>
                  </a:lnTo>
                  <a:lnTo>
                    <a:pt x="1024" y="313"/>
                  </a:lnTo>
                  <a:lnTo>
                    <a:pt x="1033" y="313"/>
                  </a:lnTo>
                  <a:lnTo>
                    <a:pt x="1042" y="313"/>
                  </a:lnTo>
                  <a:lnTo>
                    <a:pt x="1049" y="313"/>
                  </a:lnTo>
                  <a:lnTo>
                    <a:pt x="1058" y="313"/>
                  </a:lnTo>
                  <a:lnTo>
                    <a:pt x="1067" y="315"/>
                  </a:lnTo>
                  <a:lnTo>
                    <a:pt x="1076" y="315"/>
                  </a:lnTo>
                  <a:lnTo>
                    <a:pt x="1083" y="315"/>
                  </a:lnTo>
                  <a:lnTo>
                    <a:pt x="1092" y="317"/>
                  </a:lnTo>
                  <a:lnTo>
                    <a:pt x="1100" y="317"/>
                  </a:lnTo>
                  <a:lnTo>
                    <a:pt x="1109" y="318"/>
                  </a:lnTo>
                  <a:lnTo>
                    <a:pt x="1116" y="318"/>
                  </a:lnTo>
                  <a:lnTo>
                    <a:pt x="1125" y="320"/>
                  </a:lnTo>
                  <a:lnTo>
                    <a:pt x="1134" y="322"/>
                  </a:lnTo>
                  <a:lnTo>
                    <a:pt x="1141" y="324"/>
                  </a:lnTo>
                  <a:lnTo>
                    <a:pt x="1150" y="326"/>
                  </a:lnTo>
                  <a:lnTo>
                    <a:pt x="1157" y="327"/>
                  </a:lnTo>
                  <a:lnTo>
                    <a:pt x="1164" y="329"/>
                  </a:lnTo>
                  <a:lnTo>
                    <a:pt x="1172" y="333"/>
                  </a:lnTo>
                  <a:lnTo>
                    <a:pt x="1179" y="334"/>
                  </a:lnTo>
                  <a:lnTo>
                    <a:pt x="1186" y="338"/>
                  </a:lnTo>
                  <a:lnTo>
                    <a:pt x="1193" y="340"/>
                  </a:lnTo>
                  <a:lnTo>
                    <a:pt x="1200" y="343"/>
                  </a:lnTo>
                  <a:lnTo>
                    <a:pt x="1205" y="347"/>
                  </a:lnTo>
                  <a:lnTo>
                    <a:pt x="1212" y="352"/>
                  </a:lnTo>
                  <a:lnTo>
                    <a:pt x="1218" y="356"/>
                  </a:lnTo>
                  <a:lnTo>
                    <a:pt x="1223" y="359"/>
                  </a:lnTo>
                  <a:lnTo>
                    <a:pt x="1228" y="365"/>
                  </a:lnTo>
                  <a:lnTo>
                    <a:pt x="1332" y="365"/>
                  </a:lnTo>
                  <a:lnTo>
                    <a:pt x="1349" y="347"/>
                  </a:lnTo>
                  <a:lnTo>
                    <a:pt x="1497" y="347"/>
                  </a:lnTo>
                  <a:lnTo>
                    <a:pt x="1497" y="349"/>
                  </a:lnTo>
                  <a:lnTo>
                    <a:pt x="1497" y="350"/>
                  </a:lnTo>
                  <a:lnTo>
                    <a:pt x="1499" y="352"/>
                  </a:lnTo>
                  <a:lnTo>
                    <a:pt x="1499" y="354"/>
                  </a:lnTo>
                  <a:lnTo>
                    <a:pt x="1500" y="354"/>
                  </a:lnTo>
                  <a:lnTo>
                    <a:pt x="1500" y="356"/>
                  </a:lnTo>
                  <a:lnTo>
                    <a:pt x="1502" y="358"/>
                  </a:lnTo>
                  <a:lnTo>
                    <a:pt x="1504" y="359"/>
                  </a:lnTo>
                  <a:lnTo>
                    <a:pt x="1504" y="361"/>
                  </a:lnTo>
                  <a:lnTo>
                    <a:pt x="1506" y="363"/>
                  </a:lnTo>
                  <a:lnTo>
                    <a:pt x="1508" y="365"/>
                  </a:lnTo>
                  <a:lnTo>
                    <a:pt x="1509" y="366"/>
                  </a:lnTo>
                  <a:lnTo>
                    <a:pt x="1511" y="370"/>
                  </a:lnTo>
                  <a:lnTo>
                    <a:pt x="1513" y="372"/>
                  </a:lnTo>
                  <a:lnTo>
                    <a:pt x="1515" y="374"/>
                  </a:lnTo>
                  <a:lnTo>
                    <a:pt x="1516" y="375"/>
                  </a:lnTo>
                  <a:lnTo>
                    <a:pt x="1518" y="377"/>
                  </a:lnTo>
                  <a:lnTo>
                    <a:pt x="1520" y="379"/>
                  </a:lnTo>
                  <a:lnTo>
                    <a:pt x="1522" y="381"/>
                  </a:lnTo>
                  <a:lnTo>
                    <a:pt x="1524" y="384"/>
                  </a:lnTo>
                  <a:lnTo>
                    <a:pt x="1525" y="386"/>
                  </a:lnTo>
                  <a:lnTo>
                    <a:pt x="1527" y="388"/>
                  </a:lnTo>
                  <a:lnTo>
                    <a:pt x="1529" y="390"/>
                  </a:lnTo>
                  <a:lnTo>
                    <a:pt x="1531" y="391"/>
                  </a:lnTo>
                  <a:lnTo>
                    <a:pt x="1532" y="391"/>
                  </a:lnTo>
                  <a:lnTo>
                    <a:pt x="1534" y="393"/>
                  </a:lnTo>
                  <a:lnTo>
                    <a:pt x="1536" y="395"/>
                  </a:lnTo>
                  <a:lnTo>
                    <a:pt x="1536" y="397"/>
                  </a:lnTo>
                  <a:lnTo>
                    <a:pt x="1538" y="397"/>
                  </a:lnTo>
                  <a:lnTo>
                    <a:pt x="1540" y="398"/>
                  </a:lnTo>
                  <a:lnTo>
                    <a:pt x="1540" y="400"/>
                  </a:lnTo>
                  <a:lnTo>
                    <a:pt x="1550" y="406"/>
                  </a:lnTo>
                  <a:lnTo>
                    <a:pt x="1563" y="411"/>
                  </a:lnTo>
                  <a:lnTo>
                    <a:pt x="1575" y="418"/>
                  </a:lnTo>
                  <a:lnTo>
                    <a:pt x="1589" y="423"/>
                  </a:lnTo>
                  <a:lnTo>
                    <a:pt x="1604" y="427"/>
                  </a:lnTo>
                  <a:lnTo>
                    <a:pt x="1620" y="432"/>
                  </a:lnTo>
                  <a:lnTo>
                    <a:pt x="1636" y="438"/>
                  </a:lnTo>
                  <a:lnTo>
                    <a:pt x="1653" y="441"/>
                  </a:lnTo>
                  <a:lnTo>
                    <a:pt x="1669" y="445"/>
                  </a:lnTo>
                  <a:lnTo>
                    <a:pt x="1687" y="448"/>
                  </a:lnTo>
                  <a:lnTo>
                    <a:pt x="1707" y="452"/>
                  </a:lnTo>
                  <a:lnTo>
                    <a:pt x="1724" y="455"/>
                  </a:lnTo>
                  <a:lnTo>
                    <a:pt x="1744" y="457"/>
                  </a:lnTo>
                  <a:lnTo>
                    <a:pt x="1764" y="461"/>
                  </a:lnTo>
                  <a:lnTo>
                    <a:pt x="1781" y="462"/>
                  </a:lnTo>
                  <a:lnTo>
                    <a:pt x="1801" y="464"/>
                  </a:lnTo>
                  <a:lnTo>
                    <a:pt x="1820" y="466"/>
                  </a:lnTo>
                  <a:lnTo>
                    <a:pt x="1840" y="468"/>
                  </a:lnTo>
                  <a:lnTo>
                    <a:pt x="1860" y="470"/>
                  </a:lnTo>
                  <a:lnTo>
                    <a:pt x="1879" y="471"/>
                  </a:lnTo>
                  <a:lnTo>
                    <a:pt x="1899" y="471"/>
                  </a:lnTo>
                  <a:lnTo>
                    <a:pt x="1916" y="473"/>
                  </a:lnTo>
                  <a:lnTo>
                    <a:pt x="1936" y="475"/>
                  </a:lnTo>
                  <a:lnTo>
                    <a:pt x="1954" y="475"/>
                  </a:lnTo>
                  <a:lnTo>
                    <a:pt x="1972" y="475"/>
                  </a:lnTo>
                  <a:lnTo>
                    <a:pt x="1988" y="477"/>
                  </a:lnTo>
                  <a:lnTo>
                    <a:pt x="2005" y="477"/>
                  </a:lnTo>
                  <a:lnTo>
                    <a:pt x="2020" y="477"/>
                  </a:lnTo>
                  <a:lnTo>
                    <a:pt x="2036" y="477"/>
                  </a:lnTo>
                  <a:lnTo>
                    <a:pt x="2050" y="477"/>
                  </a:lnTo>
                  <a:lnTo>
                    <a:pt x="2064" y="477"/>
                  </a:lnTo>
                  <a:lnTo>
                    <a:pt x="2076" y="477"/>
                  </a:lnTo>
                  <a:lnTo>
                    <a:pt x="2076" y="434"/>
                  </a:lnTo>
                  <a:lnTo>
                    <a:pt x="2073" y="434"/>
                  </a:lnTo>
                  <a:lnTo>
                    <a:pt x="2071" y="434"/>
                  </a:lnTo>
                  <a:lnTo>
                    <a:pt x="2069" y="434"/>
                  </a:lnTo>
                  <a:lnTo>
                    <a:pt x="2066" y="432"/>
                  </a:lnTo>
                  <a:lnTo>
                    <a:pt x="2064" y="432"/>
                  </a:lnTo>
                  <a:lnTo>
                    <a:pt x="2060" y="432"/>
                  </a:lnTo>
                  <a:lnTo>
                    <a:pt x="2059" y="430"/>
                  </a:lnTo>
                  <a:lnTo>
                    <a:pt x="2055" y="430"/>
                  </a:lnTo>
                  <a:lnTo>
                    <a:pt x="2052" y="429"/>
                  </a:lnTo>
                  <a:lnTo>
                    <a:pt x="2050" y="429"/>
                  </a:lnTo>
                  <a:lnTo>
                    <a:pt x="2046" y="427"/>
                  </a:lnTo>
                  <a:lnTo>
                    <a:pt x="2044" y="425"/>
                  </a:lnTo>
                  <a:lnTo>
                    <a:pt x="2041" y="425"/>
                  </a:lnTo>
                  <a:lnTo>
                    <a:pt x="2037" y="423"/>
                  </a:lnTo>
                  <a:lnTo>
                    <a:pt x="2036" y="422"/>
                  </a:lnTo>
                  <a:lnTo>
                    <a:pt x="2032" y="422"/>
                  </a:lnTo>
                  <a:lnTo>
                    <a:pt x="2028" y="420"/>
                  </a:lnTo>
                  <a:lnTo>
                    <a:pt x="2025" y="418"/>
                  </a:lnTo>
                  <a:lnTo>
                    <a:pt x="2023" y="418"/>
                  </a:lnTo>
                  <a:lnTo>
                    <a:pt x="2020" y="416"/>
                  </a:lnTo>
                  <a:lnTo>
                    <a:pt x="2016" y="414"/>
                  </a:lnTo>
                  <a:lnTo>
                    <a:pt x="2012" y="414"/>
                  </a:lnTo>
                  <a:lnTo>
                    <a:pt x="2011" y="413"/>
                  </a:lnTo>
                  <a:lnTo>
                    <a:pt x="2007" y="413"/>
                  </a:lnTo>
                  <a:lnTo>
                    <a:pt x="2004" y="411"/>
                  </a:lnTo>
                  <a:lnTo>
                    <a:pt x="2000" y="411"/>
                  </a:lnTo>
                  <a:lnTo>
                    <a:pt x="1996" y="409"/>
                  </a:lnTo>
                  <a:lnTo>
                    <a:pt x="1995" y="409"/>
                  </a:lnTo>
                  <a:lnTo>
                    <a:pt x="1991" y="409"/>
                  </a:lnTo>
                  <a:lnTo>
                    <a:pt x="1988" y="409"/>
                  </a:lnTo>
                  <a:lnTo>
                    <a:pt x="1984" y="407"/>
                  </a:lnTo>
                  <a:lnTo>
                    <a:pt x="1980" y="407"/>
                  </a:lnTo>
                  <a:lnTo>
                    <a:pt x="1979" y="406"/>
                  </a:lnTo>
                  <a:lnTo>
                    <a:pt x="1977" y="406"/>
                  </a:lnTo>
                  <a:lnTo>
                    <a:pt x="1977" y="404"/>
                  </a:lnTo>
                  <a:lnTo>
                    <a:pt x="1975" y="404"/>
                  </a:lnTo>
                  <a:lnTo>
                    <a:pt x="1973" y="402"/>
                  </a:lnTo>
                  <a:lnTo>
                    <a:pt x="1972" y="402"/>
                  </a:lnTo>
                  <a:lnTo>
                    <a:pt x="1970" y="400"/>
                  </a:lnTo>
                  <a:lnTo>
                    <a:pt x="1966" y="398"/>
                  </a:lnTo>
                  <a:lnTo>
                    <a:pt x="1964" y="398"/>
                  </a:lnTo>
                  <a:lnTo>
                    <a:pt x="1963" y="397"/>
                  </a:lnTo>
                  <a:lnTo>
                    <a:pt x="1959" y="397"/>
                  </a:lnTo>
                  <a:lnTo>
                    <a:pt x="1957" y="395"/>
                  </a:lnTo>
                  <a:lnTo>
                    <a:pt x="1956" y="393"/>
                  </a:lnTo>
                  <a:lnTo>
                    <a:pt x="1952" y="393"/>
                  </a:lnTo>
                  <a:lnTo>
                    <a:pt x="1950" y="391"/>
                  </a:lnTo>
                  <a:lnTo>
                    <a:pt x="1947" y="391"/>
                  </a:lnTo>
                  <a:lnTo>
                    <a:pt x="1945" y="390"/>
                  </a:lnTo>
                  <a:lnTo>
                    <a:pt x="1941" y="390"/>
                  </a:lnTo>
                  <a:lnTo>
                    <a:pt x="1940" y="388"/>
                  </a:lnTo>
                  <a:lnTo>
                    <a:pt x="1936" y="388"/>
                  </a:lnTo>
                  <a:lnTo>
                    <a:pt x="1934" y="386"/>
                  </a:lnTo>
                  <a:lnTo>
                    <a:pt x="1931" y="386"/>
                  </a:lnTo>
                  <a:lnTo>
                    <a:pt x="1929" y="384"/>
                  </a:lnTo>
                  <a:lnTo>
                    <a:pt x="1925" y="384"/>
                  </a:lnTo>
                  <a:lnTo>
                    <a:pt x="1924" y="384"/>
                  </a:lnTo>
                  <a:lnTo>
                    <a:pt x="1922" y="382"/>
                  </a:lnTo>
                  <a:lnTo>
                    <a:pt x="1920" y="382"/>
                  </a:lnTo>
                  <a:lnTo>
                    <a:pt x="1916" y="382"/>
                  </a:lnTo>
                  <a:lnTo>
                    <a:pt x="1915" y="382"/>
                  </a:lnTo>
                  <a:lnTo>
                    <a:pt x="1913" y="382"/>
                  </a:lnTo>
                  <a:lnTo>
                    <a:pt x="1911" y="382"/>
                  </a:lnTo>
                  <a:lnTo>
                    <a:pt x="1911" y="381"/>
                  </a:lnTo>
                  <a:lnTo>
                    <a:pt x="1911" y="379"/>
                  </a:lnTo>
                  <a:lnTo>
                    <a:pt x="1909" y="377"/>
                  </a:lnTo>
                  <a:lnTo>
                    <a:pt x="1909" y="375"/>
                  </a:lnTo>
                  <a:lnTo>
                    <a:pt x="1909" y="374"/>
                  </a:lnTo>
                  <a:lnTo>
                    <a:pt x="1908" y="374"/>
                  </a:lnTo>
                  <a:lnTo>
                    <a:pt x="1908" y="372"/>
                  </a:lnTo>
                  <a:lnTo>
                    <a:pt x="1906" y="370"/>
                  </a:lnTo>
                  <a:lnTo>
                    <a:pt x="1904" y="368"/>
                  </a:lnTo>
                  <a:lnTo>
                    <a:pt x="1904" y="366"/>
                  </a:lnTo>
                  <a:lnTo>
                    <a:pt x="1902" y="365"/>
                  </a:lnTo>
                  <a:lnTo>
                    <a:pt x="1900" y="363"/>
                  </a:lnTo>
                  <a:lnTo>
                    <a:pt x="1900" y="361"/>
                  </a:lnTo>
                  <a:lnTo>
                    <a:pt x="1899" y="361"/>
                  </a:lnTo>
                  <a:lnTo>
                    <a:pt x="1897" y="359"/>
                  </a:lnTo>
                  <a:lnTo>
                    <a:pt x="1897" y="358"/>
                  </a:lnTo>
                  <a:lnTo>
                    <a:pt x="1895" y="356"/>
                  </a:lnTo>
                  <a:lnTo>
                    <a:pt x="1893" y="354"/>
                  </a:lnTo>
                  <a:lnTo>
                    <a:pt x="1893" y="352"/>
                  </a:lnTo>
                  <a:lnTo>
                    <a:pt x="1892" y="350"/>
                  </a:lnTo>
                  <a:lnTo>
                    <a:pt x="1892" y="349"/>
                  </a:lnTo>
                  <a:lnTo>
                    <a:pt x="1890" y="349"/>
                  </a:lnTo>
                  <a:lnTo>
                    <a:pt x="1890" y="347"/>
                  </a:lnTo>
                  <a:lnTo>
                    <a:pt x="1888" y="345"/>
                  </a:lnTo>
                  <a:lnTo>
                    <a:pt x="1888" y="343"/>
                  </a:lnTo>
                  <a:lnTo>
                    <a:pt x="1886" y="343"/>
                  </a:lnTo>
                  <a:lnTo>
                    <a:pt x="1886" y="342"/>
                  </a:lnTo>
                  <a:lnTo>
                    <a:pt x="1886" y="340"/>
                  </a:lnTo>
                  <a:lnTo>
                    <a:pt x="1886" y="338"/>
                  </a:lnTo>
                  <a:lnTo>
                    <a:pt x="1868" y="331"/>
                  </a:lnTo>
                  <a:lnTo>
                    <a:pt x="1868" y="304"/>
                  </a:lnTo>
                  <a:lnTo>
                    <a:pt x="1876" y="304"/>
                  </a:lnTo>
                  <a:lnTo>
                    <a:pt x="1884" y="304"/>
                  </a:lnTo>
                  <a:lnTo>
                    <a:pt x="1895" y="306"/>
                  </a:lnTo>
                  <a:lnTo>
                    <a:pt x="1906" y="308"/>
                  </a:lnTo>
                  <a:lnTo>
                    <a:pt x="1916" y="310"/>
                  </a:lnTo>
                  <a:lnTo>
                    <a:pt x="1927" y="311"/>
                  </a:lnTo>
                  <a:lnTo>
                    <a:pt x="1940" y="313"/>
                  </a:lnTo>
                  <a:lnTo>
                    <a:pt x="1952" y="317"/>
                  </a:lnTo>
                  <a:lnTo>
                    <a:pt x="1966" y="320"/>
                  </a:lnTo>
                  <a:lnTo>
                    <a:pt x="1979" y="324"/>
                  </a:lnTo>
                  <a:lnTo>
                    <a:pt x="1993" y="327"/>
                  </a:lnTo>
                  <a:lnTo>
                    <a:pt x="2007" y="333"/>
                  </a:lnTo>
                  <a:lnTo>
                    <a:pt x="2021" y="336"/>
                  </a:lnTo>
                  <a:lnTo>
                    <a:pt x="2034" y="342"/>
                  </a:lnTo>
                  <a:lnTo>
                    <a:pt x="2048" y="347"/>
                  </a:lnTo>
                  <a:lnTo>
                    <a:pt x="2062" y="352"/>
                  </a:lnTo>
                  <a:lnTo>
                    <a:pt x="2075" y="359"/>
                  </a:lnTo>
                  <a:lnTo>
                    <a:pt x="2089" y="365"/>
                  </a:lnTo>
                  <a:lnTo>
                    <a:pt x="2101" y="372"/>
                  </a:lnTo>
                  <a:lnTo>
                    <a:pt x="2114" y="379"/>
                  </a:lnTo>
                  <a:lnTo>
                    <a:pt x="2126" y="386"/>
                  </a:lnTo>
                  <a:lnTo>
                    <a:pt x="2137" y="393"/>
                  </a:lnTo>
                  <a:lnTo>
                    <a:pt x="2148" y="402"/>
                  </a:lnTo>
                  <a:lnTo>
                    <a:pt x="2156" y="411"/>
                  </a:lnTo>
                  <a:lnTo>
                    <a:pt x="2165" y="418"/>
                  </a:lnTo>
                  <a:lnTo>
                    <a:pt x="2174" y="427"/>
                  </a:lnTo>
                  <a:lnTo>
                    <a:pt x="2181" y="436"/>
                  </a:lnTo>
                  <a:lnTo>
                    <a:pt x="2187" y="446"/>
                  </a:lnTo>
                  <a:lnTo>
                    <a:pt x="2190" y="455"/>
                  </a:lnTo>
                  <a:lnTo>
                    <a:pt x="2194" y="466"/>
                  </a:lnTo>
                  <a:lnTo>
                    <a:pt x="2197" y="475"/>
                  </a:lnTo>
                  <a:lnTo>
                    <a:pt x="2197" y="486"/>
                  </a:lnTo>
                  <a:lnTo>
                    <a:pt x="2201" y="486"/>
                  </a:lnTo>
                  <a:lnTo>
                    <a:pt x="2204" y="487"/>
                  </a:lnTo>
                  <a:lnTo>
                    <a:pt x="2208" y="487"/>
                  </a:lnTo>
                  <a:lnTo>
                    <a:pt x="2213" y="489"/>
                  </a:lnTo>
                  <a:lnTo>
                    <a:pt x="2219" y="491"/>
                  </a:lnTo>
                  <a:lnTo>
                    <a:pt x="2222" y="493"/>
                  </a:lnTo>
                  <a:lnTo>
                    <a:pt x="2228" y="494"/>
                  </a:lnTo>
                  <a:lnTo>
                    <a:pt x="2233" y="496"/>
                  </a:lnTo>
                  <a:lnTo>
                    <a:pt x="2240" y="498"/>
                  </a:lnTo>
                  <a:lnTo>
                    <a:pt x="2245" y="502"/>
                  </a:lnTo>
                  <a:lnTo>
                    <a:pt x="2251" y="503"/>
                  </a:lnTo>
                  <a:lnTo>
                    <a:pt x="2256" y="507"/>
                  </a:lnTo>
                  <a:lnTo>
                    <a:pt x="2263" y="510"/>
                  </a:lnTo>
                  <a:lnTo>
                    <a:pt x="2268" y="512"/>
                  </a:lnTo>
                  <a:lnTo>
                    <a:pt x="2274" y="516"/>
                  </a:lnTo>
                  <a:lnTo>
                    <a:pt x="2281" y="519"/>
                  </a:lnTo>
                  <a:lnTo>
                    <a:pt x="2286" y="523"/>
                  </a:lnTo>
                  <a:lnTo>
                    <a:pt x="2292" y="526"/>
                  </a:lnTo>
                  <a:lnTo>
                    <a:pt x="2297" y="530"/>
                  </a:lnTo>
                  <a:lnTo>
                    <a:pt x="2304" y="534"/>
                  </a:lnTo>
                  <a:lnTo>
                    <a:pt x="2308" y="537"/>
                  </a:lnTo>
                  <a:lnTo>
                    <a:pt x="2313" y="541"/>
                  </a:lnTo>
                  <a:lnTo>
                    <a:pt x="2318" y="544"/>
                  </a:lnTo>
                  <a:lnTo>
                    <a:pt x="2322" y="548"/>
                  </a:lnTo>
                  <a:lnTo>
                    <a:pt x="2327" y="551"/>
                  </a:lnTo>
                  <a:lnTo>
                    <a:pt x="2331" y="555"/>
                  </a:lnTo>
                  <a:lnTo>
                    <a:pt x="2334" y="558"/>
                  </a:lnTo>
                  <a:lnTo>
                    <a:pt x="2338" y="562"/>
                  </a:lnTo>
                  <a:lnTo>
                    <a:pt x="2340" y="564"/>
                  </a:lnTo>
                  <a:lnTo>
                    <a:pt x="2341" y="567"/>
                  </a:lnTo>
                  <a:lnTo>
                    <a:pt x="2343" y="571"/>
                  </a:lnTo>
                  <a:lnTo>
                    <a:pt x="2345" y="573"/>
                  </a:lnTo>
                  <a:lnTo>
                    <a:pt x="2356" y="578"/>
                  </a:lnTo>
                  <a:lnTo>
                    <a:pt x="2368" y="583"/>
                  </a:lnTo>
                  <a:lnTo>
                    <a:pt x="2382" y="590"/>
                  </a:lnTo>
                  <a:lnTo>
                    <a:pt x="2396" y="596"/>
                  </a:lnTo>
                  <a:lnTo>
                    <a:pt x="2412" y="601"/>
                  </a:lnTo>
                  <a:lnTo>
                    <a:pt x="2428" y="606"/>
                  </a:lnTo>
                  <a:lnTo>
                    <a:pt x="2444" y="612"/>
                  </a:lnTo>
                  <a:lnTo>
                    <a:pt x="2460" y="617"/>
                  </a:lnTo>
                  <a:lnTo>
                    <a:pt x="2478" y="622"/>
                  </a:lnTo>
                  <a:lnTo>
                    <a:pt x="2496" y="626"/>
                  </a:lnTo>
                  <a:lnTo>
                    <a:pt x="2516" y="631"/>
                  </a:lnTo>
                  <a:lnTo>
                    <a:pt x="2533" y="635"/>
                  </a:lnTo>
                  <a:lnTo>
                    <a:pt x="2553" y="640"/>
                  </a:lnTo>
                  <a:lnTo>
                    <a:pt x="2572" y="644"/>
                  </a:lnTo>
                  <a:lnTo>
                    <a:pt x="2592" y="647"/>
                  </a:lnTo>
                  <a:lnTo>
                    <a:pt x="2612" y="651"/>
                  </a:lnTo>
                  <a:lnTo>
                    <a:pt x="2631" y="654"/>
                  </a:lnTo>
                  <a:lnTo>
                    <a:pt x="2651" y="656"/>
                  </a:lnTo>
                  <a:lnTo>
                    <a:pt x="2670" y="660"/>
                  </a:lnTo>
                  <a:lnTo>
                    <a:pt x="2690" y="662"/>
                  </a:lnTo>
                  <a:lnTo>
                    <a:pt x="2709" y="663"/>
                  </a:lnTo>
                  <a:lnTo>
                    <a:pt x="2729" y="663"/>
                  </a:lnTo>
                  <a:lnTo>
                    <a:pt x="2748" y="665"/>
                  </a:lnTo>
                  <a:lnTo>
                    <a:pt x="2766" y="665"/>
                  </a:lnTo>
                  <a:lnTo>
                    <a:pt x="2784" y="665"/>
                  </a:lnTo>
                  <a:lnTo>
                    <a:pt x="2804" y="665"/>
                  </a:lnTo>
                  <a:lnTo>
                    <a:pt x="2820" y="663"/>
                  </a:lnTo>
                  <a:lnTo>
                    <a:pt x="2837" y="662"/>
                  </a:lnTo>
                  <a:lnTo>
                    <a:pt x="2853" y="660"/>
                  </a:lnTo>
                  <a:lnTo>
                    <a:pt x="2869" y="658"/>
                  </a:lnTo>
                  <a:lnTo>
                    <a:pt x="2884" y="654"/>
                  </a:lnTo>
                  <a:lnTo>
                    <a:pt x="2898" y="651"/>
                  </a:lnTo>
                  <a:lnTo>
                    <a:pt x="2900" y="651"/>
                  </a:lnTo>
                  <a:lnTo>
                    <a:pt x="2901" y="651"/>
                  </a:lnTo>
                  <a:lnTo>
                    <a:pt x="2901" y="649"/>
                  </a:lnTo>
                  <a:lnTo>
                    <a:pt x="2903" y="649"/>
                  </a:lnTo>
                  <a:lnTo>
                    <a:pt x="2905" y="649"/>
                  </a:lnTo>
                  <a:lnTo>
                    <a:pt x="2907" y="647"/>
                  </a:lnTo>
                  <a:lnTo>
                    <a:pt x="2908" y="647"/>
                  </a:lnTo>
                  <a:lnTo>
                    <a:pt x="2908" y="646"/>
                  </a:lnTo>
                  <a:lnTo>
                    <a:pt x="2910" y="646"/>
                  </a:lnTo>
                  <a:lnTo>
                    <a:pt x="2912" y="644"/>
                  </a:lnTo>
                  <a:lnTo>
                    <a:pt x="2914" y="644"/>
                  </a:lnTo>
                  <a:lnTo>
                    <a:pt x="2914" y="642"/>
                  </a:lnTo>
                  <a:lnTo>
                    <a:pt x="2916" y="640"/>
                  </a:lnTo>
                  <a:lnTo>
                    <a:pt x="2917" y="640"/>
                  </a:lnTo>
                  <a:lnTo>
                    <a:pt x="2917" y="638"/>
                  </a:lnTo>
                  <a:lnTo>
                    <a:pt x="2919" y="638"/>
                  </a:lnTo>
                  <a:lnTo>
                    <a:pt x="2921" y="637"/>
                  </a:lnTo>
                  <a:lnTo>
                    <a:pt x="2921" y="635"/>
                  </a:lnTo>
                  <a:lnTo>
                    <a:pt x="2923" y="635"/>
                  </a:lnTo>
                  <a:lnTo>
                    <a:pt x="2924" y="633"/>
                  </a:lnTo>
                  <a:lnTo>
                    <a:pt x="2926" y="631"/>
                  </a:lnTo>
                  <a:lnTo>
                    <a:pt x="2926" y="630"/>
                  </a:lnTo>
                  <a:lnTo>
                    <a:pt x="2928" y="630"/>
                  </a:lnTo>
                  <a:lnTo>
                    <a:pt x="2930" y="628"/>
                  </a:lnTo>
                  <a:lnTo>
                    <a:pt x="2932" y="626"/>
                  </a:lnTo>
                  <a:lnTo>
                    <a:pt x="2933" y="624"/>
                  </a:lnTo>
                  <a:lnTo>
                    <a:pt x="2933" y="564"/>
                  </a:lnTo>
                  <a:lnTo>
                    <a:pt x="2935" y="564"/>
                  </a:lnTo>
                  <a:lnTo>
                    <a:pt x="2937" y="564"/>
                  </a:lnTo>
                  <a:lnTo>
                    <a:pt x="2939" y="564"/>
                  </a:lnTo>
                  <a:lnTo>
                    <a:pt x="2940" y="564"/>
                  </a:lnTo>
                  <a:lnTo>
                    <a:pt x="2942" y="562"/>
                  </a:lnTo>
                  <a:lnTo>
                    <a:pt x="2944" y="562"/>
                  </a:lnTo>
                  <a:lnTo>
                    <a:pt x="2946" y="560"/>
                  </a:lnTo>
                  <a:lnTo>
                    <a:pt x="2948" y="560"/>
                  </a:lnTo>
                  <a:lnTo>
                    <a:pt x="2951" y="558"/>
                  </a:lnTo>
                  <a:lnTo>
                    <a:pt x="2953" y="558"/>
                  </a:lnTo>
                  <a:lnTo>
                    <a:pt x="2955" y="557"/>
                  </a:lnTo>
                  <a:lnTo>
                    <a:pt x="2958" y="557"/>
                  </a:lnTo>
                  <a:lnTo>
                    <a:pt x="2960" y="555"/>
                  </a:lnTo>
                  <a:lnTo>
                    <a:pt x="2962" y="553"/>
                  </a:lnTo>
                  <a:lnTo>
                    <a:pt x="2965" y="553"/>
                  </a:lnTo>
                  <a:lnTo>
                    <a:pt x="2967" y="551"/>
                  </a:lnTo>
                  <a:lnTo>
                    <a:pt x="2969" y="550"/>
                  </a:lnTo>
                  <a:lnTo>
                    <a:pt x="2972" y="548"/>
                  </a:lnTo>
                  <a:lnTo>
                    <a:pt x="2974" y="548"/>
                  </a:lnTo>
                  <a:lnTo>
                    <a:pt x="2978" y="546"/>
                  </a:lnTo>
                  <a:lnTo>
                    <a:pt x="2980" y="546"/>
                  </a:lnTo>
                  <a:lnTo>
                    <a:pt x="2981" y="544"/>
                  </a:lnTo>
                  <a:lnTo>
                    <a:pt x="2983" y="542"/>
                  </a:lnTo>
                  <a:lnTo>
                    <a:pt x="2987" y="542"/>
                  </a:lnTo>
                  <a:lnTo>
                    <a:pt x="2988" y="541"/>
                  </a:lnTo>
                  <a:lnTo>
                    <a:pt x="2990" y="541"/>
                  </a:lnTo>
                  <a:lnTo>
                    <a:pt x="2992" y="539"/>
                  </a:lnTo>
                  <a:lnTo>
                    <a:pt x="2994" y="539"/>
                  </a:lnTo>
                  <a:lnTo>
                    <a:pt x="2997" y="539"/>
                  </a:lnTo>
                  <a:lnTo>
                    <a:pt x="2999" y="539"/>
                  </a:lnTo>
                  <a:lnTo>
                    <a:pt x="3001" y="539"/>
                  </a:lnTo>
                  <a:lnTo>
                    <a:pt x="3003" y="539"/>
                  </a:lnTo>
                  <a:lnTo>
                    <a:pt x="3003" y="535"/>
                  </a:lnTo>
                  <a:lnTo>
                    <a:pt x="3004" y="534"/>
                  </a:lnTo>
                  <a:lnTo>
                    <a:pt x="3006" y="530"/>
                  </a:lnTo>
                  <a:lnTo>
                    <a:pt x="3008" y="528"/>
                  </a:lnTo>
                  <a:lnTo>
                    <a:pt x="3010" y="526"/>
                  </a:lnTo>
                  <a:lnTo>
                    <a:pt x="3010" y="523"/>
                  </a:lnTo>
                  <a:lnTo>
                    <a:pt x="3012" y="521"/>
                  </a:lnTo>
                  <a:lnTo>
                    <a:pt x="3013" y="519"/>
                  </a:lnTo>
                  <a:lnTo>
                    <a:pt x="3015" y="516"/>
                  </a:lnTo>
                  <a:lnTo>
                    <a:pt x="3015" y="514"/>
                  </a:lnTo>
                  <a:lnTo>
                    <a:pt x="3017" y="510"/>
                  </a:lnTo>
                  <a:lnTo>
                    <a:pt x="3017" y="509"/>
                  </a:lnTo>
                  <a:lnTo>
                    <a:pt x="3019" y="507"/>
                  </a:lnTo>
                  <a:lnTo>
                    <a:pt x="3020" y="503"/>
                  </a:lnTo>
                  <a:lnTo>
                    <a:pt x="3020" y="502"/>
                  </a:lnTo>
                  <a:lnTo>
                    <a:pt x="3020" y="500"/>
                  </a:lnTo>
                  <a:lnTo>
                    <a:pt x="3022" y="496"/>
                  </a:lnTo>
                  <a:lnTo>
                    <a:pt x="3022" y="494"/>
                  </a:lnTo>
                  <a:lnTo>
                    <a:pt x="3024" y="491"/>
                  </a:lnTo>
                  <a:lnTo>
                    <a:pt x="3024" y="489"/>
                  </a:lnTo>
                  <a:lnTo>
                    <a:pt x="3024" y="487"/>
                  </a:lnTo>
                  <a:lnTo>
                    <a:pt x="3026" y="484"/>
                  </a:lnTo>
                  <a:lnTo>
                    <a:pt x="3026" y="482"/>
                  </a:lnTo>
                  <a:lnTo>
                    <a:pt x="3026" y="480"/>
                  </a:lnTo>
                  <a:lnTo>
                    <a:pt x="3026" y="477"/>
                  </a:lnTo>
                  <a:lnTo>
                    <a:pt x="3028" y="475"/>
                  </a:lnTo>
                  <a:lnTo>
                    <a:pt x="3028" y="473"/>
                  </a:lnTo>
                  <a:lnTo>
                    <a:pt x="3028" y="470"/>
                  </a:lnTo>
                  <a:lnTo>
                    <a:pt x="3028" y="468"/>
                  </a:lnTo>
                  <a:lnTo>
                    <a:pt x="3028" y="464"/>
                  </a:lnTo>
                  <a:lnTo>
                    <a:pt x="3028" y="462"/>
                  </a:lnTo>
                  <a:lnTo>
                    <a:pt x="3028" y="461"/>
                  </a:lnTo>
                  <a:lnTo>
                    <a:pt x="3026" y="461"/>
                  </a:lnTo>
                  <a:lnTo>
                    <a:pt x="3024" y="459"/>
                  </a:lnTo>
                  <a:lnTo>
                    <a:pt x="3022" y="459"/>
                  </a:lnTo>
                  <a:lnTo>
                    <a:pt x="3022" y="457"/>
                  </a:lnTo>
                  <a:lnTo>
                    <a:pt x="3020" y="455"/>
                  </a:lnTo>
                  <a:lnTo>
                    <a:pt x="3019" y="454"/>
                  </a:lnTo>
                  <a:lnTo>
                    <a:pt x="3017" y="452"/>
                  </a:lnTo>
                  <a:lnTo>
                    <a:pt x="3015" y="450"/>
                  </a:lnTo>
                  <a:lnTo>
                    <a:pt x="3013" y="448"/>
                  </a:lnTo>
                  <a:lnTo>
                    <a:pt x="3012" y="445"/>
                  </a:lnTo>
                  <a:lnTo>
                    <a:pt x="3010" y="443"/>
                  </a:lnTo>
                  <a:lnTo>
                    <a:pt x="3010" y="439"/>
                  </a:lnTo>
                  <a:lnTo>
                    <a:pt x="3008" y="438"/>
                  </a:lnTo>
                  <a:lnTo>
                    <a:pt x="3006" y="434"/>
                  </a:lnTo>
                  <a:lnTo>
                    <a:pt x="3004" y="430"/>
                  </a:lnTo>
                  <a:lnTo>
                    <a:pt x="3004" y="427"/>
                  </a:lnTo>
                  <a:lnTo>
                    <a:pt x="3003" y="425"/>
                  </a:lnTo>
                  <a:lnTo>
                    <a:pt x="3001" y="422"/>
                  </a:lnTo>
                  <a:lnTo>
                    <a:pt x="3001" y="418"/>
                  </a:lnTo>
                  <a:lnTo>
                    <a:pt x="2999" y="414"/>
                  </a:lnTo>
                  <a:lnTo>
                    <a:pt x="2999" y="411"/>
                  </a:lnTo>
                  <a:lnTo>
                    <a:pt x="2997" y="407"/>
                  </a:lnTo>
                  <a:lnTo>
                    <a:pt x="2997" y="404"/>
                  </a:lnTo>
                  <a:lnTo>
                    <a:pt x="2996" y="402"/>
                  </a:lnTo>
                  <a:lnTo>
                    <a:pt x="2996" y="398"/>
                  </a:lnTo>
                  <a:lnTo>
                    <a:pt x="2996" y="395"/>
                  </a:lnTo>
                  <a:lnTo>
                    <a:pt x="2994" y="393"/>
                  </a:lnTo>
                  <a:lnTo>
                    <a:pt x="2994" y="390"/>
                  </a:lnTo>
                  <a:lnTo>
                    <a:pt x="2994" y="388"/>
                  </a:lnTo>
                  <a:lnTo>
                    <a:pt x="2994" y="386"/>
                  </a:lnTo>
                  <a:lnTo>
                    <a:pt x="2994" y="384"/>
                  </a:lnTo>
                  <a:lnTo>
                    <a:pt x="2994" y="382"/>
                  </a:lnTo>
                  <a:lnTo>
                    <a:pt x="3010" y="365"/>
                  </a:lnTo>
                  <a:lnTo>
                    <a:pt x="3028" y="365"/>
                  </a:lnTo>
                  <a:lnTo>
                    <a:pt x="3045" y="366"/>
                  </a:lnTo>
                  <a:lnTo>
                    <a:pt x="3063" y="368"/>
                  </a:lnTo>
                  <a:lnTo>
                    <a:pt x="3081" y="370"/>
                  </a:lnTo>
                  <a:lnTo>
                    <a:pt x="3099" y="372"/>
                  </a:lnTo>
                  <a:lnTo>
                    <a:pt x="3116" y="375"/>
                  </a:lnTo>
                  <a:lnTo>
                    <a:pt x="3136" y="379"/>
                  </a:lnTo>
                  <a:lnTo>
                    <a:pt x="3154" y="382"/>
                  </a:lnTo>
                  <a:lnTo>
                    <a:pt x="3172" y="386"/>
                  </a:lnTo>
                  <a:lnTo>
                    <a:pt x="3191" y="391"/>
                  </a:lnTo>
                  <a:lnTo>
                    <a:pt x="3211" y="395"/>
                  </a:lnTo>
                  <a:lnTo>
                    <a:pt x="3228" y="398"/>
                  </a:lnTo>
                  <a:lnTo>
                    <a:pt x="3248" y="404"/>
                  </a:lnTo>
                  <a:lnTo>
                    <a:pt x="3268" y="407"/>
                  </a:lnTo>
                  <a:lnTo>
                    <a:pt x="3287" y="411"/>
                  </a:lnTo>
                  <a:lnTo>
                    <a:pt x="3305" y="416"/>
                  </a:lnTo>
                  <a:lnTo>
                    <a:pt x="3324" y="420"/>
                  </a:lnTo>
                  <a:lnTo>
                    <a:pt x="3344" y="423"/>
                  </a:lnTo>
                  <a:lnTo>
                    <a:pt x="3364" y="425"/>
                  </a:lnTo>
                  <a:lnTo>
                    <a:pt x="3383" y="429"/>
                  </a:lnTo>
                  <a:lnTo>
                    <a:pt x="3403" y="430"/>
                  </a:lnTo>
                  <a:lnTo>
                    <a:pt x="3420" y="432"/>
                  </a:lnTo>
                  <a:lnTo>
                    <a:pt x="3440" y="434"/>
                  </a:lnTo>
                  <a:lnTo>
                    <a:pt x="3460" y="434"/>
                  </a:lnTo>
                  <a:lnTo>
                    <a:pt x="3479" y="434"/>
                  </a:lnTo>
                  <a:lnTo>
                    <a:pt x="3497" y="432"/>
                  </a:lnTo>
                  <a:lnTo>
                    <a:pt x="3516" y="430"/>
                  </a:lnTo>
                  <a:lnTo>
                    <a:pt x="3534" y="429"/>
                  </a:lnTo>
                  <a:lnTo>
                    <a:pt x="3554" y="425"/>
                  </a:lnTo>
                  <a:lnTo>
                    <a:pt x="3572" y="420"/>
                  </a:lnTo>
                  <a:lnTo>
                    <a:pt x="3589" y="414"/>
                  </a:lnTo>
                  <a:lnTo>
                    <a:pt x="3607" y="407"/>
                  </a:lnTo>
                  <a:lnTo>
                    <a:pt x="3609" y="407"/>
                  </a:lnTo>
                  <a:lnTo>
                    <a:pt x="3611" y="406"/>
                  </a:lnTo>
                  <a:lnTo>
                    <a:pt x="3612" y="406"/>
                  </a:lnTo>
                  <a:lnTo>
                    <a:pt x="3614" y="404"/>
                  </a:lnTo>
                  <a:lnTo>
                    <a:pt x="3616" y="404"/>
                  </a:lnTo>
                  <a:lnTo>
                    <a:pt x="3616" y="402"/>
                  </a:lnTo>
                  <a:lnTo>
                    <a:pt x="3618" y="402"/>
                  </a:lnTo>
                  <a:lnTo>
                    <a:pt x="3618" y="400"/>
                  </a:lnTo>
                  <a:lnTo>
                    <a:pt x="3620" y="400"/>
                  </a:lnTo>
                  <a:lnTo>
                    <a:pt x="3621" y="398"/>
                  </a:lnTo>
                  <a:lnTo>
                    <a:pt x="3623" y="398"/>
                  </a:lnTo>
                  <a:lnTo>
                    <a:pt x="3623" y="397"/>
                  </a:lnTo>
                  <a:lnTo>
                    <a:pt x="3625" y="397"/>
                  </a:lnTo>
                  <a:lnTo>
                    <a:pt x="3625" y="395"/>
                  </a:lnTo>
                  <a:lnTo>
                    <a:pt x="3627" y="395"/>
                  </a:lnTo>
                  <a:lnTo>
                    <a:pt x="3627" y="393"/>
                  </a:lnTo>
                  <a:lnTo>
                    <a:pt x="3628" y="393"/>
                  </a:lnTo>
                  <a:lnTo>
                    <a:pt x="3628" y="391"/>
                  </a:lnTo>
                  <a:lnTo>
                    <a:pt x="3630" y="390"/>
                  </a:lnTo>
                  <a:lnTo>
                    <a:pt x="3632" y="388"/>
                  </a:lnTo>
                  <a:lnTo>
                    <a:pt x="3634" y="386"/>
                  </a:lnTo>
                  <a:lnTo>
                    <a:pt x="3634" y="384"/>
                  </a:lnTo>
                  <a:lnTo>
                    <a:pt x="3636" y="384"/>
                  </a:lnTo>
                  <a:lnTo>
                    <a:pt x="3636" y="382"/>
                  </a:lnTo>
                  <a:lnTo>
                    <a:pt x="3637" y="382"/>
                  </a:lnTo>
                  <a:lnTo>
                    <a:pt x="3637" y="381"/>
                  </a:lnTo>
                  <a:lnTo>
                    <a:pt x="3596" y="359"/>
                  </a:lnTo>
                  <a:lnTo>
                    <a:pt x="3554" y="338"/>
                  </a:lnTo>
                  <a:lnTo>
                    <a:pt x="3508" y="318"/>
                  </a:lnTo>
                  <a:lnTo>
                    <a:pt x="3461" y="299"/>
                  </a:lnTo>
                  <a:lnTo>
                    <a:pt x="3412" y="279"/>
                  </a:lnTo>
                  <a:lnTo>
                    <a:pt x="3360" y="262"/>
                  </a:lnTo>
                  <a:lnTo>
                    <a:pt x="3307" y="244"/>
                  </a:lnTo>
                  <a:lnTo>
                    <a:pt x="3253" y="226"/>
                  </a:lnTo>
                  <a:lnTo>
                    <a:pt x="3196" y="208"/>
                  </a:lnTo>
                  <a:lnTo>
                    <a:pt x="3138" y="192"/>
                  </a:lnTo>
                  <a:lnTo>
                    <a:pt x="3079" y="176"/>
                  </a:lnTo>
                  <a:lnTo>
                    <a:pt x="3017" y="160"/>
                  </a:lnTo>
                  <a:lnTo>
                    <a:pt x="2955" y="146"/>
                  </a:lnTo>
                  <a:lnTo>
                    <a:pt x="2889" y="132"/>
                  </a:lnTo>
                  <a:lnTo>
                    <a:pt x="2823" y="118"/>
                  </a:lnTo>
                  <a:lnTo>
                    <a:pt x="2756" y="105"/>
                  </a:lnTo>
                  <a:lnTo>
                    <a:pt x="2688" y="93"/>
                  </a:lnTo>
                  <a:lnTo>
                    <a:pt x="2617" y="82"/>
                  </a:lnTo>
                  <a:lnTo>
                    <a:pt x="2546" y="71"/>
                  </a:lnTo>
                  <a:lnTo>
                    <a:pt x="2473" y="61"/>
                  </a:lnTo>
                  <a:lnTo>
                    <a:pt x="2400" y="52"/>
                  </a:lnTo>
                  <a:lnTo>
                    <a:pt x="2325" y="43"/>
                  </a:lnTo>
                  <a:lnTo>
                    <a:pt x="2249" y="36"/>
                  </a:lnTo>
                  <a:lnTo>
                    <a:pt x="2172" y="29"/>
                  </a:lnTo>
                  <a:lnTo>
                    <a:pt x="2094" y="22"/>
                  </a:lnTo>
                  <a:lnTo>
                    <a:pt x="2014" y="16"/>
                  </a:lnTo>
                  <a:lnTo>
                    <a:pt x="1934" y="11"/>
                  </a:lnTo>
                  <a:lnTo>
                    <a:pt x="1854" y="7"/>
                  </a:lnTo>
                  <a:lnTo>
                    <a:pt x="1772" y="4"/>
                  </a:lnTo>
                  <a:lnTo>
                    <a:pt x="1689" y="2"/>
                  </a:lnTo>
                  <a:lnTo>
                    <a:pt x="1607" y="2"/>
                  </a:lnTo>
                  <a:lnTo>
                    <a:pt x="1522" y="0"/>
                  </a:lnTo>
                  <a:lnTo>
                    <a:pt x="1468" y="0"/>
                  </a:lnTo>
                  <a:lnTo>
                    <a:pt x="1415" y="2"/>
                  </a:lnTo>
                  <a:lnTo>
                    <a:pt x="1362" y="2"/>
                  </a:lnTo>
                  <a:lnTo>
                    <a:pt x="1308" y="4"/>
                  </a:lnTo>
                  <a:lnTo>
                    <a:pt x="1257" y="6"/>
                  </a:lnTo>
                  <a:lnTo>
                    <a:pt x="1205" y="7"/>
                  </a:lnTo>
                  <a:lnTo>
                    <a:pt x="1152" y="9"/>
                  </a:lnTo>
                  <a:lnTo>
                    <a:pt x="1100" y="13"/>
                  </a:lnTo>
                  <a:lnTo>
                    <a:pt x="1051" y="14"/>
                  </a:lnTo>
                  <a:lnTo>
                    <a:pt x="999" y="18"/>
                  </a:lnTo>
                  <a:lnTo>
                    <a:pt x="949" y="22"/>
                  </a:lnTo>
                  <a:lnTo>
                    <a:pt x="900" y="25"/>
                  </a:lnTo>
                  <a:lnTo>
                    <a:pt x="850" y="30"/>
                  </a:lnTo>
                  <a:lnTo>
                    <a:pt x="800" y="34"/>
                  </a:lnTo>
                  <a:lnTo>
                    <a:pt x="752" y="39"/>
                  </a:lnTo>
                  <a:lnTo>
                    <a:pt x="702" y="45"/>
                  </a:lnTo>
                  <a:lnTo>
                    <a:pt x="654" y="50"/>
                  </a:lnTo>
                  <a:lnTo>
                    <a:pt x="608" y="57"/>
                  </a:lnTo>
                  <a:lnTo>
                    <a:pt x="560" y="62"/>
                  </a:lnTo>
                  <a:lnTo>
                    <a:pt x="514" y="70"/>
                  </a:lnTo>
                  <a:lnTo>
                    <a:pt x="468" y="75"/>
                  </a:lnTo>
                  <a:lnTo>
                    <a:pt x="423" y="82"/>
                  </a:lnTo>
                  <a:lnTo>
                    <a:pt x="379" y="89"/>
                  </a:lnTo>
                  <a:lnTo>
                    <a:pt x="334" y="98"/>
                  </a:lnTo>
                  <a:lnTo>
                    <a:pt x="290" y="105"/>
                  </a:lnTo>
                  <a:lnTo>
                    <a:pt x="247" y="114"/>
                  </a:lnTo>
                  <a:lnTo>
                    <a:pt x="204" y="121"/>
                  </a:lnTo>
                  <a:lnTo>
                    <a:pt x="162" y="130"/>
                  </a:lnTo>
                  <a:lnTo>
                    <a:pt x="121" y="139"/>
                  </a:lnTo>
                  <a:lnTo>
                    <a:pt x="80" y="148"/>
                  </a:lnTo>
                  <a:lnTo>
                    <a:pt x="39" y="158"/>
                  </a:lnTo>
                  <a:lnTo>
                    <a:pt x="0" y="167"/>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30734" name="Oval 13"/>
            <p:cNvSpPr/>
            <p:nvPr/>
          </p:nvSpPr>
          <p:spPr>
            <a:xfrm>
              <a:off x="3571" y="2523"/>
              <a:ext cx="1236" cy="1236"/>
            </a:xfrm>
            <a:prstGeom prst="ellipse">
              <a:avLst/>
            </a:prstGeom>
            <a:solidFill>
              <a:srgbClr val="66FFFF"/>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pic>
          <p:nvPicPr>
            <p:cNvPr id="30735" name="Picture 14"/>
            <p:cNvPicPr/>
            <p:nvPr/>
          </p:nvPicPr>
          <p:blipFill>
            <a:blip r:embed="rId2"/>
            <a:stretch>
              <a:fillRect/>
            </a:stretch>
          </p:blipFill>
          <p:spPr>
            <a:xfrm>
              <a:off x="3719" y="3164"/>
              <a:ext cx="302" cy="345"/>
            </a:xfrm>
            <a:prstGeom prst="rect">
              <a:avLst/>
            </a:prstGeom>
            <a:noFill/>
            <a:ln w="12700">
              <a:noFill/>
            </a:ln>
          </p:spPr>
        </p:pic>
        <p:pic>
          <p:nvPicPr>
            <p:cNvPr id="30736" name="Picture 15"/>
            <p:cNvPicPr/>
            <p:nvPr/>
          </p:nvPicPr>
          <p:blipFill>
            <a:blip r:embed="rId3"/>
            <a:stretch>
              <a:fillRect/>
            </a:stretch>
          </p:blipFill>
          <p:spPr>
            <a:xfrm>
              <a:off x="4077" y="2886"/>
              <a:ext cx="669" cy="414"/>
            </a:xfrm>
            <a:prstGeom prst="rect">
              <a:avLst/>
            </a:prstGeom>
            <a:noFill/>
            <a:ln w="12700">
              <a:noFill/>
            </a:ln>
          </p:spPr>
        </p:pic>
        <p:sp>
          <p:nvSpPr>
            <p:cNvPr id="30737" name="Line 19"/>
            <p:cNvSpPr/>
            <p:nvPr/>
          </p:nvSpPr>
          <p:spPr>
            <a:xfrm>
              <a:off x="3061" y="2205"/>
              <a:ext cx="590" cy="545"/>
            </a:xfrm>
            <a:prstGeom prst="line">
              <a:avLst/>
            </a:prstGeom>
            <a:ln w="50800" cap="flat" cmpd="sng">
              <a:solidFill>
                <a:schemeClr val="tx1"/>
              </a:solidFill>
              <a:prstDash val="solid"/>
              <a:headEnd type="triangle" w="med" len="med"/>
              <a:tailEnd type="triangle" w="med" len="med"/>
            </a:ln>
          </p:spPr>
        </p:sp>
        <p:sp>
          <p:nvSpPr>
            <p:cNvPr id="30738" name="Oval 21"/>
            <p:cNvSpPr/>
            <p:nvPr/>
          </p:nvSpPr>
          <p:spPr>
            <a:xfrm>
              <a:off x="1973" y="1162"/>
              <a:ext cx="1236" cy="1236"/>
            </a:xfrm>
            <a:prstGeom prst="ellipse">
              <a:avLst/>
            </a:prstGeom>
            <a:solidFill>
              <a:srgbClr val="66FFFF"/>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30739" name="Group 22"/>
            <p:cNvGrpSpPr/>
            <p:nvPr/>
          </p:nvGrpSpPr>
          <p:grpSpPr>
            <a:xfrm>
              <a:off x="2106" y="1799"/>
              <a:ext cx="443" cy="335"/>
              <a:chOff x="2054" y="1302"/>
              <a:chExt cx="443" cy="335"/>
            </a:xfrm>
          </p:grpSpPr>
          <p:sp>
            <p:nvSpPr>
              <p:cNvPr id="30740" name="Freeform 23"/>
              <p:cNvSpPr/>
              <p:nvPr/>
            </p:nvSpPr>
            <p:spPr>
              <a:xfrm>
                <a:off x="2332" y="1302"/>
                <a:ext cx="165" cy="165"/>
              </a:xfrm>
              <a:custGeom>
                <a:avLst/>
                <a:gdLst/>
                <a:ahLst/>
                <a:cxnLst>
                  <a:cxn ang="0">
                    <a:pos x="164" y="99"/>
                  </a:cxn>
                  <a:cxn ang="0">
                    <a:pos x="103" y="0"/>
                  </a:cxn>
                  <a:cxn ang="0">
                    <a:pos x="0" y="56"/>
                  </a:cxn>
                  <a:cxn ang="0">
                    <a:pos x="65" y="164"/>
                  </a:cxn>
                  <a:cxn ang="0">
                    <a:pos x="164" y="99"/>
                  </a:cxn>
                </a:cxnLst>
                <a:rect l="0" t="0" r="0" b="0"/>
                <a:pathLst>
                  <a:path w="165" h="165">
                    <a:moveTo>
                      <a:pt x="164" y="99"/>
                    </a:moveTo>
                    <a:lnTo>
                      <a:pt x="103" y="0"/>
                    </a:lnTo>
                    <a:lnTo>
                      <a:pt x="0" y="56"/>
                    </a:lnTo>
                    <a:lnTo>
                      <a:pt x="65" y="164"/>
                    </a:lnTo>
                    <a:lnTo>
                      <a:pt x="164"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741" name="Freeform 24"/>
              <p:cNvSpPr/>
              <p:nvPr/>
            </p:nvSpPr>
            <p:spPr>
              <a:xfrm>
                <a:off x="2204" y="1406"/>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742" name="Freeform 25"/>
              <p:cNvSpPr/>
              <p:nvPr/>
            </p:nvSpPr>
            <p:spPr>
              <a:xfrm>
                <a:off x="2251" y="1383"/>
                <a:ext cx="140" cy="117"/>
              </a:xfrm>
              <a:custGeom>
                <a:avLst/>
                <a:gdLst/>
                <a:ahLst/>
                <a:cxnLst>
                  <a:cxn ang="0">
                    <a:pos x="15" y="41"/>
                  </a:cxn>
                  <a:cxn ang="0">
                    <a:pos x="80" y="2"/>
                  </a:cxn>
                  <a:cxn ang="0">
                    <a:pos x="108" y="0"/>
                  </a:cxn>
                  <a:cxn ang="0">
                    <a:pos x="139" y="52"/>
                  </a:cxn>
                  <a:cxn ang="0">
                    <a:pos x="123" y="74"/>
                  </a:cxn>
                  <a:cxn ang="0">
                    <a:pos x="59" y="113"/>
                  </a:cxn>
                  <a:cxn ang="0">
                    <a:pos x="30" y="116"/>
                  </a:cxn>
                  <a:cxn ang="0">
                    <a:pos x="0" y="64"/>
                  </a:cxn>
                  <a:cxn ang="0">
                    <a:pos x="15" y="41"/>
                  </a:cxn>
                </a:cxnLst>
                <a:rect l="0" t="0" r="0" b="0"/>
                <a:pathLst>
                  <a:path w="140" h="117">
                    <a:moveTo>
                      <a:pt x="15" y="41"/>
                    </a:moveTo>
                    <a:lnTo>
                      <a:pt x="80" y="2"/>
                    </a:lnTo>
                    <a:lnTo>
                      <a:pt x="108" y="0"/>
                    </a:lnTo>
                    <a:lnTo>
                      <a:pt x="139" y="52"/>
                    </a:lnTo>
                    <a:lnTo>
                      <a:pt x="123" y="74"/>
                    </a:lnTo>
                    <a:lnTo>
                      <a:pt x="59"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743" name="Freeform 26"/>
              <p:cNvSpPr/>
              <p:nvPr/>
            </p:nvSpPr>
            <p:spPr>
              <a:xfrm>
                <a:off x="2216" y="1398"/>
                <a:ext cx="124" cy="48"/>
              </a:xfrm>
              <a:custGeom>
                <a:avLst/>
                <a:gdLst/>
                <a:ahLst/>
                <a:cxnLst>
                  <a:cxn ang="0">
                    <a:pos x="64" y="8"/>
                  </a:cxn>
                  <a:cxn ang="0">
                    <a:pos x="123" y="0"/>
                  </a:cxn>
                  <a:cxn ang="0">
                    <a:pos x="58" y="37"/>
                  </a:cxn>
                  <a:cxn ang="0">
                    <a:pos x="0" y="47"/>
                  </a:cxn>
                  <a:cxn ang="0">
                    <a:pos x="64" y="8"/>
                  </a:cxn>
                </a:cxnLst>
                <a:rect l="0" t="0" r="0" b="0"/>
                <a:pathLst>
                  <a:path w="124" h="48">
                    <a:moveTo>
                      <a:pt x="64" y="8"/>
                    </a:moveTo>
                    <a:lnTo>
                      <a:pt x="123" y="0"/>
                    </a:lnTo>
                    <a:lnTo>
                      <a:pt x="58" y="37"/>
                    </a:lnTo>
                    <a:lnTo>
                      <a:pt x="0" y="47"/>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744" name="Freeform 27"/>
              <p:cNvSpPr/>
              <p:nvPr/>
            </p:nvSpPr>
            <p:spPr>
              <a:xfrm>
                <a:off x="2234" y="1500"/>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745" name="Line 28"/>
              <p:cNvSpPr/>
              <p:nvPr/>
            </p:nvSpPr>
            <p:spPr>
              <a:xfrm flipV="1">
                <a:off x="2210" y="1448"/>
                <a:ext cx="38" cy="26"/>
              </a:xfrm>
              <a:prstGeom prst="line">
                <a:avLst/>
              </a:prstGeom>
              <a:ln w="12700" cap="flat" cmpd="sng">
                <a:solidFill>
                  <a:schemeClr val="tx1"/>
                </a:solidFill>
                <a:prstDash val="solid"/>
                <a:headEnd type="none" w="med" len="med"/>
                <a:tailEnd type="none" w="med" len="med"/>
              </a:ln>
            </p:spPr>
          </p:sp>
          <p:sp>
            <p:nvSpPr>
              <p:cNvPr id="30746" name="Oval 29"/>
              <p:cNvSpPr/>
              <p:nvPr/>
            </p:nvSpPr>
            <p:spPr>
              <a:xfrm rot="-1860000">
                <a:off x="2275" y="1430"/>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747" name="Line 30"/>
              <p:cNvSpPr/>
              <p:nvPr/>
            </p:nvSpPr>
            <p:spPr>
              <a:xfrm flipV="1">
                <a:off x="2279" y="1419"/>
                <a:ext cx="5" cy="16"/>
              </a:xfrm>
              <a:prstGeom prst="line">
                <a:avLst/>
              </a:prstGeom>
              <a:ln w="12700" cap="flat" cmpd="sng">
                <a:solidFill>
                  <a:schemeClr val="tx1"/>
                </a:solidFill>
                <a:prstDash val="solid"/>
                <a:headEnd type="none" w="med" len="med"/>
                <a:tailEnd type="none" w="med" len="med"/>
              </a:ln>
            </p:spPr>
          </p:sp>
          <p:sp>
            <p:nvSpPr>
              <p:cNvPr id="30748" name="Line 31"/>
              <p:cNvSpPr/>
              <p:nvPr/>
            </p:nvSpPr>
            <p:spPr>
              <a:xfrm>
                <a:off x="2281" y="1437"/>
                <a:ext cx="5" cy="0"/>
              </a:xfrm>
              <a:prstGeom prst="line">
                <a:avLst/>
              </a:prstGeom>
              <a:ln w="12700" cap="flat" cmpd="sng">
                <a:solidFill>
                  <a:schemeClr val="tx1"/>
                </a:solidFill>
                <a:prstDash val="solid"/>
                <a:headEnd type="none" w="med" len="med"/>
                <a:tailEnd type="none" w="med" len="med"/>
              </a:ln>
            </p:spPr>
          </p:sp>
          <p:sp>
            <p:nvSpPr>
              <p:cNvPr id="30749" name="Oval 32"/>
              <p:cNvSpPr/>
              <p:nvPr/>
            </p:nvSpPr>
            <p:spPr>
              <a:xfrm rot="-1860000">
                <a:off x="2275" y="1425"/>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750" name="Line 33"/>
              <p:cNvSpPr/>
              <p:nvPr/>
            </p:nvSpPr>
            <p:spPr>
              <a:xfrm flipV="1">
                <a:off x="2336" y="1372"/>
                <a:ext cx="43" cy="29"/>
              </a:xfrm>
              <a:prstGeom prst="line">
                <a:avLst/>
              </a:prstGeom>
              <a:ln w="12700" cap="flat" cmpd="sng">
                <a:solidFill>
                  <a:schemeClr val="tx1"/>
                </a:solidFill>
                <a:prstDash val="solid"/>
                <a:headEnd type="none" w="med" len="med"/>
                <a:tailEnd type="none" w="med" len="med"/>
              </a:ln>
            </p:spPr>
          </p:sp>
          <p:sp>
            <p:nvSpPr>
              <p:cNvPr id="30751" name="Freeform 34"/>
              <p:cNvSpPr/>
              <p:nvPr/>
            </p:nvSpPr>
            <p:spPr>
              <a:xfrm>
                <a:off x="2278" y="1423"/>
                <a:ext cx="37" cy="23"/>
              </a:xfrm>
              <a:custGeom>
                <a:avLst/>
                <a:gdLst/>
                <a:ahLst/>
                <a:cxnLst>
                  <a:cxn ang="0">
                    <a:pos x="0" y="15"/>
                  </a:cxn>
                  <a:cxn ang="0">
                    <a:pos x="18" y="0"/>
                  </a:cxn>
                  <a:cxn ang="0">
                    <a:pos x="36" y="3"/>
                  </a:cxn>
                  <a:cxn ang="0">
                    <a:pos x="33" y="22"/>
                  </a:cxn>
                  <a:cxn ang="0">
                    <a:pos x="0" y="15"/>
                  </a:cxn>
                </a:cxnLst>
                <a:rect l="0" t="0" r="0" b="0"/>
                <a:pathLst>
                  <a:path w="37" h="23">
                    <a:moveTo>
                      <a:pt x="0" y="15"/>
                    </a:moveTo>
                    <a:lnTo>
                      <a:pt x="18" y="0"/>
                    </a:lnTo>
                    <a:lnTo>
                      <a:pt x="36" y="3"/>
                    </a:lnTo>
                    <a:lnTo>
                      <a:pt x="33" y="22"/>
                    </a:lnTo>
                    <a:lnTo>
                      <a:pt x="0" y="1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752" name="Freeform 35"/>
              <p:cNvSpPr/>
              <p:nvPr/>
            </p:nvSpPr>
            <p:spPr>
              <a:xfrm>
                <a:off x="2280" y="1421"/>
                <a:ext cx="36" cy="28"/>
              </a:xfrm>
              <a:custGeom>
                <a:avLst/>
                <a:gdLst/>
                <a:ahLst/>
                <a:cxnLst>
                  <a:cxn ang="0">
                    <a:pos x="25" y="0"/>
                  </a:cxn>
                  <a:cxn ang="0">
                    <a:pos x="35" y="14"/>
                  </a:cxn>
                  <a:cxn ang="0">
                    <a:pos x="21" y="27"/>
                  </a:cxn>
                  <a:cxn ang="0">
                    <a:pos x="0" y="21"/>
                  </a:cxn>
                  <a:cxn ang="0">
                    <a:pos x="18" y="6"/>
                  </a:cxn>
                  <a:cxn ang="0">
                    <a:pos x="25" y="0"/>
                  </a:cxn>
                </a:cxnLst>
                <a:rect l="0" t="0" r="0" b="0"/>
                <a:pathLst>
                  <a:path w="36" h="28">
                    <a:moveTo>
                      <a:pt x="25" y="0"/>
                    </a:moveTo>
                    <a:lnTo>
                      <a:pt x="35"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753" name="Rectangle 36"/>
              <p:cNvSpPr/>
              <p:nvPr/>
            </p:nvSpPr>
            <p:spPr>
              <a:xfrm rot="-1860000">
                <a:off x="2214" y="1494"/>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754" name="Freeform 37"/>
              <p:cNvSpPr/>
              <p:nvPr/>
            </p:nvSpPr>
            <p:spPr>
              <a:xfrm>
                <a:off x="2054" y="1444"/>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755" name="Line 38"/>
              <p:cNvSpPr/>
              <p:nvPr/>
            </p:nvSpPr>
            <p:spPr>
              <a:xfrm flipV="1">
                <a:off x="2312" y="1474"/>
                <a:ext cx="11" cy="12"/>
              </a:xfrm>
              <a:prstGeom prst="line">
                <a:avLst/>
              </a:prstGeom>
              <a:ln w="12700" cap="flat" cmpd="sng">
                <a:solidFill>
                  <a:schemeClr val="tx1"/>
                </a:solidFill>
                <a:prstDash val="solid"/>
                <a:headEnd type="none" w="med" len="med"/>
                <a:tailEnd type="none" w="med" len="med"/>
              </a:ln>
            </p:spPr>
          </p:sp>
          <p:sp>
            <p:nvSpPr>
              <p:cNvPr id="30756" name="Line 39"/>
              <p:cNvSpPr/>
              <p:nvPr/>
            </p:nvSpPr>
            <p:spPr>
              <a:xfrm flipV="1">
                <a:off x="2311" y="1472"/>
                <a:ext cx="11" cy="14"/>
              </a:xfrm>
              <a:prstGeom prst="line">
                <a:avLst/>
              </a:prstGeom>
              <a:ln w="12700" cap="flat" cmpd="sng">
                <a:solidFill>
                  <a:schemeClr val="tx1"/>
                </a:solidFill>
                <a:prstDash val="solid"/>
                <a:headEnd type="none" w="med" len="med"/>
                <a:tailEnd type="none" w="med" len="med"/>
              </a:ln>
            </p:spPr>
          </p:sp>
          <p:sp>
            <p:nvSpPr>
              <p:cNvPr id="30757" name="Freeform 40"/>
              <p:cNvSpPr/>
              <p:nvPr/>
            </p:nvSpPr>
            <p:spPr>
              <a:xfrm>
                <a:off x="2307" y="1465"/>
                <a:ext cx="38" cy="33"/>
              </a:xfrm>
              <a:custGeom>
                <a:avLst/>
                <a:gdLst/>
                <a:ahLst/>
                <a:cxnLst>
                  <a:cxn ang="0">
                    <a:pos x="29" y="24"/>
                  </a:cxn>
                  <a:cxn ang="0">
                    <a:pos x="37" y="20"/>
                  </a:cxn>
                  <a:cxn ang="0">
                    <a:pos x="35" y="17"/>
                  </a:cxn>
                  <a:cxn ang="0">
                    <a:pos x="27" y="2"/>
                  </a:cxn>
                  <a:cxn ang="0">
                    <a:pos x="25" y="0"/>
                  </a:cxn>
                  <a:cxn ang="0">
                    <a:pos x="18" y="5"/>
                  </a:cxn>
                  <a:cxn ang="0">
                    <a:pos x="12" y="13"/>
                  </a:cxn>
                  <a:cxn ang="0">
                    <a:pos x="5" y="20"/>
                  </a:cxn>
                  <a:cxn ang="0">
                    <a:pos x="0" y="27"/>
                  </a:cxn>
                  <a:cxn ang="0">
                    <a:pos x="1" y="30"/>
                  </a:cxn>
                  <a:cxn ang="0">
                    <a:pos x="9" y="26"/>
                  </a:cxn>
                  <a:cxn ang="0">
                    <a:pos x="12" y="32"/>
                  </a:cxn>
                  <a:cxn ang="0">
                    <a:pos x="22" y="30"/>
                  </a:cxn>
                  <a:cxn ang="0">
                    <a:pos x="29" y="24"/>
                  </a:cxn>
                </a:cxnLst>
                <a:rect l="0" t="0" r="0" b="0"/>
                <a:pathLst>
                  <a:path w="38" h="33">
                    <a:moveTo>
                      <a:pt x="29" y="24"/>
                    </a:moveTo>
                    <a:lnTo>
                      <a:pt x="37" y="20"/>
                    </a:lnTo>
                    <a:lnTo>
                      <a:pt x="35" y="17"/>
                    </a:lnTo>
                    <a:lnTo>
                      <a:pt x="27" y="2"/>
                    </a:lnTo>
                    <a:lnTo>
                      <a:pt x="25" y="0"/>
                    </a:lnTo>
                    <a:lnTo>
                      <a:pt x="18" y="5"/>
                    </a:lnTo>
                    <a:lnTo>
                      <a:pt x="12" y="13"/>
                    </a:lnTo>
                    <a:lnTo>
                      <a:pt x="5" y="20"/>
                    </a:lnTo>
                    <a:lnTo>
                      <a:pt x="0" y="27"/>
                    </a:lnTo>
                    <a:lnTo>
                      <a:pt x="1" y="30"/>
                    </a:lnTo>
                    <a:lnTo>
                      <a:pt x="9" y="26"/>
                    </a:lnTo>
                    <a:lnTo>
                      <a:pt x="12" y="32"/>
                    </a:lnTo>
                    <a:lnTo>
                      <a:pt x="22" y="30"/>
                    </a:lnTo>
                    <a:lnTo>
                      <a:pt x="29"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58" name="Freeform 41"/>
              <p:cNvSpPr/>
              <p:nvPr/>
            </p:nvSpPr>
            <p:spPr>
              <a:xfrm>
                <a:off x="2308" y="1473"/>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59" name="Freeform 42"/>
              <p:cNvSpPr/>
              <p:nvPr/>
            </p:nvSpPr>
            <p:spPr>
              <a:xfrm>
                <a:off x="2330" y="1465"/>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60" name="Line 43"/>
              <p:cNvSpPr/>
              <p:nvPr/>
            </p:nvSpPr>
            <p:spPr>
              <a:xfrm flipV="1">
                <a:off x="2295" y="1470"/>
                <a:ext cx="5" cy="10"/>
              </a:xfrm>
              <a:prstGeom prst="line">
                <a:avLst/>
              </a:prstGeom>
              <a:ln w="12700" cap="flat" cmpd="sng">
                <a:solidFill>
                  <a:schemeClr val="tx1"/>
                </a:solidFill>
                <a:prstDash val="solid"/>
                <a:headEnd type="none" w="med" len="med"/>
                <a:tailEnd type="none" w="med" len="med"/>
              </a:ln>
            </p:spPr>
          </p:sp>
          <p:sp>
            <p:nvSpPr>
              <p:cNvPr id="30761" name="Line 44"/>
              <p:cNvSpPr/>
              <p:nvPr/>
            </p:nvSpPr>
            <p:spPr>
              <a:xfrm flipV="1">
                <a:off x="2290" y="1461"/>
                <a:ext cx="12" cy="15"/>
              </a:xfrm>
              <a:prstGeom prst="line">
                <a:avLst/>
              </a:prstGeom>
              <a:ln w="12700" cap="flat" cmpd="sng">
                <a:solidFill>
                  <a:schemeClr val="tx1"/>
                </a:solidFill>
                <a:prstDash val="solid"/>
                <a:headEnd type="none" w="med" len="med"/>
                <a:tailEnd type="none" w="med" len="med"/>
              </a:ln>
            </p:spPr>
          </p:sp>
          <p:sp>
            <p:nvSpPr>
              <p:cNvPr id="30762" name="Freeform 45"/>
              <p:cNvSpPr/>
              <p:nvPr/>
            </p:nvSpPr>
            <p:spPr>
              <a:xfrm>
                <a:off x="2291" y="1461"/>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63" name="Freeform 46"/>
              <p:cNvSpPr/>
              <p:nvPr/>
            </p:nvSpPr>
            <p:spPr>
              <a:xfrm>
                <a:off x="2291" y="1466"/>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64" name="Freeform 47"/>
              <p:cNvSpPr/>
              <p:nvPr/>
            </p:nvSpPr>
            <p:spPr>
              <a:xfrm>
                <a:off x="2307" y="1453"/>
                <a:ext cx="34" cy="31"/>
              </a:xfrm>
              <a:custGeom>
                <a:avLst/>
                <a:gdLst/>
                <a:ahLst/>
                <a:cxnLst>
                  <a:cxn ang="0">
                    <a:pos x="0" y="21"/>
                  </a:cxn>
                  <a:cxn ang="0">
                    <a:pos x="3" y="25"/>
                  </a:cxn>
                  <a:cxn ang="0">
                    <a:pos x="7" y="22"/>
                  </a:cxn>
                  <a:cxn ang="0">
                    <a:pos x="10" y="30"/>
                  </a:cxn>
                  <a:cxn ang="0">
                    <a:pos x="18" y="30"/>
                  </a:cxn>
                  <a:cxn ang="0">
                    <a:pos x="22" y="27"/>
                  </a:cxn>
                  <a:cxn ang="0">
                    <a:pos x="27" y="25"/>
                  </a:cxn>
                  <a:cxn ang="0">
                    <a:pos x="31" y="22"/>
                  </a:cxn>
                  <a:cxn ang="0">
                    <a:pos x="33" y="17"/>
                  </a:cxn>
                  <a:cxn ang="0">
                    <a:pos x="28" y="10"/>
                  </a:cxn>
                  <a:cxn ang="0">
                    <a:pos x="33" y="7"/>
                  </a:cxn>
                  <a:cxn ang="0">
                    <a:pos x="31" y="4"/>
                  </a:cxn>
                  <a:cxn ang="0">
                    <a:pos x="25" y="4"/>
                  </a:cxn>
                  <a:cxn ang="0">
                    <a:pos x="22" y="0"/>
                  </a:cxn>
                  <a:cxn ang="0">
                    <a:pos x="18" y="2"/>
                  </a:cxn>
                  <a:cxn ang="0">
                    <a:pos x="13" y="5"/>
                  </a:cxn>
                  <a:cxn ang="0">
                    <a:pos x="6" y="10"/>
                  </a:cxn>
                  <a:cxn ang="0">
                    <a:pos x="1" y="12"/>
                  </a:cxn>
                  <a:cxn ang="0">
                    <a:pos x="3" y="15"/>
                  </a:cxn>
                  <a:cxn ang="0">
                    <a:pos x="0" y="21"/>
                  </a:cxn>
                </a:cxnLst>
                <a:rect l="0" t="0" r="0" b="0"/>
                <a:pathLst>
                  <a:path w="34" h="31">
                    <a:moveTo>
                      <a:pt x="0" y="21"/>
                    </a:moveTo>
                    <a:lnTo>
                      <a:pt x="3" y="25"/>
                    </a:lnTo>
                    <a:lnTo>
                      <a:pt x="7" y="22"/>
                    </a:lnTo>
                    <a:lnTo>
                      <a:pt x="10" y="30"/>
                    </a:lnTo>
                    <a:lnTo>
                      <a:pt x="18" y="30"/>
                    </a:lnTo>
                    <a:lnTo>
                      <a:pt x="22" y="27"/>
                    </a:lnTo>
                    <a:lnTo>
                      <a:pt x="27" y="25"/>
                    </a:lnTo>
                    <a:lnTo>
                      <a:pt x="31" y="22"/>
                    </a:lnTo>
                    <a:lnTo>
                      <a:pt x="33" y="17"/>
                    </a:lnTo>
                    <a:lnTo>
                      <a:pt x="28" y="10"/>
                    </a:lnTo>
                    <a:lnTo>
                      <a:pt x="33" y="7"/>
                    </a:lnTo>
                    <a:lnTo>
                      <a:pt x="31" y="4"/>
                    </a:lnTo>
                    <a:lnTo>
                      <a:pt x="25" y="4"/>
                    </a:lnTo>
                    <a:lnTo>
                      <a:pt x="22" y="0"/>
                    </a:lnTo>
                    <a:lnTo>
                      <a:pt x="18" y="2"/>
                    </a:lnTo>
                    <a:lnTo>
                      <a:pt x="13" y="5"/>
                    </a:lnTo>
                    <a:lnTo>
                      <a:pt x="6" y="10"/>
                    </a:lnTo>
                    <a:lnTo>
                      <a:pt x="1" y="12"/>
                    </a:lnTo>
                    <a:lnTo>
                      <a:pt x="3"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65" name="Line 48"/>
              <p:cNvSpPr/>
              <p:nvPr/>
            </p:nvSpPr>
            <p:spPr>
              <a:xfrm flipV="1">
                <a:off x="2294" y="1447"/>
                <a:ext cx="7" cy="15"/>
              </a:xfrm>
              <a:prstGeom prst="line">
                <a:avLst/>
              </a:prstGeom>
              <a:ln w="12700" cap="flat" cmpd="sng">
                <a:solidFill>
                  <a:schemeClr val="tx1"/>
                </a:solidFill>
                <a:prstDash val="solid"/>
                <a:headEnd type="none" w="med" len="med"/>
                <a:tailEnd type="none" w="med" len="med"/>
              </a:ln>
            </p:spPr>
          </p:sp>
          <p:sp>
            <p:nvSpPr>
              <p:cNvPr id="30766" name="Line 49"/>
              <p:cNvSpPr/>
              <p:nvPr/>
            </p:nvSpPr>
            <p:spPr>
              <a:xfrm flipV="1">
                <a:off x="2297" y="1443"/>
                <a:ext cx="7" cy="14"/>
              </a:xfrm>
              <a:prstGeom prst="line">
                <a:avLst/>
              </a:prstGeom>
              <a:ln w="12700" cap="flat" cmpd="sng">
                <a:solidFill>
                  <a:schemeClr val="tx1"/>
                </a:solidFill>
                <a:prstDash val="solid"/>
                <a:headEnd type="none" w="med" len="med"/>
                <a:tailEnd type="none" w="med" len="med"/>
              </a:ln>
            </p:spPr>
          </p:sp>
          <p:sp>
            <p:nvSpPr>
              <p:cNvPr id="30767" name="Freeform 50"/>
              <p:cNvSpPr/>
              <p:nvPr/>
            </p:nvSpPr>
            <p:spPr>
              <a:xfrm>
                <a:off x="2290" y="1440"/>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68" name="Freeform 51"/>
              <p:cNvSpPr/>
              <p:nvPr/>
            </p:nvSpPr>
            <p:spPr>
              <a:xfrm>
                <a:off x="2291" y="1448"/>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69" name="Freeform 52"/>
              <p:cNvSpPr/>
              <p:nvPr/>
            </p:nvSpPr>
            <p:spPr>
              <a:xfrm>
                <a:off x="2307" y="1438"/>
                <a:ext cx="36" cy="27"/>
              </a:xfrm>
              <a:custGeom>
                <a:avLst/>
                <a:gdLst/>
                <a:ahLst/>
                <a:cxnLst>
                  <a:cxn ang="0">
                    <a:pos x="1" y="20"/>
                  </a:cxn>
                  <a:cxn ang="0">
                    <a:pos x="4" y="23"/>
                  </a:cxn>
                  <a:cxn ang="0">
                    <a:pos x="5" y="26"/>
                  </a:cxn>
                  <a:cxn ang="0">
                    <a:pos x="18" y="26"/>
                  </a:cxn>
                  <a:cxn ang="0">
                    <a:pos x="24" y="21"/>
                  </a:cxn>
                  <a:cxn ang="0">
                    <a:pos x="23" y="19"/>
                  </a:cxn>
                  <a:cxn ang="0">
                    <a:pos x="27" y="16"/>
                  </a:cxn>
                  <a:cxn ang="0">
                    <a:pos x="32" y="10"/>
                  </a:cxn>
                  <a:cxn ang="0">
                    <a:pos x="29" y="8"/>
                  </a:cxn>
                  <a:cxn ang="0">
                    <a:pos x="35" y="5"/>
                  </a:cxn>
                  <a:cxn ang="0">
                    <a:pos x="32" y="0"/>
                  </a:cxn>
                  <a:cxn ang="0">
                    <a:pos x="26" y="2"/>
                  </a:cxn>
                  <a:cxn ang="0">
                    <a:pos x="24" y="0"/>
                  </a:cxn>
                  <a:cxn ang="0">
                    <a:pos x="17" y="1"/>
                  </a:cxn>
                  <a:cxn ang="0">
                    <a:pos x="13" y="4"/>
                  </a:cxn>
                  <a:cxn ang="0">
                    <a:pos x="7" y="6"/>
                  </a:cxn>
                  <a:cxn ang="0">
                    <a:pos x="0" y="17"/>
                  </a:cxn>
                  <a:cxn ang="0">
                    <a:pos x="1" y="20"/>
                  </a:cxn>
                </a:cxnLst>
                <a:rect l="0" t="0" r="0" b="0"/>
                <a:pathLst>
                  <a:path w="36" h="27">
                    <a:moveTo>
                      <a:pt x="1" y="20"/>
                    </a:moveTo>
                    <a:lnTo>
                      <a:pt x="4" y="23"/>
                    </a:lnTo>
                    <a:lnTo>
                      <a:pt x="5" y="26"/>
                    </a:lnTo>
                    <a:lnTo>
                      <a:pt x="18" y="26"/>
                    </a:lnTo>
                    <a:lnTo>
                      <a:pt x="24" y="21"/>
                    </a:lnTo>
                    <a:lnTo>
                      <a:pt x="23" y="19"/>
                    </a:lnTo>
                    <a:lnTo>
                      <a:pt x="27" y="16"/>
                    </a:lnTo>
                    <a:lnTo>
                      <a:pt x="32" y="10"/>
                    </a:lnTo>
                    <a:lnTo>
                      <a:pt x="29" y="8"/>
                    </a:lnTo>
                    <a:lnTo>
                      <a:pt x="35" y="5"/>
                    </a:lnTo>
                    <a:lnTo>
                      <a:pt x="32" y="0"/>
                    </a:lnTo>
                    <a:lnTo>
                      <a:pt x="26" y="2"/>
                    </a:lnTo>
                    <a:lnTo>
                      <a:pt x="24" y="0"/>
                    </a:lnTo>
                    <a:lnTo>
                      <a:pt x="17" y="1"/>
                    </a:lnTo>
                    <a:lnTo>
                      <a:pt x="13"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70" name="Line 53"/>
              <p:cNvSpPr/>
              <p:nvPr/>
            </p:nvSpPr>
            <p:spPr>
              <a:xfrm flipV="1">
                <a:off x="2322" y="1421"/>
                <a:ext cx="10" cy="14"/>
              </a:xfrm>
              <a:prstGeom prst="line">
                <a:avLst/>
              </a:prstGeom>
              <a:ln w="12700" cap="flat" cmpd="sng">
                <a:solidFill>
                  <a:schemeClr val="tx1"/>
                </a:solidFill>
                <a:prstDash val="solid"/>
                <a:headEnd type="none" w="med" len="med"/>
                <a:tailEnd type="none" w="med" len="med"/>
              </a:ln>
            </p:spPr>
          </p:sp>
          <p:sp>
            <p:nvSpPr>
              <p:cNvPr id="30771" name="Line 54"/>
              <p:cNvSpPr/>
              <p:nvPr/>
            </p:nvSpPr>
            <p:spPr>
              <a:xfrm flipV="1">
                <a:off x="2323" y="1421"/>
                <a:ext cx="7" cy="12"/>
              </a:xfrm>
              <a:prstGeom prst="line">
                <a:avLst/>
              </a:prstGeom>
              <a:ln w="12700" cap="flat" cmpd="sng">
                <a:solidFill>
                  <a:schemeClr val="tx1"/>
                </a:solidFill>
                <a:prstDash val="solid"/>
                <a:headEnd type="none" w="med" len="med"/>
                <a:tailEnd type="none" w="med" len="med"/>
              </a:ln>
            </p:spPr>
          </p:sp>
          <p:sp>
            <p:nvSpPr>
              <p:cNvPr id="30772" name="Freeform 55"/>
              <p:cNvSpPr/>
              <p:nvPr/>
            </p:nvSpPr>
            <p:spPr>
              <a:xfrm>
                <a:off x="2320" y="1416"/>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73" name="Freeform 56"/>
              <p:cNvSpPr/>
              <p:nvPr/>
            </p:nvSpPr>
            <p:spPr>
              <a:xfrm>
                <a:off x="2319" y="1424"/>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74" name="Freeform 57"/>
              <p:cNvSpPr/>
              <p:nvPr/>
            </p:nvSpPr>
            <p:spPr>
              <a:xfrm>
                <a:off x="2337" y="1411"/>
                <a:ext cx="33" cy="26"/>
              </a:xfrm>
              <a:custGeom>
                <a:avLst/>
                <a:gdLst/>
                <a:ahLst/>
                <a:cxnLst>
                  <a:cxn ang="0">
                    <a:pos x="1" y="22"/>
                  </a:cxn>
                  <a:cxn ang="0">
                    <a:pos x="7" y="22"/>
                  </a:cxn>
                  <a:cxn ang="0">
                    <a:pos x="8" y="25"/>
                  </a:cxn>
                  <a:cxn ang="0">
                    <a:pos x="16" y="25"/>
                  </a:cxn>
                  <a:cxn ang="0">
                    <a:pos x="21" y="25"/>
                  </a:cxn>
                  <a:cxn ang="0">
                    <a:pos x="26" y="22"/>
                  </a:cxn>
                  <a:cxn ang="0">
                    <a:pos x="23" y="19"/>
                  </a:cxn>
                  <a:cxn ang="0">
                    <a:pos x="27" y="17"/>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3"/>
                  </a:cxn>
                  <a:cxn ang="0">
                    <a:pos x="4" y="16"/>
                  </a:cxn>
                  <a:cxn ang="0">
                    <a:pos x="0" y="19"/>
                  </a:cxn>
                  <a:cxn ang="0">
                    <a:pos x="1" y="22"/>
                  </a:cxn>
                </a:cxnLst>
                <a:rect l="0" t="0" r="0" b="0"/>
                <a:pathLst>
                  <a:path w="33" h="26">
                    <a:moveTo>
                      <a:pt x="1" y="22"/>
                    </a:moveTo>
                    <a:lnTo>
                      <a:pt x="7" y="22"/>
                    </a:lnTo>
                    <a:lnTo>
                      <a:pt x="8" y="25"/>
                    </a:lnTo>
                    <a:lnTo>
                      <a:pt x="16" y="25"/>
                    </a:lnTo>
                    <a:lnTo>
                      <a:pt x="21" y="25"/>
                    </a:lnTo>
                    <a:lnTo>
                      <a:pt x="26" y="22"/>
                    </a:lnTo>
                    <a:lnTo>
                      <a:pt x="23" y="19"/>
                    </a:lnTo>
                    <a:lnTo>
                      <a:pt x="27" y="17"/>
                    </a:lnTo>
                    <a:lnTo>
                      <a:pt x="30" y="11"/>
                    </a:lnTo>
                    <a:lnTo>
                      <a:pt x="29" y="8"/>
                    </a:lnTo>
                    <a:lnTo>
                      <a:pt x="32" y="2"/>
                    </a:lnTo>
                    <a:lnTo>
                      <a:pt x="30" y="0"/>
                    </a:lnTo>
                    <a:lnTo>
                      <a:pt x="26" y="2"/>
                    </a:lnTo>
                    <a:lnTo>
                      <a:pt x="23" y="0"/>
                    </a:lnTo>
                    <a:lnTo>
                      <a:pt x="17" y="0"/>
                    </a:lnTo>
                    <a:lnTo>
                      <a:pt x="13" y="2"/>
                    </a:lnTo>
                    <a:lnTo>
                      <a:pt x="8" y="5"/>
                    </a:lnTo>
                    <a:lnTo>
                      <a:pt x="5" y="7"/>
                    </a:lnTo>
                    <a:lnTo>
                      <a:pt x="2" y="13"/>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75" name="Line 58"/>
              <p:cNvSpPr/>
              <p:nvPr/>
            </p:nvSpPr>
            <p:spPr>
              <a:xfrm flipV="1">
                <a:off x="2353" y="1412"/>
                <a:ext cx="8" cy="14"/>
              </a:xfrm>
              <a:prstGeom prst="line">
                <a:avLst/>
              </a:prstGeom>
              <a:ln w="12700" cap="flat" cmpd="sng">
                <a:solidFill>
                  <a:schemeClr val="tx1"/>
                </a:solidFill>
                <a:prstDash val="solid"/>
                <a:headEnd type="none" w="med" len="med"/>
                <a:tailEnd type="none" w="med" len="med"/>
              </a:ln>
            </p:spPr>
          </p:sp>
          <p:sp>
            <p:nvSpPr>
              <p:cNvPr id="30776" name="Line 59"/>
              <p:cNvSpPr/>
              <p:nvPr/>
            </p:nvSpPr>
            <p:spPr>
              <a:xfrm flipV="1">
                <a:off x="2351" y="1407"/>
                <a:ext cx="11" cy="14"/>
              </a:xfrm>
              <a:prstGeom prst="line">
                <a:avLst/>
              </a:prstGeom>
              <a:ln w="12700" cap="flat" cmpd="sng">
                <a:solidFill>
                  <a:schemeClr val="tx1"/>
                </a:solidFill>
                <a:prstDash val="solid"/>
                <a:headEnd type="none" w="med" len="med"/>
                <a:tailEnd type="none" w="med" len="med"/>
              </a:ln>
            </p:spPr>
          </p:sp>
          <p:sp>
            <p:nvSpPr>
              <p:cNvPr id="30777" name="Freeform 60"/>
              <p:cNvSpPr/>
              <p:nvPr/>
            </p:nvSpPr>
            <p:spPr>
              <a:xfrm>
                <a:off x="2351" y="1401"/>
                <a:ext cx="36" cy="34"/>
              </a:xfrm>
              <a:custGeom>
                <a:avLst/>
                <a:gdLst/>
                <a:ahLst/>
                <a:cxnLst>
                  <a:cxn ang="0">
                    <a:pos x="28" y="25"/>
                  </a:cxn>
                  <a:cxn ang="0">
                    <a:pos x="35" y="21"/>
                  </a:cxn>
                  <a:cxn ang="0">
                    <a:pos x="33" y="16"/>
                  </a:cxn>
                  <a:cxn ang="0">
                    <a:pos x="25" y="3"/>
                  </a:cxn>
                  <a:cxn ang="0">
                    <a:pos x="23" y="0"/>
                  </a:cxn>
                  <a:cxn ang="0">
                    <a:pos x="15" y="4"/>
                  </a:cxn>
                  <a:cxn ang="0">
                    <a:pos x="8" y="9"/>
                  </a:cxn>
                  <a:cxn ang="0">
                    <a:pos x="5" y="21"/>
                  </a:cxn>
                  <a:cxn ang="0">
                    <a:pos x="0" y="30"/>
                  </a:cxn>
                  <a:cxn ang="0">
                    <a:pos x="1" y="33"/>
                  </a:cxn>
                  <a:cxn ang="0">
                    <a:pos x="8" y="28"/>
                  </a:cxn>
                  <a:cxn ang="0">
                    <a:pos x="11" y="31"/>
                  </a:cxn>
                  <a:cxn ang="0">
                    <a:pos x="19" y="30"/>
                  </a:cxn>
                  <a:cxn ang="0">
                    <a:pos x="28" y="25"/>
                  </a:cxn>
                </a:cxnLst>
                <a:rect l="0" t="0" r="0" b="0"/>
                <a:pathLst>
                  <a:path w="36" h="34">
                    <a:moveTo>
                      <a:pt x="28" y="25"/>
                    </a:moveTo>
                    <a:lnTo>
                      <a:pt x="35" y="21"/>
                    </a:lnTo>
                    <a:lnTo>
                      <a:pt x="33" y="16"/>
                    </a:lnTo>
                    <a:lnTo>
                      <a:pt x="25" y="3"/>
                    </a:lnTo>
                    <a:lnTo>
                      <a:pt x="23" y="0"/>
                    </a:lnTo>
                    <a:lnTo>
                      <a:pt x="15" y="4"/>
                    </a:lnTo>
                    <a:lnTo>
                      <a:pt x="8" y="9"/>
                    </a:lnTo>
                    <a:lnTo>
                      <a:pt x="5" y="21"/>
                    </a:lnTo>
                    <a:lnTo>
                      <a:pt x="0" y="30"/>
                    </a:lnTo>
                    <a:lnTo>
                      <a:pt x="1" y="33"/>
                    </a:lnTo>
                    <a:lnTo>
                      <a:pt x="8" y="28"/>
                    </a:lnTo>
                    <a:lnTo>
                      <a:pt x="11" y="31"/>
                    </a:lnTo>
                    <a:lnTo>
                      <a:pt x="19" y="30"/>
                    </a:lnTo>
                    <a:lnTo>
                      <a:pt x="28"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78" name="Freeform 61"/>
              <p:cNvSpPr/>
              <p:nvPr/>
            </p:nvSpPr>
            <p:spPr>
              <a:xfrm>
                <a:off x="2347" y="1411"/>
                <a:ext cx="41" cy="25"/>
              </a:xfrm>
              <a:custGeom>
                <a:avLst/>
                <a:gdLst/>
                <a:ahLst/>
                <a:cxnLst>
                  <a:cxn ang="0">
                    <a:pos x="1" y="11"/>
                  </a:cxn>
                  <a:cxn ang="0">
                    <a:pos x="35" y="0"/>
                  </a:cxn>
                  <a:cxn ang="0">
                    <a:pos x="40" y="12"/>
                  </a:cxn>
                  <a:cxn ang="0">
                    <a:pos x="4" y="24"/>
                  </a:cxn>
                  <a:cxn ang="0">
                    <a:pos x="0" y="9"/>
                  </a:cxn>
                  <a:cxn ang="0">
                    <a:pos x="1" y="11"/>
                  </a:cxn>
                </a:cxnLst>
                <a:rect l="0" t="0" r="0" b="0"/>
                <a:pathLst>
                  <a:path w="41" h="25">
                    <a:moveTo>
                      <a:pt x="1" y="11"/>
                    </a:moveTo>
                    <a:lnTo>
                      <a:pt x="35" y="0"/>
                    </a:lnTo>
                    <a:lnTo>
                      <a:pt x="40" y="12"/>
                    </a:lnTo>
                    <a:lnTo>
                      <a:pt x="4" y="24"/>
                    </a:lnTo>
                    <a:lnTo>
                      <a:pt x="0" y="9"/>
                    </a:lnTo>
                    <a:lnTo>
                      <a:pt x="1" y="1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79" name="Freeform 62"/>
              <p:cNvSpPr/>
              <p:nvPr/>
            </p:nvSpPr>
            <p:spPr>
              <a:xfrm>
                <a:off x="2369" y="1403"/>
                <a:ext cx="34" cy="26"/>
              </a:xfrm>
              <a:custGeom>
                <a:avLst/>
                <a:gdLst/>
                <a:ahLst/>
                <a:cxnLst>
                  <a:cxn ang="0">
                    <a:pos x="1" y="22"/>
                  </a:cxn>
                  <a:cxn ang="0">
                    <a:pos x="8" y="22"/>
                  </a:cxn>
                  <a:cxn ang="0">
                    <a:pos x="10" y="25"/>
                  </a:cxn>
                  <a:cxn ang="0">
                    <a:pos x="15" y="25"/>
                  </a:cxn>
                  <a:cxn ang="0">
                    <a:pos x="20" y="22"/>
                  </a:cxn>
                  <a:cxn ang="0">
                    <a:pos x="24" y="19"/>
                  </a:cxn>
                  <a:cxn ang="0">
                    <a:pos x="28" y="16"/>
                  </a:cxn>
                  <a:cxn ang="0">
                    <a:pos x="31" y="11"/>
                  </a:cxn>
                  <a:cxn ang="0">
                    <a:pos x="30" y="8"/>
                  </a:cxn>
                  <a:cxn ang="0">
                    <a:pos x="33" y="2"/>
                  </a:cxn>
                  <a:cxn ang="0">
                    <a:pos x="31" y="0"/>
                  </a:cxn>
                  <a:cxn ang="0">
                    <a:pos x="24" y="0"/>
                  </a:cxn>
                  <a:cxn ang="0">
                    <a:pos x="18" y="0"/>
                  </a:cxn>
                  <a:cxn ang="0">
                    <a:pos x="14" y="2"/>
                  </a:cxn>
                  <a:cxn ang="0">
                    <a:pos x="12" y="0"/>
                  </a:cxn>
                  <a:cxn ang="0">
                    <a:pos x="8" y="1"/>
                  </a:cxn>
                  <a:cxn ang="0">
                    <a:pos x="5" y="7"/>
                  </a:cxn>
                  <a:cxn ang="0">
                    <a:pos x="2" y="13"/>
                  </a:cxn>
                  <a:cxn ang="0">
                    <a:pos x="0" y="19"/>
                  </a:cxn>
                  <a:cxn ang="0">
                    <a:pos x="1" y="22"/>
                  </a:cxn>
                </a:cxnLst>
                <a:rect l="0" t="0" r="0" b="0"/>
                <a:pathLst>
                  <a:path w="34" h="26">
                    <a:moveTo>
                      <a:pt x="1" y="22"/>
                    </a:moveTo>
                    <a:lnTo>
                      <a:pt x="8" y="22"/>
                    </a:lnTo>
                    <a:lnTo>
                      <a:pt x="10" y="25"/>
                    </a:lnTo>
                    <a:lnTo>
                      <a:pt x="15" y="25"/>
                    </a:lnTo>
                    <a:lnTo>
                      <a:pt x="20" y="22"/>
                    </a:lnTo>
                    <a:lnTo>
                      <a:pt x="24" y="19"/>
                    </a:lnTo>
                    <a:lnTo>
                      <a:pt x="28" y="16"/>
                    </a:lnTo>
                    <a:lnTo>
                      <a:pt x="31" y="11"/>
                    </a:lnTo>
                    <a:lnTo>
                      <a:pt x="30" y="8"/>
                    </a:lnTo>
                    <a:lnTo>
                      <a:pt x="33" y="2"/>
                    </a:lnTo>
                    <a:lnTo>
                      <a:pt x="31" y="0"/>
                    </a:lnTo>
                    <a:lnTo>
                      <a:pt x="24" y="0"/>
                    </a:lnTo>
                    <a:lnTo>
                      <a:pt x="18" y="0"/>
                    </a:lnTo>
                    <a:lnTo>
                      <a:pt x="14" y="2"/>
                    </a:lnTo>
                    <a:lnTo>
                      <a:pt x="12" y="0"/>
                    </a:lnTo>
                    <a:lnTo>
                      <a:pt x="8" y="1"/>
                    </a:lnTo>
                    <a:lnTo>
                      <a:pt x="5" y="7"/>
                    </a:lnTo>
                    <a:lnTo>
                      <a:pt x="2" y="13"/>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80" name="Line 63"/>
              <p:cNvSpPr/>
              <p:nvPr/>
            </p:nvSpPr>
            <p:spPr>
              <a:xfrm flipV="1">
                <a:off x="2377" y="1419"/>
                <a:ext cx="6" cy="14"/>
              </a:xfrm>
              <a:prstGeom prst="line">
                <a:avLst/>
              </a:prstGeom>
              <a:ln w="12700" cap="flat" cmpd="sng">
                <a:solidFill>
                  <a:schemeClr val="tx1"/>
                </a:solidFill>
                <a:prstDash val="solid"/>
                <a:headEnd type="none" w="med" len="med"/>
                <a:tailEnd type="none" w="med" len="med"/>
              </a:ln>
            </p:spPr>
          </p:sp>
          <p:sp>
            <p:nvSpPr>
              <p:cNvPr id="30781" name="Line 64"/>
              <p:cNvSpPr/>
              <p:nvPr/>
            </p:nvSpPr>
            <p:spPr>
              <a:xfrm flipV="1">
                <a:off x="2374" y="1413"/>
                <a:ext cx="7" cy="13"/>
              </a:xfrm>
              <a:prstGeom prst="line">
                <a:avLst/>
              </a:prstGeom>
              <a:ln w="12700" cap="flat" cmpd="sng">
                <a:solidFill>
                  <a:schemeClr val="tx1"/>
                </a:solidFill>
                <a:prstDash val="solid"/>
                <a:headEnd type="none" w="med" len="med"/>
                <a:tailEnd type="none" w="med" len="med"/>
              </a:ln>
            </p:spPr>
          </p:sp>
          <p:sp>
            <p:nvSpPr>
              <p:cNvPr id="30782" name="Freeform 65"/>
              <p:cNvSpPr/>
              <p:nvPr/>
            </p:nvSpPr>
            <p:spPr>
              <a:xfrm>
                <a:off x="2373" y="1411"/>
                <a:ext cx="35" cy="29"/>
              </a:xfrm>
              <a:custGeom>
                <a:avLst/>
                <a:gdLst/>
                <a:ahLst/>
                <a:cxnLst>
                  <a:cxn ang="0">
                    <a:pos x="29" y="19"/>
                  </a:cxn>
                  <a:cxn ang="0">
                    <a:pos x="34" y="14"/>
                  </a:cxn>
                  <a:cxn ang="0">
                    <a:pos x="27" y="0"/>
                  </a:cxn>
                  <a:cxn ang="0">
                    <a:pos x="19" y="1"/>
                  </a:cxn>
                  <a:cxn ang="0">
                    <a:pos x="13" y="4"/>
                  </a:cxn>
                  <a:cxn ang="0">
                    <a:pos x="8" y="8"/>
                  </a:cxn>
                  <a:cxn ang="0">
                    <a:pos x="4" y="14"/>
                  </a:cxn>
                  <a:cxn ang="0">
                    <a:pos x="6" y="18"/>
                  </a:cxn>
                  <a:cxn ang="0">
                    <a:pos x="0" y="21"/>
                  </a:cxn>
                  <a:cxn ang="0">
                    <a:pos x="4" y="28"/>
                  </a:cxn>
                  <a:cxn ang="0">
                    <a:pos x="9" y="23"/>
                  </a:cxn>
                  <a:cxn ang="0">
                    <a:pos x="12" y="26"/>
                  </a:cxn>
                  <a:cxn ang="0">
                    <a:pos x="19" y="26"/>
                  </a:cxn>
                  <a:cxn ang="0">
                    <a:pos x="24" y="23"/>
                  </a:cxn>
                  <a:cxn ang="0">
                    <a:pos x="29" y="19"/>
                  </a:cxn>
                </a:cxnLst>
                <a:rect l="0" t="0" r="0" b="0"/>
                <a:pathLst>
                  <a:path w="35" h="29">
                    <a:moveTo>
                      <a:pt x="29" y="19"/>
                    </a:moveTo>
                    <a:lnTo>
                      <a:pt x="34" y="14"/>
                    </a:lnTo>
                    <a:lnTo>
                      <a:pt x="27" y="0"/>
                    </a:lnTo>
                    <a:lnTo>
                      <a:pt x="19" y="1"/>
                    </a:lnTo>
                    <a:lnTo>
                      <a:pt x="13" y="4"/>
                    </a:lnTo>
                    <a:lnTo>
                      <a:pt x="8" y="8"/>
                    </a:lnTo>
                    <a:lnTo>
                      <a:pt x="4" y="14"/>
                    </a:lnTo>
                    <a:lnTo>
                      <a:pt x="6" y="18"/>
                    </a:lnTo>
                    <a:lnTo>
                      <a:pt x="0" y="21"/>
                    </a:lnTo>
                    <a:lnTo>
                      <a:pt x="4" y="28"/>
                    </a:lnTo>
                    <a:lnTo>
                      <a:pt x="9" y="23"/>
                    </a:lnTo>
                    <a:lnTo>
                      <a:pt x="12" y="26"/>
                    </a:lnTo>
                    <a:lnTo>
                      <a:pt x="19" y="26"/>
                    </a:lnTo>
                    <a:lnTo>
                      <a:pt x="24" y="23"/>
                    </a:lnTo>
                    <a:lnTo>
                      <a:pt x="29"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83" name="Freeform 66"/>
              <p:cNvSpPr/>
              <p:nvPr/>
            </p:nvSpPr>
            <p:spPr>
              <a:xfrm>
                <a:off x="2371" y="1418"/>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84" name="Freeform 67"/>
              <p:cNvSpPr/>
              <p:nvPr/>
            </p:nvSpPr>
            <p:spPr>
              <a:xfrm>
                <a:off x="2392" y="1410"/>
                <a:ext cx="29" cy="26"/>
              </a:xfrm>
              <a:custGeom>
                <a:avLst/>
                <a:gdLst/>
                <a:ahLst/>
                <a:cxnLst>
                  <a:cxn ang="0">
                    <a:pos x="0" y="19"/>
                  </a:cxn>
                  <a:cxn ang="0">
                    <a:pos x="1" y="22"/>
                  </a:cxn>
                  <a:cxn ang="0">
                    <a:pos x="7" y="22"/>
                  </a:cxn>
                  <a:cxn ang="0">
                    <a:pos x="8" y="25"/>
                  </a:cxn>
                  <a:cxn ang="0">
                    <a:pos x="14" y="25"/>
                  </a:cxn>
                  <a:cxn ang="0">
                    <a:pos x="18" y="23"/>
                  </a:cxn>
                  <a:cxn ang="0">
                    <a:pos x="22" y="20"/>
                  </a:cxn>
                  <a:cxn ang="0">
                    <a:pos x="25" y="17"/>
                  </a:cxn>
                  <a:cxn ang="0">
                    <a:pos x="28" y="13"/>
                  </a:cxn>
                  <a:cxn ang="0">
                    <a:pos x="26" y="10"/>
                  </a:cxn>
                  <a:cxn ang="0">
                    <a:pos x="28" y="4"/>
                  </a:cxn>
                  <a:cxn ang="0">
                    <a:pos x="26" y="1"/>
                  </a:cxn>
                  <a:cxn ang="0">
                    <a:pos x="21" y="1"/>
                  </a:cxn>
                  <a:cxn ang="0">
                    <a:pos x="15" y="1"/>
                  </a:cxn>
                  <a:cxn ang="0">
                    <a:pos x="9" y="0"/>
                  </a:cxn>
                  <a:cxn ang="0">
                    <a:pos x="7" y="2"/>
                  </a:cxn>
                  <a:cxn ang="0">
                    <a:pos x="8" y="5"/>
                  </a:cxn>
                  <a:cxn ang="0">
                    <a:pos x="4" y="8"/>
                  </a:cxn>
                  <a:cxn ang="0">
                    <a:pos x="1" y="13"/>
                  </a:cxn>
                  <a:cxn ang="0">
                    <a:pos x="0" y="19"/>
                  </a:cxn>
                </a:cxnLst>
                <a:rect l="0" t="0" r="0" b="0"/>
                <a:pathLst>
                  <a:path w="29" h="26">
                    <a:moveTo>
                      <a:pt x="0" y="19"/>
                    </a:moveTo>
                    <a:lnTo>
                      <a:pt x="1" y="22"/>
                    </a:lnTo>
                    <a:lnTo>
                      <a:pt x="7" y="22"/>
                    </a:lnTo>
                    <a:lnTo>
                      <a:pt x="8" y="25"/>
                    </a:lnTo>
                    <a:lnTo>
                      <a:pt x="14" y="25"/>
                    </a:lnTo>
                    <a:lnTo>
                      <a:pt x="18" y="23"/>
                    </a:lnTo>
                    <a:lnTo>
                      <a:pt x="22" y="20"/>
                    </a:lnTo>
                    <a:lnTo>
                      <a:pt x="25" y="17"/>
                    </a:lnTo>
                    <a:lnTo>
                      <a:pt x="28" y="13"/>
                    </a:lnTo>
                    <a:lnTo>
                      <a:pt x="26" y="10"/>
                    </a:lnTo>
                    <a:lnTo>
                      <a:pt x="28" y="4"/>
                    </a:lnTo>
                    <a:lnTo>
                      <a:pt x="26" y="1"/>
                    </a:lnTo>
                    <a:lnTo>
                      <a:pt x="21" y="1"/>
                    </a:lnTo>
                    <a:lnTo>
                      <a:pt x="15" y="1"/>
                    </a:lnTo>
                    <a:lnTo>
                      <a:pt x="9" y="0"/>
                    </a:lnTo>
                    <a:lnTo>
                      <a:pt x="7" y="2"/>
                    </a:lnTo>
                    <a:lnTo>
                      <a:pt x="8" y="5"/>
                    </a:lnTo>
                    <a:lnTo>
                      <a:pt x="4" y="8"/>
                    </a:lnTo>
                    <a:lnTo>
                      <a:pt x="1"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85" name="Line 68"/>
              <p:cNvSpPr/>
              <p:nvPr/>
            </p:nvSpPr>
            <p:spPr>
              <a:xfrm flipV="1">
                <a:off x="2370" y="1437"/>
                <a:ext cx="9" cy="16"/>
              </a:xfrm>
              <a:prstGeom prst="line">
                <a:avLst/>
              </a:prstGeom>
              <a:ln w="12700" cap="flat" cmpd="sng">
                <a:solidFill>
                  <a:schemeClr val="tx1"/>
                </a:solidFill>
                <a:prstDash val="solid"/>
                <a:headEnd type="none" w="med" len="med"/>
                <a:tailEnd type="none" w="med" len="med"/>
              </a:ln>
            </p:spPr>
          </p:sp>
          <p:sp>
            <p:nvSpPr>
              <p:cNvPr id="30786" name="Line 69"/>
              <p:cNvSpPr/>
              <p:nvPr/>
            </p:nvSpPr>
            <p:spPr>
              <a:xfrm flipV="1">
                <a:off x="2372" y="1437"/>
                <a:ext cx="6" cy="11"/>
              </a:xfrm>
              <a:prstGeom prst="line">
                <a:avLst/>
              </a:prstGeom>
              <a:ln w="12700" cap="flat" cmpd="sng">
                <a:solidFill>
                  <a:schemeClr val="tx1"/>
                </a:solidFill>
                <a:prstDash val="solid"/>
                <a:headEnd type="none" w="med" len="med"/>
                <a:tailEnd type="none" w="med" len="med"/>
              </a:ln>
            </p:spPr>
          </p:sp>
          <p:sp>
            <p:nvSpPr>
              <p:cNvPr id="30787" name="Freeform 70"/>
              <p:cNvSpPr/>
              <p:nvPr/>
            </p:nvSpPr>
            <p:spPr>
              <a:xfrm>
                <a:off x="2370" y="1431"/>
                <a:ext cx="37" cy="28"/>
              </a:xfrm>
              <a:custGeom>
                <a:avLst/>
                <a:gdLst/>
                <a:ahLst/>
                <a:cxnLst>
                  <a:cxn ang="0">
                    <a:pos x="26" y="24"/>
                  </a:cxn>
                  <a:cxn ang="0">
                    <a:pos x="31" y="19"/>
                  </a:cxn>
                  <a:cxn ang="0">
                    <a:pos x="30" y="18"/>
                  </a:cxn>
                  <a:cxn ang="0">
                    <a:pos x="36" y="11"/>
                  </a:cxn>
                  <a:cxn ang="0">
                    <a:pos x="29" y="0"/>
                  </a:cxn>
                  <a:cxn ang="0">
                    <a:pos x="20" y="1"/>
                  </a:cxn>
                  <a:cxn ang="0">
                    <a:pos x="15" y="4"/>
                  </a:cxn>
                  <a:cxn ang="0">
                    <a:pos x="8" y="8"/>
                  </a:cxn>
                  <a:cxn ang="0">
                    <a:pos x="4" y="15"/>
                  </a:cxn>
                  <a:cxn ang="0">
                    <a:pos x="5" y="18"/>
                  </a:cxn>
                  <a:cxn ang="0">
                    <a:pos x="0" y="21"/>
                  </a:cxn>
                  <a:cxn ang="0">
                    <a:pos x="1" y="24"/>
                  </a:cxn>
                  <a:cxn ang="0">
                    <a:pos x="9" y="24"/>
                  </a:cxn>
                  <a:cxn ang="0">
                    <a:pos x="11" y="27"/>
                  </a:cxn>
                  <a:cxn ang="0">
                    <a:pos x="18" y="25"/>
                  </a:cxn>
                  <a:cxn ang="0">
                    <a:pos x="26" y="24"/>
                  </a:cxn>
                </a:cxnLst>
                <a:rect l="0" t="0" r="0" b="0"/>
                <a:pathLst>
                  <a:path w="37" h="28">
                    <a:moveTo>
                      <a:pt x="26" y="24"/>
                    </a:moveTo>
                    <a:lnTo>
                      <a:pt x="31" y="19"/>
                    </a:lnTo>
                    <a:lnTo>
                      <a:pt x="30" y="18"/>
                    </a:lnTo>
                    <a:lnTo>
                      <a:pt x="36" y="11"/>
                    </a:lnTo>
                    <a:lnTo>
                      <a:pt x="29" y="0"/>
                    </a:lnTo>
                    <a:lnTo>
                      <a:pt x="20" y="1"/>
                    </a:lnTo>
                    <a:lnTo>
                      <a:pt x="15" y="4"/>
                    </a:lnTo>
                    <a:lnTo>
                      <a:pt x="8" y="8"/>
                    </a:lnTo>
                    <a:lnTo>
                      <a:pt x="4" y="15"/>
                    </a:lnTo>
                    <a:lnTo>
                      <a:pt x="5" y="18"/>
                    </a:lnTo>
                    <a:lnTo>
                      <a:pt x="0" y="21"/>
                    </a:lnTo>
                    <a:lnTo>
                      <a:pt x="1" y="24"/>
                    </a:lnTo>
                    <a:lnTo>
                      <a:pt x="9" y="24"/>
                    </a:lnTo>
                    <a:lnTo>
                      <a:pt x="11" y="27"/>
                    </a:lnTo>
                    <a:lnTo>
                      <a:pt x="18" y="25"/>
                    </a:lnTo>
                    <a:lnTo>
                      <a:pt x="26"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88" name="Freeform 71"/>
              <p:cNvSpPr/>
              <p:nvPr/>
            </p:nvSpPr>
            <p:spPr>
              <a:xfrm>
                <a:off x="2367" y="1438"/>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89" name="Freeform 72"/>
              <p:cNvSpPr/>
              <p:nvPr/>
            </p:nvSpPr>
            <p:spPr>
              <a:xfrm>
                <a:off x="2387" y="1429"/>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90" name="Line 73"/>
              <p:cNvSpPr/>
              <p:nvPr/>
            </p:nvSpPr>
            <p:spPr>
              <a:xfrm flipV="1">
                <a:off x="2346" y="1460"/>
                <a:ext cx="9" cy="14"/>
              </a:xfrm>
              <a:prstGeom prst="line">
                <a:avLst/>
              </a:prstGeom>
              <a:ln w="12700" cap="flat" cmpd="sng">
                <a:solidFill>
                  <a:schemeClr val="tx1"/>
                </a:solidFill>
                <a:prstDash val="solid"/>
                <a:headEnd type="none" w="med" len="med"/>
                <a:tailEnd type="none" w="med" len="med"/>
              </a:ln>
            </p:spPr>
          </p:sp>
          <p:sp>
            <p:nvSpPr>
              <p:cNvPr id="30791" name="Line 74"/>
              <p:cNvSpPr/>
              <p:nvPr/>
            </p:nvSpPr>
            <p:spPr>
              <a:xfrm flipV="1">
                <a:off x="2349" y="1457"/>
                <a:ext cx="5" cy="14"/>
              </a:xfrm>
              <a:prstGeom prst="line">
                <a:avLst/>
              </a:prstGeom>
              <a:ln w="12700" cap="flat" cmpd="sng">
                <a:solidFill>
                  <a:schemeClr val="tx1"/>
                </a:solidFill>
                <a:prstDash val="solid"/>
                <a:headEnd type="none" w="med" len="med"/>
                <a:tailEnd type="none" w="med" len="med"/>
              </a:ln>
            </p:spPr>
          </p:sp>
          <p:sp>
            <p:nvSpPr>
              <p:cNvPr id="30792" name="Freeform 75"/>
              <p:cNvSpPr/>
              <p:nvPr/>
            </p:nvSpPr>
            <p:spPr>
              <a:xfrm>
                <a:off x="2343" y="1459"/>
                <a:ext cx="38" cy="29"/>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2"/>
                  </a:cxn>
                  <a:cxn ang="0">
                    <a:pos x="4" y="25"/>
                  </a:cxn>
                  <a:cxn ang="0">
                    <a:pos x="5" y="28"/>
                  </a:cxn>
                  <a:cxn ang="0">
                    <a:pos x="15" y="26"/>
                  </a:cxn>
                  <a:cxn ang="0">
                    <a:pos x="21" y="21"/>
                  </a:cxn>
                  <a:cxn ang="0">
                    <a:pos x="23" y="24"/>
                  </a:cxn>
                  <a:cxn ang="0">
                    <a:pos x="30" y="20"/>
                  </a:cxn>
                </a:cxnLst>
                <a:rect l="0" t="0" r="0" b="0"/>
                <a:pathLst>
                  <a:path w="38" h="29">
                    <a:moveTo>
                      <a:pt x="30" y="20"/>
                    </a:moveTo>
                    <a:lnTo>
                      <a:pt x="28" y="17"/>
                    </a:lnTo>
                    <a:lnTo>
                      <a:pt x="37" y="13"/>
                    </a:lnTo>
                    <a:lnTo>
                      <a:pt x="28" y="0"/>
                    </a:lnTo>
                    <a:lnTo>
                      <a:pt x="20" y="4"/>
                    </a:lnTo>
                    <a:lnTo>
                      <a:pt x="19" y="1"/>
                    </a:lnTo>
                    <a:lnTo>
                      <a:pt x="12" y="6"/>
                    </a:lnTo>
                    <a:lnTo>
                      <a:pt x="13" y="9"/>
                    </a:lnTo>
                    <a:lnTo>
                      <a:pt x="6" y="13"/>
                    </a:lnTo>
                    <a:lnTo>
                      <a:pt x="0" y="20"/>
                    </a:lnTo>
                    <a:lnTo>
                      <a:pt x="2" y="22"/>
                    </a:lnTo>
                    <a:lnTo>
                      <a:pt x="4" y="25"/>
                    </a:lnTo>
                    <a:lnTo>
                      <a:pt x="5" y="28"/>
                    </a:lnTo>
                    <a:lnTo>
                      <a:pt x="15" y="26"/>
                    </a:lnTo>
                    <a:lnTo>
                      <a:pt x="21" y="21"/>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93" name="Freeform 76"/>
              <p:cNvSpPr/>
              <p:nvPr/>
            </p:nvSpPr>
            <p:spPr>
              <a:xfrm>
                <a:off x="2342" y="1463"/>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94" name="Freeform 77"/>
              <p:cNvSpPr/>
              <p:nvPr/>
            </p:nvSpPr>
            <p:spPr>
              <a:xfrm>
                <a:off x="2358" y="1450"/>
                <a:ext cx="34" cy="26"/>
              </a:xfrm>
              <a:custGeom>
                <a:avLst/>
                <a:gdLst/>
                <a:ahLst/>
                <a:cxnLst>
                  <a:cxn ang="0">
                    <a:pos x="2" y="19"/>
                  </a:cxn>
                  <a:cxn ang="0">
                    <a:pos x="4" y="22"/>
                  </a:cxn>
                  <a:cxn ang="0">
                    <a:pos x="5" y="25"/>
                  </a:cxn>
                  <a:cxn ang="0">
                    <a:pos x="12" y="25"/>
                  </a:cxn>
                  <a:cxn ang="0">
                    <a:pos x="16" y="22"/>
                  </a:cxn>
                  <a:cxn ang="0">
                    <a:pos x="19" y="25"/>
                  </a:cxn>
                  <a:cxn ang="0">
                    <a:pos x="23" y="22"/>
                  </a:cxn>
                  <a:cxn ang="0">
                    <a:pos x="30" y="11"/>
                  </a:cxn>
                  <a:cxn ang="0">
                    <a:pos x="33" y="5"/>
                  </a:cxn>
                  <a:cxn ang="0">
                    <a:pos x="28" y="0"/>
                  </a:cxn>
                  <a:cxn ang="0">
                    <a:pos x="12" y="2"/>
                  </a:cxn>
                  <a:cxn ang="0">
                    <a:pos x="6" y="5"/>
                  </a:cxn>
                  <a:cxn ang="0">
                    <a:pos x="2" y="9"/>
                  </a:cxn>
                  <a:cxn ang="0">
                    <a:pos x="0" y="15"/>
                  </a:cxn>
                  <a:cxn ang="0">
                    <a:pos x="1" y="18"/>
                  </a:cxn>
                  <a:cxn ang="0">
                    <a:pos x="2" y="19"/>
                  </a:cxn>
                </a:cxnLst>
                <a:rect l="0" t="0" r="0" b="0"/>
                <a:pathLst>
                  <a:path w="34" h="26">
                    <a:moveTo>
                      <a:pt x="2" y="19"/>
                    </a:moveTo>
                    <a:lnTo>
                      <a:pt x="4" y="22"/>
                    </a:lnTo>
                    <a:lnTo>
                      <a:pt x="5" y="25"/>
                    </a:lnTo>
                    <a:lnTo>
                      <a:pt x="12" y="25"/>
                    </a:lnTo>
                    <a:lnTo>
                      <a:pt x="16" y="22"/>
                    </a:lnTo>
                    <a:lnTo>
                      <a:pt x="19" y="25"/>
                    </a:lnTo>
                    <a:lnTo>
                      <a:pt x="23" y="22"/>
                    </a:lnTo>
                    <a:lnTo>
                      <a:pt x="30" y="11"/>
                    </a:lnTo>
                    <a:lnTo>
                      <a:pt x="33" y="5"/>
                    </a:lnTo>
                    <a:lnTo>
                      <a:pt x="28" y="0"/>
                    </a:lnTo>
                    <a:lnTo>
                      <a:pt x="12" y="2"/>
                    </a:lnTo>
                    <a:lnTo>
                      <a:pt x="6" y="5"/>
                    </a:lnTo>
                    <a:lnTo>
                      <a:pt x="2" y="9"/>
                    </a:lnTo>
                    <a:lnTo>
                      <a:pt x="0" y="15"/>
                    </a:lnTo>
                    <a:lnTo>
                      <a:pt x="1" y="18"/>
                    </a:lnTo>
                    <a:lnTo>
                      <a:pt x="2"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795" name="Line 78"/>
              <p:cNvSpPr/>
              <p:nvPr/>
            </p:nvSpPr>
            <p:spPr>
              <a:xfrm flipV="1">
                <a:off x="2340" y="1448"/>
                <a:ext cx="12" cy="17"/>
              </a:xfrm>
              <a:prstGeom prst="line">
                <a:avLst/>
              </a:prstGeom>
              <a:ln w="12700" cap="flat" cmpd="sng">
                <a:solidFill>
                  <a:schemeClr val="tx1"/>
                </a:solidFill>
                <a:prstDash val="solid"/>
                <a:headEnd type="none" w="med" len="med"/>
                <a:tailEnd type="none" w="med" len="med"/>
              </a:ln>
            </p:spPr>
          </p:sp>
          <p:sp>
            <p:nvSpPr>
              <p:cNvPr id="30796" name="Line 79"/>
              <p:cNvSpPr/>
              <p:nvPr/>
            </p:nvSpPr>
            <p:spPr>
              <a:xfrm flipV="1">
                <a:off x="2340" y="1449"/>
                <a:ext cx="9" cy="11"/>
              </a:xfrm>
              <a:prstGeom prst="line">
                <a:avLst/>
              </a:prstGeom>
              <a:ln w="12700" cap="flat" cmpd="sng">
                <a:solidFill>
                  <a:schemeClr val="tx1"/>
                </a:solidFill>
                <a:prstDash val="solid"/>
                <a:headEnd type="none" w="med" len="med"/>
                <a:tailEnd type="none" w="med" len="med"/>
              </a:ln>
            </p:spPr>
          </p:sp>
          <p:sp>
            <p:nvSpPr>
              <p:cNvPr id="30797" name="Freeform 80"/>
              <p:cNvSpPr/>
              <p:nvPr/>
            </p:nvSpPr>
            <p:spPr>
              <a:xfrm>
                <a:off x="2334" y="1445"/>
                <a:ext cx="38" cy="30"/>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3"/>
                  </a:cxn>
                  <a:cxn ang="0">
                    <a:pos x="2" y="24"/>
                  </a:cxn>
                  <a:cxn ang="0">
                    <a:pos x="4" y="27"/>
                  </a:cxn>
                  <a:cxn ang="0">
                    <a:pos x="15" y="29"/>
                  </a:cxn>
                  <a:cxn ang="0">
                    <a:pos x="22" y="24"/>
                  </a:cxn>
                  <a:cxn ang="0">
                    <a:pos x="31" y="20"/>
                  </a:cxn>
                </a:cxnLst>
                <a:rect l="0" t="0" r="0" b="0"/>
                <a:pathLst>
                  <a:path w="38" h="30">
                    <a:moveTo>
                      <a:pt x="31" y="20"/>
                    </a:moveTo>
                    <a:lnTo>
                      <a:pt x="37" y="13"/>
                    </a:lnTo>
                    <a:lnTo>
                      <a:pt x="28" y="0"/>
                    </a:lnTo>
                    <a:lnTo>
                      <a:pt x="21" y="4"/>
                    </a:lnTo>
                    <a:lnTo>
                      <a:pt x="19" y="1"/>
                    </a:lnTo>
                    <a:lnTo>
                      <a:pt x="11" y="5"/>
                    </a:lnTo>
                    <a:lnTo>
                      <a:pt x="12" y="8"/>
                    </a:lnTo>
                    <a:lnTo>
                      <a:pt x="5" y="12"/>
                    </a:lnTo>
                    <a:lnTo>
                      <a:pt x="0" y="20"/>
                    </a:lnTo>
                    <a:lnTo>
                      <a:pt x="1" y="23"/>
                    </a:lnTo>
                    <a:lnTo>
                      <a:pt x="2" y="24"/>
                    </a:lnTo>
                    <a:lnTo>
                      <a:pt x="4" y="27"/>
                    </a:lnTo>
                    <a:lnTo>
                      <a:pt x="15" y="29"/>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98" name="Freeform 81"/>
              <p:cNvSpPr/>
              <p:nvPr/>
            </p:nvSpPr>
            <p:spPr>
              <a:xfrm>
                <a:off x="2332" y="1450"/>
                <a:ext cx="41" cy="23"/>
              </a:xfrm>
              <a:custGeom>
                <a:avLst/>
                <a:gdLst/>
                <a:ahLst/>
                <a:cxnLst>
                  <a:cxn ang="0">
                    <a:pos x="0" y="8"/>
                  </a:cxn>
                  <a:cxn ang="0">
                    <a:pos x="34" y="0"/>
                  </a:cxn>
                  <a:cxn ang="0">
                    <a:pos x="40" y="11"/>
                  </a:cxn>
                  <a:cxn ang="0">
                    <a:pos x="4" y="22"/>
                  </a:cxn>
                  <a:cxn ang="0">
                    <a:pos x="0" y="8"/>
                  </a:cxn>
                </a:cxnLst>
                <a:rect l="0" t="0" r="0" b="0"/>
                <a:pathLst>
                  <a:path w="41" h="23">
                    <a:moveTo>
                      <a:pt x="0" y="8"/>
                    </a:moveTo>
                    <a:lnTo>
                      <a:pt x="34" y="0"/>
                    </a:lnTo>
                    <a:lnTo>
                      <a:pt x="40"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799" name="Freeform 82"/>
              <p:cNvSpPr/>
              <p:nvPr/>
            </p:nvSpPr>
            <p:spPr>
              <a:xfrm>
                <a:off x="2356" y="1441"/>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00" name="Line 83"/>
              <p:cNvSpPr/>
              <p:nvPr/>
            </p:nvSpPr>
            <p:spPr>
              <a:xfrm flipV="1">
                <a:off x="2320" y="1455"/>
                <a:ext cx="5" cy="12"/>
              </a:xfrm>
              <a:prstGeom prst="line">
                <a:avLst/>
              </a:prstGeom>
              <a:ln w="12700" cap="flat" cmpd="sng">
                <a:solidFill>
                  <a:schemeClr val="tx1"/>
                </a:solidFill>
                <a:prstDash val="solid"/>
                <a:headEnd type="none" w="med" len="med"/>
                <a:tailEnd type="none" w="med" len="med"/>
              </a:ln>
            </p:spPr>
          </p:sp>
          <p:sp>
            <p:nvSpPr>
              <p:cNvPr id="30801" name="Line 84"/>
              <p:cNvSpPr/>
              <p:nvPr/>
            </p:nvSpPr>
            <p:spPr>
              <a:xfrm flipV="1">
                <a:off x="2316" y="1449"/>
                <a:ext cx="9" cy="13"/>
              </a:xfrm>
              <a:prstGeom prst="line">
                <a:avLst/>
              </a:prstGeom>
              <a:ln w="12700" cap="flat" cmpd="sng">
                <a:solidFill>
                  <a:schemeClr val="tx1"/>
                </a:solidFill>
                <a:prstDash val="solid"/>
                <a:headEnd type="none" w="med" len="med"/>
                <a:tailEnd type="none" w="med" len="med"/>
              </a:ln>
            </p:spPr>
          </p:sp>
          <p:sp>
            <p:nvSpPr>
              <p:cNvPr id="30802" name="Freeform 85"/>
              <p:cNvSpPr/>
              <p:nvPr/>
            </p:nvSpPr>
            <p:spPr>
              <a:xfrm>
                <a:off x="2318" y="1446"/>
                <a:ext cx="34" cy="28"/>
              </a:xfrm>
              <a:custGeom>
                <a:avLst/>
                <a:gdLst/>
                <a:ahLst/>
                <a:cxnLst>
                  <a:cxn ang="0">
                    <a:pos x="28" y="21"/>
                  </a:cxn>
                  <a:cxn ang="0">
                    <a:pos x="26" y="18"/>
                  </a:cxn>
                  <a:cxn ang="0">
                    <a:pos x="33" y="14"/>
                  </a:cxn>
                  <a:cxn ang="0">
                    <a:pos x="24" y="0"/>
                  </a:cxn>
                  <a:cxn ang="0">
                    <a:pos x="19" y="4"/>
                  </a:cxn>
                  <a:cxn ang="0">
                    <a:pos x="16" y="1"/>
                  </a:cxn>
                  <a:cxn ang="0">
                    <a:pos x="11" y="4"/>
                  </a:cxn>
                  <a:cxn ang="0">
                    <a:pos x="12" y="7"/>
                  </a:cxn>
                  <a:cxn ang="0">
                    <a:pos x="6" y="11"/>
                  </a:cxn>
                  <a:cxn ang="0">
                    <a:pos x="2" y="17"/>
                  </a:cxn>
                  <a:cxn ang="0">
                    <a:pos x="5" y="19"/>
                  </a:cxn>
                  <a:cxn ang="0">
                    <a:pos x="0" y="24"/>
                  </a:cxn>
                  <a:cxn ang="0">
                    <a:pos x="1" y="27"/>
                  </a:cxn>
                  <a:cxn ang="0">
                    <a:pos x="8" y="25"/>
                  </a:cxn>
                  <a:cxn ang="0">
                    <a:pos x="15" y="25"/>
                  </a:cxn>
                  <a:cxn ang="0">
                    <a:pos x="20" y="21"/>
                  </a:cxn>
                  <a:cxn ang="0">
                    <a:pos x="23" y="24"/>
                  </a:cxn>
                  <a:cxn ang="0">
                    <a:pos x="28" y="21"/>
                  </a:cxn>
                </a:cxnLst>
                <a:rect l="0" t="0" r="0" b="0"/>
                <a:pathLst>
                  <a:path w="34" h="28">
                    <a:moveTo>
                      <a:pt x="28" y="21"/>
                    </a:moveTo>
                    <a:lnTo>
                      <a:pt x="26" y="18"/>
                    </a:lnTo>
                    <a:lnTo>
                      <a:pt x="33" y="14"/>
                    </a:lnTo>
                    <a:lnTo>
                      <a:pt x="24" y="0"/>
                    </a:lnTo>
                    <a:lnTo>
                      <a:pt x="19" y="4"/>
                    </a:lnTo>
                    <a:lnTo>
                      <a:pt x="16" y="1"/>
                    </a:lnTo>
                    <a:lnTo>
                      <a:pt x="11" y="4"/>
                    </a:lnTo>
                    <a:lnTo>
                      <a:pt x="12" y="7"/>
                    </a:lnTo>
                    <a:lnTo>
                      <a:pt x="6" y="11"/>
                    </a:lnTo>
                    <a:lnTo>
                      <a:pt x="2" y="17"/>
                    </a:lnTo>
                    <a:lnTo>
                      <a:pt x="5" y="19"/>
                    </a:lnTo>
                    <a:lnTo>
                      <a:pt x="0" y="24"/>
                    </a:lnTo>
                    <a:lnTo>
                      <a:pt x="1" y="27"/>
                    </a:lnTo>
                    <a:lnTo>
                      <a:pt x="8" y="25"/>
                    </a:lnTo>
                    <a:lnTo>
                      <a:pt x="15" y="25"/>
                    </a:lnTo>
                    <a:lnTo>
                      <a:pt x="20" y="21"/>
                    </a:lnTo>
                    <a:lnTo>
                      <a:pt x="23" y="24"/>
                    </a:lnTo>
                    <a:lnTo>
                      <a:pt x="28"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03" name="Freeform 86"/>
              <p:cNvSpPr/>
              <p:nvPr/>
            </p:nvSpPr>
            <p:spPr>
              <a:xfrm>
                <a:off x="2315" y="1452"/>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04" name="Freeform 87"/>
              <p:cNvSpPr/>
              <p:nvPr/>
            </p:nvSpPr>
            <p:spPr>
              <a:xfrm>
                <a:off x="2331" y="1442"/>
                <a:ext cx="36" cy="28"/>
              </a:xfrm>
              <a:custGeom>
                <a:avLst/>
                <a:gdLst/>
                <a:ahLst/>
                <a:cxnLst>
                  <a:cxn ang="0">
                    <a:pos x="2" y="21"/>
                  </a:cxn>
                  <a:cxn ang="0">
                    <a:pos x="4" y="24"/>
                  </a:cxn>
                  <a:cxn ang="0">
                    <a:pos x="5" y="27"/>
                  </a:cxn>
                  <a:cxn ang="0">
                    <a:pos x="12" y="27"/>
                  </a:cxn>
                  <a:cxn ang="0">
                    <a:pos x="18" y="24"/>
                  </a:cxn>
                  <a:cxn ang="0">
                    <a:pos x="19" y="27"/>
                  </a:cxn>
                  <a:cxn ang="0">
                    <a:pos x="23" y="22"/>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9"/>
                  </a:cxn>
                  <a:cxn ang="0">
                    <a:pos x="0" y="15"/>
                  </a:cxn>
                  <a:cxn ang="0">
                    <a:pos x="1" y="18"/>
                  </a:cxn>
                  <a:cxn ang="0">
                    <a:pos x="2" y="21"/>
                  </a:cxn>
                </a:cxnLst>
                <a:rect l="0" t="0" r="0" b="0"/>
                <a:pathLst>
                  <a:path w="36" h="28">
                    <a:moveTo>
                      <a:pt x="2" y="21"/>
                    </a:moveTo>
                    <a:lnTo>
                      <a:pt x="4" y="24"/>
                    </a:lnTo>
                    <a:lnTo>
                      <a:pt x="5" y="27"/>
                    </a:lnTo>
                    <a:lnTo>
                      <a:pt x="12" y="27"/>
                    </a:lnTo>
                    <a:lnTo>
                      <a:pt x="18" y="24"/>
                    </a:lnTo>
                    <a:lnTo>
                      <a:pt x="19" y="27"/>
                    </a:lnTo>
                    <a:lnTo>
                      <a:pt x="23" y="22"/>
                    </a:lnTo>
                    <a:lnTo>
                      <a:pt x="28" y="17"/>
                    </a:lnTo>
                    <a:lnTo>
                      <a:pt x="30" y="11"/>
                    </a:lnTo>
                    <a:lnTo>
                      <a:pt x="29" y="8"/>
                    </a:lnTo>
                    <a:lnTo>
                      <a:pt x="35" y="5"/>
                    </a:lnTo>
                    <a:lnTo>
                      <a:pt x="32" y="2"/>
                    </a:lnTo>
                    <a:lnTo>
                      <a:pt x="26" y="2"/>
                    </a:lnTo>
                    <a:lnTo>
                      <a:pt x="23" y="0"/>
                    </a:lnTo>
                    <a:lnTo>
                      <a:pt x="18" y="1"/>
                    </a:lnTo>
                    <a:lnTo>
                      <a:pt x="12" y="4"/>
                    </a:lnTo>
                    <a:lnTo>
                      <a:pt x="8" y="7"/>
                    </a:lnTo>
                    <a:lnTo>
                      <a:pt x="2" y="9"/>
                    </a:lnTo>
                    <a:lnTo>
                      <a:pt x="0" y="15"/>
                    </a:lnTo>
                    <a:lnTo>
                      <a:pt x="1" y="18"/>
                    </a:lnTo>
                    <a:lnTo>
                      <a:pt x="2"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05" name="Line 88"/>
              <p:cNvSpPr/>
              <p:nvPr/>
            </p:nvSpPr>
            <p:spPr>
              <a:xfrm flipV="1">
                <a:off x="2351" y="1433"/>
                <a:ext cx="6" cy="15"/>
              </a:xfrm>
              <a:prstGeom prst="line">
                <a:avLst/>
              </a:prstGeom>
              <a:ln w="12700" cap="flat" cmpd="sng">
                <a:solidFill>
                  <a:schemeClr val="tx1"/>
                </a:solidFill>
                <a:prstDash val="solid"/>
                <a:headEnd type="none" w="med" len="med"/>
                <a:tailEnd type="none" w="med" len="med"/>
              </a:ln>
            </p:spPr>
          </p:sp>
          <p:sp>
            <p:nvSpPr>
              <p:cNvPr id="30806" name="Line 89"/>
              <p:cNvSpPr/>
              <p:nvPr/>
            </p:nvSpPr>
            <p:spPr>
              <a:xfrm flipV="1">
                <a:off x="2349" y="1429"/>
                <a:ext cx="11" cy="13"/>
              </a:xfrm>
              <a:prstGeom prst="line">
                <a:avLst/>
              </a:prstGeom>
              <a:ln w="12700" cap="flat" cmpd="sng">
                <a:solidFill>
                  <a:schemeClr val="tx1"/>
                </a:solidFill>
                <a:prstDash val="solid"/>
                <a:headEnd type="none" w="med" len="med"/>
                <a:tailEnd type="none" w="med" len="med"/>
              </a:ln>
            </p:spPr>
          </p:sp>
          <p:sp>
            <p:nvSpPr>
              <p:cNvPr id="30807" name="Freeform 90"/>
              <p:cNvSpPr/>
              <p:nvPr/>
            </p:nvSpPr>
            <p:spPr>
              <a:xfrm>
                <a:off x="2349" y="1425"/>
                <a:ext cx="37" cy="29"/>
              </a:xfrm>
              <a:custGeom>
                <a:avLst/>
                <a:gdLst/>
                <a:ahLst/>
                <a:cxnLst>
                  <a:cxn ang="0">
                    <a:pos x="27" y="22"/>
                  </a:cxn>
                  <a:cxn ang="0">
                    <a:pos x="36" y="18"/>
                  </a:cxn>
                  <a:cxn ang="0">
                    <a:pos x="33" y="15"/>
                  </a:cxn>
                  <a:cxn ang="0">
                    <a:pos x="26" y="2"/>
                  </a:cxn>
                  <a:cxn ang="0">
                    <a:pos x="23" y="0"/>
                  </a:cxn>
                  <a:cxn ang="0">
                    <a:pos x="16" y="4"/>
                  </a:cxn>
                  <a:cxn ang="0">
                    <a:pos x="11" y="11"/>
                  </a:cxn>
                  <a:cxn ang="0">
                    <a:pos x="5" y="18"/>
                  </a:cxn>
                  <a:cxn ang="0">
                    <a:pos x="0" y="25"/>
                  </a:cxn>
                  <a:cxn ang="0">
                    <a:pos x="1" y="28"/>
                  </a:cxn>
                  <a:cxn ang="0">
                    <a:pos x="11" y="26"/>
                  </a:cxn>
                  <a:cxn ang="0">
                    <a:pos x="19" y="25"/>
                  </a:cxn>
                  <a:cxn ang="0">
                    <a:pos x="27" y="22"/>
                  </a:cxn>
                </a:cxnLst>
                <a:rect l="0" t="0" r="0" b="0"/>
                <a:pathLst>
                  <a:path w="37" h="29">
                    <a:moveTo>
                      <a:pt x="27" y="22"/>
                    </a:moveTo>
                    <a:lnTo>
                      <a:pt x="36" y="18"/>
                    </a:lnTo>
                    <a:lnTo>
                      <a:pt x="33" y="15"/>
                    </a:lnTo>
                    <a:lnTo>
                      <a:pt x="26" y="2"/>
                    </a:lnTo>
                    <a:lnTo>
                      <a:pt x="23" y="0"/>
                    </a:lnTo>
                    <a:lnTo>
                      <a:pt x="16" y="4"/>
                    </a:lnTo>
                    <a:lnTo>
                      <a:pt x="11" y="11"/>
                    </a:lnTo>
                    <a:lnTo>
                      <a:pt x="5" y="18"/>
                    </a:lnTo>
                    <a:lnTo>
                      <a:pt x="0" y="25"/>
                    </a:lnTo>
                    <a:lnTo>
                      <a:pt x="1" y="28"/>
                    </a:lnTo>
                    <a:lnTo>
                      <a:pt x="11" y="26"/>
                    </a:lnTo>
                    <a:lnTo>
                      <a:pt x="19" y="25"/>
                    </a:lnTo>
                    <a:lnTo>
                      <a:pt x="27"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08" name="Freeform 91"/>
              <p:cNvSpPr/>
              <p:nvPr/>
            </p:nvSpPr>
            <p:spPr>
              <a:xfrm>
                <a:off x="2345" y="1432"/>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09" name="Freeform 92"/>
              <p:cNvSpPr/>
              <p:nvPr/>
            </p:nvSpPr>
            <p:spPr>
              <a:xfrm>
                <a:off x="2369" y="1422"/>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10" name="Line 93"/>
              <p:cNvSpPr/>
              <p:nvPr/>
            </p:nvSpPr>
            <p:spPr>
              <a:xfrm flipV="1">
                <a:off x="2329" y="1434"/>
                <a:ext cx="12" cy="15"/>
              </a:xfrm>
              <a:prstGeom prst="line">
                <a:avLst/>
              </a:prstGeom>
              <a:ln w="12700" cap="flat" cmpd="sng">
                <a:solidFill>
                  <a:schemeClr val="tx1"/>
                </a:solidFill>
                <a:prstDash val="solid"/>
                <a:headEnd type="none" w="med" len="med"/>
                <a:tailEnd type="none" w="med" len="med"/>
              </a:ln>
            </p:spPr>
          </p:sp>
          <p:sp>
            <p:nvSpPr>
              <p:cNvPr id="30811" name="Line 94"/>
              <p:cNvSpPr/>
              <p:nvPr/>
            </p:nvSpPr>
            <p:spPr>
              <a:xfrm flipV="1">
                <a:off x="2330" y="1432"/>
                <a:ext cx="8" cy="11"/>
              </a:xfrm>
              <a:prstGeom prst="line">
                <a:avLst/>
              </a:prstGeom>
              <a:ln w="12700" cap="flat" cmpd="sng">
                <a:solidFill>
                  <a:schemeClr val="tx1"/>
                </a:solidFill>
                <a:prstDash val="solid"/>
                <a:headEnd type="none" w="med" len="med"/>
                <a:tailEnd type="none" w="med" len="med"/>
              </a:ln>
            </p:spPr>
          </p:sp>
          <p:sp>
            <p:nvSpPr>
              <p:cNvPr id="30812" name="Freeform 95"/>
              <p:cNvSpPr/>
              <p:nvPr/>
            </p:nvSpPr>
            <p:spPr>
              <a:xfrm>
                <a:off x="2323" y="1428"/>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13" name="Freeform 96"/>
              <p:cNvSpPr/>
              <p:nvPr/>
            </p:nvSpPr>
            <p:spPr>
              <a:xfrm>
                <a:off x="2322" y="1432"/>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14" name="Freeform 97"/>
              <p:cNvSpPr/>
              <p:nvPr/>
            </p:nvSpPr>
            <p:spPr>
              <a:xfrm>
                <a:off x="2345" y="1423"/>
                <a:ext cx="36" cy="30"/>
              </a:xfrm>
              <a:custGeom>
                <a:avLst/>
                <a:gdLst/>
                <a:ahLst/>
                <a:cxnLst>
                  <a:cxn ang="0">
                    <a:pos x="1" y="22"/>
                  </a:cxn>
                  <a:cxn ang="0">
                    <a:pos x="2" y="24"/>
                  </a:cxn>
                  <a:cxn ang="0">
                    <a:pos x="4" y="27"/>
                  </a:cxn>
                  <a:cxn ang="0">
                    <a:pos x="12" y="29"/>
                  </a:cxn>
                  <a:cxn ang="0">
                    <a:pos x="18" y="26"/>
                  </a:cxn>
                  <a:cxn ang="0">
                    <a:pos x="23" y="23"/>
                  </a:cxn>
                  <a:cxn ang="0">
                    <a:pos x="28" y="20"/>
                  </a:cxn>
                  <a:cxn ang="0">
                    <a:pos x="33" y="16"/>
                  </a:cxn>
                  <a:cxn ang="0">
                    <a:pos x="35" y="8"/>
                  </a:cxn>
                  <a:cxn ang="0">
                    <a:pos x="33" y="5"/>
                  </a:cxn>
                  <a:cxn ang="0">
                    <a:pos x="32" y="2"/>
                  </a:cxn>
                  <a:cxn ang="0">
                    <a:pos x="30" y="0"/>
                  </a:cxn>
                  <a:cxn ang="0">
                    <a:pos x="23" y="1"/>
                  </a:cxn>
                  <a:cxn ang="0">
                    <a:pos x="18" y="4"/>
                  </a:cxn>
                  <a:cxn ang="0">
                    <a:pos x="11" y="4"/>
                  </a:cxn>
                  <a:cxn ang="0">
                    <a:pos x="7" y="6"/>
                  </a:cxn>
                  <a:cxn ang="0">
                    <a:pos x="8" y="9"/>
                  </a:cxn>
                  <a:cxn ang="0">
                    <a:pos x="2" y="12"/>
                  </a:cxn>
                  <a:cxn ang="0">
                    <a:pos x="0" y="19"/>
                  </a:cxn>
                  <a:cxn ang="0">
                    <a:pos x="1" y="22"/>
                  </a:cxn>
                </a:cxnLst>
                <a:rect l="0" t="0" r="0" b="0"/>
                <a:pathLst>
                  <a:path w="36" h="30">
                    <a:moveTo>
                      <a:pt x="1" y="22"/>
                    </a:moveTo>
                    <a:lnTo>
                      <a:pt x="2" y="24"/>
                    </a:lnTo>
                    <a:lnTo>
                      <a:pt x="4" y="27"/>
                    </a:lnTo>
                    <a:lnTo>
                      <a:pt x="12" y="29"/>
                    </a:lnTo>
                    <a:lnTo>
                      <a:pt x="18" y="26"/>
                    </a:lnTo>
                    <a:lnTo>
                      <a:pt x="23" y="23"/>
                    </a:lnTo>
                    <a:lnTo>
                      <a:pt x="28" y="20"/>
                    </a:lnTo>
                    <a:lnTo>
                      <a:pt x="33" y="16"/>
                    </a:lnTo>
                    <a:lnTo>
                      <a:pt x="35" y="8"/>
                    </a:lnTo>
                    <a:lnTo>
                      <a:pt x="33" y="5"/>
                    </a:lnTo>
                    <a:lnTo>
                      <a:pt x="32" y="2"/>
                    </a:lnTo>
                    <a:lnTo>
                      <a:pt x="30" y="0"/>
                    </a:lnTo>
                    <a:lnTo>
                      <a:pt x="23" y="1"/>
                    </a:lnTo>
                    <a:lnTo>
                      <a:pt x="18" y="4"/>
                    </a:lnTo>
                    <a:lnTo>
                      <a:pt x="11" y="4"/>
                    </a:lnTo>
                    <a:lnTo>
                      <a:pt x="7"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30815" name="Group 98"/>
            <p:cNvGrpSpPr/>
            <p:nvPr/>
          </p:nvGrpSpPr>
          <p:grpSpPr>
            <a:xfrm>
              <a:off x="2584" y="1458"/>
              <a:ext cx="443" cy="335"/>
              <a:chOff x="2532" y="961"/>
              <a:chExt cx="443" cy="335"/>
            </a:xfrm>
          </p:grpSpPr>
          <p:sp>
            <p:nvSpPr>
              <p:cNvPr id="30816" name="Freeform 99"/>
              <p:cNvSpPr/>
              <p:nvPr/>
            </p:nvSpPr>
            <p:spPr>
              <a:xfrm>
                <a:off x="2810" y="961"/>
                <a:ext cx="165" cy="165"/>
              </a:xfrm>
              <a:custGeom>
                <a:avLst/>
                <a:gdLst/>
                <a:ahLst/>
                <a:cxnLst>
                  <a:cxn ang="0">
                    <a:pos x="164" y="99"/>
                  </a:cxn>
                  <a:cxn ang="0">
                    <a:pos x="103" y="0"/>
                  </a:cxn>
                  <a:cxn ang="0">
                    <a:pos x="0" y="56"/>
                  </a:cxn>
                  <a:cxn ang="0">
                    <a:pos x="65" y="164"/>
                  </a:cxn>
                  <a:cxn ang="0">
                    <a:pos x="164" y="99"/>
                  </a:cxn>
                </a:cxnLst>
                <a:rect l="0" t="0" r="0" b="0"/>
                <a:pathLst>
                  <a:path w="165" h="165">
                    <a:moveTo>
                      <a:pt x="164" y="99"/>
                    </a:moveTo>
                    <a:lnTo>
                      <a:pt x="103" y="0"/>
                    </a:lnTo>
                    <a:lnTo>
                      <a:pt x="0" y="56"/>
                    </a:lnTo>
                    <a:lnTo>
                      <a:pt x="65" y="164"/>
                    </a:lnTo>
                    <a:lnTo>
                      <a:pt x="164"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817" name="Freeform 100"/>
              <p:cNvSpPr/>
              <p:nvPr/>
            </p:nvSpPr>
            <p:spPr>
              <a:xfrm>
                <a:off x="2682" y="1065"/>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818" name="Freeform 101"/>
              <p:cNvSpPr/>
              <p:nvPr/>
            </p:nvSpPr>
            <p:spPr>
              <a:xfrm>
                <a:off x="2729" y="1042"/>
                <a:ext cx="140" cy="117"/>
              </a:xfrm>
              <a:custGeom>
                <a:avLst/>
                <a:gdLst/>
                <a:ahLst/>
                <a:cxnLst>
                  <a:cxn ang="0">
                    <a:pos x="15" y="41"/>
                  </a:cxn>
                  <a:cxn ang="0">
                    <a:pos x="80" y="2"/>
                  </a:cxn>
                  <a:cxn ang="0">
                    <a:pos x="108" y="0"/>
                  </a:cxn>
                  <a:cxn ang="0">
                    <a:pos x="139" y="52"/>
                  </a:cxn>
                  <a:cxn ang="0">
                    <a:pos x="123" y="74"/>
                  </a:cxn>
                  <a:cxn ang="0">
                    <a:pos x="59" y="113"/>
                  </a:cxn>
                  <a:cxn ang="0">
                    <a:pos x="30" y="116"/>
                  </a:cxn>
                  <a:cxn ang="0">
                    <a:pos x="0" y="64"/>
                  </a:cxn>
                  <a:cxn ang="0">
                    <a:pos x="15" y="41"/>
                  </a:cxn>
                </a:cxnLst>
                <a:rect l="0" t="0" r="0" b="0"/>
                <a:pathLst>
                  <a:path w="140" h="117">
                    <a:moveTo>
                      <a:pt x="15" y="41"/>
                    </a:moveTo>
                    <a:lnTo>
                      <a:pt x="80" y="2"/>
                    </a:lnTo>
                    <a:lnTo>
                      <a:pt x="108" y="0"/>
                    </a:lnTo>
                    <a:lnTo>
                      <a:pt x="139" y="52"/>
                    </a:lnTo>
                    <a:lnTo>
                      <a:pt x="123" y="74"/>
                    </a:lnTo>
                    <a:lnTo>
                      <a:pt x="59"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819" name="Freeform 102"/>
              <p:cNvSpPr/>
              <p:nvPr/>
            </p:nvSpPr>
            <p:spPr>
              <a:xfrm>
                <a:off x="2694" y="1057"/>
                <a:ext cx="124" cy="48"/>
              </a:xfrm>
              <a:custGeom>
                <a:avLst/>
                <a:gdLst/>
                <a:ahLst/>
                <a:cxnLst>
                  <a:cxn ang="0">
                    <a:pos x="64" y="8"/>
                  </a:cxn>
                  <a:cxn ang="0">
                    <a:pos x="123" y="0"/>
                  </a:cxn>
                  <a:cxn ang="0">
                    <a:pos x="58" y="37"/>
                  </a:cxn>
                  <a:cxn ang="0">
                    <a:pos x="0" y="47"/>
                  </a:cxn>
                  <a:cxn ang="0">
                    <a:pos x="64" y="8"/>
                  </a:cxn>
                </a:cxnLst>
                <a:rect l="0" t="0" r="0" b="0"/>
                <a:pathLst>
                  <a:path w="124" h="48">
                    <a:moveTo>
                      <a:pt x="64" y="8"/>
                    </a:moveTo>
                    <a:lnTo>
                      <a:pt x="123" y="0"/>
                    </a:lnTo>
                    <a:lnTo>
                      <a:pt x="58" y="37"/>
                    </a:lnTo>
                    <a:lnTo>
                      <a:pt x="0" y="47"/>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820" name="Freeform 103"/>
              <p:cNvSpPr/>
              <p:nvPr/>
            </p:nvSpPr>
            <p:spPr>
              <a:xfrm>
                <a:off x="2712" y="1159"/>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821" name="Line 104"/>
              <p:cNvSpPr/>
              <p:nvPr/>
            </p:nvSpPr>
            <p:spPr>
              <a:xfrm flipV="1">
                <a:off x="2688" y="1107"/>
                <a:ext cx="38" cy="26"/>
              </a:xfrm>
              <a:prstGeom prst="line">
                <a:avLst/>
              </a:prstGeom>
              <a:ln w="12700" cap="flat" cmpd="sng">
                <a:solidFill>
                  <a:schemeClr val="tx1"/>
                </a:solidFill>
                <a:prstDash val="solid"/>
                <a:headEnd type="none" w="med" len="med"/>
                <a:tailEnd type="none" w="med" len="med"/>
              </a:ln>
            </p:spPr>
          </p:sp>
          <p:sp>
            <p:nvSpPr>
              <p:cNvPr id="30822" name="Oval 105"/>
              <p:cNvSpPr/>
              <p:nvPr/>
            </p:nvSpPr>
            <p:spPr>
              <a:xfrm rot="-1860000">
                <a:off x="2753" y="1089"/>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823" name="Line 106"/>
              <p:cNvSpPr/>
              <p:nvPr/>
            </p:nvSpPr>
            <p:spPr>
              <a:xfrm flipV="1">
                <a:off x="2757" y="1078"/>
                <a:ext cx="5" cy="16"/>
              </a:xfrm>
              <a:prstGeom prst="line">
                <a:avLst/>
              </a:prstGeom>
              <a:ln w="12700" cap="flat" cmpd="sng">
                <a:solidFill>
                  <a:schemeClr val="tx1"/>
                </a:solidFill>
                <a:prstDash val="solid"/>
                <a:headEnd type="none" w="med" len="med"/>
                <a:tailEnd type="none" w="med" len="med"/>
              </a:ln>
            </p:spPr>
          </p:sp>
          <p:sp>
            <p:nvSpPr>
              <p:cNvPr id="30824" name="Line 107"/>
              <p:cNvSpPr/>
              <p:nvPr/>
            </p:nvSpPr>
            <p:spPr>
              <a:xfrm>
                <a:off x="2759" y="1096"/>
                <a:ext cx="5" cy="0"/>
              </a:xfrm>
              <a:prstGeom prst="line">
                <a:avLst/>
              </a:prstGeom>
              <a:ln w="12700" cap="flat" cmpd="sng">
                <a:solidFill>
                  <a:schemeClr val="tx1"/>
                </a:solidFill>
                <a:prstDash val="solid"/>
                <a:headEnd type="none" w="med" len="med"/>
                <a:tailEnd type="none" w="med" len="med"/>
              </a:ln>
            </p:spPr>
          </p:sp>
          <p:sp>
            <p:nvSpPr>
              <p:cNvPr id="30825" name="Oval 108"/>
              <p:cNvSpPr/>
              <p:nvPr/>
            </p:nvSpPr>
            <p:spPr>
              <a:xfrm rot="-1860000">
                <a:off x="2753" y="1084"/>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826" name="Line 109"/>
              <p:cNvSpPr/>
              <p:nvPr/>
            </p:nvSpPr>
            <p:spPr>
              <a:xfrm flipV="1">
                <a:off x="2814" y="1031"/>
                <a:ext cx="43" cy="29"/>
              </a:xfrm>
              <a:prstGeom prst="line">
                <a:avLst/>
              </a:prstGeom>
              <a:ln w="12700" cap="flat" cmpd="sng">
                <a:solidFill>
                  <a:schemeClr val="tx1"/>
                </a:solidFill>
                <a:prstDash val="solid"/>
                <a:headEnd type="none" w="med" len="med"/>
                <a:tailEnd type="none" w="med" len="med"/>
              </a:ln>
            </p:spPr>
          </p:sp>
          <p:sp>
            <p:nvSpPr>
              <p:cNvPr id="30827" name="Freeform 110"/>
              <p:cNvSpPr/>
              <p:nvPr/>
            </p:nvSpPr>
            <p:spPr>
              <a:xfrm>
                <a:off x="2756" y="1082"/>
                <a:ext cx="37" cy="23"/>
              </a:xfrm>
              <a:custGeom>
                <a:avLst/>
                <a:gdLst/>
                <a:ahLst/>
                <a:cxnLst>
                  <a:cxn ang="0">
                    <a:pos x="0" y="15"/>
                  </a:cxn>
                  <a:cxn ang="0">
                    <a:pos x="18" y="0"/>
                  </a:cxn>
                  <a:cxn ang="0">
                    <a:pos x="36" y="3"/>
                  </a:cxn>
                  <a:cxn ang="0">
                    <a:pos x="33" y="22"/>
                  </a:cxn>
                  <a:cxn ang="0">
                    <a:pos x="0" y="15"/>
                  </a:cxn>
                </a:cxnLst>
                <a:rect l="0" t="0" r="0" b="0"/>
                <a:pathLst>
                  <a:path w="37" h="23">
                    <a:moveTo>
                      <a:pt x="0" y="15"/>
                    </a:moveTo>
                    <a:lnTo>
                      <a:pt x="18" y="0"/>
                    </a:lnTo>
                    <a:lnTo>
                      <a:pt x="36" y="3"/>
                    </a:lnTo>
                    <a:lnTo>
                      <a:pt x="33" y="22"/>
                    </a:lnTo>
                    <a:lnTo>
                      <a:pt x="0" y="1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828" name="Freeform 111"/>
              <p:cNvSpPr/>
              <p:nvPr/>
            </p:nvSpPr>
            <p:spPr>
              <a:xfrm>
                <a:off x="2758" y="1080"/>
                <a:ext cx="36" cy="28"/>
              </a:xfrm>
              <a:custGeom>
                <a:avLst/>
                <a:gdLst/>
                <a:ahLst/>
                <a:cxnLst>
                  <a:cxn ang="0">
                    <a:pos x="25" y="0"/>
                  </a:cxn>
                  <a:cxn ang="0">
                    <a:pos x="35" y="14"/>
                  </a:cxn>
                  <a:cxn ang="0">
                    <a:pos x="21" y="27"/>
                  </a:cxn>
                  <a:cxn ang="0">
                    <a:pos x="0" y="21"/>
                  </a:cxn>
                  <a:cxn ang="0">
                    <a:pos x="18" y="6"/>
                  </a:cxn>
                  <a:cxn ang="0">
                    <a:pos x="25" y="0"/>
                  </a:cxn>
                </a:cxnLst>
                <a:rect l="0" t="0" r="0" b="0"/>
                <a:pathLst>
                  <a:path w="36" h="28">
                    <a:moveTo>
                      <a:pt x="25" y="0"/>
                    </a:moveTo>
                    <a:lnTo>
                      <a:pt x="35"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829" name="Rectangle 112"/>
              <p:cNvSpPr/>
              <p:nvPr/>
            </p:nvSpPr>
            <p:spPr>
              <a:xfrm rot="-1860000">
                <a:off x="2692" y="1153"/>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830" name="Freeform 113"/>
              <p:cNvSpPr/>
              <p:nvPr/>
            </p:nvSpPr>
            <p:spPr>
              <a:xfrm>
                <a:off x="2532" y="1103"/>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831" name="Line 114"/>
              <p:cNvSpPr/>
              <p:nvPr/>
            </p:nvSpPr>
            <p:spPr>
              <a:xfrm flipV="1">
                <a:off x="2790" y="1133"/>
                <a:ext cx="11" cy="12"/>
              </a:xfrm>
              <a:prstGeom prst="line">
                <a:avLst/>
              </a:prstGeom>
              <a:ln w="12700" cap="flat" cmpd="sng">
                <a:solidFill>
                  <a:schemeClr val="tx1"/>
                </a:solidFill>
                <a:prstDash val="solid"/>
                <a:headEnd type="none" w="med" len="med"/>
                <a:tailEnd type="none" w="med" len="med"/>
              </a:ln>
            </p:spPr>
          </p:sp>
          <p:sp>
            <p:nvSpPr>
              <p:cNvPr id="30832" name="Line 115"/>
              <p:cNvSpPr/>
              <p:nvPr/>
            </p:nvSpPr>
            <p:spPr>
              <a:xfrm flipV="1">
                <a:off x="2789" y="1131"/>
                <a:ext cx="11" cy="14"/>
              </a:xfrm>
              <a:prstGeom prst="line">
                <a:avLst/>
              </a:prstGeom>
              <a:ln w="12700" cap="flat" cmpd="sng">
                <a:solidFill>
                  <a:schemeClr val="tx1"/>
                </a:solidFill>
                <a:prstDash val="solid"/>
                <a:headEnd type="none" w="med" len="med"/>
                <a:tailEnd type="none" w="med" len="med"/>
              </a:ln>
            </p:spPr>
          </p:sp>
          <p:sp>
            <p:nvSpPr>
              <p:cNvPr id="30833" name="Freeform 116"/>
              <p:cNvSpPr/>
              <p:nvPr/>
            </p:nvSpPr>
            <p:spPr>
              <a:xfrm>
                <a:off x="2785" y="1124"/>
                <a:ext cx="38" cy="33"/>
              </a:xfrm>
              <a:custGeom>
                <a:avLst/>
                <a:gdLst/>
                <a:ahLst/>
                <a:cxnLst>
                  <a:cxn ang="0">
                    <a:pos x="29" y="24"/>
                  </a:cxn>
                  <a:cxn ang="0">
                    <a:pos x="37" y="20"/>
                  </a:cxn>
                  <a:cxn ang="0">
                    <a:pos x="35" y="17"/>
                  </a:cxn>
                  <a:cxn ang="0">
                    <a:pos x="27" y="2"/>
                  </a:cxn>
                  <a:cxn ang="0">
                    <a:pos x="25" y="0"/>
                  </a:cxn>
                  <a:cxn ang="0">
                    <a:pos x="18" y="5"/>
                  </a:cxn>
                  <a:cxn ang="0">
                    <a:pos x="12" y="13"/>
                  </a:cxn>
                  <a:cxn ang="0">
                    <a:pos x="5" y="20"/>
                  </a:cxn>
                  <a:cxn ang="0">
                    <a:pos x="0" y="27"/>
                  </a:cxn>
                  <a:cxn ang="0">
                    <a:pos x="1" y="30"/>
                  </a:cxn>
                  <a:cxn ang="0">
                    <a:pos x="9" y="26"/>
                  </a:cxn>
                  <a:cxn ang="0">
                    <a:pos x="12" y="32"/>
                  </a:cxn>
                  <a:cxn ang="0">
                    <a:pos x="22" y="30"/>
                  </a:cxn>
                  <a:cxn ang="0">
                    <a:pos x="29" y="24"/>
                  </a:cxn>
                </a:cxnLst>
                <a:rect l="0" t="0" r="0" b="0"/>
                <a:pathLst>
                  <a:path w="38" h="33">
                    <a:moveTo>
                      <a:pt x="29" y="24"/>
                    </a:moveTo>
                    <a:lnTo>
                      <a:pt x="37" y="20"/>
                    </a:lnTo>
                    <a:lnTo>
                      <a:pt x="35" y="17"/>
                    </a:lnTo>
                    <a:lnTo>
                      <a:pt x="27" y="2"/>
                    </a:lnTo>
                    <a:lnTo>
                      <a:pt x="25" y="0"/>
                    </a:lnTo>
                    <a:lnTo>
                      <a:pt x="18" y="5"/>
                    </a:lnTo>
                    <a:lnTo>
                      <a:pt x="12" y="13"/>
                    </a:lnTo>
                    <a:lnTo>
                      <a:pt x="5" y="20"/>
                    </a:lnTo>
                    <a:lnTo>
                      <a:pt x="0" y="27"/>
                    </a:lnTo>
                    <a:lnTo>
                      <a:pt x="1" y="30"/>
                    </a:lnTo>
                    <a:lnTo>
                      <a:pt x="9" y="26"/>
                    </a:lnTo>
                    <a:lnTo>
                      <a:pt x="12" y="32"/>
                    </a:lnTo>
                    <a:lnTo>
                      <a:pt x="22" y="30"/>
                    </a:lnTo>
                    <a:lnTo>
                      <a:pt x="29"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34" name="Freeform 117"/>
              <p:cNvSpPr/>
              <p:nvPr/>
            </p:nvSpPr>
            <p:spPr>
              <a:xfrm>
                <a:off x="2786" y="1132"/>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35" name="Freeform 118"/>
              <p:cNvSpPr/>
              <p:nvPr/>
            </p:nvSpPr>
            <p:spPr>
              <a:xfrm>
                <a:off x="2808" y="1124"/>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36" name="Line 119"/>
              <p:cNvSpPr/>
              <p:nvPr/>
            </p:nvSpPr>
            <p:spPr>
              <a:xfrm flipV="1">
                <a:off x="2773" y="1129"/>
                <a:ext cx="5" cy="10"/>
              </a:xfrm>
              <a:prstGeom prst="line">
                <a:avLst/>
              </a:prstGeom>
              <a:ln w="12700" cap="flat" cmpd="sng">
                <a:solidFill>
                  <a:schemeClr val="tx1"/>
                </a:solidFill>
                <a:prstDash val="solid"/>
                <a:headEnd type="none" w="med" len="med"/>
                <a:tailEnd type="none" w="med" len="med"/>
              </a:ln>
            </p:spPr>
          </p:sp>
          <p:sp>
            <p:nvSpPr>
              <p:cNvPr id="30837" name="Line 120"/>
              <p:cNvSpPr/>
              <p:nvPr/>
            </p:nvSpPr>
            <p:spPr>
              <a:xfrm flipV="1">
                <a:off x="2768" y="1120"/>
                <a:ext cx="12" cy="15"/>
              </a:xfrm>
              <a:prstGeom prst="line">
                <a:avLst/>
              </a:prstGeom>
              <a:ln w="12700" cap="flat" cmpd="sng">
                <a:solidFill>
                  <a:schemeClr val="tx1"/>
                </a:solidFill>
                <a:prstDash val="solid"/>
                <a:headEnd type="none" w="med" len="med"/>
                <a:tailEnd type="none" w="med" len="med"/>
              </a:ln>
            </p:spPr>
          </p:sp>
          <p:sp>
            <p:nvSpPr>
              <p:cNvPr id="30838" name="Freeform 121"/>
              <p:cNvSpPr/>
              <p:nvPr/>
            </p:nvSpPr>
            <p:spPr>
              <a:xfrm>
                <a:off x="2769" y="1120"/>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39" name="Freeform 122"/>
              <p:cNvSpPr/>
              <p:nvPr/>
            </p:nvSpPr>
            <p:spPr>
              <a:xfrm>
                <a:off x="2769" y="1125"/>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40" name="Freeform 123"/>
              <p:cNvSpPr/>
              <p:nvPr/>
            </p:nvSpPr>
            <p:spPr>
              <a:xfrm>
                <a:off x="2785" y="1112"/>
                <a:ext cx="34" cy="31"/>
              </a:xfrm>
              <a:custGeom>
                <a:avLst/>
                <a:gdLst/>
                <a:ahLst/>
                <a:cxnLst>
                  <a:cxn ang="0">
                    <a:pos x="0" y="21"/>
                  </a:cxn>
                  <a:cxn ang="0">
                    <a:pos x="3" y="25"/>
                  </a:cxn>
                  <a:cxn ang="0">
                    <a:pos x="7" y="22"/>
                  </a:cxn>
                  <a:cxn ang="0">
                    <a:pos x="10" y="30"/>
                  </a:cxn>
                  <a:cxn ang="0">
                    <a:pos x="18" y="30"/>
                  </a:cxn>
                  <a:cxn ang="0">
                    <a:pos x="22" y="27"/>
                  </a:cxn>
                  <a:cxn ang="0">
                    <a:pos x="27" y="25"/>
                  </a:cxn>
                  <a:cxn ang="0">
                    <a:pos x="31" y="22"/>
                  </a:cxn>
                  <a:cxn ang="0">
                    <a:pos x="33" y="17"/>
                  </a:cxn>
                  <a:cxn ang="0">
                    <a:pos x="28" y="10"/>
                  </a:cxn>
                  <a:cxn ang="0">
                    <a:pos x="33" y="7"/>
                  </a:cxn>
                  <a:cxn ang="0">
                    <a:pos x="31" y="4"/>
                  </a:cxn>
                  <a:cxn ang="0">
                    <a:pos x="25" y="4"/>
                  </a:cxn>
                  <a:cxn ang="0">
                    <a:pos x="22" y="0"/>
                  </a:cxn>
                  <a:cxn ang="0">
                    <a:pos x="18" y="2"/>
                  </a:cxn>
                  <a:cxn ang="0">
                    <a:pos x="13" y="5"/>
                  </a:cxn>
                  <a:cxn ang="0">
                    <a:pos x="6" y="10"/>
                  </a:cxn>
                  <a:cxn ang="0">
                    <a:pos x="1" y="12"/>
                  </a:cxn>
                  <a:cxn ang="0">
                    <a:pos x="3" y="15"/>
                  </a:cxn>
                  <a:cxn ang="0">
                    <a:pos x="0" y="21"/>
                  </a:cxn>
                </a:cxnLst>
                <a:rect l="0" t="0" r="0" b="0"/>
                <a:pathLst>
                  <a:path w="34" h="31">
                    <a:moveTo>
                      <a:pt x="0" y="21"/>
                    </a:moveTo>
                    <a:lnTo>
                      <a:pt x="3" y="25"/>
                    </a:lnTo>
                    <a:lnTo>
                      <a:pt x="7" y="22"/>
                    </a:lnTo>
                    <a:lnTo>
                      <a:pt x="10" y="30"/>
                    </a:lnTo>
                    <a:lnTo>
                      <a:pt x="18" y="30"/>
                    </a:lnTo>
                    <a:lnTo>
                      <a:pt x="22" y="27"/>
                    </a:lnTo>
                    <a:lnTo>
                      <a:pt x="27" y="25"/>
                    </a:lnTo>
                    <a:lnTo>
                      <a:pt x="31" y="22"/>
                    </a:lnTo>
                    <a:lnTo>
                      <a:pt x="33" y="17"/>
                    </a:lnTo>
                    <a:lnTo>
                      <a:pt x="28" y="10"/>
                    </a:lnTo>
                    <a:lnTo>
                      <a:pt x="33" y="7"/>
                    </a:lnTo>
                    <a:lnTo>
                      <a:pt x="31" y="4"/>
                    </a:lnTo>
                    <a:lnTo>
                      <a:pt x="25" y="4"/>
                    </a:lnTo>
                    <a:lnTo>
                      <a:pt x="22" y="0"/>
                    </a:lnTo>
                    <a:lnTo>
                      <a:pt x="18" y="2"/>
                    </a:lnTo>
                    <a:lnTo>
                      <a:pt x="13" y="5"/>
                    </a:lnTo>
                    <a:lnTo>
                      <a:pt x="6" y="10"/>
                    </a:lnTo>
                    <a:lnTo>
                      <a:pt x="1" y="12"/>
                    </a:lnTo>
                    <a:lnTo>
                      <a:pt x="3"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41" name="Line 124"/>
              <p:cNvSpPr/>
              <p:nvPr/>
            </p:nvSpPr>
            <p:spPr>
              <a:xfrm flipV="1">
                <a:off x="2772" y="1106"/>
                <a:ext cx="7" cy="15"/>
              </a:xfrm>
              <a:prstGeom prst="line">
                <a:avLst/>
              </a:prstGeom>
              <a:ln w="12700" cap="flat" cmpd="sng">
                <a:solidFill>
                  <a:schemeClr val="tx1"/>
                </a:solidFill>
                <a:prstDash val="solid"/>
                <a:headEnd type="none" w="med" len="med"/>
                <a:tailEnd type="none" w="med" len="med"/>
              </a:ln>
            </p:spPr>
          </p:sp>
          <p:sp>
            <p:nvSpPr>
              <p:cNvPr id="30842" name="Line 125"/>
              <p:cNvSpPr/>
              <p:nvPr/>
            </p:nvSpPr>
            <p:spPr>
              <a:xfrm flipV="1">
                <a:off x="2775" y="1102"/>
                <a:ext cx="7" cy="14"/>
              </a:xfrm>
              <a:prstGeom prst="line">
                <a:avLst/>
              </a:prstGeom>
              <a:ln w="12700" cap="flat" cmpd="sng">
                <a:solidFill>
                  <a:schemeClr val="tx1"/>
                </a:solidFill>
                <a:prstDash val="solid"/>
                <a:headEnd type="none" w="med" len="med"/>
                <a:tailEnd type="none" w="med" len="med"/>
              </a:ln>
            </p:spPr>
          </p:sp>
          <p:sp>
            <p:nvSpPr>
              <p:cNvPr id="30843" name="Freeform 126"/>
              <p:cNvSpPr/>
              <p:nvPr/>
            </p:nvSpPr>
            <p:spPr>
              <a:xfrm>
                <a:off x="2768" y="1099"/>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44" name="Freeform 127"/>
              <p:cNvSpPr/>
              <p:nvPr/>
            </p:nvSpPr>
            <p:spPr>
              <a:xfrm>
                <a:off x="2769" y="1107"/>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45" name="Freeform 128"/>
              <p:cNvSpPr/>
              <p:nvPr/>
            </p:nvSpPr>
            <p:spPr>
              <a:xfrm>
                <a:off x="2785" y="1097"/>
                <a:ext cx="36" cy="27"/>
              </a:xfrm>
              <a:custGeom>
                <a:avLst/>
                <a:gdLst/>
                <a:ahLst/>
                <a:cxnLst>
                  <a:cxn ang="0">
                    <a:pos x="1" y="20"/>
                  </a:cxn>
                  <a:cxn ang="0">
                    <a:pos x="4" y="23"/>
                  </a:cxn>
                  <a:cxn ang="0">
                    <a:pos x="5" y="26"/>
                  </a:cxn>
                  <a:cxn ang="0">
                    <a:pos x="18" y="26"/>
                  </a:cxn>
                  <a:cxn ang="0">
                    <a:pos x="24" y="21"/>
                  </a:cxn>
                  <a:cxn ang="0">
                    <a:pos x="23" y="19"/>
                  </a:cxn>
                  <a:cxn ang="0">
                    <a:pos x="27" y="16"/>
                  </a:cxn>
                  <a:cxn ang="0">
                    <a:pos x="32" y="10"/>
                  </a:cxn>
                  <a:cxn ang="0">
                    <a:pos x="29" y="8"/>
                  </a:cxn>
                  <a:cxn ang="0">
                    <a:pos x="35" y="5"/>
                  </a:cxn>
                  <a:cxn ang="0">
                    <a:pos x="32" y="0"/>
                  </a:cxn>
                  <a:cxn ang="0">
                    <a:pos x="26" y="2"/>
                  </a:cxn>
                  <a:cxn ang="0">
                    <a:pos x="24" y="0"/>
                  </a:cxn>
                  <a:cxn ang="0">
                    <a:pos x="17" y="1"/>
                  </a:cxn>
                  <a:cxn ang="0">
                    <a:pos x="13" y="4"/>
                  </a:cxn>
                  <a:cxn ang="0">
                    <a:pos x="7" y="6"/>
                  </a:cxn>
                  <a:cxn ang="0">
                    <a:pos x="0" y="17"/>
                  </a:cxn>
                  <a:cxn ang="0">
                    <a:pos x="1" y="20"/>
                  </a:cxn>
                </a:cxnLst>
                <a:rect l="0" t="0" r="0" b="0"/>
                <a:pathLst>
                  <a:path w="36" h="27">
                    <a:moveTo>
                      <a:pt x="1" y="20"/>
                    </a:moveTo>
                    <a:lnTo>
                      <a:pt x="4" y="23"/>
                    </a:lnTo>
                    <a:lnTo>
                      <a:pt x="5" y="26"/>
                    </a:lnTo>
                    <a:lnTo>
                      <a:pt x="18" y="26"/>
                    </a:lnTo>
                    <a:lnTo>
                      <a:pt x="24" y="21"/>
                    </a:lnTo>
                    <a:lnTo>
                      <a:pt x="23" y="19"/>
                    </a:lnTo>
                    <a:lnTo>
                      <a:pt x="27" y="16"/>
                    </a:lnTo>
                    <a:lnTo>
                      <a:pt x="32" y="10"/>
                    </a:lnTo>
                    <a:lnTo>
                      <a:pt x="29" y="8"/>
                    </a:lnTo>
                    <a:lnTo>
                      <a:pt x="35" y="5"/>
                    </a:lnTo>
                    <a:lnTo>
                      <a:pt x="32" y="0"/>
                    </a:lnTo>
                    <a:lnTo>
                      <a:pt x="26" y="2"/>
                    </a:lnTo>
                    <a:lnTo>
                      <a:pt x="24" y="0"/>
                    </a:lnTo>
                    <a:lnTo>
                      <a:pt x="17" y="1"/>
                    </a:lnTo>
                    <a:lnTo>
                      <a:pt x="13"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46" name="Line 129"/>
              <p:cNvSpPr/>
              <p:nvPr/>
            </p:nvSpPr>
            <p:spPr>
              <a:xfrm flipV="1">
                <a:off x="2800" y="1080"/>
                <a:ext cx="10" cy="14"/>
              </a:xfrm>
              <a:prstGeom prst="line">
                <a:avLst/>
              </a:prstGeom>
              <a:ln w="12700" cap="flat" cmpd="sng">
                <a:solidFill>
                  <a:schemeClr val="tx1"/>
                </a:solidFill>
                <a:prstDash val="solid"/>
                <a:headEnd type="none" w="med" len="med"/>
                <a:tailEnd type="none" w="med" len="med"/>
              </a:ln>
            </p:spPr>
          </p:sp>
          <p:sp>
            <p:nvSpPr>
              <p:cNvPr id="30847" name="Line 130"/>
              <p:cNvSpPr/>
              <p:nvPr/>
            </p:nvSpPr>
            <p:spPr>
              <a:xfrm flipV="1">
                <a:off x="2801" y="1080"/>
                <a:ext cx="7" cy="12"/>
              </a:xfrm>
              <a:prstGeom prst="line">
                <a:avLst/>
              </a:prstGeom>
              <a:ln w="12700" cap="flat" cmpd="sng">
                <a:solidFill>
                  <a:schemeClr val="tx1"/>
                </a:solidFill>
                <a:prstDash val="solid"/>
                <a:headEnd type="none" w="med" len="med"/>
                <a:tailEnd type="none" w="med" len="med"/>
              </a:ln>
            </p:spPr>
          </p:sp>
          <p:sp>
            <p:nvSpPr>
              <p:cNvPr id="30848" name="Freeform 131"/>
              <p:cNvSpPr/>
              <p:nvPr/>
            </p:nvSpPr>
            <p:spPr>
              <a:xfrm>
                <a:off x="2798" y="1075"/>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49" name="Freeform 132"/>
              <p:cNvSpPr/>
              <p:nvPr/>
            </p:nvSpPr>
            <p:spPr>
              <a:xfrm>
                <a:off x="2797" y="1083"/>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50" name="Freeform 133"/>
              <p:cNvSpPr/>
              <p:nvPr/>
            </p:nvSpPr>
            <p:spPr>
              <a:xfrm>
                <a:off x="2815" y="1070"/>
                <a:ext cx="33" cy="26"/>
              </a:xfrm>
              <a:custGeom>
                <a:avLst/>
                <a:gdLst/>
                <a:ahLst/>
                <a:cxnLst>
                  <a:cxn ang="0">
                    <a:pos x="1" y="22"/>
                  </a:cxn>
                  <a:cxn ang="0">
                    <a:pos x="7" y="22"/>
                  </a:cxn>
                  <a:cxn ang="0">
                    <a:pos x="8" y="25"/>
                  </a:cxn>
                  <a:cxn ang="0">
                    <a:pos x="16" y="25"/>
                  </a:cxn>
                  <a:cxn ang="0">
                    <a:pos x="21" y="25"/>
                  </a:cxn>
                  <a:cxn ang="0">
                    <a:pos x="26" y="22"/>
                  </a:cxn>
                  <a:cxn ang="0">
                    <a:pos x="23" y="19"/>
                  </a:cxn>
                  <a:cxn ang="0">
                    <a:pos x="27" y="17"/>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3"/>
                  </a:cxn>
                  <a:cxn ang="0">
                    <a:pos x="4" y="16"/>
                  </a:cxn>
                  <a:cxn ang="0">
                    <a:pos x="0" y="19"/>
                  </a:cxn>
                  <a:cxn ang="0">
                    <a:pos x="1" y="22"/>
                  </a:cxn>
                </a:cxnLst>
                <a:rect l="0" t="0" r="0" b="0"/>
                <a:pathLst>
                  <a:path w="33" h="26">
                    <a:moveTo>
                      <a:pt x="1" y="22"/>
                    </a:moveTo>
                    <a:lnTo>
                      <a:pt x="7" y="22"/>
                    </a:lnTo>
                    <a:lnTo>
                      <a:pt x="8" y="25"/>
                    </a:lnTo>
                    <a:lnTo>
                      <a:pt x="16" y="25"/>
                    </a:lnTo>
                    <a:lnTo>
                      <a:pt x="21" y="25"/>
                    </a:lnTo>
                    <a:lnTo>
                      <a:pt x="26" y="22"/>
                    </a:lnTo>
                    <a:lnTo>
                      <a:pt x="23" y="19"/>
                    </a:lnTo>
                    <a:lnTo>
                      <a:pt x="27" y="17"/>
                    </a:lnTo>
                    <a:lnTo>
                      <a:pt x="30" y="11"/>
                    </a:lnTo>
                    <a:lnTo>
                      <a:pt x="29" y="8"/>
                    </a:lnTo>
                    <a:lnTo>
                      <a:pt x="32" y="2"/>
                    </a:lnTo>
                    <a:lnTo>
                      <a:pt x="30" y="0"/>
                    </a:lnTo>
                    <a:lnTo>
                      <a:pt x="26" y="2"/>
                    </a:lnTo>
                    <a:lnTo>
                      <a:pt x="23" y="0"/>
                    </a:lnTo>
                    <a:lnTo>
                      <a:pt x="17" y="0"/>
                    </a:lnTo>
                    <a:lnTo>
                      <a:pt x="13" y="2"/>
                    </a:lnTo>
                    <a:lnTo>
                      <a:pt x="8" y="5"/>
                    </a:lnTo>
                    <a:lnTo>
                      <a:pt x="5" y="7"/>
                    </a:lnTo>
                    <a:lnTo>
                      <a:pt x="2" y="13"/>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51" name="Line 134"/>
              <p:cNvSpPr/>
              <p:nvPr/>
            </p:nvSpPr>
            <p:spPr>
              <a:xfrm flipV="1">
                <a:off x="2831" y="1071"/>
                <a:ext cx="8" cy="14"/>
              </a:xfrm>
              <a:prstGeom prst="line">
                <a:avLst/>
              </a:prstGeom>
              <a:ln w="12700" cap="flat" cmpd="sng">
                <a:solidFill>
                  <a:schemeClr val="tx1"/>
                </a:solidFill>
                <a:prstDash val="solid"/>
                <a:headEnd type="none" w="med" len="med"/>
                <a:tailEnd type="none" w="med" len="med"/>
              </a:ln>
            </p:spPr>
          </p:sp>
          <p:sp>
            <p:nvSpPr>
              <p:cNvPr id="30852" name="Line 135"/>
              <p:cNvSpPr/>
              <p:nvPr/>
            </p:nvSpPr>
            <p:spPr>
              <a:xfrm flipV="1">
                <a:off x="2829" y="1066"/>
                <a:ext cx="11" cy="14"/>
              </a:xfrm>
              <a:prstGeom prst="line">
                <a:avLst/>
              </a:prstGeom>
              <a:ln w="12700" cap="flat" cmpd="sng">
                <a:solidFill>
                  <a:schemeClr val="tx1"/>
                </a:solidFill>
                <a:prstDash val="solid"/>
                <a:headEnd type="none" w="med" len="med"/>
                <a:tailEnd type="none" w="med" len="med"/>
              </a:ln>
            </p:spPr>
          </p:sp>
          <p:sp>
            <p:nvSpPr>
              <p:cNvPr id="30853" name="Freeform 136"/>
              <p:cNvSpPr/>
              <p:nvPr/>
            </p:nvSpPr>
            <p:spPr>
              <a:xfrm>
                <a:off x="2829" y="1060"/>
                <a:ext cx="36" cy="34"/>
              </a:xfrm>
              <a:custGeom>
                <a:avLst/>
                <a:gdLst/>
                <a:ahLst/>
                <a:cxnLst>
                  <a:cxn ang="0">
                    <a:pos x="28" y="25"/>
                  </a:cxn>
                  <a:cxn ang="0">
                    <a:pos x="35" y="21"/>
                  </a:cxn>
                  <a:cxn ang="0">
                    <a:pos x="33" y="16"/>
                  </a:cxn>
                  <a:cxn ang="0">
                    <a:pos x="25" y="3"/>
                  </a:cxn>
                  <a:cxn ang="0">
                    <a:pos x="23" y="0"/>
                  </a:cxn>
                  <a:cxn ang="0">
                    <a:pos x="15" y="4"/>
                  </a:cxn>
                  <a:cxn ang="0">
                    <a:pos x="8" y="9"/>
                  </a:cxn>
                  <a:cxn ang="0">
                    <a:pos x="5" y="21"/>
                  </a:cxn>
                  <a:cxn ang="0">
                    <a:pos x="0" y="30"/>
                  </a:cxn>
                  <a:cxn ang="0">
                    <a:pos x="1" y="33"/>
                  </a:cxn>
                  <a:cxn ang="0">
                    <a:pos x="8" y="28"/>
                  </a:cxn>
                  <a:cxn ang="0">
                    <a:pos x="11" y="31"/>
                  </a:cxn>
                  <a:cxn ang="0">
                    <a:pos x="19" y="30"/>
                  </a:cxn>
                  <a:cxn ang="0">
                    <a:pos x="28" y="25"/>
                  </a:cxn>
                </a:cxnLst>
                <a:rect l="0" t="0" r="0" b="0"/>
                <a:pathLst>
                  <a:path w="36" h="34">
                    <a:moveTo>
                      <a:pt x="28" y="25"/>
                    </a:moveTo>
                    <a:lnTo>
                      <a:pt x="35" y="21"/>
                    </a:lnTo>
                    <a:lnTo>
                      <a:pt x="33" y="16"/>
                    </a:lnTo>
                    <a:lnTo>
                      <a:pt x="25" y="3"/>
                    </a:lnTo>
                    <a:lnTo>
                      <a:pt x="23" y="0"/>
                    </a:lnTo>
                    <a:lnTo>
                      <a:pt x="15" y="4"/>
                    </a:lnTo>
                    <a:lnTo>
                      <a:pt x="8" y="9"/>
                    </a:lnTo>
                    <a:lnTo>
                      <a:pt x="5" y="21"/>
                    </a:lnTo>
                    <a:lnTo>
                      <a:pt x="0" y="30"/>
                    </a:lnTo>
                    <a:lnTo>
                      <a:pt x="1" y="33"/>
                    </a:lnTo>
                    <a:lnTo>
                      <a:pt x="8" y="28"/>
                    </a:lnTo>
                    <a:lnTo>
                      <a:pt x="11" y="31"/>
                    </a:lnTo>
                    <a:lnTo>
                      <a:pt x="19" y="30"/>
                    </a:lnTo>
                    <a:lnTo>
                      <a:pt x="28"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54" name="Freeform 137"/>
              <p:cNvSpPr/>
              <p:nvPr/>
            </p:nvSpPr>
            <p:spPr>
              <a:xfrm>
                <a:off x="2825" y="1070"/>
                <a:ext cx="41" cy="25"/>
              </a:xfrm>
              <a:custGeom>
                <a:avLst/>
                <a:gdLst/>
                <a:ahLst/>
                <a:cxnLst>
                  <a:cxn ang="0">
                    <a:pos x="1" y="11"/>
                  </a:cxn>
                  <a:cxn ang="0">
                    <a:pos x="35" y="0"/>
                  </a:cxn>
                  <a:cxn ang="0">
                    <a:pos x="40" y="12"/>
                  </a:cxn>
                  <a:cxn ang="0">
                    <a:pos x="4" y="24"/>
                  </a:cxn>
                  <a:cxn ang="0">
                    <a:pos x="0" y="9"/>
                  </a:cxn>
                  <a:cxn ang="0">
                    <a:pos x="1" y="11"/>
                  </a:cxn>
                </a:cxnLst>
                <a:rect l="0" t="0" r="0" b="0"/>
                <a:pathLst>
                  <a:path w="41" h="25">
                    <a:moveTo>
                      <a:pt x="1" y="11"/>
                    </a:moveTo>
                    <a:lnTo>
                      <a:pt x="35" y="0"/>
                    </a:lnTo>
                    <a:lnTo>
                      <a:pt x="40" y="12"/>
                    </a:lnTo>
                    <a:lnTo>
                      <a:pt x="4" y="24"/>
                    </a:lnTo>
                    <a:lnTo>
                      <a:pt x="0" y="9"/>
                    </a:lnTo>
                    <a:lnTo>
                      <a:pt x="1" y="1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55" name="Freeform 138"/>
              <p:cNvSpPr/>
              <p:nvPr/>
            </p:nvSpPr>
            <p:spPr>
              <a:xfrm>
                <a:off x="2847" y="1062"/>
                <a:ext cx="34" cy="26"/>
              </a:xfrm>
              <a:custGeom>
                <a:avLst/>
                <a:gdLst/>
                <a:ahLst/>
                <a:cxnLst>
                  <a:cxn ang="0">
                    <a:pos x="1" y="22"/>
                  </a:cxn>
                  <a:cxn ang="0">
                    <a:pos x="8" y="22"/>
                  </a:cxn>
                  <a:cxn ang="0">
                    <a:pos x="10" y="25"/>
                  </a:cxn>
                  <a:cxn ang="0">
                    <a:pos x="15" y="25"/>
                  </a:cxn>
                  <a:cxn ang="0">
                    <a:pos x="20" y="22"/>
                  </a:cxn>
                  <a:cxn ang="0">
                    <a:pos x="24" y="19"/>
                  </a:cxn>
                  <a:cxn ang="0">
                    <a:pos x="28" y="16"/>
                  </a:cxn>
                  <a:cxn ang="0">
                    <a:pos x="31" y="11"/>
                  </a:cxn>
                  <a:cxn ang="0">
                    <a:pos x="30" y="8"/>
                  </a:cxn>
                  <a:cxn ang="0">
                    <a:pos x="33" y="2"/>
                  </a:cxn>
                  <a:cxn ang="0">
                    <a:pos x="31" y="0"/>
                  </a:cxn>
                  <a:cxn ang="0">
                    <a:pos x="24" y="0"/>
                  </a:cxn>
                  <a:cxn ang="0">
                    <a:pos x="18" y="0"/>
                  </a:cxn>
                  <a:cxn ang="0">
                    <a:pos x="14" y="2"/>
                  </a:cxn>
                  <a:cxn ang="0">
                    <a:pos x="12" y="0"/>
                  </a:cxn>
                  <a:cxn ang="0">
                    <a:pos x="8" y="1"/>
                  </a:cxn>
                  <a:cxn ang="0">
                    <a:pos x="5" y="7"/>
                  </a:cxn>
                  <a:cxn ang="0">
                    <a:pos x="2" y="13"/>
                  </a:cxn>
                  <a:cxn ang="0">
                    <a:pos x="0" y="19"/>
                  </a:cxn>
                  <a:cxn ang="0">
                    <a:pos x="1" y="22"/>
                  </a:cxn>
                </a:cxnLst>
                <a:rect l="0" t="0" r="0" b="0"/>
                <a:pathLst>
                  <a:path w="34" h="26">
                    <a:moveTo>
                      <a:pt x="1" y="22"/>
                    </a:moveTo>
                    <a:lnTo>
                      <a:pt x="8" y="22"/>
                    </a:lnTo>
                    <a:lnTo>
                      <a:pt x="10" y="25"/>
                    </a:lnTo>
                    <a:lnTo>
                      <a:pt x="15" y="25"/>
                    </a:lnTo>
                    <a:lnTo>
                      <a:pt x="20" y="22"/>
                    </a:lnTo>
                    <a:lnTo>
                      <a:pt x="24" y="19"/>
                    </a:lnTo>
                    <a:lnTo>
                      <a:pt x="28" y="16"/>
                    </a:lnTo>
                    <a:lnTo>
                      <a:pt x="31" y="11"/>
                    </a:lnTo>
                    <a:lnTo>
                      <a:pt x="30" y="8"/>
                    </a:lnTo>
                    <a:lnTo>
                      <a:pt x="33" y="2"/>
                    </a:lnTo>
                    <a:lnTo>
                      <a:pt x="31" y="0"/>
                    </a:lnTo>
                    <a:lnTo>
                      <a:pt x="24" y="0"/>
                    </a:lnTo>
                    <a:lnTo>
                      <a:pt x="18" y="0"/>
                    </a:lnTo>
                    <a:lnTo>
                      <a:pt x="14" y="2"/>
                    </a:lnTo>
                    <a:lnTo>
                      <a:pt x="12" y="0"/>
                    </a:lnTo>
                    <a:lnTo>
                      <a:pt x="8" y="1"/>
                    </a:lnTo>
                    <a:lnTo>
                      <a:pt x="5" y="7"/>
                    </a:lnTo>
                    <a:lnTo>
                      <a:pt x="2" y="13"/>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56" name="Line 139"/>
              <p:cNvSpPr/>
              <p:nvPr/>
            </p:nvSpPr>
            <p:spPr>
              <a:xfrm flipV="1">
                <a:off x="2855" y="1078"/>
                <a:ext cx="6" cy="14"/>
              </a:xfrm>
              <a:prstGeom prst="line">
                <a:avLst/>
              </a:prstGeom>
              <a:ln w="12700" cap="flat" cmpd="sng">
                <a:solidFill>
                  <a:schemeClr val="tx1"/>
                </a:solidFill>
                <a:prstDash val="solid"/>
                <a:headEnd type="none" w="med" len="med"/>
                <a:tailEnd type="none" w="med" len="med"/>
              </a:ln>
            </p:spPr>
          </p:sp>
          <p:sp>
            <p:nvSpPr>
              <p:cNvPr id="30857" name="Line 140"/>
              <p:cNvSpPr/>
              <p:nvPr/>
            </p:nvSpPr>
            <p:spPr>
              <a:xfrm flipV="1">
                <a:off x="2852" y="1072"/>
                <a:ext cx="7" cy="13"/>
              </a:xfrm>
              <a:prstGeom prst="line">
                <a:avLst/>
              </a:prstGeom>
              <a:ln w="12700" cap="flat" cmpd="sng">
                <a:solidFill>
                  <a:schemeClr val="tx1"/>
                </a:solidFill>
                <a:prstDash val="solid"/>
                <a:headEnd type="none" w="med" len="med"/>
                <a:tailEnd type="none" w="med" len="med"/>
              </a:ln>
            </p:spPr>
          </p:sp>
          <p:sp>
            <p:nvSpPr>
              <p:cNvPr id="30858" name="Freeform 141"/>
              <p:cNvSpPr/>
              <p:nvPr/>
            </p:nvSpPr>
            <p:spPr>
              <a:xfrm>
                <a:off x="2851" y="1070"/>
                <a:ext cx="35" cy="29"/>
              </a:xfrm>
              <a:custGeom>
                <a:avLst/>
                <a:gdLst/>
                <a:ahLst/>
                <a:cxnLst>
                  <a:cxn ang="0">
                    <a:pos x="29" y="19"/>
                  </a:cxn>
                  <a:cxn ang="0">
                    <a:pos x="34" y="14"/>
                  </a:cxn>
                  <a:cxn ang="0">
                    <a:pos x="27" y="0"/>
                  </a:cxn>
                  <a:cxn ang="0">
                    <a:pos x="19" y="1"/>
                  </a:cxn>
                  <a:cxn ang="0">
                    <a:pos x="13" y="4"/>
                  </a:cxn>
                  <a:cxn ang="0">
                    <a:pos x="8" y="8"/>
                  </a:cxn>
                  <a:cxn ang="0">
                    <a:pos x="4" y="14"/>
                  </a:cxn>
                  <a:cxn ang="0">
                    <a:pos x="6" y="18"/>
                  </a:cxn>
                  <a:cxn ang="0">
                    <a:pos x="0" y="21"/>
                  </a:cxn>
                  <a:cxn ang="0">
                    <a:pos x="4" y="28"/>
                  </a:cxn>
                  <a:cxn ang="0">
                    <a:pos x="9" y="23"/>
                  </a:cxn>
                  <a:cxn ang="0">
                    <a:pos x="12" y="26"/>
                  </a:cxn>
                  <a:cxn ang="0">
                    <a:pos x="19" y="26"/>
                  </a:cxn>
                  <a:cxn ang="0">
                    <a:pos x="24" y="23"/>
                  </a:cxn>
                  <a:cxn ang="0">
                    <a:pos x="29" y="19"/>
                  </a:cxn>
                </a:cxnLst>
                <a:rect l="0" t="0" r="0" b="0"/>
                <a:pathLst>
                  <a:path w="35" h="29">
                    <a:moveTo>
                      <a:pt x="29" y="19"/>
                    </a:moveTo>
                    <a:lnTo>
                      <a:pt x="34" y="14"/>
                    </a:lnTo>
                    <a:lnTo>
                      <a:pt x="27" y="0"/>
                    </a:lnTo>
                    <a:lnTo>
                      <a:pt x="19" y="1"/>
                    </a:lnTo>
                    <a:lnTo>
                      <a:pt x="13" y="4"/>
                    </a:lnTo>
                    <a:lnTo>
                      <a:pt x="8" y="8"/>
                    </a:lnTo>
                    <a:lnTo>
                      <a:pt x="4" y="14"/>
                    </a:lnTo>
                    <a:lnTo>
                      <a:pt x="6" y="18"/>
                    </a:lnTo>
                    <a:lnTo>
                      <a:pt x="0" y="21"/>
                    </a:lnTo>
                    <a:lnTo>
                      <a:pt x="4" y="28"/>
                    </a:lnTo>
                    <a:lnTo>
                      <a:pt x="9" y="23"/>
                    </a:lnTo>
                    <a:lnTo>
                      <a:pt x="12" y="26"/>
                    </a:lnTo>
                    <a:lnTo>
                      <a:pt x="19" y="26"/>
                    </a:lnTo>
                    <a:lnTo>
                      <a:pt x="24" y="23"/>
                    </a:lnTo>
                    <a:lnTo>
                      <a:pt x="29"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59" name="Freeform 142"/>
              <p:cNvSpPr/>
              <p:nvPr/>
            </p:nvSpPr>
            <p:spPr>
              <a:xfrm>
                <a:off x="2849" y="1077"/>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60" name="Freeform 143"/>
              <p:cNvSpPr/>
              <p:nvPr/>
            </p:nvSpPr>
            <p:spPr>
              <a:xfrm>
                <a:off x="2870" y="1069"/>
                <a:ext cx="29" cy="26"/>
              </a:xfrm>
              <a:custGeom>
                <a:avLst/>
                <a:gdLst/>
                <a:ahLst/>
                <a:cxnLst>
                  <a:cxn ang="0">
                    <a:pos x="0" y="19"/>
                  </a:cxn>
                  <a:cxn ang="0">
                    <a:pos x="1" y="22"/>
                  </a:cxn>
                  <a:cxn ang="0">
                    <a:pos x="7" y="22"/>
                  </a:cxn>
                  <a:cxn ang="0">
                    <a:pos x="8" y="25"/>
                  </a:cxn>
                  <a:cxn ang="0">
                    <a:pos x="14" y="25"/>
                  </a:cxn>
                  <a:cxn ang="0">
                    <a:pos x="18" y="23"/>
                  </a:cxn>
                  <a:cxn ang="0">
                    <a:pos x="22" y="20"/>
                  </a:cxn>
                  <a:cxn ang="0">
                    <a:pos x="25" y="17"/>
                  </a:cxn>
                  <a:cxn ang="0">
                    <a:pos x="28" y="13"/>
                  </a:cxn>
                  <a:cxn ang="0">
                    <a:pos x="26" y="10"/>
                  </a:cxn>
                  <a:cxn ang="0">
                    <a:pos x="28" y="4"/>
                  </a:cxn>
                  <a:cxn ang="0">
                    <a:pos x="26" y="1"/>
                  </a:cxn>
                  <a:cxn ang="0">
                    <a:pos x="21" y="1"/>
                  </a:cxn>
                  <a:cxn ang="0">
                    <a:pos x="15" y="1"/>
                  </a:cxn>
                  <a:cxn ang="0">
                    <a:pos x="9" y="0"/>
                  </a:cxn>
                  <a:cxn ang="0">
                    <a:pos x="7" y="2"/>
                  </a:cxn>
                  <a:cxn ang="0">
                    <a:pos x="8" y="5"/>
                  </a:cxn>
                  <a:cxn ang="0">
                    <a:pos x="4" y="8"/>
                  </a:cxn>
                  <a:cxn ang="0">
                    <a:pos x="1" y="13"/>
                  </a:cxn>
                  <a:cxn ang="0">
                    <a:pos x="0" y="19"/>
                  </a:cxn>
                </a:cxnLst>
                <a:rect l="0" t="0" r="0" b="0"/>
                <a:pathLst>
                  <a:path w="29" h="26">
                    <a:moveTo>
                      <a:pt x="0" y="19"/>
                    </a:moveTo>
                    <a:lnTo>
                      <a:pt x="1" y="22"/>
                    </a:lnTo>
                    <a:lnTo>
                      <a:pt x="7" y="22"/>
                    </a:lnTo>
                    <a:lnTo>
                      <a:pt x="8" y="25"/>
                    </a:lnTo>
                    <a:lnTo>
                      <a:pt x="14" y="25"/>
                    </a:lnTo>
                    <a:lnTo>
                      <a:pt x="18" y="23"/>
                    </a:lnTo>
                    <a:lnTo>
                      <a:pt x="22" y="20"/>
                    </a:lnTo>
                    <a:lnTo>
                      <a:pt x="25" y="17"/>
                    </a:lnTo>
                    <a:lnTo>
                      <a:pt x="28" y="13"/>
                    </a:lnTo>
                    <a:lnTo>
                      <a:pt x="26" y="10"/>
                    </a:lnTo>
                    <a:lnTo>
                      <a:pt x="28" y="4"/>
                    </a:lnTo>
                    <a:lnTo>
                      <a:pt x="26" y="1"/>
                    </a:lnTo>
                    <a:lnTo>
                      <a:pt x="21" y="1"/>
                    </a:lnTo>
                    <a:lnTo>
                      <a:pt x="15" y="1"/>
                    </a:lnTo>
                    <a:lnTo>
                      <a:pt x="9" y="0"/>
                    </a:lnTo>
                    <a:lnTo>
                      <a:pt x="7" y="2"/>
                    </a:lnTo>
                    <a:lnTo>
                      <a:pt x="8" y="5"/>
                    </a:lnTo>
                    <a:lnTo>
                      <a:pt x="4" y="8"/>
                    </a:lnTo>
                    <a:lnTo>
                      <a:pt x="1"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61" name="Line 144"/>
              <p:cNvSpPr/>
              <p:nvPr/>
            </p:nvSpPr>
            <p:spPr>
              <a:xfrm flipV="1">
                <a:off x="2848" y="1096"/>
                <a:ext cx="9" cy="16"/>
              </a:xfrm>
              <a:prstGeom prst="line">
                <a:avLst/>
              </a:prstGeom>
              <a:ln w="12700" cap="flat" cmpd="sng">
                <a:solidFill>
                  <a:schemeClr val="tx1"/>
                </a:solidFill>
                <a:prstDash val="solid"/>
                <a:headEnd type="none" w="med" len="med"/>
                <a:tailEnd type="none" w="med" len="med"/>
              </a:ln>
            </p:spPr>
          </p:sp>
          <p:sp>
            <p:nvSpPr>
              <p:cNvPr id="30862" name="Line 145"/>
              <p:cNvSpPr/>
              <p:nvPr/>
            </p:nvSpPr>
            <p:spPr>
              <a:xfrm flipV="1">
                <a:off x="2850" y="1096"/>
                <a:ext cx="6" cy="11"/>
              </a:xfrm>
              <a:prstGeom prst="line">
                <a:avLst/>
              </a:prstGeom>
              <a:ln w="12700" cap="flat" cmpd="sng">
                <a:solidFill>
                  <a:schemeClr val="tx1"/>
                </a:solidFill>
                <a:prstDash val="solid"/>
                <a:headEnd type="none" w="med" len="med"/>
                <a:tailEnd type="none" w="med" len="med"/>
              </a:ln>
            </p:spPr>
          </p:sp>
          <p:sp>
            <p:nvSpPr>
              <p:cNvPr id="30863" name="Freeform 146"/>
              <p:cNvSpPr/>
              <p:nvPr/>
            </p:nvSpPr>
            <p:spPr>
              <a:xfrm>
                <a:off x="2848" y="1090"/>
                <a:ext cx="37" cy="28"/>
              </a:xfrm>
              <a:custGeom>
                <a:avLst/>
                <a:gdLst/>
                <a:ahLst/>
                <a:cxnLst>
                  <a:cxn ang="0">
                    <a:pos x="26" y="24"/>
                  </a:cxn>
                  <a:cxn ang="0">
                    <a:pos x="31" y="19"/>
                  </a:cxn>
                  <a:cxn ang="0">
                    <a:pos x="30" y="18"/>
                  </a:cxn>
                  <a:cxn ang="0">
                    <a:pos x="36" y="11"/>
                  </a:cxn>
                  <a:cxn ang="0">
                    <a:pos x="29" y="0"/>
                  </a:cxn>
                  <a:cxn ang="0">
                    <a:pos x="20" y="1"/>
                  </a:cxn>
                  <a:cxn ang="0">
                    <a:pos x="15" y="4"/>
                  </a:cxn>
                  <a:cxn ang="0">
                    <a:pos x="8" y="8"/>
                  </a:cxn>
                  <a:cxn ang="0">
                    <a:pos x="4" y="15"/>
                  </a:cxn>
                  <a:cxn ang="0">
                    <a:pos x="5" y="18"/>
                  </a:cxn>
                  <a:cxn ang="0">
                    <a:pos x="0" y="21"/>
                  </a:cxn>
                  <a:cxn ang="0">
                    <a:pos x="1" y="24"/>
                  </a:cxn>
                  <a:cxn ang="0">
                    <a:pos x="9" y="24"/>
                  </a:cxn>
                  <a:cxn ang="0">
                    <a:pos x="11" y="27"/>
                  </a:cxn>
                  <a:cxn ang="0">
                    <a:pos x="18" y="25"/>
                  </a:cxn>
                  <a:cxn ang="0">
                    <a:pos x="26" y="24"/>
                  </a:cxn>
                </a:cxnLst>
                <a:rect l="0" t="0" r="0" b="0"/>
                <a:pathLst>
                  <a:path w="37" h="28">
                    <a:moveTo>
                      <a:pt x="26" y="24"/>
                    </a:moveTo>
                    <a:lnTo>
                      <a:pt x="31" y="19"/>
                    </a:lnTo>
                    <a:lnTo>
                      <a:pt x="30" y="18"/>
                    </a:lnTo>
                    <a:lnTo>
                      <a:pt x="36" y="11"/>
                    </a:lnTo>
                    <a:lnTo>
                      <a:pt x="29" y="0"/>
                    </a:lnTo>
                    <a:lnTo>
                      <a:pt x="20" y="1"/>
                    </a:lnTo>
                    <a:lnTo>
                      <a:pt x="15" y="4"/>
                    </a:lnTo>
                    <a:lnTo>
                      <a:pt x="8" y="8"/>
                    </a:lnTo>
                    <a:lnTo>
                      <a:pt x="4" y="15"/>
                    </a:lnTo>
                    <a:lnTo>
                      <a:pt x="5" y="18"/>
                    </a:lnTo>
                    <a:lnTo>
                      <a:pt x="0" y="21"/>
                    </a:lnTo>
                    <a:lnTo>
                      <a:pt x="1" y="24"/>
                    </a:lnTo>
                    <a:lnTo>
                      <a:pt x="9" y="24"/>
                    </a:lnTo>
                    <a:lnTo>
                      <a:pt x="11" y="27"/>
                    </a:lnTo>
                    <a:lnTo>
                      <a:pt x="18" y="25"/>
                    </a:lnTo>
                    <a:lnTo>
                      <a:pt x="26"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64" name="Freeform 147"/>
              <p:cNvSpPr/>
              <p:nvPr/>
            </p:nvSpPr>
            <p:spPr>
              <a:xfrm>
                <a:off x="2845" y="1097"/>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65" name="Freeform 148"/>
              <p:cNvSpPr/>
              <p:nvPr/>
            </p:nvSpPr>
            <p:spPr>
              <a:xfrm>
                <a:off x="2865" y="1088"/>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66" name="Line 149"/>
              <p:cNvSpPr/>
              <p:nvPr/>
            </p:nvSpPr>
            <p:spPr>
              <a:xfrm flipV="1">
                <a:off x="2824" y="1119"/>
                <a:ext cx="9" cy="14"/>
              </a:xfrm>
              <a:prstGeom prst="line">
                <a:avLst/>
              </a:prstGeom>
              <a:ln w="12700" cap="flat" cmpd="sng">
                <a:solidFill>
                  <a:schemeClr val="tx1"/>
                </a:solidFill>
                <a:prstDash val="solid"/>
                <a:headEnd type="none" w="med" len="med"/>
                <a:tailEnd type="none" w="med" len="med"/>
              </a:ln>
            </p:spPr>
          </p:sp>
          <p:sp>
            <p:nvSpPr>
              <p:cNvPr id="30867" name="Line 150"/>
              <p:cNvSpPr/>
              <p:nvPr/>
            </p:nvSpPr>
            <p:spPr>
              <a:xfrm flipV="1">
                <a:off x="2827" y="1116"/>
                <a:ext cx="5" cy="14"/>
              </a:xfrm>
              <a:prstGeom prst="line">
                <a:avLst/>
              </a:prstGeom>
              <a:ln w="12700" cap="flat" cmpd="sng">
                <a:solidFill>
                  <a:schemeClr val="tx1"/>
                </a:solidFill>
                <a:prstDash val="solid"/>
                <a:headEnd type="none" w="med" len="med"/>
                <a:tailEnd type="none" w="med" len="med"/>
              </a:ln>
            </p:spPr>
          </p:sp>
          <p:sp>
            <p:nvSpPr>
              <p:cNvPr id="30868" name="Freeform 151"/>
              <p:cNvSpPr/>
              <p:nvPr/>
            </p:nvSpPr>
            <p:spPr>
              <a:xfrm>
                <a:off x="2821" y="1118"/>
                <a:ext cx="38" cy="29"/>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2"/>
                  </a:cxn>
                  <a:cxn ang="0">
                    <a:pos x="4" y="25"/>
                  </a:cxn>
                  <a:cxn ang="0">
                    <a:pos x="5" y="28"/>
                  </a:cxn>
                  <a:cxn ang="0">
                    <a:pos x="15" y="26"/>
                  </a:cxn>
                  <a:cxn ang="0">
                    <a:pos x="21" y="21"/>
                  </a:cxn>
                  <a:cxn ang="0">
                    <a:pos x="23" y="24"/>
                  </a:cxn>
                  <a:cxn ang="0">
                    <a:pos x="30" y="20"/>
                  </a:cxn>
                </a:cxnLst>
                <a:rect l="0" t="0" r="0" b="0"/>
                <a:pathLst>
                  <a:path w="38" h="29">
                    <a:moveTo>
                      <a:pt x="30" y="20"/>
                    </a:moveTo>
                    <a:lnTo>
                      <a:pt x="28" y="17"/>
                    </a:lnTo>
                    <a:lnTo>
                      <a:pt x="37" y="13"/>
                    </a:lnTo>
                    <a:lnTo>
                      <a:pt x="28" y="0"/>
                    </a:lnTo>
                    <a:lnTo>
                      <a:pt x="20" y="4"/>
                    </a:lnTo>
                    <a:lnTo>
                      <a:pt x="19" y="1"/>
                    </a:lnTo>
                    <a:lnTo>
                      <a:pt x="12" y="6"/>
                    </a:lnTo>
                    <a:lnTo>
                      <a:pt x="13" y="9"/>
                    </a:lnTo>
                    <a:lnTo>
                      <a:pt x="6" y="13"/>
                    </a:lnTo>
                    <a:lnTo>
                      <a:pt x="0" y="20"/>
                    </a:lnTo>
                    <a:lnTo>
                      <a:pt x="2" y="22"/>
                    </a:lnTo>
                    <a:lnTo>
                      <a:pt x="4" y="25"/>
                    </a:lnTo>
                    <a:lnTo>
                      <a:pt x="5" y="28"/>
                    </a:lnTo>
                    <a:lnTo>
                      <a:pt x="15" y="26"/>
                    </a:lnTo>
                    <a:lnTo>
                      <a:pt x="21" y="21"/>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69" name="Freeform 152"/>
              <p:cNvSpPr/>
              <p:nvPr/>
            </p:nvSpPr>
            <p:spPr>
              <a:xfrm>
                <a:off x="2820" y="1122"/>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70" name="Freeform 153"/>
              <p:cNvSpPr/>
              <p:nvPr/>
            </p:nvSpPr>
            <p:spPr>
              <a:xfrm>
                <a:off x="2836" y="1109"/>
                <a:ext cx="34" cy="26"/>
              </a:xfrm>
              <a:custGeom>
                <a:avLst/>
                <a:gdLst/>
                <a:ahLst/>
                <a:cxnLst>
                  <a:cxn ang="0">
                    <a:pos x="2" y="19"/>
                  </a:cxn>
                  <a:cxn ang="0">
                    <a:pos x="4" y="22"/>
                  </a:cxn>
                  <a:cxn ang="0">
                    <a:pos x="5" y="25"/>
                  </a:cxn>
                  <a:cxn ang="0">
                    <a:pos x="12" y="25"/>
                  </a:cxn>
                  <a:cxn ang="0">
                    <a:pos x="16" y="22"/>
                  </a:cxn>
                  <a:cxn ang="0">
                    <a:pos x="19" y="25"/>
                  </a:cxn>
                  <a:cxn ang="0">
                    <a:pos x="23" y="22"/>
                  </a:cxn>
                  <a:cxn ang="0">
                    <a:pos x="30" y="11"/>
                  </a:cxn>
                  <a:cxn ang="0">
                    <a:pos x="33" y="5"/>
                  </a:cxn>
                  <a:cxn ang="0">
                    <a:pos x="28" y="0"/>
                  </a:cxn>
                  <a:cxn ang="0">
                    <a:pos x="12" y="2"/>
                  </a:cxn>
                  <a:cxn ang="0">
                    <a:pos x="6" y="5"/>
                  </a:cxn>
                  <a:cxn ang="0">
                    <a:pos x="2" y="9"/>
                  </a:cxn>
                  <a:cxn ang="0">
                    <a:pos x="0" y="15"/>
                  </a:cxn>
                  <a:cxn ang="0">
                    <a:pos x="1" y="18"/>
                  </a:cxn>
                  <a:cxn ang="0">
                    <a:pos x="2" y="19"/>
                  </a:cxn>
                </a:cxnLst>
                <a:rect l="0" t="0" r="0" b="0"/>
                <a:pathLst>
                  <a:path w="34" h="26">
                    <a:moveTo>
                      <a:pt x="2" y="19"/>
                    </a:moveTo>
                    <a:lnTo>
                      <a:pt x="4" y="22"/>
                    </a:lnTo>
                    <a:lnTo>
                      <a:pt x="5" y="25"/>
                    </a:lnTo>
                    <a:lnTo>
                      <a:pt x="12" y="25"/>
                    </a:lnTo>
                    <a:lnTo>
                      <a:pt x="16" y="22"/>
                    </a:lnTo>
                    <a:lnTo>
                      <a:pt x="19" y="25"/>
                    </a:lnTo>
                    <a:lnTo>
                      <a:pt x="23" y="22"/>
                    </a:lnTo>
                    <a:lnTo>
                      <a:pt x="30" y="11"/>
                    </a:lnTo>
                    <a:lnTo>
                      <a:pt x="33" y="5"/>
                    </a:lnTo>
                    <a:lnTo>
                      <a:pt x="28" y="0"/>
                    </a:lnTo>
                    <a:lnTo>
                      <a:pt x="12" y="2"/>
                    </a:lnTo>
                    <a:lnTo>
                      <a:pt x="6" y="5"/>
                    </a:lnTo>
                    <a:lnTo>
                      <a:pt x="2" y="9"/>
                    </a:lnTo>
                    <a:lnTo>
                      <a:pt x="0" y="15"/>
                    </a:lnTo>
                    <a:lnTo>
                      <a:pt x="1" y="18"/>
                    </a:lnTo>
                    <a:lnTo>
                      <a:pt x="2"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71" name="Line 154"/>
              <p:cNvSpPr/>
              <p:nvPr/>
            </p:nvSpPr>
            <p:spPr>
              <a:xfrm flipV="1">
                <a:off x="2818" y="1107"/>
                <a:ext cx="12" cy="17"/>
              </a:xfrm>
              <a:prstGeom prst="line">
                <a:avLst/>
              </a:prstGeom>
              <a:ln w="12700" cap="flat" cmpd="sng">
                <a:solidFill>
                  <a:schemeClr val="tx1"/>
                </a:solidFill>
                <a:prstDash val="solid"/>
                <a:headEnd type="none" w="med" len="med"/>
                <a:tailEnd type="none" w="med" len="med"/>
              </a:ln>
            </p:spPr>
          </p:sp>
          <p:sp>
            <p:nvSpPr>
              <p:cNvPr id="30872" name="Line 155"/>
              <p:cNvSpPr/>
              <p:nvPr/>
            </p:nvSpPr>
            <p:spPr>
              <a:xfrm flipV="1">
                <a:off x="2818" y="1108"/>
                <a:ext cx="9" cy="11"/>
              </a:xfrm>
              <a:prstGeom prst="line">
                <a:avLst/>
              </a:prstGeom>
              <a:ln w="12700" cap="flat" cmpd="sng">
                <a:solidFill>
                  <a:schemeClr val="tx1"/>
                </a:solidFill>
                <a:prstDash val="solid"/>
                <a:headEnd type="none" w="med" len="med"/>
                <a:tailEnd type="none" w="med" len="med"/>
              </a:ln>
            </p:spPr>
          </p:sp>
          <p:sp>
            <p:nvSpPr>
              <p:cNvPr id="30873" name="Freeform 156"/>
              <p:cNvSpPr/>
              <p:nvPr/>
            </p:nvSpPr>
            <p:spPr>
              <a:xfrm>
                <a:off x="2812" y="1104"/>
                <a:ext cx="38" cy="30"/>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3"/>
                  </a:cxn>
                  <a:cxn ang="0">
                    <a:pos x="2" y="24"/>
                  </a:cxn>
                  <a:cxn ang="0">
                    <a:pos x="4" y="27"/>
                  </a:cxn>
                  <a:cxn ang="0">
                    <a:pos x="15" y="29"/>
                  </a:cxn>
                  <a:cxn ang="0">
                    <a:pos x="22" y="24"/>
                  </a:cxn>
                  <a:cxn ang="0">
                    <a:pos x="31" y="20"/>
                  </a:cxn>
                </a:cxnLst>
                <a:rect l="0" t="0" r="0" b="0"/>
                <a:pathLst>
                  <a:path w="38" h="30">
                    <a:moveTo>
                      <a:pt x="31" y="20"/>
                    </a:moveTo>
                    <a:lnTo>
                      <a:pt x="37" y="13"/>
                    </a:lnTo>
                    <a:lnTo>
                      <a:pt x="28" y="0"/>
                    </a:lnTo>
                    <a:lnTo>
                      <a:pt x="21" y="4"/>
                    </a:lnTo>
                    <a:lnTo>
                      <a:pt x="19" y="1"/>
                    </a:lnTo>
                    <a:lnTo>
                      <a:pt x="11" y="5"/>
                    </a:lnTo>
                    <a:lnTo>
                      <a:pt x="12" y="8"/>
                    </a:lnTo>
                    <a:lnTo>
                      <a:pt x="5" y="12"/>
                    </a:lnTo>
                    <a:lnTo>
                      <a:pt x="0" y="20"/>
                    </a:lnTo>
                    <a:lnTo>
                      <a:pt x="1" y="23"/>
                    </a:lnTo>
                    <a:lnTo>
                      <a:pt x="2" y="24"/>
                    </a:lnTo>
                    <a:lnTo>
                      <a:pt x="4" y="27"/>
                    </a:lnTo>
                    <a:lnTo>
                      <a:pt x="15" y="29"/>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74" name="Freeform 157"/>
              <p:cNvSpPr/>
              <p:nvPr/>
            </p:nvSpPr>
            <p:spPr>
              <a:xfrm>
                <a:off x="2810" y="1109"/>
                <a:ext cx="41" cy="23"/>
              </a:xfrm>
              <a:custGeom>
                <a:avLst/>
                <a:gdLst/>
                <a:ahLst/>
                <a:cxnLst>
                  <a:cxn ang="0">
                    <a:pos x="0" y="8"/>
                  </a:cxn>
                  <a:cxn ang="0">
                    <a:pos x="34" y="0"/>
                  </a:cxn>
                  <a:cxn ang="0">
                    <a:pos x="40" y="11"/>
                  </a:cxn>
                  <a:cxn ang="0">
                    <a:pos x="4" y="22"/>
                  </a:cxn>
                  <a:cxn ang="0">
                    <a:pos x="0" y="8"/>
                  </a:cxn>
                </a:cxnLst>
                <a:rect l="0" t="0" r="0" b="0"/>
                <a:pathLst>
                  <a:path w="41" h="23">
                    <a:moveTo>
                      <a:pt x="0" y="8"/>
                    </a:moveTo>
                    <a:lnTo>
                      <a:pt x="34" y="0"/>
                    </a:lnTo>
                    <a:lnTo>
                      <a:pt x="40"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75" name="Freeform 158"/>
              <p:cNvSpPr/>
              <p:nvPr/>
            </p:nvSpPr>
            <p:spPr>
              <a:xfrm>
                <a:off x="2834" y="1100"/>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76" name="Line 159"/>
              <p:cNvSpPr/>
              <p:nvPr/>
            </p:nvSpPr>
            <p:spPr>
              <a:xfrm flipV="1">
                <a:off x="2798" y="1114"/>
                <a:ext cx="5" cy="12"/>
              </a:xfrm>
              <a:prstGeom prst="line">
                <a:avLst/>
              </a:prstGeom>
              <a:ln w="12700" cap="flat" cmpd="sng">
                <a:solidFill>
                  <a:schemeClr val="tx1"/>
                </a:solidFill>
                <a:prstDash val="solid"/>
                <a:headEnd type="none" w="med" len="med"/>
                <a:tailEnd type="none" w="med" len="med"/>
              </a:ln>
            </p:spPr>
          </p:sp>
          <p:sp>
            <p:nvSpPr>
              <p:cNvPr id="30877" name="Line 160"/>
              <p:cNvSpPr/>
              <p:nvPr/>
            </p:nvSpPr>
            <p:spPr>
              <a:xfrm flipV="1">
                <a:off x="2794" y="1108"/>
                <a:ext cx="9" cy="13"/>
              </a:xfrm>
              <a:prstGeom prst="line">
                <a:avLst/>
              </a:prstGeom>
              <a:ln w="12700" cap="flat" cmpd="sng">
                <a:solidFill>
                  <a:schemeClr val="tx1"/>
                </a:solidFill>
                <a:prstDash val="solid"/>
                <a:headEnd type="none" w="med" len="med"/>
                <a:tailEnd type="none" w="med" len="med"/>
              </a:ln>
            </p:spPr>
          </p:sp>
          <p:sp>
            <p:nvSpPr>
              <p:cNvPr id="30878" name="Freeform 161"/>
              <p:cNvSpPr/>
              <p:nvPr/>
            </p:nvSpPr>
            <p:spPr>
              <a:xfrm>
                <a:off x="2796" y="1105"/>
                <a:ext cx="34" cy="28"/>
              </a:xfrm>
              <a:custGeom>
                <a:avLst/>
                <a:gdLst/>
                <a:ahLst/>
                <a:cxnLst>
                  <a:cxn ang="0">
                    <a:pos x="28" y="21"/>
                  </a:cxn>
                  <a:cxn ang="0">
                    <a:pos x="26" y="18"/>
                  </a:cxn>
                  <a:cxn ang="0">
                    <a:pos x="33" y="14"/>
                  </a:cxn>
                  <a:cxn ang="0">
                    <a:pos x="24" y="0"/>
                  </a:cxn>
                  <a:cxn ang="0">
                    <a:pos x="19" y="4"/>
                  </a:cxn>
                  <a:cxn ang="0">
                    <a:pos x="16" y="1"/>
                  </a:cxn>
                  <a:cxn ang="0">
                    <a:pos x="11" y="4"/>
                  </a:cxn>
                  <a:cxn ang="0">
                    <a:pos x="12" y="7"/>
                  </a:cxn>
                  <a:cxn ang="0">
                    <a:pos x="6" y="11"/>
                  </a:cxn>
                  <a:cxn ang="0">
                    <a:pos x="2" y="17"/>
                  </a:cxn>
                  <a:cxn ang="0">
                    <a:pos x="5" y="19"/>
                  </a:cxn>
                  <a:cxn ang="0">
                    <a:pos x="0" y="24"/>
                  </a:cxn>
                  <a:cxn ang="0">
                    <a:pos x="1" y="27"/>
                  </a:cxn>
                  <a:cxn ang="0">
                    <a:pos x="8" y="25"/>
                  </a:cxn>
                  <a:cxn ang="0">
                    <a:pos x="15" y="25"/>
                  </a:cxn>
                  <a:cxn ang="0">
                    <a:pos x="20" y="21"/>
                  </a:cxn>
                  <a:cxn ang="0">
                    <a:pos x="23" y="24"/>
                  </a:cxn>
                  <a:cxn ang="0">
                    <a:pos x="28" y="21"/>
                  </a:cxn>
                </a:cxnLst>
                <a:rect l="0" t="0" r="0" b="0"/>
                <a:pathLst>
                  <a:path w="34" h="28">
                    <a:moveTo>
                      <a:pt x="28" y="21"/>
                    </a:moveTo>
                    <a:lnTo>
                      <a:pt x="26" y="18"/>
                    </a:lnTo>
                    <a:lnTo>
                      <a:pt x="33" y="14"/>
                    </a:lnTo>
                    <a:lnTo>
                      <a:pt x="24" y="0"/>
                    </a:lnTo>
                    <a:lnTo>
                      <a:pt x="19" y="4"/>
                    </a:lnTo>
                    <a:lnTo>
                      <a:pt x="16" y="1"/>
                    </a:lnTo>
                    <a:lnTo>
                      <a:pt x="11" y="4"/>
                    </a:lnTo>
                    <a:lnTo>
                      <a:pt x="12" y="7"/>
                    </a:lnTo>
                    <a:lnTo>
                      <a:pt x="6" y="11"/>
                    </a:lnTo>
                    <a:lnTo>
                      <a:pt x="2" y="17"/>
                    </a:lnTo>
                    <a:lnTo>
                      <a:pt x="5" y="19"/>
                    </a:lnTo>
                    <a:lnTo>
                      <a:pt x="0" y="24"/>
                    </a:lnTo>
                    <a:lnTo>
                      <a:pt x="1" y="27"/>
                    </a:lnTo>
                    <a:lnTo>
                      <a:pt x="8" y="25"/>
                    </a:lnTo>
                    <a:lnTo>
                      <a:pt x="15" y="25"/>
                    </a:lnTo>
                    <a:lnTo>
                      <a:pt x="20" y="21"/>
                    </a:lnTo>
                    <a:lnTo>
                      <a:pt x="23" y="24"/>
                    </a:lnTo>
                    <a:lnTo>
                      <a:pt x="28"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79" name="Freeform 162"/>
              <p:cNvSpPr/>
              <p:nvPr/>
            </p:nvSpPr>
            <p:spPr>
              <a:xfrm>
                <a:off x="2793" y="1111"/>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80" name="Freeform 163"/>
              <p:cNvSpPr/>
              <p:nvPr/>
            </p:nvSpPr>
            <p:spPr>
              <a:xfrm>
                <a:off x="2809" y="1101"/>
                <a:ext cx="36" cy="28"/>
              </a:xfrm>
              <a:custGeom>
                <a:avLst/>
                <a:gdLst/>
                <a:ahLst/>
                <a:cxnLst>
                  <a:cxn ang="0">
                    <a:pos x="2" y="21"/>
                  </a:cxn>
                  <a:cxn ang="0">
                    <a:pos x="4" y="24"/>
                  </a:cxn>
                  <a:cxn ang="0">
                    <a:pos x="5" y="27"/>
                  </a:cxn>
                  <a:cxn ang="0">
                    <a:pos x="12" y="27"/>
                  </a:cxn>
                  <a:cxn ang="0">
                    <a:pos x="18" y="24"/>
                  </a:cxn>
                  <a:cxn ang="0">
                    <a:pos x="19" y="27"/>
                  </a:cxn>
                  <a:cxn ang="0">
                    <a:pos x="23" y="22"/>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9"/>
                  </a:cxn>
                  <a:cxn ang="0">
                    <a:pos x="0" y="15"/>
                  </a:cxn>
                  <a:cxn ang="0">
                    <a:pos x="1" y="18"/>
                  </a:cxn>
                  <a:cxn ang="0">
                    <a:pos x="2" y="21"/>
                  </a:cxn>
                </a:cxnLst>
                <a:rect l="0" t="0" r="0" b="0"/>
                <a:pathLst>
                  <a:path w="36" h="28">
                    <a:moveTo>
                      <a:pt x="2" y="21"/>
                    </a:moveTo>
                    <a:lnTo>
                      <a:pt x="4" y="24"/>
                    </a:lnTo>
                    <a:lnTo>
                      <a:pt x="5" y="27"/>
                    </a:lnTo>
                    <a:lnTo>
                      <a:pt x="12" y="27"/>
                    </a:lnTo>
                    <a:lnTo>
                      <a:pt x="18" y="24"/>
                    </a:lnTo>
                    <a:lnTo>
                      <a:pt x="19" y="27"/>
                    </a:lnTo>
                    <a:lnTo>
                      <a:pt x="23" y="22"/>
                    </a:lnTo>
                    <a:lnTo>
                      <a:pt x="28" y="17"/>
                    </a:lnTo>
                    <a:lnTo>
                      <a:pt x="30" y="11"/>
                    </a:lnTo>
                    <a:lnTo>
                      <a:pt x="29" y="8"/>
                    </a:lnTo>
                    <a:lnTo>
                      <a:pt x="35" y="5"/>
                    </a:lnTo>
                    <a:lnTo>
                      <a:pt x="32" y="2"/>
                    </a:lnTo>
                    <a:lnTo>
                      <a:pt x="26" y="2"/>
                    </a:lnTo>
                    <a:lnTo>
                      <a:pt x="23" y="0"/>
                    </a:lnTo>
                    <a:lnTo>
                      <a:pt x="18" y="1"/>
                    </a:lnTo>
                    <a:lnTo>
                      <a:pt x="12" y="4"/>
                    </a:lnTo>
                    <a:lnTo>
                      <a:pt x="8" y="7"/>
                    </a:lnTo>
                    <a:lnTo>
                      <a:pt x="2" y="9"/>
                    </a:lnTo>
                    <a:lnTo>
                      <a:pt x="0" y="15"/>
                    </a:lnTo>
                    <a:lnTo>
                      <a:pt x="1" y="18"/>
                    </a:lnTo>
                    <a:lnTo>
                      <a:pt x="2"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81" name="Line 164"/>
              <p:cNvSpPr/>
              <p:nvPr/>
            </p:nvSpPr>
            <p:spPr>
              <a:xfrm flipV="1">
                <a:off x="2829" y="1092"/>
                <a:ext cx="6" cy="15"/>
              </a:xfrm>
              <a:prstGeom prst="line">
                <a:avLst/>
              </a:prstGeom>
              <a:ln w="12700" cap="flat" cmpd="sng">
                <a:solidFill>
                  <a:schemeClr val="tx1"/>
                </a:solidFill>
                <a:prstDash val="solid"/>
                <a:headEnd type="none" w="med" len="med"/>
                <a:tailEnd type="none" w="med" len="med"/>
              </a:ln>
            </p:spPr>
          </p:sp>
          <p:sp>
            <p:nvSpPr>
              <p:cNvPr id="30882" name="Line 165"/>
              <p:cNvSpPr/>
              <p:nvPr/>
            </p:nvSpPr>
            <p:spPr>
              <a:xfrm flipV="1">
                <a:off x="2827" y="1088"/>
                <a:ext cx="11" cy="13"/>
              </a:xfrm>
              <a:prstGeom prst="line">
                <a:avLst/>
              </a:prstGeom>
              <a:ln w="12700" cap="flat" cmpd="sng">
                <a:solidFill>
                  <a:schemeClr val="tx1"/>
                </a:solidFill>
                <a:prstDash val="solid"/>
                <a:headEnd type="none" w="med" len="med"/>
                <a:tailEnd type="none" w="med" len="med"/>
              </a:ln>
            </p:spPr>
          </p:sp>
          <p:sp>
            <p:nvSpPr>
              <p:cNvPr id="30883" name="Freeform 166"/>
              <p:cNvSpPr/>
              <p:nvPr/>
            </p:nvSpPr>
            <p:spPr>
              <a:xfrm>
                <a:off x="2827" y="1084"/>
                <a:ext cx="37" cy="29"/>
              </a:xfrm>
              <a:custGeom>
                <a:avLst/>
                <a:gdLst/>
                <a:ahLst/>
                <a:cxnLst>
                  <a:cxn ang="0">
                    <a:pos x="27" y="22"/>
                  </a:cxn>
                  <a:cxn ang="0">
                    <a:pos x="36" y="18"/>
                  </a:cxn>
                  <a:cxn ang="0">
                    <a:pos x="33" y="15"/>
                  </a:cxn>
                  <a:cxn ang="0">
                    <a:pos x="26" y="2"/>
                  </a:cxn>
                  <a:cxn ang="0">
                    <a:pos x="23" y="0"/>
                  </a:cxn>
                  <a:cxn ang="0">
                    <a:pos x="16" y="4"/>
                  </a:cxn>
                  <a:cxn ang="0">
                    <a:pos x="11" y="11"/>
                  </a:cxn>
                  <a:cxn ang="0">
                    <a:pos x="5" y="18"/>
                  </a:cxn>
                  <a:cxn ang="0">
                    <a:pos x="0" y="25"/>
                  </a:cxn>
                  <a:cxn ang="0">
                    <a:pos x="1" y="28"/>
                  </a:cxn>
                  <a:cxn ang="0">
                    <a:pos x="11" y="26"/>
                  </a:cxn>
                  <a:cxn ang="0">
                    <a:pos x="19" y="25"/>
                  </a:cxn>
                  <a:cxn ang="0">
                    <a:pos x="27" y="22"/>
                  </a:cxn>
                </a:cxnLst>
                <a:rect l="0" t="0" r="0" b="0"/>
                <a:pathLst>
                  <a:path w="37" h="29">
                    <a:moveTo>
                      <a:pt x="27" y="22"/>
                    </a:moveTo>
                    <a:lnTo>
                      <a:pt x="36" y="18"/>
                    </a:lnTo>
                    <a:lnTo>
                      <a:pt x="33" y="15"/>
                    </a:lnTo>
                    <a:lnTo>
                      <a:pt x="26" y="2"/>
                    </a:lnTo>
                    <a:lnTo>
                      <a:pt x="23" y="0"/>
                    </a:lnTo>
                    <a:lnTo>
                      <a:pt x="16" y="4"/>
                    </a:lnTo>
                    <a:lnTo>
                      <a:pt x="11" y="11"/>
                    </a:lnTo>
                    <a:lnTo>
                      <a:pt x="5" y="18"/>
                    </a:lnTo>
                    <a:lnTo>
                      <a:pt x="0" y="25"/>
                    </a:lnTo>
                    <a:lnTo>
                      <a:pt x="1" y="28"/>
                    </a:lnTo>
                    <a:lnTo>
                      <a:pt x="11" y="26"/>
                    </a:lnTo>
                    <a:lnTo>
                      <a:pt x="19" y="25"/>
                    </a:lnTo>
                    <a:lnTo>
                      <a:pt x="27"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84" name="Freeform 167"/>
              <p:cNvSpPr/>
              <p:nvPr/>
            </p:nvSpPr>
            <p:spPr>
              <a:xfrm>
                <a:off x="2823" y="1091"/>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85" name="Freeform 168"/>
              <p:cNvSpPr/>
              <p:nvPr/>
            </p:nvSpPr>
            <p:spPr>
              <a:xfrm>
                <a:off x="2847" y="1081"/>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886" name="Line 169"/>
              <p:cNvSpPr/>
              <p:nvPr/>
            </p:nvSpPr>
            <p:spPr>
              <a:xfrm flipV="1">
                <a:off x="2807" y="1093"/>
                <a:ext cx="12" cy="15"/>
              </a:xfrm>
              <a:prstGeom prst="line">
                <a:avLst/>
              </a:prstGeom>
              <a:ln w="12700" cap="flat" cmpd="sng">
                <a:solidFill>
                  <a:schemeClr val="tx1"/>
                </a:solidFill>
                <a:prstDash val="solid"/>
                <a:headEnd type="none" w="med" len="med"/>
                <a:tailEnd type="none" w="med" len="med"/>
              </a:ln>
            </p:spPr>
          </p:sp>
          <p:sp>
            <p:nvSpPr>
              <p:cNvPr id="30887" name="Line 170"/>
              <p:cNvSpPr/>
              <p:nvPr/>
            </p:nvSpPr>
            <p:spPr>
              <a:xfrm flipV="1">
                <a:off x="2808" y="1091"/>
                <a:ext cx="8" cy="11"/>
              </a:xfrm>
              <a:prstGeom prst="line">
                <a:avLst/>
              </a:prstGeom>
              <a:ln w="12700" cap="flat" cmpd="sng">
                <a:solidFill>
                  <a:schemeClr val="tx1"/>
                </a:solidFill>
                <a:prstDash val="solid"/>
                <a:headEnd type="none" w="med" len="med"/>
                <a:tailEnd type="none" w="med" len="med"/>
              </a:ln>
            </p:spPr>
          </p:sp>
          <p:sp>
            <p:nvSpPr>
              <p:cNvPr id="30888" name="Freeform 171"/>
              <p:cNvSpPr/>
              <p:nvPr/>
            </p:nvSpPr>
            <p:spPr>
              <a:xfrm>
                <a:off x="2801" y="1087"/>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89" name="Freeform 172"/>
              <p:cNvSpPr/>
              <p:nvPr/>
            </p:nvSpPr>
            <p:spPr>
              <a:xfrm>
                <a:off x="2800" y="1091"/>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890" name="Freeform 173"/>
              <p:cNvSpPr/>
              <p:nvPr/>
            </p:nvSpPr>
            <p:spPr>
              <a:xfrm>
                <a:off x="2823" y="1082"/>
                <a:ext cx="36" cy="30"/>
              </a:xfrm>
              <a:custGeom>
                <a:avLst/>
                <a:gdLst/>
                <a:ahLst/>
                <a:cxnLst>
                  <a:cxn ang="0">
                    <a:pos x="1" y="22"/>
                  </a:cxn>
                  <a:cxn ang="0">
                    <a:pos x="2" y="24"/>
                  </a:cxn>
                  <a:cxn ang="0">
                    <a:pos x="4" y="27"/>
                  </a:cxn>
                  <a:cxn ang="0">
                    <a:pos x="12" y="29"/>
                  </a:cxn>
                  <a:cxn ang="0">
                    <a:pos x="18" y="26"/>
                  </a:cxn>
                  <a:cxn ang="0">
                    <a:pos x="23" y="23"/>
                  </a:cxn>
                  <a:cxn ang="0">
                    <a:pos x="28" y="20"/>
                  </a:cxn>
                  <a:cxn ang="0">
                    <a:pos x="33" y="16"/>
                  </a:cxn>
                  <a:cxn ang="0">
                    <a:pos x="35" y="8"/>
                  </a:cxn>
                  <a:cxn ang="0">
                    <a:pos x="33" y="5"/>
                  </a:cxn>
                  <a:cxn ang="0">
                    <a:pos x="32" y="2"/>
                  </a:cxn>
                  <a:cxn ang="0">
                    <a:pos x="30" y="0"/>
                  </a:cxn>
                  <a:cxn ang="0">
                    <a:pos x="23" y="1"/>
                  </a:cxn>
                  <a:cxn ang="0">
                    <a:pos x="18" y="4"/>
                  </a:cxn>
                  <a:cxn ang="0">
                    <a:pos x="11" y="4"/>
                  </a:cxn>
                  <a:cxn ang="0">
                    <a:pos x="7" y="6"/>
                  </a:cxn>
                  <a:cxn ang="0">
                    <a:pos x="8" y="9"/>
                  </a:cxn>
                  <a:cxn ang="0">
                    <a:pos x="2" y="12"/>
                  </a:cxn>
                  <a:cxn ang="0">
                    <a:pos x="0" y="19"/>
                  </a:cxn>
                  <a:cxn ang="0">
                    <a:pos x="1" y="22"/>
                  </a:cxn>
                </a:cxnLst>
                <a:rect l="0" t="0" r="0" b="0"/>
                <a:pathLst>
                  <a:path w="36" h="30">
                    <a:moveTo>
                      <a:pt x="1" y="22"/>
                    </a:moveTo>
                    <a:lnTo>
                      <a:pt x="2" y="24"/>
                    </a:lnTo>
                    <a:lnTo>
                      <a:pt x="4" y="27"/>
                    </a:lnTo>
                    <a:lnTo>
                      <a:pt x="12" y="29"/>
                    </a:lnTo>
                    <a:lnTo>
                      <a:pt x="18" y="26"/>
                    </a:lnTo>
                    <a:lnTo>
                      <a:pt x="23" y="23"/>
                    </a:lnTo>
                    <a:lnTo>
                      <a:pt x="28" y="20"/>
                    </a:lnTo>
                    <a:lnTo>
                      <a:pt x="33" y="16"/>
                    </a:lnTo>
                    <a:lnTo>
                      <a:pt x="35" y="8"/>
                    </a:lnTo>
                    <a:lnTo>
                      <a:pt x="33" y="5"/>
                    </a:lnTo>
                    <a:lnTo>
                      <a:pt x="32" y="2"/>
                    </a:lnTo>
                    <a:lnTo>
                      <a:pt x="30" y="0"/>
                    </a:lnTo>
                    <a:lnTo>
                      <a:pt x="23" y="1"/>
                    </a:lnTo>
                    <a:lnTo>
                      <a:pt x="18" y="4"/>
                    </a:lnTo>
                    <a:lnTo>
                      <a:pt x="11" y="4"/>
                    </a:lnTo>
                    <a:lnTo>
                      <a:pt x="7"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30891" name="Group 174"/>
            <p:cNvGrpSpPr/>
            <p:nvPr/>
          </p:nvGrpSpPr>
          <p:grpSpPr>
            <a:xfrm>
              <a:off x="2153" y="1300"/>
              <a:ext cx="443" cy="335"/>
              <a:chOff x="2101" y="803"/>
              <a:chExt cx="443" cy="335"/>
            </a:xfrm>
          </p:grpSpPr>
          <p:sp>
            <p:nvSpPr>
              <p:cNvPr id="30892" name="Freeform 175"/>
              <p:cNvSpPr/>
              <p:nvPr/>
            </p:nvSpPr>
            <p:spPr>
              <a:xfrm>
                <a:off x="2379" y="803"/>
                <a:ext cx="165" cy="165"/>
              </a:xfrm>
              <a:custGeom>
                <a:avLst/>
                <a:gdLst/>
                <a:ahLst/>
                <a:cxnLst>
                  <a:cxn ang="0">
                    <a:pos x="164" y="99"/>
                  </a:cxn>
                  <a:cxn ang="0">
                    <a:pos x="103" y="0"/>
                  </a:cxn>
                  <a:cxn ang="0">
                    <a:pos x="0" y="56"/>
                  </a:cxn>
                  <a:cxn ang="0">
                    <a:pos x="65" y="164"/>
                  </a:cxn>
                  <a:cxn ang="0">
                    <a:pos x="164" y="99"/>
                  </a:cxn>
                </a:cxnLst>
                <a:rect l="0" t="0" r="0" b="0"/>
                <a:pathLst>
                  <a:path w="165" h="165">
                    <a:moveTo>
                      <a:pt x="164" y="99"/>
                    </a:moveTo>
                    <a:lnTo>
                      <a:pt x="103" y="0"/>
                    </a:lnTo>
                    <a:lnTo>
                      <a:pt x="0" y="56"/>
                    </a:lnTo>
                    <a:lnTo>
                      <a:pt x="65" y="164"/>
                    </a:lnTo>
                    <a:lnTo>
                      <a:pt x="164"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893" name="Freeform 176"/>
              <p:cNvSpPr/>
              <p:nvPr/>
            </p:nvSpPr>
            <p:spPr>
              <a:xfrm>
                <a:off x="2251" y="907"/>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894" name="Freeform 177"/>
              <p:cNvSpPr/>
              <p:nvPr/>
            </p:nvSpPr>
            <p:spPr>
              <a:xfrm>
                <a:off x="2298" y="884"/>
                <a:ext cx="140" cy="117"/>
              </a:xfrm>
              <a:custGeom>
                <a:avLst/>
                <a:gdLst/>
                <a:ahLst/>
                <a:cxnLst>
                  <a:cxn ang="0">
                    <a:pos x="15" y="41"/>
                  </a:cxn>
                  <a:cxn ang="0">
                    <a:pos x="80" y="2"/>
                  </a:cxn>
                  <a:cxn ang="0">
                    <a:pos x="108" y="0"/>
                  </a:cxn>
                  <a:cxn ang="0">
                    <a:pos x="139" y="52"/>
                  </a:cxn>
                  <a:cxn ang="0">
                    <a:pos x="123" y="74"/>
                  </a:cxn>
                  <a:cxn ang="0">
                    <a:pos x="59" y="113"/>
                  </a:cxn>
                  <a:cxn ang="0">
                    <a:pos x="30" y="116"/>
                  </a:cxn>
                  <a:cxn ang="0">
                    <a:pos x="0" y="64"/>
                  </a:cxn>
                  <a:cxn ang="0">
                    <a:pos x="15" y="41"/>
                  </a:cxn>
                </a:cxnLst>
                <a:rect l="0" t="0" r="0" b="0"/>
                <a:pathLst>
                  <a:path w="140" h="117">
                    <a:moveTo>
                      <a:pt x="15" y="41"/>
                    </a:moveTo>
                    <a:lnTo>
                      <a:pt x="80" y="2"/>
                    </a:lnTo>
                    <a:lnTo>
                      <a:pt x="108" y="0"/>
                    </a:lnTo>
                    <a:lnTo>
                      <a:pt x="139" y="52"/>
                    </a:lnTo>
                    <a:lnTo>
                      <a:pt x="123" y="74"/>
                    </a:lnTo>
                    <a:lnTo>
                      <a:pt x="59"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895" name="Freeform 178"/>
              <p:cNvSpPr/>
              <p:nvPr/>
            </p:nvSpPr>
            <p:spPr>
              <a:xfrm>
                <a:off x="2263" y="899"/>
                <a:ext cx="124" cy="48"/>
              </a:xfrm>
              <a:custGeom>
                <a:avLst/>
                <a:gdLst/>
                <a:ahLst/>
                <a:cxnLst>
                  <a:cxn ang="0">
                    <a:pos x="64" y="8"/>
                  </a:cxn>
                  <a:cxn ang="0">
                    <a:pos x="123" y="0"/>
                  </a:cxn>
                  <a:cxn ang="0">
                    <a:pos x="58" y="37"/>
                  </a:cxn>
                  <a:cxn ang="0">
                    <a:pos x="0" y="47"/>
                  </a:cxn>
                  <a:cxn ang="0">
                    <a:pos x="64" y="8"/>
                  </a:cxn>
                </a:cxnLst>
                <a:rect l="0" t="0" r="0" b="0"/>
                <a:pathLst>
                  <a:path w="124" h="48">
                    <a:moveTo>
                      <a:pt x="64" y="8"/>
                    </a:moveTo>
                    <a:lnTo>
                      <a:pt x="123" y="0"/>
                    </a:lnTo>
                    <a:lnTo>
                      <a:pt x="58" y="37"/>
                    </a:lnTo>
                    <a:lnTo>
                      <a:pt x="0" y="47"/>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896" name="Freeform 179"/>
              <p:cNvSpPr/>
              <p:nvPr/>
            </p:nvSpPr>
            <p:spPr>
              <a:xfrm>
                <a:off x="2281" y="1001"/>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897" name="Line 180"/>
              <p:cNvSpPr/>
              <p:nvPr/>
            </p:nvSpPr>
            <p:spPr>
              <a:xfrm flipV="1">
                <a:off x="2257" y="949"/>
                <a:ext cx="38" cy="26"/>
              </a:xfrm>
              <a:prstGeom prst="line">
                <a:avLst/>
              </a:prstGeom>
              <a:ln w="12700" cap="flat" cmpd="sng">
                <a:solidFill>
                  <a:schemeClr val="tx1"/>
                </a:solidFill>
                <a:prstDash val="solid"/>
                <a:headEnd type="none" w="med" len="med"/>
                <a:tailEnd type="none" w="med" len="med"/>
              </a:ln>
            </p:spPr>
          </p:sp>
          <p:sp>
            <p:nvSpPr>
              <p:cNvPr id="30898" name="Oval 181"/>
              <p:cNvSpPr/>
              <p:nvPr/>
            </p:nvSpPr>
            <p:spPr>
              <a:xfrm rot="-1860000">
                <a:off x="2322" y="931"/>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899" name="Line 182"/>
              <p:cNvSpPr/>
              <p:nvPr/>
            </p:nvSpPr>
            <p:spPr>
              <a:xfrm flipV="1">
                <a:off x="2326" y="920"/>
                <a:ext cx="5" cy="16"/>
              </a:xfrm>
              <a:prstGeom prst="line">
                <a:avLst/>
              </a:prstGeom>
              <a:ln w="12700" cap="flat" cmpd="sng">
                <a:solidFill>
                  <a:schemeClr val="tx1"/>
                </a:solidFill>
                <a:prstDash val="solid"/>
                <a:headEnd type="none" w="med" len="med"/>
                <a:tailEnd type="none" w="med" len="med"/>
              </a:ln>
            </p:spPr>
          </p:sp>
          <p:sp>
            <p:nvSpPr>
              <p:cNvPr id="30900" name="Line 183"/>
              <p:cNvSpPr/>
              <p:nvPr/>
            </p:nvSpPr>
            <p:spPr>
              <a:xfrm>
                <a:off x="2328" y="938"/>
                <a:ext cx="5" cy="0"/>
              </a:xfrm>
              <a:prstGeom prst="line">
                <a:avLst/>
              </a:prstGeom>
              <a:ln w="12700" cap="flat" cmpd="sng">
                <a:solidFill>
                  <a:schemeClr val="tx1"/>
                </a:solidFill>
                <a:prstDash val="solid"/>
                <a:headEnd type="none" w="med" len="med"/>
                <a:tailEnd type="none" w="med" len="med"/>
              </a:ln>
            </p:spPr>
          </p:sp>
          <p:sp>
            <p:nvSpPr>
              <p:cNvPr id="30901" name="Oval 184"/>
              <p:cNvSpPr/>
              <p:nvPr/>
            </p:nvSpPr>
            <p:spPr>
              <a:xfrm rot="-1860000">
                <a:off x="2322" y="926"/>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902" name="Line 185"/>
              <p:cNvSpPr/>
              <p:nvPr/>
            </p:nvSpPr>
            <p:spPr>
              <a:xfrm flipV="1">
                <a:off x="2383" y="873"/>
                <a:ext cx="43" cy="29"/>
              </a:xfrm>
              <a:prstGeom prst="line">
                <a:avLst/>
              </a:prstGeom>
              <a:ln w="12700" cap="flat" cmpd="sng">
                <a:solidFill>
                  <a:schemeClr val="tx1"/>
                </a:solidFill>
                <a:prstDash val="solid"/>
                <a:headEnd type="none" w="med" len="med"/>
                <a:tailEnd type="none" w="med" len="med"/>
              </a:ln>
            </p:spPr>
          </p:sp>
          <p:sp>
            <p:nvSpPr>
              <p:cNvPr id="30903" name="Freeform 186"/>
              <p:cNvSpPr/>
              <p:nvPr/>
            </p:nvSpPr>
            <p:spPr>
              <a:xfrm>
                <a:off x="2325" y="924"/>
                <a:ext cx="37" cy="23"/>
              </a:xfrm>
              <a:custGeom>
                <a:avLst/>
                <a:gdLst/>
                <a:ahLst/>
                <a:cxnLst>
                  <a:cxn ang="0">
                    <a:pos x="0" y="15"/>
                  </a:cxn>
                  <a:cxn ang="0">
                    <a:pos x="18" y="0"/>
                  </a:cxn>
                  <a:cxn ang="0">
                    <a:pos x="36" y="3"/>
                  </a:cxn>
                  <a:cxn ang="0">
                    <a:pos x="33" y="22"/>
                  </a:cxn>
                  <a:cxn ang="0">
                    <a:pos x="0" y="15"/>
                  </a:cxn>
                </a:cxnLst>
                <a:rect l="0" t="0" r="0" b="0"/>
                <a:pathLst>
                  <a:path w="37" h="23">
                    <a:moveTo>
                      <a:pt x="0" y="15"/>
                    </a:moveTo>
                    <a:lnTo>
                      <a:pt x="18" y="0"/>
                    </a:lnTo>
                    <a:lnTo>
                      <a:pt x="36" y="3"/>
                    </a:lnTo>
                    <a:lnTo>
                      <a:pt x="33" y="22"/>
                    </a:lnTo>
                    <a:lnTo>
                      <a:pt x="0" y="1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904" name="Freeform 187"/>
              <p:cNvSpPr/>
              <p:nvPr/>
            </p:nvSpPr>
            <p:spPr>
              <a:xfrm>
                <a:off x="2327" y="922"/>
                <a:ext cx="36" cy="28"/>
              </a:xfrm>
              <a:custGeom>
                <a:avLst/>
                <a:gdLst/>
                <a:ahLst/>
                <a:cxnLst>
                  <a:cxn ang="0">
                    <a:pos x="25" y="0"/>
                  </a:cxn>
                  <a:cxn ang="0">
                    <a:pos x="35" y="14"/>
                  </a:cxn>
                  <a:cxn ang="0">
                    <a:pos x="21" y="27"/>
                  </a:cxn>
                  <a:cxn ang="0">
                    <a:pos x="0" y="21"/>
                  </a:cxn>
                  <a:cxn ang="0">
                    <a:pos x="18" y="6"/>
                  </a:cxn>
                  <a:cxn ang="0">
                    <a:pos x="25" y="0"/>
                  </a:cxn>
                </a:cxnLst>
                <a:rect l="0" t="0" r="0" b="0"/>
                <a:pathLst>
                  <a:path w="36" h="28">
                    <a:moveTo>
                      <a:pt x="25" y="0"/>
                    </a:moveTo>
                    <a:lnTo>
                      <a:pt x="35"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905" name="Rectangle 188"/>
              <p:cNvSpPr/>
              <p:nvPr/>
            </p:nvSpPr>
            <p:spPr>
              <a:xfrm rot="-1860000">
                <a:off x="2261" y="995"/>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906" name="Freeform 189"/>
              <p:cNvSpPr/>
              <p:nvPr/>
            </p:nvSpPr>
            <p:spPr>
              <a:xfrm>
                <a:off x="2101" y="945"/>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907" name="Line 190"/>
              <p:cNvSpPr/>
              <p:nvPr/>
            </p:nvSpPr>
            <p:spPr>
              <a:xfrm flipV="1">
                <a:off x="2359" y="975"/>
                <a:ext cx="11" cy="12"/>
              </a:xfrm>
              <a:prstGeom prst="line">
                <a:avLst/>
              </a:prstGeom>
              <a:ln w="12700" cap="flat" cmpd="sng">
                <a:solidFill>
                  <a:schemeClr val="tx1"/>
                </a:solidFill>
                <a:prstDash val="solid"/>
                <a:headEnd type="none" w="med" len="med"/>
                <a:tailEnd type="none" w="med" len="med"/>
              </a:ln>
            </p:spPr>
          </p:sp>
          <p:sp>
            <p:nvSpPr>
              <p:cNvPr id="30908" name="Line 191"/>
              <p:cNvSpPr/>
              <p:nvPr/>
            </p:nvSpPr>
            <p:spPr>
              <a:xfrm flipV="1">
                <a:off x="2358" y="973"/>
                <a:ext cx="11" cy="14"/>
              </a:xfrm>
              <a:prstGeom prst="line">
                <a:avLst/>
              </a:prstGeom>
              <a:ln w="12700" cap="flat" cmpd="sng">
                <a:solidFill>
                  <a:schemeClr val="tx1"/>
                </a:solidFill>
                <a:prstDash val="solid"/>
                <a:headEnd type="none" w="med" len="med"/>
                <a:tailEnd type="none" w="med" len="med"/>
              </a:ln>
            </p:spPr>
          </p:sp>
          <p:sp>
            <p:nvSpPr>
              <p:cNvPr id="30909" name="Freeform 192"/>
              <p:cNvSpPr/>
              <p:nvPr/>
            </p:nvSpPr>
            <p:spPr>
              <a:xfrm>
                <a:off x="2354" y="966"/>
                <a:ext cx="38" cy="33"/>
              </a:xfrm>
              <a:custGeom>
                <a:avLst/>
                <a:gdLst/>
                <a:ahLst/>
                <a:cxnLst>
                  <a:cxn ang="0">
                    <a:pos x="29" y="24"/>
                  </a:cxn>
                  <a:cxn ang="0">
                    <a:pos x="37" y="20"/>
                  </a:cxn>
                  <a:cxn ang="0">
                    <a:pos x="35" y="17"/>
                  </a:cxn>
                  <a:cxn ang="0">
                    <a:pos x="27" y="2"/>
                  </a:cxn>
                  <a:cxn ang="0">
                    <a:pos x="25" y="0"/>
                  </a:cxn>
                  <a:cxn ang="0">
                    <a:pos x="18" y="5"/>
                  </a:cxn>
                  <a:cxn ang="0">
                    <a:pos x="12" y="13"/>
                  </a:cxn>
                  <a:cxn ang="0">
                    <a:pos x="5" y="20"/>
                  </a:cxn>
                  <a:cxn ang="0">
                    <a:pos x="0" y="27"/>
                  </a:cxn>
                  <a:cxn ang="0">
                    <a:pos x="1" y="30"/>
                  </a:cxn>
                  <a:cxn ang="0">
                    <a:pos x="9" y="26"/>
                  </a:cxn>
                  <a:cxn ang="0">
                    <a:pos x="12" y="32"/>
                  </a:cxn>
                  <a:cxn ang="0">
                    <a:pos x="22" y="30"/>
                  </a:cxn>
                  <a:cxn ang="0">
                    <a:pos x="29" y="24"/>
                  </a:cxn>
                </a:cxnLst>
                <a:rect l="0" t="0" r="0" b="0"/>
                <a:pathLst>
                  <a:path w="38" h="33">
                    <a:moveTo>
                      <a:pt x="29" y="24"/>
                    </a:moveTo>
                    <a:lnTo>
                      <a:pt x="37" y="20"/>
                    </a:lnTo>
                    <a:lnTo>
                      <a:pt x="35" y="17"/>
                    </a:lnTo>
                    <a:lnTo>
                      <a:pt x="27" y="2"/>
                    </a:lnTo>
                    <a:lnTo>
                      <a:pt x="25" y="0"/>
                    </a:lnTo>
                    <a:lnTo>
                      <a:pt x="18" y="5"/>
                    </a:lnTo>
                    <a:lnTo>
                      <a:pt x="12" y="13"/>
                    </a:lnTo>
                    <a:lnTo>
                      <a:pt x="5" y="20"/>
                    </a:lnTo>
                    <a:lnTo>
                      <a:pt x="0" y="27"/>
                    </a:lnTo>
                    <a:lnTo>
                      <a:pt x="1" y="30"/>
                    </a:lnTo>
                    <a:lnTo>
                      <a:pt x="9" y="26"/>
                    </a:lnTo>
                    <a:lnTo>
                      <a:pt x="12" y="32"/>
                    </a:lnTo>
                    <a:lnTo>
                      <a:pt x="22" y="30"/>
                    </a:lnTo>
                    <a:lnTo>
                      <a:pt x="29"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10" name="Freeform 193"/>
              <p:cNvSpPr/>
              <p:nvPr/>
            </p:nvSpPr>
            <p:spPr>
              <a:xfrm>
                <a:off x="2355" y="974"/>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11" name="Freeform 194"/>
              <p:cNvSpPr/>
              <p:nvPr/>
            </p:nvSpPr>
            <p:spPr>
              <a:xfrm>
                <a:off x="2377" y="966"/>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12" name="Line 195"/>
              <p:cNvSpPr/>
              <p:nvPr/>
            </p:nvSpPr>
            <p:spPr>
              <a:xfrm flipV="1">
                <a:off x="2342" y="971"/>
                <a:ext cx="5" cy="10"/>
              </a:xfrm>
              <a:prstGeom prst="line">
                <a:avLst/>
              </a:prstGeom>
              <a:ln w="12700" cap="flat" cmpd="sng">
                <a:solidFill>
                  <a:schemeClr val="tx1"/>
                </a:solidFill>
                <a:prstDash val="solid"/>
                <a:headEnd type="none" w="med" len="med"/>
                <a:tailEnd type="none" w="med" len="med"/>
              </a:ln>
            </p:spPr>
          </p:sp>
          <p:sp>
            <p:nvSpPr>
              <p:cNvPr id="30913" name="Line 196"/>
              <p:cNvSpPr/>
              <p:nvPr/>
            </p:nvSpPr>
            <p:spPr>
              <a:xfrm flipV="1">
                <a:off x="2337" y="962"/>
                <a:ext cx="12" cy="15"/>
              </a:xfrm>
              <a:prstGeom prst="line">
                <a:avLst/>
              </a:prstGeom>
              <a:ln w="12700" cap="flat" cmpd="sng">
                <a:solidFill>
                  <a:schemeClr val="tx1"/>
                </a:solidFill>
                <a:prstDash val="solid"/>
                <a:headEnd type="none" w="med" len="med"/>
                <a:tailEnd type="none" w="med" len="med"/>
              </a:ln>
            </p:spPr>
          </p:sp>
          <p:sp>
            <p:nvSpPr>
              <p:cNvPr id="30914" name="Freeform 197"/>
              <p:cNvSpPr/>
              <p:nvPr/>
            </p:nvSpPr>
            <p:spPr>
              <a:xfrm>
                <a:off x="2338" y="962"/>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15" name="Freeform 198"/>
              <p:cNvSpPr/>
              <p:nvPr/>
            </p:nvSpPr>
            <p:spPr>
              <a:xfrm>
                <a:off x="2338" y="967"/>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16" name="Freeform 199"/>
              <p:cNvSpPr/>
              <p:nvPr/>
            </p:nvSpPr>
            <p:spPr>
              <a:xfrm>
                <a:off x="2354" y="954"/>
                <a:ext cx="34" cy="31"/>
              </a:xfrm>
              <a:custGeom>
                <a:avLst/>
                <a:gdLst/>
                <a:ahLst/>
                <a:cxnLst>
                  <a:cxn ang="0">
                    <a:pos x="0" y="21"/>
                  </a:cxn>
                  <a:cxn ang="0">
                    <a:pos x="3" y="25"/>
                  </a:cxn>
                  <a:cxn ang="0">
                    <a:pos x="7" y="22"/>
                  </a:cxn>
                  <a:cxn ang="0">
                    <a:pos x="10" y="30"/>
                  </a:cxn>
                  <a:cxn ang="0">
                    <a:pos x="18" y="30"/>
                  </a:cxn>
                  <a:cxn ang="0">
                    <a:pos x="22" y="27"/>
                  </a:cxn>
                  <a:cxn ang="0">
                    <a:pos x="27" y="25"/>
                  </a:cxn>
                  <a:cxn ang="0">
                    <a:pos x="31" y="22"/>
                  </a:cxn>
                  <a:cxn ang="0">
                    <a:pos x="33" y="17"/>
                  </a:cxn>
                  <a:cxn ang="0">
                    <a:pos x="28" y="10"/>
                  </a:cxn>
                  <a:cxn ang="0">
                    <a:pos x="33" y="7"/>
                  </a:cxn>
                  <a:cxn ang="0">
                    <a:pos x="31" y="4"/>
                  </a:cxn>
                  <a:cxn ang="0">
                    <a:pos x="25" y="4"/>
                  </a:cxn>
                  <a:cxn ang="0">
                    <a:pos x="22" y="0"/>
                  </a:cxn>
                  <a:cxn ang="0">
                    <a:pos x="18" y="2"/>
                  </a:cxn>
                  <a:cxn ang="0">
                    <a:pos x="13" y="5"/>
                  </a:cxn>
                  <a:cxn ang="0">
                    <a:pos x="6" y="10"/>
                  </a:cxn>
                  <a:cxn ang="0">
                    <a:pos x="1" y="12"/>
                  </a:cxn>
                  <a:cxn ang="0">
                    <a:pos x="3" y="15"/>
                  </a:cxn>
                  <a:cxn ang="0">
                    <a:pos x="0" y="21"/>
                  </a:cxn>
                </a:cxnLst>
                <a:rect l="0" t="0" r="0" b="0"/>
                <a:pathLst>
                  <a:path w="34" h="31">
                    <a:moveTo>
                      <a:pt x="0" y="21"/>
                    </a:moveTo>
                    <a:lnTo>
                      <a:pt x="3" y="25"/>
                    </a:lnTo>
                    <a:lnTo>
                      <a:pt x="7" y="22"/>
                    </a:lnTo>
                    <a:lnTo>
                      <a:pt x="10" y="30"/>
                    </a:lnTo>
                    <a:lnTo>
                      <a:pt x="18" y="30"/>
                    </a:lnTo>
                    <a:lnTo>
                      <a:pt x="22" y="27"/>
                    </a:lnTo>
                    <a:lnTo>
                      <a:pt x="27" y="25"/>
                    </a:lnTo>
                    <a:lnTo>
                      <a:pt x="31" y="22"/>
                    </a:lnTo>
                    <a:lnTo>
                      <a:pt x="33" y="17"/>
                    </a:lnTo>
                    <a:lnTo>
                      <a:pt x="28" y="10"/>
                    </a:lnTo>
                    <a:lnTo>
                      <a:pt x="33" y="7"/>
                    </a:lnTo>
                    <a:lnTo>
                      <a:pt x="31" y="4"/>
                    </a:lnTo>
                    <a:lnTo>
                      <a:pt x="25" y="4"/>
                    </a:lnTo>
                    <a:lnTo>
                      <a:pt x="22" y="0"/>
                    </a:lnTo>
                    <a:lnTo>
                      <a:pt x="18" y="2"/>
                    </a:lnTo>
                    <a:lnTo>
                      <a:pt x="13" y="5"/>
                    </a:lnTo>
                    <a:lnTo>
                      <a:pt x="6" y="10"/>
                    </a:lnTo>
                    <a:lnTo>
                      <a:pt x="1" y="12"/>
                    </a:lnTo>
                    <a:lnTo>
                      <a:pt x="3"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17" name="Line 200"/>
              <p:cNvSpPr/>
              <p:nvPr/>
            </p:nvSpPr>
            <p:spPr>
              <a:xfrm flipV="1">
                <a:off x="2341" y="948"/>
                <a:ext cx="7" cy="15"/>
              </a:xfrm>
              <a:prstGeom prst="line">
                <a:avLst/>
              </a:prstGeom>
              <a:ln w="12700" cap="flat" cmpd="sng">
                <a:solidFill>
                  <a:schemeClr val="tx1"/>
                </a:solidFill>
                <a:prstDash val="solid"/>
                <a:headEnd type="none" w="med" len="med"/>
                <a:tailEnd type="none" w="med" len="med"/>
              </a:ln>
            </p:spPr>
          </p:sp>
          <p:sp>
            <p:nvSpPr>
              <p:cNvPr id="30918" name="Line 201"/>
              <p:cNvSpPr/>
              <p:nvPr/>
            </p:nvSpPr>
            <p:spPr>
              <a:xfrm flipV="1">
                <a:off x="2344" y="944"/>
                <a:ext cx="7" cy="14"/>
              </a:xfrm>
              <a:prstGeom prst="line">
                <a:avLst/>
              </a:prstGeom>
              <a:ln w="12700" cap="flat" cmpd="sng">
                <a:solidFill>
                  <a:schemeClr val="tx1"/>
                </a:solidFill>
                <a:prstDash val="solid"/>
                <a:headEnd type="none" w="med" len="med"/>
                <a:tailEnd type="none" w="med" len="med"/>
              </a:ln>
            </p:spPr>
          </p:sp>
          <p:sp>
            <p:nvSpPr>
              <p:cNvPr id="30919" name="Freeform 202"/>
              <p:cNvSpPr/>
              <p:nvPr/>
            </p:nvSpPr>
            <p:spPr>
              <a:xfrm>
                <a:off x="2337" y="941"/>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20" name="Freeform 203"/>
              <p:cNvSpPr/>
              <p:nvPr/>
            </p:nvSpPr>
            <p:spPr>
              <a:xfrm>
                <a:off x="2338" y="949"/>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21" name="Freeform 204"/>
              <p:cNvSpPr/>
              <p:nvPr/>
            </p:nvSpPr>
            <p:spPr>
              <a:xfrm>
                <a:off x="2354" y="939"/>
                <a:ext cx="36" cy="27"/>
              </a:xfrm>
              <a:custGeom>
                <a:avLst/>
                <a:gdLst/>
                <a:ahLst/>
                <a:cxnLst>
                  <a:cxn ang="0">
                    <a:pos x="1" y="20"/>
                  </a:cxn>
                  <a:cxn ang="0">
                    <a:pos x="4" y="23"/>
                  </a:cxn>
                  <a:cxn ang="0">
                    <a:pos x="5" y="26"/>
                  </a:cxn>
                  <a:cxn ang="0">
                    <a:pos x="18" y="26"/>
                  </a:cxn>
                  <a:cxn ang="0">
                    <a:pos x="24" y="21"/>
                  </a:cxn>
                  <a:cxn ang="0">
                    <a:pos x="23" y="19"/>
                  </a:cxn>
                  <a:cxn ang="0">
                    <a:pos x="27" y="16"/>
                  </a:cxn>
                  <a:cxn ang="0">
                    <a:pos x="32" y="10"/>
                  </a:cxn>
                  <a:cxn ang="0">
                    <a:pos x="29" y="8"/>
                  </a:cxn>
                  <a:cxn ang="0">
                    <a:pos x="35" y="5"/>
                  </a:cxn>
                  <a:cxn ang="0">
                    <a:pos x="32" y="0"/>
                  </a:cxn>
                  <a:cxn ang="0">
                    <a:pos x="26" y="2"/>
                  </a:cxn>
                  <a:cxn ang="0">
                    <a:pos x="24" y="0"/>
                  </a:cxn>
                  <a:cxn ang="0">
                    <a:pos x="17" y="1"/>
                  </a:cxn>
                  <a:cxn ang="0">
                    <a:pos x="13" y="4"/>
                  </a:cxn>
                  <a:cxn ang="0">
                    <a:pos x="7" y="6"/>
                  </a:cxn>
                  <a:cxn ang="0">
                    <a:pos x="0" y="17"/>
                  </a:cxn>
                  <a:cxn ang="0">
                    <a:pos x="1" y="20"/>
                  </a:cxn>
                </a:cxnLst>
                <a:rect l="0" t="0" r="0" b="0"/>
                <a:pathLst>
                  <a:path w="36" h="27">
                    <a:moveTo>
                      <a:pt x="1" y="20"/>
                    </a:moveTo>
                    <a:lnTo>
                      <a:pt x="4" y="23"/>
                    </a:lnTo>
                    <a:lnTo>
                      <a:pt x="5" y="26"/>
                    </a:lnTo>
                    <a:lnTo>
                      <a:pt x="18" y="26"/>
                    </a:lnTo>
                    <a:lnTo>
                      <a:pt x="24" y="21"/>
                    </a:lnTo>
                    <a:lnTo>
                      <a:pt x="23" y="19"/>
                    </a:lnTo>
                    <a:lnTo>
                      <a:pt x="27" y="16"/>
                    </a:lnTo>
                    <a:lnTo>
                      <a:pt x="32" y="10"/>
                    </a:lnTo>
                    <a:lnTo>
                      <a:pt x="29" y="8"/>
                    </a:lnTo>
                    <a:lnTo>
                      <a:pt x="35" y="5"/>
                    </a:lnTo>
                    <a:lnTo>
                      <a:pt x="32" y="0"/>
                    </a:lnTo>
                    <a:lnTo>
                      <a:pt x="26" y="2"/>
                    </a:lnTo>
                    <a:lnTo>
                      <a:pt x="24" y="0"/>
                    </a:lnTo>
                    <a:lnTo>
                      <a:pt x="17" y="1"/>
                    </a:lnTo>
                    <a:lnTo>
                      <a:pt x="13"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22" name="Line 205"/>
              <p:cNvSpPr/>
              <p:nvPr/>
            </p:nvSpPr>
            <p:spPr>
              <a:xfrm flipV="1">
                <a:off x="2369" y="922"/>
                <a:ext cx="10" cy="14"/>
              </a:xfrm>
              <a:prstGeom prst="line">
                <a:avLst/>
              </a:prstGeom>
              <a:ln w="12700" cap="flat" cmpd="sng">
                <a:solidFill>
                  <a:schemeClr val="tx1"/>
                </a:solidFill>
                <a:prstDash val="solid"/>
                <a:headEnd type="none" w="med" len="med"/>
                <a:tailEnd type="none" w="med" len="med"/>
              </a:ln>
            </p:spPr>
          </p:sp>
          <p:sp>
            <p:nvSpPr>
              <p:cNvPr id="30923" name="Line 206"/>
              <p:cNvSpPr/>
              <p:nvPr/>
            </p:nvSpPr>
            <p:spPr>
              <a:xfrm flipV="1">
                <a:off x="2370" y="922"/>
                <a:ext cx="7" cy="12"/>
              </a:xfrm>
              <a:prstGeom prst="line">
                <a:avLst/>
              </a:prstGeom>
              <a:ln w="12700" cap="flat" cmpd="sng">
                <a:solidFill>
                  <a:schemeClr val="tx1"/>
                </a:solidFill>
                <a:prstDash val="solid"/>
                <a:headEnd type="none" w="med" len="med"/>
                <a:tailEnd type="none" w="med" len="med"/>
              </a:ln>
            </p:spPr>
          </p:sp>
          <p:sp>
            <p:nvSpPr>
              <p:cNvPr id="30924" name="Freeform 207"/>
              <p:cNvSpPr/>
              <p:nvPr/>
            </p:nvSpPr>
            <p:spPr>
              <a:xfrm>
                <a:off x="2367" y="917"/>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25" name="Freeform 208"/>
              <p:cNvSpPr/>
              <p:nvPr/>
            </p:nvSpPr>
            <p:spPr>
              <a:xfrm>
                <a:off x="2366" y="925"/>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26" name="Freeform 209"/>
              <p:cNvSpPr/>
              <p:nvPr/>
            </p:nvSpPr>
            <p:spPr>
              <a:xfrm>
                <a:off x="2384" y="912"/>
                <a:ext cx="33" cy="26"/>
              </a:xfrm>
              <a:custGeom>
                <a:avLst/>
                <a:gdLst/>
                <a:ahLst/>
                <a:cxnLst>
                  <a:cxn ang="0">
                    <a:pos x="1" y="22"/>
                  </a:cxn>
                  <a:cxn ang="0">
                    <a:pos x="7" y="22"/>
                  </a:cxn>
                  <a:cxn ang="0">
                    <a:pos x="8" y="25"/>
                  </a:cxn>
                  <a:cxn ang="0">
                    <a:pos x="16" y="25"/>
                  </a:cxn>
                  <a:cxn ang="0">
                    <a:pos x="21" y="25"/>
                  </a:cxn>
                  <a:cxn ang="0">
                    <a:pos x="26" y="22"/>
                  </a:cxn>
                  <a:cxn ang="0">
                    <a:pos x="23" y="19"/>
                  </a:cxn>
                  <a:cxn ang="0">
                    <a:pos x="27" y="17"/>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3"/>
                  </a:cxn>
                  <a:cxn ang="0">
                    <a:pos x="4" y="16"/>
                  </a:cxn>
                  <a:cxn ang="0">
                    <a:pos x="0" y="19"/>
                  </a:cxn>
                  <a:cxn ang="0">
                    <a:pos x="1" y="22"/>
                  </a:cxn>
                </a:cxnLst>
                <a:rect l="0" t="0" r="0" b="0"/>
                <a:pathLst>
                  <a:path w="33" h="26">
                    <a:moveTo>
                      <a:pt x="1" y="22"/>
                    </a:moveTo>
                    <a:lnTo>
                      <a:pt x="7" y="22"/>
                    </a:lnTo>
                    <a:lnTo>
                      <a:pt x="8" y="25"/>
                    </a:lnTo>
                    <a:lnTo>
                      <a:pt x="16" y="25"/>
                    </a:lnTo>
                    <a:lnTo>
                      <a:pt x="21" y="25"/>
                    </a:lnTo>
                    <a:lnTo>
                      <a:pt x="26" y="22"/>
                    </a:lnTo>
                    <a:lnTo>
                      <a:pt x="23" y="19"/>
                    </a:lnTo>
                    <a:lnTo>
                      <a:pt x="27" y="17"/>
                    </a:lnTo>
                    <a:lnTo>
                      <a:pt x="30" y="11"/>
                    </a:lnTo>
                    <a:lnTo>
                      <a:pt x="29" y="8"/>
                    </a:lnTo>
                    <a:lnTo>
                      <a:pt x="32" y="2"/>
                    </a:lnTo>
                    <a:lnTo>
                      <a:pt x="30" y="0"/>
                    </a:lnTo>
                    <a:lnTo>
                      <a:pt x="26" y="2"/>
                    </a:lnTo>
                    <a:lnTo>
                      <a:pt x="23" y="0"/>
                    </a:lnTo>
                    <a:lnTo>
                      <a:pt x="17" y="0"/>
                    </a:lnTo>
                    <a:lnTo>
                      <a:pt x="13" y="2"/>
                    </a:lnTo>
                    <a:lnTo>
                      <a:pt x="8" y="5"/>
                    </a:lnTo>
                    <a:lnTo>
                      <a:pt x="5" y="7"/>
                    </a:lnTo>
                    <a:lnTo>
                      <a:pt x="2" y="13"/>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27" name="Line 210"/>
              <p:cNvSpPr/>
              <p:nvPr/>
            </p:nvSpPr>
            <p:spPr>
              <a:xfrm flipV="1">
                <a:off x="2400" y="913"/>
                <a:ext cx="8" cy="14"/>
              </a:xfrm>
              <a:prstGeom prst="line">
                <a:avLst/>
              </a:prstGeom>
              <a:ln w="12700" cap="flat" cmpd="sng">
                <a:solidFill>
                  <a:schemeClr val="tx1"/>
                </a:solidFill>
                <a:prstDash val="solid"/>
                <a:headEnd type="none" w="med" len="med"/>
                <a:tailEnd type="none" w="med" len="med"/>
              </a:ln>
            </p:spPr>
          </p:sp>
          <p:sp>
            <p:nvSpPr>
              <p:cNvPr id="30928" name="Line 211"/>
              <p:cNvSpPr/>
              <p:nvPr/>
            </p:nvSpPr>
            <p:spPr>
              <a:xfrm flipV="1">
                <a:off x="2398" y="908"/>
                <a:ext cx="11" cy="14"/>
              </a:xfrm>
              <a:prstGeom prst="line">
                <a:avLst/>
              </a:prstGeom>
              <a:ln w="12700" cap="flat" cmpd="sng">
                <a:solidFill>
                  <a:schemeClr val="tx1"/>
                </a:solidFill>
                <a:prstDash val="solid"/>
                <a:headEnd type="none" w="med" len="med"/>
                <a:tailEnd type="none" w="med" len="med"/>
              </a:ln>
            </p:spPr>
          </p:sp>
          <p:sp>
            <p:nvSpPr>
              <p:cNvPr id="30929" name="Freeform 212"/>
              <p:cNvSpPr/>
              <p:nvPr/>
            </p:nvSpPr>
            <p:spPr>
              <a:xfrm>
                <a:off x="2398" y="902"/>
                <a:ext cx="36" cy="34"/>
              </a:xfrm>
              <a:custGeom>
                <a:avLst/>
                <a:gdLst/>
                <a:ahLst/>
                <a:cxnLst>
                  <a:cxn ang="0">
                    <a:pos x="28" y="25"/>
                  </a:cxn>
                  <a:cxn ang="0">
                    <a:pos x="35" y="21"/>
                  </a:cxn>
                  <a:cxn ang="0">
                    <a:pos x="33" y="16"/>
                  </a:cxn>
                  <a:cxn ang="0">
                    <a:pos x="25" y="3"/>
                  </a:cxn>
                  <a:cxn ang="0">
                    <a:pos x="23" y="0"/>
                  </a:cxn>
                  <a:cxn ang="0">
                    <a:pos x="15" y="4"/>
                  </a:cxn>
                  <a:cxn ang="0">
                    <a:pos x="8" y="9"/>
                  </a:cxn>
                  <a:cxn ang="0">
                    <a:pos x="5" y="21"/>
                  </a:cxn>
                  <a:cxn ang="0">
                    <a:pos x="0" y="30"/>
                  </a:cxn>
                  <a:cxn ang="0">
                    <a:pos x="1" y="33"/>
                  </a:cxn>
                  <a:cxn ang="0">
                    <a:pos x="8" y="28"/>
                  </a:cxn>
                  <a:cxn ang="0">
                    <a:pos x="11" y="31"/>
                  </a:cxn>
                  <a:cxn ang="0">
                    <a:pos x="19" y="30"/>
                  </a:cxn>
                  <a:cxn ang="0">
                    <a:pos x="28" y="25"/>
                  </a:cxn>
                </a:cxnLst>
                <a:rect l="0" t="0" r="0" b="0"/>
                <a:pathLst>
                  <a:path w="36" h="34">
                    <a:moveTo>
                      <a:pt x="28" y="25"/>
                    </a:moveTo>
                    <a:lnTo>
                      <a:pt x="35" y="21"/>
                    </a:lnTo>
                    <a:lnTo>
                      <a:pt x="33" y="16"/>
                    </a:lnTo>
                    <a:lnTo>
                      <a:pt x="25" y="3"/>
                    </a:lnTo>
                    <a:lnTo>
                      <a:pt x="23" y="0"/>
                    </a:lnTo>
                    <a:lnTo>
                      <a:pt x="15" y="4"/>
                    </a:lnTo>
                    <a:lnTo>
                      <a:pt x="8" y="9"/>
                    </a:lnTo>
                    <a:lnTo>
                      <a:pt x="5" y="21"/>
                    </a:lnTo>
                    <a:lnTo>
                      <a:pt x="0" y="30"/>
                    </a:lnTo>
                    <a:lnTo>
                      <a:pt x="1" y="33"/>
                    </a:lnTo>
                    <a:lnTo>
                      <a:pt x="8" y="28"/>
                    </a:lnTo>
                    <a:lnTo>
                      <a:pt x="11" y="31"/>
                    </a:lnTo>
                    <a:lnTo>
                      <a:pt x="19" y="30"/>
                    </a:lnTo>
                    <a:lnTo>
                      <a:pt x="28"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30" name="Freeform 213"/>
              <p:cNvSpPr/>
              <p:nvPr/>
            </p:nvSpPr>
            <p:spPr>
              <a:xfrm>
                <a:off x="2394" y="912"/>
                <a:ext cx="41" cy="25"/>
              </a:xfrm>
              <a:custGeom>
                <a:avLst/>
                <a:gdLst/>
                <a:ahLst/>
                <a:cxnLst>
                  <a:cxn ang="0">
                    <a:pos x="1" y="11"/>
                  </a:cxn>
                  <a:cxn ang="0">
                    <a:pos x="35" y="0"/>
                  </a:cxn>
                  <a:cxn ang="0">
                    <a:pos x="40" y="12"/>
                  </a:cxn>
                  <a:cxn ang="0">
                    <a:pos x="4" y="24"/>
                  </a:cxn>
                  <a:cxn ang="0">
                    <a:pos x="0" y="9"/>
                  </a:cxn>
                  <a:cxn ang="0">
                    <a:pos x="1" y="11"/>
                  </a:cxn>
                </a:cxnLst>
                <a:rect l="0" t="0" r="0" b="0"/>
                <a:pathLst>
                  <a:path w="41" h="25">
                    <a:moveTo>
                      <a:pt x="1" y="11"/>
                    </a:moveTo>
                    <a:lnTo>
                      <a:pt x="35" y="0"/>
                    </a:lnTo>
                    <a:lnTo>
                      <a:pt x="40" y="12"/>
                    </a:lnTo>
                    <a:lnTo>
                      <a:pt x="4" y="24"/>
                    </a:lnTo>
                    <a:lnTo>
                      <a:pt x="0" y="9"/>
                    </a:lnTo>
                    <a:lnTo>
                      <a:pt x="1" y="1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31" name="Freeform 214"/>
              <p:cNvSpPr/>
              <p:nvPr/>
            </p:nvSpPr>
            <p:spPr>
              <a:xfrm>
                <a:off x="2416" y="904"/>
                <a:ext cx="34" cy="26"/>
              </a:xfrm>
              <a:custGeom>
                <a:avLst/>
                <a:gdLst/>
                <a:ahLst/>
                <a:cxnLst>
                  <a:cxn ang="0">
                    <a:pos x="1" y="22"/>
                  </a:cxn>
                  <a:cxn ang="0">
                    <a:pos x="8" y="22"/>
                  </a:cxn>
                  <a:cxn ang="0">
                    <a:pos x="10" y="25"/>
                  </a:cxn>
                  <a:cxn ang="0">
                    <a:pos x="15" y="25"/>
                  </a:cxn>
                  <a:cxn ang="0">
                    <a:pos x="20" y="22"/>
                  </a:cxn>
                  <a:cxn ang="0">
                    <a:pos x="24" y="19"/>
                  </a:cxn>
                  <a:cxn ang="0">
                    <a:pos x="28" y="16"/>
                  </a:cxn>
                  <a:cxn ang="0">
                    <a:pos x="31" y="11"/>
                  </a:cxn>
                  <a:cxn ang="0">
                    <a:pos x="30" y="8"/>
                  </a:cxn>
                  <a:cxn ang="0">
                    <a:pos x="33" y="2"/>
                  </a:cxn>
                  <a:cxn ang="0">
                    <a:pos x="31" y="0"/>
                  </a:cxn>
                  <a:cxn ang="0">
                    <a:pos x="24" y="0"/>
                  </a:cxn>
                  <a:cxn ang="0">
                    <a:pos x="18" y="0"/>
                  </a:cxn>
                  <a:cxn ang="0">
                    <a:pos x="14" y="2"/>
                  </a:cxn>
                  <a:cxn ang="0">
                    <a:pos x="12" y="0"/>
                  </a:cxn>
                  <a:cxn ang="0">
                    <a:pos x="8" y="1"/>
                  </a:cxn>
                  <a:cxn ang="0">
                    <a:pos x="5" y="7"/>
                  </a:cxn>
                  <a:cxn ang="0">
                    <a:pos x="2" y="13"/>
                  </a:cxn>
                  <a:cxn ang="0">
                    <a:pos x="0" y="19"/>
                  </a:cxn>
                  <a:cxn ang="0">
                    <a:pos x="1" y="22"/>
                  </a:cxn>
                </a:cxnLst>
                <a:rect l="0" t="0" r="0" b="0"/>
                <a:pathLst>
                  <a:path w="34" h="26">
                    <a:moveTo>
                      <a:pt x="1" y="22"/>
                    </a:moveTo>
                    <a:lnTo>
                      <a:pt x="8" y="22"/>
                    </a:lnTo>
                    <a:lnTo>
                      <a:pt x="10" y="25"/>
                    </a:lnTo>
                    <a:lnTo>
                      <a:pt x="15" y="25"/>
                    </a:lnTo>
                    <a:lnTo>
                      <a:pt x="20" y="22"/>
                    </a:lnTo>
                    <a:lnTo>
                      <a:pt x="24" y="19"/>
                    </a:lnTo>
                    <a:lnTo>
                      <a:pt x="28" y="16"/>
                    </a:lnTo>
                    <a:lnTo>
                      <a:pt x="31" y="11"/>
                    </a:lnTo>
                    <a:lnTo>
                      <a:pt x="30" y="8"/>
                    </a:lnTo>
                    <a:lnTo>
                      <a:pt x="33" y="2"/>
                    </a:lnTo>
                    <a:lnTo>
                      <a:pt x="31" y="0"/>
                    </a:lnTo>
                    <a:lnTo>
                      <a:pt x="24" y="0"/>
                    </a:lnTo>
                    <a:lnTo>
                      <a:pt x="18" y="0"/>
                    </a:lnTo>
                    <a:lnTo>
                      <a:pt x="14" y="2"/>
                    </a:lnTo>
                    <a:lnTo>
                      <a:pt x="12" y="0"/>
                    </a:lnTo>
                    <a:lnTo>
                      <a:pt x="8" y="1"/>
                    </a:lnTo>
                    <a:lnTo>
                      <a:pt x="5" y="7"/>
                    </a:lnTo>
                    <a:lnTo>
                      <a:pt x="2" y="13"/>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32" name="Line 215"/>
              <p:cNvSpPr/>
              <p:nvPr/>
            </p:nvSpPr>
            <p:spPr>
              <a:xfrm flipV="1">
                <a:off x="2424" y="920"/>
                <a:ext cx="6" cy="14"/>
              </a:xfrm>
              <a:prstGeom prst="line">
                <a:avLst/>
              </a:prstGeom>
              <a:ln w="12700" cap="flat" cmpd="sng">
                <a:solidFill>
                  <a:schemeClr val="tx1"/>
                </a:solidFill>
                <a:prstDash val="solid"/>
                <a:headEnd type="none" w="med" len="med"/>
                <a:tailEnd type="none" w="med" len="med"/>
              </a:ln>
            </p:spPr>
          </p:sp>
          <p:sp>
            <p:nvSpPr>
              <p:cNvPr id="30933" name="Line 216"/>
              <p:cNvSpPr/>
              <p:nvPr/>
            </p:nvSpPr>
            <p:spPr>
              <a:xfrm flipV="1">
                <a:off x="2421" y="914"/>
                <a:ext cx="7" cy="13"/>
              </a:xfrm>
              <a:prstGeom prst="line">
                <a:avLst/>
              </a:prstGeom>
              <a:ln w="12700" cap="flat" cmpd="sng">
                <a:solidFill>
                  <a:schemeClr val="tx1"/>
                </a:solidFill>
                <a:prstDash val="solid"/>
                <a:headEnd type="none" w="med" len="med"/>
                <a:tailEnd type="none" w="med" len="med"/>
              </a:ln>
            </p:spPr>
          </p:sp>
          <p:sp>
            <p:nvSpPr>
              <p:cNvPr id="30934" name="Freeform 217"/>
              <p:cNvSpPr/>
              <p:nvPr/>
            </p:nvSpPr>
            <p:spPr>
              <a:xfrm>
                <a:off x="2420" y="912"/>
                <a:ext cx="35" cy="29"/>
              </a:xfrm>
              <a:custGeom>
                <a:avLst/>
                <a:gdLst/>
                <a:ahLst/>
                <a:cxnLst>
                  <a:cxn ang="0">
                    <a:pos x="29" y="19"/>
                  </a:cxn>
                  <a:cxn ang="0">
                    <a:pos x="34" y="14"/>
                  </a:cxn>
                  <a:cxn ang="0">
                    <a:pos x="27" y="0"/>
                  </a:cxn>
                  <a:cxn ang="0">
                    <a:pos x="19" y="1"/>
                  </a:cxn>
                  <a:cxn ang="0">
                    <a:pos x="13" y="4"/>
                  </a:cxn>
                  <a:cxn ang="0">
                    <a:pos x="8" y="8"/>
                  </a:cxn>
                  <a:cxn ang="0">
                    <a:pos x="4" y="14"/>
                  </a:cxn>
                  <a:cxn ang="0">
                    <a:pos x="6" y="18"/>
                  </a:cxn>
                  <a:cxn ang="0">
                    <a:pos x="0" y="21"/>
                  </a:cxn>
                  <a:cxn ang="0">
                    <a:pos x="4" y="28"/>
                  </a:cxn>
                  <a:cxn ang="0">
                    <a:pos x="9" y="23"/>
                  </a:cxn>
                  <a:cxn ang="0">
                    <a:pos x="12" y="26"/>
                  </a:cxn>
                  <a:cxn ang="0">
                    <a:pos x="19" y="26"/>
                  </a:cxn>
                  <a:cxn ang="0">
                    <a:pos x="24" y="23"/>
                  </a:cxn>
                  <a:cxn ang="0">
                    <a:pos x="29" y="19"/>
                  </a:cxn>
                </a:cxnLst>
                <a:rect l="0" t="0" r="0" b="0"/>
                <a:pathLst>
                  <a:path w="35" h="29">
                    <a:moveTo>
                      <a:pt x="29" y="19"/>
                    </a:moveTo>
                    <a:lnTo>
                      <a:pt x="34" y="14"/>
                    </a:lnTo>
                    <a:lnTo>
                      <a:pt x="27" y="0"/>
                    </a:lnTo>
                    <a:lnTo>
                      <a:pt x="19" y="1"/>
                    </a:lnTo>
                    <a:lnTo>
                      <a:pt x="13" y="4"/>
                    </a:lnTo>
                    <a:lnTo>
                      <a:pt x="8" y="8"/>
                    </a:lnTo>
                    <a:lnTo>
                      <a:pt x="4" y="14"/>
                    </a:lnTo>
                    <a:lnTo>
                      <a:pt x="6" y="18"/>
                    </a:lnTo>
                    <a:lnTo>
                      <a:pt x="0" y="21"/>
                    </a:lnTo>
                    <a:lnTo>
                      <a:pt x="4" y="28"/>
                    </a:lnTo>
                    <a:lnTo>
                      <a:pt x="9" y="23"/>
                    </a:lnTo>
                    <a:lnTo>
                      <a:pt x="12" y="26"/>
                    </a:lnTo>
                    <a:lnTo>
                      <a:pt x="19" y="26"/>
                    </a:lnTo>
                    <a:lnTo>
                      <a:pt x="24" y="23"/>
                    </a:lnTo>
                    <a:lnTo>
                      <a:pt x="29"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35" name="Freeform 218"/>
              <p:cNvSpPr/>
              <p:nvPr/>
            </p:nvSpPr>
            <p:spPr>
              <a:xfrm>
                <a:off x="2418" y="919"/>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36" name="Freeform 219"/>
              <p:cNvSpPr/>
              <p:nvPr/>
            </p:nvSpPr>
            <p:spPr>
              <a:xfrm>
                <a:off x="2439" y="911"/>
                <a:ext cx="29" cy="26"/>
              </a:xfrm>
              <a:custGeom>
                <a:avLst/>
                <a:gdLst/>
                <a:ahLst/>
                <a:cxnLst>
                  <a:cxn ang="0">
                    <a:pos x="0" y="19"/>
                  </a:cxn>
                  <a:cxn ang="0">
                    <a:pos x="1" y="22"/>
                  </a:cxn>
                  <a:cxn ang="0">
                    <a:pos x="7" y="22"/>
                  </a:cxn>
                  <a:cxn ang="0">
                    <a:pos x="8" y="25"/>
                  </a:cxn>
                  <a:cxn ang="0">
                    <a:pos x="14" y="25"/>
                  </a:cxn>
                  <a:cxn ang="0">
                    <a:pos x="18" y="23"/>
                  </a:cxn>
                  <a:cxn ang="0">
                    <a:pos x="22" y="20"/>
                  </a:cxn>
                  <a:cxn ang="0">
                    <a:pos x="25" y="17"/>
                  </a:cxn>
                  <a:cxn ang="0">
                    <a:pos x="28" y="13"/>
                  </a:cxn>
                  <a:cxn ang="0">
                    <a:pos x="26" y="10"/>
                  </a:cxn>
                  <a:cxn ang="0">
                    <a:pos x="28" y="4"/>
                  </a:cxn>
                  <a:cxn ang="0">
                    <a:pos x="26" y="1"/>
                  </a:cxn>
                  <a:cxn ang="0">
                    <a:pos x="21" y="1"/>
                  </a:cxn>
                  <a:cxn ang="0">
                    <a:pos x="15" y="1"/>
                  </a:cxn>
                  <a:cxn ang="0">
                    <a:pos x="9" y="0"/>
                  </a:cxn>
                  <a:cxn ang="0">
                    <a:pos x="7" y="2"/>
                  </a:cxn>
                  <a:cxn ang="0">
                    <a:pos x="8" y="5"/>
                  </a:cxn>
                  <a:cxn ang="0">
                    <a:pos x="4" y="8"/>
                  </a:cxn>
                  <a:cxn ang="0">
                    <a:pos x="1" y="13"/>
                  </a:cxn>
                  <a:cxn ang="0">
                    <a:pos x="0" y="19"/>
                  </a:cxn>
                </a:cxnLst>
                <a:rect l="0" t="0" r="0" b="0"/>
                <a:pathLst>
                  <a:path w="29" h="26">
                    <a:moveTo>
                      <a:pt x="0" y="19"/>
                    </a:moveTo>
                    <a:lnTo>
                      <a:pt x="1" y="22"/>
                    </a:lnTo>
                    <a:lnTo>
                      <a:pt x="7" y="22"/>
                    </a:lnTo>
                    <a:lnTo>
                      <a:pt x="8" y="25"/>
                    </a:lnTo>
                    <a:lnTo>
                      <a:pt x="14" y="25"/>
                    </a:lnTo>
                    <a:lnTo>
                      <a:pt x="18" y="23"/>
                    </a:lnTo>
                    <a:lnTo>
                      <a:pt x="22" y="20"/>
                    </a:lnTo>
                    <a:lnTo>
                      <a:pt x="25" y="17"/>
                    </a:lnTo>
                    <a:lnTo>
                      <a:pt x="28" y="13"/>
                    </a:lnTo>
                    <a:lnTo>
                      <a:pt x="26" y="10"/>
                    </a:lnTo>
                    <a:lnTo>
                      <a:pt x="28" y="4"/>
                    </a:lnTo>
                    <a:lnTo>
                      <a:pt x="26" y="1"/>
                    </a:lnTo>
                    <a:lnTo>
                      <a:pt x="21" y="1"/>
                    </a:lnTo>
                    <a:lnTo>
                      <a:pt x="15" y="1"/>
                    </a:lnTo>
                    <a:lnTo>
                      <a:pt x="9" y="0"/>
                    </a:lnTo>
                    <a:lnTo>
                      <a:pt x="7" y="2"/>
                    </a:lnTo>
                    <a:lnTo>
                      <a:pt x="8" y="5"/>
                    </a:lnTo>
                    <a:lnTo>
                      <a:pt x="4" y="8"/>
                    </a:lnTo>
                    <a:lnTo>
                      <a:pt x="1"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37" name="Line 220"/>
              <p:cNvSpPr/>
              <p:nvPr/>
            </p:nvSpPr>
            <p:spPr>
              <a:xfrm flipV="1">
                <a:off x="2417" y="938"/>
                <a:ext cx="9" cy="16"/>
              </a:xfrm>
              <a:prstGeom prst="line">
                <a:avLst/>
              </a:prstGeom>
              <a:ln w="12700" cap="flat" cmpd="sng">
                <a:solidFill>
                  <a:schemeClr val="tx1"/>
                </a:solidFill>
                <a:prstDash val="solid"/>
                <a:headEnd type="none" w="med" len="med"/>
                <a:tailEnd type="none" w="med" len="med"/>
              </a:ln>
            </p:spPr>
          </p:sp>
          <p:sp>
            <p:nvSpPr>
              <p:cNvPr id="30938" name="Line 221"/>
              <p:cNvSpPr/>
              <p:nvPr/>
            </p:nvSpPr>
            <p:spPr>
              <a:xfrm flipV="1">
                <a:off x="2419" y="938"/>
                <a:ext cx="6" cy="11"/>
              </a:xfrm>
              <a:prstGeom prst="line">
                <a:avLst/>
              </a:prstGeom>
              <a:ln w="12700" cap="flat" cmpd="sng">
                <a:solidFill>
                  <a:schemeClr val="tx1"/>
                </a:solidFill>
                <a:prstDash val="solid"/>
                <a:headEnd type="none" w="med" len="med"/>
                <a:tailEnd type="none" w="med" len="med"/>
              </a:ln>
            </p:spPr>
          </p:sp>
          <p:sp>
            <p:nvSpPr>
              <p:cNvPr id="30939" name="Freeform 222"/>
              <p:cNvSpPr/>
              <p:nvPr/>
            </p:nvSpPr>
            <p:spPr>
              <a:xfrm>
                <a:off x="2417" y="932"/>
                <a:ext cx="37" cy="28"/>
              </a:xfrm>
              <a:custGeom>
                <a:avLst/>
                <a:gdLst/>
                <a:ahLst/>
                <a:cxnLst>
                  <a:cxn ang="0">
                    <a:pos x="26" y="24"/>
                  </a:cxn>
                  <a:cxn ang="0">
                    <a:pos x="31" y="19"/>
                  </a:cxn>
                  <a:cxn ang="0">
                    <a:pos x="30" y="18"/>
                  </a:cxn>
                  <a:cxn ang="0">
                    <a:pos x="36" y="11"/>
                  </a:cxn>
                  <a:cxn ang="0">
                    <a:pos x="29" y="0"/>
                  </a:cxn>
                  <a:cxn ang="0">
                    <a:pos x="20" y="1"/>
                  </a:cxn>
                  <a:cxn ang="0">
                    <a:pos x="15" y="4"/>
                  </a:cxn>
                  <a:cxn ang="0">
                    <a:pos x="8" y="8"/>
                  </a:cxn>
                  <a:cxn ang="0">
                    <a:pos x="4" y="15"/>
                  </a:cxn>
                  <a:cxn ang="0">
                    <a:pos x="5" y="18"/>
                  </a:cxn>
                  <a:cxn ang="0">
                    <a:pos x="0" y="21"/>
                  </a:cxn>
                  <a:cxn ang="0">
                    <a:pos x="1" y="24"/>
                  </a:cxn>
                  <a:cxn ang="0">
                    <a:pos x="9" y="24"/>
                  </a:cxn>
                  <a:cxn ang="0">
                    <a:pos x="11" y="27"/>
                  </a:cxn>
                  <a:cxn ang="0">
                    <a:pos x="18" y="25"/>
                  </a:cxn>
                  <a:cxn ang="0">
                    <a:pos x="26" y="24"/>
                  </a:cxn>
                </a:cxnLst>
                <a:rect l="0" t="0" r="0" b="0"/>
                <a:pathLst>
                  <a:path w="37" h="28">
                    <a:moveTo>
                      <a:pt x="26" y="24"/>
                    </a:moveTo>
                    <a:lnTo>
                      <a:pt x="31" y="19"/>
                    </a:lnTo>
                    <a:lnTo>
                      <a:pt x="30" y="18"/>
                    </a:lnTo>
                    <a:lnTo>
                      <a:pt x="36" y="11"/>
                    </a:lnTo>
                    <a:lnTo>
                      <a:pt x="29" y="0"/>
                    </a:lnTo>
                    <a:lnTo>
                      <a:pt x="20" y="1"/>
                    </a:lnTo>
                    <a:lnTo>
                      <a:pt x="15" y="4"/>
                    </a:lnTo>
                    <a:lnTo>
                      <a:pt x="8" y="8"/>
                    </a:lnTo>
                    <a:lnTo>
                      <a:pt x="4" y="15"/>
                    </a:lnTo>
                    <a:lnTo>
                      <a:pt x="5" y="18"/>
                    </a:lnTo>
                    <a:lnTo>
                      <a:pt x="0" y="21"/>
                    </a:lnTo>
                    <a:lnTo>
                      <a:pt x="1" y="24"/>
                    </a:lnTo>
                    <a:lnTo>
                      <a:pt x="9" y="24"/>
                    </a:lnTo>
                    <a:lnTo>
                      <a:pt x="11" y="27"/>
                    </a:lnTo>
                    <a:lnTo>
                      <a:pt x="18" y="25"/>
                    </a:lnTo>
                    <a:lnTo>
                      <a:pt x="26"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40" name="Freeform 223"/>
              <p:cNvSpPr/>
              <p:nvPr/>
            </p:nvSpPr>
            <p:spPr>
              <a:xfrm>
                <a:off x="2414" y="939"/>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41" name="Freeform 224"/>
              <p:cNvSpPr/>
              <p:nvPr/>
            </p:nvSpPr>
            <p:spPr>
              <a:xfrm>
                <a:off x="2434" y="930"/>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42" name="Line 225"/>
              <p:cNvSpPr/>
              <p:nvPr/>
            </p:nvSpPr>
            <p:spPr>
              <a:xfrm flipV="1">
                <a:off x="2393" y="961"/>
                <a:ext cx="9" cy="14"/>
              </a:xfrm>
              <a:prstGeom prst="line">
                <a:avLst/>
              </a:prstGeom>
              <a:ln w="12700" cap="flat" cmpd="sng">
                <a:solidFill>
                  <a:schemeClr val="tx1"/>
                </a:solidFill>
                <a:prstDash val="solid"/>
                <a:headEnd type="none" w="med" len="med"/>
                <a:tailEnd type="none" w="med" len="med"/>
              </a:ln>
            </p:spPr>
          </p:sp>
          <p:sp>
            <p:nvSpPr>
              <p:cNvPr id="30943" name="Line 226"/>
              <p:cNvSpPr/>
              <p:nvPr/>
            </p:nvSpPr>
            <p:spPr>
              <a:xfrm flipV="1">
                <a:off x="2396" y="958"/>
                <a:ext cx="5" cy="14"/>
              </a:xfrm>
              <a:prstGeom prst="line">
                <a:avLst/>
              </a:prstGeom>
              <a:ln w="12700" cap="flat" cmpd="sng">
                <a:solidFill>
                  <a:schemeClr val="tx1"/>
                </a:solidFill>
                <a:prstDash val="solid"/>
                <a:headEnd type="none" w="med" len="med"/>
                <a:tailEnd type="none" w="med" len="med"/>
              </a:ln>
            </p:spPr>
          </p:sp>
          <p:sp>
            <p:nvSpPr>
              <p:cNvPr id="30944" name="Freeform 227"/>
              <p:cNvSpPr/>
              <p:nvPr/>
            </p:nvSpPr>
            <p:spPr>
              <a:xfrm>
                <a:off x="2390" y="960"/>
                <a:ext cx="38" cy="29"/>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2"/>
                  </a:cxn>
                  <a:cxn ang="0">
                    <a:pos x="4" y="25"/>
                  </a:cxn>
                  <a:cxn ang="0">
                    <a:pos x="5" y="28"/>
                  </a:cxn>
                  <a:cxn ang="0">
                    <a:pos x="15" y="26"/>
                  </a:cxn>
                  <a:cxn ang="0">
                    <a:pos x="21" y="21"/>
                  </a:cxn>
                  <a:cxn ang="0">
                    <a:pos x="23" y="24"/>
                  </a:cxn>
                  <a:cxn ang="0">
                    <a:pos x="30" y="20"/>
                  </a:cxn>
                </a:cxnLst>
                <a:rect l="0" t="0" r="0" b="0"/>
                <a:pathLst>
                  <a:path w="38" h="29">
                    <a:moveTo>
                      <a:pt x="30" y="20"/>
                    </a:moveTo>
                    <a:lnTo>
                      <a:pt x="28" y="17"/>
                    </a:lnTo>
                    <a:lnTo>
                      <a:pt x="37" y="13"/>
                    </a:lnTo>
                    <a:lnTo>
                      <a:pt x="28" y="0"/>
                    </a:lnTo>
                    <a:lnTo>
                      <a:pt x="20" y="4"/>
                    </a:lnTo>
                    <a:lnTo>
                      <a:pt x="19" y="1"/>
                    </a:lnTo>
                    <a:lnTo>
                      <a:pt x="12" y="6"/>
                    </a:lnTo>
                    <a:lnTo>
                      <a:pt x="13" y="9"/>
                    </a:lnTo>
                    <a:lnTo>
                      <a:pt x="6" y="13"/>
                    </a:lnTo>
                    <a:lnTo>
                      <a:pt x="0" y="20"/>
                    </a:lnTo>
                    <a:lnTo>
                      <a:pt x="2" y="22"/>
                    </a:lnTo>
                    <a:lnTo>
                      <a:pt x="4" y="25"/>
                    </a:lnTo>
                    <a:lnTo>
                      <a:pt x="5" y="28"/>
                    </a:lnTo>
                    <a:lnTo>
                      <a:pt x="15" y="26"/>
                    </a:lnTo>
                    <a:lnTo>
                      <a:pt x="21" y="21"/>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45" name="Freeform 228"/>
              <p:cNvSpPr/>
              <p:nvPr/>
            </p:nvSpPr>
            <p:spPr>
              <a:xfrm>
                <a:off x="2389" y="964"/>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46" name="Freeform 229"/>
              <p:cNvSpPr/>
              <p:nvPr/>
            </p:nvSpPr>
            <p:spPr>
              <a:xfrm>
                <a:off x="2405" y="951"/>
                <a:ext cx="34" cy="26"/>
              </a:xfrm>
              <a:custGeom>
                <a:avLst/>
                <a:gdLst/>
                <a:ahLst/>
                <a:cxnLst>
                  <a:cxn ang="0">
                    <a:pos x="2" y="19"/>
                  </a:cxn>
                  <a:cxn ang="0">
                    <a:pos x="4" y="22"/>
                  </a:cxn>
                  <a:cxn ang="0">
                    <a:pos x="5" y="25"/>
                  </a:cxn>
                  <a:cxn ang="0">
                    <a:pos x="12" y="25"/>
                  </a:cxn>
                  <a:cxn ang="0">
                    <a:pos x="16" y="22"/>
                  </a:cxn>
                  <a:cxn ang="0">
                    <a:pos x="19" y="25"/>
                  </a:cxn>
                  <a:cxn ang="0">
                    <a:pos x="23" y="22"/>
                  </a:cxn>
                  <a:cxn ang="0">
                    <a:pos x="30" y="11"/>
                  </a:cxn>
                  <a:cxn ang="0">
                    <a:pos x="33" y="5"/>
                  </a:cxn>
                  <a:cxn ang="0">
                    <a:pos x="28" y="0"/>
                  </a:cxn>
                  <a:cxn ang="0">
                    <a:pos x="12" y="2"/>
                  </a:cxn>
                  <a:cxn ang="0">
                    <a:pos x="6" y="5"/>
                  </a:cxn>
                  <a:cxn ang="0">
                    <a:pos x="2" y="9"/>
                  </a:cxn>
                  <a:cxn ang="0">
                    <a:pos x="0" y="15"/>
                  </a:cxn>
                  <a:cxn ang="0">
                    <a:pos x="1" y="18"/>
                  </a:cxn>
                  <a:cxn ang="0">
                    <a:pos x="2" y="19"/>
                  </a:cxn>
                </a:cxnLst>
                <a:rect l="0" t="0" r="0" b="0"/>
                <a:pathLst>
                  <a:path w="34" h="26">
                    <a:moveTo>
                      <a:pt x="2" y="19"/>
                    </a:moveTo>
                    <a:lnTo>
                      <a:pt x="4" y="22"/>
                    </a:lnTo>
                    <a:lnTo>
                      <a:pt x="5" y="25"/>
                    </a:lnTo>
                    <a:lnTo>
                      <a:pt x="12" y="25"/>
                    </a:lnTo>
                    <a:lnTo>
                      <a:pt x="16" y="22"/>
                    </a:lnTo>
                    <a:lnTo>
                      <a:pt x="19" y="25"/>
                    </a:lnTo>
                    <a:lnTo>
                      <a:pt x="23" y="22"/>
                    </a:lnTo>
                    <a:lnTo>
                      <a:pt x="30" y="11"/>
                    </a:lnTo>
                    <a:lnTo>
                      <a:pt x="33" y="5"/>
                    </a:lnTo>
                    <a:lnTo>
                      <a:pt x="28" y="0"/>
                    </a:lnTo>
                    <a:lnTo>
                      <a:pt x="12" y="2"/>
                    </a:lnTo>
                    <a:lnTo>
                      <a:pt x="6" y="5"/>
                    </a:lnTo>
                    <a:lnTo>
                      <a:pt x="2" y="9"/>
                    </a:lnTo>
                    <a:lnTo>
                      <a:pt x="0" y="15"/>
                    </a:lnTo>
                    <a:lnTo>
                      <a:pt x="1" y="18"/>
                    </a:lnTo>
                    <a:lnTo>
                      <a:pt x="2"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47" name="Line 230"/>
              <p:cNvSpPr/>
              <p:nvPr/>
            </p:nvSpPr>
            <p:spPr>
              <a:xfrm flipV="1">
                <a:off x="2387" y="949"/>
                <a:ext cx="12" cy="17"/>
              </a:xfrm>
              <a:prstGeom prst="line">
                <a:avLst/>
              </a:prstGeom>
              <a:ln w="12700" cap="flat" cmpd="sng">
                <a:solidFill>
                  <a:schemeClr val="tx1"/>
                </a:solidFill>
                <a:prstDash val="solid"/>
                <a:headEnd type="none" w="med" len="med"/>
                <a:tailEnd type="none" w="med" len="med"/>
              </a:ln>
            </p:spPr>
          </p:sp>
          <p:sp>
            <p:nvSpPr>
              <p:cNvPr id="30948" name="Line 231"/>
              <p:cNvSpPr/>
              <p:nvPr/>
            </p:nvSpPr>
            <p:spPr>
              <a:xfrm flipV="1">
                <a:off x="2387" y="950"/>
                <a:ext cx="9" cy="11"/>
              </a:xfrm>
              <a:prstGeom prst="line">
                <a:avLst/>
              </a:prstGeom>
              <a:ln w="12700" cap="flat" cmpd="sng">
                <a:solidFill>
                  <a:schemeClr val="tx1"/>
                </a:solidFill>
                <a:prstDash val="solid"/>
                <a:headEnd type="none" w="med" len="med"/>
                <a:tailEnd type="none" w="med" len="med"/>
              </a:ln>
            </p:spPr>
          </p:sp>
          <p:sp>
            <p:nvSpPr>
              <p:cNvPr id="30949" name="Freeform 232"/>
              <p:cNvSpPr/>
              <p:nvPr/>
            </p:nvSpPr>
            <p:spPr>
              <a:xfrm>
                <a:off x="2381" y="946"/>
                <a:ext cx="38" cy="30"/>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3"/>
                  </a:cxn>
                  <a:cxn ang="0">
                    <a:pos x="2" y="24"/>
                  </a:cxn>
                  <a:cxn ang="0">
                    <a:pos x="4" y="27"/>
                  </a:cxn>
                  <a:cxn ang="0">
                    <a:pos x="15" y="29"/>
                  </a:cxn>
                  <a:cxn ang="0">
                    <a:pos x="22" y="24"/>
                  </a:cxn>
                  <a:cxn ang="0">
                    <a:pos x="31" y="20"/>
                  </a:cxn>
                </a:cxnLst>
                <a:rect l="0" t="0" r="0" b="0"/>
                <a:pathLst>
                  <a:path w="38" h="30">
                    <a:moveTo>
                      <a:pt x="31" y="20"/>
                    </a:moveTo>
                    <a:lnTo>
                      <a:pt x="37" y="13"/>
                    </a:lnTo>
                    <a:lnTo>
                      <a:pt x="28" y="0"/>
                    </a:lnTo>
                    <a:lnTo>
                      <a:pt x="21" y="4"/>
                    </a:lnTo>
                    <a:lnTo>
                      <a:pt x="19" y="1"/>
                    </a:lnTo>
                    <a:lnTo>
                      <a:pt x="11" y="5"/>
                    </a:lnTo>
                    <a:lnTo>
                      <a:pt x="12" y="8"/>
                    </a:lnTo>
                    <a:lnTo>
                      <a:pt x="5" y="12"/>
                    </a:lnTo>
                    <a:lnTo>
                      <a:pt x="0" y="20"/>
                    </a:lnTo>
                    <a:lnTo>
                      <a:pt x="1" y="23"/>
                    </a:lnTo>
                    <a:lnTo>
                      <a:pt x="2" y="24"/>
                    </a:lnTo>
                    <a:lnTo>
                      <a:pt x="4" y="27"/>
                    </a:lnTo>
                    <a:lnTo>
                      <a:pt x="15" y="29"/>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50" name="Freeform 233"/>
              <p:cNvSpPr/>
              <p:nvPr/>
            </p:nvSpPr>
            <p:spPr>
              <a:xfrm>
                <a:off x="2379" y="951"/>
                <a:ext cx="41" cy="23"/>
              </a:xfrm>
              <a:custGeom>
                <a:avLst/>
                <a:gdLst/>
                <a:ahLst/>
                <a:cxnLst>
                  <a:cxn ang="0">
                    <a:pos x="0" y="8"/>
                  </a:cxn>
                  <a:cxn ang="0">
                    <a:pos x="34" y="0"/>
                  </a:cxn>
                  <a:cxn ang="0">
                    <a:pos x="40" y="11"/>
                  </a:cxn>
                  <a:cxn ang="0">
                    <a:pos x="4" y="22"/>
                  </a:cxn>
                  <a:cxn ang="0">
                    <a:pos x="0" y="8"/>
                  </a:cxn>
                </a:cxnLst>
                <a:rect l="0" t="0" r="0" b="0"/>
                <a:pathLst>
                  <a:path w="41" h="23">
                    <a:moveTo>
                      <a:pt x="0" y="8"/>
                    </a:moveTo>
                    <a:lnTo>
                      <a:pt x="34" y="0"/>
                    </a:lnTo>
                    <a:lnTo>
                      <a:pt x="40"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51" name="Freeform 234"/>
              <p:cNvSpPr/>
              <p:nvPr/>
            </p:nvSpPr>
            <p:spPr>
              <a:xfrm>
                <a:off x="2403" y="942"/>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52" name="Line 235"/>
              <p:cNvSpPr/>
              <p:nvPr/>
            </p:nvSpPr>
            <p:spPr>
              <a:xfrm flipV="1">
                <a:off x="2367" y="956"/>
                <a:ext cx="5" cy="12"/>
              </a:xfrm>
              <a:prstGeom prst="line">
                <a:avLst/>
              </a:prstGeom>
              <a:ln w="12700" cap="flat" cmpd="sng">
                <a:solidFill>
                  <a:schemeClr val="tx1"/>
                </a:solidFill>
                <a:prstDash val="solid"/>
                <a:headEnd type="none" w="med" len="med"/>
                <a:tailEnd type="none" w="med" len="med"/>
              </a:ln>
            </p:spPr>
          </p:sp>
          <p:sp>
            <p:nvSpPr>
              <p:cNvPr id="30953" name="Line 236"/>
              <p:cNvSpPr/>
              <p:nvPr/>
            </p:nvSpPr>
            <p:spPr>
              <a:xfrm flipV="1">
                <a:off x="2363" y="950"/>
                <a:ext cx="9" cy="13"/>
              </a:xfrm>
              <a:prstGeom prst="line">
                <a:avLst/>
              </a:prstGeom>
              <a:ln w="12700" cap="flat" cmpd="sng">
                <a:solidFill>
                  <a:schemeClr val="tx1"/>
                </a:solidFill>
                <a:prstDash val="solid"/>
                <a:headEnd type="none" w="med" len="med"/>
                <a:tailEnd type="none" w="med" len="med"/>
              </a:ln>
            </p:spPr>
          </p:sp>
          <p:sp>
            <p:nvSpPr>
              <p:cNvPr id="30954" name="Freeform 237"/>
              <p:cNvSpPr/>
              <p:nvPr/>
            </p:nvSpPr>
            <p:spPr>
              <a:xfrm>
                <a:off x="2365" y="947"/>
                <a:ext cx="34" cy="28"/>
              </a:xfrm>
              <a:custGeom>
                <a:avLst/>
                <a:gdLst/>
                <a:ahLst/>
                <a:cxnLst>
                  <a:cxn ang="0">
                    <a:pos x="28" y="21"/>
                  </a:cxn>
                  <a:cxn ang="0">
                    <a:pos x="26" y="18"/>
                  </a:cxn>
                  <a:cxn ang="0">
                    <a:pos x="33" y="14"/>
                  </a:cxn>
                  <a:cxn ang="0">
                    <a:pos x="24" y="0"/>
                  </a:cxn>
                  <a:cxn ang="0">
                    <a:pos x="19" y="4"/>
                  </a:cxn>
                  <a:cxn ang="0">
                    <a:pos x="16" y="1"/>
                  </a:cxn>
                  <a:cxn ang="0">
                    <a:pos x="11" y="4"/>
                  </a:cxn>
                  <a:cxn ang="0">
                    <a:pos x="12" y="7"/>
                  </a:cxn>
                  <a:cxn ang="0">
                    <a:pos x="6" y="11"/>
                  </a:cxn>
                  <a:cxn ang="0">
                    <a:pos x="2" y="17"/>
                  </a:cxn>
                  <a:cxn ang="0">
                    <a:pos x="5" y="19"/>
                  </a:cxn>
                  <a:cxn ang="0">
                    <a:pos x="0" y="24"/>
                  </a:cxn>
                  <a:cxn ang="0">
                    <a:pos x="1" y="27"/>
                  </a:cxn>
                  <a:cxn ang="0">
                    <a:pos x="8" y="25"/>
                  </a:cxn>
                  <a:cxn ang="0">
                    <a:pos x="15" y="25"/>
                  </a:cxn>
                  <a:cxn ang="0">
                    <a:pos x="20" y="21"/>
                  </a:cxn>
                  <a:cxn ang="0">
                    <a:pos x="23" y="24"/>
                  </a:cxn>
                  <a:cxn ang="0">
                    <a:pos x="28" y="21"/>
                  </a:cxn>
                </a:cxnLst>
                <a:rect l="0" t="0" r="0" b="0"/>
                <a:pathLst>
                  <a:path w="34" h="28">
                    <a:moveTo>
                      <a:pt x="28" y="21"/>
                    </a:moveTo>
                    <a:lnTo>
                      <a:pt x="26" y="18"/>
                    </a:lnTo>
                    <a:lnTo>
                      <a:pt x="33" y="14"/>
                    </a:lnTo>
                    <a:lnTo>
                      <a:pt x="24" y="0"/>
                    </a:lnTo>
                    <a:lnTo>
                      <a:pt x="19" y="4"/>
                    </a:lnTo>
                    <a:lnTo>
                      <a:pt x="16" y="1"/>
                    </a:lnTo>
                    <a:lnTo>
                      <a:pt x="11" y="4"/>
                    </a:lnTo>
                    <a:lnTo>
                      <a:pt x="12" y="7"/>
                    </a:lnTo>
                    <a:lnTo>
                      <a:pt x="6" y="11"/>
                    </a:lnTo>
                    <a:lnTo>
                      <a:pt x="2" y="17"/>
                    </a:lnTo>
                    <a:lnTo>
                      <a:pt x="5" y="19"/>
                    </a:lnTo>
                    <a:lnTo>
                      <a:pt x="0" y="24"/>
                    </a:lnTo>
                    <a:lnTo>
                      <a:pt x="1" y="27"/>
                    </a:lnTo>
                    <a:lnTo>
                      <a:pt x="8" y="25"/>
                    </a:lnTo>
                    <a:lnTo>
                      <a:pt x="15" y="25"/>
                    </a:lnTo>
                    <a:lnTo>
                      <a:pt x="20" y="21"/>
                    </a:lnTo>
                    <a:lnTo>
                      <a:pt x="23" y="24"/>
                    </a:lnTo>
                    <a:lnTo>
                      <a:pt x="28"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55" name="Freeform 238"/>
              <p:cNvSpPr/>
              <p:nvPr/>
            </p:nvSpPr>
            <p:spPr>
              <a:xfrm>
                <a:off x="2362" y="953"/>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56" name="Freeform 239"/>
              <p:cNvSpPr/>
              <p:nvPr/>
            </p:nvSpPr>
            <p:spPr>
              <a:xfrm>
                <a:off x="2378" y="943"/>
                <a:ext cx="36" cy="28"/>
              </a:xfrm>
              <a:custGeom>
                <a:avLst/>
                <a:gdLst/>
                <a:ahLst/>
                <a:cxnLst>
                  <a:cxn ang="0">
                    <a:pos x="2" y="21"/>
                  </a:cxn>
                  <a:cxn ang="0">
                    <a:pos x="4" y="24"/>
                  </a:cxn>
                  <a:cxn ang="0">
                    <a:pos x="5" y="27"/>
                  </a:cxn>
                  <a:cxn ang="0">
                    <a:pos x="12" y="27"/>
                  </a:cxn>
                  <a:cxn ang="0">
                    <a:pos x="18" y="24"/>
                  </a:cxn>
                  <a:cxn ang="0">
                    <a:pos x="19" y="27"/>
                  </a:cxn>
                  <a:cxn ang="0">
                    <a:pos x="23" y="22"/>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9"/>
                  </a:cxn>
                  <a:cxn ang="0">
                    <a:pos x="0" y="15"/>
                  </a:cxn>
                  <a:cxn ang="0">
                    <a:pos x="1" y="18"/>
                  </a:cxn>
                  <a:cxn ang="0">
                    <a:pos x="2" y="21"/>
                  </a:cxn>
                </a:cxnLst>
                <a:rect l="0" t="0" r="0" b="0"/>
                <a:pathLst>
                  <a:path w="36" h="28">
                    <a:moveTo>
                      <a:pt x="2" y="21"/>
                    </a:moveTo>
                    <a:lnTo>
                      <a:pt x="4" y="24"/>
                    </a:lnTo>
                    <a:lnTo>
                      <a:pt x="5" y="27"/>
                    </a:lnTo>
                    <a:lnTo>
                      <a:pt x="12" y="27"/>
                    </a:lnTo>
                    <a:lnTo>
                      <a:pt x="18" y="24"/>
                    </a:lnTo>
                    <a:lnTo>
                      <a:pt x="19" y="27"/>
                    </a:lnTo>
                    <a:lnTo>
                      <a:pt x="23" y="22"/>
                    </a:lnTo>
                    <a:lnTo>
                      <a:pt x="28" y="17"/>
                    </a:lnTo>
                    <a:lnTo>
                      <a:pt x="30" y="11"/>
                    </a:lnTo>
                    <a:lnTo>
                      <a:pt x="29" y="8"/>
                    </a:lnTo>
                    <a:lnTo>
                      <a:pt x="35" y="5"/>
                    </a:lnTo>
                    <a:lnTo>
                      <a:pt x="32" y="2"/>
                    </a:lnTo>
                    <a:lnTo>
                      <a:pt x="26" y="2"/>
                    </a:lnTo>
                    <a:lnTo>
                      <a:pt x="23" y="0"/>
                    </a:lnTo>
                    <a:lnTo>
                      <a:pt x="18" y="1"/>
                    </a:lnTo>
                    <a:lnTo>
                      <a:pt x="12" y="4"/>
                    </a:lnTo>
                    <a:lnTo>
                      <a:pt x="8" y="7"/>
                    </a:lnTo>
                    <a:lnTo>
                      <a:pt x="2" y="9"/>
                    </a:lnTo>
                    <a:lnTo>
                      <a:pt x="0" y="15"/>
                    </a:lnTo>
                    <a:lnTo>
                      <a:pt x="1" y="18"/>
                    </a:lnTo>
                    <a:lnTo>
                      <a:pt x="2"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57" name="Line 240"/>
              <p:cNvSpPr/>
              <p:nvPr/>
            </p:nvSpPr>
            <p:spPr>
              <a:xfrm flipV="1">
                <a:off x="2398" y="934"/>
                <a:ext cx="6" cy="15"/>
              </a:xfrm>
              <a:prstGeom prst="line">
                <a:avLst/>
              </a:prstGeom>
              <a:ln w="12700" cap="flat" cmpd="sng">
                <a:solidFill>
                  <a:schemeClr val="tx1"/>
                </a:solidFill>
                <a:prstDash val="solid"/>
                <a:headEnd type="none" w="med" len="med"/>
                <a:tailEnd type="none" w="med" len="med"/>
              </a:ln>
            </p:spPr>
          </p:sp>
          <p:sp>
            <p:nvSpPr>
              <p:cNvPr id="30958" name="Line 241"/>
              <p:cNvSpPr/>
              <p:nvPr/>
            </p:nvSpPr>
            <p:spPr>
              <a:xfrm flipV="1">
                <a:off x="2396" y="930"/>
                <a:ext cx="11" cy="13"/>
              </a:xfrm>
              <a:prstGeom prst="line">
                <a:avLst/>
              </a:prstGeom>
              <a:ln w="12700" cap="flat" cmpd="sng">
                <a:solidFill>
                  <a:schemeClr val="tx1"/>
                </a:solidFill>
                <a:prstDash val="solid"/>
                <a:headEnd type="none" w="med" len="med"/>
                <a:tailEnd type="none" w="med" len="med"/>
              </a:ln>
            </p:spPr>
          </p:sp>
          <p:sp>
            <p:nvSpPr>
              <p:cNvPr id="30959" name="Freeform 242"/>
              <p:cNvSpPr/>
              <p:nvPr/>
            </p:nvSpPr>
            <p:spPr>
              <a:xfrm>
                <a:off x="2396" y="926"/>
                <a:ext cx="37" cy="29"/>
              </a:xfrm>
              <a:custGeom>
                <a:avLst/>
                <a:gdLst/>
                <a:ahLst/>
                <a:cxnLst>
                  <a:cxn ang="0">
                    <a:pos x="27" y="22"/>
                  </a:cxn>
                  <a:cxn ang="0">
                    <a:pos x="36" y="18"/>
                  </a:cxn>
                  <a:cxn ang="0">
                    <a:pos x="33" y="15"/>
                  </a:cxn>
                  <a:cxn ang="0">
                    <a:pos x="26" y="2"/>
                  </a:cxn>
                  <a:cxn ang="0">
                    <a:pos x="23" y="0"/>
                  </a:cxn>
                  <a:cxn ang="0">
                    <a:pos x="16" y="4"/>
                  </a:cxn>
                  <a:cxn ang="0">
                    <a:pos x="11" y="11"/>
                  </a:cxn>
                  <a:cxn ang="0">
                    <a:pos x="5" y="18"/>
                  </a:cxn>
                  <a:cxn ang="0">
                    <a:pos x="0" y="25"/>
                  </a:cxn>
                  <a:cxn ang="0">
                    <a:pos x="1" y="28"/>
                  </a:cxn>
                  <a:cxn ang="0">
                    <a:pos x="11" y="26"/>
                  </a:cxn>
                  <a:cxn ang="0">
                    <a:pos x="19" y="25"/>
                  </a:cxn>
                  <a:cxn ang="0">
                    <a:pos x="27" y="22"/>
                  </a:cxn>
                </a:cxnLst>
                <a:rect l="0" t="0" r="0" b="0"/>
                <a:pathLst>
                  <a:path w="37" h="29">
                    <a:moveTo>
                      <a:pt x="27" y="22"/>
                    </a:moveTo>
                    <a:lnTo>
                      <a:pt x="36" y="18"/>
                    </a:lnTo>
                    <a:lnTo>
                      <a:pt x="33" y="15"/>
                    </a:lnTo>
                    <a:lnTo>
                      <a:pt x="26" y="2"/>
                    </a:lnTo>
                    <a:lnTo>
                      <a:pt x="23" y="0"/>
                    </a:lnTo>
                    <a:lnTo>
                      <a:pt x="16" y="4"/>
                    </a:lnTo>
                    <a:lnTo>
                      <a:pt x="11" y="11"/>
                    </a:lnTo>
                    <a:lnTo>
                      <a:pt x="5" y="18"/>
                    </a:lnTo>
                    <a:lnTo>
                      <a:pt x="0" y="25"/>
                    </a:lnTo>
                    <a:lnTo>
                      <a:pt x="1" y="28"/>
                    </a:lnTo>
                    <a:lnTo>
                      <a:pt x="11" y="26"/>
                    </a:lnTo>
                    <a:lnTo>
                      <a:pt x="19" y="25"/>
                    </a:lnTo>
                    <a:lnTo>
                      <a:pt x="27"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60" name="Freeform 243"/>
              <p:cNvSpPr/>
              <p:nvPr/>
            </p:nvSpPr>
            <p:spPr>
              <a:xfrm>
                <a:off x="2392" y="933"/>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61" name="Freeform 244"/>
              <p:cNvSpPr/>
              <p:nvPr/>
            </p:nvSpPr>
            <p:spPr>
              <a:xfrm>
                <a:off x="2416" y="923"/>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62" name="Line 245"/>
              <p:cNvSpPr/>
              <p:nvPr/>
            </p:nvSpPr>
            <p:spPr>
              <a:xfrm flipV="1">
                <a:off x="2376" y="935"/>
                <a:ext cx="12" cy="15"/>
              </a:xfrm>
              <a:prstGeom prst="line">
                <a:avLst/>
              </a:prstGeom>
              <a:ln w="12700" cap="flat" cmpd="sng">
                <a:solidFill>
                  <a:schemeClr val="tx1"/>
                </a:solidFill>
                <a:prstDash val="solid"/>
                <a:headEnd type="none" w="med" len="med"/>
                <a:tailEnd type="none" w="med" len="med"/>
              </a:ln>
            </p:spPr>
          </p:sp>
          <p:sp>
            <p:nvSpPr>
              <p:cNvPr id="30963" name="Line 246"/>
              <p:cNvSpPr/>
              <p:nvPr/>
            </p:nvSpPr>
            <p:spPr>
              <a:xfrm flipV="1">
                <a:off x="2377" y="933"/>
                <a:ext cx="8" cy="11"/>
              </a:xfrm>
              <a:prstGeom prst="line">
                <a:avLst/>
              </a:prstGeom>
              <a:ln w="12700" cap="flat" cmpd="sng">
                <a:solidFill>
                  <a:schemeClr val="tx1"/>
                </a:solidFill>
                <a:prstDash val="solid"/>
                <a:headEnd type="none" w="med" len="med"/>
                <a:tailEnd type="none" w="med" len="med"/>
              </a:ln>
            </p:spPr>
          </p:sp>
          <p:sp>
            <p:nvSpPr>
              <p:cNvPr id="30964" name="Freeform 247"/>
              <p:cNvSpPr/>
              <p:nvPr/>
            </p:nvSpPr>
            <p:spPr>
              <a:xfrm>
                <a:off x="2370" y="929"/>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65" name="Freeform 248"/>
              <p:cNvSpPr/>
              <p:nvPr/>
            </p:nvSpPr>
            <p:spPr>
              <a:xfrm>
                <a:off x="2369" y="933"/>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66" name="Freeform 249"/>
              <p:cNvSpPr/>
              <p:nvPr/>
            </p:nvSpPr>
            <p:spPr>
              <a:xfrm>
                <a:off x="2392" y="924"/>
                <a:ext cx="36" cy="30"/>
              </a:xfrm>
              <a:custGeom>
                <a:avLst/>
                <a:gdLst/>
                <a:ahLst/>
                <a:cxnLst>
                  <a:cxn ang="0">
                    <a:pos x="1" y="22"/>
                  </a:cxn>
                  <a:cxn ang="0">
                    <a:pos x="2" y="24"/>
                  </a:cxn>
                  <a:cxn ang="0">
                    <a:pos x="4" y="27"/>
                  </a:cxn>
                  <a:cxn ang="0">
                    <a:pos x="12" y="29"/>
                  </a:cxn>
                  <a:cxn ang="0">
                    <a:pos x="18" y="26"/>
                  </a:cxn>
                  <a:cxn ang="0">
                    <a:pos x="23" y="23"/>
                  </a:cxn>
                  <a:cxn ang="0">
                    <a:pos x="28" y="20"/>
                  </a:cxn>
                  <a:cxn ang="0">
                    <a:pos x="33" y="16"/>
                  </a:cxn>
                  <a:cxn ang="0">
                    <a:pos x="35" y="8"/>
                  </a:cxn>
                  <a:cxn ang="0">
                    <a:pos x="33" y="5"/>
                  </a:cxn>
                  <a:cxn ang="0">
                    <a:pos x="32" y="2"/>
                  </a:cxn>
                  <a:cxn ang="0">
                    <a:pos x="30" y="0"/>
                  </a:cxn>
                  <a:cxn ang="0">
                    <a:pos x="23" y="1"/>
                  </a:cxn>
                  <a:cxn ang="0">
                    <a:pos x="18" y="4"/>
                  </a:cxn>
                  <a:cxn ang="0">
                    <a:pos x="11" y="4"/>
                  </a:cxn>
                  <a:cxn ang="0">
                    <a:pos x="7" y="6"/>
                  </a:cxn>
                  <a:cxn ang="0">
                    <a:pos x="8" y="9"/>
                  </a:cxn>
                  <a:cxn ang="0">
                    <a:pos x="2" y="12"/>
                  </a:cxn>
                  <a:cxn ang="0">
                    <a:pos x="0" y="19"/>
                  </a:cxn>
                  <a:cxn ang="0">
                    <a:pos x="1" y="22"/>
                  </a:cxn>
                </a:cxnLst>
                <a:rect l="0" t="0" r="0" b="0"/>
                <a:pathLst>
                  <a:path w="36" h="30">
                    <a:moveTo>
                      <a:pt x="1" y="22"/>
                    </a:moveTo>
                    <a:lnTo>
                      <a:pt x="2" y="24"/>
                    </a:lnTo>
                    <a:lnTo>
                      <a:pt x="4" y="27"/>
                    </a:lnTo>
                    <a:lnTo>
                      <a:pt x="12" y="29"/>
                    </a:lnTo>
                    <a:lnTo>
                      <a:pt x="18" y="26"/>
                    </a:lnTo>
                    <a:lnTo>
                      <a:pt x="23" y="23"/>
                    </a:lnTo>
                    <a:lnTo>
                      <a:pt x="28" y="20"/>
                    </a:lnTo>
                    <a:lnTo>
                      <a:pt x="33" y="16"/>
                    </a:lnTo>
                    <a:lnTo>
                      <a:pt x="35" y="8"/>
                    </a:lnTo>
                    <a:lnTo>
                      <a:pt x="33" y="5"/>
                    </a:lnTo>
                    <a:lnTo>
                      <a:pt x="32" y="2"/>
                    </a:lnTo>
                    <a:lnTo>
                      <a:pt x="30" y="0"/>
                    </a:lnTo>
                    <a:lnTo>
                      <a:pt x="23" y="1"/>
                    </a:lnTo>
                    <a:lnTo>
                      <a:pt x="18" y="4"/>
                    </a:lnTo>
                    <a:lnTo>
                      <a:pt x="11" y="4"/>
                    </a:lnTo>
                    <a:lnTo>
                      <a:pt x="7"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30967" name="Group 250"/>
            <p:cNvGrpSpPr/>
            <p:nvPr/>
          </p:nvGrpSpPr>
          <p:grpSpPr>
            <a:xfrm>
              <a:off x="2507" y="1873"/>
              <a:ext cx="443" cy="335"/>
              <a:chOff x="2455" y="1376"/>
              <a:chExt cx="443" cy="335"/>
            </a:xfrm>
          </p:grpSpPr>
          <p:sp>
            <p:nvSpPr>
              <p:cNvPr id="30968" name="Freeform 251"/>
              <p:cNvSpPr/>
              <p:nvPr/>
            </p:nvSpPr>
            <p:spPr>
              <a:xfrm>
                <a:off x="2733" y="1376"/>
                <a:ext cx="165" cy="165"/>
              </a:xfrm>
              <a:custGeom>
                <a:avLst/>
                <a:gdLst/>
                <a:ahLst/>
                <a:cxnLst>
                  <a:cxn ang="0">
                    <a:pos x="164" y="99"/>
                  </a:cxn>
                  <a:cxn ang="0">
                    <a:pos x="103" y="0"/>
                  </a:cxn>
                  <a:cxn ang="0">
                    <a:pos x="0" y="56"/>
                  </a:cxn>
                  <a:cxn ang="0">
                    <a:pos x="65" y="164"/>
                  </a:cxn>
                  <a:cxn ang="0">
                    <a:pos x="164" y="99"/>
                  </a:cxn>
                </a:cxnLst>
                <a:rect l="0" t="0" r="0" b="0"/>
                <a:pathLst>
                  <a:path w="165" h="165">
                    <a:moveTo>
                      <a:pt x="164" y="99"/>
                    </a:moveTo>
                    <a:lnTo>
                      <a:pt x="103" y="0"/>
                    </a:lnTo>
                    <a:lnTo>
                      <a:pt x="0" y="56"/>
                    </a:lnTo>
                    <a:lnTo>
                      <a:pt x="65" y="164"/>
                    </a:lnTo>
                    <a:lnTo>
                      <a:pt x="164"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969" name="Freeform 252"/>
              <p:cNvSpPr/>
              <p:nvPr/>
            </p:nvSpPr>
            <p:spPr>
              <a:xfrm>
                <a:off x="2605" y="1480"/>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970" name="Freeform 253"/>
              <p:cNvSpPr/>
              <p:nvPr/>
            </p:nvSpPr>
            <p:spPr>
              <a:xfrm>
                <a:off x="2652" y="1457"/>
                <a:ext cx="140" cy="117"/>
              </a:xfrm>
              <a:custGeom>
                <a:avLst/>
                <a:gdLst/>
                <a:ahLst/>
                <a:cxnLst>
                  <a:cxn ang="0">
                    <a:pos x="15" y="41"/>
                  </a:cxn>
                  <a:cxn ang="0">
                    <a:pos x="80" y="2"/>
                  </a:cxn>
                  <a:cxn ang="0">
                    <a:pos x="108" y="0"/>
                  </a:cxn>
                  <a:cxn ang="0">
                    <a:pos x="139" y="52"/>
                  </a:cxn>
                  <a:cxn ang="0">
                    <a:pos x="123" y="74"/>
                  </a:cxn>
                  <a:cxn ang="0">
                    <a:pos x="59" y="113"/>
                  </a:cxn>
                  <a:cxn ang="0">
                    <a:pos x="30" y="116"/>
                  </a:cxn>
                  <a:cxn ang="0">
                    <a:pos x="0" y="64"/>
                  </a:cxn>
                  <a:cxn ang="0">
                    <a:pos x="15" y="41"/>
                  </a:cxn>
                </a:cxnLst>
                <a:rect l="0" t="0" r="0" b="0"/>
                <a:pathLst>
                  <a:path w="140" h="117">
                    <a:moveTo>
                      <a:pt x="15" y="41"/>
                    </a:moveTo>
                    <a:lnTo>
                      <a:pt x="80" y="2"/>
                    </a:lnTo>
                    <a:lnTo>
                      <a:pt x="108" y="0"/>
                    </a:lnTo>
                    <a:lnTo>
                      <a:pt x="139" y="52"/>
                    </a:lnTo>
                    <a:lnTo>
                      <a:pt x="123" y="74"/>
                    </a:lnTo>
                    <a:lnTo>
                      <a:pt x="59"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971" name="Freeform 254"/>
              <p:cNvSpPr/>
              <p:nvPr/>
            </p:nvSpPr>
            <p:spPr>
              <a:xfrm>
                <a:off x="2617" y="1472"/>
                <a:ext cx="124" cy="48"/>
              </a:xfrm>
              <a:custGeom>
                <a:avLst/>
                <a:gdLst/>
                <a:ahLst/>
                <a:cxnLst>
                  <a:cxn ang="0">
                    <a:pos x="64" y="8"/>
                  </a:cxn>
                  <a:cxn ang="0">
                    <a:pos x="123" y="0"/>
                  </a:cxn>
                  <a:cxn ang="0">
                    <a:pos x="58" y="37"/>
                  </a:cxn>
                  <a:cxn ang="0">
                    <a:pos x="0" y="47"/>
                  </a:cxn>
                  <a:cxn ang="0">
                    <a:pos x="64" y="8"/>
                  </a:cxn>
                </a:cxnLst>
                <a:rect l="0" t="0" r="0" b="0"/>
                <a:pathLst>
                  <a:path w="124" h="48">
                    <a:moveTo>
                      <a:pt x="64" y="8"/>
                    </a:moveTo>
                    <a:lnTo>
                      <a:pt x="123" y="0"/>
                    </a:lnTo>
                    <a:lnTo>
                      <a:pt x="58" y="37"/>
                    </a:lnTo>
                    <a:lnTo>
                      <a:pt x="0" y="47"/>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972" name="Freeform 255"/>
              <p:cNvSpPr/>
              <p:nvPr/>
            </p:nvSpPr>
            <p:spPr>
              <a:xfrm>
                <a:off x="2635" y="1574"/>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0973" name="Line 256"/>
              <p:cNvSpPr/>
              <p:nvPr/>
            </p:nvSpPr>
            <p:spPr>
              <a:xfrm flipV="1">
                <a:off x="2611" y="1522"/>
                <a:ext cx="38" cy="26"/>
              </a:xfrm>
              <a:prstGeom prst="line">
                <a:avLst/>
              </a:prstGeom>
              <a:ln w="12700" cap="flat" cmpd="sng">
                <a:solidFill>
                  <a:schemeClr val="tx1"/>
                </a:solidFill>
                <a:prstDash val="solid"/>
                <a:headEnd type="none" w="med" len="med"/>
                <a:tailEnd type="none" w="med" len="med"/>
              </a:ln>
            </p:spPr>
          </p:sp>
          <p:sp>
            <p:nvSpPr>
              <p:cNvPr id="30974" name="Oval 257"/>
              <p:cNvSpPr/>
              <p:nvPr/>
            </p:nvSpPr>
            <p:spPr>
              <a:xfrm rot="-1860000">
                <a:off x="2676" y="150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975" name="Line 258"/>
              <p:cNvSpPr/>
              <p:nvPr/>
            </p:nvSpPr>
            <p:spPr>
              <a:xfrm flipV="1">
                <a:off x="2680" y="1493"/>
                <a:ext cx="5" cy="16"/>
              </a:xfrm>
              <a:prstGeom prst="line">
                <a:avLst/>
              </a:prstGeom>
              <a:ln w="12700" cap="flat" cmpd="sng">
                <a:solidFill>
                  <a:schemeClr val="tx1"/>
                </a:solidFill>
                <a:prstDash val="solid"/>
                <a:headEnd type="none" w="med" len="med"/>
                <a:tailEnd type="none" w="med" len="med"/>
              </a:ln>
            </p:spPr>
          </p:sp>
          <p:sp>
            <p:nvSpPr>
              <p:cNvPr id="30976" name="Line 259"/>
              <p:cNvSpPr/>
              <p:nvPr/>
            </p:nvSpPr>
            <p:spPr>
              <a:xfrm>
                <a:off x="2682" y="1511"/>
                <a:ext cx="5" cy="0"/>
              </a:xfrm>
              <a:prstGeom prst="line">
                <a:avLst/>
              </a:prstGeom>
              <a:ln w="12700" cap="flat" cmpd="sng">
                <a:solidFill>
                  <a:schemeClr val="tx1"/>
                </a:solidFill>
                <a:prstDash val="solid"/>
                <a:headEnd type="none" w="med" len="med"/>
                <a:tailEnd type="none" w="med" len="med"/>
              </a:ln>
            </p:spPr>
          </p:sp>
          <p:sp>
            <p:nvSpPr>
              <p:cNvPr id="30977" name="Oval 260"/>
              <p:cNvSpPr/>
              <p:nvPr/>
            </p:nvSpPr>
            <p:spPr>
              <a:xfrm rot="-1860000">
                <a:off x="2676" y="1499"/>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978" name="Line 261"/>
              <p:cNvSpPr/>
              <p:nvPr/>
            </p:nvSpPr>
            <p:spPr>
              <a:xfrm flipV="1">
                <a:off x="2737" y="1446"/>
                <a:ext cx="43" cy="29"/>
              </a:xfrm>
              <a:prstGeom prst="line">
                <a:avLst/>
              </a:prstGeom>
              <a:ln w="12700" cap="flat" cmpd="sng">
                <a:solidFill>
                  <a:schemeClr val="tx1"/>
                </a:solidFill>
                <a:prstDash val="solid"/>
                <a:headEnd type="none" w="med" len="med"/>
                <a:tailEnd type="none" w="med" len="med"/>
              </a:ln>
            </p:spPr>
          </p:sp>
          <p:sp>
            <p:nvSpPr>
              <p:cNvPr id="30979" name="Freeform 262"/>
              <p:cNvSpPr/>
              <p:nvPr/>
            </p:nvSpPr>
            <p:spPr>
              <a:xfrm>
                <a:off x="2679" y="1497"/>
                <a:ext cx="37" cy="23"/>
              </a:xfrm>
              <a:custGeom>
                <a:avLst/>
                <a:gdLst/>
                <a:ahLst/>
                <a:cxnLst>
                  <a:cxn ang="0">
                    <a:pos x="0" y="15"/>
                  </a:cxn>
                  <a:cxn ang="0">
                    <a:pos x="18" y="0"/>
                  </a:cxn>
                  <a:cxn ang="0">
                    <a:pos x="36" y="3"/>
                  </a:cxn>
                  <a:cxn ang="0">
                    <a:pos x="33" y="22"/>
                  </a:cxn>
                  <a:cxn ang="0">
                    <a:pos x="0" y="15"/>
                  </a:cxn>
                </a:cxnLst>
                <a:rect l="0" t="0" r="0" b="0"/>
                <a:pathLst>
                  <a:path w="37" h="23">
                    <a:moveTo>
                      <a:pt x="0" y="15"/>
                    </a:moveTo>
                    <a:lnTo>
                      <a:pt x="18" y="0"/>
                    </a:lnTo>
                    <a:lnTo>
                      <a:pt x="36" y="3"/>
                    </a:lnTo>
                    <a:lnTo>
                      <a:pt x="33" y="22"/>
                    </a:lnTo>
                    <a:lnTo>
                      <a:pt x="0" y="1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980" name="Freeform 263"/>
              <p:cNvSpPr/>
              <p:nvPr/>
            </p:nvSpPr>
            <p:spPr>
              <a:xfrm>
                <a:off x="2681" y="1495"/>
                <a:ext cx="36" cy="28"/>
              </a:xfrm>
              <a:custGeom>
                <a:avLst/>
                <a:gdLst/>
                <a:ahLst/>
                <a:cxnLst>
                  <a:cxn ang="0">
                    <a:pos x="25" y="0"/>
                  </a:cxn>
                  <a:cxn ang="0">
                    <a:pos x="35" y="14"/>
                  </a:cxn>
                  <a:cxn ang="0">
                    <a:pos x="21" y="27"/>
                  </a:cxn>
                  <a:cxn ang="0">
                    <a:pos x="0" y="21"/>
                  </a:cxn>
                  <a:cxn ang="0">
                    <a:pos x="18" y="6"/>
                  </a:cxn>
                  <a:cxn ang="0">
                    <a:pos x="25" y="0"/>
                  </a:cxn>
                </a:cxnLst>
                <a:rect l="0" t="0" r="0" b="0"/>
                <a:pathLst>
                  <a:path w="36" h="28">
                    <a:moveTo>
                      <a:pt x="25" y="0"/>
                    </a:moveTo>
                    <a:lnTo>
                      <a:pt x="35"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0981" name="Rectangle 264"/>
              <p:cNvSpPr/>
              <p:nvPr/>
            </p:nvSpPr>
            <p:spPr>
              <a:xfrm rot="-1860000">
                <a:off x="2615" y="1568"/>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0982" name="Freeform 265"/>
              <p:cNvSpPr/>
              <p:nvPr/>
            </p:nvSpPr>
            <p:spPr>
              <a:xfrm>
                <a:off x="2455" y="1518"/>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0983" name="Line 266"/>
              <p:cNvSpPr/>
              <p:nvPr/>
            </p:nvSpPr>
            <p:spPr>
              <a:xfrm flipV="1">
                <a:off x="2713" y="1548"/>
                <a:ext cx="11" cy="12"/>
              </a:xfrm>
              <a:prstGeom prst="line">
                <a:avLst/>
              </a:prstGeom>
              <a:ln w="12700" cap="flat" cmpd="sng">
                <a:solidFill>
                  <a:schemeClr val="tx1"/>
                </a:solidFill>
                <a:prstDash val="solid"/>
                <a:headEnd type="none" w="med" len="med"/>
                <a:tailEnd type="none" w="med" len="med"/>
              </a:ln>
            </p:spPr>
          </p:sp>
          <p:sp>
            <p:nvSpPr>
              <p:cNvPr id="30984" name="Line 267"/>
              <p:cNvSpPr/>
              <p:nvPr/>
            </p:nvSpPr>
            <p:spPr>
              <a:xfrm flipV="1">
                <a:off x="2712" y="1546"/>
                <a:ext cx="11" cy="14"/>
              </a:xfrm>
              <a:prstGeom prst="line">
                <a:avLst/>
              </a:prstGeom>
              <a:ln w="12700" cap="flat" cmpd="sng">
                <a:solidFill>
                  <a:schemeClr val="tx1"/>
                </a:solidFill>
                <a:prstDash val="solid"/>
                <a:headEnd type="none" w="med" len="med"/>
                <a:tailEnd type="none" w="med" len="med"/>
              </a:ln>
            </p:spPr>
          </p:sp>
          <p:sp>
            <p:nvSpPr>
              <p:cNvPr id="30985" name="Freeform 268"/>
              <p:cNvSpPr/>
              <p:nvPr/>
            </p:nvSpPr>
            <p:spPr>
              <a:xfrm>
                <a:off x="2708" y="1539"/>
                <a:ext cx="38" cy="33"/>
              </a:xfrm>
              <a:custGeom>
                <a:avLst/>
                <a:gdLst/>
                <a:ahLst/>
                <a:cxnLst>
                  <a:cxn ang="0">
                    <a:pos x="29" y="24"/>
                  </a:cxn>
                  <a:cxn ang="0">
                    <a:pos x="37" y="20"/>
                  </a:cxn>
                  <a:cxn ang="0">
                    <a:pos x="35" y="17"/>
                  </a:cxn>
                  <a:cxn ang="0">
                    <a:pos x="27" y="2"/>
                  </a:cxn>
                  <a:cxn ang="0">
                    <a:pos x="25" y="0"/>
                  </a:cxn>
                  <a:cxn ang="0">
                    <a:pos x="18" y="5"/>
                  </a:cxn>
                  <a:cxn ang="0">
                    <a:pos x="12" y="13"/>
                  </a:cxn>
                  <a:cxn ang="0">
                    <a:pos x="5" y="20"/>
                  </a:cxn>
                  <a:cxn ang="0">
                    <a:pos x="0" y="27"/>
                  </a:cxn>
                  <a:cxn ang="0">
                    <a:pos x="1" y="30"/>
                  </a:cxn>
                  <a:cxn ang="0">
                    <a:pos x="9" y="26"/>
                  </a:cxn>
                  <a:cxn ang="0">
                    <a:pos x="12" y="32"/>
                  </a:cxn>
                  <a:cxn ang="0">
                    <a:pos x="22" y="30"/>
                  </a:cxn>
                  <a:cxn ang="0">
                    <a:pos x="29" y="24"/>
                  </a:cxn>
                </a:cxnLst>
                <a:rect l="0" t="0" r="0" b="0"/>
                <a:pathLst>
                  <a:path w="38" h="33">
                    <a:moveTo>
                      <a:pt x="29" y="24"/>
                    </a:moveTo>
                    <a:lnTo>
                      <a:pt x="37" y="20"/>
                    </a:lnTo>
                    <a:lnTo>
                      <a:pt x="35" y="17"/>
                    </a:lnTo>
                    <a:lnTo>
                      <a:pt x="27" y="2"/>
                    </a:lnTo>
                    <a:lnTo>
                      <a:pt x="25" y="0"/>
                    </a:lnTo>
                    <a:lnTo>
                      <a:pt x="18" y="5"/>
                    </a:lnTo>
                    <a:lnTo>
                      <a:pt x="12" y="13"/>
                    </a:lnTo>
                    <a:lnTo>
                      <a:pt x="5" y="20"/>
                    </a:lnTo>
                    <a:lnTo>
                      <a:pt x="0" y="27"/>
                    </a:lnTo>
                    <a:lnTo>
                      <a:pt x="1" y="30"/>
                    </a:lnTo>
                    <a:lnTo>
                      <a:pt x="9" y="26"/>
                    </a:lnTo>
                    <a:lnTo>
                      <a:pt x="12" y="32"/>
                    </a:lnTo>
                    <a:lnTo>
                      <a:pt x="22" y="30"/>
                    </a:lnTo>
                    <a:lnTo>
                      <a:pt x="29"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86" name="Freeform 269"/>
              <p:cNvSpPr/>
              <p:nvPr/>
            </p:nvSpPr>
            <p:spPr>
              <a:xfrm>
                <a:off x="2709" y="1547"/>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87" name="Freeform 270"/>
              <p:cNvSpPr/>
              <p:nvPr/>
            </p:nvSpPr>
            <p:spPr>
              <a:xfrm>
                <a:off x="2731" y="153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88" name="Line 271"/>
              <p:cNvSpPr/>
              <p:nvPr/>
            </p:nvSpPr>
            <p:spPr>
              <a:xfrm flipV="1">
                <a:off x="2696" y="1544"/>
                <a:ext cx="5" cy="10"/>
              </a:xfrm>
              <a:prstGeom prst="line">
                <a:avLst/>
              </a:prstGeom>
              <a:ln w="12700" cap="flat" cmpd="sng">
                <a:solidFill>
                  <a:schemeClr val="tx1"/>
                </a:solidFill>
                <a:prstDash val="solid"/>
                <a:headEnd type="none" w="med" len="med"/>
                <a:tailEnd type="none" w="med" len="med"/>
              </a:ln>
            </p:spPr>
          </p:sp>
          <p:sp>
            <p:nvSpPr>
              <p:cNvPr id="30989" name="Line 272"/>
              <p:cNvSpPr/>
              <p:nvPr/>
            </p:nvSpPr>
            <p:spPr>
              <a:xfrm flipV="1">
                <a:off x="2691" y="1535"/>
                <a:ext cx="12" cy="15"/>
              </a:xfrm>
              <a:prstGeom prst="line">
                <a:avLst/>
              </a:prstGeom>
              <a:ln w="12700" cap="flat" cmpd="sng">
                <a:solidFill>
                  <a:schemeClr val="tx1"/>
                </a:solidFill>
                <a:prstDash val="solid"/>
                <a:headEnd type="none" w="med" len="med"/>
                <a:tailEnd type="none" w="med" len="med"/>
              </a:ln>
            </p:spPr>
          </p:sp>
          <p:sp>
            <p:nvSpPr>
              <p:cNvPr id="30990" name="Freeform 273"/>
              <p:cNvSpPr/>
              <p:nvPr/>
            </p:nvSpPr>
            <p:spPr>
              <a:xfrm>
                <a:off x="2692" y="153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91" name="Freeform 274"/>
              <p:cNvSpPr/>
              <p:nvPr/>
            </p:nvSpPr>
            <p:spPr>
              <a:xfrm>
                <a:off x="2692" y="1540"/>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92" name="Freeform 275"/>
              <p:cNvSpPr/>
              <p:nvPr/>
            </p:nvSpPr>
            <p:spPr>
              <a:xfrm>
                <a:off x="2708" y="1527"/>
                <a:ext cx="34" cy="31"/>
              </a:xfrm>
              <a:custGeom>
                <a:avLst/>
                <a:gdLst/>
                <a:ahLst/>
                <a:cxnLst>
                  <a:cxn ang="0">
                    <a:pos x="0" y="21"/>
                  </a:cxn>
                  <a:cxn ang="0">
                    <a:pos x="3" y="25"/>
                  </a:cxn>
                  <a:cxn ang="0">
                    <a:pos x="7" y="22"/>
                  </a:cxn>
                  <a:cxn ang="0">
                    <a:pos x="10" y="30"/>
                  </a:cxn>
                  <a:cxn ang="0">
                    <a:pos x="18" y="30"/>
                  </a:cxn>
                  <a:cxn ang="0">
                    <a:pos x="22" y="27"/>
                  </a:cxn>
                  <a:cxn ang="0">
                    <a:pos x="27" y="25"/>
                  </a:cxn>
                  <a:cxn ang="0">
                    <a:pos x="31" y="22"/>
                  </a:cxn>
                  <a:cxn ang="0">
                    <a:pos x="33" y="17"/>
                  </a:cxn>
                  <a:cxn ang="0">
                    <a:pos x="28" y="10"/>
                  </a:cxn>
                  <a:cxn ang="0">
                    <a:pos x="33" y="7"/>
                  </a:cxn>
                  <a:cxn ang="0">
                    <a:pos x="31" y="4"/>
                  </a:cxn>
                  <a:cxn ang="0">
                    <a:pos x="25" y="4"/>
                  </a:cxn>
                  <a:cxn ang="0">
                    <a:pos x="22" y="0"/>
                  </a:cxn>
                  <a:cxn ang="0">
                    <a:pos x="18" y="2"/>
                  </a:cxn>
                  <a:cxn ang="0">
                    <a:pos x="13" y="5"/>
                  </a:cxn>
                  <a:cxn ang="0">
                    <a:pos x="6" y="10"/>
                  </a:cxn>
                  <a:cxn ang="0">
                    <a:pos x="1" y="12"/>
                  </a:cxn>
                  <a:cxn ang="0">
                    <a:pos x="3" y="15"/>
                  </a:cxn>
                  <a:cxn ang="0">
                    <a:pos x="0" y="21"/>
                  </a:cxn>
                </a:cxnLst>
                <a:rect l="0" t="0" r="0" b="0"/>
                <a:pathLst>
                  <a:path w="34" h="31">
                    <a:moveTo>
                      <a:pt x="0" y="21"/>
                    </a:moveTo>
                    <a:lnTo>
                      <a:pt x="3" y="25"/>
                    </a:lnTo>
                    <a:lnTo>
                      <a:pt x="7" y="22"/>
                    </a:lnTo>
                    <a:lnTo>
                      <a:pt x="10" y="30"/>
                    </a:lnTo>
                    <a:lnTo>
                      <a:pt x="18" y="30"/>
                    </a:lnTo>
                    <a:lnTo>
                      <a:pt x="22" y="27"/>
                    </a:lnTo>
                    <a:lnTo>
                      <a:pt x="27" y="25"/>
                    </a:lnTo>
                    <a:lnTo>
                      <a:pt x="31" y="22"/>
                    </a:lnTo>
                    <a:lnTo>
                      <a:pt x="33" y="17"/>
                    </a:lnTo>
                    <a:lnTo>
                      <a:pt x="28" y="10"/>
                    </a:lnTo>
                    <a:lnTo>
                      <a:pt x="33" y="7"/>
                    </a:lnTo>
                    <a:lnTo>
                      <a:pt x="31" y="4"/>
                    </a:lnTo>
                    <a:lnTo>
                      <a:pt x="25" y="4"/>
                    </a:lnTo>
                    <a:lnTo>
                      <a:pt x="22" y="0"/>
                    </a:lnTo>
                    <a:lnTo>
                      <a:pt x="18" y="2"/>
                    </a:lnTo>
                    <a:lnTo>
                      <a:pt x="13" y="5"/>
                    </a:lnTo>
                    <a:lnTo>
                      <a:pt x="6" y="10"/>
                    </a:lnTo>
                    <a:lnTo>
                      <a:pt x="1" y="12"/>
                    </a:lnTo>
                    <a:lnTo>
                      <a:pt x="3"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93" name="Line 276"/>
              <p:cNvSpPr/>
              <p:nvPr/>
            </p:nvSpPr>
            <p:spPr>
              <a:xfrm flipV="1">
                <a:off x="2695" y="1521"/>
                <a:ext cx="7" cy="15"/>
              </a:xfrm>
              <a:prstGeom prst="line">
                <a:avLst/>
              </a:prstGeom>
              <a:ln w="12700" cap="flat" cmpd="sng">
                <a:solidFill>
                  <a:schemeClr val="tx1"/>
                </a:solidFill>
                <a:prstDash val="solid"/>
                <a:headEnd type="none" w="med" len="med"/>
                <a:tailEnd type="none" w="med" len="med"/>
              </a:ln>
            </p:spPr>
          </p:sp>
          <p:sp>
            <p:nvSpPr>
              <p:cNvPr id="30994" name="Line 277"/>
              <p:cNvSpPr/>
              <p:nvPr/>
            </p:nvSpPr>
            <p:spPr>
              <a:xfrm flipV="1">
                <a:off x="2698" y="1517"/>
                <a:ext cx="7" cy="14"/>
              </a:xfrm>
              <a:prstGeom prst="line">
                <a:avLst/>
              </a:prstGeom>
              <a:ln w="12700" cap="flat" cmpd="sng">
                <a:solidFill>
                  <a:schemeClr val="tx1"/>
                </a:solidFill>
                <a:prstDash val="solid"/>
                <a:headEnd type="none" w="med" len="med"/>
                <a:tailEnd type="none" w="med" len="med"/>
              </a:ln>
            </p:spPr>
          </p:sp>
          <p:sp>
            <p:nvSpPr>
              <p:cNvPr id="30995" name="Freeform 278"/>
              <p:cNvSpPr/>
              <p:nvPr/>
            </p:nvSpPr>
            <p:spPr>
              <a:xfrm>
                <a:off x="2691" y="151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96" name="Freeform 279"/>
              <p:cNvSpPr/>
              <p:nvPr/>
            </p:nvSpPr>
            <p:spPr>
              <a:xfrm>
                <a:off x="2692" y="152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0997" name="Freeform 280"/>
              <p:cNvSpPr/>
              <p:nvPr/>
            </p:nvSpPr>
            <p:spPr>
              <a:xfrm>
                <a:off x="2708" y="1512"/>
                <a:ext cx="36" cy="27"/>
              </a:xfrm>
              <a:custGeom>
                <a:avLst/>
                <a:gdLst/>
                <a:ahLst/>
                <a:cxnLst>
                  <a:cxn ang="0">
                    <a:pos x="1" y="20"/>
                  </a:cxn>
                  <a:cxn ang="0">
                    <a:pos x="4" y="23"/>
                  </a:cxn>
                  <a:cxn ang="0">
                    <a:pos x="5" y="26"/>
                  </a:cxn>
                  <a:cxn ang="0">
                    <a:pos x="18" y="26"/>
                  </a:cxn>
                  <a:cxn ang="0">
                    <a:pos x="24" y="21"/>
                  </a:cxn>
                  <a:cxn ang="0">
                    <a:pos x="23" y="19"/>
                  </a:cxn>
                  <a:cxn ang="0">
                    <a:pos x="27" y="16"/>
                  </a:cxn>
                  <a:cxn ang="0">
                    <a:pos x="32" y="10"/>
                  </a:cxn>
                  <a:cxn ang="0">
                    <a:pos x="29" y="8"/>
                  </a:cxn>
                  <a:cxn ang="0">
                    <a:pos x="35" y="5"/>
                  </a:cxn>
                  <a:cxn ang="0">
                    <a:pos x="32" y="0"/>
                  </a:cxn>
                  <a:cxn ang="0">
                    <a:pos x="26" y="2"/>
                  </a:cxn>
                  <a:cxn ang="0">
                    <a:pos x="24" y="0"/>
                  </a:cxn>
                  <a:cxn ang="0">
                    <a:pos x="17" y="1"/>
                  </a:cxn>
                  <a:cxn ang="0">
                    <a:pos x="13" y="4"/>
                  </a:cxn>
                  <a:cxn ang="0">
                    <a:pos x="7" y="6"/>
                  </a:cxn>
                  <a:cxn ang="0">
                    <a:pos x="0" y="17"/>
                  </a:cxn>
                  <a:cxn ang="0">
                    <a:pos x="1" y="20"/>
                  </a:cxn>
                </a:cxnLst>
                <a:rect l="0" t="0" r="0" b="0"/>
                <a:pathLst>
                  <a:path w="36" h="27">
                    <a:moveTo>
                      <a:pt x="1" y="20"/>
                    </a:moveTo>
                    <a:lnTo>
                      <a:pt x="4" y="23"/>
                    </a:lnTo>
                    <a:lnTo>
                      <a:pt x="5" y="26"/>
                    </a:lnTo>
                    <a:lnTo>
                      <a:pt x="18" y="26"/>
                    </a:lnTo>
                    <a:lnTo>
                      <a:pt x="24" y="21"/>
                    </a:lnTo>
                    <a:lnTo>
                      <a:pt x="23" y="19"/>
                    </a:lnTo>
                    <a:lnTo>
                      <a:pt x="27" y="16"/>
                    </a:lnTo>
                    <a:lnTo>
                      <a:pt x="32" y="10"/>
                    </a:lnTo>
                    <a:lnTo>
                      <a:pt x="29" y="8"/>
                    </a:lnTo>
                    <a:lnTo>
                      <a:pt x="35" y="5"/>
                    </a:lnTo>
                    <a:lnTo>
                      <a:pt x="32" y="0"/>
                    </a:lnTo>
                    <a:lnTo>
                      <a:pt x="26" y="2"/>
                    </a:lnTo>
                    <a:lnTo>
                      <a:pt x="24" y="0"/>
                    </a:lnTo>
                    <a:lnTo>
                      <a:pt x="17" y="1"/>
                    </a:lnTo>
                    <a:lnTo>
                      <a:pt x="13"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0998" name="Line 281"/>
              <p:cNvSpPr/>
              <p:nvPr/>
            </p:nvSpPr>
            <p:spPr>
              <a:xfrm flipV="1">
                <a:off x="2723" y="1495"/>
                <a:ext cx="10" cy="14"/>
              </a:xfrm>
              <a:prstGeom prst="line">
                <a:avLst/>
              </a:prstGeom>
              <a:ln w="12700" cap="flat" cmpd="sng">
                <a:solidFill>
                  <a:schemeClr val="tx1"/>
                </a:solidFill>
                <a:prstDash val="solid"/>
                <a:headEnd type="none" w="med" len="med"/>
                <a:tailEnd type="none" w="med" len="med"/>
              </a:ln>
            </p:spPr>
          </p:sp>
          <p:sp>
            <p:nvSpPr>
              <p:cNvPr id="30999" name="Line 282"/>
              <p:cNvSpPr/>
              <p:nvPr/>
            </p:nvSpPr>
            <p:spPr>
              <a:xfrm flipV="1">
                <a:off x="2724" y="1495"/>
                <a:ext cx="7" cy="12"/>
              </a:xfrm>
              <a:prstGeom prst="line">
                <a:avLst/>
              </a:prstGeom>
              <a:ln w="12700" cap="flat" cmpd="sng">
                <a:solidFill>
                  <a:schemeClr val="tx1"/>
                </a:solidFill>
                <a:prstDash val="solid"/>
                <a:headEnd type="none" w="med" len="med"/>
                <a:tailEnd type="none" w="med" len="med"/>
              </a:ln>
            </p:spPr>
          </p:sp>
          <p:sp>
            <p:nvSpPr>
              <p:cNvPr id="31000" name="Freeform 283"/>
              <p:cNvSpPr/>
              <p:nvPr/>
            </p:nvSpPr>
            <p:spPr>
              <a:xfrm>
                <a:off x="2721" y="149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01" name="Freeform 284"/>
              <p:cNvSpPr/>
              <p:nvPr/>
            </p:nvSpPr>
            <p:spPr>
              <a:xfrm>
                <a:off x="2720" y="149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02" name="Freeform 285"/>
              <p:cNvSpPr/>
              <p:nvPr/>
            </p:nvSpPr>
            <p:spPr>
              <a:xfrm>
                <a:off x="2738" y="1485"/>
                <a:ext cx="33" cy="26"/>
              </a:xfrm>
              <a:custGeom>
                <a:avLst/>
                <a:gdLst/>
                <a:ahLst/>
                <a:cxnLst>
                  <a:cxn ang="0">
                    <a:pos x="1" y="22"/>
                  </a:cxn>
                  <a:cxn ang="0">
                    <a:pos x="7" y="22"/>
                  </a:cxn>
                  <a:cxn ang="0">
                    <a:pos x="8" y="25"/>
                  </a:cxn>
                  <a:cxn ang="0">
                    <a:pos x="16" y="25"/>
                  </a:cxn>
                  <a:cxn ang="0">
                    <a:pos x="21" y="25"/>
                  </a:cxn>
                  <a:cxn ang="0">
                    <a:pos x="26" y="22"/>
                  </a:cxn>
                  <a:cxn ang="0">
                    <a:pos x="23" y="19"/>
                  </a:cxn>
                  <a:cxn ang="0">
                    <a:pos x="27" y="17"/>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3"/>
                  </a:cxn>
                  <a:cxn ang="0">
                    <a:pos x="4" y="16"/>
                  </a:cxn>
                  <a:cxn ang="0">
                    <a:pos x="0" y="19"/>
                  </a:cxn>
                  <a:cxn ang="0">
                    <a:pos x="1" y="22"/>
                  </a:cxn>
                </a:cxnLst>
                <a:rect l="0" t="0" r="0" b="0"/>
                <a:pathLst>
                  <a:path w="33" h="26">
                    <a:moveTo>
                      <a:pt x="1" y="22"/>
                    </a:moveTo>
                    <a:lnTo>
                      <a:pt x="7" y="22"/>
                    </a:lnTo>
                    <a:lnTo>
                      <a:pt x="8" y="25"/>
                    </a:lnTo>
                    <a:lnTo>
                      <a:pt x="16" y="25"/>
                    </a:lnTo>
                    <a:lnTo>
                      <a:pt x="21" y="25"/>
                    </a:lnTo>
                    <a:lnTo>
                      <a:pt x="26" y="22"/>
                    </a:lnTo>
                    <a:lnTo>
                      <a:pt x="23" y="19"/>
                    </a:lnTo>
                    <a:lnTo>
                      <a:pt x="27" y="17"/>
                    </a:lnTo>
                    <a:lnTo>
                      <a:pt x="30" y="11"/>
                    </a:lnTo>
                    <a:lnTo>
                      <a:pt x="29" y="8"/>
                    </a:lnTo>
                    <a:lnTo>
                      <a:pt x="32" y="2"/>
                    </a:lnTo>
                    <a:lnTo>
                      <a:pt x="30" y="0"/>
                    </a:lnTo>
                    <a:lnTo>
                      <a:pt x="26" y="2"/>
                    </a:lnTo>
                    <a:lnTo>
                      <a:pt x="23" y="0"/>
                    </a:lnTo>
                    <a:lnTo>
                      <a:pt x="17" y="0"/>
                    </a:lnTo>
                    <a:lnTo>
                      <a:pt x="13" y="2"/>
                    </a:lnTo>
                    <a:lnTo>
                      <a:pt x="8" y="5"/>
                    </a:lnTo>
                    <a:lnTo>
                      <a:pt x="5" y="7"/>
                    </a:lnTo>
                    <a:lnTo>
                      <a:pt x="2" y="13"/>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03" name="Line 286"/>
              <p:cNvSpPr/>
              <p:nvPr/>
            </p:nvSpPr>
            <p:spPr>
              <a:xfrm flipV="1">
                <a:off x="2754" y="1486"/>
                <a:ext cx="8" cy="14"/>
              </a:xfrm>
              <a:prstGeom prst="line">
                <a:avLst/>
              </a:prstGeom>
              <a:ln w="12700" cap="flat" cmpd="sng">
                <a:solidFill>
                  <a:schemeClr val="tx1"/>
                </a:solidFill>
                <a:prstDash val="solid"/>
                <a:headEnd type="none" w="med" len="med"/>
                <a:tailEnd type="none" w="med" len="med"/>
              </a:ln>
            </p:spPr>
          </p:sp>
          <p:sp>
            <p:nvSpPr>
              <p:cNvPr id="31004" name="Line 287"/>
              <p:cNvSpPr/>
              <p:nvPr/>
            </p:nvSpPr>
            <p:spPr>
              <a:xfrm flipV="1">
                <a:off x="2752" y="1481"/>
                <a:ext cx="11" cy="14"/>
              </a:xfrm>
              <a:prstGeom prst="line">
                <a:avLst/>
              </a:prstGeom>
              <a:ln w="12700" cap="flat" cmpd="sng">
                <a:solidFill>
                  <a:schemeClr val="tx1"/>
                </a:solidFill>
                <a:prstDash val="solid"/>
                <a:headEnd type="none" w="med" len="med"/>
                <a:tailEnd type="none" w="med" len="med"/>
              </a:ln>
            </p:spPr>
          </p:sp>
          <p:sp>
            <p:nvSpPr>
              <p:cNvPr id="31005" name="Freeform 288"/>
              <p:cNvSpPr/>
              <p:nvPr/>
            </p:nvSpPr>
            <p:spPr>
              <a:xfrm>
                <a:off x="2752" y="1475"/>
                <a:ext cx="36" cy="34"/>
              </a:xfrm>
              <a:custGeom>
                <a:avLst/>
                <a:gdLst/>
                <a:ahLst/>
                <a:cxnLst>
                  <a:cxn ang="0">
                    <a:pos x="28" y="25"/>
                  </a:cxn>
                  <a:cxn ang="0">
                    <a:pos x="35" y="21"/>
                  </a:cxn>
                  <a:cxn ang="0">
                    <a:pos x="33" y="16"/>
                  </a:cxn>
                  <a:cxn ang="0">
                    <a:pos x="25" y="3"/>
                  </a:cxn>
                  <a:cxn ang="0">
                    <a:pos x="23" y="0"/>
                  </a:cxn>
                  <a:cxn ang="0">
                    <a:pos x="15" y="4"/>
                  </a:cxn>
                  <a:cxn ang="0">
                    <a:pos x="8" y="9"/>
                  </a:cxn>
                  <a:cxn ang="0">
                    <a:pos x="5" y="21"/>
                  </a:cxn>
                  <a:cxn ang="0">
                    <a:pos x="0" y="30"/>
                  </a:cxn>
                  <a:cxn ang="0">
                    <a:pos x="1" y="33"/>
                  </a:cxn>
                  <a:cxn ang="0">
                    <a:pos x="8" y="28"/>
                  </a:cxn>
                  <a:cxn ang="0">
                    <a:pos x="11" y="31"/>
                  </a:cxn>
                  <a:cxn ang="0">
                    <a:pos x="19" y="30"/>
                  </a:cxn>
                  <a:cxn ang="0">
                    <a:pos x="28" y="25"/>
                  </a:cxn>
                </a:cxnLst>
                <a:rect l="0" t="0" r="0" b="0"/>
                <a:pathLst>
                  <a:path w="36" h="34">
                    <a:moveTo>
                      <a:pt x="28" y="25"/>
                    </a:moveTo>
                    <a:lnTo>
                      <a:pt x="35" y="21"/>
                    </a:lnTo>
                    <a:lnTo>
                      <a:pt x="33" y="16"/>
                    </a:lnTo>
                    <a:lnTo>
                      <a:pt x="25" y="3"/>
                    </a:lnTo>
                    <a:lnTo>
                      <a:pt x="23" y="0"/>
                    </a:lnTo>
                    <a:lnTo>
                      <a:pt x="15" y="4"/>
                    </a:lnTo>
                    <a:lnTo>
                      <a:pt x="8" y="9"/>
                    </a:lnTo>
                    <a:lnTo>
                      <a:pt x="5" y="21"/>
                    </a:lnTo>
                    <a:lnTo>
                      <a:pt x="0" y="30"/>
                    </a:lnTo>
                    <a:lnTo>
                      <a:pt x="1" y="33"/>
                    </a:lnTo>
                    <a:lnTo>
                      <a:pt x="8" y="28"/>
                    </a:lnTo>
                    <a:lnTo>
                      <a:pt x="11" y="31"/>
                    </a:lnTo>
                    <a:lnTo>
                      <a:pt x="19" y="30"/>
                    </a:lnTo>
                    <a:lnTo>
                      <a:pt x="28"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06" name="Freeform 289"/>
              <p:cNvSpPr/>
              <p:nvPr/>
            </p:nvSpPr>
            <p:spPr>
              <a:xfrm>
                <a:off x="2748" y="1485"/>
                <a:ext cx="41" cy="25"/>
              </a:xfrm>
              <a:custGeom>
                <a:avLst/>
                <a:gdLst/>
                <a:ahLst/>
                <a:cxnLst>
                  <a:cxn ang="0">
                    <a:pos x="1" y="11"/>
                  </a:cxn>
                  <a:cxn ang="0">
                    <a:pos x="35" y="0"/>
                  </a:cxn>
                  <a:cxn ang="0">
                    <a:pos x="40" y="12"/>
                  </a:cxn>
                  <a:cxn ang="0">
                    <a:pos x="4" y="24"/>
                  </a:cxn>
                  <a:cxn ang="0">
                    <a:pos x="0" y="9"/>
                  </a:cxn>
                  <a:cxn ang="0">
                    <a:pos x="1" y="11"/>
                  </a:cxn>
                </a:cxnLst>
                <a:rect l="0" t="0" r="0" b="0"/>
                <a:pathLst>
                  <a:path w="41" h="25">
                    <a:moveTo>
                      <a:pt x="1" y="11"/>
                    </a:moveTo>
                    <a:lnTo>
                      <a:pt x="35" y="0"/>
                    </a:lnTo>
                    <a:lnTo>
                      <a:pt x="40" y="12"/>
                    </a:lnTo>
                    <a:lnTo>
                      <a:pt x="4" y="24"/>
                    </a:lnTo>
                    <a:lnTo>
                      <a:pt x="0" y="9"/>
                    </a:lnTo>
                    <a:lnTo>
                      <a:pt x="1" y="1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07" name="Freeform 290"/>
              <p:cNvSpPr/>
              <p:nvPr/>
            </p:nvSpPr>
            <p:spPr>
              <a:xfrm>
                <a:off x="2770" y="1477"/>
                <a:ext cx="34" cy="26"/>
              </a:xfrm>
              <a:custGeom>
                <a:avLst/>
                <a:gdLst/>
                <a:ahLst/>
                <a:cxnLst>
                  <a:cxn ang="0">
                    <a:pos x="1" y="22"/>
                  </a:cxn>
                  <a:cxn ang="0">
                    <a:pos x="8" y="22"/>
                  </a:cxn>
                  <a:cxn ang="0">
                    <a:pos x="10" y="25"/>
                  </a:cxn>
                  <a:cxn ang="0">
                    <a:pos x="15" y="25"/>
                  </a:cxn>
                  <a:cxn ang="0">
                    <a:pos x="20" y="22"/>
                  </a:cxn>
                  <a:cxn ang="0">
                    <a:pos x="24" y="19"/>
                  </a:cxn>
                  <a:cxn ang="0">
                    <a:pos x="28" y="16"/>
                  </a:cxn>
                  <a:cxn ang="0">
                    <a:pos x="31" y="11"/>
                  </a:cxn>
                  <a:cxn ang="0">
                    <a:pos x="30" y="8"/>
                  </a:cxn>
                  <a:cxn ang="0">
                    <a:pos x="33" y="2"/>
                  </a:cxn>
                  <a:cxn ang="0">
                    <a:pos x="31" y="0"/>
                  </a:cxn>
                  <a:cxn ang="0">
                    <a:pos x="24" y="0"/>
                  </a:cxn>
                  <a:cxn ang="0">
                    <a:pos x="18" y="0"/>
                  </a:cxn>
                  <a:cxn ang="0">
                    <a:pos x="14" y="2"/>
                  </a:cxn>
                  <a:cxn ang="0">
                    <a:pos x="12" y="0"/>
                  </a:cxn>
                  <a:cxn ang="0">
                    <a:pos x="8" y="1"/>
                  </a:cxn>
                  <a:cxn ang="0">
                    <a:pos x="5" y="7"/>
                  </a:cxn>
                  <a:cxn ang="0">
                    <a:pos x="2" y="13"/>
                  </a:cxn>
                  <a:cxn ang="0">
                    <a:pos x="0" y="19"/>
                  </a:cxn>
                  <a:cxn ang="0">
                    <a:pos x="1" y="22"/>
                  </a:cxn>
                </a:cxnLst>
                <a:rect l="0" t="0" r="0" b="0"/>
                <a:pathLst>
                  <a:path w="34" h="26">
                    <a:moveTo>
                      <a:pt x="1" y="22"/>
                    </a:moveTo>
                    <a:lnTo>
                      <a:pt x="8" y="22"/>
                    </a:lnTo>
                    <a:lnTo>
                      <a:pt x="10" y="25"/>
                    </a:lnTo>
                    <a:lnTo>
                      <a:pt x="15" y="25"/>
                    </a:lnTo>
                    <a:lnTo>
                      <a:pt x="20" y="22"/>
                    </a:lnTo>
                    <a:lnTo>
                      <a:pt x="24" y="19"/>
                    </a:lnTo>
                    <a:lnTo>
                      <a:pt x="28" y="16"/>
                    </a:lnTo>
                    <a:lnTo>
                      <a:pt x="31" y="11"/>
                    </a:lnTo>
                    <a:lnTo>
                      <a:pt x="30" y="8"/>
                    </a:lnTo>
                    <a:lnTo>
                      <a:pt x="33" y="2"/>
                    </a:lnTo>
                    <a:lnTo>
                      <a:pt x="31" y="0"/>
                    </a:lnTo>
                    <a:lnTo>
                      <a:pt x="24" y="0"/>
                    </a:lnTo>
                    <a:lnTo>
                      <a:pt x="18" y="0"/>
                    </a:lnTo>
                    <a:lnTo>
                      <a:pt x="14" y="2"/>
                    </a:lnTo>
                    <a:lnTo>
                      <a:pt x="12" y="0"/>
                    </a:lnTo>
                    <a:lnTo>
                      <a:pt x="8" y="1"/>
                    </a:lnTo>
                    <a:lnTo>
                      <a:pt x="5" y="7"/>
                    </a:lnTo>
                    <a:lnTo>
                      <a:pt x="2" y="13"/>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08" name="Line 291"/>
              <p:cNvSpPr/>
              <p:nvPr/>
            </p:nvSpPr>
            <p:spPr>
              <a:xfrm flipV="1">
                <a:off x="2778" y="1493"/>
                <a:ext cx="6" cy="14"/>
              </a:xfrm>
              <a:prstGeom prst="line">
                <a:avLst/>
              </a:prstGeom>
              <a:ln w="12700" cap="flat" cmpd="sng">
                <a:solidFill>
                  <a:schemeClr val="tx1"/>
                </a:solidFill>
                <a:prstDash val="solid"/>
                <a:headEnd type="none" w="med" len="med"/>
                <a:tailEnd type="none" w="med" len="med"/>
              </a:ln>
            </p:spPr>
          </p:sp>
          <p:sp>
            <p:nvSpPr>
              <p:cNvPr id="31009" name="Line 292"/>
              <p:cNvSpPr/>
              <p:nvPr/>
            </p:nvSpPr>
            <p:spPr>
              <a:xfrm flipV="1">
                <a:off x="2775" y="1487"/>
                <a:ext cx="7" cy="13"/>
              </a:xfrm>
              <a:prstGeom prst="line">
                <a:avLst/>
              </a:prstGeom>
              <a:ln w="12700" cap="flat" cmpd="sng">
                <a:solidFill>
                  <a:schemeClr val="tx1"/>
                </a:solidFill>
                <a:prstDash val="solid"/>
                <a:headEnd type="none" w="med" len="med"/>
                <a:tailEnd type="none" w="med" len="med"/>
              </a:ln>
            </p:spPr>
          </p:sp>
          <p:sp>
            <p:nvSpPr>
              <p:cNvPr id="31010" name="Freeform 293"/>
              <p:cNvSpPr/>
              <p:nvPr/>
            </p:nvSpPr>
            <p:spPr>
              <a:xfrm>
                <a:off x="2774" y="1485"/>
                <a:ext cx="35" cy="29"/>
              </a:xfrm>
              <a:custGeom>
                <a:avLst/>
                <a:gdLst/>
                <a:ahLst/>
                <a:cxnLst>
                  <a:cxn ang="0">
                    <a:pos x="29" y="19"/>
                  </a:cxn>
                  <a:cxn ang="0">
                    <a:pos x="34" y="14"/>
                  </a:cxn>
                  <a:cxn ang="0">
                    <a:pos x="27" y="0"/>
                  </a:cxn>
                  <a:cxn ang="0">
                    <a:pos x="19" y="1"/>
                  </a:cxn>
                  <a:cxn ang="0">
                    <a:pos x="13" y="4"/>
                  </a:cxn>
                  <a:cxn ang="0">
                    <a:pos x="8" y="8"/>
                  </a:cxn>
                  <a:cxn ang="0">
                    <a:pos x="4" y="14"/>
                  </a:cxn>
                  <a:cxn ang="0">
                    <a:pos x="6" y="18"/>
                  </a:cxn>
                  <a:cxn ang="0">
                    <a:pos x="0" y="21"/>
                  </a:cxn>
                  <a:cxn ang="0">
                    <a:pos x="4" y="28"/>
                  </a:cxn>
                  <a:cxn ang="0">
                    <a:pos x="9" y="23"/>
                  </a:cxn>
                  <a:cxn ang="0">
                    <a:pos x="12" y="26"/>
                  </a:cxn>
                  <a:cxn ang="0">
                    <a:pos x="19" y="26"/>
                  </a:cxn>
                  <a:cxn ang="0">
                    <a:pos x="24" y="23"/>
                  </a:cxn>
                  <a:cxn ang="0">
                    <a:pos x="29" y="19"/>
                  </a:cxn>
                </a:cxnLst>
                <a:rect l="0" t="0" r="0" b="0"/>
                <a:pathLst>
                  <a:path w="35" h="29">
                    <a:moveTo>
                      <a:pt x="29" y="19"/>
                    </a:moveTo>
                    <a:lnTo>
                      <a:pt x="34" y="14"/>
                    </a:lnTo>
                    <a:lnTo>
                      <a:pt x="27" y="0"/>
                    </a:lnTo>
                    <a:lnTo>
                      <a:pt x="19" y="1"/>
                    </a:lnTo>
                    <a:lnTo>
                      <a:pt x="13" y="4"/>
                    </a:lnTo>
                    <a:lnTo>
                      <a:pt x="8" y="8"/>
                    </a:lnTo>
                    <a:lnTo>
                      <a:pt x="4" y="14"/>
                    </a:lnTo>
                    <a:lnTo>
                      <a:pt x="6" y="18"/>
                    </a:lnTo>
                    <a:lnTo>
                      <a:pt x="0" y="21"/>
                    </a:lnTo>
                    <a:lnTo>
                      <a:pt x="4" y="28"/>
                    </a:lnTo>
                    <a:lnTo>
                      <a:pt x="9" y="23"/>
                    </a:lnTo>
                    <a:lnTo>
                      <a:pt x="12" y="26"/>
                    </a:lnTo>
                    <a:lnTo>
                      <a:pt x="19" y="26"/>
                    </a:lnTo>
                    <a:lnTo>
                      <a:pt x="24" y="23"/>
                    </a:lnTo>
                    <a:lnTo>
                      <a:pt x="29"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11" name="Freeform 294"/>
              <p:cNvSpPr/>
              <p:nvPr/>
            </p:nvSpPr>
            <p:spPr>
              <a:xfrm>
                <a:off x="2772" y="1492"/>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12" name="Freeform 295"/>
              <p:cNvSpPr/>
              <p:nvPr/>
            </p:nvSpPr>
            <p:spPr>
              <a:xfrm>
                <a:off x="2793" y="1484"/>
                <a:ext cx="29" cy="26"/>
              </a:xfrm>
              <a:custGeom>
                <a:avLst/>
                <a:gdLst/>
                <a:ahLst/>
                <a:cxnLst>
                  <a:cxn ang="0">
                    <a:pos x="0" y="19"/>
                  </a:cxn>
                  <a:cxn ang="0">
                    <a:pos x="1" y="22"/>
                  </a:cxn>
                  <a:cxn ang="0">
                    <a:pos x="7" y="22"/>
                  </a:cxn>
                  <a:cxn ang="0">
                    <a:pos x="8" y="25"/>
                  </a:cxn>
                  <a:cxn ang="0">
                    <a:pos x="14" y="25"/>
                  </a:cxn>
                  <a:cxn ang="0">
                    <a:pos x="18" y="23"/>
                  </a:cxn>
                  <a:cxn ang="0">
                    <a:pos x="22" y="20"/>
                  </a:cxn>
                  <a:cxn ang="0">
                    <a:pos x="25" y="17"/>
                  </a:cxn>
                  <a:cxn ang="0">
                    <a:pos x="28" y="13"/>
                  </a:cxn>
                  <a:cxn ang="0">
                    <a:pos x="26" y="10"/>
                  </a:cxn>
                  <a:cxn ang="0">
                    <a:pos x="28" y="4"/>
                  </a:cxn>
                  <a:cxn ang="0">
                    <a:pos x="26" y="1"/>
                  </a:cxn>
                  <a:cxn ang="0">
                    <a:pos x="21" y="1"/>
                  </a:cxn>
                  <a:cxn ang="0">
                    <a:pos x="15" y="1"/>
                  </a:cxn>
                  <a:cxn ang="0">
                    <a:pos x="9" y="0"/>
                  </a:cxn>
                  <a:cxn ang="0">
                    <a:pos x="7" y="2"/>
                  </a:cxn>
                  <a:cxn ang="0">
                    <a:pos x="8" y="5"/>
                  </a:cxn>
                  <a:cxn ang="0">
                    <a:pos x="4" y="8"/>
                  </a:cxn>
                  <a:cxn ang="0">
                    <a:pos x="1" y="13"/>
                  </a:cxn>
                  <a:cxn ang="0">
                    <a:pos x="0" y="19"/>
                  </a:cxn>
                </a:cxnLst>
                <a:rect l="0" t="0" r="0" b="0"/>
                <a:pathLst>
                  <a:path w="29" h="26">
                    <a:moveTo>
                      <a:pt x="0" y="19"/>
                    </a:moveTo>
                    <a:lnTo>
                      <a:pt x="1" y="22"/>
                    </a:lnTo>
                    <a:lnTo>
                      <a:pt x="7" y="22"/>
                    </a:lnTo>
                    <a:lnTo>
                      <a:pt x="8" y="25"/>
                    </a:lnTo>
                    <a:lnTo>
                      <a:pt x="14" y="25"/>
                    </a:lnTo>
                    <a:lnTo>
                      <a:pt x="18" y="23"/>
                    </a:lnTo>
                    <a:lnTo>
                      <a:pt x="22" y="20"/>
                    </a:lnTo>
                    <a:lnTo>
                      <a:pt x="25" y="17"/>
                    </a:lnTo>
                    <a:lnTo>
                      <a:pt x="28" y="13"/>
                    </a:lnTo>
                    <a:lnTo>
                      <a:pt x="26" y="10"/>
                    </a:lnTo>
                    <a:lnTo>
                      <a:pt x="28" y="4"/>
                    </a:lnTo>
                    <a:lnTo>
                      <a:pt x="26" y="1"/>
                    </a:lnTo>
                    <a:lnTo>
                      <a:pt x="21" y="1"/>
                    </a:lnTo>
                    <a:lnTo>
                      <a:pt x="15" y="1"/>
                    </a:lnTo>
                    <a:lnTo>
                      <a:pt x="9" y="0"/>
                    </a:lnTo>
                    <a:lnTo>
                      <a:pt x="7" y="2"/>
                    </a:lnTo>
                    <a:lnTo>
                      <a:pt x="8" y="5"/>
                    </a:lnTo>
                    <a:lnTo>
                      <a:pt x="4" y="8"/>
                    </a:lnTo>
                    <a:lnTo>
                      <a:pt x="1"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13" name="Line 296"/>
              <p:cNvSpPr/>
              <p:nvPr/>
            </p:nvSpPr>
            <p:spPr>
              <a:xfrm flipV="1">
                <a:off x="2771" y="1511"/>
                <a:ext cx="9" cy="16"/>
              </a:xfrm>
              <a:prstGeom prst="line">
                <a:avLst/>
              </a:prstGeom>
              <a:ln w="12700" cap="flat" cmpd="sng">
                <a:solidFill>
                  <a:schemeClr val="tx1"/>
                </a:solidFill>
                <a:prstDash val="solid"/>
                <a:headEnd type="none" w="med" len="med"/>
                <a:tailEnd type="none" w="med" len="med"/>
              </a:ln>
            </p:spPr>
          </p:sp>
          <p:sp>
            <p:nvSpPr>
              <p:cNvPr id="31014" name="Line 297"/>
              <p:cNvSpPr/>
              <p:nvPr/>
            </p:nvSpPr>
            <p:spPr>
              <a:xfrm flipV="1">
                <a:off x="2773" y="1511"/>
                <a:ext cx="6" cy="11"/>
              </a:xfrm>
              <a:prstGeom prst="line">
                <a:avLst/>
              </a:prstGeom>
              <a:ln w="12700" cap="flat" cmpd="sng">
                <a:solidFill>
                  <a:schemeClr val="tx1"/>
                </a:solidFill>
                <a:prstDash val="solid"/>
                <a:headEnd type="none" w="med" len="med"/>
                <a:tailEnd type="none" w="med" len="med"/>
              </a:ln>
            </p:spPr>
          </p:sp>
          <p:sp>
            <p:nvSpPr>
              <p:cNvPr id="31015" name="Freeform 298"/>
              <p:cNvSpPr/>
              <p:nvPr/>
            </p:nvSpPr>
            <p:spPr>
              <a:xfrm>
                <a:off x="2771" y="1505"/>
                <a:ext cx="37" cy="28"/>
              </a:xfrm>
              <a:custGeom>
                <a:avLst/>
                <a:gdLst/>
                <a:ahLst/>
                <a:cxnLst>
                  <a:cxn ang="0">
                    <a:pos x="26" y="24"/>
                  </a:cxn>
                  <a:cxn ang="0">
                    <a:pos x="31" y="19"/>
                  </a:cxn>
                  <a:cxn ang="0">
                    <a:pos x="30" y="18"/>
                  </a:cxn>
                  <a:cxn ang="0">
                    <a:pos x="36" y="11"/>
                  </a:cxn>
                  <a:cxn ang="0">
                    <a:pos x="29" y="0"/>
                  </a:cxn>
                  <a:cxn ang="0">
                    <a:pos x="20" y="1"/>
                  </a:cxn>
                  <a:cxn ang="0">
                    <a:pos x="15" y="4"/>
                  </a:cxn>
                  <a:cxn ang="0">
                    <a:pos x="8" y="8"/>
                  </a:cxn>
                  <a:cxn ang="0">
                    <a:pos x="4" y="15"/>
                  </a:cxn>
                  <a:cxn ang="0">
                    <a:pos x="5" y="18"/>
                  </a:cxn>
                  <a:cxn ang="0">
                    <a:pos x="0" y="21"/>
                  </a:cxn>
                  <a:cxn ang="0">
                    <a:pos x="1" y="24"/>
                  </a:cxn>
                  <a:cxn ang="0">
                    <a:pos x="9" y="24"/>
                  </a:cxn>
                  <a:cxn ang="0">
                    <a:pos x="11" y="27"/>
                  </a:cxn>
                  <a:cxn ang="0">
                    <a:pos x="18" y="25"/>
                  </a:cxn>
                  <a:cxn ang="0">
                    <a:pos x="26" y="24"/>
                  </a:cxn>
                </a:cxnLst>
                <a:rect l="0" t="0" r="0" b="0"/>
                <a:pathLst>
                  <a:path w="37" h="28">
                    <a:moveTo>
                      <a:pt x="26" y="24"/>
                    </a:moveTo>
                    <a:lnTo>
                      <a:pt x="31" y="19"/>
                    </a:lnTo>
                    <a:lnTo>
                      <a:pt x="30" y="18"/>
                    </a:lnTo>
                    <a:lnTo>
                      <a:pt x="36" y="11"/>
                    </a:lnTo>
                    <a:lnTo>
                      <a:pt x="29" y="0"/>
                    </a:lnTo>
                    <a:lnTo>
                      <a:pt x="20" y="1"/>
                    </a:lnTo>
                    <a:lnTo>
                      <a:pt x="15" y="4"/>
                    </a:lnTo>
                    <a:lnTo>
                      <a:pt x="8" y="8"/>
                    </a:lnTo>
                    <a:lnTo>
                      <a:pt x="4" y="15"/>
                    </a:lnTo>
                    <a:lnTo>
                      <a:pt x="5" y="18"/>
                    </a:lnTo>
                    <a:lnTo>
                      <a:pt x="0" y="21"/>
                    </a:lnTo>
                    <a:lnTo>
                      <a:pt x="1" y="24"/>
                    </a:lnTo>
                    <a:lnTo>
                      <a:pt x="9" y="24"/>
                    </a:lnTo>
                    <a:lnTo>
                      <a:pt x="11" y="27"/>
                    </a:lnTo>
                    <a:lnTo>
                      <a:pt x="18" y="25"/>
                    </a:lnTo>
                    <a:lnTo>
                      <a:pt x="26"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16" name="Freeform 299"/>
              <p:cNvSpPr/>
              <p:nvPr/>
            </p:nvSpPr>
            <p:spPr>
              <a:xfrm>
                <a:off x="2768" y="151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17" name="Freeform 300"/>
              <p:cNvSpPr/>
              <p:nvPr/>
            </p:nvSpPr>
            <p:spPr>
              <a:xfrm>
                <a:off x="2788" y="1503"/>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18" name="Line 301"/>
              <p:cNvSpPr/>
              <p:nvPr/>
            </p:nvSpPr>
            <p:spPr>
              <a:xfrm flipV="1">
                <a:off x="2747" y="1534"/>
                <a:ext cx="9" cy="14"/>
              </a:xfrm>
              <a:prstGeom prst="line">
                <a:avLst/>
              </a:prstGeom>
              <a:ln w="12700" cap="flat" cmpd="sng">
                <a:solidFill>
                  <a:schemeClr val="tx1"/>
                </a:solidFill>
                <a:prstDash val="solid"/>
                <a:headEnd type="none" w="med" len="med"/>
                <a:tailEnd type="none" w="med" len="med"/>
              </a:ln>
            </p:spPr>
          </p:sp>
          <p:sp>
            <p:nvSpPr>
              <p:cNvPr id="31019" name="Line 302"/>
              <p:cNvSpPr/>
              <p:nvPr/>
            </p:nvSpPr>
            <p:spPr>
              <a:xfrm flipV="1">
                <a:off x="2750" y="1531"/>
                <a:ext cx="5" cy="14"/>
              </a:xfrm>
              <a:prstGeom prst="line">
                <a:avLst/>
              </a:prstGeom>
              <a:ln w="12700" cap="flat" cmpd="sng">
                <a:solidFill>
                  <a:schemeClr val="tx1"/>
                </a:solidFill>
                <a:prstDash val="solid"/>
                <a:headEnd type="none" w="med" len="med"/>
                <a:tailEnd type="none" w="med" len="med"/>
              </a:ln>
            </p:spPr>
          </p:sp>
          <p:sp>
            <p:nvSpPr>
              <p:cNvPr id="31020" name="Freeform 303"/>
              <p:cNvSpPr/>
              <p:nvPr/>
            </p:nvSpPr>
            <p:spPr>
              <a:xfrm>
                <a:off x="2744" y="1533"/>
                <a:ext cx="38" cy="29"/>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2"/>
                  </a:cxn>
                  <a:cxn ang="0">
                    <a:pos x="4" y="25"/>
                  </a:cxn>
                  <a:cxn ang="0">
                    <a:pos x="5" y="28"/>
                  </a:cxn>
                  <a:cxn ang="0">
                    <a:pos x="15" y="26"/>
                  </a:cxn>
                  <a:cxn ang="0">
                    <a:pos x="21" y="21"/>
                  </a:cxn>
                  <a:cxn ang="0">
                    <a:pos x="23" y="24"/>
                  </a:cxn>
                  <a:cxn ang="0">
                    <a:pos x="30" y="20"/>
                  </a:cxn>
                </a:cxnLst>
                <a:rect l="0" t="0" r="0" b="0"/>
                <a:pathLst>
                  <a:path w="38" h="29">
                    <a:moveTo>
                      <a:pt x="30" y="20"/>
                    </a:moveTo>
                    <a:lnTo>
                      <a:pt x="28" y="17"/>
                    </a:lnTo>
                    <a:lnTo>
                      <a:pt x="37" y="13"/>
                    </a:lnTo>
                    <a:lnTo>
                      <a:pt x="28" y="0"/>
                    </a:lnTo>
                    <a:lnTo>
                      <a:pt x="20" y="4"/>
                    </a:lnTo>
                    <a:lnTo>
                      <a:pt x="19" y="1"/>
                    </a:lnTo>
                    <a:lnTo>
                      <a:pt x="12" y="6"/>
                    </a:lnTo>
                    <a:lnTo>
                      <a:pt x="13" y="9"/>
                    </a:lnTo>
                    <a:lnTo>
                      <a:pt x="6" y="13"/>
                    </a:lnTo>
                    <a:lnTo>
                      <a:pt x="0" y="20"/>
                    </a:lnTo>
                    <a:lnTo>
                      <a:pt x="2" y="22"/>
                    </a:lnTo>
                    <a:lnTo>
                      <a:pt x="4" y="25"/>
                    </a:lnTo>
                    <a:lnTo>
                      <a:pt x="5" y="28"/>
                    </a:lnTo>
                    <a:lnTo>
                      <a:pt x="15" y="26"/>
                    </a:lnTo>
                    <a:lnTo>
                      <a:pt x="21" y="21"/>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21" name="Freeform 304"/>
              <p:cNvSpPr/>
              <p:nvPr/>
            </p:nvSpPr>
            <p:spPr>
              <a:xfrm>
                <a:off x="2743" y="153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22" name="Freeform 305"/>
              <p:cNvSpPr/>
              <p:nvPr/>
            </p:nvSpPr>
            <p:spPr>
              <a:xfrm>
                <a:off x="2759" y="1524"/>
                <a:ext cx="34" cy="26"/>
              </a:xfrm>
              <a:custGeom>
                <a:avLst/>
                <a:gdLst/>
                <a:ahLst/>
                <a:cxnLst>
                  <a:cxn ang="0">
                    <a:pos x="2" y="19"/>
                  </a:cxn>
                  <a:cxn ang="0">
                    <a:pos x="4" y="22"/>
                  </a:cxn>
                  <a:cxn ang="0">
                    <a:pos x="5" y="25"/>
                  </a:cxn>
                  <a:cxn ang="0">
                    <a:pos x="12" y="25"/>
                  </a:cxn>
                  <a:cxn ang="0">
                    <a:pos x="16" y="22"/>
                  </a:cxn>
                  <a:cxn ang="0">
                    <a:pos x="19" y="25"/>
                  </a:cxn>
                  <a:cxn ang="0">
                    <a:pos x="23" y="22"/>
                  </a:cxn>
                  <a:cxn ang="0">
                    <a:pos x="30" y="11"/>
                  </a:cxn>
                  <a:cxn ang="0">
                    <a:pos x="33" y="5"/>
                  </a:cxn>
                  <a:cxn ang="0">
                    <a:pos x="28" y="0"/>
                  </a:cxn>
                  <a:cxn ang="0">
                    <a:pos x="12" y="2"/>
                  </a:cxn>
                  <a:cxn ang="0">
                    <a:pos x="6" y="5"/>
                  </a:cxn>
                  <a:cxn ang="0">
                    <a:pos x="2" y="9"/>
                  </a:cxn>
                  <a:cxn ang="0">
                    <a:pos x="0" y="15"/>
                  </a:cxn>
                  <a:cxn ang="0">
                    <a:pos x="1" y="18"/>
                  </a:cxn>
                  <a:cxn ang="0">
                    <a:pos x="2" y="19"/>
                  </a:cxn>
                </a:cxnLst>
                <a:rect l="0" t="0" r="0" b="0"/>
                <a:pathLst>
                  <a:path w="34" h="26">
                    <a:moveTo>
                      <a:pt x="2" y="19"/>
                    </a:moveTo>
                    <a:lnTo>
                      <a:pt x="4" y="22"/>
                    </a:lnTo>
                    <a:lnTo>
                      <a:pt x="5" y="25"/>
                    </a:lnTo>
                    <a:lnTo>
                      <a:pt x="12" y="25"/>
                    </a:lnTo>
                    <a:lnTo>
                      <a:pt x="16" y="22"/>
                    </a:lnTo>
                    <a:lnTo>
                      <a:pt x="19" y="25"/>
                    </a:lnTo>
                    <a:lnTo>
                      <a:pt x="23" y="22"/>
                    </a:lnTo>
                    <a:lnTo>
                      <a:pt x="30" y="11"/>
                    </a:lnTo>
                    <a:lnTo>
                      <a:pt x="33" y="5"/>
                    </a:lnTo>
                    <a:lnTo>
                      <a:pt x="28" y="0"/>
                    </a:lnTo>
                    <a:lnTo>
                      <a:pt x="12" y="2"/>
                    </a:lnTo>
                    <a:lnTo>
                      <a:pt x="6" y="5"/>
                    </a:lnTo>
                    <a:lnTo>
                      <a:pt x="2" y="9"/>
                    </a:lnTo>
                    <a:lnTo>
                      <a:pt x="0" y="15"/>
                    </a:lnTo>
                    <a:lnTo>
                      <a:pt x="1" y="18"/>
                    </a:lnTo>
                    <a:lnTo>
                      <a:pt x="2"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23" name="Line 306"/>
              <p:cNvSpPr/>
              <p:nvPr/>
            </p:nvSpPr>
            <p:spPr>
              <a:xfrm flipV="1">
                <a:off x="2741" y="1522"/>
                <a:ext cx="12" cy="17"/>
              </a:xfrm>
              <a:prstGeom prst="line">
                <a:avLst/>
              </a:prstGeom>
              <a:ln w="12700" cap="flat" cmpd="sng">
                <a:solidFill>
                  <a:schemeClr val="tx1"/>
                </a:solidFill>
                <a:prstDash val="solid"/>
                <a:headEnd type="none" w="med" len="med"/>
                <a:tailEnd type="none" w="med" len="med"/>
              </a:ln>
            </p:spPr>
          </p:sp>
          <p:sp>
            <p:nvSpPr>
              <p:cNvPr id="31024" name="Line 307"/>
              <p:cNvSpPr/>
              <p:nvPr/>
            </p:nvSpPr>
            <p:spPr>
              <a:xfrm flipV="1">
                <a:off x="2741" y="1523"/>
                <a:ext cx="9" cy="11"/>
              </a:xfrm>
              <a:prstGeom prst="line">
                <a:avLst/>
              </a:prstGeom>
              <a:ln w="12700" cap="flat" cmpd="sng">
                <a:solidFill>
                  <a:schemeClr val="tx1"/>
                </a:solidFill>
                <a:prstDash val="solid"/>
                <a:headEnd type="none" w="med" len="med"/>
                <a:tailEnd type="none" w="med" len="med"/>
              </a:ln>
            </p:spPr>
          </p:sp>
          <p:sp>
            <p:nvSpPr>
              <p:cNvPr id="31025" name="Freeform 308"/>
              <p:cNvSpPr/>
              <p:nvPr/>
            </p:nvSpPr>
            <p:spPr>
              <a:xfrm>
                <a:off x="2735" y="1519"/>
                <a:ext cx="38" cy="30"/>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3"/>
                  </a:cxn>
                  <a:cxn ang="0">
                    <a:pos x="2" y="24"/>
                  </a:cxn>
                  <a:cxn ang="0">
                    <a:pos x="4" y="27"/>
                  </a:cxn>
                  <a:cxn ang="0">
                    <a:pos x="15" y="29"/>
                  </a:cxn>
                  <a:cxn ang="0">
                    <a:pos x="22" y="24"/>
                  </a:cxn>
                  <a:cxn ang="0">
                    <a:pos x="31" y="20"/>
                  </a:cxn>
                </a:cxnLst>
                <a:rect l="0" t="0" r="0" b="0"/>
                <a:pathLst>
                  <a:path w="38" h="30">
                    <a:moveTo>
                      <a:pt x="31" y="20"/>
                    </a:moveTo>
                    <a:lnTo>
                      <a:pt x="37" y="13"/>
                    </a:lnTo>
                    <a:lnTo>
                      <a:pt x="28" y="0"/>
                    </a:lnTo>
                    <a:lnTo>
                      <a:pt x="21" y="4"/>
                    </a:lnTo>
                    <a:lnTo>
                      <a:pt x="19" y="1"/>
                    </a:lnTo>
                    <a:lnTo>
                      <a:pt x="11" y="5"/>
                    </a:lnTo>
                    <a:lnTo>
                      <a:pt x="12" y="8"/>
                    </a:lnTo>
                    <a:lnTo>
                      <a:pt x="5" y="12"/>
                    </a:lnTo>
                    <a:lnTo>
                      <a:pt x="0" y="20"/>
                    </a:lnTo>
                    <a:lnTo>
                      <a:pt x="1" y="23"/>
                    </a:lnTo>
                    <a:lnTo>
                      <a:pt x="2" y="24"/>
                    </a:lnTo>
                    <a:lnTo>
                      <a:pt x="4" y="27"/>
                    </a:lnTo>
                    <a:lnTo>
                      <a:pt x="15" y="29"/>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26" name="Freeform 309"/>
              <p:cNvSpPr/>
              <p:nvPr/>
            </p:nvSpPr>
            <p:spPr>
              <a:xfrm>
                <a:off x="2733" y="1524"/>
                <a:ext cx="41" cy="23"/>
              </a:xfrm>
              <a:custGeom>
                <a:avLst/>
                <a:gdLst/>
                <a:ahLst/>
                <a:cxnLst>
                  <a:cxn ang="0">
                    <a:pos x="0" y="8"/>
                  </a:cxn>
                  <a:cxn ang="0">
                    <a:pos x="34" y="0"/>
                  </a:cxn>
                  <a:cxn ang="0">
                    <a:pos x="40" y="11"/>
                  </a:cxn>
                  <a:cxn ang="0">
                    <a:pos x="4" y="22"/>
                  </a:cxn>
                  <a:cxn ang="0">
                    <a:pos x="0" y="8"/>
                  </a:cxn>
                </a:cxnLst>
                <a:rect l="0" t="0" r="0" b="0"/>
                <a:pathLst>
                  <a:path w="41" h="23">
                    <a:moveTo>
                      <a:pt x="0" y="8"/>
                    </a:moveTo>
                    <a:lnTo>
                      <a:pt x="34" y="0"/>
                    </a:lnTo>
                    <a:lnTo>
                      <a:pt x="40"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27" name="Freeform 310"/>
              <p:cNvSpPr/>
              <p:nvPr/>
            </p:nvSpPr>
            <p:spPr>
              <a:xfrm>
                <a:off x="2757" y="1515"/>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28" name="Line 311"/>
              <p:cNvSpPr/>
              <p:nvPr/>
            </p:nvSpPr>
            <p:spPr>
              <a:xfrm flipV="1">
                <a:off x="2721" y="1529"/>
                <a:ext cx="5" cy="12"/>
              </a:xfrm>
              <a:prstGeom prst="line">
                <a:avLst/>
              </a:prstGeom>
              <a:ln w="12700" cap="flat" cmpd="sng">
                <a:solidFill>
                  <a:schemeClr val="tx1"/>
                </a:solidFill>
                <a:prstDash val="solid"/>
                <a:headEnd type="none" w="med" len="med"/>
                <a:tailEnd type="none" w="med" len="med"/>
              </a:ln>
            </p:spPr>
          </p:sp>
          <p:sp>
            <p:nvSpPr>
              <p:cNvPr id="31029" name="Line 312"/>
              <p:cNvSpPr/>
              <p:nvPr/>
            </p:nvSpPr>
            <p:spPr>
              <a:xfrm flipV="1">
                <a:off x="2717" y="1523"/>
                <a:ext cx="9" cy="13"/>
              </a:xfrm>
              <a:prstGeom prst="line">
                <a:avLst/>
              </a:prstGeom>
              <a:ln w="12700" cap="flat" cmpd="sng">
                <a:solidFill>
                  <a:schemeClr val="tx1"/>
                </a:solidFill>
                <a:prstDash val="solid"/>
                <a:headEnd type="none" w="med" len="med"/>
                <a:tailEnd type="none" w="med" len="med"/>
              </a:ln>
            </p:spPr>
          </p:sp>
          <p:sp>
            <p:nvSpPr>
              <p:cNvPr id="31030" name="Freeform 313"/>
              <p:cNvSpPr/>
              <p:nvPr/>
            </p:nvSpPr>
            <p:spPr>
              <a:xfrm>
                <a:off x="2719" y="1520"/>
                <a:ext cx="34" cy="28"/>
              </a:xfrm>
              <a:custGeom>
                <a:avLst/>
                <a:gdLst/>
                <a:ahLst/>
                <a:cxnLst>
                  <a:cxn ang="0">
                    <a:pos x="28" y="21"/>
                  </a:cxn>
                  <a:cxn ang="0">
                    <a:pos x="26" y="18"/>
                  </a:cxn>
                  <a:cxn ang="0">
                    <a:pos x="33" y="14"/>
                  </a:cxn>
                  <a:cxn ang="0">
                    <a:pos x="24" y="0"/>
                  </a:cxn>
                  <a:cxn ang="0">
                    <a:pos x="19" y="4"/>
                  </a:cxn>
                  <a:cxn ang="0">
                    <a:pos x="16" y="1"/>
                  </a:cxn>
                  <a:cxn ang="0">
                    <a:pos x="11" y="4"/>
                  </a:cxn>
                  <a:cxn ang="0">
                    <a:pos x="12" y="7"/>
                  </a:cxn>
                  <a:cxn ang="0">
                    <a:pos x="6" y="11"/>
                  </a:cxn>
                  <a:cxn ang="0">
                    <a:pos x="2" y="17"/>
                  </a:cxn>
                  <a:cxn ang="0">
                    <a:pos x="5" y="19"/>
                  </a:cxn>
                  <a:cxn ang="0">
                    <a:pos x="0" y="24"/>
                  </a:cxn>
                  <a:cxn ang="0">
                    <a:pos x="1" y="27"/>
                  </a:cxn>
                  <a:cxn ang="0">
                    <a:pos x="8" y="25"/>
                  </a:cxn>
                  <a:cxn ang="0">
                    <a:pos x="15" y="25"/>
                  </a:cxn>
                  <a:cxn ang="0">
                    <a:pos x="20" y="21"/>
                  </a:cxn>
                  <a:cxn ang="0">
                    <a:pos x="23" y="24"/>
                  </a:cxn>
                  <a:cxn ang="0">
                    <a:pos x="28" y="21"/>
                  </a:cxn>
                </a:cxnLst>
                <a:rect l="0" t="0" r="0" b="0"/>
                <a:pathLst>
                  <a:path w="34" h="28">
                    <a:moveTo>
                      <a:pt x="28" y="21"/>
                    </a:moveTo>
                    <a:lnTo>
                      <a:pt x="26" y="18"/>
                    </a:lnTo>
                    <a:lnTo>
                      <a:pt x="33" y="14"/>
                    </a:lnTo>
                    <a:lnTo>
                      <a:pt x="24" y="0"/>
                    </a:lnTo>
                    <a:lnTo>
                      <a:pt x="19" y="4"/>
                    </a:lnTo>
                    <a:lnTo>
                      <a:pt x="16" y="1"/>
                    </a:lnTo>
                    <a:lnTo>
                      <a:pt x="11" y="4"/>
                    </a:lnTo>
                    <a:lnTo>
                      <a:pt x="12" y="7"/>
                    </a:lnTo>
                    <a:lnTo>
                      <a:pt x="6" y="11"/>
                    </a:lnTo>
                    <a:lnTo>
                      <a:pt x="2" y="17"/>
                    </a:lnTo>
                    <a:lnTo>
                      <a:pt x="5" y="19"/>
                    </a:lnTo>
                    <a:lnTo>
                      <a:pt x="0" y="24"/>
                    </a:lnTo>
                    <a:lnTo>
                      <a:pt x="1" y="27"/>
                    </a:lnTo>
                    <a:lnTo>
                      <a:pt x="8" y="25"/>
                    </a:lnTo>
                    <a:lnTo>
                      <a:pt x="15" y="25"/>
                    </a:lnTo>
                    <a:lnTo>
                      <a:pt x="20" y="21"/>
                    </a:lnTo>
                    <a:lnTo>
                      <a:pt x="23" y="24"/>
                    </a:lnTo>
                    <a:lnTo>
                      <a:pt x="28"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31" name="Freeform 314"/>
              <p:cNvSpPr/>
              <p:nvPr/>
            </p:nvSpPr>
            <p:spPr>
              <a:xfrm>
                <a:off x="2716" y="1526"/>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32" name="Freeform 315"/>
              <p:cNvSpPr/>
              <p:nvPr/>
            </p:nvSpPr>
            <p:spPr>
              <a:xfrm>
                <a:off x="2732" y="1516"/>
                <a:ext cx="36" cy="28"/>
              </a:xfrm>
              <a:custGeom>
                <a:avLst/>
                <a:gdLst/>
                <a:ahLst/>
                <a:cxnLst>
                  <a:cxn ang="0">
                    <a:pos x="2" y="21"/>
                  </a:cxn>
                  <a:cxn ang="0">
                    <a:pos x="4" y="24"/>
                  </a:cxn>
                  <a:cxn ang="0">
                    <a:pos x="5" y="27"/>
                  </a:cxn>
                  <a:cxn ang="0">
                    <a:pos x="12" y="27"/>
                  </a:cxn>
                  <a:cxn ang="0">
                    <a:pos x="18" y="24"/>
                  </a:cxn>
                  <a:cxn ang="0">
                    <a:pos x="19" y="27"/>
                  </a:cxn>
                  <a:cxn ang="0">
                    <a:pos x="23" y="22"/>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9"/>
                  </a:cxn>
                  <a:cxn ang="0">
                    <a:pos x="0" y="15"/>
                  </a:cxn>
                  <a:cxn ang="0">
                    <a:pos x="1" y="18"/>
                  </a:cxn>
                  <a:cxn ang="0">
                    <a:pos x="2" y="21"/>
                  </a:cxn>
                </a:cxnLst>
                <a:rect l="0" t="0" r="0" b="0"/>
                <a:pathLst>
                  <a:path w="36" h="28">
                    <a:moveTo>
                      <a:pt x="2" y="21"/>
                    </a:moveTo>
                    <a:lnTo>
                      <a:pt x="4" y="24"/>
                    </a:lnTo>
                    <a:lnTo>
                      <a:pt x="5" y="27"/>
                    </a:lnTo>
                    <a:lnTo>
                      <a:pt x="12" y="27"/>
                    </a:lnTo>
                    <a:lnTo>
                      <a:pt x="18" y="24"/>
                    </a:lnTo>
                    <a:lnTo>
                      <a:pt x="19" y="27"/>
                    </a:lnTo>
                    <a:lnTo>
                      <a:pt x="23" y="22"/>
                    </a:lnTo>
                    <a:lnTo>
                      <a:pt x="28" y="17"/>
                    </a:lnTo>
                    <a:lnTo>
                      <a:pt x="30" y="11"/>
                    </a:lnTo>
                    <a:lnTo>
                      <a:pt x="29" y="8"/>
                    </a:lnTo>
                    <a:lnTo>
                      <a:pt x="35" y="5"/>
                    </a:lnTo>
                    <a:lnTo>
                      <a:pt x="32" y="2"/>
                    </a:lnTo>
                    <a:lnTo>
                      <a:pt x="26" y="2"/>
                    </a:lnTo>
                    <a:lnTo>
                      <a:pt x="23" y="0"/>
                    </a:lnTo>
                    <a:lnTo>
                      <a:pt x="18" y="1"/>
                    </a:lnTo>
                    <a:lnTo>
                      <a:pt x="12" y="4"/>
                    </a:lnTo>
                    <a:lnTo>
                      <a:pt x="8" y="7"/>
                    </a:lnTo>
                    <a:lnTo>
                      <a:pt x="2" y="9"/>
                    </a:lnTo>
                    <a:lnTo>
                      <a:pt x="0" y="15"/>
                    </a:lnTo>
                    <a:lnTo>
                      <a:pt x="1" y="18"/>
                    </a:lnTo>
                    <a:lnTo>
                      <a:pt x="2"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33" name="Line 316"/>
              <p:cNvSpPr/>
              <p:nvPr/>
            </p:nvSpPr>
            <p:spPr>
              <a:xfrm flipV="1">
                <a:off x="2752" y="1507"/>
                <a:ext cx="6" cy="15"/>
              </a:xfrm>
              <a:prstGeom prst="line">
                <a:avLst/>
              </a:prstGeom>
              <a:ln w="12700" cap="flat" cmpd="sng">
                <a:solidFill>
                  <a:schemeClr val="tx1"/>
                </a:solidFill>
                <a:prstDash val="solid"/>
                <a:headEnd type="none" w="med" len="med"/>
                <a:tailEnd type="none" w="med" len="med"/>
              </a:ln>
            </p:spPr>
          </p:sp>
          <p:sp>
            <p:nvSpPr>
              <p:cNvPr id="31034" name="Line 317"/>
              <p:cNvSpPr/>
              <p:nvPr/>
            </p:nvSpPr>
            <p:spPr>
              <a:xfrm flipV="1">
                <a:off x="2750" y="1503"/>
                <a:ext cx="11" cy="13"/>
              </a:xfrm>
              <a:prstGeom prst="line">
                <a:avLst/>
              </a:prstGeom>
              <a:ln w="12700" cap="flat" cmpd="sng">
                <a:solidFill>
                  <a:schemeClr val="tx1"/>
                </a:solidFill>
                <a:prstDash val="solid"/>
                <a:headEnd type="none" w="med" len="med"/>
                <a:tailEnd type="none" w="med" len="med"/>
              </a:ln>
            </p:spPr>
          </p:sp>
          <p:sp>
            <p:nvSpPr>
              <p:cNvPr id="31035" name="Freeform 318"/>
              <p:cNvSpPr/>
              <p:nvPr/>
            </p:nvSpPr>
            <p:spPr>
              <a:xfrm>
                <a:off x="2750" y="1499"/>
                <a:ext cx="37" cy="29"/>
              </a:xfrm>
              <a:custGeom>
                <a:avLst/>
                <a:gdLst/>
                <a:ahLst/>
                <a:cxnLst>
                  <a:cxn ang="0">
                    <a:pos x="27" y="22"/>
                  </a:cxn>
                  <a:cxn ang="0">
                    <a:pos x="36" y="18"/>
                  </a:cxn>
                  <a:cxn ang="0">
                    <a:pos x="33" y="15"/>
                  </a:cxn>
                  <a:cxn ang="0">
                    <a:pos x="26" y="2"/>
                  </a:cxn>
                  <a:cxn ang="0">
                    <a:pos x="23" y="0"/>
                  </a:cxn>
                  <a:cxn ang="0">
                    <a:pos x="16" y="4"/>
                  </a:cxn>
                  <a:cxn ang="0">
                    <a:pos x="11" y="11"/>
                  </a:cxn>
                  <a:cxn ang="0">
                    <a:pos x="5" y="18"/>
                  </a:cxn>
                  <a:cxn ang="0">
                    <a:pos x="0" y="25"/>
                  </a:cxn>
                  <a:cxn ang="0">
                    <a:pos x="1" y="28"/>
                  </a:cxn>
                  <a:cxn ang="0">
                    <a:pos x="11" y="26"/>
                  </a:cxn>
                  <a:cxn ang="0">
                    <a:pos x="19" y="25"/>
                  </a:cxn>
                  <a:cxn ang="0">
                    <a:pos x="27" y="22"/>
                  </a:cxn>
                </a:cxnLst>
                <a:rect l="0" t="0" r="0" b="0"/>
                <a:pathLst>
                  <a:path w="37" h="29">
                    <a:moveTo>
                      <a:pt x="27" y="22"/>
                    </a:moveTo>
                    <a:lnTo>
                      <a:pt x="36" y="18"/>
                    </a:lnTo>
                    <a:lnTo>
                      <a:pt x="33" y="15"/>
                    </a:lnTo>
                    <a:lnTo>
                      <a:pt x="26" y="2"/>
                    </a:lnTo>
                    <a:lnTo>
                      <a:pt x="23" y="0"/>
                    </a:lnTo>
                    <a:lnTo>
                      <a:pt x="16" y="4"/>
                    </a:lnTo>
                    <a:lnTo>
                      <a:pt x="11" y="11"/>
                    </a:lnTo>
                    <a:lnTo>
                      <a:pt x="5" y="18"/>
                    </a:lnTo>
                    <a:lnTo>
                      <a:pt x="0" y="25"/>
                    </a:lnTo>
                    <a:lnTo>
                      <a:pt x="1" y="28"/>
                    </a:lnTo>
                    <a:lnTo>
                      <a:pt x="11" y="26"/>
                    </a:lnTo>
                    <a:lnTo>
                      <a:pt x="19" y="25"/>
                    </a:lnTo>
                    <a:lnTo>
                      <a:pt x="27"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36" name="Freeform 319"/>
              <p:cNvSpPr/>
              <p:nvPr/>
            </p:nvSpPr>
            <p:spPr>
              <a:xfrm>
                <a:off x="2746" y="150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37" name="Freeform 320"/>
              <p:cNvSpPr/>
              <p:nvPr/>
            </p:nvSpPr>
            <p:spPr>
              <a:xfrm>
                <a:off x="2770" y="149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1038" name="Line 321"/>
              <p:cNvSpPr/>
              <p:nvPr/>
            </p:nvSpPr>
            <p:spPr>
              <a:xfrm flipV="1">
                <a:off x="2730" y="1508"/>
                <a:ext cx="12" cy="15"/>
              </a:xfrm>
              <a:prstGeom prst="line">
                <a:avLst/>
              </a:prstGeom>
              <a:ln w="12700" cap="flat" cmpd="sng">
                <a:solidFill>
                  <a:schemeClr val="tx1"/>
                </a:solidFill>
                <a:prstDash val="solid"/>
                <a:headEnd type="none" w="med" len="med"/>
                <a:tailEnd type="none" w="med" len="med"/>
              </a:ln>
            </p:spPr>
          </p:sp>
          <p:sp>
            <p:nvSpPr>
              <p:cNvPr id="31039" name="Line 322"/>
              <p:cNvSpPr/>
              <p:nvPr/>
            </p:nvSpPr>
            <p:spPr>
              <a:xfrm flipV="1">
                <a:off x="2731" y="1506"/>
                <a:ext cx="8" cy="11"/>
              </a:xfrm>
              <a:prstGeom prst="line">
                <a:avLst/>
              </a:prstGeom>
              <a:ln w="12700" cap="flat" cmpd="sng">
                <a:solidFill>
                  <a:schemeClr val="tx1"/>
                </a:solidFill>
                <a:prstDash val="solid"/>
                <a:headEnd type="none" w="med" len="med"/>
                <a:tailEnd type="none" w="med" len="med"/>
              </a:ln>
            </p:spPr>
          </p:sp>
          <p:sp>
            <p:nvSpPr>
              <p:cNvPr id="31040" name="Freeform 323"/>
              <p:cNvSpPr/>
              <p:nvPr/>
            </p:nvSpPr>
            <p:spPr>
              <a:xfrm>
                <a:off x="2724" y="1502"/>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41" name="Freeform 324"/>
              <p:cNvSpPr/>
              <p:nvPr/>
            </p:nvSpPr>
            <p:spPr>
              <a:xfrm>
                <a:off x="2723" y="150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1042" name="Freeform 325"/>
              <p:cNvSpPr/>
              <p:nvPr/>
            </p:nvSpPr>
            <p:spPr>
              <a:xfrm>
                <a:off x="2746" y="1497"/>
                <a:ext cx="36" cy="30"/>
              </a:xfrm>
              <a:custGeom>
                <a:avLst/>
                <a:gdLst/>
                <a:ahLst/>
                <a:cxnLst>
                  <a:cxn ang="0">
                    <a:pos x="1" y="22"/>
                  </a:cxn>
                  <a:cxn ang="0">
                    <a:pos x="2" y="24"/>
                  </a:cxn>
                  <a:cxn ang="0">
                    <a:pos x="4" y="27"/>
                  </a:cxn>
                  <a:cxn ang="0">
                    <a:pos x="12" y="29"/>
                  </a:cxn>
                  <a:cxn ang="0">
                    <a:pos x="18" y="26"/>
                  </a:cxn>
                  <a:cxn ang="0">
                    <a:pos x="23" y="23"/>
                  </a:cxn>
                  <a:cxn ang="0">
                    <a:pos x="28" y="20"/>
                  </a:cxn>
                  <a:cxn ang="0">
                    <a:pos x="33" y="16"/>
                  </a:cxn>
                  <a:cxn ang="0">
                    <a:pos x="35" y="8"/>
                  </a:cxn>
                  <a:cxn ang="0">
                    <a:pos x="33" y="5"/>
                  </a:cxn>
                  <a:cxn ang="0">
                    <a:pos x="32" y="2"/>
                  </a:cxn>
                  <a:cxn ang="0">
                    <a:pos x="30" y="0"/>
                  </a:cxn>
                  <a:cxn ang="0">
                    <a:pos x="23" y="1"/>
                  </a:cxn>
                  <a:cxn ang="0">
                    <a:pos x="18" y="4"/>
                  </a:cxn>
                  <a:cxn ang="0">
                    <a:pos x="11" y="4"/>
                  </a:cxn>
                  <a:cxn ang="0">
                    <a:pos x="7" y="6"/>
                  </a:cxn>
                  <a:cxn ang="0">
                    <a:pos x="8" y="9"/>
                  </a:cxn>
                  <a:cxn ang="0">
                    <a:pos x="2" y="12"/>
                  </a:cxn>
                  <a:cxn ang="0">
                    <a:pos x="0" y="19"/>
                  </a:cxn>
                  <a:cxn ang="0">
                    <a:pos x="1" y="22"/>
                  </a:cxn>
                </a:cxnLst>
                <a:rect l="0" t="0" r="0" b="0"/>
                <a:pathLst>
                  <a:path w="36" h="30">
                    <a:moveTo>
                      <a:pt x="1" y="22"/>
                    </a:moveTo>
                    <a:lnTo>
                      <a:pt x="2" y="24"/>
                    </a:lnTo>
                    <a:lnTo>
                      <a:pt x="4" y="27"/>
                    </a:lnTo>
                    <a:lnTo>
                      <a:pt x="12" y="29"/>
                    </a:lnTo>
                    <a:lnTo>
                      <a:pt x="18" y="26"/>
                    </a:lnTo>
                    <a:lnTo>
                      <a:pt x="23" y="23"/>
                    </a:lnTo>
                    <a:lnTo>
                      <a:pt x="28" y="20"/>
                    </a:lnTo>
                    <a:lnTo>
                      <a:pt x="33" y="16"/>
                    </a:lnTo>
                    <a:lnTo>
                      <a:pt x="35" y="8"/>
                    </a:lnTo>
                    <a:lnTo>
                      <a:pt x="33" y="5"/>
                    </a:lnTo>
                    <a:lnTo>
                      <a:pt x="32" y="2"/>
                    </a:lnTo>
                    <a:lnTo>
                      <a:pt x="30" y="0"/>
                    </a:lnTo>
                    <a:lnTo>
                      <a:pt x="23" y="1"/>
                    </a:lnTo>
                    <a:lnTo>
                      <a:pt x="18" y="4"/>
                    </a:lnTo>
                    <a:lnTo>
                      <a:pt x="11" y="4"/>
                    </a:lnTo>
                    <a:lnTo>
                      <a:pt x="7"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31043" name="Oval 327"/>
            <p:cNvSpPr/>
            <p:nvPr/>
          </p:nvSpPr>
          <p:spPr>
            <a:xfrm>
              <a:off x="1256" y="2507"/>
              <a:ext cx="1236" cy="1236"/>
            </a:xfrm>
            <a:prstGeom prst="ellipse">
              <a:avLst/>
            </a:prstGeom>
            <a:solidFill>
              <a:srgbClr val="66FFFF"/>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31044" name="Group 328"/>
            <p:cNvGrpSpPr/>
            <p:nvPr/>
          </p:nvGrpSpPr>
          <p:grpSpPr>
            <a:xfrm>
              <a:off x="1503" y="2640"/>
              <a:ext cx="848" cy="960"/>
              <a:chOff x="1527" y="2222"/>
              <a:chExt cx="848" cy="960"/>
            </a:xfrm>
          </p:grpSpPr>
          <p:sp>
            <p:nvSpPr>
              <p:cNvPr id="31045" name="Freeform 329"/>
              <p:cNvSpPr/>
              <p:nvPr/>
            </p:nvSpPr>
            <p:spPr>
              <a:xfrm>
                <a:off x="1749" y="2940"/>
                <a:ext cx="17" cy="122"/>
              </a:xfrm>
              <a:custGeom>
                <a:avLst/>
                <a:gdLst/>
                <a:ahLst/>
                <a:cxnLst>
                  <a:cxn ang="0">
                    <a:pos x="0" y="121"/>
                  </a:cxn>
                  <a:cxn ang="0">
                    <a:pos x="0" y="0"/>
                  </a:cxn>
                  <a:cxn ang="0">
                    <a:pos x="8" y="1"/>
                  </a:cxn>
                  <a:cxn ang="0">
                    <a:pos x="16" y="121"/>
                  </a:cxn>
                  <a:cxn ang="0">
                    <a:pos x="0" y="121"/>
                  </a:cxn>
                </a:cxnLst>
                <a:rect l="0" t="0" r="0" b="0"/>
                <a:pathLst>
                  <a:path w="17" h="122">
                    <a:moveTo>
                      <a:pt x="0" y="121"/>
                    </a:moveTo>
                    <a:lnTo>
                      <a:pt x="0" y="0"/>
                    </a:lnTo>
                    <a:lnTo>
                      <a:pt x="8" y="1"/>
                    </a:lnTo>
                    <a:lnTo>
                      <a:pt x="16" y="121"/>
                    </a:lnTo>
                    <a:lnTo>
                      <a:pt x="0" y="121"/>
                    </a:lnTo>
                  </a:path>
                </a:pathLst>
              </a:custGeom>
              <a:solidFill>
                <a:srgbClr val="FFFFFF"/>
              </a:solidFill>
              <a:ln w="12700">
                <a:noFill/>
              </a:ln>
            </p:spPr>
            <p:txBody>
              <a:bodyPr/>
              <a:lstStyle/>
              <a:p>
                <a:endParaRPr lang="zh-CN" altLang="en-US"/>
              </a:p>
            </p:txBody>
          </p:sp>
          <p:sp>
            <p:nvSpPr>
              <p:cNvPr id="31046" name="Freeform 330"/>
              <p:cNvSpPr/>
              <p:nvPr/>
            </p:nvSpPr>
            <p:spPr>
              <a:xfrm>
                <a:off x="1749" y="2940"/>
                <a:ext cx="17" cy="122"/>
              </a:xfrm>
              <a:custGeom>
                <a:avLst/>
                <a:gdLst/>
                <a:ahLst/>
                <a:cxnLst>
                  <a:cxn ang="0">
                    <a:pos x="0" y="121"/>
                  </a:cxn>
                  <a:cxn ang="0">
                    <a:pos x="0" y="0"/>
                  </a:cxn>
                  <a:cxn ang="0">
                    <a:pos x="8" y="1"/>
                  </a:cxn>
                  <a:cxn ang="0">
                    <a:pos x="16" y="121"/>
                  </a:cxn>
                </a:cxnLst>
                <a:rect l="0" t="0" r="0" b="0"/>
                <a:pathLst>
                  <a:path w="17" h="122">
                    <a:moveTo>
                      <a:pt x="0" y="121"/>
                    </a:moveTo>
                    <a:lnTo>
                      <a:pt x="0" y="0"/>
                    </a:lnTo>
                    <a:lnTo>
                      <a:pt x="8" y="1"/>
                    </a:lnTo>
                    <a:lnTo>
                      <a:pt x="16" y="1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47" name="Freeform 331"/>
              <p:cNvSpPr/>
              <p:nvPr/>
            </p:nvSpPr>
            <p:spPr>
              <a:xfrm>
                <a:off x="1732" y="2970"/>
                <a:ext cx="18" cy="26"/>
              </a:xfrm>
              <a:custGeom>
                <a:avLst/>
                <a:gdLst/>
                <a:ahLst/>
                <a:cxnLst>
                  <a:cxn ang="0">
                    <a:pos x="0" y="0"/>
                  </a:cxn>
                  <a:cxn ang="0">
                    <a:pos x="1" y="2"/>
                  </a:cxn>
                  <a:cxn ang="0">
                    <a:pos x="17" y="21"/>
                  </a:cxn>
                  <a:cxn ang="0">
                    <a:pos x="17" y="25"/>
                  </a:cxn>
                  <a:cxn ang="0">
                    <a:pos x="0" y="2"/>
                  </a:cxn>
                  <a:cxn ang="0">
                    <a:pos x="0" y="0"/>
                  </a:cxn>
                </a:cxnLst>
                <a:rect l="0" t="0" r="0" b="0"/>
                <a:pathLst>
                  <a:path w="18" h="26">
                    <a:moveTo>
                      <a:pt x="0" y="0"/>
                    </a:moveTo>
                    <a:lnTo>
                      <a:pt x="1" y="2"/>
                    </a:lnTo>
                    <a:lnTo>
                      <a:pt x="17" y="21"/>
                    </a:lnTo>
                    <a:lnTo>
                      <a:pt x="17" y="25"/>
                    </a:lnTo>
                    <a:lnTo>
                      <a:pt x="0" y="2"/>
                    </a:lnTo>
                    <a:lnTo>
                      <a:pt x="0" y="0"/>
                    </a:lnTo>
                  </a:path>
                </a:pathLst>
              </a:custGeom>
              <a:solidFill>
                <a:srgbClr val="FFFFFF"/>
              </a:solidFill>
              <a:ln w="12700">
                <a:noFill/>
              </a:ln>
            </p:spPr>
            <p:txBody>
              <a:bodyPr/>
              <a:lstStyle/>
              <a:p>
                <a:endParaRPr lang="zh-CN" altLang="en-US"/>
              </a:p>
            </p:txBody>
          </p:sp>
          <p:sp>
            <p:nvSpPr>
              <p:cNvPr id="31048" name="Freeform 332"/>
              <p:cNvSpPr/>
              <p:nvPr/>
            </p:nvSpPr>
            <p:spPr>
              <a:xfrm>
                <a:off x="1732" y="2970"/>
                <a:ext cx="18" cy="26"/>
              </a:xfrm>
              <a:custGeom>
                <a:avLst/>
                <a:gdLst/>
                <a:ahLst/>
                <a:cxnLst>
                  <a:cxn ang="0">
                    <a:pos x="0" y="0"/>
                  </a:cxn>
                  <a:cxn ang="0">
                    <a:pos x="1" y="2"/>
                  </a:cxn>
                  <a:cxn ang="0">
                    <a:pos x="17" y="21"/>
                  </a:cxn>
                  <a:cxn ang="0">
                    <a:pos x="17" y="25"/>
                  </a:cxn>
                  <a:cxn ang="0">
                    <a:pos x="0" y="2"/>
                  </a:cxn>
                </a:cxnLst>
                <a:rect l="0" t="0" r="0" b="0"/>
                <a:pathLst>
                  <a:path w="18" h="26">
                    <a:moveTo>
                      <a:pt x="0" y="0"/>
                    </a:moveTo>
                    <a:lnTo>
                      <a:pt x="1" y="2"/>
                    </a:lnTo>
                    <a:lnTo>
                      <a:pt x="17" y="21"/>
                    </a:lnTo>
                    <a:lnTo>
                      <a:pt x="17" y="25"/>
                    </a:lnTo>
                    <a:lnTo>
                      <a:pt x="0" y="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49" name="Freeform 333"/>
              <p:cNvSpPr/>
              <p:nvPr/>
            </p:nvSpPr>
            <p:spPr>
              <a:xfrm>
                <a:off x="1607" y="3081"/>
                <a:ext cx="455" cy="33"/>
              </a:xfrm>
              <a:custGeom>
                <a:avLst/>
                <a:gdLst/>
                <a:ahLst/>
                <a:cxnLst>
                  <a:cxn ang="0">
                    <a:pos x="0" y="21"/>
                  </a:cxn>
                  <a:cxn ang="0">
                    <a:pos x="70" y="15"/>
                  </a:cxn>
                  <a:cxn ang="0">
                    <a:pos x="70" y="4"/>
                  </a:cxn>
                  <a:cxn ang="0">
                    <a:pos x="269" y="2"/>
                  </a:cxn>
                  <a:cxn ang="0">
                    <a:pos x="352" y="0"/>
                  </a:cxn>
                  <a:cxn ang="0">
                    <a:pos x="385" y="1"/>
                  </a:cxn>
                  <a:cxn ang="0">
                    <a:pos x="415" y="1"/>
                  </a:cxn>
                  <a:cxn ang="0">
                    <a:pos x="423" y="1"/>
                  </a:cxn>
                  <a:cxn ang="0">
                    <a:pos x="431" y="2"/>
                  </a:cxn>
                  <a:cxn ang="0">
                    <a:pos x="436" y="2"/>
                  </a:cxn>
                  <a:cxn ang="0">
                    <a:pos x="442" y="4"/>
                  </a:cxn>
                  <a:cxn ang="0">
                    <a:pos x="448" y="6"/>
                  </a:cxn>
                  <a:cxn ang="0">
                    <a:pos x="454" y="7"/>
                  </a:cxn>
                  <a:cxn ang="0">
                    <a:pos x="452" y="10"/>
                  </a:cxn>
                  <a:cxn ang="0">
                    <a:pos x="436" y="10"/>
                  </a:cxn>
                  <a:cxn ang="0">
                    <a:pos x="436" y="29"/>
                  </a:cxn>
                  <a:cxn ang="0">
                    <a:pos x="320" y="32"/>
                  </a:cxn>
                  <a:cxn ang="0">
                    <a:pos x="166" y="29"/>
                  </a:cxn>
                  <a:cxn ang="0">
                    <a:pos x="54" y="25"/>
                  </a:cxn>
                  <a:cxn ang="0">
                    <a:pos x="0" y="21"/>
                  </a:cxn>
                </a:cxnLst>
                <a:rect l="0" t="0" r="0" b="0"/>
                <a:pathLst>
                  <a:path w="455" h="33">
                    <a:moveTo>
                      <a:pt x="0" y="21"/>
                    </a:moveTo>
                    <a:lnTo>
                      <a:pt x="70" y="15"/>
                    </a:lnTo>
                    <a:lnTo>
                      <a:pt x="70" y="4"/>
                    </a:lnTo>
                    <a:lnTo>
                      <a:pt x="269" y="2"/>
                    </a:lnTo>
                    <a:lnTo>
                      <a:pt x="352" y="0"/>
                    </a:lnTo>
                    <a:lnTo>
                      <a:pt x="385" y="1"/>
                    </a:lnTo>
                    <a:lnTo>
                      <a:pt x="415" y="1"/>
                    </a:lnTo>
                    <a:lnTo>
                      <a:pt x="423" y="1"/>
                    </a:lnTo>
                    <a:lnTo>
                      <a:pt x="431" y="2"/>
                    </a:lnTo>
                    <a:lnTo>
                      <a:pt x="436" y="2"/>
                    </a:lnTo>
                    <a:lnTo>
                      <a:pt x="442" y="4"/>
                    </a:lnTo>
                    <a:lnTo>
                      <a:pt x="448" y="6"/>
                    </a:lnTo>
                    <a:lnTo>
                      <a:pt x="454" y="7"/>
                    </a:lnTo>
                    <a:lnTo>
                      <a:pt x="452" y="10"/>
                    </a:lnTo>
                    <a:lnTo>
                      <a:pt x="436" y="10"/>
                    </a:lnTo>
                    <a:lnTo>
                      <a:pt x="436" y="29"/>
                    </a:lnTo>
                    <a:lnTo>
                      <a:pt x="320" y="32"/>
                    </a:lnTo>
                    <a:lnTo>
                      <a:pt x="166" y="29"/>
                    </a:lnTo>
                    <a:lnTo>
                      <a:pt x="54" y="25"/>
                    </a:lnTo>
                    <a:lnTo>
                      <a:pt x="0" y="21"/>
                    </a:lnTo>
                  </a:path>
                </a:pathLst>
              </a:custGeom>
              <a:solidFill>
                <a:srgbClr val="000000"/>
              </a:solidFill>
              <a:ln w="12700">
                <a:noFill/>
              </a:ln>
            </p:spPr>
            <p:txBody>
              <a:bodyPr/>
              <a:lstStyle/>
              <a:p>
                <a:endParaRPr lang="zh-CN" altLang="en-US"/>
              </a:p>
            </p:txBody>
          </p:sp>
          <p:sp>
            <p:nvSpPr>
              <p:cNvPr id="31050" name="Freeform 334"/>
              <p:cNvSpPr/>
              <p:nvPr/>
            </p:nvSpPr>
            <p:spPr>
              <a:xfrm>
                <a:off x="1607" y="3081"/>
                <a:ext cx="455" cy="33"/>
              </a:xfrm>
              <a:custGeom>
                <a:avLst/>
                <a:gdLst/>
                <a:ahLst/>
                <a:cxnLst>
                  <a:cxn ang="0">
                    <a:pos x="0" y="21"/>
                  </a:cxn>
                  <a:cxn ang="0">
                    <a:pos x="70" y="15"/>
                  </a:cxn>
                  <a:cxn ang="0">
                    <a:pos x="70" y="4"/>
                  </a:cxn>
                  <a:cxn ang="0">
                    <a:pos x="269" y="2"/>
                  </a:cxn>
                  <a:cxn ang="0">
                    <a:pos x="352" y="0"/>
                  </a:cxn>
                  <a:cxn ang="0">
                    <a:pos x="385" y="1"/>
                  </a:cxn>
                  <a:cxn ang="0">
                    <a:pos x="415" y="1"/>
                  </a:cxn>
                  <a:cxn ang="0">
                    <a:pos x="423" y="1"/>
                  </a:cxn>
                  <a:cxn ang="0">
                    <a:pos x="431" y="2"/>
                  </a:cxn>
                  <a:cxn ang="0">
                    <a:pos x="436" y="2"/>
                  </a:cxn>
                  <a:cxn ang="0">
                    <a:pos x="442" y="4"/>
                  </a:cxn>
                  <a:cxn ang="0">
                    <a:pos x="448" y="6"/>
                  </a:cxn>
                  <a:cxn ang="0">
                    <a:pos x="454" y="7"/>
                  </a:cxn>
                  <a:cxn ang="0">
                    <a:pos x="452" y="10"/>
                  </a:cxn>
                  <a:cxn ang="0">
                    <a:pos x="436" y="10"/>
                  </a:cxn>
                  <a:cxn ang="0">
                    <a:pos x="436" y="29"/>
                  </a:cxn>
                  <a:cxn ang="0">
                    <a:pos x="320" y="32"/>
                  </a:cxn>
                  <a:cxn ang="0">
                    <a:pos x="166" y="29"/>
                  </a:cxn>
                  <a:cxn ang="0">
                    <a:pos x="54" y="25"/>
                  </a:cxn>
                </a:cxnLst>
                <a:rect l="0" t="0" r="0" b="0"/>
                <a:pathLst>
                  <a:path w="455" h="33">
                    <a:moveTo>
                      <a:pt x="0" y="21"/>
                    </a:moveTo>
                    <a:lnTo>
                      <a:pt x="70" y="15"/>
                    </a:lnTo>
                    <a:lnTo>
                      <a:pt x="70" y="4"/>
                    </a:lnTo>
                    <a:lnTo>
                      <a:pt x="269" y="2"/>
                    </a:lnTo>
                    <a:lnTo>
                      <a:pt x="352" y="0"/>
                    </a:lnTo>
                    <a:lnTo>
                      <a:pt x="385" y="1"/>
                    </a:lnTo>
                    <a:lnTo>
                      <a:pt x="415" y="1"/>
                    </a:lnTo>
                    <a:lnTo>
                      <a:pt x="423" y="1"/>
                    </a:lnTo>
                    <a:lnTo>
                      <a:pt x="431" y="2"/>
                    </a:lnTo>
                    <a:lnTo>
                      <a:pt x="436" y="2"/>
                    </a:lnTo>
                    <a:lnTo>
                      <a:pt x="442" y="4"/>
                    </a:lnTo>
                    <a:lnTo>
                      <a:pt x="448" y="6"/>
                    </a:lnTo>
                    <a:lnTo>
                      <a:pt x="454" y="7"/>
                    </a:lnTo>
                    <a:lnTo>
                      <a:pt x="452" y="10"/>
                    </a:lnTo>
                    <a:lnTo>
                      <a:pt x="436" y="10"/>
                    </a:lnTo>
                    <a:lnTo>
                      <a:pt x="436" y="29"/>
                    </a:lnTo>
                    <a:lnTo>
                      <a:pt x="320" y="32"/>
                    </a:lnTo>
                    <a:lnTo>
                      <a:pt x="166" y="29"/>
                    </a:lnTo>
                    <a:lnTo>
                      <a:pt x="54" y="2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51" name="Freeform 335"/>
              <p:cNvSpPr/>
              <p:nvPr/>
            </p:nvSpPr>
            <p:spPr>
              <a:xfrm>
                <a:off x="1850" y="2993"/>
                <a:ext cx="30" cy="33"/>
              </a:xfrm>
              <a:custGeom>
                <a:avLst/>
                <a:gdLst/>
                <a:ahLst/>
                <a:cxnLst>
                  <a:cxn ang="0">
                    <a:pos x="29" y="5"/>
                  </a:cxn>
                  <a:cxn ang="0">
                    <a:pos x="24" y="3"/>
                  </a:cxn>
                  <a:cxn ang="0">
                    <a:pos x="19" y="1"/>
                  </a:cxn>
                  <a:cxn ang="0">
                    <a:pos x="16" y="1"/>
                  </a:cxn>
                  <a:cxn ang="0">
                    <a:pos x="12" y="0"/>
                  </a:cxn>
                  <a:cxn ang="0">
                    <a:pos x="9" y="1"/>
                  </a:cxn>
                  <a:cxn ang="0">
                    <a:pos x="5" y="1"/>
                  </a:cxn>
                  <a:cxn ang="0">
                    <a:pos x="3" y="1"/>
                  </a:cxn>
                  <a:cxn ang="0">
                    <a:pos x="0" y="3"/>
                  </a:cxn>
                  <a:cxn ang="0">
                    <a:pos x="0" y="26"/>
                  </a:cxn>
                  <a:cxn ang="0">
                    <a:pos x="6" y="25"/>
                  </a:cxn>
                  <a:cxn ang="0">
                    <a:pos x="12" y="25"/>
                  </a:cxn>
                  <a:cxn ang="0">
                    <a:pos x="16" y="26"/>
                  </a:cxn>
                  <a:cxn ang="0">
                    <a:pos x="20" y="26"/>
                  </a:cxn>
                  <a:cxn ang="0">
                    <a:pos x="24" y="28"/>
                  </a:cxn>
                  <a:cxn ang="0">
                    <a:pos x="26" y="30"/>
                  </a:cxn>
                  <a:cxn ang="0">
                    <a:pos x="29" y="32"/>
                  </a:cxn>
                  <a:cxn ang="0">
                    <a:pos x="29" y="5"/>
                  </a:cxn>
                </a:cxnLst>
                <a:rect l="0" t="0" r="0" b="0"/>
                <a:pathLst>
                  <a:path w="30" h="33">
                    <a:moveTo>
                      <a:pt x="29" y="5"/>
                    </a:moveTo>
                    <a:lnTo>
                      <a:pt x="24" y="3"/>
                    </a:lnTo>
                    <a:lnTo>
                      <a:pt x="19" y="1"/>
                    </a:lnTo>
                    <a:lnTo>
                      <a:pt x="16" y="1"/>
                    </a:lnTo>
                    <a:lnTo>
                      <a:pt x="12" y="0"/>
                    </a:lnTo>
                    <a:lnTo>
                      <a:pt x="9" y="1"/>
                    </a:lnTo>
                    <a:lnTo>
                      <a:pt x="5" y="1"/>
                    </a:lnTo>
                    <a:lnTo>
                      <a:pt x="3" y="1"/>
                    </a:lnTo>
                    <a:lnTo>
                      <a:pt x="0" y="3"/>
                    </a:lnTo>
                    <a:lnTo>
                      <a:pt x="0" y="26"/>
                    </a:lnTo>
                    <a:lnTo>
                      <a:pt x="6" y="25"/>
                    </a:lnTo>
                    <a:lnTo>
                      <a:pt x="12" y="25"/>
                    </a:lnTo>
                    <a:lnTo>
                      <a:pt x="16" y="26"/>
                    </a:lnTo>
                    <a:lnTo>
                      <a:pt x="20" y="26"/>
                    </a:lnTo>
                    <a:lnTo>
                      <a:pt x="24" y="28"/>
                    </a:lnTo>
                    <a:lnTo>
                      <a:pt x="26" y="30"/>
                    </a:lnTo>
                    <a:lnTo>
                      <a:pt x="29" y="32"/>
                    </a:lnTo>
                    <a:lnTo>
                      <a:pt x="29" y="5"/>
                    </a:lnTo>
                  </a:path>
                </a:pathLst>
              </a:custGeom>
              <a:solidFill>
                <a:srgbClr val="FFFFDF"/>
              </a:solidFill>
              <a:ln w="12700">
                <a:noFill/>
              </a:ln>
            </p:spPr>
            <p:txBody>
              <a:bodyPr/>
              <a:lstStyle/>
              <a:p>
                <a:endParaRPr lang="zh-CN" altLang="en-US"/>
              </a:p>
            </p:txBody>
          </p:sp>
          <p:sp>
            <p:nvSpPr>
              <p:cNvPr id="31052" name="Freeform 336"/>
              <p:cNvSpPr/>
              <p:nvPr/>
            </p:nvSpPr>
            <p:spPr>
              <a:xfrm>
                <a:off x="1850" y="2993"/>
                <a:ext cx="30" cy="33"/>
              </a:xfrm>
              <a:custGeom>
                <a:avLst/>
                <a:gdLst/>
                <a:ahLst/>
                <a:cxnLst>
                  <a:cxn ang="0">
                    <a:pos x="29" y="5"/>
                  </a:cxn>
                  <a:cxn ang="0">
                    <a:pos x="24" y="3"/>
                  </a:cxn>
                  <a:cxn ang="0">
                    <a:pos x="19" y="1"/>
                  </a:cxn>
                  <a:cxn ang="0">
                    <a:pos x="16" y="1"/>
                  </a:cxn>
                  <a:cxn ang="0">
                    <a:pos x="12" y="0"/>
                  </a:cxn>
                  <a:cxn ang="0">
                    <a:pos x="9" y="1"/>
                  </a:cxn>
                  <a:cxn ang="0">
                    <a:pos x="5" y="1"/>
                  </a:cxn>
                  <a:cxn ang="0">
                    <a:pos x="3" y="1"/>
                  </a:cxn>
                  <a:cxn ang="0">
                    <a:pos x="0" y="3"/>
                  </a:cxn>
                  <a:cxn ang="0">
                    <a:pos x="0" y="26"/>
                  </a:cxn>
                  <a:cxn ang="0">
                    <a:pos x="6" y="25"/>
                  </a:cxn>
                  <a:cxn ang="0">
                    <a:pos x="12" y="25"/>
                  </a:cxn>
                  <a:cxn ang="0">
                    <a:pos x="16" y="26"/>
                  </a:cxn>
                  <a:cxn ang="0">
                    <a:pos x="20" y="26"/>
                  </a:cxn>
                  <a:cxn ang="0">
                    <a:pos x="24" y="28"/>
                  </a:cxn>
                  <a:cxn ang="0">
                    <a:pos x="26" y="30"/>
                  </a:cxn>
                  <a:cxn ang="0">
                    <a:pos x="29" y="32"/>
                  </a:cxn>
                </a:cxnLst>
                <a:rect l="0" t="0" r="0" b="0"/>
                <a:pathLst>
                  <a:path w="30" h="33">
                    <a:moveTo>
                      <a:pt x="29" y="5"/>
                    </a:moveTo>
                    <a:lnTo>
                      <a:pt x="24" y="3"/>
                    </a:lnTo>
                    <a:lnTo>
                      <a:pt x="19" y="1"/>
                    </a:lnTo>
                    <a:lnTo>
                      <a:pt x="16" y="1"/>
                    </a:lnTo>
                    <a:lnTo>
                      <a:pt x="12" y="0"/>
                    </a:lnTo>
                    <a:lnTo>
                      <a:pt x="9" y="1"/>
                    </a:lnTo>
                    <a:lnTo>
                      <a:pt x="5" y="1"/>
                    </a:lnTo>
                    <a:lnTo>
                      <a:pt x="3" y="1"/>
                    </a:lnTo>
                    <a:lnTo>
                      <a:pt x="0" y="3"/>
                    </a:lnTo>
                    <a:lnTo>
                      <a:pt x="0" y="26"/>
                    </a:lnTo>
                    <a:lnTo>
                      <a:pt x="6" y="25"/>
                    </a:lnTo>
                    <a:lnTo>
                      <a:pt x="12" y="25"/>
                    </a:lnTo>
                    <a:lnTo>
                      <a:pt x="16" y="26"/>
                    </a:lnTo>
                    <a:lnTo>
                      <a:pt x="20" y="26"/>
                    </a:lnTo>
                    <a:lnTo>
                      <a:pt x="24" y="28"/>
                    </a:lnTo>
                    <a:lnTo>
                      <a:pt x="26" y="30"/>
                    </a:lnTo>
                    <a:lnTo>
                      <a:pt x="29" y="3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53" name="Freeform 337"/>
              <p:cNvSpPr/>
              <p:nvPr/>
            </p:nvSpPr>
            <p:spPr>
              <a:xfrm>
                <a:off x="1850" y="3013"/>
                <a:ext cx="31" cy="17"/>
              </a:xfrm>
              <a:custGeom>
                <a:avLst/>
                <a:gdLst/>
                <a:ahLst/>
                <a:cxnLst>
                  <a:cxn ang="0">
                    <a:pos x="0" y="2"/>
                  </a:cxn>
                  <a:cxn ang="0">
                    <a:pos x="5" y="0"/>
                  </a:cxn>
                  <a:cxn ang="0">
                    <a:pos x="9" y="0"/>
                  </a:cxn>
                  <a:cxn ang="0">
                    <a:pos x="14" y="0"/>
                  </a:cxn>
                  <a:cxn ang="0">
                    <a:pos x="17" y="2"/>
                  </a:cxn>
                  <a:cxn ang="0">
                    <a:pos x="20" y="2"/>
                  </a:cxn>
                  <a:cxn ang="0">
                    <a:pos x="22" y="5"/>
                  </a:cxn>
                  <a:cxn ang="0">
                    <a:pos x="23" y="5"/>
                  </a:cxn>
                  <a:cxn ang="0">
                    <a:pos x="26" y="8"/>
                  </a:cxn>
                  <a:cxn ang="0">
                    <a:pos x="28" y="11"/>
                  </a:cxn>
                  <a:cxn ang="0">
                    <a:pos x="30" y="16"/>
                  </a:cxn>
                  <a:cxn ang="0">
                    <a:pos x="7" y="16"/>
                  </a:cxn>
                  <a:cxn ang="0">
                    <a:pos x="5" y="14"/>
                  </a:cxn>
                  <a:cxn ang="0">
                    <a:pos x="3" y="11"/>
                  </a:cxn>
                  <a:cxn ang="0">
                    <a:pos x="0" y="5"/>
                  </a:cxn>
                  <a:cxn ang="0">
                    <a:pos x="0" y="2"/>
                  </a:cxn>
                </a:cxnLst>
                <a:rect l="0" t="0" r="0" b="0"/>
                <a:pathLst>
                  <a:path w="31" h="17">
                    <a:moveTo>
                      <a:pt x="0" y="2"/>
                    </a:moveTo>
                    <a:lnTo>
                      <a:pt x="5" y="0"/>
                    </a:lnTo>
                    <a:lnTo>
                      <a:pt x="9" y="0"/>
                    </a:lnTo>
                    <a:lnTo>
                      <a:pt x="14" y="0"/>
                    </a:lnTo>
                    <a:lnTo>
                      <a:pt x="17" y="2"/>
                    </a:lnTo>
                    <a:lnTo>
                      <a:pt x="20" y="2"/>
                    </a:lnTo>
                    <a:lnTo>
                      <a:pt x="22" y="5"/>
                    </a:lnTo>
                    <a:lnTo>
                      <a:pt x="23" y="5"/>
                    </a:lnTo>
                    <a:lnTo>
                      <a:pt x="26" y="8"/>
                    </a:lnTo>
                    <a:lnTo>
                      <a:pt x="28" y="11"/>
                    </a:lnTo>
                    <a:lnTo>
                      <a:pt x="30" y="16"/>
                    </a:lnTo>
                    <a:lnTo>
                      <a:pt x="7" y="16"/>
                    </a:lnTo>
                    <a:lnTo>
                      <a:pt x="5" y="14"/>
                    </a:lnTo>
                    <a:lnTo>
                      <a:pt x="3" y="11"/>
                    </a:lnTo>
                    <a:lnTo>
                      <a:pt x="0" y="5"/>
                    </a:lnTo>
                    <a:lnTo>
                      <a:pt x="0" y="2"/>
                    </a:lnTo>
                  </a:path>
                </a:pathLst>
              </a:custGeom>
              <a:solidFill>
                <a:srgbClr val="000000"/>
              </a:solidFill>
              <a:ln w="12700">
                <a:noFill/>
              </a:ln>
            </p:spPr>
            <p:txBody>
              <a:bodyPr/>
              <a:lstStyle/>
              <a:p>
                <a:endParaRPr lang="zh-CN" altLang="en-US"/>
              </a:p>
            </p:txBody>
          </p:sp>
          <p:sp>
            <p:nvSpPr>
              <p:cNvPr id="31054" name="Freeform 338"/>
              <p:cNvSpPr/>
              <p:nvPr/>
            </p:nvSpPr>
            <p:spPr>
              <a:xfrm>
                <a:off x="1850" y="3013"/>
                <a:ext cx="31" cy="17"/>
              </a:xfrm>
              <a:custGeom>
                <a:avLst/>
                <a:gdLst/>
                <a:ahLst/>
                <a:cxnLst>
                  <a:cxn ang="0">
                    <a:pos x="0" y="2"/>
                  </a:cxn>
                  <a:cxn ang="0">
                    <a:pos x="5" y="0"/>
                  </a:cxn>
                  <a:cxn ang="0">
                    <a:pos x="9" y="0"/>
                  </a:cxn>
                  <a:cxn ang="0">
                    <a:pos x="14" y="0"/>
                  </a:cxn>
                  <a:cxn ang="0">
                    <a:pos x="17" y="2"/>
                  </a:cxn>
                  <a:cxn ang="0">
                    <a:pos x="20" y="2"/>
                  </a:cxn>
                  <a:cxn ang="0">
                    <a:pos x="22" y="5"/>
                  </a:cxn>
                  <a:cxn ang="0">
                    <a:pos x="23" y="5"/>
                  </a:cxn>
                  <a:cxn ang="0">
                    <a:pos x="26" y="8"/>
                  </a:cxn>
                  <a:cxn ang="0">
                    <a:pos x="28" y="11"/>
                  </a:cxn>
                  <a:cxn ang="0">
                    <a:pos x="30" y="16"/>
                  </a:cxn>
                  <a:cxn ang="0">
                    <a:pos x="7" y="16"/>
                  </a:cxn>
                  <a:cxn ang="0">
                    <a:pos x="5" y="14"/>
                  </a:cxn>
                  <a:cxn ang="0">
                    <a:pos x="3" y="11"/>
                  </a:cxn>
                  <a:cxn ang="0">
                    <a:pos x="0" y="5"/>
                  </a:cxn>
                </a:cxnLst>
                <a:rect l="0" t="0" r="0" b="0"/>
                <a:pathLst>
                  <a:path w="31" h="17">
                    <a:moveTo>
                      <a:pt x="0" y="2"/>
                    </a:moveTo>
                    <a:lnTo>
                      <a:pt x="5" y="0"/>
                    </a:lnTo>
                    <a:lnTo>
                      <a:pt x="9" y="0"/>
                    </a:lnTo>
                    <a:lnTo>
                      <a:pt x="14" y="0"/>
                    </a:lnTo>
                    <a:lnTo>
                      <a:pt x="17" y="2"/>
                    </a:lnTo>
                    <a:lnTo>
                      <a:pt x="20" y="2"/>
                    </a:lnTo>
                    <a:lnTo>
                      <a:pt x="22" y="5"/>
                    </a:lnTo>
                    <a:lnTo>
                      <a:pt x="23" y="5"/>
                    </a:lnTo>
                    <a:lnTo>
                      <a:pt x="26" y="8"/>
                    </a:lnTo>
                    <a:lnTo>
                      <a:pt x="28" y="11"/>
                    </a:lnTo>
                    <a:lnTo>
                      <a:pt x="30" y="16"/>
                    </a:lnTo>
                    <a:lnTo>
                      <a:pt x="7" y="16"/>
                    </a:lnTo>
                    <a:lnTo>
                      <a:pt x="5" y="14"/>
                    </a:lnTo>
                    <a:lnTo>
                      <a:pt x="3" y="11"/>
                    </a:lnTo>
                    <a:lnTo>
                      <a:pt x="0"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55" name="Freeform 339"/>
              <p:cNvSpPr/>
              <p:nvPr/>
            </p:nvSpPr>
            <p:spPr>
              <a:xfrm>
                <a:off x="1730" y="3023"/>
                <a:ext cx="284" cy="39"/>
              </a:xfrm>
              <a:custGeom>
                <a:avLst/>
                <a:gdLst/>
                <a:ahLst/>
                <a:cxnLst>
                  <a:cxn ang="0">
                    <a:pos x="283" y="6"/>
                  </a:cxn>
                  <a:cxn ang="0">
                    <a:pos x="283" y="9"/>
                  </a:cxn>
                  <a:cxn ang="0">
                    <a:pos x="282" y="10"/>
                  </a:cxn>
                  <a:cxn ang="0">
                    <a:pos x="278" y="12"/>
                  </a:cxn>
                  <a:cxn ang="0">
                    <a:pos x="276" y="12"/>
                  </a:cxn>
                  <a:cxn ang="0">
                    <a:pos x="274" y="12"/>
                  </a:cxn>
                  <a:cxn ang="0">
                    <a:pos x="270" y="13"/>
                  </a:cxn>
                  <a:cxn ang="0">
                    <a:pos x="266" y="13"/>
                  </a:cxn>
                  <a:cxn ang="0">
                    <a:pos x="254" y="15"/>
                  </a:cxn>
                  <a:cxn ang="0">
                    <a:pos x="245" y="15"/>
                  </a:cxn>
                  <a:cxn ang="0">
                    <a:pos x="234" y="17"/>
                  </a:cxn>
                  <a:cxn ang="0">
                    <a:pos x="219" y="18"/>
                  </a:cxn>
                  <a:cxn ang="0">
                    <a:pos x="207" y="18"/>
                  </a:cxn>
                  <a:cxn ang="0">
                    <a:pos x="207" y="33"/>
                  </a:cxn>
                  <a:cxn ang="0">
                    <a:pos x="77" y="38"/>
                  </a:cxn>
                  <a:cxn ang="0">
                    <a:pos x="77" y="12"/>
                  </a:cxn>
                  <a:cxn ang="0">
                    <a:pos x="63" y="13"/>
                  </a:cxn>
                  <a:cxn ang="0">
                    <a:pos x="56" y="38"/>
                  </a:cxn>
                  <a:cxn ang="0">
                    <a:pos x="52" y="38"/>
                  </a:cxn>
                  <a:cxn ang="0">
                    <a:pos x="58" y="13"/>
                  </a:cxn>
                  <a:cxn ang="0">
                    <a:pos x="0" y="15"/>
                  </a:cxn>
                  <a:cxn ang="0">
                    <a:pos x="1" y="9"/>
                  </a:cxn>
                  <a:cxn ang="0">
                    <a:pos x="55" y="6"/>
                  </a:cxn>
                  <a:cxn ang="0">
                    <a:pos x="112" y="6"/>
                  </a:cxn>
                  <a:cxn ang="0">
                    <a:pos x="145" y="4"/>
                  </a:cxn>
                  <a:cxn ang="0">
                    <a:pos x="166" y="3"/>
                  </a:cxn>
                  <a:cxn ang="0">
                    <a:pos x="191" y="0"/>
                  </a:cxn>
                  <a:cxn ang="0">
                    <a:pos x="223" y="0"/>
                  </a:cxn>
                  <a:cxn ang="0">
                    <a:pos x="242" y="0"/>
                  </a:cxn>
                  <a:cxn ang="0">
                    <a:pos x="251" y="0"/>
                  </a:cxn>
                  <a:cxn ang="0">
                    <a:pos x="262" y="1"/>
                  </a:cxn>
                  <a:cxn ang="0">
                    <a:pos x="268" y="3"/>
                  </a:cxn>
                  <a:cxn ang="0">
                    <a:pos x="274" y="4"/>
                  </a:cxn>
                  <a:cxn ang="0">
                    <a:pos x="283" y="6"/>
                  </a:cxn>
                </a:cxnLst>
                <a:rect l="0" t="0" r="0" b="0"/>
                <a:pathLst>
                  <a:path w="284" h="39">
                    <a:moveTo>
                      <a:pt x="283" y="6"/>
                    </a:moveTo>
                    <a:lnTo>
                      <a:pt x="283" y="9"/>
                    </a:lnTo>
                    <a:lnTo>
                      <a:pt x="282" y="10"/>
                    </a:lnTo>
                    <a:lnTo>
                      <a:pt x="278" y="12"/>
                    </a:lnTo>
                    <a:lnTo>
                      <a:pt x="276" y="12"/>
                    </a:lnTo>
                    <a:lnTo>
                      <a:pt x="274" y="12"/>
                    </a:lnTo>
                    <a:lnTo>
                      <a:pt x="270" y="13"/>
                    </a:lnTo>
                    <a:lnTo>
                      <a:pt x="266" y="13"/>
                    </a:lnTo>
                    <a:lnTo>
                      <a:pt x="254" y="15"/>
                    </a:lnTo>
                    <a:lnTo>
                      <a:pt x="245" y="15"/>
                    </a:lnTo>
                    <a:lnTo>
                      <a:pt x="234" y="17"/>
                    </a:lnTo>
                    <a:lnTo>
                      <a:pt x="219" y="18"/>
                    </a:lnTo>
                    <a:lnTo>
                      <a:pt x="207" y="18"/>
                    </a:lnTo>
                    <a:lnTo>
                      <a:pt x="207" y="33"/>
                    </a:lnTo>
                    <a:lnTo>
                      <a:pt x="77" y="38"/>
                    </a:lnTo>
                    <a:lnTo>
                      <a:pt x="77" y="12"/>
                    </a:lnTo>
                    <a:lnTo>
                      <a:pt x="63" y="13"/>
                    </a:lnTo>
                    <a:lnTo>
                      <a:pt x="56" y="38"/>
                    </a:lnTo>
                    <a:lnTo>
                      <a:pt x="52" y="38"/>
                    </a:lnTo>
                    <a:lnTo>
                      <a:pt x="58" y="13"/>
                    </a:lnTo>
                    <a:lnTo>
                      <a:pt x="0" y="15"/>
                    </a:lnTo>
                    <a:lnTo>
                      <a:pt x="1" y="9"/>
                    </a:lnTo>
                    <a:lnTo>
                      <a:pt x="55" y="6"/>
                    </a:lnTo>
                    <a:lnTo>
                      <a:pt x="112" y="6"/>
                    </a:lnTo>
                    <a:lnTo>
                      <a:pt x="145" y="4"/>
                    </a:lnTo>
                    <a:lnTo>
                      <a:pt x="166" y="3"/>
                    </a:lnTo>
                    <a:lnTo>
                      <a:pt x="191" y="0"/>
                    </a:lnTo>
                    <a:lnTo>
                      <a:pt x="223" y="0"/>
                    </a:lnTo>
                    <a:lnTo>
                      <a:pt x="242" y="0"/>
                    </a:lnTo>
                    <a:lnTo>
                      <a:pt x="251" y="0"/>
                    </a:lnTo>
                    <a:lnTo>
                      <a:pt x="262" y="1"/>
                    </a:lnTo>
                    <a:lnTo>
                      <a:pt x="268" y="3"/>
                    </a:lnTo>
                    <a:lnTo>
                      <a:pt x="274" y="4"/>
                    </a:lnTo>
                    <a:lnTo>
                      <a:pt x="283" y="6"/>
                    </a:lnTo>
                  </a:path>
                </a:pathLst>
              </a:custGeom>
              <a:solidFill>
                <a:srgbClr val="000000"/>
              </a:solidFill>
              <a:ln w="12700">
                <a:noFill/>
              </a:ln>
            </p:spPr>
            <p:txBody>
              <a:bodyPr/>
              <a:lstStyle/>
              <a:p>
                <a:endParaRPr lang="zh-CN" altLang="en-US"/>
              </a:p>
            </p:txBody>
          </p:sp>
          <p:sp>
            <p:nvSpPr>
              <p:cNvPr id="31056" name="Freeform 340"/>
              <p:cNvSpPr/>
              <p:nvPr/>
            </p:nvSpPr>
            <p:spPr>
              <a:xfrm>
                <a:off x="1730" y="3023"/>
                <a:ext cx="284" cy="39"/>
              </a:xfrm>
              <a:custGeom>
                <a:avLst/>
                <a:gdLst/>
                <a:ahLst/>
                <a:cxnLst>
                  <a:cxn ang="0">
                    <a:pos x="283" y="6"/>
                  </a:cxn>
                  <a:cxn ang="0">
                    <a:pos x="283" y="9"/>
                  </a:cxn>
                  <a:cxn ang="0">
                    <a:pos x="282" y="10"/>
                  </a:cxn>
                  <a:cxn ang="0">
                    <a:pos x="278" y="12"/>
                  </a:cxn>
                  <a:cxn ang="0">
                    <a:pos x="276" y="12"/>
                  </a:cxn>
                  <a:cxn ang="0">
                    <a:pos x="274" y="12"/>
                  </a:cxn>
                  <a:cxn ang="0">
                    <a:pos x="270" y="13"/>
                  </a:cxn>
                  <a:cxn ang="0">
                    <a:pos x="266" y="13"/>
                  </a:cxn>
                  <a:cxn ang="0">
                    <a:pos x="254" y="15"/>
                  </a:cxn>
                  <a:cxn ang="0">
                    <a:pos x="245" y="15"/>
                  </a:cxn>
                  <a:cxn ang="0">
                    <a:pos x="234" y="17"/>
                  </a:cxn>
                  <a:cxn ang="0">
                    <a:pos x="219" y="18"/>
                  </a:cxn>
                  <a:cxn ang="0">
                    <a:pos x="207" y="18"/>
                  </a:cxn>
                  <a:cxn ang="0">
                    <a:pos x="207" y="33"/>
                  </a:cxn>
                  <a:cxn ang="0">
                    <a:pos x="77" y="38"/>
                  </a:cxn>
                  <a:cxn ang="0">
                    <a:pos x="77" y="12"/>
                  </a:cxn>
                  <a:cxn ang="0">
                    <a:pos x="63" y="13"/>
                  </a:cxn>
                  <a:cxn ang="0">
                    <a:pos x="56" y="38"/>
                  </a:cxn>
                  <a:cxn ang="0">
                    <a:pos x="52" y="38"/>
                  </a:cxn>
                  <a:cxn ang="0">
                    <a:pos x="58" y="13"/>
                  </a:cxn>
                  <a:cxn ang="0">
                    <a:pos x="0" y="15"/>
                  </a:cxn>
                  <a:cxn ang="0">
                    <a:pos x="1" y="9"/>
                  </a:cxn>
                  <a:cxn ang="0">
                    <a:pos x="55" y="6"/>
                  </a:cxn>
                  <a:cxn ang="0">
                    <a:pos x="112" y="6"/>
                  </a:cxn>
                  <a:cxn ang="0">
                    <a:pos x="145" y="4"/>
                  </a:cxn>
                  <a:cxn ang="0">
                    <a:pos x="166" y="3"/>
                  </a:cxn>
                  <a:cxn ang="0">
                    <a:pos x="191" y="0"/>
                  </a:cxn>
                  <a:cxn ang="0">
                    <a:pos x="223" y="0"/>
                  </a:cxn>
                  <a:cxn ang="0">
                    <a:pos x="242" y="0"/>
                  </a:cxn>
                  <a:cxn ang="0">
                    <a:pos x="251" y="0"/>
                  </a:cxn>
                  <a:cxn ang="0">
                    <a:pos x="262" y="1"/>
                  </a:cxn>
                  <a:cxn ang="0">
                    <a:pos x="268" y="3"/>
                  </a:cxn>
                  <a:cxn ang="0">
                    <a:pos x="274" y="4"/>
                  </a:cxn>
                </a:cxnLst>
                <a:rect l="0" t="0" r="0" b="0"/>
                <a:pathLst>
                  <a:path w="284" h="39">
                    <a:moveTo>
                      <a:pt x="283" y="6"/>
                    </a:moveTo>
                    <a:lnTo>
                      <a:pt x="283" y="9"/>
                    </a:lnTo>
                    <a:lnTo>
                      <a:pt x="282" y="10"/>
                    </a:lnTo>
                    <a:lnTo>
                      <a:pt x="278" y="12"/>
                    </a:lnTo>
                    <a:lnTo>
                      <a:pt x="276" y="12"/>
                    </a:lnTo>
                    <a:lnTo>
                      <a:pt x="274" y="12"/>
                    </a:lnTo>
                    <a:lnTo>
                      <a:pt x="270" y="13"/>
                    </a:lnTo>
                    <a:lnTo>
                      <a:pt x="266" y="13"/>
                    </a:lnTo>
                    <a:lnTo>
                      <a:pt x="254" y="15"/>
                    </a:lnTo>
                    <a:lnTo>
                      <a:pt x="245" y="15"/>
                    </a:lnTo>
                    <a:lnTo>
                      <a:pt x="234" y="17"/>
                    </a:lnTo>
                    <a:lnTo>
                      <a:pt x="219" y="18"/>
                    </a:lnTo>
                    <a:lnTo>
                      <a:pt x="207" y="18"/>
                    </a:lnTo>
                    <a:lnTo>
                      <a:pt x="207" y="33"/>
                    </a:lnTo>
                    <a:lnTo>
                      <a:pt x="77" y="38"/>
                    </a:lnTo>
                    <a:lnTo>
                      <a:pt x="77" y="12"/>
                    </a:lnTo>
                    <a:lnTo>
                      <a:pt x="63" y="13"/>
                    </a:lnTo>
                    <a:lnTo>
                      <a:pt x="56" y="38"/>
                    </a:lnTo>
                    <a:lnTo>
                      <a:pt x="52" y="38"/>
                    </a:lnTo>
                    <a:lnTo>
                      <a:pt x="58" y="13"/>
                    </a:lnTo>
                    <a:lnTo>
                      <a:pt x="0" y="15"/>
                    </a:lnTo>
                    <a:lnTo>
                      <a:pt x="1" y="9"/>
                    </a:lnTo>
                    <a:lnTo>
                      <a:pt x="55" y="6"/>
                    </a:lnTo>
                    <a:lnTo>
                      <a:pt x="112" y="6"/>
                    </a:lnTo>
                    <a:lnTo>
                      <a:pt x="145" y="4"/>
                    </a:lnTo>
                    <a:lnTo>
                      <a:pt x="166" y="3"/>
                    </a:lnTo>
                    <a:lnTo>
                      <a:pt x="191" y="0"/>
                    </a:lnTo>
                    <a:lnTo>
                      <a:pt x="223" y="0"/>
                    </a:lnTo>
                    <a:lnTo>
                      <a:pt x="242" y="0"/>
                    </a:lnTo>
                    <a:lnTo>
                      <a:pt x="251" y="0"/>
                    </a:lnTo>
                    <a:lnTo>
                      <a:pt x="262" y="1"/>
                    </a:lnTo>
                    <a:lnTo>
                      <a:pt x="268" y="3"/>
                    </a:lnTo>
                    <a:lnTo>
                      <a:pt x="274" y="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57" name="Freeform 341"/>
              <p:cNvSpPr/>
              <p:nvPr/>
            </p:nvSpPr>
            <p:spPr>
              <a:xfrm>
                <a:off x="1879" y="3015"/>
                <a:ext cx="135" cy="17"/>
              </a:xfrm>
              <a:custGeom>
                <a:avLst/>
                <a:gdLst/>
                <a:ahLst/>
                <a:cxnLst>
                  <a:cxn ang="0">
                    <a:pos x="0" y="0"/>
                  </a:cxn>
                  <a:cxn ang="0">
                    <a:pos x="15" y="0"/>
                  </a:cxn>
                  <a:cxn ang="0">
                    <a:pos x="40" y="0"/>
                  </a:cxn>
                  <a:cxn ang="0">
                    <a:pos x="58" y="0"/>
                  </a:cxn>
                  <a:cxn ang="0">
                    <a:pos x="70" y="0"/>
                  </a:cxn>
                  <a:cxn ang="0">
                    <a:pos x="83" y="0"/>
                  </a:cxn>
                  <a:cxn ang="0">
                    <a:pos x="93" y="0"/>
                  </a:cxn>
                  <a:cxn ang="0">
                    <a:pos x="101" y="1"/>
                  </a:cxn>
                  <a:cxn ang="0">
                    <a:pos x="107" y="1"/>
                  </a:cxn>
                  <a:cxn ang="0">
                    <a:pos x="111" y="1"/>
                  </a:cxn>
                  <a:cxn ang="0">
                    <a:pos x="117" y="4"/>
                  </a:cxn>
                  <a:cxn ang="0">
                    <a:pos x="121" y="4"/>
                  </a:cxn>
                  <a:cxn ang="0">
                    <a:pos x="125" y="7"/>
                  </a:cxn>
                  <a:cxn ang="0">
                    <a:pos x="127" y="9"/>
                  </a:cxn>
                  <a:cxn ang="0">
                    <a:pos x="131" y="12"/>
                  </a:cxn>
                  <a:cxn ang="0">
                    <a:pos x="134" y="13"/>
                  </a:cxn>
                  <a:cxn ang="0">
                    <a:pos x="134" y="16"/>
                  </a:cxn>
                  <a:cxn ang="0">
                    <a:pos x="131" y="13"/>
                  </a:cxn>
                  <a:cxn ang="0">
                    <a:pos x="127" y="13"/>
                  </a:cxn>
                  <a:cxn ang="0">
                    <a:pos x="121" y="12"/>
                  </a:cxn>
                  <a:cxn ang="0">
                    <a:pos x="115" y="12"/>
                  </a:cxn>
                  <a:cxn ang="0">
                    <a:pos x="110" y="9"/>
                  </a:cxn>
                  <a:cxn ang="0">
                    <a:pos x="104" y="9"/>
                  </a:cxn>
                  <a:cxn ang="0">
                    <a:pos x="99" y="9"/>
                  </a:cxn>
                  <a:cxn ang="0">
                    <a:pos x="93" y="9"/>
                  </a:cxn>
                  <a:cxn ang="0">
                    <a:pos x="85" y="9"/>
                  </a:cxn>
                  <a:cxn ang="0">
                    <a:pos x="77" y="9"/>
                  </a:cxn>
                  <a:cxn ang="0">
                    <a:pos x="62" y="9"/>
                  </a:cxn>
                  <a:cxn ang="0">
                    <a:pos x="40" y="12"/>
                  </a:cxn>
                  <a:cxn ang="0">
                    <a:pos x="12" y="13"/>
                  </a:cxn>
                  <a:cxn ang="0">
                    <a:pos x="0" y="13"/>
                  </a:cxn>
                  <a:cxn ang="0">
                    <a:pos x="0" y="0"/>
                  </a:cxn>
                </a:cxnLst>
                <a:rect l="0" t="0" r="0" b="0"/>
                <a:pathLst>
                  <a:path w="135" h="17">
                    <a:moveTo>
                      <a:pt x="0" y="0"/>
                    </a:moveTo>
                    <a:lnTo>
                      <a:pt x="15" y="0"/>
                    </a:lnTo>
                    <a:lnTo>
                      <a:pt x="40" y="0"/>
                    </a:lnTo>
                    <a:lnTo>
                      <a:pt x="58" y="0"/>
                    </a:lnTo>
                    <a:lnTo>
                      <a:pt x="70" y="0"/>
                    </a:lnTo>
                    <a:lnTo>
                      <a:pt x="83" y="0"/>
                    </a:lnTo>
                    <a:lnTo>
                      <a:pt x="93" y="0"/>
                    </a:lnTo>
                    <a:lnTo>
                      <a:pt x="101" y="1"/>
                    </a:lnTo>
                    <a:lnTo>
                      <a:pt x="107" y="1"/>
                    </a:lnTo>
                    <a:lnTo>
                      <a:pt x="111" y="1"/>
                    </a:lnTo>
                    <a:lnTo>
                      <a:pt x="117" y="4"/>
                    </a:lnTo>
                    <a:lnTo>
                      <a:pt x="121" y="4"/>
                    </a:lnTo>
                    <a:lnTo>
                      <a:pt x="125" y="7"/>
                    </a:lnTo>
                    <a:lnTo>
                      <a:pt x="127" y="9"/>
                    </a:lnTo>
                    <a:lnTo>
                      <a:pt x="131" y="12"/>
                    </a:lnTo>
                    <a:lnTo>
                      <a:pt x="134" y="13"/>
                    </a:lnTo>
                    <a:lnTo>
                      <a:pt x="134" y="16"/>
                    </a:lnTo>
                    <a:lnTo>
                      <a:pt x="131" y="13"/>
                    </a:lnTo>
                    <a:lnTo>
                      <a:pt x="127" y="13"/>
                    </a:lnTo>
                    <a:lnTo>
                      <a:pt x="121" y="12"/>
                    </a:lnTo>
                    <a:lnTo>
                      <a:pt x="115" y="12"/>
                    </a:lnTo>
                    <a:lnTo>
                      <a:pt x="110" y="9"/>
                    </a:lnTo>
                    <a:lnTo>
                      <a:pt x="104" y="9"/>
                    </a:lnTo>
                    <a:lnTo>
                      <a:pt x="99" y="9"/>
                    </a:lnTo>
                    <a:lnTo>
                      <a:pt x="93" y="9"/>
                    </a:lnTo>
                    <a:lnTo>
                      <a:pt x="85" y="9"/>
                    </a:lnTo>
                    <a:lnTo>
                      <a:pt x="77" y="9"/>
                    </a:lnTo>
                    <a:lnTo>
                      <a:pt x="62" y="9"/>
                    </a:lnTo>
                    <a:lnTo>
                      <a:pt x="40" y="12"/>
                    </a:lnTo>
                    <a:lnTo>
                      <a:pt x="12" y="13"/>
                    </a:lnTo>
                    <a:lnTo>
                      <a:pt x="0" y="13"/>
                    </a:lnTo>
                    <a:lnTo>
                      <a:pt x="0" y="0"/>
                    </a:lnTo>
                  </a:path>
                </a:pathLst>
              </a:custGeom>
              <a:solidFill>
                <a:srgbClr val="FFFFBF"/>
              </a:solidFill>
              <a:ln w="12700">
                <a:noFill/>
              </a:ln>
            </p:spPr>
            <p:txBody>
              <a:bodyPr/>
              <a:lstStyle/>
              <a:p>
                <a:endParaRPr lang="zh-CN" altLang="en-US"/>
              </a:p>
            </p:txBody>
          </p:sp>
          <p:sp>
            <p:nvSpPr>
              <p:cNvPr id="31058" name="Freeform 342"/>
              <p:cNvSpPr/>
              <p:nvPr/>
            </p:nvSpPr>
            <p:spPr>
              <a:xfrm>
                <a:off x="1879" y="3015"/>
                <a:ext cx="135" cy="17"/>
              </a:xfrm>
              <a:custGeom>
                <a:avLst/>
                <a:gdLst/>
                <a:ahLst/>
                <a:cxnLst>
                  <a:cxn ang="0">
                    <a:pos x="0" y="0"/>
                  </a:cxn>
                  <a:cxn ang="0">
                    <a:pos x="15" y="0"/>
                  </a:cxn>
                  <a:cxn ang="0">
                    <a:pos x="40" y="0"/>
                  </a:cxn>
                  <a:cxn ang="0">
                    <a:pos x="58" y="0"/>
                  </a:cxn>
                  <a:cxn ang="0">
                    <a:pos x="70" y="0"/>
                  </a:cxn>
                  <a:cxn ang="0">
                    <a:pos x="83" y="0"/>
                  </a:cxn>
                  <a:cxn ang="0">
                    <a:pos x="93" y="0"/>
                  </a:cxn>
                  <a:cxn ang="0">
                    <a:pos x="101" y="1"/>
                  </a:cxn>
                  <a:cxn ang="0">
                    <a:pos x="107" y="1"/>
                  </a:cxn>
                  <a:cxn ang="0">
                    <a:pos x="111" y="1"/>
                  </a:cxn>
                  <a:cxn ang="0">
                    <a:pos x="117" y="4"/>
                  </a:cxn>
                  <a:cxn ang="0">
                    <a:pos x="121" y="4"/>
                  </a:cxn>
                  <a:cxn ang="0">
                    <a:pos x="125" y="7"/>
                  </a:cxn>
                  <a:cxn ang="0">
                    <a:pos x="127" y="9"/>
                  </a:cxn>
                  <a:cxn ang="0">
                    <a:pos x="131" y="12"/>
                  </a:cxn>
                  <a:cxn ang="0">
                    <a:pos x="134" y="13"/>
                  </a:cxn>
                  <a:cxn ang="0">
                    <a:pos x="134" y="16"/>
                  </a:cxn>
                  <a:cxn ang="0">
                    <a:pos x="131" y="13"/>
                  </a:cxn>
                  <a:cxn ang="0">
                    <a:pos x="127" y="13"/>
                  </a:cxn>
                  <a:cxn ang="0">
                    <a:pos x="121" y="12"/>
                  </a:cxn>
                  <a:cxn ang="0">
                    <a:pos x="115" y="12"/>
                  </a:cxn>
                  <a:cxn ang="0">
                    <a:pos x="110" y="9"/>
                  </a:cxn>
                  <a:cxn ang="0">
                    <a:pos x="104" y="9"/>
                  </a:cxn>
                  <a:cxn ang="0">
                    <a:pos x="99" y="9"/>
                  </a:cxn>
                  <a:cxn ang="0">
                    <a:pos x="93" y="9"/>
                  </a:cxn>
                  <a:cxn ang="0">
                    <a:pos x="85" y="9"/>
                  </a:cxn>
                  <a:cxn ang="0">
                    <a:pos x="77" y="9"/>
                  </a:cxn>
                  <a:cxn ang="0">
                    <a:pos x="62" y="9"/>
                  </a:cxn>
                  <a:cxn ang="0">
                    <a:pos x="40" y="12"/>
                  </a:cxn>
                  <a:cxn ang="0">
                    <a:pos x="12" y="13"/>
                  </a:cxn>
                  <a:cxn ang="0">
                    <a:pos x="0" y="13"/>
                  </a:cxn>
                </a:cxnLst>
                <a:rect l="0" t="0" r="0" b="0"/>
                <a:pathLst>
                  <a:path w="135" h="17">
                    <a:moveTo>
                      <a:pt x="0" y="0"/>
                    </a:moveTo>
                    <a:lnTo>
                      <a:pt x="15" y="0"/>
                    </a:lnTo>
                    <a:lnTo>
                      <a:pt x="40" y="0"/>
                    </a:lnTo>
                    <a:lnTo>
                      <a:pt x="58" y="0"/>
                    </a:lnTo>
                    <a:lnTo>
                      <a:pt x="70" y="0"/>
                    </a:lnTo>
                    <a:lnTo>
                      <a:pt x="83" y="0"/>
                    </a:lnTo>
                    <a:lnTo>
                      <a:pt x="93" y="0"/>
                    </a:lnTo>
                    <a:lnTo>
                      <a:pt x="101" y="1"/>
                    </a:lnTo>
                    <a:lnTo>
                      <a:pt x="107" y="1"/>
                    </a:lnTo>
                    <a:lnTo>
                      <a:pt x="111" y="1"/>
                    </a:lnTo>
                    <a:lnTo>
                      <a:pt x="117" y="4"/>
                    </a:lnTo>
                    <a:lnTo>
                      <a:pt x="121" y="4"/>
                    </a:lnTo>
                    <a:lnTo>
                      <a:pt x="125" y="7"/>
                    </a:lnTo>
                    <a:lnTo>
                      <a:pt x="127" y="9"/>
                    </a:lnTo>
                    <a:lnTo>
                      <a:pt x="131" y="12"/>
                    </a:lnTo>
                    <a:lnTo>
                      <a:pt x="134" y="13"/>
                    </a:lnTo>
                    <a:lnTo>
                      <a:pt x="134" y="16"/>
                    </a:lnTo>
                    <a:lnTo>
                      <a:pt x="131" y="13"/>
                    </a:lnTo>
                    <a:lnTo>
                      <a:pt x="127" y="13"/>
                    </a:lnTo>
                    <a:lnTo>
                      <a:pt x="121" y="12"/>
                    </a:lnTo>
                    <a:lnTo>
                      <a:pt x="115" y="12"/>
                    </a:lnTo>
                    <a:lnTo>
                      <a:pt x="110" y="9"/>
                    </a:lnTo>
                    <a:lnTo>
                      <a:pt x="104" y="9"/>
                    </a:lnTo>
                    <a:lnTo>
                      <a:pt x="99" y="9"/>
                    </a:lnTo>
                    <a:lnTo>
                      <a:pt x="93" y="9"/>
                    </a:lnTo>
                    <a:lnTo>
                      <a:pt x="85" y="9"/>
                    </a:lnTo>
                    <a:lnTo>
                      <a:pt x="77" y="9"/>
                    </a:lnTo>
                    <a:lnTo>
                      <a:pt x="62" y="9"/>
                    </a:lnTo>
                    <a:lnTo>
                      <a:pt x="40" y="12"/>
                    </a:lnTo>
                    <a:lnTo>
                      <a:pt x="12" y="13"/>
                    </a:lnTo>
                    <a:lnTo>
                      <a:pt x="0" y="1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59" name="Freeform 343"/>
              <p:cNvSpPr/>
              <p:nvPr/>
            </p:nvSpPr>
            <p:spPr>
              <a:xfrm>
                <a:off x="1610" y="3039"/>
                <a:ext cx="17" cy="67"/>
              </a:xfrm>
              <a:custGeom>
                <a:avLst/>
                <a:gdLst/>
                <a:ahLst/>
                <a:cxnLst>
                  <a:cxn ang="0">
                    <a:pos x="12" y="64"/>
                  </a:cxn>
                  <a:cxn ang="0">
                    <a:pos x="16" y="66"/>
                  </a:cxn>
                  <a:cxn ang="0">
                    <a:pos x="1" y="1"/>
                  </a:cxn>
                  <a:cxn ang="0">
                    <a:pos x="0" y="0"/>
                  </a:cxn>
                  <a:cxn ang="0">
                    <a:pos x="12" y="64"/>
                  </a:cxn>
                </a:cxnLst>
                <a:rect l="0" t="0" r="0" b="0"/>
                <a:pathLst>
                  <a:path w="17" h="67">
                    <a:moveTo>
                      <a:pt x="12" y="64"/>
                    </a:moveTo>
                    <a:lnTo>
                      <a:pt x="16" y="66"/>
                    </a:lnTo>
                    <a:lnTo>
                      <a:pt x="1" y="1"/>
                    </a:lnTo>
                    <a:lnTo>
                      <a:pt x="0" y="0"/>
                    </a:lnTo>
                    <a:lnTo>
                      <a:pt x="12" y="64"/>
                    </a:lnTo>
                  </a:path>
                </a:pathLst>
              </a:custGeom>
              <a:solidFill>
                <a:srgbClr val="FFFFFF"/>
              </a:solidFill>
              <a:ln w="12700">
                <a:noFill/>
              </a:ln>
            </p:spPr>
            <p:txBody>
              <a:bodyPr/>
              <a:lstStyle/>
              <a:p>
                <a:endParaRPr lang="zh-CN" altLang="en-US"/>
              </a:p>
            </p:txBody>
          </p:sp>
          <p:sp>
            <p:nvSpPr>
              <p:cNvPr id="31060" name="Freeform 344"/>
              <p:cNvSpPr/>
              <p:nvPr/>
            </p:nvSpPr>
            <p:spPr>
              <a:xfrm>
                <a:off x="1610" y="3039"/>
                <a:ext cx="17" cy="67"/>
              </a:xfrm>
              <a:custGeom>
                <a:avLst/>
                <a:gdLst/>
                <a:ahLst/>
                <a:cxnLst>
                  <a:cxn ang="0">
                    <a:pos x="12" y="64"/>
                  </a:cxn>
                  <a:cxn ang="0">
                    <a:pos x="16" y="66"/>
                  </a:cxn>
                  <a:cxn ang="0">
                    <a:pos x="1" y="1"/>
                  </a:cxn>
                  <a:cxn ang="0">
                    <a:pos x="0" y="0"/>
                  </a:cxn>
                </a:cxnLst>
                <a:rect l="0" t="0" r="0" b="0"/>
                <a:pathLst>
                  <a:path w="17" h="67">
                    <a:moveTo>
                      <a:pt x="12" y="64"/>
                    </a:moveTo>
                    <a:lnTo>
                      <a:pt x="16" y="66"/>
                    </a:lnTo>
                    <a:lnTo>
                      <a:pt x="1" y="1"/>
                    </a:lnTo>
                    <a:lnTo>
                      <a:pt x="0"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61" name="Freeform 345"/>
              <p:cNvSpPr/>
              <p:nvPr/>
            </p:nvSpPr>
            <p:spPr>
              <a:xfrm>
                <a:off x="2161" y="3009"/>
                <a:ext cx="17" cy="93"/>
              </a:xfrm>
              <a:custGeom>
                <a:avLst/>
                <a:gdLst/>
                <a:ahLst/>
                <a:cxnLst>
                  <a:cxn ang="0">
                    <a:pos x="5" y="0"/>
                  </a:cxn>
                  <a:cxn ang="0">
                    <a:pos x="0" y="0"/>
                  </a:cxn>
                  <a:cxn ang="0">
                    <a:pos x="0" y="92"/>
                  </a:cxn>
                  <a:cxn ang="0">
                    <a:pos x="16" y="92"/>
                  </a:cxn>
                  <a:cxn ang="0">
                    <a:pos x="5" y="0"/>
                  </a:cxn>
                </a:cxnLst>
                <a:rect l="0" t="0" r="0" b="0"/>
                <a:pathLst>
                  <a:path w="17" h="93">
                    <a:moveTo>
                      <a:pt x="5" y="0"/>
                    </a:moveTo>
                    <a:lnTo>
                      <a:pt x="0" y="0"/>
                    </a:lnTo>
                    <a:lnTo>
                      <a:pt x="0" y="92"/>
                    </a:lnTo>
                    <a:lnTo>
                      <a:pt x="16" y="92"/>
                    </a:lnTo>
                    <a:lnTo>
                      <a:pt x="5" y="0"/>
                    </a:lnTo>
                  </a:path>
                </a:pathLst>
              </a:custGeom>
              <a:solidFill>
                <a:srgbClr val="FFFFFF"/>
              </a:solidFill>
              <a:ln w="12700">
                <a:noFill/>
              </a:ln>
            </p:spPr>
            <p:txBody>
              <a:bodyPr/>
              <a:lstStyle/>
              <a:p>
                <a:endParaRPr lang="zh-CN" altLang="en-US"/>
              </a:p>
            </p:txBody>
          </p:sp>
          <p:sp>
            <p:nvSpPr>
              <p:cNvPr id="31062" name="Freeform 346"/>
              <p:cNvSpPr/>
              <p:nvPr/>
            </p:nvSpPr>
            <p:spPr>
              <a:xfrm>
                <a:off x="2161" y="3009"/>
                <a:ext cx="17" cy="93"/>
              </a:xfrm>
              <a:custGeom>
                <a:avLst/>
                <a:gdLst/>
                <a:ahLst/>
                <a:cxnLst>
                  <a:cxn ang="0">
                    <a:pos x="5" y="0"/>
                  </a:cxn>
                  <a:cxn ang="0">
                    <a:pos x="0" y="0"/>
                  </a:cxn>
                  <a:cxn ang="0">
                    <a:pos x="0" y="92"/>
                  </a:cxn>
                  <a:cxn ang="0">
                    <a:pos x="16" y="92"/>
                  </a:cxn>
                </a:cxnLst>
                <a:rect l="0" t="0" r="0" b="0"/>
                <a:pathLst>
                  <a:path w="17" h="93">
                    <a:moveTo>
                      <a:pt x="5" y="0"/>
                    </a:moveTo>
                    <a:lnTo>
                      <a:pt x="0" y="0"/>
                    </a:lnTo>
                    <a:lnTo>
                      <a:pt x="0" y="92"/>
                    </a:lnTo>
                    <a:lnTo>
                      <a:pt x="16" y="9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63" name="Freeform 347"/>
              <p:cNvSpPr/>
              <p:nvPr/>
            </p:nvSpPr>
            <p:spPr>
              <a:xfrm>
                <a:off x="2161" y="3046"/>
                <a:ext cx="17" cy="17"/>
              </a:xfrm>
              <a:custGeom>
                <a:avLst/>
                <a:gdLst/>
                <a:ahLst/>
                <a:cxnLst>
                  <a:cxn ang="0">
                    <a:pos x="0" y="0"/>
                  </a:cxn>
                  <a:cxn ang="0">
                    <a:pos x="16" y="0"/>
                  </a:cxn>
                  <a:cxn ang="0">
                    <a:pos x="16" y="13"/>
                  </a:cxn>
                  <a:cxn ang="0">
                    <a:pos x="0" y="16"/>
                  </a:cxn>
                  <a:cxn ang="0">
                    <a:pos x="0" y="0"/>
                  </a:cxn>
                </a:cxnLst>
                <a:rect l="0" t="0" r="0" b="0"/>
                <a:pathLst>
                  <a:path w="17" h="17">
                    <a:moveTo>
                      <a:pt x="0" y="0"/>
                    </a:moveTo>
                    <a:lnTo>
                      <a:pt x="16" y="0"/>
                    </a:lnTo>
                    <a:lnTo>
                      <a:pt x="16" y="13"/>
                    </a:lnTo>
                    <a:lnTo>
                      <a:pt x="0" y="16"/>
                    </a:lnTo>
                    <a:lnTo>
                      <a:pt x="0" y="0"/>
                    </a:lnTo>
                  </a:path>
                </a:pathLst>
              </a:custGeom>
              <a:solidFill>
                <a:srgbClr val="000000"/>
              </a:solidFill>
              <a:ln w="12700">
                <a:noFill/>
              </a:ln>
            </p:spPr>
            <p:txBody>
              <a:bodyPr/>
              <a:lstStyle/>
              <a:p>
                <a:endParaRPr lang="zh-CN" altLang="en-US"/>
              </a:p>
            </p:txBody>
          </p:sp>
          <p:sp>
            <p:nvSpPr>
              <p:cNvPr id="31064" name="Freeform 348"/>
              <p:cNvSpPr/>
              <p:nvPr/>
            </p:nvSpPr>
            <p:spPr>
              <a:xfrm>
                <a:off x="2161" y="3068"/>
                <a:ext cx="17" cy="17"/>
              </a:xfrm>
              <a:custGeom>
                <a:avLst/>
                <a:gdLst/>
                <a:ahLst/>
                <a:cxnLst>
                  <a:cxn ang="0">
                    <a:pos x="0" y="0"/>
                  </a:cxn>
                  <a:cxn ang="0">
                    <a:pos x="16" y="0"/>
                  </a:cxn>
                  <a:cxn ang="0">
                    <a:pos x="16" y="16"/>
                  </a:cxn>
                  <a:cxn ang="0">
                    <a:pos x="0" y="16"/>
                  </a:cxn>
                  <a:cxn ang="0">
                    <a:pos x="0" y="0"/>
                  </a:cxn>
                </a:cxnLst>
                <a:rect l="0" t="0" r="0" b="0"/>
                <a:pathLst>
                  <a:path w="17" h="17">
                    <a:moveTo>
                      <a:pt x="0" y="0"/>
                    </a:moveTo>
                    <a:lnTo>
                      <a:pt x="16" y="0"/>
                    </a:lnTo>
                    <a:lnTo>
                      <a:pt x="16" y="16"/>
                    </a:lnTo>
                    <a:lnTo>
                      <a:pt x="0" y="16"/>
                    </a:lnTo>
                    <a:lnTo>
                      <a:pt x="0" y="0"/>
                    </a:lnTo>
                  </a:path>
                </a:pathLst>
              </a:custGeom>
              <a:solidFill>
                <a:srgbClr val="000000"/>
              </a:solidFill>
              <a:ln w="12700">
                <a:noFill/>
              </a:ln>
            </p:spPr>
            <p:txBody>
              <a:bodyPr/>
              <a:lstStyle/>
              <a:p>
                <a:endParaRPr lang="zh-CN" altLang="en-US"/>
              </a:p>
            </p:txBody>
          </p:sp>
          <p:sp>
            <p:nvSpPr>
              <p:cNvPr id="31065" name="Line 349"/>
              <p:cNvSpPr/>
              <p:nvPr/>
            </p:nvSpPr>
            <p:spPr>
              <a:xfrm>
                <a:off x="1811" y="3087"/>
                <a:ext cx="0" cy="25"/>
              </a:xfrm>
              <a:prstGeom prst="line">
                <a:avLst/>
              </a:prstGeom>
              <a:ln w="12700">
                <a:noFill/>
              </a:ln>
            </p:spPr>
          </p:sp>
          <p:sp>
            <p:nvSpPr>
              <p:cNvPr id="31066" name="Line 350"/>
              <p:cNvSpPr/>
              <p:nvPr/>
            </p:nvSpPr>
            <p:spPr>
              <a:xfrm>
                <a:off x="1811" y="3091"/>
                <a:ext cx="0" cy="17"/>
              </a:xfrm>
              <a:prstGeom prst="line">
                <a:avLst/>
              </a:prstGeom>
              <a:ln w="12700" cap="flat" cmpd="sng">
                <a:solidFill>
                  <a:srgbClr val="FFFF9F"/>
                </a:solidFill>
                <a:prstDash val="solid"/>
                <a:headEnd type="none" w="med" len="med"/>
                <a:tailEnd type="none" w="med" len="med"/>
              </a:ln>
            </p:spPr>
          </p:sp>
          <p:sp>
            <p:nvSpPr>
              <p:cNvPr id="31067" name="Line 351"/>
              <p:cNvSpPr/>
              <p:nvPr/>
            </p:nvSpPr>
            <p:spPr>
              <a:xfrm>
                <a:off x="1743" y="3085"/>
                <a:ext cx="0" cy="27"/>
              </a:xfrm>
              <a:prstGeom prst="line">
                <a:avLst/>
              </a:prstGeom>
              <a:ln w="12700">
                <a:noFill/>
              </a:ln>
            </p:spPr>
          </p:sp>
          <p:sp>
            <p:nvSpPr>
              <p:cNvPr id="31068" name="Line 352"/>
              <p:cNvSpPr/>
              <p:nvPr/>
            </p:nvSpPr>
            <p:spPr>
              <a:xfrm>
                <a:off x="1743" y="3089"/>
                <a:ext cx="0" cy="19"/>
              </a:xfrm>
              <a:prstGeom prst="line">
                <a:avLst/>
              </a:prstGeom>
              <a:ln w="12700" cap="flat" cmpd="sng">
                <a:solidFill>
                  <a:srgbClr val="FFFF9F"/>
                </a:solidFill>
                <a:prstDash val="solid"/>
                <a:headEnd type="none" w="med" len="med"/>
                <a:tailEnd type="none" w="med" len="med"/>
              </a:ln>
            </p:spPr>
          </p:sp>
          <p:sp>
            <p:nvSpPr>
              <p:cNvPr id="31069" name="Freeform 353"/>
              <p:cNvSpPr/>
              <p:nvPr/>
            </p:nvSpPr>
            <p:spPr>
              <a:xfrm>
                <a:off x="1684" y="3059"/>
                <a:ext cx="17" cy="77"/>
              </a:xfrm>
              <a:custGeom>
                <a:avLst/>
                <a:gdLst/>
                <a:ahLst/>
                <a:cxnLst>
                  <a:cxn ang="0">
                    <a:pos x="16" y="0"/>
                  </a:cxn>
                  <a:cxn ang="0">
                    <a:pos x="0" y="76"/>
                  </a:cxn>
                  <a:cxn ang="0">
                    <a:pos x="16" y="0"/>
                  </a:cxn>
                </a:cxnLst>
                <a:rect l="0" t="0" r="0" b="0"/>
                <a:pathLst>
                  <a:path w="17" h="77">
                    <a:moveTo>
                      <a:pt x="16" y="0"/>
                    </a:moveTo>
                    <a:lnTo>
                      <a:pt x="0" y="76"/>
                    </a:lnTo>
                    <a:lnTo>
                      <a:pt x="16" y="0"/>
                    </a:lnTo>
                  </a:path>
                </a:pathLst>
              </a:custGeom>
              <a:noFill/>
              <a:ln w="12700" cap="rnd" cmpd="sng">
                <a:solidFill>
                  <a:srgbClr val="FFFF9F"/>
                </a:solidFill>
                <a:prstDash val="solid"/>
                <a:round/>
                <a:headEnd type="none" w="med" len="med"/>
                <a:tailEnd type="none" w="med" len="med"/>
              </a:ln>
            </p:spPr>
            <p:txBody>
              <a:bodyPr/>
              <a:lstStyle/>
              <a:p>
                <a:endParaRPr lang="zh-CN" altLang="en-US"/>
              </a:p>
            </p:txBody>
          </p:sp>
          <p:sp>
            <p:nvSpPr>
              <p:cNvPr id="31070" name="Freeform 354"/>
              <p:cNvSpPr/>
              <p:nvPr/>
            </p:nvSpPr>
            <p:spPr>
              <a:xfrm>
                <a:off x="1921" y="3025"/>
                <a:ext cx="1" cy="35"/>
              </a:xfrm>
              <a:custGeom>
                <a:avLst/>
                <a:gdLst/>
                <a:ahLst/>
                <a:cxnLst>
                  <a:cxn ang="0">
                    <a:pos x="0" y="0"/>
                  </a:cxn>
                  <a:cxn ang="0">
                    <a:pos x="0" y="34"/>
                  </a:cxn>
                  <a:cxn ang="0">
                    <a:pos x="0" y="32"/>
                  </a:cxn>
                  <a:cxn ang="0">
                    <a:pos x="0" y="0"/>
                  </a:cxn>
                </a:cxnLst>
                <a:rect l="0" t="0" r="0" b="0"/>
                <a:pathLst>
                  <a:path w="1" h="35">
                    <a:moveTo>
                      <a:pt x="0" y="0"/>
                    </a:moveTo>
                    <a:lnTo>
                      <a:pt x="0" y="34"/>
                    </a:lnTo>
                    <a:lnTo>
                      <a:pt x="0" y="32"/>
                    </a:lnTo>
                    <a:lnTo>
                      <a:pt x="0" y="0"/>
                    </a:lnTo>
                  </a:path>
                </a:pathLst>
              </a:custGeom>
              <a:solidFill>
                <a:srgbClr val="000000"/>
              </a:solidFill>
              <a:ln w="12700">
                <a:noFill/>
              </a:ln>
            </p:spPr>
            <p:txBody>
              <a:bodyPr/>
              <a:lstStyle/>
              <a:p>
                <a:endParaRPr lang="zh-CN" altLang="en-US"/>
              </a:p>
            </p:txBody>
          </p:sp>
          <p:sp>
            <p:nvSpPr>
              <p:cNvPr id="31071" name="Freeform 355"/>
              <p:cNvSpPr/>
              <p:nvPr/>
            </p:nvSpPr>
            <p:spPr>
              <a:xfrm>
                <a:off x="1921" y="3025"/>
                <a:ext cx="1" cy="35"/>
              </a:xfrm>
              <a:custGeom>
                <a:avLst/>
                <a:gdLst/>
                <a:ahLst/>
                <a:cxnLst>
                  <a:cxn ang="0">
                    <a:pos x="0" y="0"/>
                  </a:cxn>
                  <a:cxn ang="0">
                    <a:pos x="0" y="34"/>
                  </a:cxn>
                  <a:cxn ang="0">
                    <a:pos x="0" y="32"/>
                  </a:cxn>
                </a:cxnLst>
                <a:rect l="0" t="0" r="0" b="0"/>
                <a:pathLst>
                  <a:path w="1" h="35">
                    <a:moveTo>
                      <a:pt x="0" y="0"/>
                    </a:moveTo>
                    <a:lnTo>
                      <a:pt x="0" y="34"/>
                    </a:lnTo>
                    <a:lnTo>
                      <a:pt x="0" y="32"/>
                    </a:lnTo>
                  </a:path>
                </a:pathLst>
              </a:custGeom>
              <a:noFill/>
              <a:ln w="12700" cap="rnd" cmpd="sng">
                <a:solidFill>
                  <a:srgbClr val="FFFF9F"/>
                </a:solidFill>
                <a:prstDash val="solid"/>
                <a:round/>
                <a:headEnd type="none" w="med" len="med"/>
                <a:tailEnd type="none" w="med" len="med"/>
              </a:ln>
            </p:spPr>
            <p:txBody>
              <a:bodyPr/>
              <a:lstStyle/>
              <a:p>
                <a:endParaRPr lang="zh-CN" altLang="en-US"/>
              </a:p>
            </p:txBody>
          </p:sp>
          <p:sp>
            <p:nvSpPr>
              <p:cNvPr id="31072" name="Freeform 356"/>
              <p:cNvSpPr/>
              <p:nvPr/>
            </p:nvSpPr>
            <p:spPr>
              <a:xfrm>
                <a:off x="1815" y="2993"/>
                <a:ext cx="17" cy="105"/>
              </a:xfrm>
              <a:custGeom>
                <a:avLst/>
                <a:gdLst/>
                <a:ahLst/>
                <a:cxnLst>
                  <a:cxn ang="0">
                    <a:pos x="16" y="0"/>
                  </a:cxn>
                  <a:cxn ang="0">
                    <a:pos x="0" y="104"/>
                  </a:cxn>
                  <a:cxn ang="0">
                    <a:pos x="16" y="0"/>
                  </a:cxn>
                </a:cxnLst>
                <a:rect l="0" t="0" r="0" b="0"/>
                <a:pathLst>
                  <a:path w="17" h="105">
                    <a:moveTo>
                      <a:pt x="16" y="0"/>
                    </a:moveTo>
                    <a:lnTo>
                      <a:pt x="0" y="104"/>
                    </a:lnTo>
                    <a:lnTo>
                      <a:pt x="16" y="0"/>
                    </a:lnTo>
                  </a:path>
                </a:pathLst>
              </a:custGeom>
              <a:noFill/>
              <a:ln w="12700" cap="rnd" cmpd="sng">
                <a:solidFill>
                  <a:srgbClr val="FFFF9F"/>
                </a:solidFill>
                <a:prstDash val="solid"/>
                <a:round/>
                <a:headEnd type="none" w="med" len="med"/>
                <a:tailEnd type="none" w="med" len="med"/>
              </a:ln>
            </p:spPr>
            <p:txBody>
              <a:bodyPr/>
              <a:lstStyle/>
              <a:p>
                <a:endParaRPr lang="zh-CN" altLang="en-US"/>
              </a:p>
            </p:txBody>
          </p:sp>
          <p:sp>
            <p:nvSpPr>
              <p:cNvPr id="31073" name="Freeform 357"/>
              <p:cNvSpPr/>
              <p:nvPr/>
            </p:nvSpPr>
            <p:spPr>
              <a:xfrm>
                <a:off x="1923" y="2946"/>
                <a:ext cx="17" cy="34"/>
              </a:xfrm>
              <a:custGeom>
                <a:avLst/>
                <a:gdLst/>
                <a:ahLst/>
                <a:cxnLst>
                  <a:cxn ang="0">
                    <a:pos x="16" y="0"/>
                  </a:cxn>
                  <a:cxn ang="0">
                    <a:pos x="0" y="33"/>
                  </a:cxn>
                  <a:cxn ang="0">
                    <a:pos x="16" y="0"/>
                  </a:cxn>
                </a:cxnLst>
                <a:rect l="0" t="0" r="0" b="0"/>
                <a:pathLst>
                  <a:path w="17" h="34">
                    <a:moveTo>
                      <a:pt x="16" y="0"/>
                    </a:moveTo>
                    <a:lnTo>
                      <a:pt x="0" y="33"/>
                    </a:lnTo>
                    <a:lnTo>
                      <a:pt x="1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74" name="Freeform 358"/>
              <p:cNvSpPr/>
              <p:nvPr/>
            </p:nvSpPr>
            <p:spPr>
              <a:xfrm>
                <a:off x="1888" y="2947"/>
                <a:ext cx="72" cy="17"/>
              </a:xfrm>
              <a:custGeom>
                <a:avLst/>
                <a:gdLst/>
                <a:ahLst/>
                <a:cxnLst>
                  <a:cxn ang="0">
                    <a:pos x="0" y="16"/>
                  </a:cxn>
                  <a:cxn ang="0">
                    <a:pos x="71" y="0"/>
                  </a:cxn>
                  <a:cxn ang="0">
                    <a:pos x="0" y="16"/>
                  </a:cxn>
                </a:cxnLst>
                <a:rect l="0" t="0" r="0" b="0"/>
                <a:pathLst>
                  <a:path w="72" h="17">
                    <a:moveTo>
                      <a:pt x="0" y="16"/>
                    </a:moveTo>
                    <a:lnTo>
                      <a:pt x="71" y="0"/>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75" name="Freeform 359"/>
              <p:cNvSpPr/>
              <p:nvPr/>
            </p:nvSpPr>
            <p:spPr>
              <a:xfrm>
                <a:off x="1863" y="2968"/>
                <a:ext cx="99" cy="34"/>
              </a:xfrm>
              <a:custGeom>
                <a:avLst/>
                <a:gdLst/>
                <a:ahLst/>
                <a:cxnLst>
                  <a:cxn ang="0">
                    <a:pos x="0" y="33"/>
                  </a:cxn>
                  <a:cxn ang="0">
                    <a:pos x="3" y="16"/>
                  </a:cxn>
                  <a:cxn ang="0">
                    <a:pos x="5" y="10"/>
                  </a:cxn>
                  <a:cxn ang="0">
                    <a:pos x="5" y="8"/>
                  </a:cxn>
                  <a:cxn ang="0">
                    <a:pos x="7" y="8"/>
                  </a:cxn>
                  <a:cxn ang="0">
                    <a:pos x="9" y="6"/>
                  </a:cxn>
                  <a:cxn ang="0">
                    <a:pos x="21" y="2"/>
                  </a:cxn>
                  <a:cxn ang="0">
                    <a:pos x="31" y="1"/>
                  </a:cxn>
                  <a:cxn ang="0">
                    <a:pos x="44" y="0"/>
                  </a:cxn>
                  <a:cxn ang="0">
                    <a:pos x="60" y="0"/>
                  </a:cxn>
                  <a:cxn ang="0">
                    <a:pos x="74" y="0"/>
                  </a:cxn>
                  <a:cxn ang="0">
                    <a:pos x="77" y="1"/>
                  </a:cxn>
                  <a:cxn ang="0">
                    <a:pos x="80" y="1"/>
                  </a:cxn>
                  <a:cxn ang="0">
                    <a:pos x="83" y="2"/>
                  </a:cxn>
                  <a:cxn ang="0">
                    <a:pos x="86" y="4"/>
                  </a:cxn>
                  <a:cxn ang="0">
                    <a:pos x="90" y="6"/>
                  </a:cxn>
                  <a:cxn ang="0">
                    <a:pos x="91" y="8"/>
                  </a:cxn>
                  <a:cxn ang="0">
                    <a:pos x="92" y="14"/>
                  </a:cxn>
                  <a:cxn ang="0">
                    <a:pos x="98" y="33"/>
                  </a:cxn>
                  <a:cxn ang="0">
                    <a:pos x="0" y="33"/>
                  </a:cxn>
                </a:cxnLst>
                <a:rect l="0" t="0" r="0" b="0"/>
                <a:pathLst>
                  <a:path w="99" h="34">
                    <a:moveTo>
                      <a:pt x="0" y="33"/>
                    </a:moveTo>
                    <a:lnTo>
                      <a:pt x="3" y="16"/>
                    </a:lnTo>
                    <a:lnTo>
                      <a:pt x="5" y="10"/>
                    </a:lnTo>
                    <a:lnTo>
                      <a:pt x="5" y="8"/>
                    </a:lnTo>
                    <a:lnTo>
                      <a:pt x="7" y="8"/>
                    </a:lnTo>
                    <a:lnTo>
                      <a:pt x="9" y="6"/>
                    </a:lnTo>
                    <a:lnTo>
                      <a:pt x="21" y="2"/>
                    </a:lnTo>
                    <a:lnTo>
                      <a:pt x="31" y="1"/>
                    </a:lnTo>
                    <a:lnTo>
                      <a:pt x="44" y="0"/>
                    </a:lnTo>
                    <a:lnTo>
                      <a:pt x="60" y="0"/>
                    </a:lnTo>
                    <a:lnTo>
                      <a:pt x="74" y="0"/>
                    </a:lnTo>
                    <a:lnTo>
                      <a:pt x="77" y="1"/>
                    </a:lnTo>
                    <a:lnTo>
                      <a:pt x="80" y="1"/>
                    </a:lnTo>
                    <a:lnTo>
                      <a:pt x="83" y="2"/>
                    </a:lnTo>
                    <a:lnTo>
                      <a:pt x="86" y="4"/>
                    </a:lnTo>
                    <a:lnTo>
                      <a:pt x="90" y="6"/>
                    </a:lnTo>
                    <a:lnTo>
                      <a:pt x="91" y="8"/>
                    </a:lnTo>
                    <a:lnTo>
                      <a:pt x="92" y="14"/>
                    </a:lnTo>
                    <a:lnTo>
                      <a:pt x="98" y="33"/>
                    </a:lnTo>
                    <a:lnTo>
                      <a:pt x="0" y="33"/>
                    </a:lnTo>
                  </a:path>
                </a:pathLst>
              </a:custGeom>
              <a:solidFill>
                <a:srgbClr val="FFFFFF"/>
              </a:solidFill>
              <a:ln w="12700">
                <a:noFill/>
              </a:ln>
            </p:spPr>
            <p:txBody>
              <a:bodyPr/>
              <a:lstStyle/>
              <a:p>
                <a:endParaRPr lang="zh-CN" altLang="en-US"/>
              </a:p>
            </p:txBody>
          </p:sp>
          <p:sp>
            <p:nvSpPr>
              <p:cNvPr id="31076" name="Freeform 360"/>
              <p:cNvSpPr/>
              <p:nvPr/>
            </p:nvSpPr>
            <p:spPr>
              <a:xfrm>
                <a:off x="1863" y="2968"/>
                <a:ext cx="99" cy="34"/>
              </a:xfrm>
              <a:custGeom>
                <a:avLst/>
                <a:gdLst/>
                <a:ahLst/>
                <a:cxnLst>
                  <a:cxn ang="0">
                    <a:pos x="0" y="33"/>
                  </a:cxn>
                  <a:cxn ang="0">
                    <a:pos x="3" y="16"/>
                  </a:cxn>
                  <a:cxn ang="0">
                    <a:pos x="5" y="10"/>
                  </a:cxn>
                  <a:cxn ang="0">
                    <a:pos x="5" y="8"/>
                  </a:cxn>
                  <a:cxn ang="0">
                    <a:pos x="7" y="8"/>
                  </a:cxn>
                  <a:cxn ang="0">
                    <a:pos x="9" y="6"/>
                  </a:cxn>
                  <a:cxn ang="0">
                    <a:pos x="21" y="2"/>
                  </a:cxn>
                  <a:cxn ang="0">
                    <a:pos x="31" y="1"/>
                  </a:cxn>
                  <a:cxn ang="0">
                    <a:pos x="44" y="0"/>
                  </a:cxn>
                  <a:cxn ang="0">
                    <a:pos x="60" y="0"/>
                  </a:cxn>
                  <a:cxn ang="0">
                    <a:pos x="74" y="0"/>
                  </a:cxn>
                  <a:cxn ang="0">
                    <a:pos x="77" y="1"/>
                  </a:cxn>
                  <a:cxn ang="0">
                    <a:pos x="80" y="1"/>
                  </a:cxn>
                  <a:cxn ang="0">
                    <a:pos x="83" y="2"/>
                  </a:cxn>
                  <a:cxn ang="0">
                    <a:pos x="86" y="4"/>
                  </a:cxn>
                  <a:cxn ang="0">
                    <a:pos x="90" y="6"/>
                  </a:cxn>
                  <a:cxn ang="0">
                    <a:pos x="91" y="8"/>
                  </a:cxn>
                  <a:cxn ang="0">
                    <a:pos x="92" y="14"/>
                  </a:cxn>
                  <a:cxn ang="0">
                    <a:pos x="98" y="33"/>
                  </a:cxn>
                </a:cxnLst>
                <a:rect l="0" t="0" r="0" b="0"/>
                <a:pathLst>
                  <a:path w="99" h="34">
                    <a:moveTo>
                      <a:pt x="0" y="33"/>
                    </a:moveTo>
                    <a:lnTo>
                      <a:pt x="3" y="16"/>
                    </a:lnTo>
                    <a:lnTo>
                      <a:pt x="5" y="10"/>
                    </a:lnTo>
                    <a:lnTo>
                      <a:pt x="5" y="8"/>
                    </a:lnTo>
                    <a:lnTo>
                      <a:pt x="7" y="8"/>
                    </a:lnTo>
                    <a:lnTo>
                      <a:pt x="9" y="6"/>
                    </a:lnTo>
                    <a:lnTo>
                      <a:pt x="21" y="2"/>
                    </a:lnTo>
                    <a:lnTo>
                      <a:pt x="31" y="1"/>
                    </a:lnTo>
                    <a:lnTo>
                      <a:pt x="44" y="0"/>
                    </a:lnTo>
                    <a:lnTo>
                      <a:pt x="60" y="0"/>
                    </a:lnTo>
                    <a:lnTo>
                      <a:pt x="74" y="0"/>
                    </a:lnTo>
                    <a:lnTo>
                      <a:pt x="77" y="1"/>
                    </a:lnTo>
                    <a:lnTo>
                      <a:pt x="80" y="1"/>
                    </a:lnTo>
                    <a:lnTo>
                      <a:pt x="83" y="2"/>
                    </a:lnTo>
                    <a:lnTo>
                      <a:pt x="86" y="4"/>
                    </a:lnTo>
                    <a:lnTo>
                      <a:pt x="90" y="6"/>
                    </a:lnTo>
                    <a:lnTo>
                      <a:pt x="91" y="8"/>
                    </a:lnTo>
                    <a:lnTo>
                      <a:pt x="92" y="14"/>
                    </a:lnTo>
                    <a:lnTo>
                      <a:pt x="98" y="3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77" name="Freeform 361"/>
              <p:cNvSpPr/>
              <p:nvPr/>
            </p:nvSpPr>
            <p:spPr>
              <a:xfrm>
                <a:off x="1942" y="2976"/>
                <a:ext cx="17" cy="21"/>
              </a:xfrm>
              <a:custGeom>
                <a:avLst/>
                <a:gdLst/>
                <a:ahLst/>
                <a:cxnLst>
                  <a:cxn ang="0">
                    <a:pos x="13" y="2"/>
                  </a:cxn>
                  <a:cxn ang="0">
                    <a:pos x="0" y="0"/>
                  </a:cxn>
                  <a:cxn ang="0">
                    <a:pos x="4" y="18"/>
                  </a:cxn>
                  <a:cxn ang="0">
                    <a:pos x="16" y="20"/>
                  </a:cxn>
                  <a:cxn ang="0">
                    <a:pos x="13" y="2"/>
                  </a:cxn>
                </a:cxnLst>
                <a:rect l="0" t="0" r="0" b="0"/>
                <a:pathLst>
                  <a:path w="17" h="21">
                    <a:moveTo>
                      <a:pt x="13" y="2"/>
                    </a:moveTo>
                    <a:lnTo>
                      <a:pt x="0" y="0"/>
                    </a:lnTo>
                    <a:lnTo>
                      <a:pt x="4" y="18"/>
                    </a:lnTo>
                    <a:lnTo>
                      <a:pt x="16" y="20"/>
                    </a:lnTo>
                    <a:lnTo>
                      <a:pt x="13" y="2"/>
                    </a:lnTo>
                  </a:path>
                </a:pathLst>
              </a:custGeom>
              <a:solidFill>
                <a:srgbClr val="000000"/>
              </a:solidFill>
              <a:ln w="12700">
                <a:noFill/>
              </a:ln>
            </p:spPr>
            <p:txBody>
              <a:bodyPr/>
              <a:lstStyle/>
              <a:p>
                <a:endParaRPr lang="zh-CN" altLang="en-US"/>
              </a:p>
            </p:txBody>
          </p:sp>
          <p:sp>
            <p:nvSpPr>
              <p:cNvPr id="31078" name="Freeform 362"/>
              <p:cNvSpPr/>
              <p:nvPr/>
            </p:nvSpPr>
            <p:spPr>
              <a:xfrm>
                <a:off x="1942" y="2976"/>
                <a:ext cx="17" cy="21"/>
              </a:xfrm>
              <a:custGeom>
                <a:avLst/>
                <a:gdLst/>
                <a:ahLst/>
                <a:cxnLst>
                  <a:cxn ang="0">
                    <a:pos x="13" y="2"/>
                  </a:cxn>
                  <a:cxn ang="0">
                    <a:pos x="0" y="0"/>
                  </a:cxn>
                  <a:cxn ang="0">
                    <a:pos x="4" y="18"/>
                  </a:cxn>
                  <a:cxn ang="0">
                    <a:pos x="16" y="20"/>
                  </a:cxn>
                </a:cxnLst>
                <a:rect l="0" t="0" r="0" b="0"/>
                <a:pathLst>
                  <a:path w="17" h="21">
                    <a:moveTo>
                      <a:pt x="13" y="2"/>
                    </a:moveTo>
                    <a:lnTo>
                      <a:pt x="0" y="0"/>
                    </a:lnTo>
                    <a:lnTo>
                      <a:pt x="4" y="18"/>
                    </a:lnTo>
                    <a:lnTo>
                      <a:pt x="16" y="2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79" name="Freeform 363"/>
              <p:cNvSpPr/>
              <p:nvPr/>
            </p:nvSpPr>
            <p:spPr>
              <a:xfrm>
                <a:off x="1923" y="2974"/>
                <a:ext cx="19" cy="22"/>
              </a:xfrm>
              <a:custGeom>
                <a:avLst/>
                <a:gdLst/>
                <a:ahLst/>
                <a:cxnLst>
                  <a:cxn ang="0">
                    <a:pos x="16" y="0"/>
                  </a:cxn>
                  <a:cxn ang="0">
                    <a:pos x="0" y="0"/>
                  </a:cxn>
                  <a:cxn ang="0">
                    <a:pos x="3" y="19"/>
                  </a:cxn>
                  <a:cxn ang="0">
                    <a:pos x="18" y="21"/>
                  </a:cxn>
                  <a:cxn ang="0">
                    <a:pos x="16" y="0"/>
                  </a:cxn>
                </a:cxnLst>
                <a:rect l="0" t="0" r="0" b="0"/>
                <a:pathLst>
                  <a:path w="19" h="22">
                    <a:moveTo>
                      <a:pt x="16" y="0"/>
                    </a:moveTo>
                    <a:lnTo>
                      <a:pt x="0" y="0"/>
                    </a:lnTo>
                    <a:lnTo>
                      <a:pt x="3" y="19"/>
                    </a:lnTo>
                    <a:lnTo>
                      <a:pt x="18" y="21"/>
                    </a:lnTo>
                    <a:lnTo>
                      <a:pt x="16" y="0"/>
                    </a:lnTo>
                  </a:path>
                </a:pathLst>
              </a:custGeom>
              <a:solidFill>
                <a:srgbClr val="000000"/>
              </a:solidFill>
              <a:ln w="12700">
                <a:noFill/>
              </a:ln>
            </p:spPr>
            <p:txBody>
              <a:bodyPr/>
              <a:lstStyle/>
              <a:p>
                <a:endParaRPr lang="zh-CN" altLang="en-US"/>
              </a:p>
            </p:txBody>
          </p:sp>
          <p:sp>
            <p:nvSpPr>
              <p:cNvPr id="31080" name="Freeform 364"/>
              <p:cNvSpPr/>
              <p:nvPr/>
            </p:nvSpPr>
            <p:spPr>
              <a:xfrm>
                <a:off x="1912" y="2973"/>
                <a:ext cx="17" cy="21"/>
              </a:xfrm>
              <a:custGeom>
                <a:avLst/>
                <a:gdLst/>
                <a:ahLst/>
                <a:cxnLst>
                  <a:cxn ang="0">
                    <a:pos x="13" y="1"/>
                  </a:cxn>
                  <a:cxn ang="0">
                    <a:pos x="0" y="0"/>
                  </a:cxn>
                  <a:cxn ang="0">
                    <a:pos x="2" y="20"/>
                  </a:cxn>
                  <a:cxn ang="0">
                    <a:pos x="16" y="20"/>
                  </a:cxn>
                  <a:cxn ang="0">
                    <a:pos x="13" y="1"/>
                  </a:cxn>
                </a:cxnLst>
                <a:rect l="0" t="0" r="0" b="0"/>
                <a:pathLst>
                  <a:path w="17" h="21">
                    <a:moveTo>
                      <a:pt x="13" y="1"/>
                    </a:moveTo>
                    <a:lnTo>
                      <a:pt x="0" y="0"/>
                    </a:lnTo>
                    <a:lnTo>
                      <a:pt x="2" y="20"/>
                    </a:lnTo>
                    <a:lnTo>
                      <a:pt x="16" y="20"/>
                    </a:lnTo>
                    <a:lnTo>
                      <a:pt x="13" y="1"/>
                    </a:lnTo>
                  </a:path>
                </a:pathLst>
              </a:custGeom>
              <a:solidFill>
                <a:srgbClr val="000000"/>
              </a:solidFill>
              <a:ln w="12700">
                <a:noFill/>
              </a:ln>
            </p:spPr>
            <p:txBody>
              <a:bodyPr/>
              <a:lstStyle/>
              <a:p>
                <a:endParaRPr lang="zh-CN" altLang="en-US"/>
              </a:p>
            </p:txBody>
          </p:sp>
          <p:sp>
            <p:nvSpPr>
              <p:cNvPr id="31081" name="Freeform 365"/>
              <p:cNvSpPr/>
              <p:nvPr/>
            </p:nvSpPr>
            <p:spPr>
              <a:xfrm>
                <a:off x="1902" y="2974"/>
                <a:ext cx="17" cy="20"/>
              </a:xfrm>
              <a:custGeom>
                <a:avLst/>
                <a:gdLst/>
                <a:ahLst/>
                <a:cxnLst>
                  <a:cxn ang="0">
                    <a:pos x="0" y="0"/>
                  </a:cxn>
                  <a:cxn ang="0">
                    <a:pos x="0" y="19"/>
                  </a:cxn>
                  <a:cxn ang="0">
                    <a:pos x="16" y="19"/>
                  </a:cxn>
                  <a:cxn ang="0">
                    <a:pos x="12" y="0"/>
                  </a:cxn>
                  <a:cxn ang="0">
                    <a:pos x="0" y="0"/>
                  </a:cxn>
                </a:cxnLst>
                <a:rect l="0" t="0" r="0" b="0"/>
                <a:pathLst>
                  <a:path w="17" h="20">
                    <a:moveTo>
                      <a:pt x="0" y="0"/>
                    </a:moveTo>
                    <a:lnTo>
                      <a:pt x="0" y="19"/>
                    </a:lnTo>
                    <a:lnTo>
                      <a:pt x="16" y="19"/>
                    </a:lnTo>
                    <a:lnTo>
                      <a:pt x="12" y="0"/>
                    </a:lnTo>
                    <a:lnTo>
                      <a:pt x="0" y="0"/>
                    </a:lnTo>
                  </a:path>
                </a:pathLst>
              </a:custGeom>
              <a:solidFill>
                <a:srgbClr val="000000"/>
              </a:solidFill>
              <a:ln w="12700">
                <a:noFill/>
              </a:ln>
            </p:spPr>
            <p:txBody>
              <a:bodyPr/>
              <a:lstStyle/>
              <a:p>
                <a:endParaRPr lang="zh-CN" altLang="en-US"/>
              </a:p>
            </p:txBody>
          </p:sp>
          <p:sp>
            <p:nvSpPr>
              <p:cNvPr id="31082" name="Freeform 366"/>
              <p:cNvSpPr/>
              <p:nvPr/>
            </p:nvSpPr>
            <p:spPr>
              <a:xfrm>
                <a:off x="1893" y="2974"/>
                <a:ext cx="17" cy="20"/>
              </a:xfrm>
              <a:custGeom>
                <a:avLst/>
                <a:gdLst/>
                <a:ahLst/>
                <a:cxnLst>
                  <a:cxn ang="0">
                    <a:pos x="16" y="0"/>
                  </a:cxn>
                  <a:cxn ang="0">
                    <a:pos x="16" y="19"/>
                  </a:cxn>
                  <a:cxn ang="0">
                    <a:pos x="5" y="19"/>
                  </a:cxn>
                  <a:cxn ang="0">
                    <a:pos x="0" y="0"/>
                  </a:cxn>
                  <a:cxn ang="0">
                    <a:pos x="16" y="0"/>
                  </a:cxn>
                </a:cxnLst>
                <a:rect l="0" t="0" r="0" b="0"/>
                <a:pathLst>
                  <a:path w="17" h="20">
                    <a:moveTo>
                      <a:pt x="16" y="0"/>
                    </a:moveTo>
                    <a:lnTo>
                      <a:pt x="16" y="19"/>
                    </a:lnTo>
                    <a:lnTo>
                      <a:pt x="5" y="19"/>
                    </a:lnTo>
                    <a:lnTo>
                      <a:pt x="0" y="0"/>
                    </a:lnTo>
                    <a:lnTo>
                      <a:pt x="16" y="0"/>
                    </a:lnTo>
                  </a:path>
                </a:pathLst>
              </a:custGeom>
              <a:solidFill>
                <a:srgbClr val="000000"/>
              </a:solidFill>
              <a:ln w="12700">
                <a:noFill/>
              </a:ln>
            </p:spPr>
            <p:txBody>
              <a:bodyPr/>
              <a:lstStyle/>
              <a:p>
                <a:endParaRPr lang="zh-CN" altLang="en-US"/>
              </a:p>
            </p:txBody>
          </p:sp>
          <p:sp>
            <p:nvSpPr>
              <p:cNvPr id="31083" name="Freeform 367"/>
              <p:cNvSpPr/>
              <p:nvPr/>
            </p:nvSpPr>
            <p:spPr>
              <a:xfrm>
                <a:off x="1871" y="2977"/>
                <a:ext cx="17" cy="19"/>
              </a:xfrm>
              <a:custGeom>
                <a:avLst/>
                <a:gdLst/>
                <a:ahLst/>
                <a:cxnLst>
                  <a:cxn ang="0">
                    <a:pos x="16" y="0"/>
                  </a:cxn>
                  <a:cxn ang="0">
                    <a:pos x="2" y="1"/>
                  </a:cxn>
                  <a:cxn ang="0">
                    <a:pos x="0" y="18"/>
                  </a:cxn>
                  <a:cxn ang="0">
                    <a:pos x="16" y="18"/>
                  </a:cxn>
                  <a:cxn ang="0">
                    <a:pos x="16" y="0"/>
                  </a:cxn>
                </a:cxnLst>
                <a:rect l="0" t="0" r="0" b="0"/>
                <a:pathLst>
                  <a:path w="17" h="19">
                    <a:moveTo>
                      <a:pt x="16" y="0"/>
                    </a:moveTo>
                    <a:lnTo>
                      <a:pt x="2" y="1"/>
                    </a:lnTo>
                    <a:lnTo>
                      <a:pt x="0" y="18"/>
                    </a:lnTo>
                    <a:lnTo>
                      <a:pt x="16" y="18"/>
                    </a:lnTo>
                    <a:lnTo>
                      <a:pt x="16" y="0"/>
                    </a:lnTo>
                  </a:path>
                </a:pathLst>
              </a:custGeom>
              <a:solidFill>
                <a:srgbClr val="000000"/>
              </a:solidFill>
              <a:ln w="12700">
                <a:noFill/>
              </a:ln>
            </p:spPr>
            <p:txBody>
              <a:bodyPr/>
              <a:lstStyle/>
              <a:p>
                <a:endParaRPr lang="zh-CN" altLang="en-US"/>
              </a:p>
            </p:txBody>
          </p:sp>
          <p:sp>
            <p:nvSpPr>
              <p:cNvPr id="31084" name="Freeform 368"/>
              <p:cNvSpPr/>
              <p:nvPr/>
            </p:nvSpPr>
            <p:spPr>
              <a:xfrm>
                <a:off x="1886" y="2974"/>
                <a:ext cx="17" cy="28"/>
              </a:xfrm>
              <a:custGeom>
                <a:avLst/>
                <a:gdLst/>
                <a:ahLst/>
                <a:cxnLst>
                  <a:cxn ang="0">
                    <a:pos x="0" y="0"/>
                  </a:cxn>
                  <a:cxn ang="0">
                    <a:pos x="14" y="0"/>
                  </a:cxn>
                  <a:cxn ang="0">
                    <a:pos x="16" y="27"/>
                  </a:cxn>
                  <a:cxn ang="0">
                    <a:pos x="0" y="27"/>
                  </a:cxn>
                  <a:cxn ang="0">
                    <a:pos x="0" y="0"/>
                  </a:cxn>
                </a:cxnLst>
                <a:rect l="0" t="0" r="0" b="0"/>
                <a:pathLst>
                  <a:path w="17" h="28">
                    <a:moveTo>
                      <a:pt x="0" y="0"/>
                    </a:moveTo>
                    <a:lnTo>
                      <a:pt x="14" y="0"/>
                    </a:lnTo>
                    <a:lnTo>
                      <a:pt x="16" y="27"/>
                    </a:lnTo>
                    <a:lnTo>
                      <a:pt x="0" y="27"/>
                    </a:lnTo>
                    <a:lnTo>
                      <a:pt x="0" y="0"/>
                    </a:lnTo>
                  </a:path>
                </a:pathLst>
              </a:custGeom>
              <a:solidFill>
                <a:srgbClr val="000000"/>
              </a:solidFill>
              <a:ln w="12700">
                <a:noFill/>
              </a:ln>
            </p:spPr>
            <p:txBody>
              <a:bodyPr/>
              <a:lstStyle/>
              <a:p>
                <a:endParaRPr lang="zh-CN" altLang="en-US"/>
              </a:p>
            </p:txBody>
          </p:sp>
          <p:sp>
            <p:nvSpPr>
              <p:cNvPr id="31085" name="Freeform 369"/>
              <p:cNvSpPr/>
              <p:nvPr/>
            </p:nvSpPr>
            <p:spPr>
              <a:xfrm>
                <a:off x="1746" y="3004"/>
                <a:ext cx="117" cy="1"/>
              </a:xfrm>
              <a:custGeom>
                <a:avLst/>
                <a:gdLst/>
                <a:ahLst/>
                <a:cxnLst>
                  <a:cxn ang="0">
                    <a:pos x="0" y="0"/>
                  </a:cxn>
                  <a:cxn ang="0">
                    <a:pos x="116" y="0"/>
                  </a:cxn>
                  <a:cxn ang="0">
                    <a:pos x="0" y="0"/>
                  </a:cxn>
                </a:cxnLst>
                <a:rect l="0" t="0" r="0" b="0"/>
                <a:pathLst>
                  <a:path w="117" h="1">
                    <a:moveTo>
                      <a:pt x="0" y="0"/>
                    </a:moveTo>
                    <a:lnTo>
                      <a:pt x="116" y="0"/>
                    </a:lnTo>
                    <a:lnTo>
                      <a:pt x="0"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86" name="Freeform 370"/>
              <p:cNvSpPr/>
              <p:nvPr/>
            </p:nvSpPr>
            <p:spPr>
              <a:xfrm>
                <a:off x="1598" y="2996"/>
                <a:ext cx="591" cy="186"/>
              </a:xfrm>
              <a:custGeom>
                <a:avLst/>
                <a:gdLst/>
                <a:ahLst/>
                <a:cxnLst>
                  <a:cxn ang="0">
                    <a:pos x="6" y="109"/>
                  </a:cxn>
                  <a:cxn ang="0">
                    <a:pos x="2" y="121"/>
                  </a:cxn>
                  <a:cxn ang="0">
                    <a:pos x="0" y="133"/>
                  </a:cxn>
                  <a:cxn ang="0">
                    <a:pos x="2" y="147"/>
                  </a:cxn>
                  <a:cxn ang="0">
                    <a:pos x="81" y="161"/>
                  </a:cxn>
                  <a:cxn ang="0">
                    <a:pos x="184" y="167"/>
                  </a:cxn>
                  <a:cxn ang="0">
                    <a:pos x="314" y="173"/>
                  </a:cxn>
                  <a:cxn ang="0">
                    <a:pos x="441" y="181"/>
                  </a:cxn>
                  <a:cxn ang="0">
                    <a:pos x="562" y="185"/>
                  </a:cxn>
                  <a:cxn ang="0">
                    <a:pos x="569" y="145"/>
                  </a:cxn>
                  <a:cxn ang="0">
                    <a:pos x="580" y="117"/>
                  </a:cxn>
                  <a:cxn ang="0">
                    <a:pos x="590" y="101"/>
                  </a:cxn>
                  <a:cxn ang="0">
                    <a:pos x="441" y="114"/>
                  </a:cxn>
                  <a:cxn ang="0">
                    <a:pos x="250" y="114"/>
                  </a:cxn>
                  <a:cxn ang="0">
                    <a:pos x="51" y="109"/>
                  </a:cxn>
                  <a:cxn ang="0">
                    <a:pos x="58" y="88"/>
                  </a:cxn>
                  <a:cxn ang="0">
                    <a:pos x="190" y="88"/>
                  </a:cxn>
                  <a:cxn ang="0">
                    <a:pos x="342" y="86"/>
                  </a:cxn>
                  <a:cxn ang="0">
                    <a:pos x="395" y="86"/>
                  </a:cxn>
                  <a:cxn ang="0">
                    <a:pos x="424" y="86"/>
                  </a:cxn>
                  <a:cxn ang="0">
                    <a:pos x="444" y="87"/>
                  </a:cxn>
                  <a:cxn ang="0">
                    <a:pos x="456" y="90"/>
                  </a:cxn>
                  <a:cxn ang="0">
                    <a:pos x="462" y="68"/>
                  </a:cxn>
                  <a:cxn ang="0">
                    <a:pos x="452" y="65"/>
                  </a:cxn>
                  <a:cxn ang="0">
                    <a:pos x="436" y="62"/>
                  </a:cxn>
                  <a:cxn ang="0">
                    <a:pos x="414" y="60"/>
                  </a:cxn>
                  <a:cxn ang="0">
                    <a:pos x="373" y="60"/>
                  </a:cxn>
                  <a:cxn ang="0">
                    <a:pos x="165" y="65"/>
                  </a:cxn>
                  <a:cxn ang="0">
                    <a:pos x="133" y="36"/>
                  </a:cxn>
                  <a:cxn ang="0">
                    <a:pos x="168" y="65"/>
                  </a:cxn>
                  <a:cxn ang="0">
                    <a:pos x="176" y="36"/>
                  </a:cxn>
                  <a:cxn ang="0">
                    <a:pos x="283" y="30"/>
                  </a:cxn>
                  <a:cxn ang="0">
                    <a:pos x="361" y="24"/>
                  </a:cxn>
                  <a:cxn ang="0">
                    <a:pos x="392" y="24"/>
                  </a:cxn>
                  <a:cxn ang="0">
                    <a:pos x="391" y="10"/>
                  </a:cxn>
                  <a:cxn ang="0">
                    <a:pos x="381" y="7"/>
                  </a:cxn>
                  <a:cxn ang="0">
                    <a:pos x="371" y="4"/>
                  </a:cxn>
                  <a:cxn ang="0">
                    <a:pos x="354" y="2"/>
                  </a:cxn>
                  <a:cxn ang="0">
                    <a:pos x="328" y="0"/>
                  </a:cxn>
                  <a:cxn ang="0">
                    <a:pos x="285" y="1"/>
                  </a:cxn>
                  <a:cxn ang="0">
                    <a:pos x="243" y="4"/>
                  </a:cxn>
                  <a:cxn ang="0">
                    <a:pos x="214" y="20"/>
                  </a:cxn>
                  <a:cxn ang="0">
                    <a:pos x="179" y="29"/>
                  </a:cxn>
                  <a:cxn ang="0">
                    <a:pos x="119" y="29"/>
                  </a:cxn>
                  <a:cxn ang="0">
                    <a:pos x="119" y="36"/>
                  </a:cxn>
                  <a:cxn ang="0">
                    <a:pos x="122" y="40"/>
                  </a:cxn>
                  <a:cxn ang="0">
                    <a:pos x="50" y="66"/>
                  </a:cxn>
                  <a:cxn ang="0">
                    <a:pos x="51" y="90"/>
                  </a:cxn>
                  <a:cxn ang="0">
                    <a:pos x="45" y="109"/>
                  </a:cxn>
                </a:cxnLst>
                <a:rect l="0" t="0" r="0" b="0"/>
                <a:pathLst>
                  <a:path w="591" h="186">
                    <a:moveTo>
                      <a:pt x="7" y="107"/>
                    </a:moveTo>
                    <a:lnTo>
                      <a:pt x="6" y="109"/>
                    </a:lnTo>
                    <a:lnTo>
                      <a:pt x="4" y="115"/>
                    </a:lnTo>
                    <a:lnTo>
                      <a:pt x="2" y="121"/>
                    </a:lnTo>
                    <a:lnTo>
                      <a:pt x="1" y="126"/>
                    </a:lnTo>
                    <a:lnTo>
                      <a:pt x="0" y="133"/>
                    </a:lnTo>
                    <a:lnTo>
                      <a:pt x="1" y="140"/>
                    </a:lnTo>
                    <a:lnTo>
                      <a:pt x="2" y="147"/>
                    </a:lnTo>
                    <a:lnTo>
                      <a:pt x="4" y="153"/>
                    </a:lnTo>
                    <a:lnTo>
                      <a:pt x="81" y="161"/>
                    </a:lnTo>
                    <a:lnTo>
                      <a:pt x="135" y="165"/>
                    </a:lnTo>
                    <a:lnTo>
                      <a:pt x="184" y="167"/>
                    </a:lnTo>
                    <a:lnTo>
                      <a:pt x="245" y="171"/>
                    </a:lnTo>
                    <a:lnTo>
                      <a:pt x="314" y="173"/>
                    </a:lnTo>
                    <a:lnTo>
                      <a:pt x="371" y="177"/>
                    </a:lnTo>
                    <a:lnTo>
                      <a:pt x="441" y="181"/>
                    </a:lnTo>
                    <a:lnTo>
                      <a:pt x="505" y="185"/>
                    </a:lnTo>
                    <a:lnTo>
                      <a:pt x="562" y="185"/>
                    </a:lnTo>
                    <a:lnTo>
                      <a:pt x="566" y="169"/>
                    </a:lnTo>
                    <a:lnTo>
                      <a:pt x="569" y="145"/>
                    </a:lnTo>
                    <a:lnTo>
                      <a:pt x="575" y="128"/>
                    </a:lnTo>
                    <a:lnTo>
                      <a:pt x="580" y="117"/>
                    </a:lnTo>
                    <a:lnTo>
                      <a:pt x="584" y="106"/>
                    </a:lnTo>
                    <a:lnTo>
                      <a:pt x="590" y="101"/>
                    </a:lnTo>
                    <a:lnTo>
                      <a:pt x="523" y="107"/>
                    </a:lnTo>
                    <a:lnTo>
                      <a:pt x="441" y="114"/>
                    </a:lnTo>
                    <a:lnTo>
                      <a:pt x="343" y="115"/>
                    </a:lnTo>
                    <a:lnTo>
                      <a:pt x="250" y="114"/>
                    </a:lnTo>
                    <a:lnTo>
                      <a:pt x="143" y="112"/>
                    </a:lnTo>
                    <a:lnTo>
                      <a:pt x="51" y="109"/>
                    </a:lnTo>
                    <a:lnTo>
                      <a:pt x="56" y="90"/>
                    </a:lnTo>
                    <a:lnTo>
                      <a:pt x="58" y="88"/>
                    </a:lnTo>
                    <a:lnTo>
                      <a:pt x="59" y="88"/>
                    </a:lnTo>
                    <a:lnTo>
                      <a:pt x="190" y="88"/>
                    </a:lnTo>
                    <a:lnTo>
                      <a:pt x="280" y="87"/>
                    </a:lnTo>
                    <a:lnTo>
                      <a:pt x="342" y="86"/>
                    </a:lnTo>
                    <a:lnTo>
                      <a:pt x="377" y="86"/>
                    </a:lnTo>
                    <a:lnTo>
                      <a:pt x="395" y="86"/>
                    </a:lnTo>
                    <a:lnTo>
                      <a:pt x="411" y="86"/>
                    </a:lnTo>
                    <a:lnTo>
                      <a:pt x="424" y="86"/>
                    </a:lnTo>
                    <a:lnTo>
                      <a:pt x="433" y="86"/>
                    </a:lnTo>
                    <a:lnTo>
                      <a:pt x="444" y="87"/>
                    </a:lnTo>
                    <a:lnTo>
                      <a:pt x="452" y="88"/>
                    </a:lnTo>
                    <a:lnTo>
                      <a:pt x="456" y="90"/>
                    </a:lnTo>
                    <a:lnTo>
                      <a:pt x="462" y="92"/>
                    </a:lnTo>
                    <a:lnTo>
                      <a:pt x="462" y="68"/>
                    </a:lnTo>
                    <a:lnTo>
                      <a:pt x="456" y="66"/>
                    </a:lnTo>
                    <a:lnTo>
                      <a:pt x="452" y="65"/>
                    </a:lnTo>
                    <a:lnTo>
                      <a:pt x="444" y="64"/>
                    </a:lnTo>
                    <a:lnTo>
                      <a:pt x="436" y="62"/>
                    </a:lnTo>
                    <a:lnTo>
                      <a:pt x="427" y="62"/>
                    </a:lnTo>
                    <a:lnTo>
                      <a:pt x="414" y="60"/>
                    </a:lnTo>
                    <a:lnTo>
                      <a:pt x="400" y="60"/>
                    </a:lnTo>
                    <a:lnTo>
                      <a:pt x="373" y="60"/>
                    </a:lnTo>
                    <a:lnTo>
                      <a:pt x="340" y="59"/>
                    </a:lnTo>
                    <a:lnTo>
                      <a:pt x="165" y="65"/>
                    </a:lnTo>
                    <a:lnTo>
                      <a:pt x="170" y="36"/>
                    </a:lnTo>
                    <a:lnTo>
                      <a:pt x="133" y="36"/>
                    </a:lnTo>
                    <a:lnTo>
                      <a:pt x="122" y="65"/>
                    </a:lnTo>
                    <a:lnTo>
                      <a:pt x="168" y="65"/>
                    </a:lnTo>
                    <a:lnTo>
                      <a:pt x="172" y="65"/>
                    </a:lnTo>
                    <a:lnTo>
                      <a:pt x="176" y="36"/>
                    </a:lnTo>
                    <a:lnTo>
                      <a:pt x="233" y="32"/>
                    </a:lnTo>
                    <a:lnTo>
                      <a:pt x="283" y="30"/>
                    </a:lnTo>
                    <a:lnTo>
                      <a:pt x="324" y="28"/>
                    </a:lnTo>
                    <a:lnTo>
                      <a:pt x="361" y="24"/>
                    </a:lnTo>
                    <a:lnTo>
                      <a:pt x="389" y="24"/>
                    </a:lnTo>
                    <a:lnTo>
                      <a:pt x="392" y="24"/>
                    </a:lnTo>
                    <a:lnTo>
                      <a:pt x="392" y="12"/>
                    </a:lnTo>
                    <a:lnTo>
                      <a:pt x="391" y="10"/>
                    </a:lnTo>
                    <a:lnTo>
                      <a:pt x="387" y="8"/>
                    </a:lnTo>
                    <a:lnTo>
                      <a:pt x="381" y="7"/>
                    </a:lnTo>
                    <a:lnTo>
                      <a:pt x="377" y="6"/>
                    </a:lnTo>
                    <a:lnTo>
                      <a:pt x="371" y="4"/>
                    </a:lnTo>
                    <a:lnTo>
                      <a:pt x="365" y="4"/>
                    </a:lnTo>
                    <a:lnTo>
                      <a:pt x="354" y="2"/>
                    </a:lnTo>
                    <a:lnTo>
                      <a:pt x="343" y="1"/>
                    </a:lnTo>
                    <a:lnTo>
                      <a:pt x="328" y="0"/>
                    </a:lnTo>
                    <a:lnTo>
                      <a:pt x="308" y="0"/>
                    </a:lnTo>
                    <a:lnTo>
                      <a:pt x="285" y="1"/>
                    </a:lnTo>
                    <a:lnTo>
                      <a:pt x="259" y="1"/>
                    </a:lnTo>
                    <a:lnTo>
                      <a:pt x="243" y="4"/>
                    </a:lnTo>
                    <a:lnTo>
                      <a:pt x="223" y="6"/>
                    </a:lnTo>
                    <a:lnTo>
                      <a:pt x="214" y="20"/>
                    </a:lnTo>
                    <a:lnTo>
                      <a:pt x="184" y="22"/>
                    </a:lnTo>
                    <a:lnTo>
                      <a:pt x="179" y="29"/>
                    </a:lnTo>
                    <a:lnTo>
                      <a:pt x="121" y="29"/>
                    </a:lnTo>
                    <a:lnTo>
                      <a:pt x="119" y="29"/>
                    </a:lnTo>
                    <a:lnTo>
                      <a:pt x="119" y="32"/>
                    </a:lnTo>
                    <a:lnTo>
                      <a:pt x="119" y="36"/>
                    </a:lnTo>
                    <a:lnTo>
                      <a:pt x="119" y="37"/>
                    </a:lnTo>
                    <a:lnTo>
                      <a:pt x="122" y="40"/>
                    </a:lnTo>
                    <a:lnTo>
                      <a:pt x="113" y="66"/>
                    </a:lnTo>
                    <a:lnTo>
                      <a:pt x="50" y="66"/>
                    </a:lnTo>
                    <a:lnTo>
                      <a:pt x="50" y="84"/>
                    </a:lnTo>
                    <a:lnTo>
                      <a:pt x="51" y="90"/>
                    </a:lnTo>
                    <a:lnTo>
                      <a:pt x="48" y="101"/>
                    </a:lnTo>
                    <a:lnTo>
                      <a:pt x="45" y="109"/>
                    </a:lnTo>
                    <a:lnTo>
                      <a:pt x="7" y="107"/>
                    </a:lnTo>
                  </a:path>
                </a:pathLst>
              </a:custGeom>
              <a:solidFill>
                <a:srgbClr val="FFFF9F"/>
              </a:solidFill>
              <a:ln w="12700">
                <a:noFill/>
              </a:ln>
            </p:spPr>
            <p:txBody>
              <a:bodyPr/>
              <a:lstStyle/>
              <a:p>
                <a:endParaRPr lang="zh-CN" altLang="en-US"/>
              </a:p>
            </p:txBody>
          </p:sp>
          <p:sp>
            <p:nvSpPr>
              <p:cNvPr id="31087" name="Freeform 371"/>
              <p:cNvSpPr/>
              <p:nvPr/>
            </p:nvSpPr>
            <p:spPr>
              <a:xfrm>
                <a:off x="1598" y="2996"/>
                <a:ext cx="591" cy="186"/>
              </a:xfrm>
              <a:custGeom>
                <a:avLst/>
                <a:gdLst/>
                <a:ahLst/>
                <a:cxnLst>
                  <a:cxn ang="0">
                    <a:pos x="6" y="109"/>
                  </a:cxn>
                  <a:cxn ang="0">
                    <a:pos x="2" y="121"/>
                  </a:cxn>
                  <a:cxn ang="0">
                    <a:pos x="0" y="133"/>
                  </a:cxn>
                  <a:cxn ang="0">
                    <a:pos x="2" y="147"/>
                  </a:cxn>
                  <a:cxn ang="0">
                    <a:pos x="81" y="161"/>
                  </a:cxn>
                  <a:cxn ang="0">
                    <a:pos x="184" y="167"/>
                  </a:cxn>
                  <a:cxn ang="0">
                    <a:pos x="314" y="173"/>
                  </a:cxn>
                  <a:cxn ang="0">
                    <a:pos x="441" y="181"/>
                  </a:cxn>
                  <a:cxn ang="0">
                    <a:pos x="562" y="185"/>
                  </a:cxn>
                  <a:cxn ang="0">
                    <a:pos x="569" y="145"/>
                  </a:cxn>
                  <a:cxn ang="0">
                    <a:pos x="580" y="117"/>
                  </a:cxn>
                  <a:cxn ang="0">
                    <a:pos x="590" y="101"/>
                  </a:cxn>
                  <a:cxn ang="0">
                    <a:pos x="441" y="114"/>
                  </a:cxn>
                  <a:cxn ang="0">
                    <a:pos x="250" y="114"/>
                  </a:cxn>
                  <a:cxn ang="0">
                    <a:pos x="51" y="109"/>
                  </a:cxn>
                  <a:cxn ang="0">
                    <a:pos x="58" y="88"/>
                  </a:cxn>
                  <a:cxn ang="0">
                    <a:pos x="190" y="88"/>
                  </a:cxn>
                  <a:cxn ang="0">
                    <a:pos x="342" y="86"/>
                  </a:cxn>
                  <a:cxn ang="0">
                    <a:pos x="395" y="86"/>
                  </a:cxn>
                  <a:cxn ang="0">
                    <a:pos x="424" y="86"/>
                  </a:cxn>
                  <a:cxn ang="0">
                    <a:pos x="444" y="87"/>
                  </a:cxn>
                  <a:cxn ang="0">
                    <a:pos x="456" y="90"/>
                  </a:cxn>
                  <a:cxn ang="0">
                    <a:pos x="462" y="68"/>
                  </a:cxn>
                  <a:cxn ang="0">
                    <a:pos x="452" y="65"/>
                  </a:cxn>
                  <a:cxn ang="0">
                    <a:pos x="436" y="62"/>
                  </a:cxn>
                  <a:cxn ang="0">
                    <a:pos x="414" y="60"/>
                  </a:cxn>
                  <a:cxn ang="0">
                    <a:pos x="373" y="60"/>
                  </a:cxn>
                  <a:cxn ang="0">
                    <a:pos x="165" y="65"/>
                  </a:cxn>
                  <a:cxn ang="0">
                    <a:pos x="133" y="36"/>
                  </a:cxn>
                  <a:cxn ang="0">
                    <a:pos x="168" y="65"/>
                  </a:cxn>
                  <a:cxn ang="0">
                    <a:pos x="176" y="36"/>
                  </a:cxn>
                  <a:cxn ang="0">
                    <a:pos x="283" y="30"/>
                  </a:cxn>
                  <a:cxn ang="0">
                    <a:pos x="361" y="24"/>
                  </a:cxn>
                  <a:cxn ang="0">
                    <a:pos x="392" y="24"/>
                  </a:cxn>
                  <a:cxn ang="0">
                    <a:pos x="391" y="10"/>
                  </a:cxn>
                  <a:cxn ang="0">
                    <a:pos x="381" y="7"/>
                  </a:cxn>
                  <a:cxn ang="0">
                    <a:pos x="371" y="4"/>
                  </a:cxn>
                  <a:cxn ang="0">
                    <a:pos x="354" y="2"/>
                  </a:cxn>
                  <a:cxn ang="0">
                    <a:pos x="328" y="0"/>
                  </a:cxn>
                  <a:cxn ang="0">
                    <a:pos x="285" y="1"/>
                  </a:cxn>
                  <a:cxn ang="0">
                    <a:pos x="243" y="4"/>
                  </a:cxn>
                  <a:cxn ang="0">
                    <a:pos x="214" y="20"/>
                  </a:cxn>
                  <a:cxn ang="0">
                    <a:pos x="179" y="29"/>
                  </a:cxn>
                  <a:cxn ang="0">
                    <a:pos x="119" y="29"/>
                  </a:cxn>
                  <a:cxn ang="0">
                    <a:pos x="119" y="36"/>
                  </a:cxn>
                  <a:cxn ang="0">
                    <a:pos x="122" y="40"/>
                  </a:cxn>
                  <a:cxn ang="0">
                    <a:pos x="50" y="66"/>
                  </a:cxn>
                  <a:cxn ang="0">
                    <a:pos x="51" y="90"/>
                  </a:cxn>
                  <a:cxn ang="0">
                    <a:pos x="45" y="109"/>
                  </a:cxn>
                </a:cxnLst>
                <a:rect l="0" t="0" r="0" b="0"/>
                <a:pathLst>
                  <a:path w="591" h="186">
                    <a:moveTo>
                      <a:pt x="7" y="107"/>
                    </a:moveTo>
                    <a:lnTo>
                      <a:pt x="6" y="109"/>
                    </a:lnTo>
                    <a:lnTo>
                      <a:pt x="4" y="115"/>
                    </a:lnTo>
                    <a:lnTo>
                      <a:pt x="2" y="121"/>
                    </a:lnTo>
                    <a:lnTo>
                      <a:pt x="1" y="126"/>
                    </a:lnTo>
                    <a:lnTo>
                      <a:pt x="0" y="133"/>
                    </a:lnTo>
                    <a:lnTo>
                      <a:pt x="1" y="140"/>
                    </a:lnTo>
                    <a:lnTo>
                      <a:pt x="2" y="147"/>
                    </a:lnTo>
                    <a:lnTo>
                      <a:pt x="4" y="153"/>
                    </a:lnTo>
                    <a:lnTo>
                      <a:pt x="81" y="161"/>
                    </a:lnTo>
                    <a:lnTo>
                      <a:pt x="135" y="165"/>
                    </a:lnTo>
                    <a:lnTo>
                      <a:pt x="184" y="167"/>
                    </a:lnTo>
                    <a:lnTo>
                      <a:pt x="245" y="171"/>
                    </a:lnTo>
                    <a:lnTo>
                      <a:pt x="314" y="173"/>
                    </a:lnTo>
                    <a:lnTo>
                      <a:pt x="371" y="177"/>
                    </a:lnTo>
                    <a:lnTo>
                      <a:pt x="441" y="181"/>
                    </a:lnTo>
                    <a:lnTo>
                      <a:pt x="505" y="185"/>
                    </a:lnTo>
                    <a:lnTo>
                      <a:pt x="562" y="185"/>
                    </a:lnTo>
                    <a:lnTo>
                      <a:pt x="566" y="169"/>
                    </a:lnTo>
                    <a:lnTo>
                      <a:pt x="569" y="145"/>
                    </a:lnTo>
                    <a:lnTo>
                      <a:pt x="575" y="128"/>
                    </a:lnTo>
                    <a:lnTo>
                      <a:pt x="580" y="117"/>
                    </a:lnTo>
                    <a:lnTo>
                      <a:pt x="584" y="106"/>
                    </a:lnTo>
                    <a:lnTo>
                      <a:pt x="590" y="101"/>
                    </a:lnTo>
                    <a:lnTo>
                      <a:pt x="523" y="107"/>
                    </a:lnTo>
                    <a:lnTo>
                      <a:pt x="441" y="114"/>
                    </a:lnTo>
                    <a:lnTo>
                      <a:pt x="343" y="115"/>
                    </a:lnTo>
                    <a:lnTo>
                      <a:pt x="250" y="114"/>
                    </a:lnTo>
                    <a:lnTo>
                      <a:pt x="143" y="112"/>
                    </a:lnTo>
                    <a:lnTo>
                      <a:pt x="51" y="109"/>
                    </a:lnTo>
                    <a:lnTo>
                      <a:pt x="56" y="90"/>
                    </a:lnTo>
                    <a:lnTo>
                      <a:pt x="58" y="88"/>
                    </a:lnTo>
                    <a:lnTo>
                      <a:pt x="59" y="88"/>
                    </a:lnTo>
                    <a:lnTo>
                      <a:pt x="190" y="88"/>
                    </a:lnTo>
                    <a:lnTo>
                      <a:pt x="280" y="87"/>
                    </a:lnTo>
                    <a:lnTo>
                      <a:pt x="342" y="86"/>
                    </a:lnTo>
                    <a:lnTo>
                      <a:pt x="377" y="86"/>
                    </a:lnTo>
                    <a:lnTo>
                      <a:pt x="395" y="86"/>
                    </a:lnTo>
                    <a:lnTo>
                      <a:pt x="411" y="86"/>
                    </a:lnTo>
                    <a:lnTo>
                      <a:pt x="424" y="86"/>
                    </a:lnTo>
                    <a:lnTo>
                      <a:pt x="433" y="86"/>
                    </a:lnTo>
                    <a:lnTo>
                      <a:pt x="444" y="87"/>
                    </a:lnTo>
                    <a:lnTo>
                      <a:pt x="452" y="88"/>
                    </a:lnTo>
                    <a:lnTo>
                      <a:pt x="456" y="90"/>
                    </a:lnTo>
                    <a:lnTo>
                      <a:pt x="462" y="92"/>
                    </a:lnTo>
                    <a:lnTo>
                      <a:pt x="462" y="68"/>
                    </a:lnTo>
                    <a:lnTo>
                      <a:pt x="456" y="66"/>
                    </a:lnTo>
                    <a:lnTo>
                      <a:pt x="452" y="65"/>
                    </a:lnTo>
                    <a:lnTo>
                      <a:pt x="444" y="64"/>
                    </a:lnTo>
                    <a:lnTo>
                      <a:pt x="436" y="62"/>
                    </a:lnTo>
                    <a:lnTo>
                      <a:pt x="427" y="62"/>
                    </a:lnTo>
                    <a:lnTo>
                      <a:pt x="414" y="60"/>
                    </a:lnTo>
                    <a:lnTo>
                      <a:pt x="400" y="60"/>
                    </a:lnTo>
                    <a:lnTo>
                      <a:pt x="373" y="60"/>
                    </a:lnTo>
                    <a:lnTo>
                      <a:pt x="340" y="59"/>
                    </a:lnTo>
                    <a:lnTo>
                      <a:pt x="165" y="65"/>
                    </a:lnTo>
                    <a:lnTo>
                      <a:pt x="170" y="36"/>
                    </a:lnTo>
                    <a:lnTo>
                      <a:pt x="133" y="36"/>
                    </a:lnTo>
                    <a:lnTo>
                      <a:pt x="122" y="65"/>
                    </a:lnTo>
                    <a:lnTo>
                      <a:pt x="168" y="65"/>
                    </a:lnTo>
                    <a:lnTo>
                      <a:pt x="172" y="65"/>
                    </a:lnTo>
                    <a:lnTo>
                      <a:pt x="176" y="36"/>
                    </a:lnTo>
                    <a:lnTo>
                      <a:pt x="233" y="32"/>
                    </a:lnTo>
                    <a:lnTo>
                      <a:pt x="283" y="30"/>
                    </a:lnTo>
                    <a:lnTo>
                      <a:pt x="324" y="28"/>
                    </a:lnTo>
                    <a:lnTo>
                      <a:pt x="361" y="24"/>
                    </a:lnTo>
                    <a:lnTo>
                      <a:pt x="389" y="24"/>
                    </a:lnTo>
                    <a:lnTo>
                      <a:pt x="392" y="24"/>
                    </a:lnTo>
                    <a:lnTo>
                      <a:pt x="392" y="12"/>
                    </a:lnTo>
                    <a:lnTo>
                      <a:pt x="391" y="10"/>
                    </a:lnTo>
                    <a:lnTo>
                      <a:pt x="387" y="8"/>
                    </a:lnTo>
                    <a:lnTo>
                      <a:pt x="381" y="7"/>
                    </a:lnTo>
                    <a:lnTo>
                      <a:pt x="377" y="6"/>
                    </a:lnTo>
                    <a:lnTo>
                      <a:pt x="371" y="4"/>
                    </a:lnTo>
                    <a:lnTo>
                      <a:pt x="365" y="4"/>
                    </a:lnTo>
                    <a:lnTo>
                      <a:pt x="354" y="2"/>
                    </a:lnTo>
                    <a:lnTo>
                      <a:pt x="343" y="1"/>
                    </a:lnTo>
                    <a:lnTo>
                      <a:pt x="328" y="0"/>
                    </a:lnTo>
                    <a:lnTo>
                      <a:pt x="308" y="0"/>
                    </a:lnTo>
                    <a:lnTo>
                      <a:pt x="285" y="1"/>
                    </a:lnTo>
                    <a:lnTo>
                      <a:pt x="259" y="1"/>
                    </a:lnTo>
                    <a:lnTo>
                      <a:pt x="243" y="4"/>
                    </a:lnTo>
                    <a:lnTo>
                      <a:pt x="223" y="6"/>
                    </a:lnTo>
                    <a:lnTo>
                      <a:pt x="214" y="20"/>
                    </a:lnTo>
                    <a:lnTo>
                      <a:pt x="184" y="22"/>
                    </a:lnTo>
                    <a:lnTo>
                      <a:pt x="179" y="29"/>
                    </a:lnTo>
                    <a:lnTo>
                      <a:pt x="121" y="29"/>
                    </a:lnTo>
                    <a:lnTo>
                      <a:pt x="119" y="29"/>
                    </a:lnTo>
                    <a:lnTo>
                      <a:pt x="119" y="32"/>
                    </a:lnTo>
                    <a:lnTo>
                      <a:pt x="119" y="36"/>
                    </a:lnTo>
                    <a:lnTo>
                      <a:pt x="119" y="37"/>
                    </a:lnTo>
                    <a:lnTo>
                      <a:pt x="122" y="40"/>
                    </a:lnTo>
                    <a:lnTo>
                      <a:pt x="113" y="66"/>
                    </a:lnTo>
                    <a:lnTo>
                      <a:pt x="50" y="66"/>
                    </a:lnTo>
                    <a:lnTo>
                      <a:pt x="50" y="84"/>
                    </a:lnTo>
                    <a:lnTo>
                      <a:pt x="51" y="90"/>
                    </a:lnTo>
                    <a:lnTo>
                      <a:pt x="48" y="101"/>
                    </a:lnTo>
                    <a:lnTo>
                      <a:pt x="45" y="109"/>
                    </a:lnTo>
                  </a:path>
                </a:pathLst>
              </a:custGeom>
              <a:solidFill>
                <a:schemeClr val="bg1"/>
              </a:solidFill>
              <a:ln w="12700" cap="rnd" cmpd="sng">
                <a:solidFill>
                  <a:srgbClr val="000000"/>
                </a:solidFill>
                <a:prstDash val="solid"/>
                <a:round/>
                <a:headEnd type="none" w="med" len="med"/>
                <a:tailEnd type="none" w="med" len="med"/>
              </a:ln>
            </p:spPr>
            <p:txBody>
              <a:bodyPr/>
              <a:lstStyle/>
              <a:p>
                <a:endParaRPr lang="zh-CN" altLang="en-US"/>
              </a:p>
            </p:txBody>
          </p:sp>
          <p:sp>
            <p:nvSpPr>
              <p:cNvPr id="31088" name="Freeform 372"/>
              <p:cNvSpPr/>
              <p:nvPr/>
            </p:nvSpPr>
            <p:spPr>
              <a:xfrm>
                <a:off x="1600" y="3123"/>
                <a:ext cx="570" cy="24"/>
              </a:xfrm>
              <a:custGeom>
                <a:avLst/>
                <a:gdLst/>
                <a:ahLst/>
                <a:cxnLst>
                  <a:cxn ang="0">
                    <a:pos x="0" y="0"/>
                  </a:cxn>
                  <a:cxn ang="0">
                    <a:pos x="8" y="1"/>
                  </a:cxn>
                  <a:cxn ang="0">
                    <a:pos x="21" y="2"/>
                  </a:cxn>
                  <a:cxn ang="0">
                    <a:pos x="32" y="4"/>
                  </a:cxn>
                  <a:cxn ang="0">
                    <a:pos x="40" y="4"/>
                  </a:cxn>
                  <a:cxn ang="0">
                    <a:pos x="51" y="6"/>
                  </a:cxn>
                  <a:cxn ang="0">
                    <a:pos x="67" y="7"/>
                  </a:cxn>
                  <a:cxn ang="0">
                    <a:pos x="83" y="7"/>
                  </a:cxn>
                  <a:cxn ang="0">
                    <a:pos x="100" y="8"/>
                  </a:cxn>
                  <a:cxn ang="0">
                    <a:pos x="114" y="8"/>
                  </a:cxn>
                  <a:cxn ang="0">
                    <a:pos x="134" y="10"/>
                  </a:cxn>
                  <a:cxn ang="0">
                    <a:pos x="166" y="12"/>
                  </a:cxn>
                  <a:cxn ang="0">
                    <a:pos x="193" y="12"/>
                  </a:cxn>
                  <a:cxn ang="0">
                    <a:pos x="223" y="14"/>
                  </a:cxn>
                  <a:cxn ang="0">
                    <a:pos x="261" y="15"/>
                  </a:cxn>
                  <a:cxn ang="0">
                    <a:pos x="288" y="16"/>
                  </a:cxn>
                  <a:cxn ang="0">
                    <a:pos x="345" y="16"/>
                  </a:cxn>
                  <a:cxn ang="0">
                    <a:pos x="424" y="18"/>
                  </a:cxn>
                  <a:cxn ang="0">
                    <a:pos x="458" y="18"/>
                  </a:cxn>
                  <a:cxn ang="0">
                    <a:pos x="493" y="18"/>
                  </a:cxn>
                  <a:cxn ang="0">
                    <a:pos x="509" y="18"/>
                  </a:cxn>
                  <a:cxn ang="0">
                    <a:pos x="525" y="18"/>
                  </a:cxn>
                  <a:cxn ang="0">
                    <a:pos x="536" y="18"/>
                  </a:cxn>
                  <a:cxn ang="0">
                    <a:pos x="545" y="16"/>
                  </a:cxn>
                  <a:cxn ang="0">
                    <a:pos x="552" y="16"/>
                  </a:cxn>
                  <a:cxn ang="0">
                    <a:pos x="558" y="16"/>
                  </a:cxn>
                  <a:cxn ang="0">
                    <a:pos x="564" y="15"/>
                  </a:cxn>
                  <a:cxn ang="0">
                    <a:pos x="569" y="15"/>
                  </a:cxn>
                  <a:cxn ang="0">
                    <a:pos x="568" y="18"/>
                  </a:cxn>
                  <a:cxn ang="0">
                    <a:pos x="566" y="22"/>
                  </a:cxn>
                  <a:cxn ang="0">
                    <a:pos x="560" y="22"/>
                  </a:cxn>
                  <a:cxn ang="0">
                    <a:pos x="553" y="22"/>
                  </a:cxn>
                  <a:cxn ang="0">
                    <a:pos x="545" y="23"/>
                  </a:cxn>
                  <a:cxn ang="0">
                    <a:pos x="539" y="23"/>
                  </a:cxn>
                  <a:cxn ang="0">
                    <a:pos x="528" y="23"/>
                  </a:cxn>
                  <a:cxn ang="0">
                    <a:pos x="512" y="23"/>
                  </a:cxn>
                  <a:cxn ang="0">
                    <a:pos x="493" y="23"/>
                  </a:cxn>
                  <a:cxn ang="0">
                    <a:pos x="461" y="23"/>
                  </a:cxn>
                  <a:cxn ang="0">
                    <a:pos x="434" y="23"/>
                  </a:cxn>
                  <a:cxn ang="0">
                    <a:pos x="379" y="23"/>
                  </a:cxn>
                  <a:cxn ang="0">
                    <a:pos x="331" y="22"/>
                  </a:cxn>
                  <a:cxn ang="0">
                    <a:pos x="294" y="22"/>
                  </a:cxn>
                  <a:cxn ang="0">
                    <a:pos x="209" y="18"/>
                  </a:cxn>
                  <a:cxn ang="0">
                    <a:pos x="187" y="16"/>
                  </a:cxn>
                  <a:cxn ang="0">
                    <a:pos x="166" y="16"/>
                  </a:cxn>
                  <a:cxn ang="0">
                    <a:pos x="142" y="15"/>
                  </a:cxn>
                  <a:cxn ang="0">
                    <a:pos x="122" y="14"/>
                  </a:cxn>
                  <a:cxn ang="0">
                    <a:pos x="103" y="14"/>
                  </a:cxn>
                  <a:cxn ang="0">
                    <a:pos x="81" y="12"/>
                  </a:cxn>
                  <a:cxn ang="0">
                    <a:pos x="71" y="12"/>
                  </a:cxn>
                  <a:cxn ang="0">
                    <a:pos x="59" y="10"/>
                  </a:cxn>
                  <a:cxn ang="0">
                    <a:pos x="48" y="8"/>
                  </a:cxn>
                  <a:cxn ang="0">
                    <a:pos x="40" y="8"/>
                  </a:cxn>
                  <a:cxn ang="0">
                    <a:pos x="29" y="7"/>
                  </a:cxn>
                  <a:cxn ang="0">
                    <a:pos x="20" y="6"/>
                  </a:cxn>
                  <a:cxn ang="0">
                    <a:pos x="8" y="6"/>
                  </a:cxn>
                  <a:cxn ang="0">
                    <a:pos x="0" y="4"/>
                  </a:cxn>
                  <a:cxn ang="0">
                    <a:pos x="0" y="0"/>
                  </a:cxn>
                </a:cxnLst>
                <a:rect l="0" t="0" r="0" b="0"/>
                <a:pathLst>
                  <a:path w="570" h="24">
                    <a:moveTo>
                      <a:pt x="0" y="0"/>
                    </a:moveTo>
                    <a:lnTo>
                      <a:pt x="8" y="1"/>
                    </a:lnTo>
                    <a:lnTo>
                      <a:pt x="21" y="2"/>
                    </a:lnTo>
                    <a:lnTo>
                      <a:pt x="32" y="4"/>
                    </a:lnTo>
                    <a:lnTo>
                      <a:pt x="40" y="4"/>
                    </a:lnTo>
                    <a:lnTo>
                      <a:pt x="51" y="6"/>
                    </a:lnTo>
                    <a:lnTo>
                      <a:pt x="67" y="7"/>
                    </a:lnTo>
                    <a:lnTo>
                      <a:pt x="83" y="7"/>
                    </a:lnTo>
                    <a:lnTo>
                      <a:pt x="100" y="8"/>
                    </a:lnTo>
                    <a:lnTo>
                      <a:pt x="114" y="8"/>
                    </a:lnTo>
                    <a:lnTo>
                      <a:pt x="134" y="10"/>
                    </a:lnTo>
                    <a:lnTo>
                      <a:pt x="166" y="12"/>
                    </a:lnTo>
                    <a:lnTo>
                      <a:pt x="193" y="12"/>
                    </a:lnTo>
                    <a:lnTo>
                      <a:pt x="223" y="14"/>
                    </a:lnTo>
                    <a:lnTo>
                      <a:pt x="261" y="15"/>
                    </a:lnTo>
                    <a:lnTo>
                      <a:pt x="288" y="16"/>
                    </a:lnTo>
                    <a:lnTo>
                      <a:pt x="345" y="16"/>
                    </a:lnTo>
                    <a:lnTo>
                      <a:pt x="424" y="18"/>
                    </a:lnTo>
                    <a:lnTo>
                      <a:pt x="458" y="18"/>
                    </a:lnTo>
                    <a:lnTo>
                      <a:pt x="493" y="18"/>
                    </a:lnTo>
                    <a:lnTo>
                      <a:pt x="509" y="18"/>
                    </a:lnTo>
                    <a:lnTo>
                      <a:pt x="525" y="18"/>
                    </a:lnTo>
                    <a:lnTo>
                      <a:pt x="536" y="18"/>
                    </a:lnTo>
                    <a:lnTo>
                      <a:pt x="545" y="16"/>
                    </a:lnTo>
                    <a:lnTo>
                      <a:pt x="552" y="16"/>
                    </a:lnTo>
                    <a:lnTo>
                      <a:pt x="558" y="16"/>
                    </a:lnTo>
                    <a:lnTo>
                      <a:pt x="564" y="15"/>
                    </a:lnTo>
                    <a:lnTo>
                      <a:pt x="569" y="15"/>
                    </a:lnTo>
                    <a:lnTo>
                      <a:pt x="568" y="18"/>
                    </a:lnTo>
                    <a:lnTo>
                      <a:pt x="566" y="22"/>
                    </a:lnTo>
                    <a:lnTo>
                      <a:pt x="560" y="22"/>
                    </a:lnTo>
                    <a:lnTo>
                      <a:pt x="553" y="22"/>
                    </a:lnTo>
                    <a:lnTo>
                      <a:pt x="545" y="23"/>
                    </a:lnTo>
                    <a:lnTo>
                      <a:pt x="539" y="23"/>
                    </a:lnTo>
                    <a:lnTo>
                      <a:pt x="528" y="23"/>
                    </a:lnTo>
                    <a:lnTo>
                      <a:pt x="512" y="23"/>
                    </a:lnTo>
                    <a:lnTo>
                      <a:pt x="493" y="23"/>
                    </a:lnTo>
                    <a:lnTo>
                      <a:pt x="461" y="23"/>
                    </a:lnTo>
                    <a:lnTo>
                      <a:pt x="434" y="23"/>
                    </a:lnTo>
                    <a:lnTo>
                      <a:pt x="379" y="23"/>
                    </a:lnTo>
                    <a:lnTo>
                      <a:pt x="331" y="22"/>
                    </a:lnTo>
                    <a:lnTo>
                      <a:pt x="294" y="22"/>
                    </a:lnTo>
                    <a:lnTo>
                      <a:pt x="209" y="18"/>
                    </a:lnTo>
                    <a:lnTo>
                      <a:pt x="187" y="16"/>
                    </a:lnTo>
                    <a:lnTo>
                      <a:pt x="166" y="16"/>
                    </a:lnTo>
                    <a:lnTo>
                      <a:pt x="142" y="15"/>
                    </a:lnTo>
                    <a:lnTo>
                      <a:pt x="122" y="14"/>
                    </a:lnTo>
                    <a:lnTo>
                      <a:pt x="103" y="14"/>
                    </a:lnTo>
                    <a:lnTo>
                      <a:pt x="81" y="12"/>
                    </a:lnTo>
                    <a:lnTo>
                      <a:pt x="71" y="12"/>
                    </a:lnTo>
                    <a:lnTo>
                      <a:pt x="59" y="10"/>
                    </a:lnTo>
                    <a:lnTo>
                      <a:pt x="48" y="8"/>
                    </a:lnTo>
                    <a:lnTo>
                      <a:pt x="40" y="8"/>
                    </a:lnTo>
                    <a:lnTo>
                      <a:pt x="29" y="7"/>
                    </a:lnTo>
                    <a:lnTo>
                      <a:pt x="20" y="6"/>
                    </a:lnTo>
                    <a:lnTo>
                      <a:pt x="8" y="6"/>
                    </a:lnTo>
                    <a:lnTo>
                      <a:pt x="0" y="4"/>
                    </a:lnTo>
                    <a:lnTo>
                      <a:pt x="0" y="0"/>
                    </a:lnTo>
                  </a:path>
                </a:pathLst>
              </a:custGeom>
              <a:solidFill>
                <a:srgbClr val="000000"/>
              </a:solidFill>
              <a:ln w="12700">
                <a:noFill/>
              </a:ln>
            </p:spPr>
            <p:txBody>
              <a:bodyPr/>
              <a:lstStyle/>
              <a:p>
                <a:endParaRPr lang="zh-CN" altLang="en-US"/>
              </a:p>
            </p:txBody>
          </p:sp>
          <p:sp>
            <p:nvSpPr>
              <p:cNvPr id="31089" name="Freeform 373"/>
              <p:cNvSpPr/>
              <p:nvPr/>
            </p:nvSpPr>
            <p:spPr>
              <a:xfrm>
                <a:off x="1657" y="3138"/>
                <a:ext cx="176" cy="17"/>
              </a:xfrm>
              <a:custGeom>
                <a:avLst/>
                <a:gdLst/>
                <a:ahLst/>
                <a:cxnLst>
                  <a:cxn ang="0">
                    <a:pos x="0" y="0"/>
                  </a:cxn>
                  <a:cxn ang="0">
                    <a:pos x="18" y="5"/>
                  </a:cxn>
                  <a:cxn ang="0">
                    <a:pos x="37" y="7"/>
                  </a:cxn>
                  <a:cxn ang="0">
                    <a:pos x="55" y="7"/>
                  </a:cxn>
                  <a:cxn ang="0">
                    <a:pos x="75" y="8"/>
                  </a:cxn>
                  <a:cxn ang="0">
                    <a:pos x="102" y="10"/>
                  </a:cxn>
                  <a:cxn ang="0">
                    <a:pos x="128" y="12"/>
                  </a:cxn>
                  <a:cxn ang="0">
                    <a:pos x="152" y="14"/>
                  </a:cxn>
                  <a:cxn ang="0">
                    <a:pos x="175" y="16"/>
                  </a:cxn>
                  <a:cxn ang="0">
                    <a:pos x="152" y="14"/>
                  </a:cxn>
                  <a:cxn ang="0">
                    <a:pos x="128" y="12"/>
                  </a:cxn>
                  <a:cxn ang="0">
                    <a:pos x="102" y="10"/>
                  </a:cxn>
                  <a:cxn ang="0">
                    <a:pos x="75" y="8"/>
                  </a:cxn>
                  <a:cxn ang="0">
                    <a:pos x="55" y="7"/>
                  </a:cxn>
                  <a:cxn ang="0">
                    <a:pos x="37" y="7"/>
                  </a:cxn>
                  <a:cxn ang="0">
                    <a:pos x="18" y="5"/>
                  </a:cxn>
                  <a:cxn ang="0">
                    <a:pos x="0" y="0"/>
                  </a:cxn>
                </a:cxnLst>
                <a:rect l="0" t="0" r="0" b="0"/>
                <a:pathLst>
                  <a:path w="176" h="17">
                    <a:moveTo>
                      <a:pt x="0" y="0"/>
                    </a:moveTo>
                    <a:lnTo>
                      <a:pt x="18" y="5"/>
                    </a:lnTo>
                    <a:lnTo>
                      <a:pt x="37" y="7"/>
                    </a:lnTo>
                    <a:lnTo>
                      <a:pt x="55" y="7"/>
                    </a:lnTo>
                    <a:lnTo>
                      <a:pt x="75" y="8"/>
                    </a:lnTo>
                    <a:lnTo>
                      <a:pt x="102" y="10"/>
                    </a:lnTo>
                    <a:lnTo>
                      <a:pt x="128" y="12"/>
                    </a:lnTo>
                    <a:lnTo>
                      <a:pt x="152" y="14"/>
                    </a:lnTo>
                    <a:lnTo>
                      <a:pt x="175" y="16"/>
                    </a:lnTo>
                    <a:lnTo>
                      <a:pt x="152" y="14"/>
                    </a:lnTo>
                    <a:lnTo>
                      <a:pt x="128" y="12"/>
                    </a:lnTo>
                    <a:lnTo>
                      <a:pt x="102" y="10"/>
                    </a:lnTo>
                    <a:lnTo>
                      <a:pt x="75" y="8"/>
                    </a:lnTo>
                    <a:lnTo>
                      <a:pt x="55" y="7"/>
                    </a:lnTo>
                    <a:lnTo>
                      <a:pt x="37" y="7"/>
                    </a:lnTo>
                    <a:lnTo>
                      <a:pt x="18" y="5"/>
                    </a:lnTo>
                    <a:lnTo>
                      <a:pt x="0"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90" name="Freeform 374"/>
              <p:cNvSpPr/>
              <p:nvPr/>
            </p:nvSpPr>
            <p:spPr>
              <a:xfrm>
                <a:off x="1600" y="3130"/>
                <a:ext cx="24" cy="17"/>
              </a:xfrm>
              <a:custGeom>
                <a:avLst/>
                <a:gdLst/>
                <a:ahLst/>
                <a:cxnLst>
                  <a:cxn ang="0">
                    <a:pos x="0" y="0"/>
                  </a:cxn>
                  <a:cxn ang="0">
                    <a:pos x="4" y="2"/>
                  </a:cxn>
                  <a:cxn ang="0">
                    <a:pos x="10" y="2"/>
                  </a:cxn>
                  <a:cxn ang="0">
                    <a:pos x="16" y="2"/>
                  </a:cxn>
                  <a:cxn ang="0">
                    <a:pos x="23" y="2"/>
                  </a:cxn>
                  <a:cxn ang="0">
                    <a:pos x="23" y="16"/>
                  </a:cxn>
                  <a:cxn ang="0">
                    <a:pos x="18" y="16"/>
                  </a:cxn>
                  <a:cxn ang="0">
                    <a:pos x="12" y="16"/>
                  </a:cxn>
                  <a:cxn ang="0">
                    <a:pos x="6" y="11"/>
                  </a:cxn>
                  <a:cxn ang="0">
                    <a:pos x="0" y="11"/>
                  </a:cxn>
                  <a:cxn ang="0">
                    <a:pos x="0" y="0"/>
                  </a:cxn>
                </a:cxnLst>
                <a:rect l="0" t="0" r="0" b="0"/>
                <a:pathLst>
                  <a:path w="24" h="17">
                    <a:moveTo>
                      <a:pt x="0" y="0"/>
                    </a:moveTo>
                    <a:lnTo>
                      <a:pt x="4" y="2"/>
                    </a:lnTo>
                    <a:lnTo>
                      <a:pt x="10" y="2"/>
                    </a:lnTo>
                    <a:lnTo>
                      <a:pt x="16" y="2"/>
                    </a:lnTo>
                    <a:lnTo>
                      <a:pt x="23" y="2"/>
                    </a:lnTo>
                    <a:lnTo>
                      <a:pt x="23" y="16"/>
                    </a:lnTo>
                    <a:lnTo>
                      <a:pt x="18" y="16"/>
                    </a:lnTo>
                    <a:lnTo>
                      <a:pt x="12" y="16"/>
                    </a:lnTo>
                    <a:lnTo>
                      <a:pt x="6" y="11"/>
                    </a:lnTo>
                    <a:lnTo>
                      <a:pt x="0" y="11"/>
                    </a:lnTo>
                    <a:lnTo>
                      <a:pt x="0" y="0"/>
                    </a:lnTo>
                  </a:path>
                </a:pathLst>
              </a:custGeom>
              <a:solidFill>
                <a:srgbClr val="FFFF9F"/>
              </a:solidFill>
              <a:ln w="12700">
                <a:noFill/>
              </a:ln>
            </p:spPr>
            <p:txBody>
              <a:bodyPr/>
              <a:lstStyle/>
              <a:p>
                <a:endParaRPr lang="zh-CN" altLang="en-US"/>
              </a:p>
            </p:txBody>
          </p:sp>
          <p:sp>
            <p:nvSpPr>
              <p:cNvPr id="31091" name="Freeform 375"/>
              <p:cNvSpPr/>
              <p:nvPr/>
            </p:nvSpPr>
            <p:spPr>
              <a:xfrm>
                <a:off x="1600" y="3130"/>
                <a:ext cx="24" cy="17"/>
              </a:xfrm>
              <a:custGeom>
                <a:avLst/>
                <a:gdLst/>
                <a:ahLst/>
                <a:cxnLst>
                  <a:cxn ang="0">
                    <a:pos x="0" y="0"/>
                  </a:cxn>
                  <a:cxn ang="0">
                    <a:pos x="4" y="2"/>
                  </a:cxn>
                  <a:cxn ang="0">
                    <a:pos x="10" y="2"/>
                  </a:cxn>
                  <a:cxn ang="0">
                    <a:pos x="16" y="2"/>
                  </a:cxn>
                  <a:cxn ang="0">
                    <a:pos x="23" y="2"/>
                  </a:cxn>
                  <a:cxn ang="0">
                    <a:pos x="23" y="16"/>
                  </a:cxn>
                  <a:cxn ang="0">
                    <a:pos x="18" y="16"/>
                  </a:cxn>
                  <a:cxn ang="0">
                    <a:pos x="12" y="16"/>
                  </a:cxn>
                  <a:cxn ang="0">
                    <a:pos x="6" y="11"/>
                  </a:cxn>
                  <a:cxn ang="0">
                    <a:pos x="0" y="11"/>
                  </a:cxn>
                </a:cxnLst>
                <a:rect l="0" t="0" r="0" b="0"/>
                <a:pathLst>
                  <a:path w="24" h="17">
                    <a:moveTo>
                      <a:pt x="0" y="0"/>
                    </a:moveTo>
                    <a:lnTo>
                      <a:pt x="4" y="2"/>
                    </a:lnTo>
                    <a:lnTo>
                      <a:pt x="10" y="2"/>
                    </a:lnTo>
                    <a:lnTo>
                      <a:pt x="16" y="2"/>
                    </a:lnTo>
                    <a:lnTo>
                      <a:pt x="23" y="2"/>
                    </a:lnTo>
                    <a:lnTo>
                      <a:pt x="23" y="16"/>
                    </a:lnTo>
                    <a:lnTo>
                      <a:pt x="18" y="16"/>
                    </a:lnTo>
                    <a:lnTo>
                      <a:pt x="12" y="16"/>
                    </a:lnTo>
                    <a:lnTo>
                      <a:pt x="6" y="11"/>
                    </a:lnTo>
                    <a:lnTo>
                      <a:pt x="0" y="1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92" name="Freeform 376"/>
              <p:cNvSpPr/>
              <p:nvPr/>
            </p:nvSpPr>
            <p:spPr>
              <a:xfrm>
                <a:off x="1649" y="3068"/>
                <a:ext cx="413" cy="17"/>
              </a:xfrm>
              <a:custGeom>
                <a:avLst/>
                <a:gdLst/>
                <a:ahLst/>
                <a:cxnLst>
                  <a:cxn ang="0">
                    <a:pos x="0" y="11"/>
                  </a:cxn>
                  <a:cxn ang="0">
                    <a:pos x="79" y="11"/>
                  </a:cxn>
                  <a:cxn ang="0">
                    <a:pos x="113" y="11"/>
                  </a:cxn>
                  <a:cxn ang="0">
                    <a:pos x="146" y="7"/>
                  </a:cxn>
                  <a:cxn ang="0">
                    <a:pos x="182" y="7"/>
                  </a:cxn>
                  <a:cxn ang="0">
                    <a:pos x="215" y="4"/>
                  </a:cxn>
                  <a:cxn ang="0">
                    <a:pos x="250" y="4"/>
                  </a:cxn>
                  <a:cxn ang="0">
                    <a:pos x="274" y="4"/>
                  </a:cxn>
                  <a:cxn ang="0">
                    <a:pos x="296" y="0"/>
                  </a:cxn>
                  <a:cxn ang="0">
                    <a:pos x="315" y="4"/>
                  </a:cxn>
                  <a:cxn ang="0">
                    <a:pos x="329" y="0"/>
                  </a:cxn>
                  <a:cxn ang="0">
                    <a:pos x="340" y="4"/>
                  </a:cxn>
                  <a:cxn ang="0">
                    <a:pos x="353" y="4"/>
                  </a:cxn>
                  <a:cxn ang="0">
                    <a:pos x="363" y="4"/>
                  </a:cxn>
                  <a:cxn ang="0">
                    <a:pos x="369" y="4"/>
                  </a:cxn>
                  <a:cxn ang="0">
                    <a:pos x="377" y="4"/>
                  </a:cxn>
                  <a:cxn ang="0">
                    <a:pos x="383" y="4"/>
                  </a:cxn>
                  <a:cxn ang="0">
                    <a:pos x="392" y="7"/>
                  </a:cxn>
                  <a:cxn ang="0">
                    <a:pos x="398" y="11"/>
                  </a:cxn>
                  <a:cxn ang="0">
                    <a:pos x="405" y="14"/>
                  </a:cxn>
                  <a:cxn ang="0">
                    <a:pos x="412" y="16"/>
                  </a:cxn>
                  <a:cxn ang="0">
                    <a:pos x="405" y="14"/>
                  </a:cxn>
                  <a:cxn ang="0">
                    <a:pos x="398" y="11"/>
                  </a:cxn>
                  <a:cxn ang="0">
                    <a:pos x="392" y="7"/>
                  </a:cxn>
                  <a:cxn ang="0">
                    <a:pos x="383" y="4"/>
                  </a:cxn>
                  <a:cxn ang="0">
                    <a:pos x="377" y="4"/>
                  </a:cxn>
                  <a:cxn ang="0">
                    <a:pos x="369" y="4"/>
                  </a:cxn>
                  <a:cxn ang="0">
                    <a:pos x="363" y="4"/>
                  </a:cxn>
                  <a:cxn ang="0">
                    <a:pos x="353" y="4"/>
                  </a:cxn>
                  <a:cxn ang="0">
                    <a:pos x="340" y="4"/>
                  </a:cxn>
                  <a:cxn ang="0">
                    <a:pos x="329" y="0"/>
                  </a:cxn>
                  <a:cxn ang="0">
                    <a:pos x="315" y="4"/>
                  </a:cxn>
                  <a:cxn ang="0">
                    <a:pos x="296" y="0"/>
                  </a:cxn>
                  <a:cxn ang="0">
                    <a:pos x="274" y="4"/>
                  </a:cxn>
                  <a:cxn ang="0">
                    <a:pos x="250" y="4"/>
                  </a:cxn>
                  <a:cxn ang="0">
                    <a:pos x="215" y="4"/>
                  </a:cxn>
                  <a:cxn ang="0">
                    <a:pos x="182" y="7"/>
                  </a:cxn>
                  <a:cxn ang="0">
                    <a:pos x="146" y="7"/>
                  </a:cxn>
                  <a:cxn ang="0">
                    <a:pos x="113" y="11"/>
                  </a:cxn>
                  <a:cxn ang="0">
                    <a:pos x="79" y="11"/>
                  </a:cxn>
                  <a:cxn ang="0">
                    <a:pos x="0" y="11"/>
                  </a:cxn>
                </a:cxnLst>
                <a:rect l="0" t="0" r="0" b="0"/>
                <a:pathLst>
                  <a:path w="413" h="17">
                    <a:moveTo>
                      <a:pt x="0" y="11"/>
                    </a:moveTo>
                    <a:lnTo>
                      <a:pt x="79" y="11"/>
                    </a:lnTo>
                    <a:lnTo>
                      <a:pt x="113" y="11"/>
                    </a:lnTo>
                    <a:lnTo>
                      <a:pt x="146" y="7"/>
                    </a:lnTo>
                    <a:lnTo>
                      <a:pt x="182" y="7"/>
                    </a:lnTo>
                    <a:lnTo>
                      <a:pt x="215" y="4"/>
                    </a:lnTo>
                    <a:lnTo>
                      <a:pt x="250" y="4"/>
                    </a:lnTo>
                    <a:lnTo>
                      <a:pt x="274" y="4"/>
                    </a:lnTo>
                    <a:lnTo>
                      <a:pt x="296" y="0"/>
                    </a:lnTo>
                    <a:lnTo>
                      <a:pt x="315" y="4"/>
                    </a:lnTo>
                    <a:lnTo>
                      <a:pt x="329" y="0"/>
                    </a:lnTo>
                    <a:lnTo>
                      <a:pt x="340" y="4"/>
                    </a:lnTo>
                    <a:lnTo>
                      <a:pt x="353" y="4"/>
                    </a:lnTo>
                    <a:lnTo>
                      <a:pt x="363" y="4"/>
                    </a:lnTo>
                    <a:lnTo>
                      <a:pt x="369" y="4"/>
                    </a:lnTo>
                    <a:lnTo>
                      <a:pt x="377" y="4"/>
                    </a:lnTo>
                    <a:lnTo>
                      <a:pt x="383" y="4"/>
                    </a:lnTo>
                    <a:lnTo>
                      <a:pt x="392" y="7"/>
                    </a:lnTo>
                    <a:lnTo>
                      <a:pt x="398" y="11"/>
                    </a:lnTo>
                    <a:lnTo>
                      <a:pt x="405" y="14"/>
                    </a:lnTo>
                    <a:lnTo>
                      <a:pt x="412" y="16"/>
                    </a:lnTo>
                    <a:lnTo>
                      <a:pt x="405" y="14"/>
                    </a:lnTo>
                    <a:lnTo>
                      <a:pt x="398" y="11"/>
                    </a:lnTo>
                    <a:lnTo>
                      <a:pt x="392" y="7"/>
                    </a:lnTo>
                    <a:lnTo>
                      <a:pt x="383" y="4"/>
                    </a:lnTo>
                    <a:lnTo>
                      <a:pt x="377" y="4"/>
                    </a:lnTo>
                    <a:lnTo>
                      <a:pt x="369" y="4"/>
                    </a:lnTo>
                    <a:lnTo>
                      <a:pt x="363" y="4"/>
                    </a:lnTo>
                    <a:lnTo>
                      <a:pt x="353" y="4"/>
                    </a:lnTo>
                    <a:lnTo>
                      <a:pt x="340" y="4"/>
                    </a:lnTo>
                    <a:lnTo>
                      <a:pt x="329" y="0"/>
                    </a:lnTo>
                    <a:lnTo>
                      <a:pt x="315" y="4"/>
                    </a:lnTo>
                    <a:lnTo>
                      <a:pt x="296" y="0"/>
                    </a:lnTo>
                    <a:lnTo>
                      <a:pt x="274" y="4"/>
                    </a:lnTo>
                    <a:lnTo>
                      <a:pt x="250" y="4"/>
                    </a:lnTo>
                    <a:lnTo>
                      <a:pt x="215" y="4"/>
                    </a:lnTo>
                    <a:lnTo>
                      <a:pt x="182" y="7"/>
                    </a:lnTo>
                    <a:lnTo>
                      <a:pt x="146" y="7"/>
                    </a:lnTo>
                    <a:lnTo>
                      <a:pt x="113" y="11"/>
                    </a:lnTo>
                    <a:lnTo>
                      <a:pt x="79" y="11"/>
                    </a:lnTo>
                    <a:lnTo>
                      <a:pt x="0" y="1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93" name="Freeform 377"/>
              <p:cNvSpPr/>
              <p:nvPr/>
            </p:nvSpPr>
            <p:spPr>
              <a:xfrm>
                <a:off x="1763" y="3047"/>
                <a:ext cx="17" cy="17"/>
              </a:xfrm>
              <a:custGeom>
                <a:avLst/>
                <a:gdLst/>
                <a:ahLst/>
                <a:cxnLst>
                  <a:cxn ang="0">
                    <a:pos x="5" y="0"/>
                  </a:cxn>
                  <a:cxn ang="0">
                    <a:pos x="0" y="16"/>
                  </a:cxn>
                  <a:cxn ang="0">
                    <a:pos x="16" y="16"/>
                  </a:cxn>
                  <a:cxn ang="0">
                    <a:pos x="16" y="0"/>
                  </a:cxn>
                  <a:cxn ang="0">
                    <a:pos x="5" y="0"/>
                  </a:cxn>
                </a:cxnLst>
                <a:rect l="0" t="0" r="0" b="0"/>
                <a:pathLst>
                  <a:path w="17" h="17">
                    <a:moveTo>
                      <a:pt x="5" y="0"/>
                    </a:moveTo>
                    <a:lnTo>
                      <a:pt x="0" y="16"/>
                    </a:lnTo>
                    <a:lnTo>
                      <a:pt x="16" y="16"/>
                    </a:lnTo>
                    <a:lnTo>
                      <a:pt x="16" y="0"/>
                    </a:lnTo>
                    <a:lnTo>
                      <a:pt x="5" y="0"/>
                    </a:lnTo>
                  </a:path>
                </a:pathLst>
              </a:custGeom>
              <a:solidFill>
                <a:srgbClr val="FFFF9F"/>
              </a:solidFill>
              <a:ln w="12700">
                <a:noFill/>
              </a:ln>
            </p:spPr>
            <p:txBody>
              <a:bodyPr/>
              <a:lstStyle/>
              <a:p>
                <a:endParaRPr lang="zh-CN" altLang="en-US"/>
              </a:p>
            </p:txBody>
          </p:sp>
          <p:sp>
            <p:nvSpPr>
              <p:cNvPr id="31094" name="Freeform 378"/>
              <p:cNvSpPr/>
              <p:nvPr/>
            </p:nvSpPr>
            <p:spPr>
              <a:xfrm>
                <a:off x="1703" y="3096"/>
                <a:ext cx="17" cy="17"/>
              </a:xfrm>
              <a:custGeom>
                <a:avLst/>
                <a:gdLst/>
                <a:ahLst/>
                <a:cxnLst>
                  <a:cxn ang="0">
                    <a:pos x="0" y="0"/>
                  </a:cxn>
                  <a:cxn ang="0">
                    <a:pos x="0" y="16"/>
                  </a:cxn>
                  <a:cxn ang="0">
                    <a:pos x="16" y="16"/>
                  </a:cxn>
                  <a:cxn ang="0">
                    <a:pos x="16" y="0"/>
                  </a:cxn>
                  <a:cxn ang="0">
                    <a:pos x="0" y="0"/>
                  </a:cxn>
                </a:cxnLst>
                <a:rect l="0" t="0" r="0" b="0"/>
                <a:pathLst>
                  <a:path w="17" h="17">
                    <a:moveTo>
                      <a:pt x="0" y="0"/>
                    </a:moveTo>
                    <a:lnTo>
                      <a:pt x="0" y="16"/>
                    </a:lnTo>
                    <a:lnTo>
                      <a:pt x="16" y="16"/>
                    </a:lnTo>
                    <a:lnTo>
                      <a:pt x="16" y="0"/>
                    </a:lnTo>
                    <a:lnTo>
                      <a:pt x="0" y="0"/>
                    </a:lnTo>
                  </a:path>
                </a:pathLst>
              </a:custGeom>
              <a:solidFill>
                <a:srgbClr val="FFFF9F"/>
              </a:solidFill>
              <a:ln w="12700">
                <a:noFill/>
              </a:ln>
            </p:spPr>
            <p:txBody>
              <a:bodyPr/>
              <a:lstStyle/>
              <a:p>
                <a:endParaRPr lang="zh-CN" altLang="en-US"/>
              </a:p>
            </p:txBody>
          </p:sp>
          <p:sp>
            <p:nvSpPr>
              <p:cNvPr id="31095" name="Freeform 379"/>
              <p:cNvSpPr/>
              <p:nvPr/>
            </p:nvSpPr>
            <p:spPr>
              <a:xfrm>
                <a:off x="1703" y="3096"/>
                <a:ext cx="17" cy="17"/>
              </a:xfrm>
              <a:custGeom>
                <a:avLst/>
                <a:gdLst/>
                <a:ahLst/>
                <a:cxnLst>
                  <a:cxn ang="0">
                    <a:pos x="0" y="0"/>
                  </a:cxn>
                  <a:cxn ang="0">
                    <a:pos x="0" y="16"/>
                  </a:cxn>
                  <a:cxn ang="0">
                    <a:pos x="16" y="16"/>
                  </a:cxn>
                  <a:cxn ang="0">
                    <a:pos x="16" y="0"/>
                  </a:cxn>
                </a:cxnLst>
                <a:rect l="0" t="0" r="0" b="0"/>
                <a:pathLst>
                  <a:path w="17" h="17">
                    <a:moveTo>
                      <a:pt x="0" y="0"/>
                    </a:moveTo>
                    <a:lnTo>
                      <a:pt x="0" y="16"/>
                    </a:lnTo>
                    <a:lnTo>
                      <a:pt x="16" y="16"/>
                    </a:lnTo>
                    <a:lnTo>
                      <a:pt x="1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96" name="Freeform 380"/>
              <p:cNvSpPr/>
              <p:nvPr/>
            </p:nvSpPr>
            <p:spPr>
              <a:xfrm>
                <a:off x="1799" y="3099"/>
                <a:ext cx="17" cy="17"/>
              </a:xfrm>
              <a:custGeom>
                <a:avLst/>
                <a:gdLst/>
                <a:ahLst/>
                <a:cxnLst>
                  <a:cxn ang="0">
                    <a:pos x="0" y="0"/>
                  </a:cxn>
                  <a:cxn ang="0">
                    <a:pos x="16" y="0"/>
                  </a:cxn>
                  <a:cxn ang="0">
                    <a:pos x="16" y="16"/>
                  </a:cxn>
                  <a:cxn ang="0">
                    <a:pos x="0" y="16"/>
                  </a:cxn>
                  <a:cxn ang="0">
                    <a:pos x="0" y="0"/>
                  </a:cxn>
                </a:cxnLst>
                <a:rect l="0" t="0" r="0" b="0"/>
                <a:pathLst>
                  <a:path w="17" h="17">
                    <a:moveTo>
                      <a:pt x="0" y="0"/>
                    </a:moveTo>
                    <a:lnTo>
                      <a:pt x="16" y="0"/>
                    </a:lnTo>
                    <a:lnTo>
                      <a:pt x="16" y="16"/>
                    </a:lnTo>
                    <a:lnTo>
                      <a:pt x="0" y="16"/>
                    </a:lnTo>
                    <a:lnTo>
                      <a:pt x="0" y="0"/>
                    </a:lnTo>
                  </a:path>
                </a:pathLst>
              </a:custGeom>
              <a:solidFill>
                <a:srgbClr val="FFFF9F"/>
              </a:solidFill>
              <a:ln w="12700">
                <a:noFill/>
              </a:ln>
            </p:spPr>
            <p:txBody>
              <a:bodyPr/>
              <a:lstStyle/>
              <a:p>
                <a:endParaRPr lang="zh-CN" altLang="en-US"/>
              </a:p>
            </p:txBody>
          </p:sp>
          <p:sp>
            <p:nvSpPr>
              <p:cNvPr id="31097" name="Freeform 381"/>
              <p:cNvSpPr/>
              <p:nvPr/>
            </p:nvSpPr>
            <p:spPr>
              <a:xfrm>
                <a:off x="1799" y="3099"/>
                <a:ext cx="17" cy="17"/>
              </a:xfrm>
              <a:custGeom>
                <a:avLst/>
                <a:gdLst/>
                <a:ahLst/>
                <a:cxnLst>
                  <a:cxn ang="0">
                    <a:pos x="0" y="0"/>
                  </a:cxn>
                  <a:cxn ang="0">
                    <a:pos x="16" y="0"/>
                  </a:cxn>
                  <a:cxn ang="0">
                    <a:pos x="16" y="16"/>
                  </a:cxn>
                  <a:cxn ang="0">
                    <a:pos x="0" y="16"/>
                  </a:cxn>
                </a:cxnLst>
                <a:rect l="0" t="0" r="0" b="0"/>
                <a:pathLst>
                  <a:path w="17" h="17">
                    <a:moveTo>
                      <a:pt x="0" y="0"/>
                    </a:moveTo>
                    <a:lnTo>
                      <a:pt x="16" y="0"/>
                    </a:lnTo>
                    <a:lnTo>
                      <a:pt x="16" y="16"/>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098" name="Freeform 382"/>
              <p:cNvSpPr/>
              <p:nvPr/>
            </p:nvSpPr>
            <p:spPr>
              <a:xfrm>
                <a:off x="2028" y="3102"/>
                <a:ext cx="17" cy="17"/>
              </a:xfrm>
              <a:custGeom>
                <a:avLst/>
                <a:gdLst/>
                <a:ahLst/>
                <a:cxnLst>
                  <a:cxn ang="0">
                    <a:pos x="0" y="0"/>
                  </a:cxn>
                  <a:cxn ang="0">
                    <a:pos x="16" y="0"/>
                  </a:cxn>
                  <a:cxn ang="0">
                    <a:pos x="16" y="13"/>
                  </a:cxn>
                  <a:cxn ang="0">
                    <a:pos x="0" y="16"/>
                  </a:cxn>
                  <a:cxn ang="0">
                    <a:pos x="0" y="0"/>
                  </a:cxn>
                </a:cxnLst>
                <a:rect l="0" t="0" r="0" b="0"/>
                <a:pathLst>
                  <a:path w="17" h="17">
                    <a:moveTo>
                      <a:pt x="0" y="0"/>
                    </a:moveTo>
                    <a:lnTo>
                      <a:pt x="16" y="0"/>
                    </a:lnTo>
                    <a:lnTo>
                      <a:pt x="16" y="13"/>
                    </a:lnTo>
                    <a:lnTo>
                      <a:pt x="0" y="16"/>
                    </a:lnTo>
                    <a:lnTo>
                      <a:pt x="0" y="0"/>
                    </a:lnTo>
                  </a:path>
                </a:pathLst>
              </a:custGeom>
              <a:solidFill>
                <a:srgbClr val="FFFF9F"/>
              </a:solidFill>
              <a:ln w="12700">
                <a:noFill/>
              </a:ln>
            </p:spPr>
            <p:txBody>
              <a:bodyPr/>
              <a:lstStyle/>
              <a:p>
                <a:endParaRPr lang="zh-CN" altLang="en-US"/>
              </a:p>
            </p:txBody>
          </p:sp>
          <p:sp>
            <p:nvSpPr>
              <p:cNvPr id="31099" name="Freeform 383"/>
              <p:cNvSpPr/>
              <p:nvPr/>
            </p:nvSpPr>
            <p:spPr>
              <a:xfrm>
                <a:off x="2028" y="3102"/>
                <a:ext cx="17" cy="17"/>
              </a:xfrm>
              <a:custGeom>
                <a:avLst/>
                <a:gdLst/>
                <a:ahLst/>
                <a:cxnLst>
                  <a:cxn ang="0">
                    <a:pos x="0" y="0"/>
                  </a:cxn>
                  <a:cxn ang="0">
                    <a:pos x="16" y="0"/>
                  </a:cxn>
                  <a:cxn ang="0">
                    <a:pos x="16" y="13"/>
                  </a:cxn>
                  <a:cxn ang="0">
                    <a:pos x="0" y="16"/>
                  </a:cxn>
                </a:cxnLst>
                <a:rect l="0" t="0" r="0" b="0"/>
                <a:pathLst>
                  <a:path w="17" h="17">
                    <a:moveTo>
                      <a:pt x="0" y="0"/>
                    </a:moveTo>
                    <a:lnTo>
                      <a:pt x="16" y="0"/>
                    </a:lnTo>
                    <a:lnTo>
                      <a:pt x="16" y="13"/>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00" name="Freeform 384"/>
              <p:cNvSpPr/>
              <p:nvPr/>
            </p:nvSpPr>
            <p:spPr>
              <a:xfrm>
                <a:off x="2232" y="2532"/>
                <a:ext cx="71" cy="50"/>
              </a:xfrm>
              <a:custGeom>
                <a:avLst/>
                <a:gdLst/>
                <a:ahLst/>
                <a:cxnLst>
                  <a:cxn ang="0">
                    <a:pos x="70" y="28"/>
                  </a:cxn>
                  <a:cxn ang="0">
                    <a:pos x="44" y="0"/>
                  </a:cxn>
                  <a:cxn ang="0">
                    <a:pos x="0" y="20"/>
                  </a:cxn>
                  <a:cxn ang="0">
                    <a:pos x="28" y="49"/>
                  </a:cxn>
                  <a:cxn ang="0">
                    <a:pos x="70" y="28"/>
                  </a:cxn>
                </a:cxnLst>
                <a:rect l="0" t="0" r="0" b="0"/>
                <a:pathLst>
                  <a:path w="71" h="50">
                    <a:moveTo>
                      <a:pt x="70" y="28"/>
                    </a:moveTo>
                    <a:lnTo>
                      <a:pt x="44" y="0"/>
                    </a:lnTo>
                    <a:lnTo>
                      <a:pt x="0" y="20"/>
                    </a:lnTo>
                    <a:lnTo>
                      <a:pt x="28" y="49"/>
                    </a:lnTo>
                    <a:lnTo>
                      <a:pt x="70" y="28"/>
                    </a:lnTo>
                  </a:path>
                </a:pathLst>
              </a:custGeom>
              <a:solidFill>
                <a:srgbClr val="FFFFFF"/>
              </a:solidFill>
              <a:ln w="12700">
                <a:noFill/>
              </a:ln>
            </p:spPr>
            <p:txBody>
              <a:bodyPr/>
              <a:lstStyle/>
              <a:p>
                <a:endParaRPr lang="zh-CN" altLang="en-US"/>
              </a:p>
            </p:txBody>
          </p:sp>
          <p:sp>
            <p:nvSpPr>
              <p:cNvPr id="31101" name="Freeform 385"/>
              <p:cNvSpPr/>
              <p:nvPr/>
            </p:nvSpPr>
            <p:spPr>
              <a:xfrm>
                <a:off x="2232" y="2532"/>
                <a:ext cx="71" cy="50"/>
              </a:xfrm>
              <a:custGeom>
                <a:avLst/>
                <a:gdLst/>
                <a:ahLst/>
                <a:cxnLst>
                  <a:cxn ang="0">
                    <a:pos x="70" y="28"/>
                  </a:cxn>
                  <a:cxn ang="0">
                    <a:pos x="44" y="0"/>
                  </a:cxn>
                  <a:cxn ang="0">
                    <a:pos x="0" y="20"/>
                  </a:cxn>
                  <a:cxn ang="0">
                    <a:pos x="28" y="49"/>
                  </a:cxn>
                </a:cxnLst>
                <a:rect l="0" t="0" r="0" b="0"/>
                <a:pathLst>
                  <a:path w="71" h="50">
                    <a:moveTo>
                      <a:pt x="70" y="28"/>
                    </a:moveTo>
                    <a:lnTo>
                      <a:pt x="44" y="0"/>
                    </a:lnTo>
                    <a:lnTo>
                      <a:pt x="0" y="20"/>
                    </a:lnTo>
                    <a:lnTo>
                      <a:pt x="28" y="4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02" name="Freeform 386"/>
              <p:cNvSpPr/>
              <p:nvPr/>
            </p:nvSpPr>
            <p:spPr>
              <a:xfrm>
                <a:off x="2242" y="2549"/>
                <a:ext cx="41" cy="34"/>
              </a:xfrm>
              <a:custGeom>
                <a:avLst/>
                <a:gdLst/>
                <a:ahLst/>
                <a:cxnLst>
                  <a:cxn ang="0">
                    <a:pos x="40" y="19"/>
                  </a:cxn>
                  <a:cxn ang="0">
                    <a:pos x="34" y="17"/>
                  </a:cxn>
                  <a:cxn ang="0">
                    <a:pos x="32" y="13"/>
                  </a:cxn>
                  <a:cxn ang="0">
                    <a:pos x="30" y="9"/>
                  </a:cxn>
                  <a:cxn ang="0">
                    <a:pos x="28" y="7"/>
                  </a:cxn>
                  <a:cxn ang="0">
                    <a:pos x="25" y="6"/>
                  </a:cxn>
                  <a:cxn ang="0">
                    <a:pos x="22" y="3"/>
                  </a:cxn>
                  <a:cxn ang="0">
                    <a:pos x="16" y="1"/>
                  </a:cxn>
                  <a:cxn ang="0">
                    <a:pos x="12" y="0"/>
                  </a:cxn>
                  <a:cxn ang="0">
                    <a:pos x="11" y="0"/>
                  </a:cxn>
                  <a:cxn ang="0">
                    <a:pos x="11" y="1"/>
                  </a:cxn>
                  <a:cxn ang="0">
                    <a:pos x="12" y="3"/>
                  </a:cxn>
                  <a:cxn ang="0">
                    <a:pos x="16" y="5"/>
                  </a:cxn>
                  <a:cxn ang="0">
                    <a:pos x="18" y="7"/>
                  </a:cxn>
                  <a:cxn ang="0">
                    <a:pos x="16" y="5"/>
                  </a:cxn>
                  <a:cxn ang="0">
                    <a:pos x="12" y="5"/>
                  </a:cxn>
                  <a:cxn ang="0">
                    <a:pos x="8" y="1"/>
                  </a:cxn>
                  <a:cxn ang="0">
                    <a:pos x="6" y="1"/>
                  </a:cxn>
                  <a:cxn ang="0">
                    <a:pos x="4" y="1"/>
                  </a:cxn>
                  <a:cxn ang="0">
                    <a:pos x="4" y="3"/>
                  </a:cxn>
                  <a:cxn ang="0">
                    <a:pos x="3" y="3"/>
                  </a:cxn>
                  <a:cxn ang="0">
                    <a:pos x="1" y="5"/>
                  </a:cxn>
                  <a:cxn ang="0">
                    <a:pos x="3" y="6"/>
                  </a:cxn>
                  <a:cxn ang="0">
                    <a:pos x="3" y="7"/>
                  </a:cxn>
                  <a:cxn ang="0">
                    <a:pos x="6" y="9"/>
                  </a:cxn>
                  <a:cxn ang="0">
                    <a:pos x="11" y="13"/>
                  </a:cxn>
                  <a:cxn ang="0">
                    <a:pos x="12" y="15"/>
                  </a:cxn>
                  <a:cxn ang="0">
                    <a:pos x="9" y="15"/>
                  </a:cxn>
                  <a:cxn ang="0">
                    <a:pos x="6" y="15"/>
                  </a:cxn>
                  <a:cxn ang="0">
                    <a:pos x="4" y="15"/>
                  </a:cxn>
                  <a:cxn ang="0">
                    <a:pos x="1" y="15"/>
                  </a:cxn>
                  <a:cxn ang="0">
                    <a:pos x="0" y="15"/>
                  </a:cxn>
                  <a:cxn ang="0">
                    <a:pos x="0" y="17"/>
                  </a:cxn>
                  <a:cxn ang="0">
                    <a:pos x="1" y="19"/>
                  </a:cxn>
                  <a:cxn ang="0">
                    <a:pos x="4" y="19"/>
                  </a:cxn>
                  <a:cxn ang="0">
                    <a:pos x="8" y="19"/>
                  </a:cxn>
                  <a:cxn ang="0">
                    <a:pos x="11" y="19"/>
                  </a:cxn>
                  <a:cxn ang="0">
                    <a:pos x="14" y="21"/>
                  </a:cxn>
                  <a:cxn ang="0">
                    <a:pos x="17" y="25"/>
                  </a:cxn>
                  <a:cxn ang="0">
                    <a:pos x="20" y="27"/>
                  </a:cxn>
                  <a:cxn ang="0">
                    <a:pos x="24" y="27"/>
                  </a:cxn>
                  <a:cxn ang="0">
                    <a:pos x="26" y="27"/>
                  </a:cxn>
                  <a:cxn ang="0">
                    <a:pos x="30" y="27"/>
                  </a:cxn>
                  <a:cxn ang="0">
                    <a:pos x="34" y="33"/>
                  </a:cxn>
                  <a:cxn ang="0">
                    <a:pos x="34" y="29"/>
                  </a:cxn>
                  <a:cxn ang="0">
                    <a:pos x="34" y="26"/>
                  </a:cxn>
                  <a:cxn ang="0">
                    <a:pos x="34" y="23"/>
                  </a:cxn>
                  <a:cxn ang="0">
                    <a:pos x="36" y="21"/>
                  </a:cxn>
                  <a:cxn ang="0">
                    <a:pos x="40" y="19"/>
                  </a:cxn>
                </a:cxnLst>
                <a:rect l="0" t="0" r="0" b="0"/>
                <a:pathLst>
                  <a:path w="41" h="34">
                    <a:moveTo>
                      <a:pt x="40" y="19"/>
                    </a:moveTo>
                    <a:lnTo>
                      <a:pt x="34" y="17"/>
                    </a:lnTo>
                    <a:lnTo>
                      <a:pt x="32" y="13"/>
                    </a:lnTo>
                    <a:lnTo>
                      <a:pt x="30" y="9"/>
                    </a:lnTo>
                    <a:lnTo>
                      <a:pt x="28" y="7"/>
                    </a:lnTo>
                    <a:lnTo>
                      <a:pt x="25" y="6"/>
                    </a:lnTo>
                    <a:lnTo>
                      <a:pt x="22" y="3"/>
                    </a:lnTo>
                    <a:lnTo>
                      <a:pt x="16" y="1"/>
                    </a:lnTo>
                    <a:lnTo>
                      <a:pt x="12" y="0"/>
                    </a:lnTo>
                    <a:lnTo>
                      <a:pt x="11" y="0"/>
                    </a:lnTo>
                    <a:lnTo>
                      <a:pt x="11" y="1"/>
                    </a:lnTo>
                    <a:lnTo>
                      <a:pt x="12" y="3"/>
                    </a:lnTo>
                    <a:lnTo>
                      <a:pt x="16" y="5"/>
                    </a:lnTo>
                    <a:lnTo>
                      <a:pt x="18" y="7"/>
                    </a:lnTo>
                    <a:lnTo>
                      <a:pt x="16" y="5"/>
                    </a:lnTo>
                    <a:lnTo>
                      <a:pt x="12" y="5"/>
                    </a:lnTo>
                    <a:lnTo>
                      <a:pt x="8" y="1"/>
                    </a:lnTo>
                    <a:lnTo>
                      <a:pt x="6" y="1"/>
                    </a:lnTo>
                    <a:lnTo>
                      <a:pt x="4" y="1"/>
                    </a:lnTo>
                    <a:lnTo>
                      <a:pt x="4" y="3"/>
                    </a:lnTo>
                    <a:lnTo>
                      <a:pt x="3" y="3"/>
                    </a:lnTo>
                    <a:lnTo>
                      <a:pt x="1" y="5"/>
                    </a:lnTo>
                    <a:lnTo>
                      <a:pt x="3" y="6"/>
                    </a:lnTo>
                    <a:lnTo>
                      <a:pt x="3" y="7"/>
                    </a:lnTo>
                    <a:lnTo>
                      <a:pt x="6" y="9"/>
                    </a:lnTo>
                    <a:lnTo>
                      <a:pt x="11" y="13"/>
                    </a:lnTo>
                    <a:lnTo>
                      <a:pt x="12" y="15"/>
                    </a:lnTo>
                    <a:lnTo>
                      <a:pt x="9" y="15"/>
                    </a:lnTo>
                    <a:lnTo>
                      <a:pt x="6" y="15"/>
                    </a:lnTo>
                    <a:lnTo>
                      <a:pt x="4" y="15"/>
                    </a:lnTo>
                    <a:lnTo>
                      <a:pt x="1" y="15"/>
                    </a:lnTo>
                    <a:lnTo>
                      <a:pt x="0" y="15"/>
                    </a:lnTo>
                    <a:lnTo>
                      <a:pt x="0" y="17"/>
                    </a:lnTo>
                    <a:lnTo>
                      <a:pt x="1" y="19"/>
                    </a:lnTo>
                    <a:lnTo>
                      <a:pt x="4" y="19"/>
                    </a:lnTo>
                    <a:lnTo>
                      <a:pt x="8" y="19"/>
                    </a:lnTo>
                    <a:lnTo>
                      <a:pt x="11" y="19"/>
                    </a:lnTo>
                    <a:lnTo>
                      <a:pt x="14" y="21"/>
                    </a:lnTo>
                    <a:lnTo>
                      <a:pt x="17" y="25"/>
                    </a:lnTo>
                    <a:lnTo>
                      <a:pt x="20" y="27"/>
                    </a:lnTo>
                    <a:lnTo>
                      <a:pt x="24" y="27"/>
                    </a:lnTo>
                    <a:lnTo>
                      <a:pt x="26" y="27"/>
                    </a:lnTo>
                    <a:lnTo>
                      <a:pt x="30" y="27"/>
                    </a:lnTo>
                    <a:lnTo>
                      <a:pt x="34" y="33"/>
                    </a:lnTo>
                    <a:lnTo>
                      <a:pt x="34" y="29"/>
                    </a:lnTo>
                    <a:lnTo>
                      <a:pt x="34" y="26"/>
                    </a:lnTo>
                    <a:lnTo>
                      <a:pt x="34" y="23"/>
                    </a:lnTo>
                    <a:lnTo>
                      <a:pt x="36" y="21"/>
                    </a:lnTo>
                    <a:lnTo>
                      <a:pt x="40" y="19"/>
                    </a:lnTo>
                  </a:path>
                </a:pathLst>
              </a:custGeom>
              <a:solidFill>
                <a:srgbClr val="A47C61"/>
              </a:solidFill>
              <a:ln w="12700">
                <a:noFill/>
              </a:ln>
            </p:spPr>
            <p:txBody>
              <a:bodyPr/>
              <a:lstStyle/>
              <a:p>
                <a:endParaRPr lang="zh-CN" altLang="en-US"/>
              </a:p>
            </p:txBody>
          </p:sp>
          <p:sp>
            <p:nvSpPr>
              <p:cNvPr id="31103" name="Freeform 387"/>
              <p:cNvSpPr/>
              <p:nvPr/>
            </p:nvSpPr>
            <p:spPr>
              <a:xfrm>
                <a:off x="2242" y="2549"/>
                <a:ext cx="41" cy="34"/>
              </a:xfrm>
              <a:custGeom>
                <a:avLst/>
                <a:gdLst/>
                <a:ahLst/>
                <a:cxnLst>
                  <a:cxn ang="0">
                    <a:pos x="40" y="19"/>
                  </a:cxn>
                  <a:cxn ang="0">
                    <a:pos x="34" y="17"/>
                  </a:cxn>
                  <a:cxn ang="0">
                    <a:pos x="32" y="13"/>
                  </a:cxn>
                  <a:cxn ang="0">
                    <a:pos x="30" y="9"/>
                  </a:cxn>
                  <a:cxn ang="0">
                    <a:pos x="28" y="7"/>
                  </a:cxn>
                  <a:cxn ang="0">
                    <a:pos x="25" y="6"/>
                  </a:cxn>
                  <a:cxn ang="0">
                    <a:pos x="22" y="3"/>
                  </a:cxn>
                  <a:cxn ang="0">
                    <a:pos x="16" y="1"/>
                  </a:cxn>
                  <a:cxn ang="0">
                    <a:pos x="12" y="0"/>
                  </a:cxn>
                  <a:cxn ang="0">
                    <a:pos x="11" y="0"/>
                  </a:cxn>
                  <a:cxn ang="0">
                    <a:pos x="11" y="1"/>
                  </a:cxn>
                  <a:cxn ang="0">
                    <a:pos x="12" y="3"/>
                  </a:cxn>
                  <a:cxn ang="0">
                    <a:pos x="16" y="5"/>
                  </a:cxn>
                  <a:cxn ang="0">
                    <a:pos x="18" y="7"/>
                  </a:cxn>
                  <a:cxn ang="0">
                    <a:pos x="16" y="5"/>
                  </a:cxn>
                  <a:cxn ang="0">
                    <a:pos x="12" y="5"/>
                  </a:cxn>
                  <a:cxn ang="0">
                    <a:pos x="8" y="1"/>
                  </a:cxn>
                  <a:cxn ang="0">
                    <a:pos x="6" y="1"/>
                  </a:cxn>
                  <a:cxn ang="0">
                    <a:pos x="4" y="1"/>
                  </a:cxn>
                  <a:cxn ang="0">
                    <a:pos x="4" y="3"/>
                  </a:cxn>
                  <a:cxn ang="0">
                    <a:pos x="3" y="3"/>
                  </a:cxn>
                  <a:cxn ang="0">
                    <a:pos x="1" y="5"/>
                  </a:cxn>
                  <a:cxn ang="0">
                    <a:pos x="3" y="6"/>
                  </a:cxn>
                  <a:cxn ang="0">
                    <a:pos x="3" y="7"/>
                  </a:cxn>
                  <a:cxn ang="0">
                    <a:pos x="6" y="9"/>
                  </a:cxn>
                  <a:cxn ang="0">
                    <a:pos x="11" y="13"/>
                  </a:cxn>
                  <a:cxn ang="0">
                    <a:pos x="12" y="15"/>
                  </a:cxn>
                  <a:cxn ang="0">
                    <a:pos x="9" y="15"/>
                  </a:cxn>
                  <a:cxn ang="0">
                    <a:pos x="6" y="15"/>
                  </a:cxn>
                  <a:cxn ang="0">
                    <a:pos x="4" y="15"/>
                  </a:cxn>
                  <a:cxn ang="0">
                    <a:pos x="1" y="15"/>
                  </a:cxn>
                  <a:cxn ang="0">
                    <a:pos x="0" y="15"/>
                  </a:cxn>
                  <a:cxn ang="0">
                    <a:pos x="0" y="17"/>
                  </a:cxn>
                  <a:cxn ang="0">
                    <a:pos x="1" y="19"/>
                  </a:cxn>
                  <a:cxn ang="0">
                    <a:pos x="4" y="19"/>
                  </a:cxn>
                  <a:cxn ang="0">
                    <a:pos x="8" y="19"/>
                  </a:cxn>
                  <a:cxn ang="0">
                    <a:pos x="11" y="19"/>
                  </a:cxn>
                  <a:cxn ang="0">
                    <a:pos x="14" y="21"/>
                  </a:cxn>
                  <a:cxn ang="0">
                    <a:pos x="17" y="25"/>
                  </a:cxn>
                  <a:cxn ang="0">
                    <a:pos x="20" y="27"/>
                  </a:cxn>
                  <a:cxn ang="0">
                    <a:pos x="24" y="27"/>
                  </a:cxn>
                  <a:cxn ang="0">
                    <a:pos x="26" y="27"/>
                  </a:cxn>
                  <a:cxn ang="0">
                    <a:pos x="30" y="27"/>
                  </a:cxn>
                  <a:cxn ang="0">
                    <a:pos x="34" y="33"/>
                  </a:cxn>
                  <a:cxn ang="0">
                    <a:pos x="34" y="29"/>
                  </a:cxn>
                  <a:cxn ang="0">
                    <a:pos x="34" y="26"/>
                  </a:cxn>
                  <a:cxn ang="0">
                    <a:pos x="34" y="23"/>
                  </a:cxn>
                  <a:cxn ang="0">
                    <a:pos x="36" y="21"/>
                  </a:cxn>
                </a:cxnLst>
                <a:rect l="0" t="0" r="0" b="0"/>
                <a:pathLst>
                  <a:path w="41" h="34">
                    <a:moveTo>
                      <a:pt x="40" y="19"/>
                    </a:moveTo>
                    <a:lnTo>
                      <a:pt x="34" y="17"/>
                    </a:lnTo>
                    <a:lnTo>
                      <a:pt x="32" y="13"/>
                    </a:lnTo>
                    <a:lnTo>
                      <a:pt x="30" y="9"/>
                    </a:lnTo>
                    <a:lnTo>
                      <a:pt x="28" y="7"/>
                    </a:lnTo>
                    <a:lnTo>
                      <a:pt x="25" y="6"/>
                    </a:lnTo>
                    <a:lnTo>
                      <a:pt x="22" y="3"/>
                    </a:lnTo>
                    <a:lnTo>
                      <a:pt x="16" y="1"/>
                    </a:lnTo>
                    <a:lnTo>
                      <a:pt x="12" y="0"/>
                    </a:lnTo>
                    <a:lnTo>
                      <a:pt x="11" y="0"/>
                    </a:lnTo>
                    <a:lnTo>
                      <a:pt x="11" y="1"/>
                    </a:lnTo>
                    <a:lnTo>
                      <a:pt x="12" y="3"/>
                    </a:lnTo>
                    <a:lnTo>
                      <a:pt x="16" y="5"/>
                    </a:lnTo>
                    <a:lnTo>
                      <a:pt x="18" y="7"/>
                    </a:lnTo>
                    <a:lnTo>
                      <a:pt x="16" y="5"/>
                    </a:lnTo>
                    <a:lnTo>
                      <a:pt x="12" y="5"/>
                    </a:lnTo>
                    <a:lnTo>
                      <a:pt x="8" y="1"/>
                    </a:lnTo>
                    <a:lnTo>
                      <a:pt x="6" y="1"/>
                    </a:lnTo>
                    <a:lnTo>
                      <a:pt x="4" y="1"/>
                    </a:lnTo>
                    <a:lnTo>
                      <a:pt x="4" y="3"/>
                    </a:lnTo>
                    <a:lnTo>
                      <a:pt x="3" y="3"/>
                    </a:lnTo>
                    <a:lnTo>
                      <a:pt x="1" y="5"/>
                    </a:lnTo>
                    <a:lnTo>
                      <a:pt x="3" y="6"/>
                    </a:lnTo>
                    <a:lnTo>
                      <a:pt x="3" y="7"/>
                    </a:lnTo>
                    <a:lnTo>
                      <a:pt x="6" y="9"/>
                    </a:lnTo>
                    <a:lnTo>
                      <a:pt x="11" y="13"/>
                    </a:lnTo>
                    <a:lnTo>
                      <a:pt x="12" y="15"/>
                    </a:lnTo>
                    <a:lnTo>
                      <a:pt x="9" y="15"/>
                    </a:lnTo>
                    <a:lnTo>
                      <a:pt x="6" y="15"/>
                    </a:lnTo>
                    <a:lnTo>
                      <a:pt x="4" y="15"/>
                    </a:lnTo>
                    <a:lnTo>
                      <a:pt x="1" y="15"/>
                    </a:lnTo>
                    <a:lnTo>
                      <a:pt x="0" y="15"/>
                    </a:lnTo>
                    <a:lnTo>
                      <a:pt x="0" y="17"/>
                    </a:lnTo>
                    <a:lnTo>
                      <a:pt x="1" y="19"/>
                    </a:lnTo>
                    <a:lnTo>
                      <a:pt x="4" y="19"/>
                    </a:lnTo>
                    <a:lnTo>
                      <a:pt x="8" y="19"/>
                    </a:lnTo>
                    <a:lnTo>
                      <a:pt x="11" y="19"/>
                    </a:lnTo>
                    <a:lnTo>
                      <a:pt x="14" y="21"/>
                    </a:lnTo>
                    <a:lnTo>
                      <a:pt x="17" y="25"/>
                    </a:lnTo>
                    <a:lnTo>
                      <a:pt x="20" y="27"/>
                    </a:lnTo>
                    <a:lnTo>
                      <a:pt x="24" y="27"/>
                    </a:lnTo>
                    <a:lnTo>
                      <a:pt x="26" y="27"/>
                    </a:lnTo>
                    <a:lnTo>
                      <a:pt x="30" y="27"/>
                    </a:lnTo>
                    <a:lnTo>
                      <a:pt x="34" y="33"/>
                    </a:lnTo>
                    <a:lnTo>
                      <a:pt x="34" y="29"/>
                    </a:lnTo>
                    <a:lnTo>
                      <a:pt x="34" y="26"/>
                    </a:lnTo>
                    <a:lnTo>
                      <a:pt x="34" y="23"/>
                    </a:lnTo>
                    <a:lnTo>
                      <a:pt x="36" y="21"/>
                    </a:lnTo>
                  </a:path>
                </a:pathLst>
              </a:custGeom>
              <a:noFill/>
              <a:ln w="12700" cap="rnd" cmpd="sng">
                <a:solidFill>
                  <a:srgbClr val="603000"/>
                </a:solidFill>
                <a:prstDash val="solid"/>
                <a:round/>
                <a:headEnd type="none" w="med" len="med"/>
                <a:tailEnd type="none" w="med" len="med"/>
              </a:ln>
            </p:spPr>
            <p:txBody>
              <a:bodyPr/>
              <a:lstStyle/>
              <a:p>
                <a:endParaRPr lang="zh-CN" altLang="en-US"/>
              </a:p>
            </p:txBody>
          </p:sp>
          <p:sp>
            <p:nvSpPr>
              <p:cNvPr id="31104" name="Freeform 388"/>
              <p:cNvSpPr/>
              <p:nvPr/>
            </p:nvSpPr>
            <p:spPr>
              <a:xfrm>
                <a:off x="2251" y="2547"/>
                <a:ext cx="17" cy="17"/>
              </a:xfrm>
              <a:custGeom>
                <a:avLst/>
                <a:gdLst/>
                <a:ahLst/>
                <a:cxnLst>
                  <a:cxn ang="0">
                    <a:pos x="0" y="0"/>
                  </a:cxn>
                  <a:cxn ang="0">
                    <a:pos x="6" y="2"/>
                  </a:cxn>
                  <a:cxn ang="0">
                    <a:pos x="7" y="5"/>
                  </a:cxn>
                  <a:cxn ang="0">
                    <a:pos x="13" y="13"/>
                  </a:cxn>
                  <a:cxn ang="0">
                    <a:pos x="16" y="13"/>
                  </a:cxn>
                  <a:cxn ang="0">
                    <a:pos x="16" y="16"/>
                  </a:cxn>
                  <a:cxn ang="0">
                    <a:pos x="13" y="13"/>
                  </a:cxn>
                  <a:cxn ang="0">
                    <a:pos x="7" y="9"/>
                  </a:cxn>
                  <a:cxn ang="0">
                    <a:pos x="6" y="5"/>
                  </a:cxn>
                  <a:cxn ang="0">
                    <a:pos x="3" y="2"/>
                  </a:cxn>
                  <a:cxn ang="0">
                    <a:pos x="0" y="0"/>
                  </a:cxn>
                </a:cxnLst>
                <a:rect l="0" t="0" r="0" b="0"/>
                <a:pathLst>
                  <a:path w="17" h="17">
                    <a:moveTo>
                      <a:pt x="0" y="0"/>
                    </a:moveTo>
                    <a:lnTo>
                      <a:pt x="6" y="2"/>
                    </a:lnTo>
                    <a:lnTo>
                      <a:pt x="7" y="5"/>
                    </a:lnTo>
                    <a:lnTo>
                      <a:pt x="13" y="13"/>
                    </a:lnTo>
                    <a:lnTo>
                      <a:pt x="16" y="13"/>
                    </a:lnTo>
                    <a:lnTo>
                      <a:pt x="16" y="16"/>
                    </a:lnTo>
                    <a:lnTo>
                      <a:pt x="13" y="13"/>
                    </a:lnTo>
                    <a:lnTo>
                      <a:pt x="7" y="9"/>
                    </a:lnTo>
                    <a:lnTo>
                      <a:pt x="6" y="5"/>
                    </a:lnTo>
                    <a:lnTo>
                      <a:pt x="3" y="2"/>
                    </a:lnTo>
                    <a:lnTo>
                      <a:pt x="0" y="0"/>
                    </a:lnTo>
                  </a:path>
                </a:pathLst>
              </a:custGeom>
              <a:solidFill>
                <a:srgbClr val="33181E"/>
              </a:solidFill>
              <a:ln w="12700">
                <a:noFill/>
              </a:ln>
            </p:spPr>
            <p:txBody>
              <a:bodyPr/>
              <a:lstStyle/>
              <a:p>
                <a:endParaRPr lang="zh-CN" altLang="en-US"/>
              </a:p>
            </p:txBody>
          </p:sp>
          <p:sp>
            <p:nvSpPr>
              <p:cNvPr id="31105" name="Freeform 389"/>
              <p:cNvSpPr/>
              <p:nvPr/>
            </p:nvSpPr>
            <p:spPr>
              <a:xfrm>
                <a:off x="2274" y="2567"/>
                <a:ext cx="17" cy="17"/>
              </a:xfrm>
              <a:custGeom>
                <a:avLst/>
                <a:gdLst/>
                <a:ahLst/>
                <a:cxnLst>
                  <a:cxn ang="0">
                    <a:pos x="16" y="0"/>
                  </a:cxn>
                  <a:cxn ang="0">
                    <a:pos x="9" y="0"/>
                  </a:cxn>
                  <a:cxn ang="0">
                    <a:pos x="4" y="1"/>
                  </a:cxn>
                  <a:cxn ang="0">
                    <a:pos x="0" y="5"/>
                  </a:cxn>
                  <a:cxn ang="0">
                    <a:pos x="0" y="9"/>
                  </a:cxn>
                  <a:cxn ang="0">
                    <a:pos x="0" y="10"/>
                  </a:cxn>
                  <a:cxn ang="0">
                    <a:pos x="0" y="15"/>
                  </a:cxn>
                  <a:cxn ang="0">
                    <a:pos x="13" y="16"/>
                  </a:cxn>
                  <a:cxn ang="0">
                    <a:pos x="16" y="1"/>
                  </a:cxn>
                  <a:cxn ang="0">
                    <a:pos x="16" y="0"/>
                  </a:cxn>
                </a:cxnLst>
                <a:rect l="0" t="0" r="0" b="0"/>
                <a:pathLst>
                  <a:path w="17" h="17">
                    <a:moveTo>
                      <a:pt x="16" y="0"/>
                    </a:moveTo>
                    <a:lnTo>
                      <a:pt x="9" y="0"/>
                    </a:lnTo>
                    <a:lnTo>
                      <a:pt x="4" y="1"/>
                    </a:lnTo>
                    <a:lnTo>
                      <a:pt x="0" y="5"/>
                    </a:lnTo>
                    <a:lnTo>
                      <a:pt x="0" y="9"/>
                    </a:lnTo>
                    <a:lnTo>
                      <a:pt x="0" y="10"/>
                    </a:lnTo>
                    <a:lnTo>
                      <a:pt x="0" y="15"/>
                    </a:lnTo>
                    <a:lnTo>
                      <a:pt x="13" y="16"/>
                    </a:lnTo>
                    <a:lnTo>
                      <a:pt x="16" y="1"/>
                    </a:lnTo>
                    <a:lnTo>
                      <a:pt x="16" y="0"/>
                    </a:lnTo>
                  </a:path>
                </a:pathLst>
              </a:custGeom>
              <a:solidFill>
                <a:srgbClr val="FFFFFF"/>
              </a:solidFill>
              <a:ln w="12700">
                <a:noFill/>
              </a:ln>
            </p:spPr>
            <p:txBody>
              <a:bodyPr/>
              <a:lstStyle/>
              <a:p>
                <a:endParaRPr lang="zh-CN" altLang="en-US"/>
              </a:p>
            </p:txBody>
          </p:sp>
          <p:sp>
            <p:nvSpPr>
              <p:cNvPr id="31106" name="Freeform 390"/>
              <p:cNvSpPr/>
              <p:nvPr/>
            </p:nvSpPr>
            <p:spPr>
              <a:xfrm>
                <a:off x="2274" y="2567"/>
                <a:ext cx="17" cy="17"/>
              </a:xfrm>
              <a:custGeom>
                <a:avLst/>
                <a:gdLst/>
                <a:ahLst/>
                <a:cxnLst>
                  <a:cxn ang="0">
                    <a:pos x="16" y="0"/>
                  </a:cxn>
                  <a:cxn ang="0">
                    <a:pos x="9" y="0"/>
                  </a:cxn>
                  <a:cxn ang="0">
                    <a:pos x="4" y="1"/>
                  </a:cxn>
                  <a:cxn ang="0">
                    <a:pos x="0" y="5"/>
                  </a:cxn>
                  <a:cxn ang="0">
                    <a:pos x="0" y="9"/>
                  </a:cxn>
                  <a:cxn ang="0">
                    <a:pos x="0" y="10"/>
                  </a:cxn>
                  <a:cxn ang="0">
                    <a:pos x="0" y="15"/>
                  </a:cxn>
                  <a:cxn ang="0">
                    <a:pos x="13" y="16"/>
                  </a:cxn>
                  <a:cxn ang="0">
                    <a:pos x="16" y="1"/>
                  </a:cxn>
                </a:cxnLst>
                <a:rect l="0" t="0" r="0" b="0"/>
                <a:pathLst>
                  <a:path w="17" h="17">
                    <a:moveTo>
                      <a:pt x="16" y="0"/>
                    </a:moveTo>
                    <a:lnTo>
                      <a:pt x="9" y="0"/>
                    </a:lnTo>
                    <a:lnTo>
                      <a:pt x="4" y="1"/>
                    </a:lnTo>
                    <a:lnTo>
                      <a:pt x="0" y="5"/>
                    </a:lnTo>
                    <a:lnTo>
                      <a:pt x="0" y="9"/>
                    </a:lnTo>
                    <a:lnTo>
                      <a:pt x="0" y="10"/>
                    </a:lnTo>
                    <a:lnTo>
                      <a:pt x="0" y="15"/>
                    </a:lnTo>
                    <a:lnTo>
                      <a:pt x="13" y="16"/>
                    </a:lnTo>
                    <a:lnTo>
                      <a:pt x="16"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07" name="Freeform 391"/>
              <p:cNvSpPr/>
              <p:nvPr/>
            </p:nvSpPr>
            <p:spPr>
              <a:xfrm>
                <a:off x="2299" y="2778"/>
                <a:ext cx="59" cy="30"/>
              </a:xfrm>
              <a:custGeom>
                <a:avLst/>
                <a:gdLst/>
                <a:ahLst/>
                <a:cxnLst>
                  <a:cxn ang="0">
                    <a:pos x="56" y="5"/>
                  </a:cxn>
                  <a:cxn ang="0">
                    <a:pos x="56" y="10"/>
                  </a:cxn>
                  <a:cxn ang="0">
                    <a:pos x="58" y="13"/>
                  </a:cxn>
                  <a:cxn ang="0">
                    <a:pos x="56" y="17"/>
                  </a:cxn>
                  <a:cxn ang="0">
                    <a:pos x="56" y="19"/>
                  </a:cxn>
                  <a:cxn ang="0">
                    <a:pos x="53" y="21"/>
                  </a:cxn>
                  <a:cxn ang="0">
                    <a:pos x="51" y="21"/>
                  </a:cxn>
                  <a:cxn ang="0">
                    <a:pos x="46" y="23"/>
                  </a:cxn>
                  <a:cxn ang="0">
                    <a:pos x="40" y="27"/>
                  </a:cxn>
                  <a:cxn ang="0">
                    <a:pos x="32" y="29"/>
                  </a:cxn>
                  <a:cxn ang="0">
                    <a:pos x="26" y="29"/>
                  </a:cxn>
                  <a:cxn ang="0">
                    <a:pos x="25" y="25"/>
                  </a:cxn>
                  <a:cxn ang="0">
                    <a:pos x="23" y="23"/>
                  </a:cxn>
                  <a:cxn ang="0">
                    <a:pos x="25" y="23"/>
                  </a:cxn>
                  <a:cxn ang="0">
                    <a:pos x="26" y="19"/>
                  </a:cxn>
                  <a:cxn ang="0">
                    <a:pos x="29" y="17"/>
                  </a:cxn>
                  <a:cxn ang="0">
                    <a:pos x="31" y="15"/>
                  </a:cxn>
                  <a:cxn ang="0">
                    <a:pos x="28" y="15"/>
                  </a:cxn>
                  <a:cxn ang="0">
                    <a:pos x="26" y="15"/>
                  </a:cxn>
                  <a:cxn ang="0">
                    <a:pos x="21" y="16"/>
                  </a:cxn>
                  <a:cxn ang="0">
                    <a:pos x="17" y="17"/>
                  </a:cxn>
                  <a:cxn ang="0">
                    <a:pos x="7" y="17"/>
                  </a:cxn>
                  <a:cxn ang="0">
                    <a:pos x="0" y="17"/>
                  </a:cxn>
                  <a:cxn ang="0">
                    <a:pos x="0" y="15"/>
                  </a:cxn>
                  <a:cxn ang="0">
                    <a:pos x="3" y="13"/>
                  </a:cxn>
                  <a:cxn ang="0">
                    <a:pos x="9" y="10"/>
                  </a:cxn>
                  <a:cxn ang="0">
                    <a:pos x="15" y="7"/>
                  </a:cxn>
                  <a:cxn ang="0">
                    <a:pos x="18" y="4"/>
                  </a:cxn>
                  <a:cxn ang="0">
                    <a:pos x="34" y="0"/>
                  </a:cxn>
                  <a:cxn ang="0">
                    <a:pos x="56" y="1"/>
                  </a:cxn>
                  <a:cxn ang="0">
                    <a:pos x="56" y="5"/>
                  </a:cxn>
                </a:cxnLst>
                <a:rect l="0" t="0" r="0" b="0"/>
                <a:pathLst>
                  <a:path w="59" h="30">
                    <a:moveTo>
                      <a:pt x="56" y="5"/>
                    </a:moveTo>
                    <a:lnTo>
                      <a:pt x="56" y="10"/>
                    </a:lnTo>
                    <a:lnTo>
                      <a:pt x="58" y="13"/>
                    </a:lnTo>
                    <a:lnTo>
                      <a:pt x="56" y="17"/>
                    </a:lnTo>
                    <a:lnTo>
                      <a:pt x="56" y="19"/>
                    </a:lnTo>
                    <a:lnTo>
                      <a:pt x="53" y="21"/>
                    </a:lnTo>
                    <a:lnTo>
                      <a:pt x="51" y="21"/>
                    </a:lnTo>
                    <a:lnTo>
                      <a:pt x="46" y="23"/>
                    </a:lnTo>
                    <a:lnTo>
                      <a:pt x="40" y="27"/>
                    </a:lnTo>
                    <a:lnTo>
                      <a:pt x="32" y="29"/>
                    </a:lnTo>
                    <a:lnTo>
                      <a:pt x="26" y="29"/>
                    </a:lnTo>
                    <a:lnTo>
                      <a:pt x="25" y="25"/>
                    </a:lnTo>
                    <a:lnTo>
                      <a:pt x="23" y="23"/>
                    </a:lnTo>
                    <a:lnTo>
                      <a:pt x="25" y="23"/>
                    </a:lnTo>
                    <a:lnTo>
                      <a:pt x="26" y="19"/>
                    </a:lnTo>
                    <a:lnTo>
                      <a:pt x="29" y="17"/>
                    </a:lnTo>
                    <a:lnTo>
                      <a:pt x="31" y="15"/>
                    </a:lnTo>
                    <a:lnTo>
                      <a:pt x="28" y="15"/>
                    </a:lnTo>
                    <a:lnTo>
                      <a:pt x="26" y="15"/>
                    </a:lnTo>
                    <a:lnTo>
                      <a:pt x="21" y="16"/>
                    </a:lnTo>
                    <a:lnTo>
                      <a:pt x="17" y="17"/>
                    </a:lnTo>
                    <a:lnTo>
                      <a:pt x="7" y="17"/>
                    </a:lnTo>
                    <a:lnTo>
                      <a:pt x="0" y="17"/>
                    </a:lnTo>
                    <a:lnTo>
                      <a:pt x="0" y="15"/>
                    </a:lnTo>
                    <a:lnTo>
                      <a:pt x="3" y="13"/>
                    </a:lnTo>
                    <a:lnTo>
                      <a:pt x="9" y="10"/>
                    </a:lnTo>
                    <a:lnTo>
                      <a:pt x="15" y="7"/>
                    </a:lnTo>
                    <a:lnTo>
                      <a:pt x="18" y="4"/>
                    </a:lnTo>
                    <a:lnTo>
                      <a:pt x="34" y="0"/>
                    </a:lnTo>
                    <a:lnTo>
                      <a:pt x="56" y="1"/>
                    </a:lnTo>
                    <a:lnTo>
                      <a:pt x="56" y="5"/>
                    </a:lnTo>
                  </a:path>
                </a:pathLst>
              </a:custGeom>
              <a:solidFill>
                <a:srgbClr val="000000"/>
              </a:solidFill>
              <a:ln w="12700">
                <a:noFill/>
              </a:ln>
            </p:spPr>
            <p:txBody>
              <a:bodyPr/>
              <a:lstStyle/>
              <a:p>
                <a:endParaRPr lang="zh-CN" altLang="en-US"/>
              </a:p>
            </p:txBody>
          </p:sp>
          <p:sp>
            <p:nvSpPr>
              <p:cNvPr id="31108" name="Freeform 392"/>
              <p:cNvSpPr/>
              <p:nvPr/>
            </p:nvSpPr>
            <p:spPr>
              <a:xfrm>
                <a:off x="2299" y="2778"/>
                <a:ext cx="59" cy="30"/>
              </a:xfrm>
              <a:custGeom>
                <a:avLst/>
                <a:gdLst/>
                <a:ahLst/>
                <a:cxnLst>
                  <a:cxn ang="0">
                    <a:pos x="56" y="5"/>
                  </a:cxn>
                  <a:cxn ang="0">
                    <a:pos x="56" y="10"/>
                  </a:cxn>
                  <a:cxn ang="0">
                    <a:pos x="58" y="13"/>
                  </a:cxn>
                  <a:cxn ang="0">
                    <a:pos x="56" y="17"/>
                  </a:cxn>
                  <a:cxn ang="0">
                    <a:pos x="56" y="19"/>
                  </a:cxn>
                  <a:cxn ang="0">
                    <a:pos x="53" y="21"/>
                  </a:cxn>
                  <a:cxn ang="0">
                    <a:pos x="51" y="21"/>
                  </a:cxn>
                  <a:cxn ang="0">
                    <a:pos x="46" y="23"/>
                  </a:cxn>
                  <a:cxn ang="0">
                    <a:pos x="40" y="27"/>
                  </a:cxn>
                  <a:cxn ang="0">
                    <a:pos x="32" y="29"/>
                  </a:cxn>
                  <a:cxn ang="0">
                    <a:pos x="26" y="29"/>
                  </a:cxn>
                  <a:cxn ang="0">
                    <a:pos x="25" y="25"/>
                  </a:cxn>
                  <a:cxn ang="0">
                    <a:pos x="23" y="23"/>
                  </a:cxn>
                  <a:cxn ang="0">
                    <a:pos x="25" y="23"/>
                  </a:cxn>
                  <a:cxn ang="0">
                    <a:pos x="26" y="19"/>
                  </a:cxn>
                  <a:cxn ang="0">
                    <a:pos x="29" y="17"/>
                  </a:cxn>
                  <a:cxn ang="0">
                    <a:pos x="31" y="15"/>
                  </a:cxn>
                  <a:cxn ang="0">
                    <a:pos x="28" y="15"/>
                  </a:cxn>
                  <a:cxn ang="0">
                    <a:pos x="26" y="15"/>
                  </a:cxn>
                  <a:cxn ang="0">
                    <a:pos x="21" y="16"/>
                  </a:cxn>
                  <a:cxn ang="0">
                    <a:pos x="17" y="17"/>
                  </a:cxn>
                  <a:cxn ang="0">
                    <a:pos x="7" y="17"/>
                  </a:cxn>
                  <a:cxn ang="0">
                    <a:pos x="0" y="17"/>
                  </a:cxn>
                  <a:cxn ang="0">
                    <a:pos x="0" y="15"/>
                  </a:cxn>
                  <a:cxn ang="0">
                    <a:pos x="3" y="13"/>
                  </a:cxn>
                  <a:cxn ang="0">
                    <a:pos x="9" y="10"/>
                  </a:cxn>
                  <a:cxn ang="0">
                    <a:pos x="15" y="7"/>
                  </a:cxn>
                  <a:cxn ang="0">
                    <a:pos x="18" y="4"/>
                  </a:cxn>
                  <a:cxn ang="0">
                    <a:pos x="34" y="0"/>
                  </a:cxn>
                  <a:cxn ang="0">
                    <a:pos x="56" y="1"/>
                  </a:cxn>
                </a:cxnLst>
                <a:rect l="0" t="0" r="0" b="0"/>
                <a:pathLst>
                  <a:path w="59" h="30">
                    <a:moveTo>
                      <a:pt x="56" y="5"/>
                    </a:moveTo>
                    <a:lnTo>
                      <a:pt x="56" y="10"/>
                    </a:lnTo>
                    <a:lnTo>
                      <a:pt x="58" y="13"/>
                    </a:lnTo>
                    <a:lnTo>
                      <a:pt x="56" y="17"/>
                    </a:lnTo>
                    <a:lnTo>
                      <a:pt x="56" y="19"/>
                    </a:lnTo>
                    <a:lnTo>
                      <a:pt x="53" y="21"/>
                    </a:lnTo>
                    <a:lnTo>
                      <a:pt x="51" y="21"/>
                    </a:lnTo>
                    <a:lnTo>
                      <a:pt x="46" y="23"/>
                    </a:lnTo>
                    <a:lnTo>
                      <a:pt x="40" y="27"/>
                    </a:lnTo>
                    <a:lnTo>
                      <a:pt x="32" y="29"/>
                    </a:lnTo>
                    <a:lnTo>
                      <a:pt x="26" y="29"/>
                    </a:lnTo>
                    <a:lnTo>
                      <a:pt x="25" y="25"/>
                    </a:lnTo>
                    <a:lnTo>
                      <a:pt x="23" y="23"/>
                    </a:lnTo>
                    <a:lnTo>
                      <a:pt x="25" y="23"/>
                    </a:lnTo>
                    <a:lnTo>
                      <a:pt x="26" y="19"/>
                    </a:lnTo>
                    <a:lnTo>
                      <a:pt x="29" y="17"/>
                    </a:lnTo>
                    <a:lnTo>
                      <a:pt x="31" y="15"/>
                    </a:lnTo>
                    <a:lnTo>
                      <a:pt x="28" y="15"/>
                    </a:lnTo>
                    <a:lnTo>
                      <a:pt x="26" y="15"/>
                    </a:lnTo>
                    <a:lnTo>
                      <a:pt x="21" y="16"/>
                    </a:lnTo>
                    <a:lnTo>
                      <a:pt x="17" y="17"/>
                    </a:lnTo>
                    <a:lnTo>
                      <a:pt x="7" y="17"/>
                    </a:lnTo>
                    <a:lnTo>
                      <a:pt x="0" y="17"/>
                    </a:lnTo>
                    <a:lnTo>
                      <a:pt x="0" y="15"/>
                    </a:lnTo>
                    <a:lnTo>
                      <a:pt x="3" y="13"/>
                    </a:lnTo>
                    <a:lnTo>
                      <a:pt x="9" y="10"/>
                    </a:lnTo>
                    <a:lnTo>
                      <a:pt x="15" y="7"/>
                    </a:lnTo>
                    <a:lnTo>
                      <a:pt x="18" y="4"/>
                    </a:lnTo>
                    <a:lnTo>
                      <a:pt x="34" y="0"/>
                    </a:lnTo>
                    <a:lnTo>
                      <a:pt x="56"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09" name="Freeform 393"/>
              <p:cNvSpPr/>
              <p:nvPr/>
            </p:nvSpPr>
            <p:spPr>
              <a:xfrm>
                <a:off x="2331" y="2780"/>
                <a:ext cx="17" cy="17"/>
              </a:xfrm>
              <a:custGeom>
                <a:avLst/>
                <a:gdLst/>
                <a:ahLst/>
                <a:cxnLst>
                  <a:cxn ang="0">
                    <a:pos x="14" y="2"/>
                  </a:cxn>
                  <a:cxn ang="0">
                    <a:pos x="8" y="2"/>
                  </a:cxn>
                  <a:cxn ang="0">
                    <a:pos x="5" y="0"/>
                  </a:cxn>
                  <a:cxn ang="0">
                    <a:pos x="0" y="14"/>
                  </a:cxn>
                  <a:cxn ang="0">
                    <a:pos x="5" y="16"/>
                  </a:cxn>
                  <a:cxn ang="0">
                    <a:pos x="13" y="16"/>
                  </a:cxn>
                  <a:cxn ang="0">
                    <a:pos x="16" y="6"/>
                  </a:cxn>
                  <a:cxn ang="0">
                    <a:pos x="16" y="0"/>
                  </a:cxn>
                  <a:cxn ang="0">
                    <a:pos x="14" y="2"/>
                  </a:cxn>
                </a:cxnLst>
                <a:rect l="0" t="0" r="0" b="0"/>
                <a:pathLst>
                  <a:path w="17" h="17">
                    <a:moveTo>
                      <a:pt x="14" y="2"/>
                    </a:moveTo>
                    <a:lnTo>
                      <a:pt x="8" y="2"/>
                    </a:lnTo>
                    <a:lnTo>
                      <a:pt x="5" y="0"/>
                    </a:lnTo>
                    <a:lnTo>
                      <a:pt x="0" y="14"/>
                    </a:lnTo>
                    <a:lnTo>
                      <a:pt x="5" y="16"/>
                    </a:lnTo>
                    <a:lnTo>
                      <a:pt x="13" y="16"/>
                    </a:lnTo>
                    <a:lnTo>
                      <a:pt x="16" y="6"/>
                    </a:lnTo>
                    <a:lnTo>
                      <a:pt x="16" y="0"/>
                    </a:lnTo>
                    <a:lnTo>
                      <a:pt x="14" y="2"/>
                    </a:lnTo>
                  </a:path>
                </a:pathLst>
              </a:custGeom>
              <a:solidFill>
                <a:srgbClr val="000000"/>
              </a:solidFill>
              <a:ln w="12700">
                <a:noFill/>
              </a:ln>
            </p:spPr>
            <p:txBody>
              <a:bodyPr/>
              <a:lstStyle/>
              <a:p>
                <a:endParaRPr lang="zh-CN" altLang="en-US"/>
              </a:p>
            </p:txBody>
          </p:sp>
          <p:sp>
            <p:nvSpPr>
              <p:cNvPr id="31110" name="Freeform 394"/>
              <p:cNvSpPr/>
              <p:nvPr/>
            </p:nvSpPr>
            <p:spPr>
              <a:xfrm>
                <a:off x="2325" y="2788"/>
                <a:ext cx="19" cy="17"/>
              </a:xfrm>
              <a:custGeom>
                <a:avLst/>
                <a:gdLst/>
                <a:ahLst/>
                <a:cxnLst>
                  <a:cxn ang="0">
                    <a:pos x="18" y="5"/>
                  </a:cxn>
                  <a:cxn ang="0">
                    <a:pos x="14" y="11"/>
                  </a:cxn>
                  <a:cxn ang="0">
                    <a:pos x="9" y="14"/>
                  </a:cxn>
                  <a:cxn ang="0">
                    <a:pos x="5" y="16"/>
                  </a:cxn>
                  <a:cxn ang="0">
                    <a:pos x="1" y="16"/>
                  </a:cxn>
                  <a:cxn ang="0">
                    <a:pos x="0" y="14"/>
                  </a:cxn>
                  <a:cxn ang="0">
                    <a:pos x="3" y="8"/>
                  </a:cxn>
                  <a:cxn ang="0">
                    <a:pos x="6" y="0"/>
                  </a:cxn>
                  <a:cxn ang="0">
                    <a:pos x="11" y="5"/>
                  </a:cxn>
                  <a:cxn ang="0">
                    <a:pos x="18" y="5"/>
                  </a:cxn>
                </a:cxnLst>
                <a:rect l="0" t="0" r="0" b="0"/>
                <a:pathLst>
                  <a:path w="19" h="17">
                    <a:moveTo>
                      <a:pt x="18" y="5"/>
                    </a:moveTo>
                    <a:lnTo>
                      <a:pt x="14" y="11"/>
                    </a:lnTo>
                    <a:lnTo>
                      <a:pt x="9" y="14"/>
                    </a:lnTo>
                    <a:lnTo>
                      <a:pt x="5" y="16"/>
                    </a:lnTo>
                    <a:lnTo>
                      <a:pt x="1" y="16"/>
                    </a:lnTo>
                    <a:lnTo>
                      <a:pt x="0" y="14"/>
                    </a:lnTo>
                    <a:lnTo>
                      <a:pt x="3" y="8"/>
                    </a:lnTo>
                    <a:lnTo>
                      <a:pt x="6" y="0"/>
                    </a:lnTo>
                    <a:lnTo>
                      <a:pt x="11" y="5"/>
                    </a:lnTo>
                    <a:lnTo>
                      <a:pt x="18" y="5"/>
                    </a:lnTo>
                  </a:path>
                </a:pathLst>
              </a:custGeom>
              <a:solidFill>
                <a:srgbClr val="000000"/>
              </a:solidFill>
              <a:ln w="12700">
                <a:noFill/>
              </a:ln>
            </p:spPr>
            <p:txBody>
              <a:bodyPr/>
              <a:lstStyle/>
              <a:p>
                <a:endParaRPr lang="zh-CN" altLang="en-US"/>
              </a:p>
            </p:txBody>
          </p:sp>
          <p:sp>
            <p:nvSpPr>
              <p:cNvPr id="31111" name="Freeform 395"/>
              <p:cNvSpPr/>
              <p:nvPr/>
            </p:nvSpPr>
            <p:spPr>
              <a:xfrm>
                <a:off x="2314" y="2771"/>
                <a:ext cx="17" cy="17"/>
              </a:xfrm>
              <a:custGeom>
                <a:avLst/>
                <a:gdLst/>
                <a:ahLst/>
                <a:cxnLst>
                  <a:cxn ang="0">
                    <a:pos x="16" y="0"/>
                  </a:cxn>
                  <a:cxn ang="0">
                    <a:pos x="10" y="16"/>
                  </a:cxn>
                  <a:cxn ang="0">
                    <a:pos x="6" y="16"/>
                  </a:cxn>
                  <a:cxn ang="0">
                    <a:pos x="0" y="11"/>
                  </a:cxn>
                  <a:cxn ang="0">
                    <a:pos x="6" y="0"/>
                  </a:cxn>
                  <a:cxn ang="0">
                    <a:pos x="16" y="0"/>
                  </a:cxn>
                </a:cxnLst>
                <a:rect l="0" t="0" r="0" b="0"/>
                <a:pathLst>
                  <a:path w="17" h="17">
                    <a:moveTo>
                      <a:pt x="16" y="0"/>
                    </a:moveTo>
                    <a:lnTo>
                      <a:pt x="10" y="16"/>
                    </a:lnTo>
                    <a:lnTo>
                      <a:pt x="6" y="16"/>
                    </a:lnTo>
                    <a:lnTo>
                      <a:pt x="0" y="11"/>
                    </a:lnTo>
                    <a:lnTo>
                      <a:pt x="6" y="0"/>
                    </a:lnTo>
                    <a:lnTo>
                      <a:pt x="16" y="0"/>
                    </a:lnTo>
                  </a:path>
                </a:pathLst>
              </a:custGeom>
              <a:solidFill>
                <a:srgbClr val="000000"/>
              </a:solidFill>
              <a:ln w="12700">
                <a:noFill/>
              </a:ln>
            </p:spPr>
            <p:txBody>
              <a:bodyPr/>
              <a:lstStyle/>
              <a:p>
                <a:endParaRPr lang="zh-CN" altLang="en-US"/>
              </a:p>
            </p:txBody>
          </p:sp>
          <p:sp>
            <p:nvSpPr>
              <p:cNvPr id="31112" name="Freeform 396"/>
              <p:cNvSpPr/>
              <p:nvPr/>
            </p:nvSpPr>
            <p:spPr>
              <a:xfrm>
                <a:off x="2302" y="2779"/>
                <a:ext cx="17" cy="17"/>
              </a:xfrm>
              <a:custGeom>
                <a:avLst/>
                <a:gdLst/>
                <a:ahLst/>
                <a:cxnLst>
                  <a:cxn ang="0">
                    <a:pos x="14" y="0"/>
                  </a:cxn>
                  <a:cxn ang="0">
                    <a:pos x="16" y="5"/>
                  </a:cxn>
                  <a:cxn ang="0">
                    <a:pos x="14" y="11"/>
                  </a:cxn>
                  <a:cxn ang="0">
                    <a:pos x="6" y="16"/>
                  </a:cxn>
                  <a:cxn ang="0">
                    <a:pos x="0" y="16"/>
                  </a:cxn>
                  <a:cxn ang="0">
                    <a:pos x="6" y="11"/>
                  </a:cxn>
                  <a:cxn ang="0">
                    <a:pos x="14" y="0"/>
                  </a:cxn>
                </a:cxnLst>
                <a:rect l="0" t="0" r="0" b="0"/>
                <a:pathLst>
                  <a:path w="17" h="17">
                    <a:moveTo>
                      <a:pt x="14" y="0"/>
                    </a:moveTo>
                    <a:lnTo>
                      <a:pt x="16" y="5"/>
                    </a:lnTo>
                    <a:lnTo>
                      <a:pt x="14" y="11"/>
                    </a:lnTo>
                    <a:lnTo>
                      <a:pt x="6" y="16"/>
                    </a:lnTo>
                    <a:lnTo>
                      <a:pt x="0" y="16"/>
                    </a:lnTo>
                    <a:lnTo>
                      <a:pt x="6" y="11"/>
                    </a:lnTo>
                    <a:lnTo>
                      <a:pt x="14" y="0"/>
                    </a:lnTo>
                  </a:path>
                </a:pathLst>
              </a:custGeom>
              <a:solidFill>
                <a:srgbClr val="000000"/>
              </a:solidFill>
              <a:ln w="12700">
                <a:noFill/>
              </a:ln>
            </p:spPr>
            <p:txBody>
              <a:bodyPr/>
              <a:lstStyle/>
              <a:p>
                <a:endParaRPr lang="zh-CN" altLang="en-US"/>
              </a:p>
            </p:txBody>
          </p:sp>
          <p:sp>
            <p:nvSpPr>
              <p:cNvPr id="31113" name="Freeform 397"/>
              <p:cNvSpPr/>
              <p:nvPr/>
            </p:nvSpPr>
            <p:spPr>
              <a:xfrm>
                <a:off x="2300" y="2782"/>
                <a:ext cx="36" cy="17"/>
              </a:xfrm>
              <a:custGeom>
                <a:avLst/>
                <a:gdLst/>
                <a:ahLst/>
                <a:cxnLst>
                  <a:cxn ang="0">
                    <a:pos x="35" y="3"/>
                  </a:cxn>
                  <a:cxn ang="0">
                    <a:pos x="31" y="9"/>
                  </a:cxn>
                  <a:cxn ang="0">
                    <a:pos x="26" y="9"/>
                  </a:cxn>
                  <a:cxn ang="0">
                    <a:pos x="22" y="9"/>
                  </a:cxn>
                  <a:cxn ang="0">
                    <a:pos x="18" y="12"/>
                  </a:cxn>
                  <a:cxn ang="0">
                    <a:pos x="14" y="13"/>
                  </a:cxn>
                  <a:cxn ang="0">
                    <a:pos x="6" y="16"/>
                  </a:cxn>
                  <a:cxn ang="0">
                    <a:pos x="0" y="16"/>
                  </a:cxn>
                  <a:cxn ang="0">
                    <a:pos x="0" y="12"/>
                  </a:cxn>
                  <a:cxn ang="0">
                    <a:pos x="6" y="12"/>
                  </a:cxn>
                  <a:cxn ang="0">
                    <a:pos x="9" y="12"/>
                  </a:cxn>
                  <a:cxn ang="0">
                    <a:pos x="16" y="9"/>
                  </a:cxn>
                  <a:cxn ang="0">
                    <a:pos x="18" y="4"/>
                  </a:cxn>
                  <a:cxn ang="0">
                    <a:pos x="24" y="0"/>
                  </a:cxn>
                  <a:cxn ang="0">
                    <a:pos x="28" y="3"/>
                  </a:cxn>
                  <a:cxn ang="0">
                    <a:pos x="35" y="3"/>
                  </a:cxn>
                </a:cxnLst>
                <a:rect l="0" t="0" r="0" b="0"/>
                <a:pathLst>
                  <a:path w="36" h="17">
                    <a:moveTo>
                      <a:pt x="35" y="3"/>
                    </a:moveTo>
                    <a:lnTo>
                      <a:pt x="31" y="9"/>
                    </a:lnTo>
                    <a:lnTo>
                      <a:pt x="26" y="9"/>
                    </a:lnTo>
                    <a:lnTo>
                      <a:pt x="22" y="9"/>
                    </a:lnTo>
                    <a:lnTo>
                      <a:pt x="18" y="12"/>
                    </a:lnTo>
                    <a:lnTo>
                      <a:pt x="14" y="13"/>
                    </a:lnTo>
                    <a:lnTo>
                      <a:pt x="6" y="16"/>
                    </a:lnTo>
                    <a:lnTo>
                      <a:pt x="0" y="16"/>
                    </a:lnTo>
                    <a:lnTo>
                      <a:pt x="0" y="12"/>
                    </a:lnTo>
                    <a:lnTo>
                      <a:pt x="6" y="12"/>
                    </a:lnTo>
                    <a:lnTo>
                      <a:pt x="9" y="12"/>
                    </a:lnTo>
                    <a:lnTo>
                      <a:pt x="16" y="9"/>
                    </a:lnTo>
                    <a:lnTo>
                      <a:pt x="18" y="4"/>
                    </a:lnTo>
                    <a:lnTo>
                      <a:pt x="24" y="0"/>
                    </a:lnTo>
                    <a:lnTo>
                      <a:pt x="28" y="3"/>
                    </a:lnTo>
                    <a:lnTo>
                      <a:pt x="35" y="3"/>
                    </a:lnTo>
                  </a:path>
                </a:pathLst>
              </a:custGeom>
              <a:solidFill>
                <a:srgbClr val="000000"/>
              </a:solidFill>
              <a:ln w="12700">
                <a:noFill/>
              </a:ln>
            </p:spPr>
            <p:txBody>
              <a:bodyPr/>
              <a:lstStyle/>
              <a:p>
                <a:endParaRPr lang="zh-CN" altLang="en-US"/>
              </a:p>
            </p:txBody>
          </p:sp>
          <p:sp>
            <p:nvSpPr>
              <p:cNvPr id="31114" name="Freeform 398"/>
              <p:cNvSpPr/>
              <p:nvPr/>
            </p:nvSpPr>
            <p:spPr>
              <a:xfrm>
                <a:off x="2324" y="2788"/>
                <a:ext cx="32" cy="19"/>
              </a:xfrm>
              <a:custGeom>
                <a:avLst/>
                <a:gdLst/>
                <a:ahLst/>
                <a:cxnLst>
                  <a:cxn ang="0">
                    <a:pos x="31" y="0"/>
                  </a:cxn>
                  <a:cxn ang="0">
                    <a:pos x="28" y="1"/>
                  </a:cxn>
                  <a:cxn ang="0">
                    <a:pos x="24" y="1"/>
                  </a:cxn>
                  <a:cxn ang="0">
                    <a:pos x="21" y="6"/>
                  </a:cxn>
                  <a:cxn ang="0">
                    <a:pos x="18" y="9"/>
                  </a:cxn>
                  <a:cxn ang="0">
                    <a:pos x="12" y="13"/>
                  </a:cxn>
                  <a:cxn ang="0">
                    <a:pos x="6" y="14"/>
                  </a:cxn>
                  <a:cxn ang="0">
                    <a:pos x="2" y="14"/>
                  </a:cxn>
                  <a:cxn ang="0">
                    <a:pos x="0" y="14"/>
                  </a:cxn>
                  <a:cxn ang="0">
                    <a:pos x="0" y="16"/>
                  </a:cxn>
                  <a:cxn ang="0">
                    <a:pos x="0" y="18"/>
                  </a:cxn>
                  <a:cxn ang="0">
                    <a:pos x="7" y="18"/>
                  </a:cxn>
                  <a:cxn ang="0">
                    <a:pos x="14" y="18"/>
                  </a:cxn>
                  <a:cxn ang="0">
                    <a:pos x="18" y="14"/>
                  </a:cxn>
                  <a:cxn ang="0">
                    <a:pos x="23" y="11"/>
                  </a:cxn>
                  <a:cxn ang="0">
                    <a:pos x="24" y="9"/>
                  </a:cxn>
                  <a:cxn ang="0">
                    <a:pos x="28" y="8"/>
                  </a:cxn>
                  <a:cxn ang="0">
                    <a:pos x="31" y="8"/>
                  </a:cxn>
                  <a:cxn ang="0">
                    <a:pos x="31" y="5"/>
                  </a:cxn>
                  <a:cxn ang="0">
                    <a:pos x="31" y="0"/>
                  </a:cxn>
                </a:cxnLst>
                <a:rect l="0" t="0" r="0" b="0"/>
                <a:pathLst>
                  <a:path w="32" h="19">
                    <a:moveTo>
                      <a:pt x="31" y="0"/>
                    </a:moveTo>
                    <a:lnTo>
                      <a:pt x="28" y="1"/>
                    </a:lnTo>
                    <a:lnTo>
                      <a:pt x="24" y="1"/>
                    </a:lnTo>
                    <a:lnTo>
                      <a:pt x="21" y="6"/>
                    </a:lnTo>
                    <a:lnTo>
                      <a:pt x="18" y="9"/>
                    </a:lnTo>
                    <a:lnTo>
                      <a:pt x="12" y="13"/>
                    </a:lnTo>
                    <a:lnTo>
                      <a:pt x="6" y="14"/>
                    </a:lnTo>
                    <a:lnTo>
                      <a:pt x="2" y="14"/>
                    </a:lnTo>
                    <a:lnTo>
                      <a:pt x="0" y="14"/>
                    </a:lnTo>
                    <a:lnTo>
                      <a:pt x="0" y="16"/>
                    </a:lnTo>
                    <a:lnTo>
                      <a:pt x="0" y="18"/>
                    </a:lnTo>
                    <a:lnTo>
                      <a:pt x="7" y="18"/>
                    </a:lnTo>
                    <a:lnTo>
                      <a:pt x="14" y="18"/>
                    </a:lnTo>
                    <a:lnTo>
                      <a:pt x="18" y="14"/>
                    </a:lnTo>
                    <a:lnTo>
                      <a:pt x="23" y="11"/>
                    </a:lnTo>
                    <a:lnTo>
                      <a:pt x="24" y="9"/>
                    </a:lnTo>
                    <a:lnTo>
                      <a:pt x="28" y="8"/>
                    </a:lnTo>
                    <a:lnTo>
                      <a:pt x="31" y="8"/>
                    </a:lnTo>
                    <a:lnTo>
                      <a:pt x="31" y="5"/>
                    </a:lnTo>
                    <a:lnTo>
                      <a:pt x="31" y="0"/>
                    </a:lnTo>
                  </a:path>
                </a:pathLst>
              </a:custGeom>
              <a:solidFill>
                <a:srgbClr val="000000"/>
              </a:solidFill>
              <a:ln w="12700">
                <a:noFill/>
              </a:ln>
            </p:spPr>
            <p:txBody>
              <a:bodyPr/>
              <a:lstStyle/>
              <a:p>
                <a:endParaRPr lang="zh-CN" altLang="en-US"/>
              </a:p>
            </p:txBody>
          </p:sp>
          <p:sp>
            <p:nvSpPr>
              <p:cNvPr id="31115" name="Freeform 399"/>
              <p:cNvSpPr/>
              <p:nvPr/>
            </p:nvSpPr>
            <p:spPr>
              <a:xfrm>
                <a:off x="2283" y="2490"/>
                <a:ext cx="92" cy="298"/>
              </a:xfrm>
              <a:custGeom>
                <a:avLst/>
                <a:gdLst/>
                <a:ahLst/>
                <a:cxnLst>
                  <a:cxn ang="0">
                    <a:pos x="64" y="0"/>
                  </a:cxn>
                  <a:cxn ang="0">
                    <a:pos x="69" y="7"/>
                  </a:cxn>
                  <a:cxn ang="0">
                    <a:pos x="80" y="15"/>
                  </a:cxn>
                  <a:cxn ang="0">
                    <a:pos x="83" y="18"/>
                  </a:cxn>
                  <a:cxn ang="0">
                    <a:pos x="86" y="28"/>
                  </a:cxn>
                  <a:cxn ang="0">
                    <a:pos x="91" y="40"/>
                  </a:cxn>
                  <a:cxn ang="0">
                    <a:pos x="88" y="54"/>
                  </a:cxn>
                  <a:cxn ang="0">
                    <a:pos x="84" y="68"/>
                  </a:cxn>
                  <a:cxn ang="0">
                    <a:pos x="84" y="80"/>
                  </a:cxn>
                  <a:cxn ang="0">
                    <a:pos x="80" y="88"/>
                  </a:cxn>
                  <a:cxn ang="0">
                    <a:pos x="82" y="120"/>
                  </a:cxn>
                  <a:cxn ang="0">
                    <a:pos x="78" y="130"/>
                  </a:cxn>
                  <a:cxn ang="0">
                    <a:pos x="78" y="142"/>
                  </a:cxn>
                  <a:cxn ang="0">
                    <a:pos x="80" y="149"/>
                  </a:cxn>
                  <a:cxn ang="0">
                    <a:pos x="75" y="151"/>
                  </a:cxn>
                  <a:cxn ang="0">
                    <a:pos x="74" y="162"/>
                  </a:cxn>
                  <a:cxn ang="0">
                    <a:pos x="74" y="176"/>
                  </a:cxn>
                  <a:cxn ang="0">
                    <a:pos x="76" y="201"/>
                  </a:cxn>
                  <a:cxn ang="0">
                    <a:pos x="80" y="227"/>
                  </a:cxn>
                  <a:cxn ang="0">
                    <a:pos x="80" y="245"/>
                  </a:cxn>
                  <a:cxn ang="0">
                    <a:pos x="78" y="269"/>
                  </a:cxn>
                  <a:cxn ang="0">
                    <a:pos x="76" y="293"/>
                  </a:cxn>
                  <a:cxn ang="0">
                    <a:pos x="68" y="295"/>
                  </a:cxn>
                  <a:cxn ang="0">
                    <a:pos x="58" y="297"/>
                  </a:cxn>
                  <a:cxn ang="0">
                    <a:pos x="53" y="289"/>
                  </a:cxn>
                  <a:cxn ang="0">
                    <a:pos x="42" y="291"/>
                  </a:cxn>
                  <a:cxn ang="0">
                    <a:pos x="30" y="291"/>
                  </a:cxn>
                  <a:cxn ang="0">
                    <a:pos x="30" y="275"/>
                  </a:cxn>
                  <a:cxn ang="0">
                    <a:pos x="25" y="259"/>
                  </a:cxn>
                  <a:cxn ang="0">
                    <a:pos x="22" y="235"/>
                  </a:cxn>
                  <a:cxn ang="0">
                    <a:pos x="19" y="218"/>
                  </a:cxn>
                  <a:cxn ang="0">
                    <a:pos x="17" y="199"/>
                  </a:cxn>
                  <a:cxn ang="0">
                    <a:pos x="14" y="177"/>
                  </a:cxn>
                  <a:cxn ang="0">
                    <a:pos x="11" y="156"/>
                  </a:cxn>
                  <a:cxn ang="0">
                    <a:pos x="9" y="151"/>
                  </a:cxn>
                  <a:cxn ang="0">
                    <a:pos x="11" y="135"/>
                  </a:cxn>
                  <a:cxn ang="0">
                    <a:pos x="13" y="118"/>
                  </a:cxn>
                  <a:cxn ang="0">
                    <a:pos x="15" y="110"/>
                  </a:cxn>
                  <a:cxn ang="0">
                    <a:pos x="15" y="98"/>
                  </a:cxn>
                  <a:cxn ang="0">
                    <a:pos x="3" y="100"/>
                  </a:cxn>
                  <a:cxn ang="0">
                    <a:pos x="3" y="94"/>
                  </a:cxn>
                  <a:cxn ang="0">
                    <a:pos x="1" y="92"/>
                  </a:cxn>
                  <a:cxn ang="0">
                    <a:pos x="0" y="86"/>
                  </a:cxn>
                  <a:cxn ang="0">
                    <a:pos x="0" y="82"/>
                  </a:cxn>
                  <a:cxn ang="0">
                    <a:pos x="1" y="78"/>
                  </a:cxn>
                  <a:cxn ang="0">
                    <a:pos x="5" y="72"/>
                  </a:cxn>
                  <a:cxn ang="0">
                    <a:pos x="20" y="72"/>
                  </a:cxn>
                  <a:cxn ang="0">
                    <a:pos x="23" y="62"/>
                  </a:cxn>
                  <a:cxn ang="0">
                    <a:pos x="23" y="54"/>
                  </a:cxn>
                  <a:cxn ang="0">
                    <a:pos x="25" y="46"/>
                  </a:cxn>
                  <a:cxn ang="0">
                    <a:pos x="27" y="38"/>
                  </a:cxn>
                  <a:cxn ang="0">
                    <a:pos x="30" y="26"/>
                  </a:cxn>
                  <a:cxn ang="0">
                    <a:pos x="33" y="16"/>
                  </a:cxn>
                  <a:cxn ang="0">
                    <a:pos x="36" y="12"/>
                  </a:cxn>
                  <a:cxn ang="0">
                    <a:pos x="41" y="4"/>
                  </a:cxn>
                  <a:cxn ang="0">
                    <a:pos x="64" y="0"/>
                  </a:cxn>
                </a:cxnLst>
                <a:rect l="0" t="0" r="0" b="0"/>
                <a:pathLst>
                  <a:path w="92" h="298">
                    <a:moveTo>
                      <a:pt x="64" y="0"/>
                    </a:moveTo>
                    <a:lnTo>
                      <a:pt x="69" y="7"/>
                    </a:lnTo>
                    <a:lnTo>
                      <a:pt x="80" y="15"/>
                    </a:lnTo>
                    <a:lnTo>
                      <a:pt x="83" y="18"/>
                    </a:lnTo>
                    <a:lnTo>
                      <a:pt x="86" y="28"/>
                    </a:lnTo>
                    <a:lnTo>
                      <a:pt x="91" y="40"/>
                    </a:lnTo>
                    <a:lnTo>
                      <a:pt x="88" y="54"/>
                    </a:lnTo>
                    <a:lnTo>
                      <a:pt x="84" y="68"/>
                    </a:lnTo>
                    <a:lnTo>
                      <a:pt x="84" y="80"/>
                    </a:lnTo>
                    <a:lnTo>
                      <a:pt x="80" y="88"/>
                    </a:lnTo>
                    <a:lnTo>
                      <a:pt x="82" y="120"/>
                    </a:lnTo>
                    <a:lnTo>
                      <a:pt x="78" y="130"/>
                    </a:lnTo>
                    <a:lnTo>
                      <a:pt x="78" y="142"/>
                    </a:lnTo>
                    <a:lnTo>
                      <a:pt x="80" y="149"/>
                    </a:lnTo>
                    <a:lnTo>
                      <a:pt x="75" y="151"/>
                    </a:lnTo>
                    <a:lnTo>
                      <a:pt x="74" y="162"/>
                    </a:lnTo>
                    <a:lnTo>
                      <a:pt x="74" y="176"/>
                    </a:lnTo>
                    <a:lnTo>
                      <a:pt x="76" y="201"/>
                    </a:lnTo>
                    <a:lnTo>
                      <a:pt x="80" y="227"/>
                    </a:lnTo>
                    <a:lnTo>
                      <a:pt x="80" y="245"/>
                    </a:lnTo>
                    <a:lnTo>
                      <a:pt x="78" y="269"/>
                    </a:lnTo>
                    <a:lnTo>
                      <a:pt x="76" y="293"/>
                    </a:lnTo>
                    <a:lnTo>
                      <a:pt x="68" y="295"/>
                    </a:lnTo>
                    <a:lnTo>
                      <a:pt x="58" y="297"/>
                    </a:lnTo>
                    <a:lnTo>
                      <a:pt x="53" y="289"/>
                    </a:lnTo>
                    <a:lnTo>
                      <a:pt x="42" y="291"/>
                    </a:lnTo>
                    <a:lnTo>
                      <a:pt x="30" y="291"/>
                    </a:lnTo>
                    <a:lnTo>
                      <a:pt x="30" y="275"/>
                    </a:lnTo>
                    <a:lnTo>
                      <a:pt x="25" y="259"/>
                    </a:lnTo>
                    <a:lnTo>
                      <a:pt x="22" y="235"/>
                    </a:lnTo>
                    <a:lnTo>
                      <a:pt x="19" y="218"/>
                    </a:lnTo>
                    <a:lnTo>
                      <a:pt x="17" y="199"/>
                    </a:lnTo>
                    <a:lnTo>
                      <a:pt x="14" y="177"/>
                    </a:lnTo>
                    <a:lnTo>
                      <a:pt x="11" y="156"/>
                    </a:lnTo>
                    <a:lnTo>
                      <a:pt x="9" y="151"/>
                    </a:lnTo>
                    <a:lnTo>
                      <a:pt x="11" y="135"/>
                    </a:lnTo>
                    <a:lnTo>
                      <a:pt x="13" y="118"/>
                    </a:lnTo>
                    <a:lnTo>
                      <a:pt x="15" y="110"/>
                    </a:lnTo>
                    <a:lnTo>
                      <a:pt x="15" y="98"/>
                    </a:lnTo>
                    <a:lnTo>
                      <a:pt x="3" y="100"/>
                    </a:lnTo>
                    <a:lnTo>
                      <a:pt x="3" y="94"/>
                    </a:lnTo>
                    <a:lnTo>
                      <a:pt x="1" y="92"/>
                    </a:lnTo>
                    <a:lnTo>
                      <a:pt x="0" y="86"/>
                    </a:lnTo>
                    <a:lnTo>
                      <a:pt x="0" y="82"/>
                    </a:lnTo>
                    <a:lnTo>
                      <a:pt x="1" y="78"/>
                    </a:lnTo>
                    <a:lnTo>
                      <a:pt x="5" y="72"/>
                    </a:lnTo>
                    <a:lnTo>
                      <a:pt x="20" y="72"/>
                    </a:lnTo>
                    <a:lnTo>
                      <a:pt x="23" y="62"/>
                    </a:lnTo>
                    <a:lnTo>
                      <a:pt x="23" y="54"/>
                    </a:lnTo>
                    <a:lnTo>
                      <a:pt x="25" y="46"/>
                    </a:lnTo>
                    <a:lnTo>
                      <a:pt x="27" y="38"/>
                    </a:lnTo>
                    <a:lnTo>
                      <a:pt x="30" y="26"/>
                    </a:lnTo>
                    <a:lnTo>
                      <a:pt x="33" y="16"/>
                    </a:lnTo>
                    <a:lnTo>
                      <a:pt x="36" y="12"/>
                    </a:lnTo>
                    <a:lnTo>
                      <a:pt x="41" y="4"/>
                    </a:lnTo>
                    <a:lnTo>
                      <a:pt x="64" y="0"/>
                    </a:lnTo>
                  </a:path>
                </a:pathLst>
              </a:custGeom>
              <a:solidFill>
                <a:srgbClr val="FFFFFF"/>
              </a:solidFill>
              <a:ln w="12700">
                <a:noFill/>
              </a:ln>
            </p:spPr>
            <p:txBody>
              <a:bodyPr/>
              <a:lstStyle/>
              <a:p>
                <a:endParaRPr lang="zh-CN" altLang="en-US"/>
              </a:p>
            </p:txBody>
          </p:sp>
          <p:sp>
            <p:nvSpPr>
              <p:cNvPr id="31116" name="Freeform 400"/>
              <p:cNvSpPr/>
              <p:nvPr/>
            </p:nvSpPr>
            <p:spPr>
              <a:xfrm>
                <a:off x="2283" y="2490"/>
                <a:ext cx="92" cy="298"/>
              </a:xfrm>
              <a:custGeom>
                <a:avLst/>
                <a:gdLst/>
                <a:ahLst/>
                <a:cxnLst>
                  <a:cxn ang="0">
                    <a:pos x="64" y="0"/>
                  </a:cxn>
                  <a:cxn ang="0">
                    <a:pos x="69" y="7"/>
                  </a:cxn>
                  <a:cxn ang="0">
                    <a:pos x="80" y="15"/>
                  </a:cxn>
                  <a:cxn ang="0">
                    <a:pos x="83" y="18"/>
                  </a:cxn>
                  <a:cxn ang="0">
                    <a:pos x="86" y="28"/>
                  </a:cxn>
                  <a:cxn ang="0">
                    <a:pos x="91" y="40"/>
                  </a:cxn>
                  <a:cxn ang="0">
                    <a:pos x="88" y="54"/>
                  </a:cxn>
                  <a:cxn ang="0">
                    <a:pos x="84" y="68"/>
                  </a:cxn>
                  <a:cxn ang="0">
                    <a:pos x="84" y="80"/>
                  </a:cxn>
                  <a:cxn ang="0">
                    <a:pos x="80" y="88"/>
                  </a:cxn>
                  <a:cxn ang="0">
                    <a:pos x="82" y="120"/>
                  </a:cxn>
                  <a:cxn ang="0">
                    <a:pos x="78" y="130"/>
                  </a:cxn>
                  <a:cxn ang="0">
                    <a:pos x="78" y="142"/>
                  </a:cxn>
                  <a:cxn ang="0">
                    <a:pos x="80" y="149"/>
                  </a:cxn>
                  <a:cxn ang="0">
                    <a:pos x="75" y="151"/>
                  </a:cxn>
                  <a:cxn ang="0">
                    <a:pos x="74" y="162"/>
                  </a:cxn>
                  <a:cxn ang="0">
                    <a:pos x="74" y="176"/>
                  </a:cxn>
                  <a:cxn ang="0">
                    <a:pos x="76" y="201"/>
                  </a:cxn>
                  <a:cxn ang="0">
                    <a:pos x="80" y="227"/>
                  </a:cxn>
                  <a:cxn ang="0">
                    <a:pos x="80" y="245"/>
                  </a:cxn>
                  <a:cxn ang="0">
                    <a:pos x="78" y="269"/>
                  </a:cxn>
                  <a:cxn ang="0">
                    <a:pos x="76" y="293"/>
                  </a:cxn>
                  <a:cxn ang="0">
                    <a:pos x="68" y="295"/>
                  </a:cxn>
                  <a:cxn ang="0">
                    <a:pos x="58" y="297"/>
                  </a:cxn>
                  <a:cxn ang="0">
                    <a:pos x="53" y="289"/>
                  </a:cxn>
                  <a:cxn ang="0">
                    <a:pos x="42" y="291"/>
                  </a:cxn>
                  <a:cxn ang="0">
                    <a:pos x="30" y="291"/>
                  </a:cxn>
                  <a:cxn ang="0">
                    <a:pos x="30" y="275"/>
                  </a:cxn>
                  <a:cxn ang="0">
                    <a:pos x="25" y="259"/>
                  </a:cxn>
                  <a:cxn ang="0">
                    <a:pos x="22" y="235"/>
                  </a:cxn>
                  <a:cxn ang="0">
                    <a:pos x="19" y="218"/>
                  </a:cxn>
                  <a:cxn ang="0">
                    <a:pos x="17" y="199"/>
                  </a:cxn>
                  <a:cxn ang="0">
                    <a:pos x="14" y="177"/>
                  </a:cxn>
                  <a:cxn ang="0">
                    <a:pos x="11" y="156"/>
                  </a:cxn>
                  <a:cxn ang="0">
                    <a:pos x="9" y="151"/>
                  </a:cxn>
                  <a:cxn ang="0">
                    <a:pos x="11" y="135"/>
                  </a:cxn>
                  <a:cxn ang="0">
                    <a:pos x="13" y="118"/>
                  </a:cxn>
                  <a:cxn ang="0">
                    <a:pos x="15" y="110"/>
                  </a:cxn>
                  <a:cxn ang="0">
                    <a:pos x="15" y="98"/>
                  </a:cxn>
                  <a:cxn ang="0">
                    <a:pos x="3" y="100"/>
                  </a:cxn>
                  <a:cxn ang="0">
                    <a:pos x="3" y="94"/>
                  </a:cxn>
                  <a:cxn ang="0">
                    <a:pos x="1" y="92"/>
                  </a:cxn>
                  <a:cxn ang="0">
                    <a:pos x="0" y="86"/>
                  </a:cxn>
                  <a:cxn ang="0">
                    <a:pos x="0" y="82"/>
                  </a:cxn>
                  <a:cxn ang="0">
                    <a:pos x="1" y="78"/>
                  </a:cxn>
                  <a:cxn ang="0">
                    <a:pos x="5" y="72"/>
                  </a:cxn>
                  <a:cxn ang="0">
                    <a:pos x="20" y="72"/>
                  </a:cxn>
                  <a:cxn ang="0">
                    <a:pos x="23" y="62"/>
                  </a:cxn>
                  <a:cxn ang="0">
                    <a:pos x="23" y="54"/>
                  </a:cxn>
                  <a:cxn ang="0">
                    <a:pos x="25" y="46"/>
                  </a:cxn>
                  <a:cxn ang="0">
                    <a:pos x="27" y="38"/>
                  </a:cxn>
                  <a:cxn ang="0">
                    <a:pos x="30" y="26"/>
                  </a:cxn>
                  <a:cxn ang="0">
                    <a:pos x="33" y="16"/>
                  </a:cxn>
                  <a:cxn ang="0">
                    <a:pos x="36" y="12"/>
                  </a:cxn>
                  <a:cxn ang="0">
                    <a:pos x="41" y="4"/>
                  </a:cxn>
                </a:cxnLst>
                <a:rect l="0" t="0" r="0" b="0"/>
                <a:pathLst>
                  <a:path w="92" h="298">
                    <a:moveTo>
                      <a:pt x="64" y="0"/>
                    </a:moveTo>
                    <a:lnTo>
                      <a:pt x="69" y="7"/>
                    </a:lnTo>
                    <a:lnTo>
                      <a:pt x="80" y="15"/>
                    </a:lnTo>
                    <a:lnTo>
                      <a:pt x="83" y="18"/>
                    </a:lnTo>
                    <a:lnTo>
                      <a:pt x="86" y="28"/>
                    </a:lnTo>
                    <a:lnTo>
                      <a:pt x="91" y="40"/>
                    </a:lnTo>
                    <a:lnTo>
                      <a:pt x="88" y="54"/>
                    </a:lnTo>
                    <a:lnTo>
                      <a:pt x="84" y="68"/>
                    </a:lnTo>
                    <a:lnTo>
                      <a:pt x="84" y="80"/>
                    </a:lnTo>
                    <a:lnTo>
                      <a:pt x="80" y="88"/>
                    </a:lnTo>
                    <a:lnTo>
                      <a:pt x="82" y="120"/>
                    </a:lnTo>
                    <a:lnTo>
                      <a:pt x="78" y="130"/>
                    </a:lnTo>
                    <a:lnTo>
                      <a:pt x="78" y="142"/>
                    </a:lnTo>
                    <a:lnTo>
                      <a:pt x="80" y="149"/>
                    </a:lnTo>
                    <a:lnTo>
                      <a:pt x="75" y="151"/>
                    </a:lnTo>
                    <a:lnTo>
                      <a:pt x="74" y="162"/>
                    </a:lnTo>
                    <a:lnTo>
                      <a:pt x="74" y="176"/>
                    </a:lnTo>
                    <a:lnTo>
                      <a:pt x="76" y="201"/>
                    </a:lnTo>
                    <a:lnTo>
                      <a:pt x="80" y="227"/>
                    </a:lnTo>
                    <a:lnTo>
                      <a:pt x="80" y="245"/>
                    </a:lnTo>
                    <a:lnTo>
                      <a:pt x="78" y="269"/>
                    </a:lnTo>
                    <a:lnTo>
                      <a:pt x="76" y="293"/>
                    </a:lnTo>
                    <a:lnTo>
                      <a:pt x="68" y="295"/>
                    </a:lnTo>
                    <a:lnTo>
                      <a:pt x="58" y="297"/>
                    </a:lnTo>
                    <a:lnTo>
                      <a:pt x="53" y="289"/>
                    </a:lnTo>
                    <a:lnTo>
                      <a:pt x="42" y="291"/>
                    </a:lnTo>
                    <a:lnTo>
                      <a:pt x="30" y="291"/>
                    </a:lnTo>
                    <a:lnTo>
                      <a:pt x="30" y="275"/>
                    </a:lnTo>
                    <a:lnTo>
                      <a:pt x="25" y="259"/>
                    </a:lnTo>
                    <a:lnTo>
                      <a:pt x="22" y="235"/>
                    </a:lnTo>
                    <a:lnTo>
                      <a:pt x="19" y="218"/>
                    </a:lnTo>
                    <a:lnTo>
                      <a:pt x="17" y="199"/>
                    </a:lnTo>
                    <a:lnTo>
                      <a:pt x="14" y="177"/>
                    </a:lnTo>
                    <a:lnTo>
                      <a:pt x="11" y="156"/>
                    </a:lnTo>
                    <a:lnTo>
                      <a:pt x="9" y="151"/>
                    </a:lnTo>
                    <a:lnTo>
                      <a:pt x="11" y="135"/>
                    </a:lnTo>
                    <a:lnTo>
                      <a:pt x="13" y="118"/>
                    </a:lnTo>
                    <a:lnTo>
                      <a:pt x="15" y="110"/>
                    </a:lnTo>
                    <a:lnTo>
                      <a:pt x="15" y="98"/>
                    </a:lnTo>
                    <a:lnTo>
                      <a:pt x="3" y="100"/>
                    </a:lnTo>
                    <a:lnTo>
                      <a:pt x="3" y="94"/>
                    </a:lnTo>
                    <a:lnTo>
                      <a:pt x="1" y="92"/>
                    </a:lnTo>
                    <a:lnTo>
                      <a:pt x="0" y="86"/>
                    </a:lnTo>
                    <a:lnTo>
                      <a:pt x="0" y="82"/>
                    </a:lnTo>
                    <a:lnTo>
                      <a:pt x="1" y="78"/>
                    </a:lnTo>
                    <a:lnTo>
                      <a:pt x="5" y="72"/>
                    </a:lnTo>
                    <a:lnTo>
                      <a:pt x="20" y="72"/>
                    </a:lnTo>
                    <a:lnTo>
                      <a:pt x="23" y="62"/>
                    </a:lnTo>
                    <a:lnTo>
                      <a:pt x="23" y="54"/>
                    </a:lnTo>
                    <a:lnTo>
                      <a:pt x="25" y="46"/>
                    </a:lnTo>
                    <a:lnTo>
                      <a:pt x="27" y="38"/>
                    </a:lnTo>
                    <a:lnTo>
                      <a:pt x="30" y="26"/>
                    </a:lnTo>
                    <a:lnTo>
                      <a:pt x="33" y="16"/>
                    </a:lnTo>
                    <a:lnTo>
                      <a:pt x="36" y="12"/>
                    </a:lnTo>
                    <a:lnTo>
                      <a:pt x="41" y="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17" name="Freeform 401"/>
              <p:cNvSpPr/>
              <p:nvPr/>
            </p:nvSpPr>
            <p:spPr>
              <a:xfrm>
                <a:off x="2325" y="2641"/>
                <a:ext cx="36" cy="145"/>
              </a:xfrm>
              <a:custGeom>
                <a:avLst/>
                <a:gdLst/>
                <a:ahLst/>
                <a:cxnLst>
                  <a:cxn ang="0">
                    <a:pos x="30" y="0"/>
                  </a:cxn>
                  <a:cxn ang="0">
                    <a:pos x="0" y="3"/>
                  </a:cxn>
                  <a:cxn ang="0">
                    <a:pos x="3" y="31"/>
                  </a:cxn>
                  <a:cxn ang="0">
                    <a:pos x="6" y="54"/>
                  </a:cxn>
                  <a:cxn ang="0">
                    <a:pos x="9" y="81"/>
                  </a:cxn>
                  <a:cxn ang="0">
                    <a:pos x="11" y="104"/>
                  </a:cxn>
                  <a:cxn ang="0">
                    <a:pos x="13" y="126"/>
                  </a:cxn>
                  <a:cxn ang="0">
                    <a:pos x="14" y="144"/>
                  </a:cxn>
                  <a:cxn ang="0">
                    <a:pos x="22" y="144"/>
                  </a:cxn>
                  <a:cxn ang="0">
                    <a:pos x="32" y="140"/>
                  </a:cxn>
                  <a:cxn ang="0">
                    <a:pos x="34" y="110"/>
                  </a:cxn>
                  <a:cxn ang="0">
                    <a:pos x="35" y="93"/>
                  </a:cxn>
                  <a:cxn ang="0">
                    <a:pos x="34" y="72"/>
                  </a:cxn>
                  <a:cxn ang="0">
                    <a:pos x="30" y="50"/>
                  </a:cxn>
                  <a:cxn ang="0">
                    <a:pos x="28" y="37"/>
                  </a:cxn>
                  <a:cxn ang="0">
                    <a:pos x="27" y="28"/>
                  </a:cxn>
                  <a:cxn ang="0">
                    <a:pos x="27" y="17"/>
                  </a:cxn>
                  <a:cxn ang="0">
                    <a:pos x="27" y="11"/>
                  </a:cxn>
                  <a:cxn ang="0">
                    <a:pos x="30" y="0"/>
                  </a:cxn>
                </a:cxnLst>
                <a:rect l="0" t="0" r="0" b="0"/>
                <a:pathLst>
                  <a:path w="36" h="145">
                    <a:moveTo>
                      <a:pt x="30" y="0"/>
                    </a:moveTo>
                    <a:lnTo>
                      <a:pt x="0" y="3"/>
                    </a:lnTo>
                    <a:lnTo>
                      <a:pt x="3" y="31"/>
                    </a:lnTo>
                    <a:lnTo>
                      <a:pt x="6" y="54"/>
                    </a:lnTo>
                    <a:lnTo>
                      <a:pt x="9" y="81"/>
                    </a:lnTo>
                    <a:lnTo>
                      <a:pt x="11" y="104"/>
                    </a:lnTo>
                    <a:lnTo>
                      <a:pt x="13" y="126"/>
                    </a:lnTo>
                    <a:lnTo>
                      <a:pt x="14" y="144"/>
                    </a:lnTo>
                    <a:lnTo>
                      <a:pt x="22" y="144"/>
                    </a:lnTo>
                    <a:lnTo>
                      <a:pt x="32" y="140"/>
                    </a:lnTo>
                    <a:lnTo>
                      <a:pt x="34" y="110"/>
                    </a:lnTo>
                    <a:lnTo>
                      <a:pt x="35" y="93"/>
                    </a:lnTo>
                    <a:lnTo>
                      <a:pt x="34" y="72"/>
                    </a:lnTo>
                    <a:lnTo>
                      <a:pt x="30" y="50"/>
                    </a:lnTo>
                    <a:lnTo>
                      <a:pt x="28" y="37"/>
                    </a:lnTo>
                    <a:lnTo>
                      <a:pt x="27" y="28"/>
                    </a:lnTo>
                    <a:lnTo>
                      <a:pt x="27" y="17"/>
                    </a:lnTo>
                    <a:lnTo>
                      <a:pt x="27" y="11"/>
                    </a:lnTo>
                    <a:lnTo>
                      <a:pt x="30" y="0"/>
                    </a:lnTo>
                  </a:path>
                </a:pathLst>
              </a:custGeom>
              <a:solidFill>
                <a:srgbClr val="FFFFFF"/>
              </a:solidFill>
              <a:ln w="12700">
                <a:noFill/>
              </a:ln>
            </p:spPr>
            <p:txBody>
              <a:bodyPr/>
              <a:lstStyle/>
              <a:p>
                <a:endParaRPr lang="zh-CN" altLang="en-US"/>
              </a:p>
            </p:txBody>
          </p:sp>
          <p:sp>
            <p:nvSpPr>
              <p:cNvPr id="31118" name="Freeform 402"/>
              <p:cNvSpPr/>
              <p:nvPr/>
            </p:nvSpPr>
            <p:spPr>
              <a:xfrm>
                <a:off x="2316" y="2440"/>
                <a:ext cx="42" cy="41"/>
              </a:xfrm>
              <a:custGeom>
                <a:avLst/>
                <a:gdLst/>
                <a:ahLst/>
                <a:cxnLst>
                  <a:cxn ang="0">
                    <a:pos x="36" y="37"/>
                  </a:cxn>
                  <a:cxn ang="0">
                    <a:pos x="39" y="35"/>
                  </a:cxn>
                  <a:cxn ang="0">
                    <a:pos x="41" y="30"/>
                  </a:cxn>
                  <a:cxn ang="0">
                    <a:pos x="41" y="24"/>
                  </a:cxn>
                  <a:cxn ang="0">
                    <a:pos x="41" y="21"/>
                  </a:cxn>
                  <a:cxn ang="0">
                    <a:pos x="41" y="15"/>
                  </a:cxn>
                  <a:cxn ang="0">
                    <a:pos x="37" y="7"/>
                  </a:cxn>
                  <a:cxn ang="0">
                    <a:pos x="32" y="2"/>
                  </a:cxn>
                  <a:cxn ang="0">
                    <a:pos x="24" y="0"/>
                  </a:cxn>
                  <a:cxn ang="0">
                    <a:pos x="18" y="0"/>
                  </a:cxn>
                  <a:cxn ang="0">
                    <a:pos x="8" y="1"/>
                  </a:cxn>
                  <a:cxn ang="0">
                    <a:pos x="4" y="6"/>
                  </a:cxn>
                  <a:cxn ang="0">
                    <a:pos x="0" y="12"/>
                  </a:cxn>
                  <a:cxn ang="0">
                    <a:pos x="0" y="18"/>
                  </a:cxn>
                  <a:cxn ang="0">
                    <a:pos x="0" y="23"/>
                  </a:cxn>
                  <a:cxn ang="0">
                    <a:pos x="0" y="27"/>
                  </a:cxn>
                  <a:cxn ang="0">
                    <a:pos x="0" y="30"/>
                  </a:cxn>
                  <a:cxn ang="0">
                    <a:pos x="2" y="35"/>
                  </a:cxn>
                  <a:cxn ang="0">
                    <a:pos x="31" y="40"/>
                  </a:cxn>
                  <a:cxn ang="0">
                    <a:pos x="36" y="37"/>
                  </a:cxn>
                </a:cxnLst>
                <a:rect l="0" t="0" r="0" b="0"/>
                <a:pathLst>
                  <a:path w="42" h="41">
                    <a:moveTo>
                      <a:pt x="36" y="37"/>
                    </a:moveTo>
                    <a:lnTo>
                      <a:pt x="39" y="35"/>
                    </a:lnTo>
                    <a:lnTo>
                      <a:pt x="41" y="30"/>
                    </a:lnTo>
                    <a:lnTo>
                      <a:pt x="41" y="24"/>
                    </a:lnTo>
                    <a:lnTo>
                      <a:pt x="41" y="21"/>
                    </a:lnTo>
                    <a:lnTo>
                      <a:pt x="41" y="15"/>
                    </a:lnTo>
                    <a:lnTo>
                      <a:pt x="37" y="7"/>
                    </a:lnTo>
                    <a:lnTo>
                      <a:pt x="32" y="2"/>
                    </a:lnTo>
                    <a:lnTo>
                      <a:pt x="24" y="0"/>
                    </a:lnTo>
                    <a:lnTo>
                      <a:pt x="18" y="0"/>
                    </a:lnTo>
                    <a:lnTo>
                      <a:pt x="8" y="1"/>
                    </a:lnTo>
                    <a:lnTo>
                      <a:pt x="4" y="6"/>
                    </a:lnTo>
                    <a:lnTo>
                      <a:pt x="0" y="12"/>
                    </a:lnTo>
                    <a:lnTo>
                      <a:pt x="0" y="18"/>
                    </a:lnTo>
                    <a:lnTo>
                      <a:pt x="0" y="23"/>
                    </a:lnTo>
                    <a:lnTo>
                      <a:pt x="0" y="27"/>
                    </a:lnTo>
                    <a:lnTo>
                      <a:pt x="0" y="30"/>
                    </a:lnTo>
                    <a:lnTo>
                      <a:pt x="2" y="35"/>
                    </a:lnTo>
                    <a:lnTo>
                      <a:pt x="31" y="40"/>
                    </a:lnTo>
                    <a:lnTo>
                      <a:pt x="36" y="37"/>
                    </a:lnTo>
                  </a:path>
                </a:pathLst>
              </a:custGeom>
              <a:solidFill>
                <a:srgbClr val="331D11"/>
              </a:solidFill>
              <a:ln w="12700">
                <a:noFill/>
              </a:ln>
            </p:spPr>
            <p:txBody>
              <a:bodyPr/>
              <a:lstStyle/>
              <a:p>
                <a:endParaRPr lang="zh-CN" altLang="en-US"/>
              </a:p>
            </p:txBody>
          </p:sp>
          <p:sp>
            <p:nvSpPr>
              <p:cNvPr id="31119" name="Freeform 403"/>
              <p:cNvSpPr/>
              <p:nvPr/>
            </p:nvSpPr>
            <p:spPr>
              <a:xfrm>
                <a:off x="2317" y="2446"/>
                <a:ext cx="38" cy="54"/>
              </a:xfrm>
              <a:custGeom>
                <a:avLst/>
                <a:gdLst/>
                <a:ahLst/>
                <a:cxnLst>
                  <a:cxn ang="0">
                    <a:pos x="28" y="3"/>
                  </a:cxn>
                  <a:cxn ang="0">
                    <a:pos x="34" y="6"/>
                  </a:cxn>
                  <a:cxn ang="0">
                    <a:pos x="34" y="12"/>
                  </a:cxn>
                  <a:cxn ang="0">
                    <a:pos x="34" y="17"/>
                  </a:cxn>
                  <a:cxn ang="0">
                    <a:pos x="32" y="22"/>
                  </a:cxn>
                  <a:cxn ang="0">
                    <a:pos x="34" y="23"/>
                  </a:cxn>
                  <a:cxn ang="0">
                    <a:pos x="36" y="23"/>
                  </a:cxn>
                  <a:cxn ang="0">
                    <a:pos x="37" y="24"/>
                  </a:cxn>
                  <a:cxn ang="0">
                    <a:pos x="37" y="26"/>
                  </a:cxn>
                  <a:cxn ang="0">
                    <a:pos x="37" y="30"/>
                  </a:cxn>
                  <a:cxn ang="0">
                    <a:pos x="36" y="31"/>
                  </a:cxn>
                  <a:cxn ang="0">
                    <a:pos x="34" y="32"/>
                  </a:cxn>
                  <a:cxn ang="0">
                    <a:pos x="32" y="34"/>
                  </a:cxn>
                  <a:cxn ang="0">
                    <a:pos x="32" y="38"/>
                  </a:cxn>
                  <a:cxn ang="0">
                    <a:pos x="28" y="44"/>
                  </a:cxn>
                  <a:cxn ang="0">
                    <a:pos x="27" y="46"/>
                  </a:cxn>
                  <a:cxn ang="0">
                    <a:pos x="24" y="48"/>
                  </a:cxn>
                  <a:cxn ang="0">
                    <a:pos x="21" y="52"/>
                  </a:cxn>
                  <a:cxn ang="0">
                    <a:pos x="19" y="52"/>
                  </a:cxn>
                  <a:cxn ang="0">
                    <a:pos x="16" y="53"/>
                  </a:cxn>
                  <a:cxn ang="0">
                    <a:pos x="14" y="53"/>
                  </a:cxn>
                  <a:cxn ang="0">
                    <a:pos x="11" y="53"/>
                  </a:cxn>
                  <a:cxn ang="0">
                    <a:pos x="11" y="50"/>
                  </a:cxn>
                  <a:cxn ang="0">
                    <a:pos x="9" y="46"/>
                  </a:cxn>
                  <a:cxn ang="0">
                    <a:pos x="9" y="45"/>
                  </a:cxn>
                  <a:cxn ang="0">
                    <a:pos x="7" y="42"/>
                  </a:cxn>
                  <a:cxn ang="0">
                    <a:pos x="5" y="40"/>
                  </a:cxn>
                  <a:cxn ang="0">
                    <a:pos x="5" y="38"/>
                  </a:cxn>
                  <a:cxn ang="0">
                    <a:pos x="3" y="36"/>
                  </a:cxn>
                  <a:cxn ang="0">
                    <a:pos x="3" y="32"/>
                  </a:cxn>
                  <a:cxn ang="0">
                    <a:pos x="1" y="31"/>
                  </a:cxn>
                  <a:cxn ang="0">
                    <a:pos x="0" y="30"/>
                  </a:cxn>
                  <a:cxn ang="0">
                    <a:pos x="0" y="26"/>
                  </a:cxn>
                  <a:cxn ang="0">
                    <a:pos x="0" y="23"/>
                  </a:cxn>
                  <a:cxn ang="0">
                    <a:pos x="0" y="22"/>
                  </a:cxn>
                  <a:cxn ang="0">
                    <a:pos x="1" y="20"/>
                  </a:cxn>
                  <a:cxn ang="0">
                    <a:pos x="3" y="22"/>
                  </a:cxn>
                  <a:cxn ang="0">
                    <a:pos x="1" y="20"/>
                  </a:cxn>
                  <a:cxn ang="0">
                    <a:pos x="3" y="15"/>
                  </a:cxn>
                  <a:cxn ang="0">
                    <a:pos x="3" y="12"/>
                  </a:cxn>
                  <a:cxn ang="0">
                    <a:pos x="3" y="9"/>
                  </a:cxn>
                  <a:cxn ang="0">
                    <a:pos x="5" y="6"/>
                  </a:cxn>
                  <a:cxn ang="0">
                    <a:pos x="7" y="3"/>
                  </a:cxn>
                  <a:cxn ang="0">
                    <a:pos x="9" y="1"/>
                  </a:cxn>
                  <a:cxn ang="0">
                    <a:pos x="13" y="0"/>
                  </a:cxn>
                  <a:cxn ang="0">
                    <a:pos x="16" y="1"/>
                  </a:cxn>
                  <a:cxn ang="0">
                    <a:pos x="19" y="3"/>
                  </a:cxn>
                  <a:cxn ang="0">
                    <a:pos x="22" y="3"/>
                  </a:cxn>
                  <a:cxn ang="0">
                    <a:pos x="26" y="3"/>
                  </a:cxn>
                  <a:cxn ang="0">
                    <a:pos x="28" y="3"/>
                  </a:cxn>
                </a:cxnLst>
                <a:rect l="0" t="0" r="0" b="0"/>
                <a:pathLst>
                  <a:path w="38" h="54">
                    <a:moveTo>
                      <a:pt x="28" y="3"/>
                    </a:moveTo>
                    <a:lnTo>
                      <a:pt x="34" y="6"/>
                    </a:lnTo>
                    <a:lnTo>
                      <a:pt x="34" y="12"/>
                    </a:lnTo>
                    <a:lnTo>
                      <a:pt x="34" y="17"/>
                    </a:lnTo>
                    <a:lnTo>
                      <a:pt x="32" y="22"/>
                    </a:lnTo>
                    <a:lnTo>
                      <a:pt x="34" y="23"/>
                    </a:lnTo>
                    <a:lnTo>
                      <a:pt x="36" y="23"/>
                    </a:lnTo>
                    <a:lnTo>
                      <a:pt x="37" y="24"/>
                    </a:lnTo>
                    <a:lnTo>
                      <a:pt x="37" y="26"/>
                    </a:lnTo>
                    <a:lnTo>
                      <a:pt x="37" y="30"/>
                    </a:lnTo>
                    <a:lnTo>
                      <a:pt x="36" y="31"/>
                    </a:lnTo>
                    <a:lnTo>
                      <a:pt x="34" y="32"/>
                    </a:lnTo>
                    <a:lnTo>
                      <a:pt x="32" y="34"/>
                    </a:lnTo>
                    <a:lnTo>
                      <a:pt x="32" y="38"/>
                    </a:lnTo>
                    <a:lnTo>
                      <a:pt x="28" y="44"/>
                    </a:lnTo>
                    <a:lnTo>
                      <a:pt x="27" y="46"/>
                    </a:lnTo>
                    <a:lnTo>
                      <a:pt x="24" y="48"/>
                    </a:lnTo>
                    <a:lnTo>
                      <a:pt x="21" y="52"/>
                    </a:lnTo>
                    <a:lnTo>
                      <a:pt x="19" y="52"/>
                    </a:lnTo>
                    <a:lnTo>
                      <a:pt x="16" y="53"/>
                    </a:lnTo>
                    <a:lnTo>
                      <a:pt x="14" y="53"/>
                    </a:lnTo>
                    <a:lnTo>
                      <a:pt x="11" y="53"/>
                    </a:lnTo>
                    <a:lnTo>
                      <a:pt x="11" y="50"/>
                    </a:lnTo>
                    <a:lnTo>
                      <a:pt x="9" y="46"/>
                    </a:lnTo>
                    <a:lnTo>
                      <a:pt x="9" y="45"/>
                    </a:lnTo>
                    <a:lnTo>
                      <a:pt x="7" y="42"/>
                    </a:lnTo>
                    <a:lnTo>
                      <a:pt x="5" y="40"/>
                    </a:lnTo>
                    <a:lnTo>
                      <a:pt x="5" y="38"/>
                    </a:lnTo>
                    <a:lnTo>
                      <a:pt x="3" y="36"/>
                    </a:lnTo>
                    <a:lnTo>
                      <a:pt x="3" y="32"/>
                    </a:lnTo>
                    <a:lnTo>
                      <a:pt x="1" y="31"/>
                    </a:lnTo>
                    <a:lnTo>
                      <a:pt x="0" y="30"/>
                    </a:lnTo>
                    <a:lnTo>
                      <a:pt x="0" y="26"/>
                    </a:lnTo>
                    <a:lnTo>
                      <a:pt x="0" y="23"/>
                    </a:lnTo>
                    <a:lnTo>
                      <a:pt x="0" y="22"/>
                    </a:lnTo>
                    <a:lnTo>
                      <a:pt x="1" y="20"/>
                    </a:lnTo>
                    <a:lnTo>
                      <a:pt x="3" y="22"/>
                    </a:lnTo>
                    <a:lnTo>
                      <a:pt x="1" y="20"/>
                    </a:lnTo>
                    <a:lnTo>
                      <a:pt x="3" y="15"/>
                    </a:lnTo>
                    <a:lnTo>
                      <a:pt x="3" y="12"/>
                    </a:lnTo>
                    <a:lnTo>
                      <a:pt x="3" y="9"/>
                    </a:lnTo>
                    <a:lnTo>
                      <a:pt x="5" y="6"/>
                    </a:lnTo>
                    <a:lnTo>
                      <a:pt x="7" y="3"/>
                    </a:lnTo>
                    <a:lnTo>
                      <a:pt x="9" y="1"/>
                    </a:lnTo>
                    <a:lnTo>
                      <a:pt x="13" y="0"/>
                    </a:lnTo>
                    <a:lnTo>
                      <a:pt x="16" y="1"/>
                    </a:lnTo>
                    <a:lnTo>
                      <a:pt x="19" y="3"/>
                    </a:lnTo>
                    <a:lnTo>
                      <a:pt x="22" y="3"/>
                    </a:lnTo>
                    <a:lnTo>
                      <a:pt x="26" y="3"/>
                    </a:lnTo>
                    <a:lnTo>
                      <a:pt x="28" y="3"/>
                    </a:lnTo>
                  </a:path>
                </a:pathLst>
              </a:custGeom>
              <a:solidFill>
                <a:srgbClr val="FFFFCC"/>
              </a:solidFill>
              <a:ln w="12700">
                <a:noFill/>
              </a:ln>
            </p:spPr>
            <p:txBody>
              <a:bodyPr/>
              <a:lstStyle/>
              <a:p>
                <a:endParaRPr lang="zh-CN" altLang="en-US"/>
              </a:p>
            </p:txBody>
          </p:sp>
          <p:sp>
            <p:nvSpPr>
              <p:cNvPr id="31120" name="Freeform 404"/>
              <p:cNvSpPr/>
              <p:nvPr/>
            </p:nvSpPr>
            <p:spPr>
              <a:xfrm>
                <a:off x="2317" y="2446"/>
                <a:ext cx="38" cy="54"/>
              </a:xfrm>
              <a:custGeom>
                <a:avLst/>
                <a:gdLst/>
                <a:ahLst/>
                <a:cxnLst>
                  <a:cxn ang="0">
                    <a:pos x="28" y="3"/>
                  </a:cxn>
                  <a:cxn ang="0">
                    <a:pos x="34" y="6"/>
                  </a:cxn>
                  <a:cxn ang="0">
                    <a:pos x="34" y="12"/>
                  </a:cxn>
                  <a:cxn ang="0">
                    <a:pos x="34" y="17"/>
                  </a:cxn>
                  <a:cxn ang="0">
                    <a:pos x="32" y="22"/>
                  </a:cxn>
                  <a:cxn ang="0">
                    <a:pos x="34" y="23"/>
                  </a:cxn>
                  <a:cxn ang="0">
                    <a:pos x="36" y="23"/>
                  </a:cxn>
                  <a:cxn ang="0">
                    <a:pos x="37" y="24"/>
                  </a:cxn>
                  <a:cxn ang="0">
                    <a:pos x="37" y="26"/>
                  </a:cxn>
                  <a:cxn ang="0">
                    <a:pos x="37" y="30"/>
                  </a:cxn>
                  <a:cxn ang="0">
                    <a:pos x="36" y="31"/>
                  </a:cxn>
                  <a:cxn ang="0">
                    <a:pos x="34" y="32"/>
                  </a:cxn>
                  <a:cxn ang="0">
                    <a:pos x="32" y="34"/>
                  </a:cxn>
                  <a:cxn ang="0">
                    <a:pos x="32" y="38"/>
                  </a:cxn>
                  <a:cxn ang="0">
                    <a:pos x="28" y="44"/>
                  </a:cxn>
                  <a:cxn ang="0">
                    <a:pos x="27" y="46"/>
                  </a:cxn>
                  <a:cxn ang="0">
                    <a:pos x="24" y="48"/>
                  </a:cxn>
                  <a:cxn ang="0">
                    <a:pos x="21" y="52"/>
                  </a:cxn>
                  <a:cxn ang="0">
                    <a:pos x="19" y="52"/>
                  </a:cxn>
                  <a:cxn ang="0">
                    <a:pos x="16" y="53"/>
                  </a:cxn>
                  <a:cxn ang="0">
                    <a:pos x="14" y="53"/>
                  </a:cxn>
                  <a:cxn ang="0">
                    <a:pos x="11" y="53"/>
                  </a:cxn>
                  <a:cxn ang="0">
                    <a:pos x="11" y="50"/>
                  </a:cxn>
                  <a:cxn ang="0">
                    <a:pos x="9" y="46"/>
                  </a:cxn>
                  <a:cxn ang="0">
                    <a:pos x="9" y="45"/>
                  </a:cxn>
                  <a:cxn ang="0">
                    <a:pos x="7" y="42"/>
                  </a:cxn>
                  <a:cxn ang="0">
                    <a:pos x="5" y="40"/>
                  </a:cxn>
                  <a:cxn ang="0">
                    <a:pos x="5" y="38"/>
                  </a:cxn>
                  <a:cxn ang="0">
                    <a:pos x="3" y="36"/>
                  </a:cxn>
                  <a:cxn ang="0">
                    <a:pos x="3" y="32"/>
                  </a:cxn>
                  <a:cxn ang="0">
                    <a:pos x="1" y="31"/>
                  </a:cxn>
                  <a:cxn ang="0">
                    <a:pos x="0" y="30"/>
                  </a:cxn>
                  <a:cxn ang="0">
                    <a:pos x="0" y="26"/>
                  </a:cxn>
                  <a:cxn ang="0">
                    <a:pos x="0" y="23"/>
                  </a:cxn>
                  <a:cxn ang="0">
                    <a:pos x="0" y="22"/>
                  </a:cxn>
                  <a:cxn ang="0">
                    <a:pos x="1" y="20"/>
                  </a:cxn>
                  <a:cxn ang="0">
                    <a:pos x="3" y="22"/>
                  </a:cxn>
                  <a:cxn ang="0">
                    <a:pos x="1" y="20"/>
                  </a:cxn>
                  <a:cxn ang="0">
                    <a:pos x="3" y="15"/>
                  </a:cxn>
                  <a:cxn ang="0">
                    <a:pos x="3" y="12"/>
                  </a:cxn>
                  <a:cxn ang="0">
                    <a:pos x="3" y="9"/>
                  </a:cxn>
                  <a:cxn ang="0">
                    <a:pos x="5" y="6"/>
                  </a:cxn>
                  <a:cxn ang="0">
                    <a:pos x="7" y="3"/>
                  </a:cxn>
                  <a:cxn ang="0">
                    <a:pos x="9" y="1"/>
                  </a:cxn>
                  <a:cxn ang="0">
                    <a:pos x="13" y="0"/>
                  </a:cxn>
                  <a:cxn ang="0">
                    <a:pos x="16" y="1"/>
                  </a:cxn>
                  <a:cxn ang="0">
                    <a:pos x="19" y="3"/>
                  </a:cxn>
                  <a:cxn ang="0">
                    <a:pos x="22" y="3"/>
                  </a:cxn>
                  <a:cxn ang="0">
                    <a:pos x="26" y="3"/>
                  </a:cxn>
                </a:cxnLst>
                <a:rect l="0" t="0" r="0" b="0"/>
                <a:pathLst>
                  <a:path w="38" h="54">
                    <a:moveTo>
                      <a:pt x="28" y="3"/>
                    </a:moveTo>
                    <a:lnTo>
                      <a:pt x="34" y="6"/>
                    </a:lnTo>
                    <a:lnTo>
                      <a:pt x="34" y="12"/>
                    </a:lnTo>
                    <a:lnTo>
                      <a:pt x="34" y="17"/>
                    </a:lnTo>
                    <a:lnTo>
                      <a:pt x="32" y="22"/>
                    </a:lnTo>
                    <a:lnTo>
                      <a:pt x="34" y="23"/>
                    </a:lnTo>
                    <a:lnTo>
                      <a:pt x="36" y="23"/>
                    </a:lnTo>
                    <a:lnTo>
                      <a:pt x="37" y="24"/>
                    </a:lnTo>
                    <a:lnTo>
                      <a:pt x="37" y="26"/>
                    </a:lnTo>
                    <a:lnTo>
                      <a:pt x="37" y="30"/>
                    </a:lnTo>
                    <a:lnTo>
                      <a:pt x="36" y="31"/>
                    </a:lnTo>
                    <a:lnTo>
                      <a:pt x="34" y="32"/>
                    </a:lnTo>
                    <a:lnTo>
                      <a:pt x="32" y="34"/>
                    </a:lnTo>
                    <a:lnTo>
                      <a:pt x="32" y="38"/>
                    </a:lnTo>
                    <a:lnTo>
                      <a:pt x="28" y="44"/>
                    </a:lnTo>
                    <a:lnTo>
                      <a:pt x="27" y="46"/>
                    </a:lnTo>
                    <a:lnTo>
                      <a:pt x="24" y="48"/>
                    </a:lnTo>
                    <a:lnTo>
                      <a:pt x="21" y="52"/>
                    </a:lnTo>
                    <a:lnTo>
                      <a:pt x="19" y="52"/>
                    </a:lnTo>
                    <a:lnTo>
                      <a:pt x="16" y="53"/>
                    </a:lnTo>
                    <a:lnTo>
                      <a:pt x="14" y="53"/>
                    </a:lnTo>
                    <a:lnTo>
                      <a:pt x="11" y="53"/>
                    </a:lnTo>
                    <a:lnTo>
                      <a:pt x="11" y="50"/>
                    </a:lnTo>
                    <a:lnTo>
                      <a:pt x="9" y="46"/>
                    </a:lnTo>
                    <a:lnTo>
                      <a:pt x="9" y="45"/>
                    </a:lnTo>
                    <a:lnTo>
                      <a:pt x="7" y="42"/>
                    </a:lnTo>
                    <a:lnTo>
                      <a:pt x="5" y="40"/>
                    </a:lnTo>
                    <a:lnTo>
                      <a:pt x="5" y="38"/>
                    </a:lnTo>
                    <a:lnTo>
                      <a:pt x="3" y="36"/>
                    </a:lnTo>
                    <a:lnTo>
                      <a:pt x="3" y="32"/>
                    </a:lnTo>
                    <a:lnTo>
                      <a:pt x="1" y="31"/>
                    </a:lnTo>
                    <a:lnTo>
                      <a:pt x="0" y="30"/>
                    </a:lnTo>
                    <a:lnTo>
                      <a:pt x="0" y="26"/>
                    </a:lnTo>
                    <a:lnTo>
                      <a:pt x="0" y="23"/>
                    </a:lnTo>
                    <a:lnTo>
                      <a:pt x="0" y="22"/>
                    </a:lnTo>
                    <a:lnTo>
                      <a:pt x="1" y="20"/>
                    </a:lnTo>
                    <a:lnTo>
                      <a:pt x="3" y="22"/>
                    </a:lnTo>
                    <a:lnTo>
                      <a:pt x="1" y="20"/>
                    </a:lnTo>
                    <a:lnTo>
                      <a:pt x="3" y="15"/>
                    </a:lnTo>
                    <a:lnTo>
                      <a:pt x="3" y="12"/>
                    </a:lnTo>
                    <a:lnTo>
                      <a:pt x="3" y="9"/>
                    </a:lnTo>
                    <a:lnTo>
                      <a:pt x="5" y="6"/>
                    </a:lnTo>
                    <a:lnTo>
                      <a:pt x="7" y="3"/>
                    </a:lnTo>
                    <a:lnTo>
                      <a:pt x="9" y="1"/>
                    </a:lnTo>
                    <a:lnTo>
                      <a:pt x="13" y="0"/>
                    </a:lnTo>
                    <a:lnTo>
                      <a:pt x="16" y="1"/>
                    </a:lnTo>
                    <a:lnTo>
                      <a:pt x="19" y="3"/>
                    </a:lnTo>
                    <a:lnTo>
                      <a:pt x="22" y="3"/>
                    </a:lnTo>
                    <a:lnTo>
                      <a:pt x="26" y="3"/>
                    </a:lnTo>
                  </a:path>
                </a:pathLst>
              </a:custGeom>
              <a:noFill/>
              <a:ln w="12700" cap="rnd" cmpd="sng">
                <a:solidFill>
                  <a:srgbClr val="603000"/>
                </a:solidFill>
                <a:prstDash val="solid"/>
                <a:round/>
                <a:headEnd type="none" w="med" len="med"/>
                <a:tailEnd type="none" w="med" len="med"/>
              </a:ln>
            </p:spPr>
            <p:txBody>
              <a:bodyPr/>
              <a:lstStyle/>
              <a:p>
                <a:endParaRPr lang="zh-CN" altLang="en-US"/>
              </a:p>
            </p:txBody>
          </p:sp>
          <p:sp>
            <p:nvSpPr>
              <p:cNvPr id="31121" name="Freeform 405"/>
              <p:cNvSpPr/>
              <p:nvPr/>
            </p:nvSpPr>
            <p:spPr>
              <a:xfrm>
                <a:off x="2339" y="2456"/>
                <a:ext cx="17" cy="17"/>
              </a:xfrm>
              <a:custGeom>
                <a:avLst/>
                <a:gdLst/>
                <a:ahLst/>
                <a:cxnLst>
                  <a:cxn ang="0">
                    <a:pos x="16" y="16"/>
                  </a:cxn>
                  <a:cxn ang="0">
                    <a:pos x="16" y="8"/>
                  </a:cxn>
                  <a:cxn ang="0">
                    <a:pos x="7" y="0"/>
                  </a:cxn>
                  <a:cxn ang="0">
                    <a:pos x="2" y="0"/>
                  </a:cxn>
                  <a:cxn ang="0">
                    <a:pos x="2" y="8"/>
                  </a:cxn>
                  <a:cxn ang="0">
                    <a:pos x="0" y="8"/>
                  </a:cxn>
                  <a:cxn ang="0">
                    <a:pos x="2" y="16"/>
                  </a:cxn>
                  <a:cxn ang="0">
                    <a:pos x="7" y="16"/>
                  </a:cxn>
                  <a:cxn ang="0">
                    <a:pos x="12" y="16"/>
                  </a:cxn>
                  <a:cxn ang="0">
                    <a:pos x="16" y="16"/>
                  </a:cxn>
                </a:cxnLst>
                <a:rect l="0" t="0" r="0" b="0"/>
                <a:pathLst>
                  <a:path w="17" h="17">
                    <a:moveTo>
                      <a:pt x="16" y="16"/>
                    </a:moveTo>
                    <a:lnTo>
                      <a:pt x="16" y="8"/>
                    </a:lnTo>
                    <a:lnTo>
                      <a:pt x="7" y="0"/>
                    </a:lnTo>
                    <a:lnTo>
                      <a:pt x="2" y="0"/>
                    </a:lnTo>
                    <a:lnTo>
                      <a:pt x="2" y="8"/>
                    </a:lnTo>
                    <a:lnTo>
                      <a:pt x="0" y="8"/>
                    </a:lnTo>
                    <a:lnTo>
                      <a:pt x="2" y="16"/>
                    </a:lnTo>
                    <a:lnTo>
                      <a:pt x="7" y="16"/>
                    </a:lnTo>
                    <a:lnTo>
                      <a:pt x="12" y="16"/>
                    </a:lnTo>
                    <a:lnTo>
                      <a:pt x="16" y="16"/>
                    </a:lnTo>
                  </a:path>
                </a:pathLst>
              </a:custGeom>
              <a:solidFill>
                <a:srgbClr val="584009"/>
              </a:solidFill>
              <a:ln w="12700">
                <a:noFill/>
              </a:ln>
            </p:spPr>
            <p:txBody>
              <a:bodyPr/>
              <a:lstStyle/>
              <a:p>
                <a:endParaRPr lang="zh-CN" altLang="en-US"/>
              </a:p>
            </p:txBody>
          </p:sp>
          <p:sp>
            <p:nvSpPr>
              <p:cNvPr id="31122" name="Freeform 406"/>
              <p:cNvSpPr/>
              <p:nvPr/>
            </p:nvSpPr>
            <p:spPr>
              <a:xfrm>
                <a:off x="2325" y="2454"/>
                <a:ext cx="17" cy="17"/>
              </a:xfrm>
              <a:custGeom>
                <a:avLst/>
                <a:gdLst/>
                <a:ahLst/>
                <a:cxnLst>
                  <a:cxn ang="0">
                    <a:pos x="16" y="16"/>
                  </a:cxn>
                  <a:cxn ang="0">
                    <a:pos x="12" y="0"/>
                  </a:cxn>
                  <a:cxn ang="0">
                    <a:pos x="7" y="0"/>
                  </a:cxn>
                  <a:cxn ang="0">
                    <a:pos x="2" y="0"/>
                  </a:cxn>
                  <a:cxn ang="0">
                    <a:pos x="0" y="0"/>
                  </a:cxn>
                  <a:cxn ang="0">
                    <a:pos x="0" y="16"/>
                  </a:cxn>
                  <a:cxn ang="0">
                    <a:pos x="2" y="16"/>
                  </a:cxn>
                  <a:cxn ang="0">
                    <a:pos x="7" y="16"/>
                  </a:cxn>
                  <a:cxn ang="0">
                    <a:pos x="12" y="16"/>
                  </a:cxn>
                  <a:cxn ang="0">
                    <a:pos x="16" y="16"/>
                  </a:cxn>
                </a:cxnLst>
                <a:rect l="0" t="0" r="0" b="0"/>
                <a:pathLst>
                  <a:path w="17" h="17">
                    <a:moveTo>
                      <a:pt x="16" y="16"/>
                    </a:moveTo>
                    <a:lnTo>
                      <a:pt x="12" y="0"/>
                    </a:lnTo>
                    <a:lnTo>
                      <a:pt x="7" y="0"/>
                    </a:lnTo>
                    <a:lnTo>
                      <a:pt x="2" y="0"/>
                    </a:lnTo>
                    <a:lnTo>
                      <a:pt x="0" y="0"/>
                    </a:lnTo>
                    <a:lnTo>
                      <a:pt x="0" y="16"/>
                    </a:lnTo>
                    <a:lnTo>
                      <a:pt x="2" y="16"/>
                    </a:lnTo>
                    <a:lnTo>
                      <a:pt x="7" y="16"/>
                    </a:lnTo>
                    <a:lnTo>
                      <a:pt x="12" y="16"/>
                    </a:lnTo>
                    <a:lnTo>
                      <a:pt x="16" y="16"/>
                    </a:lnTo>
                  </a:path>
                </a:pathLst>
              </a:custGeom>
              <a:solidFill>
                <a:srgbClr val="584009"/>
              </a:solidFill>
              <a:ln w="12700">
                <a:noFill/>
              </a:ln>
            </p:spPr>
            <p:txBody>
              <a:bodyPr/>
              <a:lstStyle/>
              <a:p>
                <a:endParaRPr lang="zh-CN" altLang="en-US"/>
              </a:p>
            </p:txBody>
          </p:sp>
          <p:sp>
            <p:nvSpPr>
              <p:cNvPr id="31123" name="Freeform 407"/>
              <p:cNvSpPr/>
              <p:nvPr/>
            </p:nvSpPr>
            <p:spPr>
              <a:xfrm>
                <a:off x="2323" y="2448"/>
                <a:ext cx="17" cy="17"/>
              </a:xfrm>
              <a:custGeom>
                <a:avLst/>
                <a:gdLst/>
                <a:ahLst/>
                <a:cxnLst>
                  <a:cxn ang="0">
                    <a:pos x="16" y="11"/>
                  </a:cxn>
                  <a:cxn ang="0">
                    <a:pos x="14" y="16"/>
                  </a:cxn>
                  <a:cxn ang="0">
                    <a:pos x="11" y="16"/>
                  </a:cxn>
                  <a:cxn ang="0">
                    <a:pos x="8" y="11"/>
                  </a:cxn>
                  <a:cxn ang="0">
                    <a:pos x="5" y="11"/>
                  </a:cxn>
                  <a:cxn ang="0">
                    <a:pos x="0" y="16"/>
                  </a:cxn>
                  <a:cxn ang="0">
                    <a:pos x="5" y="0"/>
                  </a:cxn>
                  <a:cxn ang="0">
                    <a:pos x="8" y="0"/>
                  </a:cxn>
                  <a:cxn ang="0">
                    <a:pos x="14" y="11"/>
                  </a:cxn>
                  <a:cxn ang="0">
                    <a:pos x="14" y="0"/>
                  </a:cxn>
                  <a:cxn ang="0">
                    <a:pos x="16" y="11"/>
                  </a:cxn>
                </a:cxnLst>
                <a:rect l="0" t="0" r="0" b="0"/>
                <a:pathLst>
                  <a:path w="17" h="17">
                    <a:moveTo>
                      <a:pt x="16" y="11"/>
                    </a:moveTo>
                    <a:lnTo>
                      <a:pt x="14" y="16"/>
                    </a:lnTo>
                    <a:lnTo>
                      <a:pt x="11" y="16"/>
                    </a:lnTo>
                    <a:lnTo>
                      <a:pt x="8" y="11"/>
                    </a:lnTo>
                    <a:lnTo>
                      <a:pt x="5" y="11"/>
                    </a:lnTo>
                    <a:lnTo>
                      <a:pt x="0" y="16"/>
                    </a:lnTo>
                    <a:lnTo>
                      <a:pt x="5" y="0"/>
                    </a:lnTo>
                    <a:lnTo>
                      <a:pt x="8" y="0"/>
                    </a:lnTo>
                    <a:lnTo>
                      <a:pt x="14" y="11"/>
                    </a:lnTo>
                    <a:lnTo>
                      <a:pt x="14" y="0"/>
                    </a:lnTo>
                    <a:lnTo>
                      <a:pt x="16" y="11"/>
                    </a:lnTo>
                  </a:path>
                </a:pathLst>
              </a:custGeom>
              <a:solidFill>
                <a:srgbClr val="584009"/>
              </a:solidFill>
              <a:ln w="12700">
                <a:noFill/>
              </a:ln>
            </p:spPr>
            <p:txBody>
              <a:bodyPr/>
              <a:lstStyle/>
              <a:p>
                <a:endParaRPr lang="zh-CN" altLang="en-US"/>
              </a:p>
            </p:txBody>
          </p:sp>
          <p:sp>
            <p:nvSpPr>
              <p:cNvPr id="31124" name="Freeform 408"/>
              <p:cNvSpPr/>
              <p:nvPr/>
            </p:nvSpPr>
            <p:spPr>
              <a:xfrm>
                <a:off x="2338" y="2444"/>
                <a:ext cx="17" cy="17"/>
              </a:xfrm>
              <a:custGeom>
                <a:avLst/>
                <a:gdLst/>
                <a:ahLst/>
                <a:cxnLst>
                  <a:cxn ang="0">
                    <a:pos x="0" y="0"/>
                  </a:cxn>
                  <a:cxn ang="0">
                    <a:pos x="0" y="16"/>
                  </a:cxn>
                  <a:cxn ang="0">
                    <a:pos x="5" y="16"/>
                  </a:cxn>
                  <a:cxn ang="0">
                    <a:pos x="11" y="16"/>
                  </a:cxn>
                  <a:cxn ang="0">
                    <a:pos x="13" y="16"/>
                  </a:cxn>
                  <a:cxn ang="0">
                    <a:pos x="16" y="16"/>
                  </a:cxn>
                  <a:cxn ang="0">
                    <a:pos x="11" y="0"/>
                  </a:cxn>
                  <a:cxn ang="0">
                    <a:pos x="8" y="0"/>
                  </a:cxn>
                  <a:cxn ang="0">
                    <a:pos x="2" y="0"/>
                  </a:cxn>
                  <a:cxn ang="0">
                    <a:pos x="0" y="0"/>
                  </a:cxn>
                </a:cxnLst>
                <a:rect l="0" t="0" r="0" b="0"/>
                <a:pathLst>
                  <a:path w="17" h="17">
                    <a:moveTo>
                      <a:pt x="0" y="0"/>
                    </a:moveTo>
                    <a:lnTo>
                      <a:pt x="0" y="16"/>
                    </a:lnTo>
                    <a:lnTo>
                      <a:pt x="5" y="16"/>
                    </a:lnTo>
                    <a:lnTo>
                      <a:pt x="11" y="16"/>
                    </a:lnTo>
                    <a:lnTo>
                      <a:pt x="13" y="16"/>
                    </a:lnTo>
                    <a:lnTo>
                      <a:pt x="16" y="16"/>
                    </a:lnTo>
                    <a:lnTo>
                      <a:pt x="11" y="0"/>
                    </a:lnTo>
                    <a:lnTo>
                      <a:pt x="8" y="0"/>
                    </a:lnTo>
                    <a:lnTo>
                      <a:pt x="2" y="0"/>
                    </a:lnTo>
                    <a:lnTo>
                      <a:pt x="0" y="0"/>
                    </a:lnTo>
                  </a:path>
                </a:pathLst>
              </a:custGeom>
              <a:solidFill>
                <a:srgbClr val="584009"/>
              </a:solidFill>
              <a:ln w="12700">
                <a:noFill/>
              </a:ln>
            </p:spPr>
            <p:txBody>
              <a:bodyPr/>
              <a:lstStyle/>
              <a:p>
                <a:endParaRPr lang="zh-CN" altLang="en-US"/>
              </a:p>
            </p:txBody>
          </p:sp>
          <p:sp>
            <p:nvSpPr>
              <p:cNvPr id="31125" name="Freeform 409"/>
              <p:cNvSpPr/>
              <p:nvPr/>
            </p:nvSpPr>
            <p:spPr>
              <a:xfrm>
                <a:off x="2325" y="2456"/>
                <a:ext cx="17" cy="17"/>
              </a:xfrm>
              <a:custGeom>
                <a:avLst/>
                <a:gdLst/>
                <a:ahLst/>
                <a:cxnLst>
                  <a:cxn ang="0">
                    <a:pos x="16" y="11"/>
                  </a:cxn>
                  <a:cxn ang="0">
                    <a:pos x="16" y="16"/>
                  </a:cxn>
                  <a:cxn ang="0">
                    <a:pos x="16" y="11"/>
                  </a:cxn>
                  <a:cxn ang="0">
                    <a:pos x="12" y="5"/>
                  </a:cxn>
                  <a:cxn ang="0">
                    <a:pos x="7" y="0"/>
                  </a:cxn>
                  <a:cxn ang="0">
                    <a:pos x="0" y="5"/>
                  </a:cxn>
                  <a:cxn ang="0">
                    <a:pos x="0" y="0"/>
                  </a:cxn>
                  <a:cxn ang="0">
                    <a:pos x="2" y="0"/>
                  </a:cxn>
                  <a:cxn ang="0">
                    <a:pos x="7" y="0"/>
                  </a:cxn>
                  <a:cxn ang="0">
                    <a:pos x="12" y="0"/>
                  </a:cxn>
                  <a:cxn ang="0">
                    <a:pos x="16" y="0"/>
                  </a:cxn>
                  <a:cxn ang="0">
                    <a:pos x="16" y="5"/>
                  </a:cxn>
                  <a:cxn ang="0">
                    <a:pos x="16" y="11"/>
                  </a:cxn>
                </a:cxnLst>
                <a:rect l="0" t="0" r="0" b="0"/>
                <a:pathLst>
                  <a:path w="17" h="17">
                    <a:moveTo>
                      <a:pt x="16" y="11"/>
                    </a:moveTo>
                    <a:lnTo>
                      <a:pt x="16" y="16"/>
                    </a:lnTo>
                    <a:lnTo>
                      <a:pt x="16" y="11"/>
                    </a:lnTo>
                    <a:lnTo>
                      <a:pt x="12" y="5"/>
                    </a:lnTo>
                    <a:lnTo>
                      <a:pt x="7" y="0"/>
                    </a:lnTo>
                    <a:lnTo>
                      <a:pt x="0" y="5"/>
                    </a:lnTo>
                    <a:lnTo>
                      <a:pt x="0" y="0"/>
                    </a:lnTo>
                    <a:lnTo>
                      <a:pt x="2" y="0"/>
                    </a:lnTo>
                    <a:lnTo>
                      <a:pt x="7" y="0"/>
                    </a:lnTo>
                    <a:lnTo>
                      <a:pt x="12" y="0"/>
                    </a:lnTo>
                    <a:lnTo>
                      <a:pt x="16" y="0"/>
                    </a:lnTo>
                    <a:lnTo>
                      <a:pt x="16" y="5"/>
                    </a:lnTo>
                    <a:lnTo>
                      <a:pt x="16" y="11"/>
                    </a:lnTo>
                  </a:path>
                </a:pathLst>
              </a:custGeom>
              <a:solidFill>
                <a:srgbClr val="584009"/>
              </a:solidFill>
              <a:ln w="12700">
                <a:noFill/>
              </a:ln>
            </p:spPr>
            <p:txBody>
              <a:bodyPr/>
              <a:lstStyle/>
              <a:p>
                <a:endParaRPr lang="zh-CN" altLang="en-US"/>
              </a:p>
            </p:txBody>
          </p:sp>
          <p:sp>
            <p:nvSpPr>
              <p:cNvPr id="31126" name="Freeform 410"/>
              <p:cNvSpPr/>
              <p:nvPr/>
            </p:nvSpPr>
            <p:spPr>
              <a:xfrm>
                <a:off x="2338" y="2456"/>
                <a:ext cx="17" cy="17"/>
              </a:xfrm>
              <a:custGeom>
                <a:avLst/>
                <a:gdLst/>
                <a:ahLst/>
                <a:cxnLst>
                  <a:cxn ang="0">
                    <a:pos x="0" y="0"/>
                  </a:cxn>
                  <a:cxn ang="0">
                    <a:pos x="0" y="8"/>
                  </a:cxn>
                  <a:cxn ang="0">
                    <a:pos x="2" y="8"/>
                  </a:cxn>
                  <a:cxn ang="0">
                    <a:pos x="6" y="0"/>
                  </a:cxn>
                  <a:cxn ang="0">
                    <a:pos x="10" y="0"/>
                  </a:cxn>
                  <a:cxn ang="0">
                    <a:pos x="14" y="8"/>
                  </a:cxn>
                  <a:cxn ang="0">
                    <a:pos x="16" y="16"/>
                  </a:cxn>
                  <a:cxn ang="0">
                    <a:pos x="16" y="8"/>
                  </a:cxn>
                  <a:cxn ang="0">
                    <a:pos x="14" y="0"/>
                  </a:cxn>
                  <a:cxn ang="0">
                    <a:pos x="10" y="0"/>
                  </a:cxn>
                  <a:cxn ang="0">
                    <a:pos x="2" y="0"/>
                  </a:cxn>
                  <a:cxn ang="0">
                    <a:pos x="0" y="0"/>
                  </a:cxn>
                </a:cxnLst>
                <a:rect l="0" t="0" r="0" b="0"/>
                <a:pathLst>
                  <a:path w="17" h="17">
                    <a:moveTo>
                      <a:pt x="0" y="0"/>
                    </a:moveTo>
                    <a:lnTo>
                      <a:pt x="0" y="8"/>
                    </a:lnTo>
                    <a:lnTo>
                      <a:pt x="2" y="8"/>
                    </a:lnTo>
                    <a:lnTo>
                      <a:pt x="6" y="0"/>
                    </a:lnTo>
                    <a:lnTo>
                      <a:pt x="10" y="0"/>
                    </a:lnTo>
                    <a:lnTo>
                      <a:pt x="14" y="8"/>
                    </a:lnTo>
                    <a:lnTo>
                      <a:pt x="16" y="16"/>
                    </a:lnTo>
                    <a:lnTo>
                      <a:pt x="16" y="8"/>
                    </a:lnTo>
                    <a:lnTo>
                      <a:pt x="14" y="0"/>
                    </a:lnTo>
                    <a:lnTo>
                      <a:pt x="10" y="0"/>
                    </a:lnTo>
                    <a:lnTo>
                      <a:pt x="2" y="0"/>
                    </a:lnTo>
                    <a:lnTo>
                      <a:pt x="0" y="0"/>
                    </a:lnTo>
                  </a:path>
                </a:pathLst>
              </a:custGeom>
              <a:solidFill>
                <a:srgbClr val="584009"/>
              </a:solidFill>
              <a:ln w="12700">
                <a:noFill/>
              </a:ln>
            </p:spPr>
            <p:txBody>
              <a:bodyPr/>
              <a:lstStyle/>
              <a:p>
                <a:endParaRPr lang="zh-CN" altLang="en-US"/>
              </a:p>
            </p:txBody>
          </p:sp>
          <p:sp>
            <p:nvSpPr>
              <p:cNvPr id="31127" name="Freeform 411"/>
              <p:cNvSpPr/>
              <p:nvPr/>
            </p:nvSpPr>
            <p:spPr>
              <a:xfrm>
                <a:off x="2330" y="2465"/>
                <a:ext cx="17" cy="17"/>
              </a:xfrm>
              <a:custGeom>
                <a:avLst/>
                <a:gdLst/>
                <a:ahLst/>
                <a:cxnLst>
                  <a:cxn ang="0">
                    <a:pos x="8" y="3"/>
                  </a:cxn>
                  <a:cxn ang="0">
                    <a:pos x="8" y="9"/>
                  </a:cxn>
                  <a:cxn ang="0">
                    <a:pos x="8" y="11"/>
                  </a:cxn>
                  <a:cxn ang="0">
                    <a:pos x="11" y="13"/>
                  </a:cxn>
                  <a:cxn ang="0">
                    <a:pos x="8" y="14"/>
                  </a:cxn>
                  <a:cxn ang="0">
                    <a:pos x="5" y="14"/>
                  </a:cxn>
                  <a:cxn ang="0">
                    <a:pos x="2" y="14"/>
                  </a:cxn>
                  <a:cxn ang="0">
                    <a:pos x="0" y="13"/>
                  </a:cxn>
                  <a:cxn ang="0">
                    <a:pos x="0" y="14"/>
                  </a:cxn>
                  <a:cxn ang="0">
                    <a:pos x="2" y="14"/>
                  </a:cxn>
                  <a:cxn ang="0">
                    <a:pos x="2" y="16"/>
                  </a:cxn>
                  <a:cxn ang="0">
                    <a:pos x="5" y="16"/>
                  </a:cxn>
                  <a:cxn ang="0">
                    <a:pos x="8" y="16"/>
                  </a:cxn>
                  <a:cxn ang="0">
                    <a:pos x="11" y="14"/>
                  </a:cxn>
                  <a:cxn ang="0">
                    <a:pos x="14" y="14"/>
                  </a:cxn>
                  <a:cxn ang="0">
                    <a:pos x="14" y="13"/>
                  </a:cxn>
                  <a:cxn ang="0">
                    <a:pos x="11" y="11"/>
                  </a:cxn>
                  <a:cxn ang="0">
                    <a:pos x="11" y="9"/>
                  </a:cxn>
                  <a:cxn ang="0">
                    <a:pos x="11" y="6"/>
                  </a:cxn>
                  <a:cxn ang="0">
                    <a:pos x="11" y="3"/>
                  </a:cxn>
                  <a:cxn ang="0">
                    <a:pos x="14" y="1"/>
                  </a:cxn>
                  <a:cxn ang="0">
                    <a:pos x="16" y="0"/>
                  </a:cxn>
                  <a:cxn ang="0">
                    <a:pos x="14" y="0"/>
                  </a:cxn>
                  <a:cxn ang="0">
                    <a:pos x="11" y="1"/>
                  </a:cxn>
                  <a:cxn ang="0">
                    <a:pos x="8" y="3"/>
                  </a:cxn>
                </a:cxnLst>
                <a:rect l="0" t="0" r="0" b="0"/>
                <a:pathLst>
                  <a:path w="17" h="17">
                    <a:moveTo>
                      <a:pt x="8" y="3"/>
                    </a:moveTo>
                    <a:lnTo>
                      <a:pt x="8" y="9"/>
                    </a:lnTo>
                    <a:lnTo>
                      <a:pt x="8" y="11"/>
                    </a:lnTo>
                    <a:lnTo>
                      <a:pt x="11" y="13"/>
                    </a:lnTo>
                    <a:lnTo>
                      <a:pt x="8" y="14"/>
                    </a:lnTo>
                    <a:lnTo>
                      <a:pt x="5" y="14"/>
                    </a:lnTo>
                    <a:lnTo>
                      <a:pt x="2" y="14"/>
                    </a:lnTo>
                    <a:lnTo>
                      <a:pt x="0" y="13"/>
                    </a:lnTo>
                    <a:lnTo>
                      <a:pt x="0" y="14"/>
                    </a:lnTo>
                    <a:lnTo>
                      <a:pt x="2" y="14"/>
                    </a:lnTo>
                    <a:lnTo>
                      <a:pt x="2" y="16"/>
                    </a:lnTo>
                    <a:lnTo>
                      <a:pt x="5" y="16"/>
                    </a:lnTo>
                    <a:lnTo>
                      <a:pt x="8" y="16"/>
                    </a:lnTo>
                    <a:lnTo>
                      <a:pt x="11" y="14"/>
                    </a:lnTo>
                    <a:lnTo>
                      <a:pt x="14" y="14"/>
                    </a:lnTo>
                    <a:lnTo>
                      <a:pt x="14" y="13"/>
                    </a:lnTo>
                    <a:lnTo>
                      <a:pt x="11" y="11"/>
                    </a:lnTo>
                    <a:lnTo>
                      <a:pt x="11" y="9"/>
                    </a:lnTo>
                    <a:lnTo>
                      <a:pt x="11" y="6"/>
                    </a:lnTo>
                    <a:lnTo>
                      <a:pt x="11" y="3"/>
                    </a:lnTo>
                    <a:lnTo>
                      <a:pt x="14" y="1"/>
                    </a:lnTo>
                    <a:lnTo>
                      <a:pt x="16" y="0"/>
                    </a:lnTo>
                    <a:lnTo>
                      <a:pt x="14" y="0"/>
                    </a:lnTo>
                    <a:lnTo>
                      <a:pt x="11" y="1"/>
                    </a:lnTo>
                    <a:lnTo>
                      <a:pt x="8" y="3"/>
                    </a:lnTo>
                  </a:path>
                </a:pathLst>
              </a:custGeom>
              <a:solidFill>
                <a:srgbClr val="584009"/>
              </a:solidFill>
              <a:ln w="12700">
                <a:noFill/>
              </a:ln>
            </p:spPr>
            <p:txBody>
              <a:bodyPr/>
              <a:lstStyle/>
              <a:p>
                <a:endParaRPr lang="zh-CN" altLang="en-US"/>
              </a:p>
            </p:txBody>
          </p:sp>
          <p:sp>
            <p:nvSpPr>
              <p:cNvPr id="31128" name="Freeform 412"/>
              <p:cNvSpPr/>
              <p:nvPr/>
            </p:nvSpPr>
            <p:spPr>
              <a:xfrm>
                <a:off x="2325" y="2470"/>
                <a:ext cx="17" cy="17"/>
              </a:xfrm>
              <a:custGeom>
                <a:avLst/>
                <a:gdLst/>
                <a:ahLst/>
                <a:cxnLst>
                  <a:cxn ang="0">
                    <a:pos x="7" y="0"/>
                  </a:cxn>
                  <a:cxn ang="0">
                    <a:pos x="9" y="0"/>
                  </a:cxn>
                  <a:cxn ang="0">
                    <a:pos x="11" y="0"/>
                  </a:cxn>
                  <a:cxn ang="0">
                    <a:pos x="13" y="16"/>
                  </a:cxn>
                  <a:cxn ang="0">
                    <a:pos x="15" y="16"/>
                  </a:cxn>
                  <a:cxn ang="0">
                    <a:pos x="16" y="16"/>
                  </a:cxn>
                  <a:cxn ang="0">
                    <a:pos x="15" y="16"/>
                  </a:cxn>
                  <a:cxn ang="0">
                    <a:pos x="13" y="16"/>
                  </a:cxn>
                  <a:cxn ang="0">
                    <a:pos x="9" y="16"/>
                  </a:cxn>
                  <a:cxn ang="0">
                    <a:pos x="7" y="16"/>
                  </a:cxn>
                  <a:cxn ang="0">
                    <a:pos x="6" y="0"/>
                  </a:cxn>
                  <a:cxn ang="0">
                    <a:pos x="4" y="16"/>
                  </a:cxn>
                  <a:cxn ang="0">
                    <a:pos x="2" y="16"/>
                  </a:cxn>
                  <a:cxn ang="0">
                    <a:pos x="0" y="0"/>
                  </a:cxn>
                  <a:cxn ang="0">
                    <a:pos x="2" y="0"/>
                  </a:cxn>
                  <a:cxn ang="0">
                    <a:pos x="4" y="0"/>
                  </a:cxn>
                  <a:cxn ang="0">
                    <a:pos x="7" y="0"/>
                  </a:cxn>
                </a:cxnLst>
                <a:rect l="0" t="0" r="0" b="0"/>
                <a:pathLst>
                  <a:path w="17" h="17">
                    <a:moveTo>
                      <a:pt x="7" y="0"/>
                    </a:moveTo>
                    <a:lnTo>
                      <a:pt x="9" y="0"/>
                    </a:lnTo>
                    <a:lnTo>
                      <a:pt x="11" y="0"/>
                    </a:lnTo>
                    <a:lnTo>
                      <a:pt x="13" y="16"/>
                    </a:lnTo>
                    <a:lnTo>
                      <a:pt x="15" y="16"/>
                    </a:lnTo>
                    <a:lnTo>
                      <a:pt x="16" y="16"/>
                    </a:lnTo>
                    <a:lnTo>
                      <a:pt x="15" y="16"/>
                    </a:lnTo>
                    <a:lnTo>
                      <a:pt x="13" y="16"/>
                    </a:lnTo>
                    <a:lnTo>
                      <a:pt x="9" y="16"/>
                    </a:lnTo>
                    <a:lnTo>
                      <a:pt x="7" y="16"/>
                    </a:lnTo>
                    <a:lnTo>
                      <a:pt x="6" y="0"/>
                    </a:lnTo>
                    <a:lnTo>
                      <a:pt x="4" y="16"/>
                    </a:lnTo>
                    <a:lnTo>
                      <a:pt x="2" y="16"/>
                    </a:lnTo>
                    <a:lnTo>
                      <a:pt x="0" y="0"/>
                    </a:lnTo>
                    <a:lnTo>
                      <a:pt x="2" y="0"/>
                    </a:lnTo>
                    <a:lnTo>
                      <a:pt x="4" y="0"/>
                    </a:lnTo>
                    <a:lnTo>
                      <a:pt x="7" y="0"/>
                    </a:lnTo>
                  </a:path>
                </a:pathLst>
              </a:custGeom>
              <a:solidFill>
                <a:srgbClr val="584009"/>
              </a:solidFill>
              <a:ln w="12700">
                <a:noFill/>
              </a:ln>
            </p:spPr>
            <p:txBody>
              <a:bodyPr/>
              <a:lstStyle/>
              <a:p>
                <a:endParaRPr lang="zh-CN" altLang="en-US"/>
              </a:p>
            </p:txBody>
          </p:sp>
          <p:sp>
            <p:nvSpPr>
              <p:cNvPr id="31129" name="Freeform 413"/>
              <p:cNvSpPr/>
              <p:nvPr/>
            </p:nvSpPr>
            <p:spPr>
              <a:xfrm>
                <a:off x="2330" y="2473"/>
                <a:ext cx="17" cy="17"/>
              </a:xfrm>
              <a:custGeom>
                <a:avLst/>
                <a:gdLst/>
                <a:ahLst/>
                <a:cxnLst>
                  <a:cxn ang="0">
                    <a:pos x="9" y="0"/>
                  </a:cxn>
                  <a:cxn ang="0">
                    <a:pos x="5" y="0"/>
                  </a:cxn>
                  <a:cxn ang="0">
                    <a:pos x="0" y="0"/>
                  </a:cxn>
                  <a:cxn ang="0">
                    <a:pos x="3" y="16"/>
                  </a:cxn>
                  <a:cxn ang="0">
                    <a:pos x="5" y="16"/>
                  </a:cxn>
                  <a:cxn ang="0">
                    <a:pos x="9" y="16"/>
                  </a:cxn>
                  <a:cxn ang="0">
                    <a:pos x="12" y="16"/>
                  </a:cxn>
                  <a:cxn ang="0">
                    <a:pos x="16" y="16"/>
                  </a:cxn>
                  <a:cxn ang="0">
                    <a:pos x="9" y="0"/>
                  </a:cxn>
                </a:cxnLst>
                <a:rect l="0" t="0" r="0" b="0"/>
                <a:pathLst>
                  <a:path w="17" h="17">
                    <a:moveTo>
                      <a:pt x="9" y="0"/>
                    </a:moveTo>
                    <a:lnTo>
                      <a:pt x="5" y="0"/>
                    </a:lnTo>
                    <a:lnTo>
                      <a:pt x="0" y="0"/>
                    </a:lnTo>
                    <a:lnTo>
                      <a:pt x="3" y="16"/>
                    </a:lnTo>
                    <a:lnTo>
                      <a:pt x="5" y="16"/>
                    </a:lnTo>
                    <a:lnTo>
                      <a:pt x="9" y="16"/>
                    </a:lnTo>
                    <a:lnTo>
                      <a:pt x="12" y="16"/>
                    </a:lnTo>
                    <a:lnTo>
                      <a:pt x="16" y="16"/>
                    </a:lnTo>
                    <a:lnTo>
                      <a:pt x="9" y="0"/>
                    </a:lnTo>
                  </a:path>
                </a:pathLst>
              </a:custGeom>
              <a:solidFill>
                <a:srgbClr val="584009"/>
              </a:solidFill>
              <a:ln w="12700">
                <a:noFill/>
              </a:ln>
            </p:spPr>
            <p:txBody>
              <a:bodyPr/>
              <a:lstStyle/>
              <a:p>
                <a:endParaRPr lang="zh-CN" altLang="en-US"/>
              </a:p>
            </p:txBody>
          </p:sp>
          <p:sp>
            <p:nvSpPr>
              <p:cNvPr id="31130" name="Freeform 414"/>
              <p:cNvSpPr/>
              <p:nvPr/>
            </p:nvSpPr>
            <p:spPr>
              <a:xfrm>
                <a:off x="2347" y="2464"/>
                <a:ext cx="17" cy="17"/>
              </a:xfrm>
              <a:custGeom>
                <a:avLst/>
                <a:gdLst/>
                <a:ahLst/>
                <a:cxnLst>
                  <a:cxn ang="0">
                    <a:pos x="16" y="0"/>
                  </a:cxn>
                  <a:cxn ang="0">
                    <a:pos x="16" y="8"/>
                  </a:cxn>
                  <a:cxn ang="0">
                    <a:pos x="0" y="12"/>
                  </a:cxn>
                  <a:cxn ang="0">
                    <a:pos x="8" y="16"/>
                  </a:cxn>
                  <a:cxn ang="0">
                    <a:pos x="16" y="12"/>
                  </a:cxn>
                  <a:cxn ang="0">
                    <a:pos x="16" y="8"/>
                  </a:cxn>
                  <a:cxn ang="0">
                    <a:pos x="16" y="0"/>
                  </a:cxn>
                </a:cxnLst>
                <a:rect l="0" t="0" r="0" b="0"/>
                <a:pathLst>
                  <a:path w="17" h="17">
                    <a:moveTo>
                      <a:pt x="16" y="0"/>
                    </a:moveTo>
                    <a:lnTo>
                      <a:pt x="16" y="8"/>
                    </a:lnTo>
                    <a:lnTo>
                      <a:pt x="0" y="12"/>
                    </a:lnTo>
                    <a:lnTo>
                      <a:pt x="8" y="16"/>
                    </a:lnTo>
                    <a:lnTo>
                      <a:pt x="16" y="12"/>
                    </a:lnTo>
                    <a:lnTo>
                      <a:pt x="16" y="8"/>
                    </a:lnTo>
                    <a:lnTo>
                      <a:pt x="16" y="0"/>
                    </a:lnTo>
                  </a:path>
                </a:pathLst>
              </a:custGeom>
              <a:solidFill>
                <a:srgbClr val="584009"/>
              </a:solidFill>
              <a:ln w="12700">
                <a:noFill/>
              </a:ln>
            </p:spPr>
            <p:txBody>
              <a:bodyPr/>
              <a:lstStyle/>
              <a:p>
                <a:endParaRPr lang="zh-CN" altLang="en-US"/>
              </a:p>
            </p:txBody>
          </p:sp>
          <p:sp>
            <p:nvSpPr>
              <p:cNvPr id="31131" name="Freeform 415"/>
              <p:cNvSpPr/>
              <p:nvPr/>
            </p:nvSpPr>
            <p:spPr>
              <a:xfrm>
                <a:off x="2317" y="2463"/>
                <a:ext cx="17" cy="17"/>
              </a:xfrm>
              <a:custGeom>
                <a:avLst/>
                <a:gdLst/>
                <a:ahLst/>
                <a:cxnLst>
                  <a:cxn ang="0">
                    <a:pos x="16" y="0"/>
                  </a:cxn>
                  <a:cxn ang="0">
                    <a:pos x="8" y="5"/>
                  </a:cxn>
                  <a:cxn ang="0">
                    <a:pos x="8" y="10"/>
                  </a:cxn>
                  <a:cxn ang="0">
                    <a:pos x="16" y="16"/>
                  </a:cxn>
                  <a:cxn ang="0">
                    <a:pos x="0" y="10"/>
                  </a:cxn>
                  <a:cxn ang="0">
                    <a:pos x="0" y="8"/>
                  </a:cxn>
                  <a:cxn ang="0">
                    <a:pos x="16" y="0"/>
                  </a:cxn>
                </a:cxnLst>
                <a:rect l="0" t="0" r="0" b="0"/>
                <a:pathLst>
                  <a:path w="17" h="17">
                    <a:moveTo>
                      <a:pt x="16" y="0"/>
                    </a:moveTo>
                    <a:lnTo>
                      <a:pt x="8" y="5"/>
                    </a:lnTo>
                    <a:lnTo>
                      <a:pt x="8" y="10"/>
                    </a:lnTo>
                    <a:lnTo>
                      <a:pt x="16" y="16"/>
                    </a:lnTo>
                    <a:lnTo>
                      <a:pt x="0" y="10"/>
                    </a:lnTo>
                    <a:lnTo>
                      <a:pt x="0" y="8"/>
                    </a:lnTo>
                    <a:lnTo>
                      <a:pt x="16" y="0"/>
                    </a:lnTo>
                  </a:path>
                </a:pathLst>
              </a:custGeom>
              <a:solidFill>
                <a:srgbClr val="584009"/>
              </a:solidFill>
              <a:ln w="12700">
                <a:noFill/>
              </a:ln>
            </p:spPr>
            <p:txBody>
              <a:bodyPr/>
              <a:lstStyle/>
              <a:p>
                <a:endParaRPr lang="zh-CN" altLang="en-US"/>
              </a:p>
            </p:txBody>
          </p:sp>
          <p:sp>
            <p:nvSpPr>
              <p:cNvPr id="31132" name="Freeform 416"/>
              <p:cNvSpPr/>
              <p:nvPr/>
            </p:nvSpPr>
            <p:spPr>
              <a:xfrm>
                <a:off x="2327" y="2480"/>
                <a:ext cx="23" cy="17"/>
              </a:xfrm>
              <a:custGeom>
                <a:avLst/>
                <a:gdLst/>
                <a:ahLst/>
                <a:cxnLst>
                  <a:cxn ang="0">
                    <a:pos x="20" y="2"/>
                  </a:cxn>
                  <a:cxn ang="0">
                    <a:pos x="20" y="4"/>
                  </a:cxn>
                  <a:cxn ang="0">
                    <a:pos x="18" y="7"/>
                  </a:cxn>
                  <a:cxn ang="0">
                    <a:pos x="17" y="9"/>
                  </a:cxn>
                  <a:cxn ang="0">
                    <a:pos x="15" y="13"/>
                  </a:cxn>
                  <a:cxn ang="0">
                    <a:pos x="12" y="14"/>
                  </a:cxn>
                  <a:cxn ang="0">
                    <a:pos x="9" y="14"/>
                  </a:cxn>
                  <a:cxn ang="0">
                    <a:pos x="7" y="14"/>
                  </a:cxn>
                  <a:cxn ang="0">
                    <a:pos x="4" y="14"/>
                  </a:cxn>
                  <a:cxn ang="0">
                    <a:pos x="3" y="14"/>
                  </a:cxn>
                  <a:cxn ang="0">
                    <a:pos x="1" y="13"/>
                  </a:cxn>
                  <a:cxn ang="0">
                    <a:pos x="0" y="11"/>
                  </a:cxn>
                  <a:cxn ang="0">
                    <a:pos x="0" y="13"/>
                  </a:cxn>
                  <a:cxn ang="0">
                    <a:pos x="1" y="14"/>
                  </a:cxn>
                  <a:cxn ang="0">
                    <a:pos x="4" y="16"/>
                  </a:cxn>
                  <a:cxn ang="0">
                    <a:pos x="7" y="16"/>
                  </a:cxn>
                  <a:cxn ang="0">
                    <a:pos x="12" y="14"/>
                  </a:cxn>
                  <a:cxn ang="0">
                    <a:pos x="17" y="13"/>
                  </a:cxn>
                  <a:cxn ang="0">
                    <a:pos x="18" y="11"/>
                  </a:cxn>
                  <a:cxn ang="0">
                    <a:pos x="22" y="7"/>
                  </a:cxn>
                  <a:cxn ang="0">
                    <a:pos x="22" y="5"/>
                  </a:cxn>
                  <a:cxn ang="0">
                    <a:pos x="22" y="2"/>
                  </a:cxn>
                  <a:cxn ang="0">
                    <a:pos x="22" y="0"/>
                  </a:cxn>
                  <a:cxn ang="0">
                    <a:pos x="20" y="2"/>
                  </a:cxn>
                </a:cxnLst>
                <a:rect l="0" t="0" r="0" b="0"/>
                <a:pathLst>
                  <a:path w="23" h="17">
                    <a:moveTo>
                      <a:pt x="20" y="2"/>
                    </a:moveTo>
                    <a:lnTo>
                      <a:pt x="20" y="4"/>
                    </a:lnTo>
                    <a:lnTo>
                      <a:pt x="18" y="7"/>
                    </a:lnTo>
                    <a:lnTo>
                      <a:pt x="17" y="9"/>
                    </a:lnTo>
                    <a:lnTo>
                      <a:pt x="15" y="13"/>
                    </a:lnTo>
                    <a:lnTo>
                      <a:pt x="12" y="14"/>
                    </a:lnTo>
                    <a:lnTo>
                      <a:pt x="9" y="14"/>
                    </a:lnTo>
                    <a:lnTo>
                      <a:pt x="7" y="14"/>
                    </a:lnTo>
                    <a:lnTo>
                      <a:pt x="4" y="14"/>
                    </a:lnTo>
                    <a:lnTo>
                      <a:pt x="3" y="14"/>
                    </a:lnTo>
                    <a:lnTo>
                      <a:pt x="1" y="13"/>
                    </a:lnTo>
                    <a:lnTo>
                      <a:pt x="0" y="11"/>
                    </a:lnTo>
                    <a:lnTo>
                      <a:pt x="0" y="13"/>
                    </a:lnTo>
                    <a:lnTo>
                      <a:pt x="1" y="14"/>
                    </a:lnTo>
                    <a:lnTo>
                      <a:pt x="4" y="16"/>
                    </a:lnTo>
                    <a:lnTo>
                      <a:pt x="7" y="16"/>
                    </a:lnTo>
                    <a:lnTo>
                      <a:pt x="12" y="14"/>
                    </a:lnTo>
                    <a:lnTo>
                      <a:pt x="17" y="13"/>
                    </a:lnTo>
                    <a:lnTo>
                      <a:pt x="18" y="11"/>
                    </a:lnTo>
                    <a:lnTo>
                      <a:pt x="22" y="7"/>
                    </a:lnTo>
                    <a:lnTo>
                      <a:pt x="22" y="5"/>
                    </a:lnTo>
                    <a:lnTo>
                      <a:pt x="22" y="2"/>
                    </a:lnTo>
                    <a:lnTo>
                      <a:pt x="22" y="0"/>
                    </a:lnTo>
                    <a:lnTo>
                      <a:pt x="20" y="2"/>
                    </a:lnTo>
                  </a:path>
                </a:pathLst>
              </a:custGeom>
              <a:solidFill>
                <a:srgbClr val="584009"/>
              </a:solidFill>
              <a:ln w="12700">
                <a:noFill/>
              </a:ln>
            </p:spPr>
            <p:txBody>
              <a:bodyPr/>
              <a:lstStyle/>
              <a:p>
                <a:endParaRPr lang="zh-CN" altLang="en-US"/>
              </a:p>
            </p:txBody>
          </p:sp>
          <p:sp>
            <p:nvSpPr>
              <p:cNvPr id="31133" name="Freeform 417"/>
              <p:cNvSpPr/>
              <p:nvPr/>
            </p:nvSpPr>
            <p:spPr>
              <a:xfrm>
                <a:off x="2327" y="2462"/>
                <a:ext cx="17" cy="17"/>
              </a:xfrm>
              <a:custGeom>
                <a:avLst/>
                <a:gdLst/>
                <a:ahLst/>
                <a:cxnLst>
                  <a:cxn ang="0">
                    <a:pos x="16" y="0"/>
                  </a:cxn>
                  <a:cxn ang="0">
                    <a:pos x="0" y="0"/>
                  </a:cxn>
                  <a:cxn ang="0">
                    <a:pos x="8" y="16"/>
                  </a:cxn>
                  <a:cxn ang="0">
                    <a:pos x="16" y="0"/>
                  </a:cxn>
                </a:cxnLst>
                <a:rect l="0" t="0" r="0" b="0"/>
                <a:pathLst>
                  <a:path w="17" h="17">
                    <a:moveTo>
                      <a:pt x="16" y="0"/>
                    </a:moveTo>
                    <a:lnTo>
                      <a:pt x="0" y="0"/>
                    </a:lnTo>
                    <a:lnTo>
                      <a:pt x="8" y="16"/>
                    </a:lnTo>
                    <a:lnTo>
                      <a:pt x="16" y="0"/>
                    </a:lnTo>
                  </a:path>
                </a:pathLst>
              </a:custGeom>
              <a:solidFill>
                <a:srgbClr val="584009"/>
              </a:solidFill>
              <a:ln w="12700">
                <a:noFill/>
              </a:ln>
            </p:spPr>
            <p:txBody>
              <a:bodyPr/>
              <a:lstStyle/>
              <a:p>
                <a:endParaRPr lang="zh-CN" altLang="en-US"/>
              </a:p>
            </p:txBody>
          </p:sp>
          <p:sp>
            <p:nvSpPr>
              <p:cNvPr id="31134" name="Freeform 418"/>
              <p:cNvSpPr/>
              <p:nvPr/>
            </p:nvSpPr>
            <p:spPr>
              <a:xfrm>
                <a:off x="2341" y="2454"/>
                <a:ext cx="17" cy="17"/>
              </a:xfrm>
              <a:custGeom>
                <a:avLst/>
                <a:gdLst/>
                <a:ahLst/>
                <a:cxnLst>
                  <a:cxn ang="0">
                    <a:pos x="0" y="0"/>
                  </a:cxn>
                  <a:cxn ang="0">
                    <a:pos x="16" y="11"/>
                  </a:cxn>
                  <a:cxn ang="0">
                    <a:pos x="0" y="16"/>
                  </a:cxn>
                  <a:cxn ang="0">
                    <a:pos x="0" y="0"/>
                  </a:cxn>
                </a:cxnLst>
                <a:rect l="0" t="0" r="0" b="0"/>
                <a:pathLst>
                  <a:path w="17" h="17">
                    <a:moveTo>
                      <a:pt x="0" y="0"/>
                    </a:moveTo>
                    <a:lnTo>
                      <a:pt x="16" y="11"/>
                    </a:lnTo>
                    <a:lnTo>
                      <a:pt x="0" y="16"/>
                    </a:lnTo>
                    <a:lnTo>
                      <a:pt x="0" y="0"/>
                    </a:lnTo>
                  </a:path>
                </a:pathLst>
              </a:custGeom>
              <a:solidFill>
                <a:srgbClr val="191919"/>
              </a:solidFill>
              <a:ln w="12700">
                <a:noFill/>
              </a:ln>
            </p:spPr>
            <p:txBody>
              <a:bodyPr/>
              <a:lstStyle/>
              <a:p>
                <a:endParaRPr lang="zh-CN" altLang="en-US"/>
              </a:p>
            </p:txBody>
          </p:sp>
          <p:sp>
            <p:nvSpPr>
              <p:cNvPr id="31135" name="Freeform 419"/>
              <p:cNvSpPr/>
              <p:nvPr/>
            </p:nvSpPr>
            <p:spPr>
              <a:xfrm>
                <a:off x="2346" y="2454"/>
                <a:ext cx="17" cy="17"/>
              </a:xfrm>
              <a:custGeom>
                <a:avLst/>
                <a:gdLst/>
                <a:ahLst/>
                <a:cxnLst>
                  <a:cxn ang="0">
                    <a:pos x="16" y="0"/>
                  </a:cxn>
                  <a:cxn ang="0">
                    <a:pos x="0" y="0"/>
                  </a:cxn>
                  <a:cxn ang="0">
                    <a:pos x="16" y="16"/>
                  </a:cxn>
                  <a:cxn ang="0">
                    <a:pos x="16" y="0"/>
                  </a:cxn>
                </a:cxnLst>
                <a:rect l="0" t="0" r="0" b="0"/>
                <a:pathLst>
                  <a:path w="17" h="17">
                    <a:moveTo>
                      <a:pt x="16" y="0"/>
                    </a:moveTo>
                    <a:lnTo>
                      <a:pt x="0" y="0"/>
                    </a:lnTo>
                    <a:lnTo>
                      <a:pt x="16" y="16"/>
                    </a:lnTo>
                    <a:lnTo>
                      <a:pt x="16" y="0"/>
                    </a:lnTo>
                  </a:path>
                </a:pathLst>
              </a:custGeom>
              <a:solidFill>
                <a:srgbClr val="191919"/>
              </a:solidFill>
              <a:ln w="12700">
                <a:noFill/>
              </a:ln>
            </p:spPr>
            <p:txBody>
              <a:bodyPr/>
              <a:lstStyle/>
              <a:p>
                <a:endParaRPr lang="zh-CN" altLang="en-US"/>
              </a:p>
            </p:txBody>
          </p:sp>
          <p:sp>
            <p:nvSpPr>
              <p:cNvPr id="31136" name="Freeform 420"/>
              <p:cNvSpPr/>
              <p:nvPr/>
            </p:nvSpPr>
            <p:spPr>
              <a:xfrm>
                <a:off x="2325" y="2456"/>
                <a:ext cx="17" cy="17"/>
              </a:xfrm>
              <a:custGeom>
                <a:avLst/>
                <a:gdLst/>
                <a:ahLst/>
                <a:cxnLst>
                  <a:cxn ang="0">
                    <a:pos x="0" y="0"/>
                  </a:cxn>
                  <a:cxn ang="0">
                    <a:pos x="16" y="8"/>
                  </a:cxn>
                  <a:cxn ang="0">
                    <a:pos x="0" y="16"/>
                  </a:cxn>
                  <a:cxn ang="0">
                    <a:pos x="0" y="0"/>
                  </a:cxn>
                </a:cxnLst>
                <a:rect l="0" t="0" r="0" b="0"/>
                <a:pathLst>
                  <a:path w="17" h="17">
                    <a:moveTo>
                      <a:pt x="0" y="0"/>
                    </a:moveTo>
                    <a:lnTo>
                      <a:pt x="16" y="8"/>
                    </a:lnTo>
                    <a:lnTo>
                      <a:pt x="0" y="16"/>
                    </a:lnTo>
                    <a:lnTo>
                      <a:pt x="0" y="0"/>
                    </a:lnTo>
                  </a:path>
                </a:pathLst>
              </a:custGeom>
              <a:solidFill>
                <a:srgbClr val="191919"/>
              </a:solidFill>
              <a:ln w="12700">
                <a:noFill/>
              </a:ln>
            </p:spPr>
            <p:txBody>
              <a:bodyPr/>
              <a:lstStyle/>
              <a:p>
                <a:endParaRPr lang="zh-CN" altLang="en-US"/>
              </a:p>
            </p:txBody>
          </p:sp>
          <p:sp>
            <p:nvSpPr>
              <p:cNvPr id="31137" name="Freeform 421"/>
              <p:cNvSpPr/>
              <p:nvPr/>
            </p:nvSpPr>
            <p:spPr>
              <a:xfrm>
                <a:off x="2331" y="2456"/>
                <a:ext cx="17" cy="17"/>
              </a:xfrm>
              <a:custGeom>
                <a:avLst/>
                <a:gdLst/>
                <a:ahLst/>
                <a:cxnLst>
                  <a:cxn ang="0">
                    <a:pos x="0" y="8"/>
                  </a:cxn>
                  <a:cxn ang="0">
                    <a:pos x="0" y="0"/>
                  </a:cxn>
                  <a:cxn ang="0">
                    <a:pos x="16" y="0"/>
                  </a:cxn>
                  <a:cxn ang="0">
                    <a:pos x="16" y="16"/>
                  </a:cxn>
                  <a:cxn ang="0">
                    <a:pos x="0" y="8"/>
                  </a:cxn>
                </a:cxnLst>
                <a:rect l="0" t="0" r="0" b="0"/>
                <a:pathLst>
                  <a:path w="17" h="17">
                    <a:moveTo>
                      <a:pt x="0" y="8"/>
                    </a:moveTo>
                    <a:lnTo>
                      <a:pt x="0" y="0"/>
                    </a:lnTo>
                    <a:lnTo>
                      <a:pt x="16" y="0"/>
                    </a:lnTo>
                    <a:lnTo>
                      <a:pt x="16" y="16"/>
                    </a:lnTo>
                    <a:lnTo>
                      <a:pt x="0" y="8"/>
                    </a:lnTo>
                  </a:path>
                </a:pathLst>
              </a:custGeom>
              <a:solidFill>
                <a:srgbClr val="191919"/>
              </a:solidFill>
              <a:ln w="12700">
                <a:noFill/>
              </a:ln>
            </p:spPr>
            <p:txBody>
              <a:bodyPr/>
              <a:lstStyle/>
              <a:p>
                <a:endParaRPr lang="zh-CN" altLang="en-US"/>
              </a:p>
            </p:txBody>
          </p:sp>
          <p:sp>
            <p:nvSpPr>
              <p:cNvPr id="31138" name="Freeform 422"/>
              <p:cNvSpPr/>
              <p:nvPr/>
            </p:nvSpPr>
            <p:spPr>
              <a:xfrm>
                <a:off x="2316" y="2442"/>
                <a:ext cx="42" cy="32"/>
              </a:xfrm>
              <a:custGeom>
                <a:avLst/>
                <a:gdLst/>
                <a:ahLst/>
                <a:cxnLst>
                  <a:cxn ang="0">
                    <a:pos x="22" y="7"/>
                  </a:cxn>
                  <a:cxn ang="0">
                    <a:pos x="24" y="6"/>
                  </a:cxn>
                  <a:cxn ang="0">
                    <a:pos x="28" y="6"/>
                  </a:cxn>
                  <a:cxn ang="0">
                    <a:pos x="32" y="8"/>
                  </a:cxn>
                  <a:cxn ang="0">
                    <a:pos x="36" y="10"/>
                  </a:cxn>
                  <a:cxn ang="0">
                    <a:pos x="36" y="14"/>
                  </a:cxn>
                  <a:cxn ang="0">
                    <a:pos x="34" y="18"/>
                  </a:cxn>
                  <a:cxn ang="0">
                    <a:pos x="34" y="24"/>
                  </a:cxn>
                  <a:cxn ang="0">
                    <a:pos x="34" y="28"/>
                  </a:cxn>
                  <a:cxn ang="0">
                    <a:pos x="36" y="28"/>
                  </a:cxn>
                  <a:cxn ang="0">
                    <a:pos x="37" y="28"/>
                  </a:cxn>
                  <a:cxn ang="0">
                    <a:pos x="37" y="31"/>
                  </a:cxn>
                  <a:cxn ang="0">
                    <a:pos x="39" y="29"/>
                  </a:cxn>
                  <a:cxn ang="0">
                    <a:pos x="41" y="24"/>
                  </a:cxn>
                  <a:cxn ang="0">
                    <a:pos x="39" y="20"/>
                  </a:cxn>
                  <a:cxn ang="0">
                    <a:pos x="39" y="15"/>
                  </a:cxn>
                  <a:cxn ang="0">
                    <a:pos x="37" y="15"/>
                  </a:cxn>
                  <a:cxn ang="0">
                    <a:pos x="39" y="14"/>
                  </a:cxn>
                  <a:cxn ang="0">
                    <a:pos x="39" y="12"/>
                  </a:cxn>
                  <a:cxn ang="0">
                    <a:pos x="37" y="8"/>
                  </a:cxn>
                  <a:cxn ang="0">
                    <a:pos x="36" y="7"/>
                  </a:cxn>
                  <a:cxn ang="0">
                    <a:pos x="34" y="7"/>
                  </a:cxn>
                  <a:cxn ang="0">
                    <a:pos x="36" y="6"/>
                  </a:cxn>
                  <a:cxn ang="0">
                    <a:pos x="34" y="4"/>
                  </a:cxn>
                  <a:cxn ang="0">
                    <a:pos x="31" y="0"/>
                  </a:cxn>
                  <a:cxn ang="0">
                    <a:pos x="28" y="0"/>
                  </a:cxn>
                  <a:cxn ang="0">
                    <a:pos x="24" y="0"/>
                  </a:cxn>
                  <a:cxn ang="0">
                    <a:pos x="24" y="2"/>
                  </a:cxn>
                  <a:cxn ang="0">
                    <a:pos x="23" y="0"/>
                  </a:cxn>
                  <a:cxn ang="0">
                    <a:pos x="20" y="0"/>
                  </a:cxn>
                  <a:cxn ang="0">
                    <a:pos x="16" y="0"/>
                  </a:cxn>
                  <a:cxn ang="0">
                    <a:pos x="15" y="0"/>
                  </a:cxn>
                  <a:cxn ang="0">
                    <a:pos x="16" y="0"/>
                  </a:cxn>
                  <a:cxn ang="0">
                    <a:pos x="14" y="0"/>
                  </a:cxn>
                  <a:cxn ang="0">
                    <a:pos x="10" y="0"/>
                  </a:cxn>
                  <a:cxn ang="0">
                    <a:pos x="8" y="2"/>
                  </a:cxn>
                  <a:cxn ang="0">
                    <a:pos x="4" y="6"/>
                  </a:cxn>
                  <a:cxn ang="0">
                    <a:pos x="2" y="7"/>
                  </a:cxn>
                  <a:cxn ang="0">
                    <a:pos x="2" y="12"/>
                  </a:cxn>
                  <a:cxn ang="0">
                    <a:pos x="2" y="8"/>
                  </a:cxn>
                  <a:cxn ang="0">
                    <a:pos x="2" y="10"/>
                  </a:cxn>
                  <a:cxn ang="0">
                    <a:pos x="0" y="14"/>
                  </a:cxn>
                  <a:cxn ang="0">
                    <a:pos x="0" y="18"/>
                  </a:cxn>
                  <a:cxn ang="0">
                    <a:pos x="0" y="23"/>
                  </a:cxn>
                  <a:cxn ang="0">
                    <a:pos x="0" y="26"/>
                  </a:cxn>
                  <a:cxn ang="0">
                    <a:pos x="0" y="28"/>
                  </a:cxn>
                  <a:cxn ang="0">
                    <a:pos x="0" y="26"/>
                  </a:cxn>
                  <a:cxn ang="0">
                    <a:pos x="2" y="24"/>
                  </a:cxn>
                  <a:cxn ang="0">
                    <a:pos x="2" y="18"/>
                  </a:cxn>
                  <a:cxn ang="0">
                    <a:pos x="4" y="14"/>
                  </a:cxn>
                  <a:cxn ang="0">
                    <a:pos x="6" y="10"/>
                  </a:cxn>
                  <a:cxn ang="0">
                    <a:pos x="8" y="7"/>
                  </a:cxn>
                  <a:cxn ang="0">
                    <a:pos x="10" y="4"/>
                  </a:cxn>
                  <a:cxn ang="0">
                    <a:pos x="14" y="4"/>
                  </a:cxn>
                  <a:cxn ang="0">
                    <a:pos x="16" y="6"/>
                  </a:cxn>
                  <a:cxn ang="0">
                    <a:pos x="22" y="7"/>
                  </a:cxn>
                </a:cxnLst>
                <a:rect l="0" t="0" r="0" b="0"/>
                <a:pathLst>
                  <a:path w="42" h="32">
                    <a:moveTo>
                      <a:pt x="22" y="7"/>
                    </a:moveTo>
                    <a:lnTo>
                      <a:pt x="24" y="6"/>
                    </a:lnTo>
                    <a:lnTo>
                      <a:pt x="28" y="6"/>
                    </a:lnTo>
                    <a:lnTo>
                      <a:pt x="32" y="8"/>
                    </a:lnTo>
                    <a:lnTo>
                      <a:pt x="36" y="10"/>
                    </a:lnTo>
                    <a:lnTo>
                      <a:pt x="36" y="14"/>
                    </a:lnTo>
                    <a:lnTo>
                      <a:pt x="34" y="18"/>
                    </a:lnTo>
                    <a:lnTo>
                      <a:pt x="34" y="24"/>
                    </a:lnTo>
                    <a:lnTo>
                      <a:pt x="34" y="28"/>
                    </a:lnTo>
                    <a:lnTo>
                      <a:pt x="36" y="28"/>
                    </a:lnTo>
                    <a:lnTo>
                      <a:pt x="37" y="28"/>
                    </a:lnTo>
                    <a:lnTo>
                      <a:pt x="37" y="31"/>
                    </a:lnTo>
                    <a:lnTo>
                      <a:pt x="39" y="29"/>
                    </a:lnTo>
                    <a:lnTo>
                      <a:pt x="41" y="24"/>
                    </a:lnTo>
                    <a:lnTo>
                      <a:pt x="39" y="20"/>
                    </a:lnTo>
                    <a:lnTo>
                      <a:pt x="39" y="15"/>
                    </a:lnTo>
                    <a:lnTo>
                      <a:pt x="37" y="15"/>
                    </a:lnTo>
                    <a:lnTo>
                      <a:pt x="39" y="14"/>
                    </a:lnTo>
                    <a:lnTo>
                      <a:pt x="39" y="12"/>
                    </a:lnTo>
                    <a:lnTo>
                      <a:pt x="37" y="8"/>
                    </a:lnTo>
                    <a:lnTo>
                      <a:pt x="36" y="7"/>
                    </a:lnTo>
                    <a:lnTo>
                      <a:pt x="34" y="7"/>
                    </a:lnTo>
                    <a:lnTo>
                      <a:pt x="36" y="6"/>
                    </a:lnTo>
                    <a:lnTo>
                      <a:pt x="34" y="4"/>
                    </a:lnTo>
                    <a:lnTo>
                      <a:pt x="31" y="0"/>
                    </a:lnTo>
                    <a:lnTo>
                      <a:pt x="28" y="0"/>
                    </a:lnTo>
                    <a:lnTo>
                      <a:pt x="24" y="0"/>
                    </a:lnTo>
                    <a:lnTo>
                      <a:pt x="24" y="2"/>
                    </a:lnTo>
                    <a:lnTo>
                      <a:pt x="23" y="0"/>
                    </a:lnTo>
                    <a:lnTo>
                      <a:pt x="20" y="0"/>
                    </a:lnTo>
                    <a:lnTo>
                      <a:pt x="16" y="0"/>
                    </a:lnTo>
                    <a:lnTo>
                      <a:pt x="15" y="0"/>
                    </a:lnTo>
                    <a:lnTo>
                      <a:pt x="16" y="0"/>
                    </a:lnTo>
                    <a:lnTo>
                      <a:pt x="14" y="0"/>
                    </a:lnTo>
                    <a:lnTo>
                      <a:pt x="10" y="0"/>
                    </a:lnTo>
                    <a:lnTo>
                      <a:pt x="8" y="2"/>
                    </a:lnTo>
                    <a:lnTo>
                      <a:pt x="4" y="6"/>
                    </a:lnTo>
                    <a:lnTo>
                      <a:pt x="2" y="7"/>
                    </a:lnTo>
                    <a:lnTo>
                      <a:pt x="2" y="12"/>
                    </a:lnTo>
                    <a:lnTo>
                      <a:pt x="2" y="8"/>
                    </a:lnTo>
                    <a:lnTo>
                      <a:pt x="2" y="10"/>
                    </a:lnTo>
                    <a:lnTo>
                      <a:pt x="0" y="14"/>
                    </a:lnTo>
                    <a:lnTo>
                      <a:pt x="0" y="18"/>
                    </a:lnTo>
                    <a:lnTo>
                      <a:pt x="0" y="23"/>
                    </a:lnTo>
                    <a:lnTo>
                      <a:pt x="0" y="26"/>
                    </a:lnTo>
                    <a:lnTo>
                      <a:pt x="0" y="28"/>
                    </a:lnTo>
                    <a:lnTo>
                      <a:pt x="0" y="26"/>
                    </a:lnTo>
                    <a:lnTo>
                      <a:pt x="2" y="24"/>
                    </a:lnTo>
                    <a:lnTo>
                      <a:pt x="2" y="18"/>
                    </a:lnTo>
                    <a:lnTo>
                      <a:pt x="4" y="14"/>
                    </a:lnTo>
                    <a:lnTo>
                      <a:pt x="6" y="10"/>
                    </a:lnTo>
                    <a:lnTo>
                      <a:pt x="8" y="7"/>
                    </a:lnTo>
                    <a:lnTo>
                      <a:pt x="10" y="4"/>
                    </a:lnTo>
                    <a:lnTo>
                      <a:pt x="14" y="4"/>
                    </a:lnTo>
                    <a:lnTo>
                      <a:pt x="16" y="6"/>
                    </a:lnTo>
                    <a:lnTo>
                      <a:pt x="22" y="7"/>
                    </a:lnTo>
                  </a:path>
                </a:pathLst>
              </a:custGeom>
              <a:solidFill>
                <a:srgbClr val="191919"/>
              </a:solidFill>
              <a:ln w="12700">
                <a:noFill/>
              </a:ln>
            </p:spPr>
            <p:txBody>
              <a:bodyPr/>
              <a:lstStyle/>
              <a:p>
                <a:endParaRPr lang="zh-CN" altLang="en-US"/>
              </a:p>
            </p:txBody>
          </p:sp>
          <p:sp>
            <p:nvSpPr>
              <p:cNvPr id="31139" name="Freeform 423"/>
              <p:cNvSpPr/>
              <p:nvPr/>
            </p:nvSpPr>
            <p:spPr>
              <a:xfrm>
                <a:off x="2090" y="2589"/>
                <a:ext cx="104" cy="216"/>
              </a:xfrm>
              <a:custGeom>
                <a:avLst/>
                <a:gdLst/>
                <a:ahLst/>
                <a:cxnLst>
                  <a:cxn ang="0">
                    <a:pos x="13" y="16"/>
                  </a:cxn>
                  <a:cxn ang="0">
                    <a:pos x="0" y="15"/>
                  </a:cxn>
                  <a:cxn ang="0">
                    <a:pos x="92" y="215"/>
                  </a:cxn>
                  <a:cxn ang="0">
                    <a:pos x="103" y="208"/>
                  </a:cxn>
                  <a:cxn ang="0">
                    <a:pos x="13" y="10"/>
                  </a:cxn>
                  <a:cxn ang="0">
                    <a:pos x="1" y="8"/>
                  </a:cxn>
                  <a:cxn ang="0">
                    <a:pos x="13" y="10"/>
                  </a:cxn>
                  <a:cxn ang="0">
                    <a:pos x="7" y="0"/>
                  </a:cxn>
                  <a:cxn ang="0">
                    <a:pos x="1" y="8"/>
                  </a:cxn>
                  <a:cxn ang="0">
                    <a:pos x="13" y="16"/>
                  </a:cxn>
                </a:cxnLst>
                <a:rect l="0" t="0" r="0" b="0"/>
                <a:pathLst>
                  <a:path w="104" h="216">
                    <a:moveTo>
                      <a:pt x="13" y="16"/>
                    </a:moveTo>
                    <a:lnTo>
                      <a:pt x="0" y="15"/>
                    </a:lnTo>
                    <a:lnTo>
                      <a:pt x="92" y="215"/>
                    </a:lnTo>
                    <a:lnTo>
                      <a:pt x="103" y="208"/>
                    </a:lnTo>
                    <a:lnTo>
                      <a:pt x="13" y="10"/>
                    </a:lnTo>
                    <a:lnTo>
                      <a:pt x="1" y="8"/>
                    </a:lnTo>
                    <a:lnTo>
                      <a:pt x="13" y="10"/>
                    </a:lnTo>
                    <a:lnTo>
                      <a:pt x="7" y="0"/>
                    </a:lnTo>
                    <a:lnTo>
                      <a:pt x="1" y="8"/>
                    </a:lnTo>
                    <a:lnTo>
                      <a:pt x="13" y="16"/>
                    </a:lnTo>
                  </a:path>
                </a:pathLst>
              </a:custGeom>
              <a:solidFill>
                <a:srgbClr val="000000"/>
              </a:solidFill>
              <a:ln w="12700">
                <a:noFill/>
              </a:ln>
            </p:spPr>
            <p:txBody>
              <a:bodyPr/>
              <a:lstStyle/>
              <a:p>
                <a:endParaRPr lang="zh-CN" altLang="en-US"/>
              </a:p>
            </p:txBody>
          </p:sp>
          <p:sp>
            <p:nvSpPr>
              <p:cNvPr id="31140" name="Freeform 424"/>
              <p:cNvSpPr/>
              <p:nvPr/>
            </p:nvSpPr>
            <p:spPr>
              <a:xfrm>
                <a:off x="1953" y="2597"/>
                <a:ext cx="151" cy="218"/>
              </a:xfrm>
              <a:custGeom>
                <a:avLst/>
                <a:gdLst/>
                <a:ahLst/>
                <a:cxnLst>
                  <a:cxn ang="0">
                    <a:pos x="4" y="213"/>
                  </a:cxn>
                  <a:cxn ang="0">
                    <a:pos x="10" y="217"/>
                  </a:cxn>
                  <a:cxn ang="0">
                    <a:pos x="150" y="7"/>
                  </a:cxn>
                  <a:cxn ang="0">
                    <a:pos x="138" y="0"/>
                  </a:cxn>
                  <a:cxn ang="0">
                    <a:pos x="0" y="209"/>
                  </a:cxn>
                  <a:cxn ang="0">
                    <a:pos x="4" y="213"/>
                  </a:cxn>
                </a:cxnLst>
                <a:rect l="0" t="0" r="0" b="0"/>
                <a:pathLst>
                  <a:path w="151" h="218">
                    <a:moveTo>
                      <a:pt x="4" y="213"/>
                    </a:moveTo>
                    <a:lnTo>
                      <a:pt x="10" y="217"/>
                    </a:lnTo>
                    <a:lnTo>
                      <a:pt x="150" y="7"/>
                    </a:lnTo>
                    <a:lnTo>
                      <a:pt x="138" y="0"/>
                    </a:lnTo>
                    <a:lnTo>
                      <a:pt x="0" y="209"/>
                    </a:lnTo>
                    <a:lnTo>
                      <a:pt x="4" y="213"/>
                    </a:lnTo>
                  </a:path>
                </a:pathLst>
              </a:custGeom>
              <a:solidFill>
                <a:srgbClr val="000000"/>
              </a:solidFill>
              <a:ln w="12700">
                <a:noFill/>
              </a:ln>
            </p:spPr>
            <p:txBody>
              <a:bodyPr/>
              <a:lstStyle/>
              <a:p>
                <a:endParaRPr lang="zh-CN" altLang="en-US"/>
              </a:p>
            </p:txBody>
          </p:sp>
          <p:sp>
            <p:nvSpPr>
              <p:cNvPr id="31141" name="Freeform 425"/>
              <p:cNvSpPr/>
              <p:nvPr/>
            </p:nvSpPr>
            <p:spPr>
              <a:xfrm>
                <a:off x="2085" y="2599"/>
                <a:ext cx="20" cy="173"/>
              </a:xfrm>
              <a:custGeom>
                <a:avLst/>
                <a:gdLst/>
                <a:ahLst/>
                <a:cxnLst>
                  <a:cxn ang="0">
                    <a:pos x="11" y="1"/>
                  </a:cxn>
                  <a:cxn ang="0">
                    <a:pos x="4" y="0"/>
                  </a:cxn>
                  <a:cxn ang="0">
                    <a:pos x="0" y="172"/>
                  </a:cxn>
                  <a:cxn ang="0">
                    <a:pos x="12" y="172"/>
                  </a:cxn>
                  <a:cxn ang="0">
                    <a:pos x="19" y="1"/>
                  </a:cxn>
                  <a:cxn ang="0">
                    <a:pos x="11" y="1"/>
                  </a:cxn>
                </a:cxnLst>
                <a:rect l="0" t="0" r="0" b="0"/>
                <a:pathLst>
                  <a:path w="20" h="173">
                    <a:moveTo>
                      <a:pt x="11" y="1"/>
                    </a:moveTo>
                    <a:lnTo>
                      <a:pt x="4" y="0"/>
                    </a:lnTo>
                    <a:lnTo>
                      <a:pt x="0" y="172"/>
                    </a:lnTo>
                    <a:lnTo>
                      <a:pt x="12" y="172"/>
                    </a:lnTo>
                    <a:lnTo>
                      <a:pt x="19" y="1"/>
                    </a:lnTo>
                    <a:lnTo>
                      <a:pt x="11" y="1"/>
                    </a:lnTo>
                  </a:path>
                </a:pathLst>
              </a:custGeom>
              <a:solidFill>
                <a:srgbClr val="000000"/>
              </a:solidFill>
              <a:ln w="12700">
                <a:noFill/>
              </a:ln>
            </p:spPr>
            <p:txBody>
              <a:bodyPr/>
              <a:lstStyle/>
              <a:p>
                <a:endParaRPr lang="zh-CN" altLang="en-US"/>
              </a:p>
            </p:txBody>
          </p:sp>
          <p:sp>
            <p:nvSpPr>
              <p:cNvPr id="31142" name="Freeform 426"/>
              <p:cNvSpPr/>
              <p:nvPr/>
            </p:nvSpPr>
            <p:spPr>
              <a:xfrm>
                <a:off x="2069" y="2549"/>
                <a:ext cx="66" cy="49"/>
              </a:xfrm>
              <a:custGeom>
                <a:avLst/>
                <a:gdLst/>
                <a:ahLst/>
                <a:cxnLst>
                  <a:cxn ang="0">
                    <a:pos x="0" y="48"/>
                  </a:cxn>
                  <a:cxn ang="0">
                    <a:pos x="65" y="48"/>
                  </a:cxn>
                  <a:cxn ang="0">
                    <a:pos x="65" y="21"/>
                  </a:cxn>
                  <a:cxn ang="0">
                    <a:pos x="35" y="0"/>
                  </a:cxn>
                  <a:cxn ang="0">
                    <a:pos x="0" y="20"/>
                  </a:cxn>
                  <a:cxn ang="0">
                    <a:pos x="0" y="48"/>
                  </a:cxn>
                </a:cxnLst>
                <a:rect l="0" t="0" r="0" b="0"/>
                <a:pathLst>
                  <a:path w="66" h="49">
                    <a:moveTo>
                      <a:pt x="0" y="48"/>
                    </a:moveTo>
                    <a:lnTo>
                      <a:pt x="65" y="48"/>
                    </a:lnTo>
                    <a:lnTo>
                      <a:pt x="65" y="21"/>
                    </a:lnTo>
                    <a:lnTo>
                      <a:pt x="35" y="0"/>
                    </a:lnTo>
                    <a:lnTo>
                      <a:pt x="0" y="20"/>
                    </a:lnTo>
                    <a:lnTo>
                      <a:pt x="0" y="48"/>
                    </a:lnTo>
                  </a:path>
                </a:pathLst>
              </a:custGeom>
              <a:solidFill>
                <a:srgbClr val="191919"/>
              </a:solidFill>
              <a:ln w="12700">
                <a:noFill/>
              </a:ln>
            </p:spPr>
            <p:txBody>
              <a:bodyPr/>
              <a:lstStyle/>
              <a:p>
                <a:endParaRPr lang="zh-CN" altLang="en-US"/>
              </a:p>
            </p:txBody>
          </p:sp>
          <p:sp>
            <p:nvSpPr>
              <p:cNvPr id="31143" name="Freeform 427"/>
              <p:cNvSpPr/>
              <p:nvPr/>
            </p:nvSpPr>
            <p:spPr>
              <a:xfrm>
                <a:off x="1527" y="2225"/>
                <a:ext cx="667" cy="154"/>
              </a:xfrm>
              <a:custGeom>
                <a:avLst/>
                <a:gdLst/>
                <a:ahLst/>
                <a:cxnLst>
                  <a:cxn ang="0">
                    <a:pos x="31" y="30"/>
                  </a:cxn>
                  <a:cxn ang="0">
                    <a:pos x="136" y="96"/>
                  </a:cxn>
                  <a:cxn ang="0">
                    <a:pos x="144" y="98"/>
                  </a:cxn>
                  <a:cxn ang="0">
                    <a:pos x="413" y="42"/>
                  </a:cxn>
                  <a:cxn ang="0">
                    <a:pos x="596" y="0"/>
                  </a:cxn>
                  <a:cxn ang="0">
                    <a:pos x="605" y="0"/>
                  </a:cxn>
                  <a:cxn ang="0">
                    <a:pos x="613" y="0"/>
                  </a:cxn>
                  <a:cxn ang="0">
                    <a:pos x="621" y="0"/>
                  </a:cxn>
                  <a:cxn ang="0">
                    <a:pos x="629" y="2"/>
                  </a:cxn>
                  <a:cxn ang="0">
                    <a:pos x="635" y="6"/>
                  </a:cxn>
                  <a:cxn ang="0">
                    <a:pos x="643" y="12"/>
                  </a:cxn>
                  <a:cxn ang="0">
                    <a:pos x="650" y="14"/>
                  </a:cxn>
                  <a:cxn ang="0">
                    <a:pos x="656" y="14"/>
                  </a:cxn>
                  <a:cxn ang="0">
                    <a:pos x="661" y="16"/>
                  </a:cxn>
                  <a:cxn ang="0">
                    <a:pos x="664" y="20"/>
                  </a:cxn>
                  <a:cxn ang="0">
                    <a:pos x="666" y="22"/>
                  </a:cxn>
                  <a:cxn ang="0">
                    <a:pos x="666" y="26"/>
                  </a:cxn>
                  <a:cxn ang="0">
                    <a:pos x="662" y="30"/>
                  </a:cxn>
                  <a:cxn ang="0">
                    <a:pos x="656" y="35"/>
                  </a:cxn>
                  <a:cxn ang="0">
                    <a:pos x="647" y="40"/>
                  </a:cxn>
                  <a:cxn ang="0">
                    <a:pos x="635" y="43"/>
                  </a:cxn>
                  <a:cxn ang="0">
                    <a:pos x="619" y="48"/>
                  </a:cxn>
                  <a:cxn ang="0">
                    <a:pos x="598" y="54"/>
                  </a:cxn>
                  <a:cxn ang="0">
                    <a:pos x="463" y="84"/>
                  </a:cxn>
                  <a:cxn ang="0">
                    <a:pos x="264" y="131"/>
                  </a:cxn>
                  <a:cxn ang="0">
                    <a:pos x="186" y="146"/>
                  </a:cxn>
                  <a:cxn ang="0">
                    <a:pos x="146" y="151"/>
                  </a:cxn>
                  <a:cxn ang="0">
                    <a:pos x="129" y="153"/>
                  </a:cxn>
                  <a:cxn ang="0">
                    <a:pos x="110" y="153"/>
                  </a:cxn>
                  <a:cxn ang="0">
                    <a:pos x="47" y="149"/>
                  </a:cxn>
                  <a:cxn ang="0">
                    <a:pos x="28" y="143"/>
                  </a:cxn>
                  <a:cxn ang="0">
                    <a:pos x="56" y="124"/>
                  </a:cxn>
                  <a:cxn ang="0">
                    <a:pos x="24" y="76"/>
                  </a:cxn>
                </a:cxnLst>
                <a:rect l="0" t="0" r="0" b="0"/>
                <a:pathLst>
                  <a:path w="667" h="154">
                    <a:moveTo>
                      <a:pt x="0" y="36"/>
                    </a:moveTo>
                    <a:lnTo>
                      <a:pt x="31" y="30"/>
                    </a:lnTo>
                    <a:lnTo>
                      <a:pt x="134" y="94"/>
                    </a:lnTo>
                    <a:lnTo>
                      <a:pt x="136" y="96"/>
                    </a:lnTo>
                    <a:lnTo>
                      <a:pt x="140" y="98"/>
                    </a:lnTo>
                    <a:lnTo>
                      <a:pt x="144" y="98"/>
                    </a:lnTo>
                    <a:lnTo>
                      <a:pt x="307" y="65"/>
                    </a:lnTo>
                    <a:lnTo>
                      <a:pt x="413" y="42"/>
                    </a:lnTo>
                    <a:lnTo>
                      <a:pt x="591" y="0"/>
                    </a:lnTo>
                    <a:lnTo>
                      <a:pt x="596" y="0"/>
                    </a:lnTo>
                    <a:lnTo>
                      <a:pt x="601" y="0"/>
                    </a:lnTo>
                    <a:lnTo>
                      <a:pt x="605" y="0"/>
                    </a:lnTo>
                    <a:lnTo>
                      <a:pt x="610" y="0"/>
                    </a:lnTo>
                    <a:lnTo>
                      <a:pt x="613" y="0"/>
                    </a:lnTo>
                    <a:lnTo>
                      <a:pt x="618" y="0"/>
                    </a:lnTo>
                    <a:lnTo>
                      <a:pt x="621" y="0"/>
                    </a:lnTo>
                    <a:lnTo>
                      <a:pt x="626" y="0"/>
                    </a:lnTo>
                    <a:lnTo>
                      <a:pt x="629" y="2"/>
                    </a:lnTo>
                    <a:lnTo>
                      <a:pt x="633" y="4"/>
                    </a:lnTo>
                    <a:lnTo>
                      <a:pt x="635" y="6"/>
                    </a:lnTo>
                    <a:lnTo>
                      <a:pt x="641" y="7"/>
                    </a:lnTo>
                    <a:lnTo>
                      <a:pt x="643" y="12"/>
                    </a:lnTo>
                    <a:lnTo>
                      <a:pt x="647" y="12"/>
                    </a:lnTo>
                    <a:lnTo>
                      <a:pt x="650" y="14"/>
                    </a:lnTo>
                    <a:lnTo>
                      <a:pt x="655" y="14"/>
                    </a:lnTo>
                    <a:lnTo>
                      <a:pt x="656" y="14"/>
                    </a:lnTo>
                    <a:lnTo>
                      <a:pt x="658" y="14"/>
                    </a:lnTo>
                    <a:lnTo>
                      <a:pt x="661" y="16"/>
                    </a:lnTo>
                    <a:lnTo>
                      <a:pt x="662" y="18"/>
                    </a:lnTo>
                    <a:lnTo>
                      <a:pt x="664" y="20"/>
                    </a:lnTo>
                    <a:lnTo>
                      <a:pt x="666" y="21"/>
                    </a:lnTo>
                    <a:lnTo>
                      <a:pt x="666" y="22"/>
                    </a:lnTo>
                    <a:lnTo>
                      <a:pt x="666" y="24"/>
                    </a:lnTo>
                    <a:lnTo>
                      <a:pt x="666" y="26"/>
                    </a:lnTo>
                    <a:lnTo>
                      <a:pt x="664" y="28"/>
                    </a:lnTo>
                    <a:lnTo>
                      <a:pt x="662" y="30"/>
                    </a:lnTo>
                    <a:lnTo>
                      <a:pt x="659" y="32"/>
                    </a:lnTo>
                    <a:lnTo>
                      <a:pt x="656" y="35"/>
                    </a:lnTo>
                    <a:lnTo>
                      <a:pt x="651" y="38"/>
                    </a:lnTo>
                    <a:lnTo>
                      <a:pt x="647" y="40"/>
                    </a:lnTo>
                    <a:lnTo>
                      <a:pt x="642" y="42"/>
                    </a:lnTo>
                    <a:lnTo>
                      <a:pt x="635" y="43"/>
                    </a:lnTo>
                    <a:lnTo>
                      <a:pt x="629" y="46"/>
                    </a:lnTo>
                    <a:lnTo>
                      <a:pt x="619" y="48"/>
                    </a:lnTo>
                    <a:lnTo>
                      <a:pt x="613" y="51"/>
                    </a:lnTo>
                    <a:lnTo>
                      <a:pt x="598" y="54"/>
                    </a:lnTo>
                    <a:lnTo>
                      <a:pt x="555" y="63"/>
                    </a:lnTo>
                    <a:lnTo>
                      <a:pt x="463" y="84"/>
                    </a:lnTo>
                    <a:lnTo>
                      <a:pt x="274" y="129"/>
                    </a:lnTo>
                    <a:lnTo>
                      <a:pt x="264" y="131"/>
                    </a:lnTo>
                    <a:lnTo>
                      <a:pt x="201" y="145"/>
                    </a:lnTo>
                    <a:lnTo>
                      <a:pt x="186" y="146"/>
                    </a:lnTo>
                    <a:lnTo>
                      <a:pt x="160" y="149"/>
                    </a:lnTo>
                    <a:lnTo>
                      <a:pt x="146" y="151"/>
                    </a:lnTo>
                    <a:lnTo>
                      <a:pt x="136" y="151"/>
                    </a:lnTo>
                    <a:lnTo>
                      <a:pt x="129" y="153"/>
                    </a:lnTo>
                    <a:lnTo>
                      <a:pt x="119" y="153"/>
                    </a:lnTo>
                    <a:lnTo>
                      <a:pt x="110" y="153"/>
                    </a:lnTo>
                    <a:lnTo>
                      <a:pt x="59" y="149"/>
                    </a:lnTo>
                    <a:lnTo>
                      <a:pt x="47" y="149"/>
                    </a:lnTo>
                    <a:lnTo>
                      <a:pt x="30" y="147"/>
                    </a:lnTo>
                    <a:lnTo>
                      <a:pt x="28" y="143"/>
                    </a:lnTo>
                    <a:lnTo>
                      <a:pt x="40" y="137"/>
                    </a:lnTo>
                    <a:lnTo>
                      <a:pt x="56" y="124"/>
                    </a:lnTo>
                    <a:lnTo>
                      <a:pt x="40" y="99"/>
                    </a:lnTo>
                    <a:lnTo>
                      <a:pt x="24" y="76"/>
                    </a:lnTo>
                    <a:lnTo>
                      <a:pt x="0" y="36"/>
                    </a:lnTo>
                  </a:path>
                </a:pathLst>
              </a:custGeom>
              <a:solidFill>
                <a:schemeClr val="bg1"/>
              </a:solidFill>
              <a:ln w="12700">
                <a:noFill/>
              </a:ln>
            </p:spPr>
            <p:txBody>
              <a:bodyPr/>
              <a:lstStyle/>
              <a:p>
                <a:endParaRPr lang="zh-CN" altLang="en-US"/>
              </a:p>
            </p:txBody>
          </p:sp>
          <p:sp>
            <p:nvSpPr>
              <p:cNvPr id="31144" name="Freeform 428"/>
              <p:cNvSpPr/>
              <p:nvPr/>
            </p:nvSpPr>
            <p:spPr>
              <a:xfrm>
                <a:off x="2117" y="2231"/>
                <a:ext cx="17" cy="25"/>
              </a:xfrm>
              <a:custGeom>
                <a:avLst/>
                <a:gdLst/>
                <a:ahLst/>
                <a:cxnLst>
                  <a:cxn ang="0">
                    <a:pos x="0" y="2"/>
                  </a:cxn>
                  <a:cxn ang="0">
                    <a:pos x="10" y="0"/>
                  </a:cxn>
                  <a:cxn ang="0">
                    <a:pos x="12" y="0"/>
                  </a:cxn>
                  <a:cxn ang="0">
                    <a:pos x="12" y="2"/>
                  </a:cxn>
                  <a:cxn ang="0">
                    <a:pos x="12" y="4"/>
                  </a:cxn>
                  <a:cxn ang="0">
                    <a:pos x="14" y="6"/>
                  </a:cxn>
                  <a:cxn ang="0">
                    <a:pos x="16" y="16"/>
                  </a:cxn>
                  <a:cxn ang="0">
                    <a:pos x="16" y="19"/>
                  </a:cxn>
                  <a:cxn ang="0">
                    <a:pos x="16" y="22"/>
                  </a:cxn>
                  <a:cxn ang="0">
                    <a:pos x="5" y="24"/>
                  </a:cxn>
                  <a:cxn ang="0">
                    <a:pos x="5" y="21"/>
                  </a:cxn>
                  <a:cxn ang="0">
                    <a:pos x="5" y="18"/>
                  </a:cxn>
                  <a:cxn ang="0">
                    <a:pos x="1" y="8"/>
                  </a:cxn>
                  <a:cxn ang="0">
                    <a:pos x="1" y="6"/>
                  </a:cxn>
                  <a:cxn ang="0">
                    <a:pos x="0" y="4"/>
                  </a:cxn>
                  <a:cxn ang="0">
                    <a:pos x="0" y="2"/>
                  </a:cxn>
                </a:cxnLst>
                <a:rect l="0" t="0" r="0" b="0"/>
                <a:pathLst>
                  <a:path w="17" h="25">
                    <a:moveTo>
                      <a:pt x="0" y="2"/>
                    </a:moveTo>
                    <a:lnTo>
                      <a:pt x="10" y="0"/>
                    </a:lnTo>
                    <a:lnTo>
                      <a:pt x="12" y="0"/>
                    </a:lnTo>
                    <a:lnTo>
                      <a:pt x="12" y="2"/>
                    </a:lnTo>
                    <a:lnTo>
                      <a:pt x="12" y="4"/>
                    </a:lnTo>
                    <a:lnTo>
                      <a:pt x="14" y="6"/>
                    </a:lnTo>
                    <a:lnTo>
                      <a:pt x="16" y="16"/>
                    </a:lnTo>
                    <a:lnTo>
                      <a:pt x="16" y="19"/>
                    </a:lnTo>
                    <a:lnTo>
                      <a:pt x="16" y="22"/>
                    </a:lnTo>
                    <a:lnTo>
                      <a:pt x="5" y="24"/>
                    </a:lnTo>
                    <a:lnTo>
                      <a:pt x="5" y="21"/>
                    </a:lnTo>
                    <a:lnTo>
                      <a:pt x="5" y="18"/>
                    </a:lnTo>
                    <a:lnTo>
                      <a:pt x="1" y="8"/>
                    </a:lnTo>
                    <a:lnTo>
                      <a:pt x="1" y="6"/>
                    </a:lnTo>
                    <a:lnTo>
                      <a:pt x="0" y="4"/>
                    </a:lnTo>
                    <a:lnTo>
                      <a:pt x="0" y="2"/>
                    </a:lnTo>
                  </a:path>
                </a:pathLst>
              </a:custGeom>
              <a:solidFill>
                <a:srgbClr val="484043"/>
              </a:solidFill>
              <a:ln w="12700">
                <a:noFill/>
              </a:ln>
            </p:spPr>
            <p:txBody>
              <a:bodyPr/>
              <a:lstStyle/>
              <a:p>
                <a:endParaRPr lang="zh-CN" altLang="en-US"/>
              </a:p>
            </p:txBody>
          </p:sp>
          <p:sp>
            <p:nvSpPr>
              <p:cNvPr id="31145" name="Freeform 429"/>
              <p:cNvSpPr/>
              <p:nvPr/>
            </p:nvSpPr>
            <p:spPr>
              <a:xfrm>
                <a:off x="2117" y="2231"/>
                <a:ext cx="17" cy="25"/>
              </a:xfrm>
              <a:custGeom>
                <a:avLst/>
                <a:gdLst/>
                <a:ahLst/>
                <a:cxnLst>
                  <a:cxn ang="0">
                    <a:pos x="0" y="2"/>
                  </a:cxn>
                  <a:cxn ang="0">
                    <a:pos x="10" y="0"/>
                  </a:cxn>
                  <a:cxn ang="0">
                    <a:pos x="12" y="0"/>
                  </a:cxn>
                  <a:cxn ang="0">
                    <a:pos x="12" y="2"/>
                  </a:cxn>
                  <a:cxn ang="0">
                    <a:pos x="12" y="4"/>
                  </a:cxn>
                  <a:cxn ang="0">
                    <a:pos x="14" y="6"/>
                  </a:cxn>
                  <a:cxn ang="0">
                    <a:pos x="16" y="16"/>
                  </a:cxn>
                  <a:cxn ang="0">
                    <a:pos x="16" y="19"/>
                  </a:cxn>
                  <a:cxn ang="0">
                    <a:pos x="16" y="22"/>
                  </a:cxn>
                  <a:cxn ang="0">
                    <a:pos x="5" y="24"/>
                  </a:cxn>
                  <a:cxn ang="0">
                    <a:pos x="5" y="21"/>
                  </a:cxn>
                  <a:cxn ang="0">
                    <a:pos x="5" y="18"/>
                  </a:cxn>
                  <a:cxn ang="0">
                    <a:pos x="1" y="8"/>
                  </a:cxn>
                  <a:cxn ang="0">
                    <a:pos x="1" y="6"/>
                  </a:cxn>
                  <a:cxn ang="0">
                    <a:pos x="0" y="4"/>
                  </a:cxn>
                  <a:cxn ang="0">
                    <a:pos x="0" y="2"/>
                  </a:cxn>
                </a:cxnLst>
                <a:rect l="0" t="0" r="0" b="0"/>
                <a:pathLst>
                  <a:path w="17" h="25">
                    <a:moveTo>
                      <a:pt x="0" y="2"/>
                    </a:moveTo>
                    <a:lnTo>
                      <a:pt x="10" y="0"/>
                    </a:lnTo>
                    <a:lnTo>
                      <a:pt x="12" y="0"/>
                    </a:lnTo>
                    <a:lnTo>
                      <a:pt x="12" y="2"/>
                    </a:lnTo>
                    <a:lnTo>
                      <a:pt x="12" y="4"/>
                    </a:lnTo>
                    <a:lnTo>
                      <a:pt x="14" y="6"/>
                    </a:lnTo>
                    <a:lnTo>
                      <a:pt x="16" y="16"/>
                    </a:lnTo>
                    <a:lnTo>
                      <a:pt x="16" y="19"/>
                    </a:lnTo>
                    <a:lnTo>
                      <a:pt x="16" y="22"/>
                    </a:lnTo>
                    <a:lnTo>
                      <a:pt x="5" y="24"/>
                    </a:lnTo>
                    <a:lnTo>
                      <a:pt x="5" y="21"/>
                    </a:lnTo>
                    <a:lnTo>
                      <a:pt x="5" y="18"/>
                    </a:lnTo>
                    <a:lnTo>
                      <a:pt x="1" y="8"/>
                    </a:lnTo>
                    <a:lnTo>
                      <a:pt x="1" y="6"/>
                    </a:lnTo>
                    <a:lnTo>
                      <a:pt x="0" y="4"/>
                    </a:lnTo>
                    <a:lnTo>
                      <a:pt x="0" y="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46" name="Freeform 430"/>
              <p:cNvSpPr/>
              <p:nvPr/>
            </p:nvSpPr>
            <p:spPr>
              <a:xfrm>
                <a:off x="1990" y="2259"/>
                <a:ext cx="17" cy="26"/>
              </a:xfrm>
              <a:custGeom>
                <a:avLst/>
                <a:gdLst/>
                <a:ahLst/>
                <a:cxnLst>
                  <a:cxn ang="0">
                    <a:pos x="0" y="0"/>
                  </a:cxn>
                  <a:cxn ang="0">
                    <a:pos x="10" y="0"/>
                  </a:cxn>
                  <a:cxn ang="0">
                    <a:pos x="12" y="0"/>
                  </a:cxn>
                  <a:cxn ang="0">
                    <a:pos x="14" y="4"/>
                  </a:cxn>
                  <a:cxn ang="0">
                    <a:pos x="14" y="6"/>
                  </a:cxn>
                  <a:cxn ang="0">
                    <a:pos x="16" y="16"/>
                  </a:cxn>
                  <a:cxn ang="0">
                    <a:pos x="16" y="20"/>
                  </a:cxn>
                  <a:cxn ang="0">
                    <a:pos x="16" y="22"/>
                  </a:cxn>
                  <a:cxn ang="0">
                    <a:pos x="5" y="25"/>
                  </a:cxn>
                  <a:cxn ang="0">
                    <a:pos x="5" y="22"/>
                  </a:cxn>
                  <a:cxn ang="0">
                    <a:pos x="5" y="18"/>
                  </a:cxn>
                  <a:cxn ang="0">
                    <a:pos x="3" y="8"/>
                  </a:cxn>
                  <a:cxn ang="0">
                    <a:pos x="1" y="6"/>
                  </a:cxn>
                  <a:cxn ang="0">
                    <a:pos x="1" y="4"/>
                  </a:cxn>
                  <a:cxn ang="0">
                    <a:pos x="0" y="2"/>
                  </a:cxn>
                  <a:cxn ang="0">
                    <a:pos x="0" y="0"/>
                  </a:cxn>
                </a:cxnLst>
                <a:rect l="0" t="0" r="0" b="0"/>
                <a:pathLst>
                  <a:path w="17" h="26">
                    <a:moveTo>
                      <a:pt x="0" y="0"/>
                    </a:moveTo>
                    <a:lnTo>
                      <a:pt x="10" y="0"/>
                    </a:lnTo>
                    <a:lnTo>
                      <a:pt x="12" y="0"/>
                    </a:lnTo>
                    <a:lnTo>
                      <a:pt x="14" y="4"/>
                    </a:lnTo>
                    <a:lnTo>
                      <a:pt x="14" y="6"/>
                    </a:lnTo>
                    <a:lnTo>
                      <a:pt x="16" y="16"/>
                    </a:lnTo>
                    <a:lnTo>
                      <a:pt x="16" y="20"/>
                    </a:lnTo>
                    <a:lnTo>
                      <a:pt x="16" y="22"/>
                    </a:lnTo>
                    <a:lnTo>
                      <a:pt x="5" y="25"/>
                    </a:lnTo>
                    <a:lnTo>
                      <a:pt x="5" y="22"/>
                    </a:lnTo>
                    <a:lnTo>
                      <a:pt x="5" y="18"/>
                    </a:lnTo>
                    <a:lnTo>
                      <a:pt x="3" y="8"/>
                    </a:lnTo>
                    <a:lnTo>
                      <a:pt x="1" y="6"/>
                    </a:lnTo>
                    <a:lnTo>
                      <a:pt x="1" y="4"/>
                    </a:lnTo>
                    <a:lnTo>
                      <a:pt x="0" y="2"/>
                    </a:lnTo>
                    <a:lnTo>
                      <a:pt x="0" y="0"/>
                    </a:lnTo>
                  </a:path>
                </a:pathLst>
              </a:custGeom>
              <a:solidFill>
                <a:srgbClr val="484043"/>
              </a:solidFill>
              <a:ln w="12700">
                <a:noFill/>
              </a:ln>
            </p:spPr>
            <p:txBody>
              <a:bodyPr/>
              <a:lstStyle/>
              <a:p>
                <a:endParaRPr lang="zh-CN" altLang="en-US"/>
              </a:p>
            </p:txBody>
          </p:sp>
          <p:sp>
            <p:nvSpPr>
              <p:cNvPr id="31147" name="Freeform 431"/>
              <p:cNvSpPr/>
              <p:nvPr/>
            </p:nvSpPr>
            <p:spPr>
              <a:xfrm>
                <a:off x="1990" y="2259"/>
                <a:ext cx="17" cy="26"/>
              </a:xfrm>
              <a:custGeom>
                <a:avLst/>
                <a:gdLst/>
                <a:ahLst/>
                <a:cxnLst>
                  <a:cxn ang="0">
                    <a:pos x="0" y="0"/>
                  </a:cxn>
                  <a:cxn ang="0">
                    <a:pos x="10" y="0"/>
                  </a:cxn>
                  <a:cxn ang="0">
                    <a:pos x="12" y="0"/>
                  </a:cxn>
                  <a:cxn ang="0">
                    <a:pos x="14" y="4"/>
                  </a:cxn>
                  <a:cxn ang="0">
                    <a:pos x="14" y="6"/>
                  </a:cxn>
                  <a:cxn ang="0">
                    <a:pos x="16" y="16"/>
                  </a:cxn>
                  <a:cxn ang="0">
                    <a:pos x="16" y="20"/>
                  </a:cxn>
                  <a:cxn ang="0">
                    <a:pos x="16" y="22"/>
                  </a:cxn>
                  <a:cxn ang="0">
                    <a:pos x="5" y="25"/>
                  </a:cxn>
                  <a:cxn ang="0">
                    <a:pos x="5" y="22"/>
                  </a:cxn>
                  <a:cxn ang="0">
                    <a:pos x="5" y="18"/>
                  </a:cxn>
                  <a:cxn ang="0">
                    <a:pos x="3" y="8"/>
                  </a:cxn>
                  <a:cxn ang="0">
                    <a:pos x="1" y="6"/>
                  </a:cxn>
                  <a:cxn ang="0">
                    <a:pos x="1" y="4"/>
                  </a:cxn>
                  <a:cxn ang="0">
                    <a:pos x="0" y="2"/>
                  </a:cxn>
                </a:cxnLst>
                <a:rect l="0" t="0" r="0" b="0"/>
                <a:pathLst>
                  <a:path w="17" h="26">
                    <a:moveTo>
                      <a:pt x="0" y="0"/>
                    </a:moveTo>
                    <a:lnTo>
                      <a:pt x="10" y="0"/>
                    </a:lnTo>
                    <a:lnTo>
                      <a:pt x="12" y="0"/>
                    </a:lnTo>
                    <a:lnTo>
                      <a:pt x="14" y="4"/>
                    </a:lnTo>
                    <a:lnTo>
                      <a:pt x="14" y="6"/>
                    </a:lnTo>
                    <a:lnTo>
                      <a:pt x="16" y="16"/>
                    </a:lnTo>
                    <a:lnTo>
                      <a:pt x="16" y="20"/>
                    </a:lnTo>
                    <a:lnTo>
                      <a:pt x="16" y="22"/>
                    </a:lnTo>
                    <a:lnTo>
                      <a:pt x="5" y="25"/>
                    </a:lnTo>
                    <a:lnTo>
                      <a:pt x="5" y="22"/>
                    </a:lnTo>
                    <a:lnTo>
                      <a:pt x="5" y="18"/>
                    </a:lnTo>
                    <a:lnTo>
                      <a:pt x="3" y="8"/>
                    </a:lnTo>
                    <a:lnTo>
                      <a:pt x="1" y="6"/>
                    </a:lnTo>
                    <a:lnTo>
                      <a:pt x="1" y="4"/>
                    </a:lnTo>
                    <a:lnTo>
                      <a:pt x="0" y="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48" name="Freeform 432"/>
              <p:cNvSpPr/>
              <p:nvPr/>
            </p:nvSpPr>
            <p:spPr>
              <a:xfrm>
                <a:off x="1773" y="2306"/>
                <a:ext cx="17" cy="22"/>
              </a:xfrm>
              <a:custGeom>
                <a:avLst/>
                <a:gdLst/>
                <a:ahLst/>
                <a:cxnLst>
                  <a:cxn ang="0">
                    <a:pos x="0" y="1"/>
                  </a:cxn>
                  <a:cxn ang="0">
                    <a:pos x="11" y="0"/>
                  </a:cxn>
                  <a:cxn ang="0">
                    <a:pos x="11" y="1"/>
                  </a:cxn>
                  <a:cxn ang="0">
                    <a:pos x="13" y="1"/>
                  </a:cxn>
                  <a:cxn ang="0">
                    <a:pos x="13" y="3"/>
                  </a:cxn>
                  <a:cxn ang="0">
                    <a:pos x="14" y="5"/>
                  </a:cxn>
                  <a:cxn ang="0">
                    <a:pos x="16" y="16"/>
                  </a:cxn>
                  <a:cxn ang="0">
                    <a:pos x="16" y="19"/>
                  </a:cxn>
                  <a:cxn ang="0">
                    <a:pos x="5" y="21"/>
                  </a:cxn>
                  <a:cxn ang="0">
                    <a:pos x="5" y="17"/>
                  </a:cxn>
                  <a:cxn ang="0">
                    <a:pos x="2" y="7"/>
                  </a:cxn>
                  <a:cxn ang="0">
                    <a:pos x="2" y="5"/>
                  </a:cxn>
                  <a:cxn ang="0">
                    <a:pos x="0" y="4"/>
                  </a:cxn>
                  <a:cxn ang="0">
                    <a:pos x="0" y="3"/>
                  </a:cxn>
                  <a:cxn ang="0">
                    <a:pos x="0" y="1"/>
                  </a:cxn>
                </a:cxnLst>
                <a:rect l="0" t="0" r="0" b="0"/>
                <a:pathLst>
                  <a:path w="17" h="22">
                    <a:moveTo>
                      <a:pt x="0" y="1"/>
                    </a:moveTo>
                    <a:lnTo>
                      <a:pt x="11" y="0"/>
                    </a:lnTo>
                    <a:lnTo>
                      <a:pt x="11" y="1"/>
                    </a:lnTo>
                    <a:lnTo>
                      <a:pt x="13" y="1"/>
                    </a:lnTo>
                    <a:lnTo>
                      <a:pt x="13" y="3"/>
                    </a:lnTo>
                    <a:lnTo>
                      <a:pt x="14" y="5"/>
                    </a:lnTo>
                    <a:lnTo>
                      <a:pt x="16" y="16"/>
                    </a:lnTo>
                    <a:lnTo>
                      <a:pt x="16" y="19"/>
                    </a:lnTo>
                    <a:lnTo>
                      <a:pt x="5" y="21"/>
                    </a:lnTo>
                    <a:lnTo>
                      <a:pt x="5" y="17"/>
                    </a:lnTo>
                    <a:lnTo>
                      <a:pt x="2" y="7"/>
                    </a:lnTo>
                    <a:lnTo>
                      <a:pt x="2" y="5"/>
                    </a:lnTo>
                    <a:lnTo>
                      <a:pt x="0" y="4"/>
                    </a:lnTo>
                    <a:lnTo>
                      <a:pt x="0" y="3"/>
                    </a:lnTo>
                    <a:lnTo>
                      <a:pt x="0" y="1"/>
                    </a:lnTo>
                  </a:path>
                </a:pathLst>
              </a:custGeom>
              <a:solidFill>
                <a:srgbClr val="484043"/>
              </a:solidFill>
              <a:ln w="12700">
                <a:noFill/>
              </a:ln>
            </p:spPr>
            <p:txBody>
              <a:bodyPr/>
              <a:lstStyle/>
              <a:p>
                <a:endParaRPr lang="zh-CN" altLang="en-US"/>
              </a:p>
            </p:txBody>
          </p:sp>
          <p:sp>
            <p:nvSpPr>
              <p:cNvPr id="31149" name="Freeform 433"/>
              <p:cNvSpPr/>
              <p:nvPr/>
            </p:nvSpPr>
            <p:spPr>
              <a:xfrm>
                <a:off x="1773" y="2306"/>
                <a:ext cx="17" cy="22"/>
              </a:xfrm>
              <a:custGeom>
                <a:avLst/>
                <a:gdLst/>
                <a:ahLst/>
                <a:cxnLst>
                  <a:cxn ang="0">
                    <a:pos x="0" y="1"/>
                  </a:cxn>
                  <a:cxn ang="0">
                    <a:pos x="11" y="0"/>
                  </a:cxn>
                  <a:cxn ang="0">
                    <a:pos x="11" y="1"/>
                  </a:cxn>
                  <a:cxn ang="0">
                    <a:pos x="13" y="1"/>
                  </a:cxn>
                  <a:cxn ang="0">
                    <a:pos x="13" y="3"/>
                  </a:cxn>
                  <a:cxn ang="0">
                    <a:pos x="14" y="5"/>
                  </a:cxn>
                  <a:cxn ang="0">
                    <a:pos x="16" y="16"/>
                  </a:cxn>
                  <a:cxn ang="0">
                    <a:pos x="16" y="19"/>
                  </a:cxn>
                  <a:cxn ang="0">
                    <a:pos x="5" y="21"/>
                  </a:cxn>
                  <a:cxn ang="0">
                    <a:pos x="5" y="17"/>
                  </a:cxn>
                  <a:cxn ang="0">
                    <a:pos x="2" y="7"/>
                  </a:cxn>
                  <a:cxn ang="0">
                    <a:pos x="2" y="5"/>
                  </a:cxn>
                  <a:cxn ang="0">
                    <a:pos x="0" y="4"/>
                  </a:cxn>
                  <a:cxn ang="0">
                    <a:pos x="0" y="3"/>
                  </a:cxn>
                </a:cxnLst>
                <a:rect l="0" t="0" r="0" b="0"/>
                <a:pathLst>
                  <a:path w="17" h="22">
                    <a:moveTo>
                      <a:pt x="0" y="1"/>
                    </a:moveTo>
                    <a:lnTo>
                      <a:pt x="11" y="0"/>
                    </a:lnTo>
                    <a:lnTo>
                      <a:pt x="11" y="1"/>
                    </a:lnTo>
                    <a:lnTo>
                      <a:pt x="13" y="1"/>
                    </a:lnTo>
                    <a:lnTo>
                      <a:pt x="13" y="3"/>
                    </a:lnTo>
                    <a:lnTo>
                      <a:pt x="14" y="5"/>
                    </a:lnTo>
                    <a:lnTo>
                      <a:pt x="16" y="16"/>
                    </a:lnTo>
                    <a:lnTo>
                      <a:pt x="16" y="19"/>
                    </a:lnTo>
                    <a:lnTo>
                      <a:pt x="5" y="21"/>
                    </a:lnTo>
                    <a:lnTo>
                      <a:pt x="5" y="17"/>
                    </a:lnTo>
                    <a:lnTo>
                      <a:pt x="2" y="7"/>
                    </a:lnTo>
                    <a:lnTo>
                      <a:pt x="2" y="5"/>
                    </a:lnTo>
                    <a:lnTo>
                      <a:pt x="0" y="4"/>
                    </a:lnTo>
                    <a:lnTo>
                      <a:pt x="0" y="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50" name="Freeform 434"/>
              <p:cNvSpPr/>
              <p:nvPr/>
            </p:nvSpPr>
            <p:spPr>
              <a:xfrm>
                <a:off x="1659" y="2330"/>
                <a:ext cx="17" cy="23"/>
              </a:xfrm>
              <a:custGeom>
                <a:avLst/>
                <a:gdLst/>
                <a:ahLst/>
                <a:cxnLst>
                  <a:cxn ang="0">
                    <a:pos x="13" y="0"/>
                  </a:cxn>
                  <a:cxn ang="0">
                    <a:pos x="0" y="3"/>
                  </a:cxn>
                  <a:cxn ang="0">
                    <a:pos x="0" y="5"/>
                  </a:cxn>
                  <a:cxn ang="0">
                    <a:pos x="0" y="7"/>
                  </a:cxn>
                  <a:cxn ang="0">
                    <a:pos x="4" y="19"/>
                  </a:cxn>
                  <a:cxn ang="0">
                    <a:pos x="5" y="22"/>
                  </a:cxn>
                  <a:cxn ang="0">
                    <a:pos x="16" y="21"/>
                  </a:cxn>
                  <a:cxn ang="0">
                    <a:pos x="16" y="17"/>
                  </a:cxn>
                  <a:cxn ang="0">
                    <a:pos x="13" y="7"/>
                  </a:cxn>
                  <a:cxn ang="0">
                    <a:pos x="13" y="5"/>
                  </a:cxn>
                  <a:cxn ang="0">
                    <a:pos x="13" y="3"/>
                  </a:cxn>
                  <a:cxn ang="0">
                    <a:pos x="13" y="1"/>
                  </a:cxn>
                  <a:cxn ang="0">
                    <a:pos x="13" y="0"/>
                  </a:cxn>
                </a:cxnLst>
                <a:rect l="0" t="0" r="0" b="0"/>
                <a:pathLst>
                  <a:path w="17" h="23">
                    <a:moveTo>
                      <a:pt x="13" y="0"/>
                    </a:moveTo>
                    <a:lnTo>
                      <a:pt x="0" y="3"/>
                    </a:lnTo>
                    <a:lnTo>
                      <a:pt x="0" y="5"/>
                    </a:lnTo>
                    <a:lnTo>
                      <a:pt x="0" y="7"/>
                    </a:lnTo>
                    <a:lnTo>
                      <a:pt x="4" y="19"/>
                    </a:lnTo>
                    <a:lnTo>
                      <a:pt x="5" y="22"/>
                    </a:lnTo>
                    <a:lnTo>
                      <a:pt x="16" y="21"/>
                    </a:lnTo>
                    <a:lnTo>
                      <a:pt x="16" y="17"/>
                    </a:lnTo>
                    <a:lnTo>
                      <a:pt x="13" y="7"/>
                    </a:lnTo>
                    <a:lnTo>
                      <a:pt x="13" y="5"/>
                    </a:lnTo>
                    <a:lnTo>
                      <a:pt x="13" y="3"/>
                    </a:lnTo>
                    <a:lnTo>
                      <a:pt x="13" y="1"/>
                    </a:lnTo>
                    <a:lnTo>
                      <a:pt x="13" y="0"/>
                    </a:lnTo>
                  </a:path>
                </a:pathLst>
              </a:custGeom>
              <a:solidFill>
                <a:srgbClr val="484043"/>
              </a:solidFill>
              <a:ln w="12700">
                <a:noFill/>
              </a:ln>
            </p:spPr>
            <p:txBody>
              <a:bodyPr/>
              <a:lstStyle/>
              <a:p>
                <a:endParaRPr lang="zh-CN" altLang="en-US"/>
              </a:p>
            </p:txBody>
          </p:sp>
          <p:sp>
            <p:nvSpPr>
              <p:cNvPr id="31151" name="Freeform 435"/>
              <p:cNvSpPr/>
              <p:nvPr/>
            </p:nvSpPr>
            <p:spPr>
              <a:xfrm>
                <a:off x="1659" y="2330"/>
                <a:ext cx="17" cy="23"/>
              </a:xfrm>
              <a:custGeom>
                <a:avLst/>
                <a:gdLst/>
                <a:ahLst/>
                <a:cxnLst>
                  <a:cxn ang="0">
                    <a:pos x="13" y="0"/>
                  </a:cxn>
                  <a:cxn ang="0">
                    <a:pos x="0" y="3"/>
                  </a:cxn>
                  <a:cxn ang="0">
                    <a:pos x="0" y="5"/>
                  </a:cxn>
                  <a:cxn ang="0">
                    <a:pos x="0" y="7"/>
                  </a:cxn>
                  <a:cxn ang="0">
                    <a:pos x="4" y="19"/>
                  </a:cxn>
                  <a:cxn ang="0">
                    <a:pos x="5" y="22"/>
                  </a:cxn>
                  <a:cxn ang="0">
                    <a:pos x="16" y="21"/>
                  </a:cxn>
                  <a:cxn ang="0">
                    <a:pos x="16" y="17"/>
                  </a:cxn>
                  <a:cxn ang="0">
                    <a:pos x="13" y="7"/>
                  </a:cxn>
                  <a:cxn ang="0">
                    <a:pos x="13" y="5"/>
                  </a:cxn>
                  <a:cxn ang="0">
                    <a:pos x="13" y="3"/>
                  </a:cxn>
                  <a:cxn ang="0">
                    <a:pos x="13" y="1"/>
                  </a:cxn>
                </a:cxnLst>
                <a:rect l="0" t="0" r="0" b="0"/>
                <a:pathLst>
                  <a:path w="17" h="23">
                    <a:moveTo>
                      <a:pt x="13" y="0"/>
                    </a:moveTo>
                    <a:lnTo>
                      <a:pt x="0" y="3"/>
                    </a:lnTo>
                    <a:lnTo>
                      <a:pt x="0" y="5"/>
                    </a:lnTo>
                    <a:lnTo>
                      <a:pt x="0" y="7"/>
                    </a:lnTo>
                    <a:lnTo>
                      <a:pt x="4" y="19"/>
                    </a:lnTo>
                    <a:lnTo>
                      <a:pt x="5" y="22"/>
                    </a:lnTo>
                    <a:lnTo>
                      <a:pt x="16" y="21"/>
                    </a:lnTo>
                    <a:lnTo>
                      <a:pt x="16" y="17"/>
                    </a:lnTo>
                    <a:lnTo>
                      <a:pt x="13" y="7"/>
                    </a:lnTo>
                    <a:lnTo>
                      <a:pt x="13" y="5"/>
                    </a:lnTo>
                    <a:lnTo>
                      <a:pt x="13" y="3"/>
                    </a:lnTo>
                    <a:lnTo>
                      <a:pt x="13"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152" name="Freeform 436"/>
              <p:cNvSpPr/>
              <p:nvPr/>
            </p:nvSpPr>
            <p:spPr>
              <a:xfrm>
                <a:off x="1765" y="2311"/>
                <a:ext cx="17" cy="17"/>
              </a:xfrm>
              <a:custGeom>
                <a:avLst/>
                <a:gdLst/>
                <a:ahLst/>
                <a:cxnLst>
                  <a:cxn ang="0">
                    <a:pos x="16" y="7"/>
                  </a:cxn>
                  <a:cxn ang="0">
                    <a:pos x="16" y="4"/>
                  </a:cxn>
                  <a:cxn ang="0">
                    <a:pos x="11" y="4"/>
                  </a:cxn>
                  <a:cxn ang="0">
                    <a:pos x="11" y="0"/>
                  </a:cxn>
                  <a:cxn ang="0">
                    <a:pos x="11" y="4"/>
                  </a:cxn>
                  <a:cxn ang="0">
                    <a:pos x="5" y="0"/>
                  </a:cxn>
                  <a:cxn ang="0">
                    <a:pos x="5" y="4"/>
                  </a:cxn>
                  <a:cxn ang="0">
                    <a:pos x="0" y="4"/>
                  </a:cxn>
                  <a:cxn ang="0">
                    <a:pos x="0" y="7"/>
                  </a:cxn>
                  <a:cxn ang="0">
                    <a:pos x="0" y="11"/>
                  </a:cxn>
                  <a:cxn ang="0">
                    <a:pos x="0" y="13"/>
                  </a:cxn>
                  <a:cxn ang="0">
                    <a:pos x="5" y="13"/>
                  </a:cxn>
                  <a:cxn ang="0">
                    <a:pos x="5" y="16"/>
                  </a:cxn>
                  <a:cxn ang="0">
                    <a:pos x="5" y="13"/>
                  </a:cxn>
                  <a:cxn ang="0">
                    <a:pos x="11" y="16"/>
                  </a:cxn>
                  <a:cxn ang="0">
                    <a:pos x="11" y="13"/>
                  </a:cxn>
                  <a:cxn ang="0">
                    <a:pos x="16" y="13"/>
                  </a:cxn>
                  <a:cxn ang="0">
                    <a:pos x="16" y="11"/>
                  </a:cxn>
                  <a:cxn ang="0">
                    <a:pos x="16" y="7"/>
                  </a:cxn>
                </a:cxnLst>
                <a:rect l="0" t="0" r="0" b="0"/>
                <a:pathLst>
                  <a:path w="17" h="17">
                    <a:moveTo>
                      <a:pt x="16" y="7"/>
                    </a:moveTo>
                    <a:lnTo>
                      <a:pt x="16" y="4"/>
                    </a:lnTo>
                    <a:lnTo>
                      <a:pt x="11" y="4"/>
                    </a:lnTo>
                    <a:lnTo>
                      <a:pt x="11" y="0"/>
                    </a:lnTo>
                    <a:lnTo>
                      <a:pt x="11" y="4"/>
                    </a:lnTo>
                    <a:lnTo>
                      <a:pt x="5" y="0"/>
                    </a:lnTo>
                    <a:lnTo>
                      <a:pt x="5" y="4"/>
                    </a:lnTo>
                    <a:lnTo>
                      <a:pt x="0" y="4"/>
                    </a:lnTo>
                    <a:lnTo>
                      <a:pt x="0" y="7"/>
                    </a:lnTo>
                    <a:lnTo>
                      <a:pt x="0" y="11"/>
                    </a:lnTo>
                    <a:lnTo>
                      <a:pt x="0" y="13"/>
                    </a:lnTo>
                    <a:lnTo>
                      <a:pt x="5" y="13"/>
                    </a:lnTo>
                    <a:lnTo>
                      <a:pt x="5" y="16"/>
                    </a:lnTo>
                    <a:lnTo>
                      <a:pt x="5" y="13"/>
                    </a:lnTo>
                    <a:lnTo>
                      <a:pt x="11" y="16"/>
                    </a:lnTo>
                    <a:lnTo>
                      <a:pt x="11" y="13"/>
                    </a:lnTo>
                    <a:lnTo>
                      <a:pt x="16" y="13"/>
                    </a:lnTo>
                    <a:lnTo>
                      <a:pt x="16" y="11"/>
                    </a:lnTo>
                    <a:lnTo>
                      <a:pt x="16" y="7"/>
                    </a:lnTo>
                  </a:path>
                </a:pathLst>
              </a:custGeom>
              <a:solidFill>
                <a:srgbClr val="000000"/>
              </a:solidFill>
              <a:ln w="12700">
                <a:noFill/>
              </a:ln>
            </p:spPr>
            <p:txBody>
              <a:bodyPr/>
              <a:lstStyle/>
              <a:p>
                <a:endParaRPr lang="zh-CN" altLang="en-US"/>
              </a:p>
            </p:txBody>
          </p:sp>
          <p:sp>
            <p:nvSpPr>
              <p:cNvPr id="31153" name="Freeform 437"/>
              <p:cNvSpPr/>
              <p:nvPr/>
            </p:nvSpPr>
            <p:spPr>
              <a:xfrm>
                <a:off x="1758" y="2311"/>
                <a:ext cx="17" cy="17"/>
              </a:xfrm>
              <a:custGeom>
                <a:avLst/>
                <a:gdLst/>
                <a:ahLst/>
                <a:cxnLst>
                  <a:cxn ang="0">
                    <a:pos x="16" y="9"/>
                  </a:cxn>
                  <a:cxn ang="0">
                    <a:pos x="14" y="9"/>
                  </a:cxn>
                  <a:cxn ang="0">
                    <a:pos x="14" y="4"/>
                  </a:cxn>
                  <a:cxn ang="0">
                    <a:pos x="14" y="0"/>
                  </a:cxn>
                  <a:cxn ang="0">
                    <a:pos x="9" y="4"/>
                  </a:cxn>
                  <a:cxn ang="0">
                    <a:pos x="9" y="0"/>
                  </a:cxn>
                  <a:cxn ang="0">
                    <a:pos x="5" y="4"/>
                  </a:cxn>
                  <a:cxn ang="0">
                    <a:pos x="5" y="9"/>
                  </a:cxn>
                  <a:cxn ang="0">
                    <a:pos x="0" y="9"/>
                  </a:cxn>
                  <a:cxn ang="0">
                    <a:pos x="5" y="9"/>
                  </a:cxn>
                  <a:cxn ang="0">
                    <a:pos x="5" y="11"/>
                  </a:cxn>
                  <a:cxn ang="0">
                    <a:pos x="5" y="16"/>
                  </a:cxn>
                  <a:cxn ang="0">
                    <a:pos x="9" y="16"/>
                  </a:cxn>
                  <a:cxn ang="0">
                    <a:pos x="14" y="16"/>
                  </a:cxn>
                  <a:cxn ang="0">
                    <a:pos x="16" y="11"/>
                  </a:cxn>
                  <a:cxn ang="0">
                    <a:pos x="16" y="9"/>
                  </a:cxn>
                </a:cxnLst>
                <a:rect l="0" t="0" r="0" b="0"/>
                <a:pathLst>
                  <a:path w="17" h="17">
                    <a:moveTo>
                      <a:pt x="16" y="9"/>
                    </a:moveTo>
                    <a:lnTo>
                      <a:pt x="14" y="9"/>
                    </a:lnTo>
                    <a:lnTo>
                      <a:pt x="14" y="4"/>
                    </a:lnTo>
                    <a:lnTo>
                      <a:pt x="14" y="0"/>
                    </a:lnTo>
                    <a:lnTo>
                      <a:pt x="9" y="4"/>
                    </a:lnTo>
                    <a:lnTo>
                      <a:pt x="9" y="0"/>
                    </a:lnTo>
                    <a:lnTo>
                      <a:pt x="5" y="4"/>
                    </a:lnTo>
                    <a:lnTo>
                      <a:pt x="5" y="9"/>
                    </a:lnTo>
                    <a:lnTo>
                      <a:pt x="0" y="9"/>
                    </a:lnTo>
                    <a:lnTo>
                      <a:pt x="5" y="9"/>
                    </a:lnTo>
                    <a:lnTo>
                      <a:pt x="5" y="11"/>
                    </a:lnTo>
                    <a:lnTo>
                      <a:pt x="5" y="16"/>
                    </a:lnTo>
                    <a:lnTo>
                      <a:pt x="9" y="16"/>
                    </a:lnTo>
                    <a:lnTo>
                      <a:pt x="14" y="16"/>
                    </a:lnTo>
                    <a:lnTo>
                      <a:pt x="16" y="11"/>
                    </a:lnTo>
                    <a:lnTo>
                      <a:pt x="16" y="9"/>
                    </a:lnTo>
                  </a:path>
                </a:pathLst>
              </a:custGeom>
              <a:solidFill>
                <a:srgbClr val="000000"/>
              </a:solidFill>
              <a:ln w="12700">
                <a:noFill/>
              </a:ln>
            </p:spPr>
            <p:txBody>
              <a:bodyPr/>
              <a:lstStyle/>
              <a:p>
                <a:endParaRPr lang="zh-CN" altLang="en-US"/>
              </a:p>
            </p:txBody>
          </p:sp>
          <p:sp>
            <p:nvSpPr>
              <p:cNvPr id="31154" name="Freeform 438"/>
              <p:cNvSpPr/>
              <p:nvPr/>
            </p:nvSpPr>
            <p:spPr>
              <a:xfrm>
                <a:off x="1752" y="2314"/>
                <a:ext cx="17" cy="17"/>
              </a:xfrm>
              <a:custGeom>
                <a:avLst/>
                <a:gdLst/>
                <a:ahLst/>
                <a:cxnLst>
                  <a:cxn ang="0">
                    <a:pos x="16" y="5"/>
                  </a:cxn>
                  <a:cxn ang="0">
                    <a:pos x="14" y="5"/>
                  </a:cxn>
                  <a:cxn ang="0">
                    <a:pos x="14" y="4"/>
                  </a:cxn>
                  <a:cxn ang="0">
                    <a:pos x="9" y="0"/>
                  </a:cxn>
                  <a:cxn ang="0">
                    <a:pos x="9" y="4"/>
                  </a:cxn>
                  <a:cxn ang="0">
                    <a:pos x="9" y="0"/>
                  </a:cxn>
                  <a:cxn ang="0">
                    <a:pos x="5" y="4"/>
                  </a:cxn>
                  <a:cxn ang="0">
                    <a:pos x="5" y="5"/>
                  </a:cxn>
                  <a:cxn ang="0">
                    <a:pos x="0" y="5"/>
                  </a:cxn>
                  <a:cxn ang="0">
                    <a:pos x="5" y="9"/>
                  </a:cxn>
                  <a:cxn ang="0">
                    <a:pos x="5" y="13"/>
                  </a:cxn>
                  <a:cxn ang="0">
                    <a:pos x="9" y="13"/>
                  </a:cxn>
                  <a:cxn ang="0">
                    <a:pos x="9" y="16"/>
                  </a:cxn>
                  <a:cxn ang="0">
                    <a:pos x="9" y="13"/>
                  </a:cxn>
                  <a:cxn ang="0">
                    <a:pos x="9" y="16"/>
                  </a:cxn>
                  <a:cxn ang="0">
                    <a:pos x="14" y="16"/>
                  </a:cxn>
                  <a:cxn ang="0">
                    <a:pos x="14" y="13"/>
                  </a:cxn>
                  <a:cxn ang="0">
                    <a:pos x="16" y="9"/>
                  </a:cxn>
                  <a:cxn ang="0">
                    <a:pos x="16" y="5"/>
                  </a:cxn>
                </a:cxnLst>
                <a:rect l="0" t="0" r="0" b="0"/>
                <a:pathLst>
                  <a:path w="17" h="17">
                    <a:moveTo>
                      <a:pt x="16" y="5"/>
                    </a:moveTo>
                    <a:lnTo>
                      <a:pt x="14" y="5"/>
                    </a:lnTo>
                    <a:lnTo>
                      <a:pt x="14" y="4"/>
                    </a:lnTo>
                    <a:lnTo>
                      <a:pt x="9" y="0"/>
                    </a:lnTo>
                    <a:lnTo>
                      <a:pt x="9" y="4"/>
                    </a:lnTo>
                    <a:lnTo>
                      <a:pt x="9" y="0"/>
                    </a:lnTo>
                    <a:lnTo>
                      <a:pt x="5" y="4"/>
                    </a:lnTo>
                    <a:lnTo>
                      <a:pt x="5" y="5"/>
                    </a:lnTo>
                    <a:lnTo>
                      <a:pt x="0" y="5"/>
                    </a:lnTo>
                    <a:lnTo>
                      <a:pt x="5" y="9"/>
                    </a:lnTo>
                    <a:lnTo>
                      <a:pt x="5" y="13"/>
                    </a:lnTo>
                    <a:lnTo>
                      <a:pt x="9" y="13"/>
                    </a:lnTo>
                    <a:lnTo>
                      <a:pt x="9" y="16"/>
                    </a:lnTo>
                    <a:lnTo>
                      <a:pt x="9" y="13"/>
                    </a:lnTo>
                    <a:lnTo>
                      <a:pt x="9" y="16"/>
                    </a:lnTo>
                    <a:lnTo>
                      <a:pt x="14" y="16"/>
                    </a:lnTo>
                    <a:lnTo>
                      <a:pt x="14" y="13"/>
                    </a:lnTo>
                    <a:lnTo>
                      <a:pt x="16" y="9"/>
                    </a:lnTo>
                    <a:lnTo>
                      <a:pt x="16" y="5"/>
                    </a:lnTo>
                  </a:path>
                </a:pathLst>
              </a:custGeom>
              <a:solidFill>
                <a:srgbClr val="000000"/>
              </a:solidFill>
              <a:ln w="12700">
                <a:noFill/>
              </a:ln>
            </p:spPr>
            <p:txBody>
              <a:bodyPr/>
              <a:lstStyle/>
              <a:p>
                <a:endParaRPr lang="zh-CN" altLang="en-US"/>
              </a:p>
            </p:txBody>
          </p:sp>
          <p:sp>
            <p:nvSpPr>
              <p:cNvPr id="31155" name="Freeform 439"/>
              <p:cNvSpPr/>
              <p:nvPr/>
            </p:nvSpPr>
            <p:spPr>
              <a:xfrm>
                <a:off x="1746" y="2314"/>
                <a:ext cx="17" cy="17"/>
              </a:xfrm>
              <a:custGeom>
                <a:avLst/>
                <a:gdLst/>
                <a:ahLst/>
                <a:cxnLst>
                  <a:cxn ang="0">
                    <a:pos x="16" y="7"/>
                  </a:cxn>
                  <a:cxn ang="0">
                    <a:pos x="16" y="2"/>
                  </a:cxn>
                  <a:cxn ang="0">
                    <a:pos x="12" y="2"/>
                  </a:cxn>
                  <a:cxn ang="0">
                    <a:pos x="12" y="0"/>
                  </a:cxn>
                  <a:cxn ang="0">
                    <a:pos x="6" y="2"/>
                  </a:cxn>
                  <a:cxn ang="0">
                    <a:pos x="6" y="0"/>
                  </a:cxn>
                  <a:cxn ang="0">
                    <a:pos x="0" y="2"/>
                  </a:cxn>
                  <a:cxn ang="0">
                    <a:pos x="0" y="7"/>
                  </a:cxn>
                  <a:cxn ang="0">
                    <a:pos x="0" y="11"/>
                  </a:cxn>
                  <a:cxn ang="0">
                    <a:pos x="0" y="16"/>
                  </a:cxn>
                  <a:cxn ang="0">
                    <a:pos x="6" y="16"/>
                  </a:cxn>
                  <a:cxn ang="0">
                    <a:pos x="12" y="16"/>
                  </a:cxn>
                  <a:cxn ang="0">
                    <a:pos x="16" y="16"/>
                  </a:cxn>
                  <a:cxn ang="0">
                    <a:pos x="16" y="11"/>
                  </a:cxn>
                  <a:cxn ang="0">
                    <a:pos x="16" y="7"/>
                  </a:cxn>
                </a:cxnLst>
                <a:rect l="0" t="0" r="0" b="0"/>
                <a:pathLst>
                  <a:path w="17" h="17">
                    <a:moveTo>
                      <a:pt x="16" y="7"/>
                    </a:moveTo>
                    <a:lnTo>
                      <a:pt x="16" y="2"/>
                    </a:lnTo>
                    <a:lnTo>
                      <a:pt x="12" y="2"/>
                    </a:lnTo>
                    <a:lnTo>
                      <a:pt x="12" y="0"/>
                    </a:lnTo>
                    <a:lnTo>
                      <a:pt x="6" y="2"/>
                    </a:lnTo>
                    <a:lnTo>
                      <a:pt x="6" y="0"/>
                    </a:lnTo>
                    <a:lnTo>
                      <a:pt x="0" y="2"/>
                    </a:lnTo>
                    <a:lnTo>
                      <a:pt x="0" y="7"/>
                    </a:lnTo>
                    <a:lnTo>
                      <a:pt x="0" y="11"/>
                    </a:lnTo>
                    <a:lnTo>
                      <a:pt x="0" y="16"/>
                    </a:lnTo>
                    <a:lnTo>
                      <a:pt x="6" y="16"/>
                    </a:lnTo>
                    <a:lnTo>
                      <a:pt x="12" y="16"/>
                    </a:lnTo>
                    <a:lnTo>
                      <a:pt x="16" y="16"/>
                    </a:lnTo>
                    <a:lnTo>
                      <a:pt x="16" y="11"/>
                    </a:lnTo>
                    <a:lnTo>
                      <a:pt x="16" y="7"/>
                    </a:lnTo>
                  </a:path>
                </a:pathLst>
              </a:custGeom>
              <a:solidFill>
                <a:srgbClr val="000000"/>
              </a:solidFill>
              <a:ln w="12700">
                <a:noFill/>
              </a:ln>
            </p:spPr>
            <p:txBody>
              <a:bodyPr/>
              <a:lstStyle/>
              <a:p>
                <a:endParaRPr lang="zh-CN" altLang="en-US"/>
              </a:p>
            </p:txBody>
          </p:sp>
          <p:sp>
            <p:nvSpPr>
              <p:cNvPr id="31156" name="Freeform 440"/>
              <p:cNvSpPr/>
              <p:nvPr/>
            </p:nvSpPr>
            <p:spPr>
              <a:xfrm>
                <a:off x="1737" y="2315"/>
                <a:ext cx="17" cy="17"/>
              </a:xfrm>
              <a:custGeom>
                <a:avLst/>
                <a:gdLst/>
                <a:ahLst/>
                <a:cxnLst>
                  <a:cxn ang="0">
                    <a:pos x="16" y="9"/>
                  </a:cxn>
                  <a:cxn ang="0">
                    <a:pos x="14" y="9"/>
                  </a:cxn>
                  <a:cxn ang="0">
                    <a:pos x="14" y="4"/>
                  </a:cxn>
                  <a:cxn ang="0">
                    <a:pos x="14" y="0"/>
                  </a:cxn>
                  <a:cxn ang="0">
                    <a:pos x="9" y="4"/>
                  </a:cxn>
                  <a:cxn ang="0">
                    <a:pos x="9" y="0"/>
                  </a:cxn>
                  <a:cxn ang="0">
                    <a:pos x="5" y="4"/>
                  </a:cxn>
                  <a:cxn ang="0">
                    <a:pos x="5" y="9"/>
                  </a:cxn>
                  <a:cxn ang="0">
                    <a:pos x="0" y="9"/>
                  </a:cxn>
                  <a:cxn ang="0">
                    <a:pos x="5" y="9"/>
                  </a:cxn>
                  <a:cxn ang="0">
                    <a:pos x="5" y="14"/>
                  </a:cxn>
                  <a:cxn ang="0">
                    <a:pos x="5" y="16"/>
                  </a:cxn>
                  <a:cxn ang="0">
                    <a:pos x="9" y="16"/>
                  </a:cxn>
                  <a:cxn ang="0">
                    <a:pos x="14" y="16"/>
                  </a:cxn>
                  <a:cxn ang="0">
                    <a:pos x="14" y="14"/>
                  </a:cxn>
                  <a:cxn ang="0">
                    <a:pos x="16" y="14"/>
                  </a:cxn>
                  <a:cxn ang="0">
                    <a:pos x="16" y="9"/>
                  </a:cxn>
                </a:cxnLst>
                <a:rect l="0" t="0" r="0" b="0"/>
                <a:pathLst>
                  <a:path w="17" h="17">
                    <a:moveTo>
                      <a:pt x="16" y="9"/>
                    </a:moveTo>
                    <a:lnTo>
                      <a:pt x="14" y="9"/>
                    </a:lnTo>
                    <a:lnTo>
                      <a:pt x="14" y="4"/>
                    </a:lnTo>
                    <a:lnTo>
                      <a:pt x="14" y="0"/>
                    </a:lnTo>
                    <a:lnTo>
                      <a:pt x="9" y="4"/>
                    </a:lnTo>
                    <a:lnTo>
                      <a:pt x="9" y="0"/>
                    </a:lnTo>
                    <a:lnTo>
                      <a:pt x="5" y="4"/>
                    </a:lnTo>
                    <a:lnTo>
                      <a:pt x="5" y="9"/>
                    </a:lnTo>
                    <a:lnTo>
                      <a:pt x="0" y="9"/>
                    </a:lnTo>
                    <a:lnTo>
                      <a:pt x="5" y="9"/>
                    </a:lnTo>
                    <a:lnTo>
                      <a:pt x="5" y="14"/>
                    </a:lnTo>
                    <a:lnTo>
                      <a:pt x="5" y="16"/>
                    </a:lnTo>
                    <a:lnTo>
                      <a:pt x="9" y="16"/>
                    </a:lnTo>
                    <a:lnTo>
                      <a:pt x="14" y="16"/>
                    </a:lnTo>
                    <a:lnTo>
                      <a:pt x="14" y="14"/>
                    </a:lnTo>
                    <a:lnTo>
                      <a:pt x="16" y="14"/>
                    </a:lnTo>
                    <a:lnTo>
                      <a:pt x="16" y="9"/>
                    </a:lnTo>
                  </a:path>
                </a:pathLst>
              </a:custGeom>
              <a:solidFill>
                <a:srgbClr val="000000"/>
              </a:solidFill>
              <a:ln w="12700">
                <a:noFill/>
              </a:ln>
            </p:spPr>
            <p:txBody>
              <a:bodyPr/>
              <a:lstStyle/>
              <a:p>
                <a:endParaRPr lang="zh-CN" altLang="en-US"/>
              </a:p>
            </p:txBody>
          </p:sp>
          <p:sp>
            <p:nvSpPr>
              <p:cNvPr id="31157" name="Freeform 441"/>
              <p:cNvSpPr/>
              <p:nvPr/>
            </p:nvSpPr>
            <p:spPr>
              <a:xfrm>
                <a:off x="1732" y="2319"/>
                <a:ext cx="17" cy="17"/>
              </a:xfrm>
              <a:custGeom>
                <a:avLst/>
                <a:gdLst/>
                <a:ahLst/>
                <a:cxnLst>
                  <a:cxn ang="0">
                    <a:pos x="16" y="7"/>
                  </a:cxn>
                  <a:cxn ang="0">
                    <a:pos x="16" y="4"/>
                  </a:cxn>
                  <a:cxn ang="0">
                    <a:pos x="12" y="4"/>
                  </a:cxn>
                  <a:cxn ang="0">
                    <a:pos x="12" y="0"/>
                  </a:cxn>
                  <a:cxn ang="0">
                    <a:pos x="12" y="4"/>
                  </a:cxn>
                  <a:cxn ang="0">
                    <a:pos x="12" y="0"/>
                  </a:cxn>
                  <a:cxn ang="0">
                    <a:pos x="6" y="0"/>
                  </a:cxn>
                  <a:cxn ang="0">
                    <a:pos x="6" y="4"/>
                  </a:cxn>
                  <a:cxn ang="0">
                    <a:pos x="0" y="4"/>
                  </a:cxn>
                  <a:cxn ang="0">
                    <a:pos x="0" y="7"/>
                  </a:cxn>
                  <a:cxn ang="0">
                    <a:pos x="0" y="9"/>
                  </a:cxn>
                  <a:cxn ang="0">
                    <a:pos x="0" y="13"/>
                  </a:cxn>
                  <a:cxn ang="0">
                    <a:pos x="6" y="13"/>
                  </a:cxn>
                  <a:cxn ang="0">
                    <a:pos x="6" y="16"/>
                  </a:cxn>
                  <a:cxn ang="0">
                    <a:pos x="12" y="13"/>
                  </a:cxn>
                  <a:cxn ang="0">
                    <a:pos x="12" y="16"/>
                  </a:cxn>
                  <a:cxn ang="0">
                    <a:pos x="16" y="13"/>
                  </a:cxn>
                  <a:cxn ang="0">
                    <a:pos x="16" y="9"/>
                  </a:cxn>
                  <a:cxn ang="0">
                    <a:pos x="16" y="7"/>
                  </a:cxn>
                </a:cxnLst>
                <a:rect l="0" t="0" r="0" b="0"/>
                <a:pathLst>
                  <a:path w="17" h="17">
                    <a:moveTo>
                      <a:pt x="16" y="7"/>
                    </a:moveTo>
                    <a:lnTo>
                      <a:pt x="16" y="4"/>
                    </a:lnTo>
                    <a:lnTo>
                      <a:pt x="12" y="4"/>
                    </a:lnTo>
                    <a:lnTo>
                      <a:pt x="12" y="0"/>
                    </a:lnTo>
                    <a:lnTo>
                      <a:pt x="12" y="4"/>
                    </a:lnTo>
                    <a:lnTo>
                      <a:pt x="12" y="0"/>
                    </a:lnTo>
                    <a:lnTo>
                      <a:pt x="6" y="0"/>
                    </a:lnTo>
                    <a:lnTo>
                      <a:pt x="6" y="4"/>
                    </a:lnTo>
                    <a:lnTo>
                      <a:pt x="0" y="4"/>
                    </a:lnTo>
                    <a:lnTo>
                      <a:pt x="0" y="7"/>
                    </a:lnTo>
                    <a:lnTo>
                      <a:pt x="0" y="9"/>
                    </a:lnTo>
                    <a:lnTo>
                      <a:pt x="0" y="13"/>
                    </a:lnTo>
                    <a:lnTo>
                      <a:pt x="6" y="13"/>
                    </a:lnTo>
                    <a:lnTo>
                      <a:pt x="6" y="16"/>
                    </a:lnTo>
                    <a:lnTo>
                      <a:pt x="12" y="13"/>
                    </a:lnTo>
                    <a:lnTo>
                      <a:pt x="12" y="16"/>
                    </a:lnTo>
                    <a:lnTo>
                      <a:pt x="16" y="13"/>
                    </a:lnTo>
                    <a:lnTo>
                      <a:pt x="16" y="9"/>
                    </a:lnTo>
                    <a:lnTo>
                      <a:pt x="16" y="7"/>
                    </a:lnTo>
                  </a:path>
                </a:pathLst>
              </a:custGeom>
              <a:solidFill>
                <a:srgbClr val="000000"/>
              </a:solidFill>
              <a:ln w="12700">
                <a:noFill/>
              </a:ln>
            </p:spPr>
            <p:txBody>
              <a:bodyPr/>
              <a:lstStyle/>
              <a:p>
                <a:endParaRPr lang="zh-CN" altLang="en-US"/>
              </a:p>
            </p:txBody>
          </p:sp>
          <p:sp>
            <p:nvSpPr>
              <p:cNvPr id="31158" name="Freeform 442"/>
              <p:cNvSpPr/>
              <p:nvPr/>
            </p:nvSpPr>
            <p:spPr>
              <a:xfrm>
                <a:off x="1723" y="2320"/>
                <a:ext cx="17" cy="17"/>
              </a:xfrm>
              <a:custGeom>
                <a:avLst/>
                <a:gdLst/>
                <a:ahLst/>
                <a:cxnLst>
                  <a:cxn ang="0">
                    <a:pos x="14" y="5"/>
                  </a:cxn>
                  <a:cxn ang="0">
                    <a:pos x="14" y="4"/>
                  </a:cxn>
                  <a:cxn ang="0">
                    <a:pos x="9" y="4"/>
                  </a:cxn>
                  <a:cxn ang="0">
                    <a:pos x="9" y="0"/>
                  </a:cxn>
                  <a:cxn ang="0">
                    <a:pos x="5" y="0"/>
                  </a:cxn>
                  <a:cxn ang="0">
                    <a:pos x="5" y="4"/>
                  </a:cxn>
                  <a:cxn ang="0">
                    <a:pos x="0" y="4"/>
                  </a:cxn>
                  <a:cxn ang="0">
                    <a:pos x="0" y="5"/>
                  </a:cxn>
                  <a:cxn ang="0">
                    <a:pos x="0" y="9"/>
                  </a:cxn>
                  <a:cxn ang="0">
                    <a:pos x="5" y="9"/>
                  </a:cxn>
                  <a:cxn ang="0">
                    <a:pos x="5" y="13"/>
                  </a:cxn>
                  <a:cxn ang="0">
                    <a:pos x="9" y="16"/>
                  </a:cxn>
                  <a:cxn ang="0">
                    <a:pos x="14" y="13"/>
                  </a:cxn>
                  <a:cxn ang="0">
                    <a:pos x="14" y="9"/>
                  </a:cxn>
                  <a:cxn ang="0">
                    <a:pos x="16" y="9"/>
                  </a:cxn>
                  <a:cxn ang="0">
                    <a:pos x="14" y="9"/>
                  </a:cxn>
                  <a:cxn ang="0">
                    <a:pos x="14" y="5"/>
                  </a:cxn>
                </a:cxnLst>
                <a:rect l="0" t="0" r="0" b="0"/>
                <a:pathLst>
                  <a:path w="17" h="17">
                    <a:moveTo>
                      <a:pt x="14" y="5"/>
                    </a:moveTo>
                    <a:lnTo>
                      <a:pt x="14" y="4"/>
                    </a:lnTo>
                    <a:lnTo>
                      <a:pt x="9" y="4"/>
                    </a:lnTo>
                    <a:lnTo>
                      <a:pt x="9" y="0"/>
                    </a:lnTo>
                    <a:lnTo>
                      <a:pt x="5" y="0"/>
                    </a:lnTo>
                    <a:lnTo>
                      <a:pt x="5" y="4"/>
                    </a:lnTo>
                    <a:lnTo>
                      <a:pt x="0" y="4"/>
                    </a:lnTo>
                    <a:lnTo>
                      <a:pt x="0" y="5"/>
                    </a:lnTo>
                    <a:lnTo>
                      <a:pt x="0" y="9"/>
                    </a:lnTo>
                    <a:lnTo>
                      <a:pt x="5" y="9"/>
                    </a:lnTo>
                    <a:lnTo>
                      <a:pt x="5" y="13"/>
                    </a:lnTo>
                    <a:lnTo>
                      <a:pt x="9" y="16"/>
                    </a:lnTo>
                    <a:lnTo>
                      <a:pt x="14" y="13"/>
                    </a:lnTo>
                    <a:lnTo>
                      <a:pt x="14" y="9"/>
                    </a:lnTo>
                    <a:lnTo>
                      <a:pt x="16" y="9"/>
                    </a:lnTo>
                    <a:lnTo>
                      <a:pt x="14" y="9"/>
                    </a:lnTo>
                    <a:lnTo>
                      <a:pt x="14" y="5"/>
                    </a:lnTo>
                  </a:path>
                </a:pathLst>
              </a:custGeom>
              <a:solidFill>
                <a:srgbClr val="000000"/>
              </a:solidFill>
              <a:ln w="12700">
                <a:noFill/>
              </a:ln>
            </p:spPr>
            <p:txBody>
              <a:bodyPr/>
              <a:lstStyle/>
              <a:p>
                <a:endParaRPr lang="zh-CN" altLang="en-US"/>
              </a:p>
            </p:txBody>
          </p:sp>
          <p:sp>
            <p:nvSpPr>
              <p:cNvPr id="31159" name="Freeform 443"/>
              <p:cNvSpPr/>
              <p:nvPr/>
            </p:nvSpPr>
            <p:spPr>
              <a:xfrm>
                <a:off x="2104" y="2233"/>
                <a:ext cx="17" cy="17"/>
              </a:xfrm>
              <a:custGeom>
                <a:avLst/>
                <a:gdLst/>
                <a:ahLst/>
                <a:cxnLst>
                  <a:cxn ang="0">
                    <a:pos x="16" y="9"/>
                  </a:cxn>
                  <a:cxn ang="0">
                    <a:pos x="16" y="4"/>
                  </a:cxn>
                  <a:cxn ang="0">
                    <a:pos x="11" y="4"/>
                  </a:cxn>
                  <a:cxn ang="0">
                    <a:pos x="11" y="0"/>
                  </a:cxn>
                  <a:cxn ang="0">
                    <a:pos x="5" y="0"/>
                  </a:cxn>
                  <a:cxn ang="0">
                    <a:pos x="0" y="0"/>
                  </a:cxn>
                  <a:cxn ang="0">
                    <a:pos x="0" y="4"/>
                  </a:cxn>
                  <a:cxn ang="0">
                    <a:pos x="0" y="9"/>
                  </a:cxn>
                  <a:cxn ang="0">
                    <a:pos x="0" y="11"/>
                  </a:cxn>
                  <a:cxn ang="0">
                    <a:pos x="5" y="16"/>
                  </a:cxn>
                  <a:cxn ang="0">
                    <a:pos x="11" y="16"/>
                  </a:cxn>
                  <a:cxn ang="0">
                    <a:pos x="16" y="11"/>
                  </a:cxn>
                  <a:cxn ang="0">
                    <a:pos x="16" y="9"/>
                  </a:cxn>
                </a:cxnLst>
                <a:rect l="0" t="0" r="0" b="0"/>
                <a:pathLst>
                  <a:path w="17" h="17">
                    <a:moveTo>
                      <a:pt x="16" y="9"/>
                    </a:moveTo>
                    <a:lnTo>
                      <a:pt x="16" y="4"/>
                    </a:lnTo>
                    <a:lnTo>
                      <a:pt x="11" y="4"/>
                    </a:lnTo>
                    <a:lnTo>
                      <a:pt x="11" y="0"/>
                    </a:lnTo>
                    <a:lnTo>
                      <a:pt x="5" y="0"/>
                    </a:lnTo>
                    <a:lnTo>
                      <a:pt x="0" y="0"/>
                    </a:lnTo>
                    <a:lnTo>
                      <a:pt x="0" y="4"/>
                    </a:lnTo>
                    <a:lnTo>
                      <a:pt x="0" y="9"/>
                    </a:lnTo>
                    <a:lnTo>
                      <a:pt x="0" y="11"/>
                    </a:lnTo>
                    <a:lnTo>
                      <a:pt x="5" y="16"/>
                    </a:lnTo>
                    <a:lnTo>
                      <a:pt x="11" y="16"/>
                    </a:lnTo>
                    <a:lnTo>
                      <a:pt x="16" y="11"/>
                    </a:lnTo>
                    <a:lnTo>
                      <a:pt x="16" y="9"/>
                    </a:lnTo>
                  </a:path>
                </a:pathLst>
              </a:custGeom>
              <a:solidFill>
                <a:srgbClr val="000000"/>
              </a:solidFill>
              <a:ln w="12700">
                <a:noFill/>
              </a:ln>
            </p:spPr>
            <p:txBody>
              <a:bodyPr/>
              <a:lstStyle/>
              <a:p>
                <a:endParaRPr lang="zh-CN" altLang="en-US"/>
              </a:p>
            </p:txBody>
          </p:sp>
          <p:sp>
            <p:nvSpPr>
              <p:cNvPr id="31160" name="Freeform 444"/>
              <p:cNvSpPr/>
              <p:nvPr/>
            </p:nvSpPr>
            <p:spPr>
              <a:xfrm>
                <a:off x="2099" y="2234"/>
                <a:ext cx="17" cy="17"/>
              </a:xfrm>
              <a:custGeom>
                <a:avLst/>
                <a:gdLst/>
                <a:ahLst/>
                <a:cxnLst>
                  <a:cxn ang="0">
                    <a:pos x="16" y="7"/>
                  </a:cxn>
                  <a:cxn ang="0">
                    <a:pos x="16" y="4"/>
                  </a:cxn>
                  <a:cxn ang="0">
                    <a:pos x="9" y="4"/>
                  </a:cxn>
                  <a:cxn ang="0">
                    <a:pos x="9" y="0"/>
                  </a:cxn>
                  <a:cxn ang="0">
                    <a:pos x="3" y="0"/>
                  </a:cxn>
                  <a:cxn ang="0">
                    <a:pos x="3" y="4"/>
                  </a:cxn>
                  <a:cxn ang="0">
                    <a:pos x="0" y="4"/>
                  </a:cxn>
                  <a:cxn ang="0">
                    <a:pos x="0" y="7"/>
                  </a:cxn>
                  <a:cxn ang="0">
                    <a:pos x="0" y="11"/>
                  </a:cxn>
                  <a:cxn ang="0">
                    <a:pos x="3" y="11"/>
                  </a:cxn>
                  <a:cxn ang="0">
                    <a:pos x="3" y="16"/>
                  </a:cxn>
                  <a:cxn ang="0">
                    <a:pos x="9" y="16"/>
                  </a:cxn>
                  <a:cxn ang="0">
                    <a:pos x="16" y="16"/>
                  </a:cxn>
                  <a:cxn ang="0">
                    <a:pos x="16" y="11"/>
                  </a:cxn>
                  <a:cxn ang="0">
                    <a:pos x="16" y="7"/>
                  </a:cxn>
                </a:cxnLst>
                <a:rect l="0" t="0" r="0" b="0"/>
                <a:pathLst>
                  <a:path w="17" h="17">
                    <a:moveTo>
                      <a:pt x="16" y="7"/>
                    </a:moveTo>
                    <a:lnTo>
                      <a:pt x="16" y="4"/>
                    </a:lnTo>
                    <a:lnTo>
                      <a:pt x="9" y="4"/>
                    </a:lnTo>
                    <a:lnTo>
                      <a:pt x="9" y="0"/>
                    </a:lnTo>
                    <a:lnTo>
                      <a:pt x="3" y="0"/>
                    </a:lnTo>
                    <a:lnTo>
                      <a:pt x="3" y="4"/>
                    </a:lnTo>
                    <a:lnTo>
                      <a:pt x="0" y="4"/>
                    </a:lnTo>
                    <a:lnTo>
                      <a:pt x="0" y="7"/>
                    </a:lnTo>
                    <a:lnTo>
                      <a:pt x="0" y="11"/>
                    </a:lnTo>
                    <a:lnTo>
                      <a:pt x="3" y="11"/>
                    </a:lnTo>
                    <a:lnTo>
                      <a:pt x="3" y="16"/>
                    </a:lnTo>
                    <a:lnTo>
                      <a:pt x="9" y="16"/>
                    </a:lnTo>
                    <a:lnTo>
                      <a:pt x="16" y="16"/>
                    </a:lnTo>
                    <a:lnTo>
                      <a:pt x="16" y="11"/>
                    </a:lnTo>
                    <a:lnTo>
                      <a:pt x="16" y="7"/>
                    </a:lnTo>
                  </a:path>
                </a:pathLst>
              </a:custGeom>
              <a:solidFill>
                <a:srgbClr val="000000"/>
              </a:solidFill>
              <a:ln w="12700">
                <a:noFill/>
              </a:ln>
            </p:spPr>
            <p:txBody>
              <a:bodyPr/>
              <a:lstStyle/>
              <a:p>
                <a:endParaRPr lang="zh-CN" altLang="en-US"/>
              </a:p>
            </p:txBody>
          </p:sp>
          <p:sp>
            <p:nvSpPr>
              <p:cNvPr id="31161" name="Freeform 445"/>
              <p:cNvSpPr/>
              <p:nvPr/>
            </p:nvSpPr>
            <p:spPr>
              <a:xfrm>
                <a:off x="2090" y="2236"/>
                <a:ext cx="17" cy="17"/>
              </a:xfrm>
              <a:custGeom>
                <a:avLst/>
                <a:gdLst/>
                <a:ahLst/>
                <a:cxnLst>
                  <a:cxn ang="0">
                    <a:pos x="16" y="7"/>
                  </a:cxn>
                  <a:cxn ang="0">
                    <a:pos x="16" y="2"/>
                  </a:cxn>
                  <a:cxn ang="0">
                    <a:pos x="11" y="2"/>
                  </a:cxn>
                  <a:cxn ang="0">
                    <a:pos x="11" y="0"/>
                  </a:cxn>
                  <a:cxn ang="0">
                    <a:pos x="5" y="0"/>
                  </a:cxn>
                  <a:cxn ang="0">
                    <a:pos x="0" y="2"/>
                  </a:cxn>
                  <a:cxn ang="0">
                    <a:pos x="0" y="7"/>
                  </a:cxn>
                  <a:cxn ang="0">
                    <a:pos x="0" y="11"/>
                  </a:cxn>
                  <a:cxn ang="0">
                    <a:pos x="5" y="16"/>
                  </a:cxn>
                  <a:cxn ang="0">
                    <a:pos x="11" y="16"/>
                  </a:cxn>
                  <a:cxn ang="0">
                    <a:pos x="16" y="16"/>
                  </a:cxn>
                  <a:cxn ang="0">
                    <a:pos x="16" y="11"/>
                  </a:cxn>
                  <a:cxn ang="0">
                    <a:pos x="16" y="7"/>
                  </a:cxn>
                </a:cxnLst>
                <a:rect l="0" t="0" r="0" b="0"/>
                <a:pathLst>
                  <a:path w="17" h="17">
                    <a:moveTo>
                      <a:pt x="16" y="7"/>
                    </a:moveTo>
                    <a:lnTo>
                      <a:pt x="16" y="2"/>
                    </a:lnTo>
                    <a:lnTo>
                      <a:pt x="11" y="2"/>
                    </a:lnTo>
                    <a:lnTo>
                      <a:pt x="11" y="0"/>
                    </a:lnTo>
                    <a:lnTo>
                      <a:pt x="5" y="0"/>
                    </a:lnTo>
                    <a:lnTo>
                      <a:pt x="0" y="2"/>
                    </a:lnTo>
                    <a:lnTo>
                      <a:pt x="0" y="7"/>
                    </a:lnTo>
                    <a:lnTo>
                      <a:pt x="0" y="11"/>
                    </a:lnTo>
                    <a:lnTo>
                      <a:pt x="5" y="16"/>
                    </a:lnTo>
                    <a:lnTo>
                      <a:pt x="11" y="16"/>
                    </a:lnTo>
                    <a:lnTo>
                      <a:pt x="16" y="16"/>
                    </a:lnTo>
                    <a:lnTo>
                      <a:pt x="16" y="11"/>
                    </a:lnTo>
                    <a:lnTo>
                      <a:pt x="16" y="7"/>
                    </a:lnTo>
                  </a:path>
                </a:pathLst>
              </a:custGeom>
              <a:solidFill>
                <a:srgbClr val="000000"/>
              </a:solidFill>
              <a:ln w="12700">
                <a:noFill/>
              </a:ln>
            </p:spPr>
            <p:txBody>
              <a:bodyPr/>
              <a:lstStyle/>
              <a:p>
                <a:endParaRPr lang="zh-CN" altLang="en-US"/>
              </a:p>
            </p:txBody>
          </p:sp>
          <p:sp>
            <p:nvSpPr>
              <p:cNvPr id="31162" name="Freeform 446"/>
              <p:cNvSpPr/>
              <p:nvPr/>
            </p:nvSpPr>
            <p:spPr>
              <a:xfrm>
                <a:off x="2085" y="2239"/>
                <a:ext cx="17" cy="17"/>
              </a:xfrm>
              <a:custGeom>
                <a:avLst/>
                <a:gdLst/>
                <a:ahLst/>
                <a:cxnLst>
                  <a:cxn ang="0">
                    <a:pos x="16" y="7"/>
                  </a:cxn>
                  <a:cxn ang="0">
                    <a:pos x="16" y="4"/>
                  </a:cxn>
                  <a:cxn ang="0">
                    <a:pos x="9" y="4"/>
                  </a:cxn>
                  <a:cxn ang="0">
                    <a:pos x="9" y="0"/>
                  </a:cxn>
                  <a:cxn ang="0">
                    <a:pos x="3" y="0"/>
                  </a:cxn>
                  <a:cxn ang="0">
                    <a:pos x="0" y="4"/>
                  </a:cxn>
                  <a:cxn ang="0">
                    <a:pos x="0" y="7"/>
                  </a:cxn>
                  <a:cxn ang="0">
                    <a:pos x="0" y="11"/>
                  </a:cxn>
                  <a:cxn ang="0">
                    <a:pos x="0" y="14"/>
                  </a:cxn>
                  <a:cxn ang="0">
                    <a:pos x="3" y="14"/>
                  </a:cxn>
                  <a:cxn ang="0">
                    <a:pos x="9" y="16"/>
                  </a:cxn>
                  <a:cxn ang="0">
                    <a:pos x="9" y="14"/>
                  </a:cxn>
                  <a:cxn ang="0">
                    <a:pos x="16" y="14"/>
                  </a:cxn>
                  <a:cxn ang="0">
                    <a:pos x="16" y="11"/>
                  </a:cxn>
                  <a:cxn ang="0">
                    <a:pos x="16" y="7"/>
                  </a:cxn>
                </a:cxnLst>
                <a:rect l="0" t="0" r="0" b="0"/>
                <a:pathLst>
                  <a:path w="17" h="17">
                    <a:moveTo>
                      <a:pt x="16" y="7"/>
                    </a:moveTo>
                    <a:lnTo>
                      <a:pt x="16" y="4"/>
                    </a:lnTo>
                    <a:lnTo>
                      <a:pt x="9" y="4"/>
                    </a:lnTo>
                    <a:lnTo>
                      <a:pt x="9" y="0"/>
                    </a:lnTo>
                    <a:lnTo>
                      <a:pt x="3" y="0"/>
                    </a:lnTo>
                    <a:lnTo>
                      <a:pt x="0" y="4"/>
                    </a:lnTo>
                    <a:lnTo>
                      <a:pt x="0" y="7"/>
                    </a:lnTo>
                    <a:lnTo>
                      <a:pt x="0" y="11"/>
                    </a:lnTo>
                    <a:lnTo>
                      <a:pt x="0" y="14"/>
                    </a:lnTo>
                    <a:lnTo>
                      <a:pt x="3" y="14"/>
                    </a:lnTo>
                    <a:lnTo>
                      <a:pt x="9" y="16"/>
                    </a:lnTo>
                    <a:lnTo>
                      <a:pt x="9" y="14"/>
                    </a:lnTo>
                    <a:lnTo>
                      <a:pt x="16" y="14"/>
                    </a:lnTo>
                    <a:lnTo>
                      <a:pt x="16" y="11"/>
                    </a:lnTo>
                    <a:lnTo>
                      <a:pt x="16" y="7"/>
                    </a:lnTo>
                  </a:path>
                </a:pathLst>
              </a:custGeom>
              <a:solidFill>
                <a:srgbClr val="000000"/>
              </a:solidFill>
              <a:ln w="12700">
                <a:noFill/>
              </a:ln>
            </p:spPr>
            <p:txBody>
              <a:bodyPr/>
              <a:lstStyle/>
              <a:p>
                <a:endParaRPr lang="zh-CN" altLang="en-US"/>
              </a:p>
            </p:txBody>
          </p:sp>
          <p:sp>
            <p:nvSpPr>
              <p:cNvPr id="31163" name="Freeform 447"/>
              <p:cNvSpPr/>
              <p:nvPr/>
            </p:nvSpPr>
            <p:spPr>
              <a:xfrm>
                <a:off x="2077" y="2239"/>
                <a:ext cx="17" cy="17"/>
              </a:xfrm>
              <a:custGeom>
                <a:avLst/>
                <a:gdLst/>
                <a:ahLst/>
                <a:cxnLst>
                  <a:cxn ang="0">
                    <a:pos x="16" y="9"/>
                  </a:cxn>
                  <a:cxn ang="0">
                    <a:pos x="16" y="4"/>
                  </a:cxn>
                  <a:cxn ang="0">
                    <a:pos x="9" y="4"/>
                  </a:cxn>
                  <a:cxn ang="0">
                    <a:pos x="9" y="0"/>
                  </a:cxn>
                  <a:cxn ang="0">
                    <a:pos x="3" y="0"/>
                  </a:cxn>
                  <a:cxn ang="0">
                    <a:pos x="3" y="4"/>
                  </a:cxn>
                  <a:cxn ang="0">
                    <a:pos x="0" y="4"/>
                  </a:cxn>
                  <a:cxn ang="0">
                    <a:pos x="0" y="9"/>
                  </a:cxn>
                  <a:cxn ang="0">
                    <a:pos x="0" y="14"/>
                  </a:cxn>
                  <a:cxn ang="0">
                    <a:pos x="3" y="14"/>
                  </a:cxn>
                  <a:cxn ang="0">
                    <a:pos x="3" y="16"/>
                  </a:cxn>
                  <a:cxn ang="0">
                    <a:pos x="9" y="16"/>
                  </a:cxn>
                  <a:cxn ang="0">
                    <a:pos x="16" y="16"/>
                  </a:cxn>
                  <a:cxn ang="0">
                    <a:pos x="16" y="14"/>
                  </a:cxn>
                  <a:cxn ang="0">
                    <a:pos x="16" y="9"/>
                  </a:cxn>
                </a:cxnLst>
                <a:rect l="0" t="0" r="0" b="0"/>
                <a:pathLst>
                  <a:path w="17" h="17">
                    <a:moveTo>
                      <a:pt x="16" y="9"/>
                    </a:moveTo>
                    <a:lnTo>
                      <a:pt x="16" y="4"/>
                    </a:lnTo>
                    <a:lnTo>
                      <a:pt x="9" y="4"/>
                    </a:lnTo>
                    <a:lnTo>
                      <a:pt x="9" y="0"/>
                    </a:lnTo>
                    <a:lnTo>
                      <a:pt x="3" y="0"/>
                    </a:lnTo>
                    <a:lnTo>
                      <a:pt x="3" y="4"/>
                    </a:lnTo>
                    <a:lnTo>
                      <a:pt x="0" y="4"/>
                    </a:lnTo>
                    <a:lnTo>
                      <a:pt x="0" y="9"/>
                    </a:lnTo>
                    <a:lnTo>
                      <a:pt x="0" y="14"/>
                    </a:lnTo>
                    <a:lnTo>
                      <a:pt x="3" y="14"/>
                    </a:lnTo>
                    <a:lnTo>
                      <a:pt x="3" y="16"/>
                    </a:lnTo>
                    <a:lnTo>
                      <a:pt x="9" y="16"/>
                    </a:lnTo>
                    <a:lnTo>
                      <a:pt x="16" y="16"/>
                    </a:lnTo>
                    <a:lnTo>
                      <a:pt x="16" y="14"/>
                    </a:lnTo>
                    <a:lnTo>
                      <a:pt x="16" y="9"/>
                    </a:lnTo>
                  </a:path>
                </a:pathLst>
              </a:custGeom>
              <a:solidFill>
                <a:srgbClr val="000000"/>
              </a:solidFill>
              <a:ln w="12700">
                <a:noFill/>
              </a:ln>
            </p:spPr>
            <p:txBody>
              <a:bodyPr/>
              <a:lstStyle/>
              <a:p>
                <a:endParaRPr lang="zh-CN" altLang="en-US"/>
              </a:p>
            </p:txBody>
          </p:sp>
          <p:sp>
            <p:nvSpPr>
              <p:cNvPr id="31164" name="Freeform 448"/>
              <p:cNvSpPr/>
              <p:nvPr/>
            </p:nvSpPr>
            <p:spPr>
              <a:xfrm>
                <a:off x="2068" y="2242"/>
                <a:ext cx="17" cy="17"/>
              </a:xfrm>
              <a:custGeom>
                <a:avLst/>
                <a:gdLst/>
                <a:ahLst/>
                <a:cxnLst>
                  <a:cxn ang="0">
                    <a:pos x="16" y="7"/>
                  </a:cxn>
                  <a:cxn ang="0">
                    <a:pos x="12" y="7"/>
                  </a:cxn>
                  <a:cxn ang="0">
                    <a:pos x="12" y="4"/>
                  </a:cxn>
                  <a:cxn ang="0">
                    <a:pos x="7" y="0"/>
                  </a:cxn>
                  <a:cxn ang="0">
                    <a:pos x="5" y="0"/>
                  </a:cxn>
                  <a:cxn ang="0">
                    <a:pos x="5" y="4"/>
                  </a:cxn>
                  <a:cxn ang="0">
                    <a:pos x="5" y="7"/>
                  </a:cxn>
                  <a:cxn ang="0">
                    <a:pos x="0" y="7"/>
                  </a:cxn>
                  <a:cxn ang="0">
                    <a:pos x="5" y="7"/>
                  </a:cxn>
                  <a:cxn ang="0">
                    <a:pos x="5" y="9"/>
                  </a:cxn>
                  <a:cxn ang="0">
                    <a:pos x="5" y="13"/>
                  </a:cxn>
                  <a:cxn ang="0">
                    <a:pos x="7" y="16"/>
                  </a:cxn>
                  <a:cxn ang="0">
                    <a:pos x="12" y="16"/>
                  </a:cxn>
                  <a:cxn ang="0">
                    <a:pos x="12" y="13"/>
                  </a:cxn>
                  <a:cxn ang="0">
                    <a:pos x="16" y="13"/>
                  </a:cxn>
                  <a:cxn ang="0">
                    <a:pos x="16" y="9"/>
                  </a:cxn>
                  <a:cxn ang="0">
                    <a:pos x="16" y="7"/>
                  </a:cxn>
                </a:cxnLst>
                <a:rect l="0" t="0" r="0" b="0"/>
                <a:pathLst>
                  <a:path w="17" h="17">
                    <a:moveTo>
                      <a:pt x="16" y="7"/>
                    </a:moveTo>
                    <a:lnTo>
                      <a:pt x="12" y="7"/>
                    </a:lnTo>
                    <a:lnTo>
                      <a:pt x="12" y="4"/>
                    </a:lnTo>
                    <a:lnTo>
                      <a:pt x="7" y="0"/>
                    </a:lnTo>
                    <a:lnTo>
                      <a:pt x="5" y="0"/>
                    </a:lnTo>
                    <a:lnTo>
                      <a:pt x="5" y="4"/>
                    </a:lnTo>
                    <a:lnTo>
                      <a:pt x="5" y="7"/>
                    </a:lnTo>
                    <a:lnTo>
                      <a:pt x="0" y="7"/>
                    </a:lnTo>
                    <a:lnTo>
                      <a:pt x="5" y="7"/>
                    </a:lnTo>
                    <a:lnTo>
                      <a:pt x="5" y="9"/>
                    </a:lnTo>
                    <a:lnTo>
                      <a:pt x="5" y="13"/>
                    </a:lnTo>
                    <a:lnTo>
                      <a:pt x="7" y="16"/>
                    </a:lnTo>
                    <a:lnTo>
                      <a:pt x="12" y="16"/>
                    </a:lnTo>
                    <a:lnTo>
                      <a:pt x="12" y="13"/>
                    </a:lnTo>
                    <a:lnTo>
                      <a:pt x="16" y="13"/>
                    </a:lnTo>
                    <a:lnTo>
                      <a:pt x="16" y="9"/>
                    </a:lnTo>
                    <a:lnTo>
                      <a:pt x="16" y="7"/>
                    </a:lnTo>
                  </a:path>
                </a:pathLst>
              </a:custGeom>
              <a:solidFill>
                <a:srgbClr val="000000"/>
              </a:solidFill>
              <a:ln w="12700">
                <a:noFill/>
              </a:ln>
            </p:spPr>
            <p:txBody>
              <a:bodyPr/>
              <a:lstStyle/>
              <a:p>
                <a:endParaRPr lang="zh-CN" altLang="en-US"/>
              </a:p>
            </p:txBody>
          </p:sp>
          <p:sp>
            <p:nvSpPr>
              <p:cNvPr id="31165" name="Freeform 449"/>
              <p:cNvSpPr/>
              <p:nvPr/>
            </p:nvSpPr>
            <p:spPr>
              <a:xfrm>
                <a:off x="2062" y="2242"/>
                <a:ext cx="17" cy="17"/>
              </a:xfrm>
              <a:custGeom>
                <a:avLst/>
                <a:gdLst/>
                <a:ahLst/>
                <a:cxnLst>
                  <a:cxn ang="0">
                    <a:pos x="16" y="7"/>
                  </a:cxn>
                  <a:cxn ang="0">
                    <a:pos x="16" y="4"/>
                  </a:cxn>
                  <a:cxn ang="0">
                    <a:pos x="9" y="4"/>
                  </a:cxn>
                  <a:cxn ang="0">
                    <a:pos x="9" y="0"/>
                  </a:cxn>
                  <a:cxn ang="0">
                    <a:pos x="9" y="4"/>
                  </a:cxn>
                  <a:cxn ang="0">
                    <a:pos x="3" y="0"/>
                  </a:cxn>
                  <a:cxn ang="0">
                    <a:pos x="3" y="4"/>
                  </a:cxn>
                  <a:cxn ang="0">
                    <a:pos x="0" y="4"/>
                  </a:cxn>
                  <a:cxn ang="0">
                    <a:pos x="0" y="7"/>
                  </a:cxn>
                  <a:cxn ang="0">
                    <a:pos x="0" y="11"/>
                  </a:cxn>
                  <a:cxn ang="0">
                    <a:pos x="0" y="16"/>
                  </a:cxn>
                  <a:cxn ang="0">
                    <a:pos x="3" y="16"/>
                  </a:cxn>
                  <a:cxn ang="0">
                    <a:pos x="9" y="16"/>
                  </a:cxn>
                  <a:cxn ang="0">
                    <a:pos x="16" y="16"/>
                  </a:cxn>
                  <a:cxn ang="0">
                    <a:pos x="16" y="11"/>
                  </a:cxn>
                  <a:cxn ang="0">
                    <a:pos x="16" y="7"/>
                  </a:cxn>
                </a:cxnLst>
                <a:rect l="0" t="0" r="0" b="0"/>
                <a:pathLst>
                  <a:path w="17" h="17">
                    <a:moveTo>
                      <a:pt x="16" y="7"/>
                    </a:moveTo>
                    <a:lnTo>
                      <a:pt x="16" y="4"/>
                    </a:lnTo>
                    <a:lnTo>
                      <a:pt x="9" y="4"/>
                    </a:lnTo>
                    <a:lnTo>
                      <a:pt x="9" y="0"/>
                    </a:lnTo>
                    <a:lnTo>
                      <a:pt x="9" y="4"/>
                    </a:lnTo>
                    <a:lnTo>
                      <a:pt x="3" y="0"/>
                    </a:lnTo>
                    <a:lnTo>
                      <a:pt x="3" y="4"/>
                    </a:lnTo>
                    <a:lnTo>
                      <a:pt x="0" y="4"/>
                    </a:lnTo>
                    <a:lnTo>
                      <a:pt x="0" y="7"/>
                    </a:lnTo>
                    <a:lnTo>
                      <a:pt x="0" y="11"/>
                    </a:lnTo>
                    <a:lnTo>
                      <a:pt x="0" y="16"/>
                    </a:lnTo>
                    <a:lnTo>
                      <a:pt x="3" y="16"/>
                    </a:lnTo>
                    <a:lnTo>
                      <a:pt x="9" y="16"/>
                    </a:lnTo>
                    <a:lnTo>
                      <a:pt x="16" y="16"/>
                    </a:lnTo>
                    <a:lnTo>
                      <a:pt x="16" y="11"/>
                    </a:lnTo>
                    <a:lnTo>
                      <a:pt x="16" y="7"/>
                    </a:lnTo>
                  </a:path>
                </a:pathLst>
              </a:custGeom>
              <a:solidFill>
                <a:srgbClr val="000000"/>
              </a:solidFill>
              <a:ln w="12700">
                <a:noFill/>
              </a:ln>
            </p:spPr>
            <p:txBody>
              <a:bodyPr/>
              <a:lstStyle/>
              <a:p>
                <a:endParaRPr lang="zh-CN" altLang="en-US"/>
              </a:p>
            </p:txBody>
          </p:sp>
          <p:sp>
            <p:nvSpPr>
              <p:cNvPr id="31166" name="Freeform 450"/>
              <p:cNvSpPr/>
              <p:nvPr/>
            </p:nvSpPr>
            <p:spPr>
              <a:xfrm>
                <a:off x="2053" y="2245"/>
                <a:ext cx="17" cy="17"/>
              </a:xfrm>
              <a:custGeom>
                <a:avLst/>
                <a:gdLst/>
                <a:ahLst/>
                <a:cxnLst>
                  <a:cxn ang="0">
                    <a:pos x="12" y="4"/>
                  </a:cxn>
                  <a:cxn ang="0">
                    <a:pos x="12" y="0"/>
                  </a:cxn>
                  <a:cxn ang="0">
                    <a:pos x="7" y="0"/>
                  </a:cxn>
                  <a:cxn ang="0">
                    <a:pos x="5" y="0"/>
                  </a:cxn>
                  <a:cxn ang="0">
                    <a:pos x="5" y="4"/>
                  </a:cxn>
                  <a:cxn ang="0">
                    <a:pos x="0" y="4"/>
                  </a:cxn>
                  <a:cxn ang="0">
                    <a:pos x="0" y="9"/>
                  </a:cxn>
                  <a:cxn ang="0">
                    <a:pos x="5" y="9"/>
                  </a:cxn>
                  <a:cxn ang="0">
                    <a:pos x="5" y="14"/>
                  </a:cxn>
                  <a:cxn ang="0">
                    <a:pos x="7" y="16"/>
                  </a:cxn>
                  <a:cxn ang="0">
                    <a:pos x="12" y="14"/>
                  </a:cxn>
                  <a:cxn ang="0">
                    <a:pos x="12" y="9"/>
                  </a:cxn>
                  <a:cxn ang="0">
                    <a:pos x="16" y="9"/>
                  </a:cxn>
                  <a:cxn ang="0">
                    <a:pos x="12" y="9"/>
                  </a:cxn>
                  <a:cxn ang="0">
                    <a:pos x="12" y="4"/>
                  </a:cxn>
                </a:cxnLst>
                <a:rect l="0" t="0" r="0" b="0"/>
                <a:pathLst>
                  <a:path w="17" h="17">
                    <a:moveTo>
                      <a:pt x="12" y="4"/>
                    </a:moveTo>
                    <a:lnTo>
                      <a:pt x="12" y="0"/>
                    </a:lnTo>
                    <a:lnTo>
                      <a:pt x="7" y="0"/>
                    </a:lnTo>
                    <a:lnTo>
                      <a:pt x="5" y="0"/>
                    </a:lnTo>
                    <a:lnTo>
                      <a:pt x="5" y="4"/>
                    </a:lnTo>
                    <a:lnTo>
                      <a:pt x="0" y="4"/>
                    </a:lnTo>
                    <a:lnTo>
                      <a:pt x="0" y="9"/>
                    </a:lnTo>
                    <a:lnTo>
                      <a:pt x="5" y="9"/>
                    </a:lnTo>
                    <a:lnTo>
                      <a:pt x="5" y="14"/>
                    </a:lnTo>
                    <a:lnTo>
                      <a:pt x="7" y="16"/>
                    </a:lnTo>
                    <a:lnTo>
                      <a:pt x="12" y="14"/>
                    </a:lnTo>
                    <a:lnTo>
                      <a:pt x="12" y="9"/>
                    </a:lnTo>
                    <a:lnTo>
                      <a:pt x="16" y="9"/>
                    </a:lnTo>
                    <a:lnTo>
                      <a:pt x="12" y="9"/>
                    </a:lnTo>
                    <a:lnTo>
                      <a:pt x="12" y="4"/>
                    </a:lnTo>
                  </a:path>
                </a:pathLst>
              </a:custGeom>
              <a:solidFill>
                <a:srgbClr val="000000"/>
              </a:solidFill>
              <a:ln w="12700">
                <a:noFill/>
              </a:ln>
            </p:spPr>
            <p:txBody>
              <a:bodyPr/>
              <a:lstStyle/>
              <a:p>
                <a:endParaRPr lang="zh-CN" altLang="en-US"/>
              </a:p>
            </p:txBody>
          </p:sp>
          <p:sp>
            <p:nvSpPr>
              <p:cNvPr id="31167" name="Freeform 451"/>
              <p:cNvSpPr/>
              <p:nvPr/>
            </p:nvSpPr>
            <p:spPr>
              <a:xfrm>
                <a:off x="2048" y="2247"/>
                <a:ext cx="17" cy="17"/>
              </a:xfrm>
              <a:custGeom>
                <a:avLst/>
                <a:gdLst/>
                <a:ahLst/>
                <a:cxnLst>
                  <a:cxn ang="0">
                    <a:pos x="16" y="4"/>
                  </a:cxn>
                  <a:cxn ang="0">
                    <a:pos x="9" y="4"/>
                  </a:cxn>
                  <a:cxn ang="0">
                    <a:pos x="9" y="0"/>
                  </a:cxn>
                  <a:cxn ang="0">
                    <a:pos x="3" y="0"/>
                  </a:cxn>
                  <a:cxn ang="0">
                    <a:pos x="0" y="0"/>
                  </a:cxn>
                  <a:cxn ang="0">
                    <a:pos x="0" y="4"/>
                  </a:cxn>
                  <a:cxn ang="0">
                    <a:pos x="0" y="9"/>
                  </a:cxn>
                  <a:cxn ang="0">
                    <a:pos x="0" y="11"/>
                  </a:cxn>
                  <a:cxn ang="0">
                    <a:pos x="3" y="11"/>
                  </a:cxn>
                  <a:cxn ang="0">
                    <a:pos x="3" y="16"/>
                  </a:cxn>
                  <a:cxn ang="0">
                    <a:pos x="3" y="11"/>
                  </a:cxn>
                  <a:cxn ang="0">
                    <a:pos x="3" y="16"/>
                  </a:cxn>
                  <a:cxn ang="0">
                    <a:pos x="9" y="16"/>
                  </a:cxn>
                  <a:cxn ang="0">
                    <a:pos x="9" y="11"/>
                  </a:cxn>
                  <a:cxn ang="0">
                    <a:pos x="16" y="11"/>
                  </a:cxn>
                  <a:cxn ang="0">
                    <a:pos x="16" y="9"/>
                  </a:cxn>
                  <a:cxn ang="0">
                    <a:pos x="16" y="4"/>
                  </a:cxn>
                </a:cxnLst>
                <a:rect l="0" t="0" r="0" b="0"/>
                <a:pathLst>
                  <a:path w="17" h="17">
                    <a:moveTo>
                      <a:pt x="16" y="4"/>
                    </a:moveTo>
                    <a:lnTo>
                      <a:pt x="9" y="4"/>
                    </a:lnTo>
                    <a:lnTo>
                      <a:pt x="9" y="0"/>
                    </a:lnTo>
                    <a:lnTo>
                      <a:pt x="3" y="0"/>
                    </a:lnTo>
                    <a:lnTo>
                      <a:pt x="0" y="0"/>
                    </a:lnTo>
                    <a:lnTo>
                      <a:pt x="0" y="4"/>
                    </a:lnTo>
                    <a:lnTo>
                      <a:pt x="0" y="9"/>
                    </a:lnTo>
                    <a:lnTo>
                      <a:pt x="0" y="11"/>
                    </a:lnTo>
                    <a:lnTo>
                      <a:pt x="3" y="11"/>
                    </a:lnTo>
                    <a:lnTo>
                      <a:pt x="3" y="16"/>
                    </a:lnTo>
                    <a:lnTo>
                      <a:pt x="3" y="11"/>
                    </a:lnTo>
                    <a:lnTo>
                      <a:pt x="3" y="16"/>
                    </a:lnTo>
                    <a:lnTo>
                      <a:pt x="9" y="16"/>
                    </a:lnTo>
                    <a:lnTo>
                      <a:pt x="9" y="11"/>
                    </a:lnTo>
                    <a:lnTo>
                      <a:pt x="16" y="11"/>
                    </a:lnTo>
                    <a:lnTo>
                      <a:pt x="16" y="9"/>
                    </a:lnTo>
                    <a:lnTo>
                      <a:pt x="16" y="4"/>
                    </a:lnTo>
                  </a:path>
                </a:pathLst>
              </a:custGeom>
              <a:solidFill>
                <a:srgbClr val="000000"/>
              </a:solidFill>
              <a:ln w="12700">
                <a:noFill/>
              </a:ln>
            </p:spPr>
            <p:txBody>
              <a:bodyPr/>
              <a:lstStyle/>
              <a:p>
                <a:endParaRPr lang="zh-CN" altLang="en-US"/>
              </a:p>
            </p:txBody>
          </p:sp>
          <p:sp>
            <p:nvSpPr>
              <p:cNvPr id="31168" name="Freeform 452"/>
              <p:cNvSpPr/>
              <p:nvPr/>
            </p:nvSpPr>
            <p:spPr>
              <a:xfrm>
                <a:off x="2040" y="2248"/>
                <a:ext cx="17" cy="17"/>
              </a:xfrm>
              <a:custGeom>
                <a:avLst/>
                <a:gdLst/>
                <a:ahLst/>
                <a:cxnLst>
                  <a:cxn ang="0">
                    <a:pos x="16" y="4"/>
                  </a:cxn>
                  <a:cxn ang="0">
                    <a:pos x="16" y="0"/>
                  </a:cxn>
                  <a:cxn ang="0">
                    <a:pos x="9" y="0"/>
                  </a:cxn>
                  <a:cxn ang="0">
                    <a:pos x="6" y="0"/>
                  </a:cxn>
                  <a:cxn ang="0">
                    <a:pos x="0" y="0"/>
                  </a:cxn>
                  <a:cxn ang="0">
                    <a:pos x="0" y="4"/>
                  </a:cxn>
                  <a:cxn ang="0">
                    <a:pos x="0" y="7"/>
                  </a:cxn>
                  <a:cxn ang="0">
                    <a:pos x="0" y="11"/>
                  </a:cxn>
                  <a:cxn ang="0">
                    <a:pos x="6" y="11"/>
                  </a:cxn>
                  <a:cxn ang="0">
                    <a:pos x="6" y="16"/>
                  </a:cxn>
                  <a:cxn ang="0">
                    <a:pos x="9" y="16"/>
                  </a:cxn>
                  <a:cxn ang="0">
                    <a:pos x="16" y="16"/>
                  </a:cxn>
                  <a:cxn ang="0">
                    <a:pos x="16" y="11"/>
                  </a:cxn>
                  <a:cxn ang="0">
                    <a:pos x="16" y="7"/>
                  </a:cxn>
                  <a:cxn ang="0">
                    <a:pos x="16" y="4"/>
                  </a:cxn>
                </a:cxnLst>
                <a:rect l="0" t="0" r="0" b="0"/>
                <a:pathLst>
                  <a:path w="17" h="17">
                    <a:moveTo>
                      <a:pt x="16" y="4"/>
                    </a:moveTo>
                    <a:lnTo>
                      <a:pt x="16" y="0"/>
                    </a:lnTo>
                    <a:lnTo>
                      <a:pt x="9" y="0"/>
                    </a:lnTo>
                    <a:lnTo>
                      <a:pt x="6" y="0"/>
                    </a:lnTo>
                    <a:lnTo>
                      <a:pt x="0" y="0"/>
                    </a:lnTo>
                    <a:lnTo>
                      <a:pt x="0" y="4"/>
                    </a:lnTo>
                    <a:lnTo>
                      <a:pt x="0" y="7"/>
                    </a:lnTo>
                    <a:lnTo>
                      <a:pt x="0" y="11"/>
                    </a:lnTo>
                    <a:lnTo>
                      <a:pt x="6" y="11"/>
                    </a:lnTo>
                    <a:lnTo>
                      <a:pt x="6" y="16"/>
                    </a:lnTo>
                    <a:lnTo>
                      <a:pt x="9" y="16"/>
                    </a:lnTo>
                    <a:lnTo>
                      <a:pt x="16" y="16"/>
                    </a:lnTo>
                    <a:lnTo>
                      <a:pt x="16" y="11"/>
                    </a:lnTo>
                    <a:lnTo>
                      <a:pt x="16" y="7"/>
                    </a:lnTo>
                    <a:lnTo>
                      <a:pt x="16" y="4"/>
                    </a:lnTo>
                  </a:path>
                </a:pathLst>
              </a:custGeom>
              <a:solidFill>
                <a:srgbClr val="000000"/>
              </a:solidFill>
              <a:ln w="12700">
                <a:noFill/>
              </a:ln>
            </p:spPr>
            <p:txBody>
              <a:bodyPr/>
              <a:lstStyle/>
              <a:p>
                <a:endParaRPr lang="zh-CN" altLang="en-US"/>
              </a:p>
            </p:txBody>
          </p:sp>
          <p:sp>
            <p:nvSpPr>
              <p:cNvPr id="31169" name="Freeform 453"/>
              <p:cNvSpPr/>
              <p:nvPr/>
            </p:nvSpPr>
            <p:spPr>
              <a:xfrm>
                <a:off x="2034" y="2250"/>
                <a:ext cx="17" cy="17"/>
              </a:xfrm>
              <a:custGeom>
                <a:avLst/>
                <a:gdLst/>
                <a:ahLst/>
                <a:cxnLst>
                  <a:cxn ang="0">
                    <a:pos x="16" y="2"/>
                  </a:cxn>
                  <a:cxn ang="0">
                    <a:pos x="9" y="2"/>
                  </a:cxn>
                  <a:cxn ang="0">
                    <a:pos x="9" y="0"/>
                  </a:cxn>
                  <a:cxn ang="0">
                    <a:pos x="3" y="0"/>
                  </a:cxn>
                  <a:cxn ang="0">
                    <a:pos x="0" y="0"/>
                  </a:cxn>
                  <a:cxn ang="0">
                    <a:pos x="0" y="2"/>
                  </a:cxn>
                  <a:cxn ang="0">
                    <a:pos x="0" y="7"/>
                  </a:cxn>
                  <a:cxn ang="0">
                    <a:pos x="0" y="11"/>
                  </a:cxn>
                  <a:cxn ang="0">
                    <a:pos x="0" y="16"/>
                  </a:cxn>
                  <a:cxn ang="0">
                    <a:pos x="3" y="16"/>
                  </a:cxn>
                  <a:cxn ang="0">
                    <a:pos x="9" y="16"/>
                  </a:cxn>
                  <a:cxn ang="0">
                    <a:pos x="9" y="11"/>
                  </a:cxn>
                  <a:cxn ang="0">
                    <a:pos x="16" y="11"/>
                  </a:cxn>
                  <a:cxn ang="0">
                    <a:pos x="16" y="7"/>
                  </a:cxn>
                  <a:cxn ang="0">
                    <a:pos x="16" y="2"/>
                  </a:cxn>
                </a:cxnLst>
                <a:rect l="0" t="0" r="0" b="0"/>
                <a:pathLst>
                  <a:path w="17" h="17">
                    <a:moveTo>
                      <a:pt x="16" y="2"/>
                    </a:moveTo>
                    <a:lnTo>
                      <a:pt x="9" y="2"/>
                    </a:lnTo>
                    <a:lnTo>
                      <a:pt x="9" y="0"/>
                    </a:lnTo>
                    <a:lnTo>
                      <a:pt x="3" y="0"/>
                    </a:lnTo>
                    <a:lnTo>
                      <a:pt x="0" y="0"/>
                    </a:lnTo>
                    <a:lnTo>
                      <a:pt x="0" y="2"/>
                    </a:lnTo>
                    <a:lnTo>
                      <a:pt x="0" y="7"/>
                    </a:lnTo>
                    <a:lnTo>
                      <a:pt x="0" y="11"/>
                    </a:lnTo>
                    <a:lnTo>
                      <a:pt x="0" y="16"/>
                    </a:lnTo>
                    <a:lnTo>
                      <a:pt x="3" y="16"/>
                    </a:lnTo>
                    <a:lnTo>
                      <a:pt x="9" y="16"/>
                    </a:lnTo>
                    <a:lnTo>
                      <a:pt x="9" y="11"/>
                    </a:lnTo>
                    <a:lnTo>
                      <a:pt x="16" y="11"/>
                    </a:lnTo>
                    <a:lnTo>
                      <a:pt x="16" y="7"/>
                    </a:lnTo>
                    <a:lnTo>
                      <a:pt x="16" y="2"/>
                    </a:lnTo>
                  </a:path>
                </a:pathLst>
              </a:custGeom>
              <a:solidFill>
                <a:srgbClr val="000000"/>
              </a:solidFill>
              <a:ln w="12700">
                <a:noFill/>
              </a:ln>
            </p:spPr>
            <p:txBody>
              <a:bodyPr/>
              <a:lstStyle/>
              <a:p>
                <a:endParaRPr lang="zh-CN" altLang="en-US"/>
              </a:p>
            </p:txBody>
          </p:sp>
          <p:sp>
            <p:nvSpPr>
              <p:cNvPr id="31170" name="Freeform 454"/>
              <p:cNvSpPr/>
              <p:nvPr/>
            </p:nvSpPr>
            <p:spPr>
              <a:xfrm>
                <a:off x="2026" y="2253"/>
                <a:ext cx="17" cy="17"/>
              </a:xfrm>
              <a:custGeom>
                <a:avLst/>
                <a:gdLst/>
                <a:ahLst/>
                <a:cxnLst>
                  <a:cxn ang="0">
                    <a:pos x="16" y="4"/>
                  </a:cxn>
                  <a:cxn ang="0">
                    <a:pos x="9" y="4"/>
                  </a:cxn>
                  <a:cxn ang="0">
                    <a:pos x="9" y="0"/>
                  </a:cxn>
                  <a:cxn ang="0">
                    <a:pos x="6" y="0"/>
                  </a:cxn>
                  <a:cxn ang="0">
                    <a:pos x="0" y="0"/>
                  </a:cxn>
                  <a:cxn ang="0">
                    <a:pos x="0" y="4"/>
                  </a:cxn>
                  <a:cxn ang="0">
                    <a:pos x="0" y="8"/>
                  </a:cxn>
                  <a:cxn ang="0">
                    <a:pos x="0" y="12"/>
                  </a:cxn>
                  <a:cxn ang="0">
                    <a:pos x="6" y="12"/>
                  </a:cxn>
                  <a:cxn ang="0">
                    <a:pos x="6" y="16"/>
                  </a:cxn>
                  <a:cxn ang="0">
                    <a:pos x="9" y="16"/>
                  </a:cxn>
                  <a:cxn ang="0">
                    <a:pos x="9" y="12"/>
                  </a:cxn>
                  <a:cxn ang="0">
                    <a:pos x="16" y="12"/>
                  </a:cxn>
                  <a:cxn ang="0">
                    <a:pos x="16" y="8"/>
                  </a:cxn>
                  <a:cxn ang="0">
                    <a:pos x="16" y="4"/>
                  </a:cxn>
                </a:cxnLst>
                <a:rect l="0" t="0" r="0" b="0"/>
                <a:pathLst>
                  <a:path w="17" h="17">
                    <a:moveTo>
                      <a:pt x="16" y="4"/>
                    </a:moveTo>
                    <a:lnTo>
                      <a:pt x="9" y="4"/>
                    </a:lnTo>
                    <a:lnTo>
                      <a:pt x="9" y="0"/>
                    </a:lnTo>
                    <a:lnTo>
                      <a:pt x="6" y="0"/>
                    </a:lnTo>
                    <a:lnTo>
                      <a:pt x="0" y="0"/>
                    </a:lnTo>
                    <a:lnTo>
                      <a:pt x="0" y="4"/>
                    </a:lnTo>
                    <a:lnTo>
                      <a:pt x="0" y="8"/>
                    </a:lnTo>
                    <a:lnTo>
                      <a:pt x="0" y="12"/>
                    </a:lnTo>
                    <a:lnTo>
                      <a:pt x="6" y="12"/>
                    </a:lnTo>
                    <a:lnTo>
                      <a:pt x="6" y="16"/>
                    </a:lnTo>
                    <a:lnTo>
                      <a:pt x="9" y="16"/>
                    </a:lnTo>
                    <a:lnTo>
                      <a:pt x="9" y="12"/>
                    </a:lnTo>
                    <a:lnTo>
                      <a:pt x="16" y="12"/>
                    </a:lnTo>
                    <a:lnTo>
                      <a:pt x="16" y="8"/>
                    </a:lnTo>
                    <a:lnTo>
                      <a:pt x="16" y="4"/>
                    </a:lnTo>
                  </a:path>
                </a:pathLst>
              </a:custGeom>
              <a:solidFill>
                <a:srgbClr val="000000"/>
              </a:solidFill>
              <a:ln w="12700">
                <a:noFill/>
              </a:ln>
            </p:spPr>
            <p:txBody>
              <a:bodyPr/>
              <a:lstStyle/>
              <a:p>
                <a:endParaRPr lang="zh-CN" altLang="en-US"/>
              </a:p>
            </p:txBody>
          </p:sp>
          <p:sp>
            <p:nvSpPr>
              <p:cNvPr id="31171" name="Freeform 455"/>
              <p:cNvSpPr/>
              <p:nvPr/>
            </p:nvSpPr>
            <p:spPr>
              <a:xfrm>
                <a:off x="2018" y="2253"/>
                <a:ext cx="17" cy="17"/>
              </a:xfrm>
              <a:custGeom>
                <a:avLst/>
                <a:gdLst/>
                <a:ahLst/>
                <a:cxnLst>
                  <a:cxn ang="0">
                    <a:pos x="16" y="9"/>
                  </a:cxn>
                  <a:cxn ang="0">
                    <a:pos x="16" y="4"/>
                  </a:cxn>
                  <a:cxn ang="0">
                    <a:pos x="9" y="0"/>
                  </a:cxn>
                  <a:cxn ang="0">
                    <a:pos x="6" y="0"/>
                  </a:cxn>
                  <a:cxn ang="0">
                    <a:pos x="0" y="0"/>
                  </a:cxn>
                  <a:cxn ang="0">
                    <a:pos x="0" y="4"/>
                  </a:cxn>
                  <a:cxn ang="0">
                    <a:pos x="0" y="9"/>
                  </a:cxn>
                  <a:cxn ang="0">
                    <a:pos x="0" y="14"/>
                  </a:cxn>
                  <a:cxn ang="0">
                    <a:pos x="6" y="14"/>
                  </a:cxn>
                  <a:cxn ang="0">
                    <a:pos x="6" y="16"/>
                  </a:cxn>
                  <a:cxn ang="0">
                    <a:pos x="9" y="16"/>
                  </a:cxn>
                  <a:cxn ang="0">
                    <a:pos x="16" y="16"/>
                  </a:cxn>
                  <a:cxn ang="0">
                    <a:pos x="16" y="14"/>
                  </a:cxn>
                  <a:cxn ang="0">
                    <a:pos x="16" y="9"/>
                  </a:cxn>
                </a:cxnLst>
                <a:rect l="0" t="0" r="0" b="0"/>
                <a:pathLst>
                  <a:path w="17" h="17">
                    <a:moveTo>
                      <a:pt x="16" y="9"/>
                    </a:moveTo>
                    <a:lnTo>
                      <a:pt x="16" y="4"/>
                    </a:lnTo>
                    <a:lnTo>
                      <a:pt x="9" y="0"/>
                    </a:lnTo>
                    <a:lnTo>
                      <a:pt x="6" y="0"/>
                    </a:lnTo>
                    <a:lnTo>
                      <a:pt x="0" y="0"/>
                    </a:lnTo>
                    <a:lnTo>
                      <a:pt x="0" y="4"/>
                    </a:lnTo>
                    <a:lnTo>
                      <a:pt x="0" y="9"/>
                    </a:lnTo>
                    <a:lnTo>
                      <a:pt x="0" y="14"/>
                    </a:lnTo>
                    <a:lnTo>
                      <a:pt x="6" y="14"/>
                    </a:lnTo>
                    <a:lnTo>
                      <a:pt x="6" y="16"/>
                    </a:lnTo>
                    <a:lnTo>
                      <a:pt x="9" y="16"/>
                    </a:lnTo>
                    <a:lnTo>
                      <a:pt x="16" y="16"/>
                    </a:lnTo>
                    <a:lnTo>
                      <a:pt x="16" y="14"/>
                    </a:lnTo>
                    <a:lnTo>
                      <a:pt x="16" y="9"/>
                    </a:lnTo>
                  </a:path>
                </a:pathLst>
              </a:custGeom>
              <a:solidFill>
                <a:srgbClr val="000000"/>
              </a:solidFill>
              <a:ln w="12700">
                <a:noFill/>
              </a:ln>
            </p:spPr>
            <p:txBody>
              <a:bodyPr/>
              <a:lstStyle/>
              <a:p>
                <a:endParaRPr lang="zh-CN" altLang="en-US"/>
              </a:p>
            </p:txBody>
          </p:sp>
          <p:sp>
            <p:nvSpPr>
              <p:cNvPr id="31172" name="Freeform 456"/>
              <p:cNvSpPr/>
              <p:nvPr/>
            </p:nvSpPr>
            <p:spPr>
              <a:xfrm>
                <a:off x="2012" y="2255"/>
                <a:ext cx="17" cy="17"/>
              </a:xfrm>
              <a:custGeom>
                <a:avLst/>
                <a:gdLst/>
                <a:ahLst/>
                <a:cxnLst>
                  <a:cxn ang="0">
                    <a:pos x="16" y="4"/>
                  </a:cxn>
                  <a:cxn ang="0">
                    <a:pos x="9" y="4"/>
                  </a:cxn>
                  <a:cxn ang="0">
                    <a:pos x="9" y="0"/>
                  </a:cxn>
                  <a:cxn ang="0">
                    <a:pos x="6" y="0"/>
                  </a:cxn>
                  <a:cxn ang="0">
                    <a:pos x="0" y="0"/>
                  </a:cxn>
                  <a:cxn ang="0">
                    <a:pos x="0" y="4"/>
                  </a:cxn>
                  <a:cxn ang="0">
                    <a:pos x="0" y="9"/>
                  </a:cxn>
                  <a:cxn ang="0">
                    <a:pos x="0" y="11"/>
                  </a:cxn>
                  <a:cxn ang="0">
                    <a:pos x="6" y="11"/>
                  </a:cxn>
                  <a:cxn ang="0">
                    <a:pos x="6" y="16"/>
                  </a:cxn>
                  <a:cxn ang="0">
                    <a:pos x="9" y="16"/>
                  </a:cxn>
                  <a:cxn ang="0">
                    <a:pos x="9" y="11"/>
                  </a:cxn>
                  <a:cxn ang="0">
                    <a:pos x="16" y="11"/>
                  </a:cxn>
                  <a:cxn ang="0">
                    <a:pos x="16" y="9"/>
                  </a:cxn>
                  <a:cxn ang="0">
                    <a:pos x="16" y="4"/>
                  </a:cxn>
                </a:cxnLst>
                <a:rect l="0" t="0" r="0" b="0"/>
                <a:pathLst>
                  <a:path w="17" h="17">
                    <a:moveTo>
                      <a:pt x="16" y="4"/>
                    </a:moveTo>
                    <a:lnTo>
                      <a:pt x="9" y="4"/>
                    </a:lnTo>
                    <a:lnTo>
                      <a:pt x="9" y="0"/>
                    </a:lnTo>
                    <a:lnTo>
                      <a:pt x="6" y="0"/>
                    </a:lnTo>
                    <a:lnTo>
                      <a:pt x="0" y="0"/>
                    </a:lnTo>
                    <a:lnTo>
                      <a:pt x="0" y="4"/>
                    </a:lnTo>
                    <a:lnTo>
                      <a:pt x="0" y="9"/>
                    </a:lnTo>
                    <a:lnTo>
                      <a:pt x="0" y="11"/>
                    </a:lnTo>
                    <a:lnTo>
                      <a:pt x="6" y="11"/>
                    </a:lnTo>
                    <a:lnTo>
                      <a:pt x="6" y="16"/>
                    </a:lnTo>
                    <a:lnTo>
                      <a:pt x="9" y="16"/>
                    </a:lnTo>
                    <a:lnTo>
                      <a:pt x="9" y="11"/>
                    </a:lnTo>
                    <a:lnTo>
                      <a:pt x="16" y="11"/>
                    </a:lnTo>
                    <a:lnTo>
                      <a:pt x="16" y="9"/>
                    </a:lnTo>
                    <a:lnTo>
                      <a:pt x="16" y="4"/>
                    </a:lnTo>
                  </a:path>
                </a:pathLst>
              </a:custGeom>
              <a:solidFill>
                <a:srgbClr val="000000"/>
              </a:solidFill>
              <a:ln w="12700">
                <a:noFill/>
              </a:ln>
            </p:spPr>
            <p:txBody>
              <a:bodyPr/>
              <a:lstStyle/>
              <a:p>
                <a:endParaRPr lang="zh-CN" altLang="en-US"/>
              </a:p>
            </p:txBody>
          </p:sp>
          <p:sp>
            <p:nvSpPr>
              <p:cNvPr id="31173" name="Freeform 457"/>
              <p:cNvSpPr/>
              <p:nvPr/>
            </p:nvSpPr>
            <p:spPr>
              <a:xfrm>
                <a:off x="1983" y="2261"/>
                <a:ext cx="17" cy="17"/>
              </a:xfrm>
              <a:custGeom>
                <a:avLst/>
                <a:gdLst/>
                <a:ahLst/>
                <a:cxnLst>
                  <a:cxn ang="0">
                    <a:pos x="16" y="9"/>
                  </a:cxn>
                  <a:cxn ang="0">
                    <a:pos x="16" y="4"/>
                  </a:cxn>
                  <a:cxn ang="0">
                    <a:pos x="9" y="4"/>
                  </a:cxn>
                  <a:cxn ang="0">
                    <a:pos x="9" y="0"/>
                  </a:cxn>
                  <a:cxn ang="0">
                    <a:pos x="6" y="0"/>
                  </a:cxn>
                  <a:cxn ang="0">
                    <a:pos x="0" y="0"/>
                  </a:cxn>
                  <a:cxn ang="0">
                    <a:pos x="0" y="4"/>
                  </a:cxn>
                  <a:cxn ang="0">
                    <a:pos x="0" y="9"/>
                  </a:cxn>
                  <a:cxn ang="0">
                    <a:pos x="0" y="11"/>
                  </a:cxn>
                  <a:cxn ang="0">
                    <a:pos x="6" y="16"/>
                  </a:cxn>
                  <a:cxn ang="0">
                    <a:pos x="9" y="16"/>
                  </a:cxn>
                  <a:cxn ang="0">
                    <a:pos x="16" y="11"/>
                  </a:cxn>
                  <a:cxn ang="0">
                    <a:pos x="16" y="9"/>
                  </a:cxn>
                </a:cxnLst>
                <a:rect l="0" t="0" r="0" b="0"/>
                <a:pathLst>
                  <a:path w="17" h="17">
                    <a:moveTo>
                      <a:pt x="16" y="9"/>
                    </a:moveTo>
                    <a:lnTo>
                      <a:pt x="16" y="4"/>
                    </a:lnTo>
                    <a:lnTo>
                      <a:pt x="9" y="4"/>
                    </a:lnTo>
                    <a:lnTo>
                      <a:pt x="9" y="0"/>
                    </a:lnTo>
                    <a:lnTo>
                      <a:pt x="6" y="0"/>
                    </a:lnTo>
                    <a:lnTo>
                      <a:pt x="0" y="0"/>
                    </a:lnTo>
                    <a:lnTo>
                      <a:pt x="0" y="4"/>
                    </a:lnTo>
                    <a:lnTo>
                      <a:pt x="0" y="9"/>
                    </a:lnTo>
                    <a:lnTo>
                      <a:pt x="0" y="11"/>
                    </a:lnTo>
                    <a:lnTo>
                      <a:pt x="6" y="16"/>
                    </a:lnTo>
                    <a:lnTo>
                      <a:pt x="9" y="16"/>
                    </a:lnTo>
                    <a:lnTo>
                      <a:pt x="16" y="11"/>
                    </a:lnTo>
                    <a:lnTo>
                      <a:pt x="16" y="9"/>
                    </a:lnTo>
                  </a:path>
                </a:pathLst>
              </a:custGeom>
              <a:solidFill>
                <a:srgbClr val="000000"/>
              </a:solidFill>
              <a:ln w="12700">
                <a:noFill/>
              </a:ln>
            </p:spPr>
            <p:txBody>
              <a:bodyPr/>
              <a:lstStyle/>
              <a:p>
                <a:endParaRPr lang="zh-CN" altLang="en-US"/>
              </a:p>
            </p:txBody>
          </p:sp>
          <p:sp>
            <p:nvSpPr>
              <p:cNvPr id="31174" name="Freeform 458"/>
              <p:cNvSpPr/>
              <p:nvPr/>
            </p:nvSpPr>
            <p:spPr>
              <a:xfrm>
                <a:off x="1975" y="2262"/>
                <a:ext cx="17" cy="17"/>
              </a:xfrm>
              <a:custGeom>
                <a:avLst/>
                <a:gdLst/>
                <a:ahLst/>
                <a:cxnLst>
                  <a:cxn ang="0">
                    <a:pos x="16" y="7"/>
                  </a:cxn>
                  <a:cxn ang="0">
                    <a:pos x="16" y="4"/>
                  </a:cxn>
                  <a:cxn ang="0">
                    <a:pos x="9" y="4"/>
                  </a:cxn>
                  <a:cxn ang="0">
                    <a:pos x="9" y="0"/>
                  </a:cxn>
                  <a:cxn ang="0">
                    <a:pos x="6" y="0"/>
                  </a:cxn>
                  <a:cxn ang="0">
                    <a:pos x="0" y="4"/>
                  </a:cxn>
                  <a:cxn ang="0">
                    <a:pos x="0" y="7"/>
                  </a:cxn>
                  <a:cxn ang="0">
                    <a:pos x="0" y="11"/>
                  </a:cxn>
                  <a:cxn ang="0">
                    <a:pos x="6" y="11"/>
                  </a:cxn>
                  <a:cxn ang="0">
                    <a:pos x="6" y="16"/>
                  </a:cxn>
                  <a:cxn ang="0">
                    <a:pos x="9" y="16"/>
                  </a:cxn>
                  <a:cxn ang="0">
                    <a:pos x="16" y="16"/>
                  </a:cxn>
                  <a:cxn ang="0">
                    <a:pos x="16" y="11"/>
                  </a:cxn>
                  <a:cxn ang="0">
                    <a:pos x="16" y="7"/>
                  </a:cxn>
                </a:cxnLst>
                <a:rect l="0" t="0" r="0" b="0"/>
                <a:pathLst>
                  <a:path w="17" h="17">
                    <a:moveTo>
                      <a:pt x="16" y="7"/>
                    </a:moveTo>
                    <a:lnTo>
                      <a:pt x="16" y="4"/>
                    </a:lnTo>
                    <a:lnTo>
                      <a:pt x="9" y="4"/>
                    </a:lnTo>
                    <a:lnTo>
                      <a:pt x="9" y="0"/>
                    </a:lnTo>
                    <a:lnTo>
                      <a:pt x="6" y="0"/>
                    </a:lnTo>
                    <a:lnTo>
                      <a:pt x="0" y="4"/>
                    </a:lnTo>
                    <a:lnTo>
                      <a:pt x="0" y="7"/>
                    </a:lnTo>
                    <a:lnTo>
                      <a:pt x="0" y="11"/>
                    </a:lnTo>
                    <a:lnTo>
                      <a:pt x="6" y="11"/>
                    </a:lnTo>
                    <a:lnTo>
                      <a:pt x="6" y="16"/>
                    </a:lnTo>
                    <a:lnTo>
                      <a:pt x="9" y="16"/>
                    </a:lnTo>
                    <a:lnTo>
                      <a:pt x="16" y="16"/>
                    </a:lnTo>
                    <a:lnTo>
                      <a:pt x="16" y="11"/>
                    </a:lnTo>
                    <a:lnTo>
                      <a:pt x="16" y="7"/>
                    </a:lnTo>
                  </a:path>
                </a:pathLst>
              </a:custGeom>
              <a:solidFill>
                <a:srgbClr val="000000"/>
              </a:solidFill>
              <a:ln w="12700">
                <a:noFill/>
              </a:ln>
            </p:spPr>
            <p:txBody>
              <a:bodyPr/>
              <a:lstStyle/>
              <a:p>
                <a:endParaRPr lang="zh-CN" altLang="en-US"/>
              </a:p>
            </p:txBody>
          </p:sp>
          <p:sp>
            <p:nvSpPr>
              <p:cNvPr id="31175" name="Freeform 459"/>
              <p:cNvSpPr/>
              <p:nvPr/>
            </p:nvSpPr>
            <p:spPr>
              <a:xfrm>
                <a:off x="1966" y="2264"/>
                <a:ext cx="17" cy="17"/>
              </a:xfrm>
              <a:custGeom>
                <a:avLst/>
                <a:gdLst/>
                <a:ahLst/>
                <a:cxnLst>
                  <a:cxn ang="0">
                    <a:pos x="12" y="7"/>
                  </a:cxn>
                  <a:cxn ang="0">
                    <a:pos x="12" y="2"/>
                  </a:cxn>
                  <a:cxn ang="0">
                    <a:pos x="12" y="0"/>
                  </a:cxn>
                  <a:cxn ang="0">
                    <a:pos x="9" y="0"/>
                  </a:cxn>
                  <a:cxn ang="0">
                    <a:pos x="5" y="0"/>
                  </a:cxn>
                  <a:cxn ang="0">
                    <a:pos x="5" y="2"/>
                  </a:cxn>
                  <a:cxn ang="0">
                    <a:pos x="0" y="2"/>
                  </a:cxn>
                  <a:cxn ang="0">
                    <a:pos x="0" y="7"/>
                  </a:cxn>
                  <a:cxn ang="0">
                    <a:pos x="0" y="11"/>
                  </a:cxn>
                  <a:cxn ang="0">
                    <a:pos x="5" y="11"/>
                  </a:cxn>
                  <a:cxn ang="0">
                    <a:pos x="5" y="16"/>
                  </a:cxn>
                  <a:cxn ang="0">
                    <a:pos x="9" y="16"/>
                  </a:cxn>
                  <a:cxn ang="0">
                    <a:pos x="12" y="16"/>
                  </a:cxn>
                  <a:cxn ang="0">
                    <a:pos x="12" y="11"/>
                  </a:cxn>
                  <a:cxn ang="0">
                    <a:pos x="16" y="11"/>
                  </a:cxn>
                  <a:cxn ang="0">
                    <a:pos x="12" y="7"/>
                  </a:cxn>
                </a:cxnLst>
                <a:rect l="0" t="0" r="0" b="0"/>
                <a:pathLst>
                  <a:path w="17" h="17">
                    <a:moveTo>
                      <a:pt x="12" y="7"/>
                    </a:moveTo>
                    <a:lnTo>
                      <a:pt x="12" y="2"/>
                    </a:lnTo>
                    <a:lnTo>
                      <a:pt x="12" y="0"/>
                    </a:lnTo>
                    <a:lnTo>
                      <a:pt x="9" y="0"/>
                    </a:lnTo>
                    <a:lnTo>
                      <a:pt x="5" y="0"/>
                    </a:lnTo>
                    <a:lnTo>
                      <a:pt x="5" y="2"/>
                    </a:lnTo>
                    <a:lnTo>
                      <a:pt x="0" y="2"/>
                    </a:lnTo>
                    <a:lnTo>
                      <a:pt x="0" y="7"/>
                    </a:lnTo>
                    <a:lnTo>
                      <a:pt x="0" y="11"/>
                    </a:lnTo>
                    <a:lnTo>
                      <a:pt x="5" y="11"/>
                    </a:lnTo>
                    <a:lnTo>
                      <a:pt x="5" y="16"/>
                    </a:lnTo>
                    <a:lnTo>
                      <a:pt x="9" y="16"/>
                    </a:lnTo>
                    <a:lnTo>
                      <a:pt x="12" y="16"/>
                    </a:lnTo>
                    <a:lnTo>
                      <a:pt x="12" y="11"/>
                    </a:lnTo>
                    <a:lnTo>
                      <a:pt x="16" y="11"/>
                    </a:lnTo>
                    <a:lnTo>
                      <a:pt x="12" y="7"/>
                    </a:lnTo>
                  </a:path>
                </a:pathLst>
              </a:custGeom>
              <a:solidFill>
                <a:srgbClr val="000000"/>
              </a:solidFill>
              <a:ln w="12700">
                <a:noFill/>
              </a:ln>
            </p:spPr>
            <p:txBody>
              <a:bodyPr/>
              <a:lstStyle/>
              <a:p>
                <a:endParaRPr lang="zh-CN" altLang="en-US"/>
              </a:p>
            </p:txBody>
          </p:sp>
          <p:sp>
            <p:nvSpPr>
              <p:cNvPr id="31176" name="Freeform 460"/>
              <p:cNvSpPr/>
              <p:nvPr/>
            </p:nvSpPr>
            <p:spPr>
              <a:xfrm>
                <a:off x="1961" y="2267"/>
                <a:ext cx="17" cy="17"/>
              </a:xfrm>
              <a:custGeom>
                <a:avLst/>
                <a:gdLst/>
                <a:ahLst/>
                <a:cxnLst>
                  <a:cxn ang="0">
                    <a:pos x="16" y="8"/>
                  </a:cxn>
                  <a:cxn ang="0">
                    <a:pos x="16" y="4"/>
                  </a:cxn>
                  <a:cxn ang="0">
                    <a:pos x="9" y="4"/>
                  </a:cxn>
                  <a:cxn ang="0">
                    <a:pos x="9" y="0"/>
                  </a:cxn>
                  <a:cxn ang="0">
                    <a:pos x="6" y="0"/>
                  </a:cxn>
                  <a:cxn ang="0">
                    <a:pos x="0" y="0"/>
                  </a:cxn>
                  <a:cxn ang="0">
                    <a:pos x="0" y="4"/>
                  </a:cxn>
                  <a:cxn ang="0">
                    <a:pos x="0" y="8"/>
                  </a:cxn>
                  <a:cxn ang="0">
                    <a:pos x="0" y="12"/>
                  </a:cxn>
                  <a:cxn ang="0">
                    <a:pos x="6" y="16"/>
                  </a:cxn>
                  <a:cxn ang="0">
                    <a:pos x="9" y="16"/>
                  </a:cxn>
                  <a:cxn ang="0">
                    <a:pos x="16" y="16"/>
                  </a:cxn>
                  <a:cxn ang="0">
                    <a:pos x="16" y="12"/>
                  </a:cxn>
                  <a:cxn ang="0">
                    <a:pos x="16" y="8"/>
                  </a:cxn>
                </a:cxnLst>
                <a:rect l="0" t="0" r="0" b="0"/>
                <a:pathLst>
                  <a:path w="17" h="17">
                    <a:moveTo>
                      <a:pt x="16" y="8"/>
                    </a:moveTo>
                    <a:lnTo>
                      <a:pt x="16" y="4"/>
                    </a:lnTo>
                    <a:lnTo>
                      <a:pt x="9" y="4"/>
                    </a:lnTo>
                    <a:lnTo>
                      <a:pt x="9" y="0"/>
                    </a:lnTo>
                    <a:lnTo>
                      <a:pt x="6" y="0"/>
                    </a:lnTo>
                    <a:lnTo>
                      <a:pt x="0" y="0"/>
                    </a:lnTo>
                    <a:lnTo>
                      <a:pt x="0" y="4"/>
                    </a:lnTo>
                    <a:lnTo>
                      <a:pt x="0" y="8"/>
                    </a:lnTo>
                    <a:lnTo>
                      <a:pt x="0" y="12"/>
                    </a:lnTo>
                    <a:lnTo>
                      <a:pt x="6" y="16"/>
                    </a:lnTo>
                    <a:lnTo>
                      <a:pt x="9" y="16"/>
                    </a:lnTo>
                    <a:lnTo>
                      <a:pt x="16" y="16"/>
                    </a:lnTo>
                    <a:lnTo>
                      <a:pt x="16" y="12"/>
                    </a:lnTo>
                    <a:lnTo>
                      <a:pt x="16" y="8"/>
                    </a:lnTo>
                  </a:path>
                </a:pathLst>
              </a:custGeom>
              <a:solidFill>
                <a:srgbClr val="000000"/>
              </a:solidFill>
              <a:ln w="12700">
                <a:noFill/>
              </a:ln>
            </p:spPr>
            <p:txBody>
              <a:bodyPr/>
              <a:lstStyle/>
              <a:p>
                <a:endParaRPr lang="zh-CN" altLang="en-US"/>
              </a:p>
            </p:txBody>
          </p:sp>
          <p:sp>
            <p:nvSpPr>
              <p:cNvPr id="31177" name="Freeform 461"/>
              <p:cNvSpPr/>
              <p:nvPr/>
            </p:nvSpPr>
            <p:spPr>
              <a:xfrm>
                <a:off x="1955" y="2267"/>
                <a:ext cx="17" cy="17"/>
              </a:xfrm>
              <a:custGeom>
                <a:avLst/>
                <a:gdLst/>
                <a:ahLst/>
                <a:cxnLst>
                  <a:cxn ang="0">
                    <a:pos x="16" y="9"/>
                  </a:cxn>
                  <a:cxn ang="0">
                    <a:pos x="16" y="4"/>
                  </a:cxn>
                  <a:cxn ang="0">
                    <a:pos x="9" y="4"/>
                  </a:cxn>
                  <a:cxn ang="0">
                    <a:pos x="9" y="0"/>
                  </a:cxn>
                  <a:cxn ang="0">
                    <a:pos x="6" y="4"/>
                  </a:cxn>
                  <a:cxn ang="0">
                    <a:pos x="6" y="0"/>
                  </a:cxn>
                  <a:cxn ang="0">
                    <a:pos x="0" y="4"/>
                  </a:cxn>
                  <a:cxn ang="0">
                    <a:pos x="0" y="9"/>
                  </a:cxn>
                  <a:cxn ang="0">
                    <a:pos x="0" y="14"/>
                  </a:cxn>
                  <a:cxn ang="0">
                    <a:pos x="6" y="16"/>
                  </a:cxn>
                  <a:cxn ang="0">
                    <a:pos x="9" y="16"/>
                  </a:cxn>
                  <a:cxn ang="0">
                    <a:pos x="16" y="16"/>
                  </a:cxn>
                  <a:cxn ang="0">
                    <a:pos x="16" y="14"/>
                  </a:cxn>
                  <a:cxn ang="0">
                    <a:pos x="16" y="9"/>
                  </a:cxn>
                </a:cxnLst>
                <a:rect l="0" t="0" r="0" b="0"/>
                <a:pathLst>
                  <a:path w="17" h="17">
                    <a:moveTo>
                      <a:pt x="16" y="9"/>
                    </a:moveTo>
                    <a:lnTo>
                      <a:pt x="16" y="4"/>
                    </a:lnTo>
                    <a:lnTo>
                      <a:pt x="9" y="4"/>
                    </a:lnTo>
                    <a:lnTo>
                      <a:pt x="9" y="0"/>
                    </a:lnTo>
                    <a:lnTo>
                      <a:pt x="6" y="4"/>
                    </a:lnTo>
                    <a:lnTo>
                      <a:pt x="6" y="0"/>
                    </a:lnTo>
                    <a:lnTo>
                      <a:pt x="0" y="4"/>
                    </a:lnTo>
                    <a:lnTo>
                      <a:pt x="0" y="9"/>
                    </a:lnTo>
                    <a:lnTo>
                      <a:pt x="0" y="14"/>
                    </a:lnTo>
                    <a:lnTo>
                      <a:pt x="6" y="16"/>
                    </a:lnTo>
                    <a:lnTo>
                      <a:pt x="9" y="16"/>
                    </a:lnTo>
                    <a:lnTo>
                      <a:pt x="16" y="16"/>
                    </a:lnTo>
                    <a:lnTo>
                      <a:pt x="16" y="14"/>
                    </a:lnTo>
                    <a:lnTo>
                      <a:pt x="16" y="9"/>
                    </a:lnTo>
                  </a:path>
                </a:pathLst>
              </a:custGeom>
              <a:solidFill>
                <a:srgbClr val="000000"/>
              </a:solidFill>
              <a:ln w="12700">
                <a:noFill/>
              </a:ln>
            </p:spPr>
            <p:txBody>
              <a:bodyPr/>
              <a:lstStyle/>
              <a:p>
                <a:endParaRPr lang="zh-CN" altLang="en-US"/>
              </a:p>
            </p:txBody>
          </p:sp>
          <p:sp>
            <p:nvSpPr>
              <p:cNvPr id="31178" name="Freeform 462"/>
              <p:cNvSpPr/>
              <p:nvPr/>
            </p:nvSpPr>
            <p:spPr>
              <a:xfrm>
                <a:off x="1939" y="2270"/>
                <a:ext cx="17" cy="17"/>
              </a:xfrm>
              <a:custGeom>
                <a:avLst/>
                <a:gdLst/>
                <a:ahLst/>
                <a:cxnLst>
                  <a:cxn ang="0">
                    <a:pos x="16" y="7"/>
                  </a:cxn>
                  <a:cxn ang="0">
                    <a:pos x="16" y="4"/>
                  </a:cxn>
                  <a:cxn ang="0">
                    <a:pos x="12" y="4"/>
                  </a:cxn>
                  <a:cxn ang="0">
                    <a:pos x="12" y="0"/>
                  </a:cxn>
                  <a:cxn ang="0">
                    <a:pos x="12" y="4"/>
                  </a:cxn>
                  <a:cxn ang="0">
                    <a:pos x="6" y="0"/>
                  </a:cxn>
                  <a:cxn ang="0">
                    <a:pos x="6" y="4"/>
                  </a:cxn>
                  <a:cxn ang="0">
                    <a:pos x="0" y="4"/>
                  </a:cxn>
                  <a:cxn ang="0">
                    <a:pos x="0" y="7"/>
                  </a:cxn>
                  <a:cxn ang="0">
                    <a:pos x="0" y="11"/>
                  </a:cxn>
                  <a:cxn ang="0">
                    <a:pos x="0" y="16"/>
                  </a:cxn>
                  <a:cxn ang="0">
                    <a:pos x="6" y="16"/>
                  </a:cxn>
                  <a:cxn ang="0">
                    <a:pos x="12" y="16"/>
                  </a:cxn>
                  <a:cxn ang="0">
                    <a:pos x="16" y="16"/>
                  </a:cxn>
                  <a:cxn ang="0">
                    <a:pos x="16" y="11"/>
                  </a:cxn>
                  <a:cxn ang="0">
                    <a:pos x="16" y="7"/>
                  </a:cxn>
                </a:cxnLst>
                <a:rect l="0" t="0" r="0" b="0"/>
                <a:pathLst>
                  <a:path w="17" h="17">
                    <a:moveTo>
                      <a:pt x="16" y="7"/>
                    </a:moveTo>
                    <a:lnTo>
                      <a:pt x="16" y="4"/>
                    </a:lnTo>
                    <a:lnTo>
                      <a:pt x="12" y="4"/>
                    </a:lnTo>
                    <a:lnTo>
                      <a:pt x="12" y="0"/>
                    </a:lnTo>
                    <a:lnTo>
                      <a:pt x="12" y="4"/>
                    </a:lnTo>
                    <a:lnTo>
                      <a:pt x="6" y="0"/>
                    </a:lnTo>
                    <a:lnTo>
                      <a:pt x="6" y="4"/>
                    </a:lnTo>
                    <a:lnTo>
                      <a:pt x="0" y="4"/>
                    </a:lnTo>
                    <a:lnTo>
                      <a:pt x="0" y="7"/>
                    </a:lnTo>
                    <a:lnTo>
                      <a:pt x="0" y="11"/>
                    </a:lnTo>
                    <a:lnTo>
                      <a:pt x="0" y="16"/>
                    </a:lnTo>
                    <a:lnTo>
                      <a:pt x="6" y="16"/>
                    </a:lnTo>
                    <a:lnTo>
                      <a:pt x="12" y="16"/>
                    </a:lnTo>
                    <a:lnTo>
                      <a:pt x="16" y="16"/>
                    </a:lnTo>
                    <a:lnTo>
                      <a:pt x="16" y="11"/>
                    </a:lnTo>
                    <a:lnTo>
                      <a:pt x="16" y="7"/>
                    </a:lnTo>
                  </a:path>
                </a:pathLst>
              </a:custGeom>
              <a:solidFill>
                <a:srgbClr val="000000"/>
              </a:solidFill>
              <a:ln w="12700">
                <a:noFill/>
              </a:ln>
            </p:spPr>
            <p:txBody>
              <a:bodyPr/>
              <a:lstStyle/>
              <a:p>
                <a:endParaRPr lang="zh-CN" altLang="en-US"/>
              </a:p>
            </p:txBody>
          </p:sp>
          <p:sp>
            <p:nvSpPr>
              <p:cNvPr id="31179" name="Freeform 463"/>
              <p:cNvSpPr/>
              <p:nvPr/>
            </p:nvSpPr>
            <p:spPr>
              <a:xfrm>
                <a:off x="1927" y="2273"/>
                <a:ext cx="17" cy="17"/>
              </a:xfrm>
              <a:custGeom>
                <a:avLst/>
                <a:gdLst/>
                <a:ahLst/>
                <a:cxnLst>
                  <a:cxn ang="0">
                    <a:pos x="16" y="9"/>
                  </a:cxn>
                  <a:cxn ang="0">
                    <a:pos x="16" y="4"/>
                  </a:cxn>
                  <a:cxn ang="0">
                    <a:pos x="9" y="4"/>
                  </a:cxn>
                  <a:cxn ang="0">
                    <a:pos x="9" y="0"/>
                  </a:cxn>
                  <a:cxn ang="0">
                    <a:pos x="6" y="0"/>
                  </a:cxn>
                  <a:cxn ang="0">
                    <a:pos x="0" y="4"/>
                  </a:cxn>
                  <a:cxn ang="0">
                    <a:pos x="0" y="9"/>
                  </a:cxn>
                  <a:cxn ang="0">
                    <a:pos x="0" y="14"/>
                  </a:cxn>
                  <a:cxn ang="0">
                    <a:pos x="0" y="16"/>
                  </a:cxn>
                  <a:cxn ang="0">
                    <a:pos x="6" y="16"/>
                  </a:cxn>
                  <a:cxn ang="0">
                    <a:pos x="9" y="16"/>
                  </a:cxn>
                  <a:cxn ang="0">
                    <a:pos x="16" y="16"/>
                  </a:cxn>
                  <a:cxn ang="0">
                    <a:pos x="16" y="14"/>
                  </a:cxn>
                  <a:cxn ang="0">
                    <a:pos x="16" y="9"/>
                  </a:cxn>
                </a:cxnLst>
                <a:rect l="0" t="0" r="0" b="0"/>
                <a:pathLst>
                  <a:path w="17" h="17">
                    <a:moveTo>
                      <a:pt x="16" y="9"/>
                    </a:moveTo>
                    <a:lnTo>
                      <a:pt x="16" y="4"/>
                    </a:lnTo>
                    <a:lnTo>
                      <a:pt x="9" y="4"/>
                    </a:lnTo>
                    <a:lnTo>
                      <a:pt x="9" y="0"/>
                    </a:lnTo>
                    <a:lnTo>
                      <a:pt x="6" y="0"/>
                    </a:lnTo>
                    <a:lnTo>
                      <a:pt x="0" y="4"/>
                    </a:lnTo>
                    <a:lnTo>
                      <a:pt x="0" y="9"/>
                    </a:lnTo>
                    <a:lnTo>
                      <a:pt x="0" y="14"/>
                    </a:lnTo>
                    <a:lnTo>
                      <a:pt x="0" y="16"/>
                    </a:lnTo>
                    <a:lnTo>
                      <a:pt x="6" y="16"/>
                    </a:lnTo>
                    <a:lnTo>
                      <a:pt x="9" y="16"/>
                    </a:lnTo>
                    <a:lnTo>
                      <a:pt x="16" y="16"/>
                    </a:lnTo>
                    <a:lnTo>
                      <a:pt x="16" y="14"/>
                    </a:lnTo>
                    <a:lnTo>
                      <a:pt x="16" y="9"/>
                    </a:lnTo>
                  </a:path>
                </a:pathLst>
              </a:custGeom>
              <a:solidFill>
                <a:srgbClr val="000000"/>
              </a:solidFill>
              <a:ln w="12700">
                <a:noFill/>
              </a:ln>
            </p:spPr>
            <p:txBody>
              <a:bodyPr/>
              <a:lstStyle/>
              <a:p>
                <a:endParaRPr lang="zh-CN" altLang="en-US"/>
              </a:p>
            </p:txBody>
          </p:sp>
          <p:sp>
            <p:nvSpPr>
              <p:cNvPr id="31180" name="Freeform 464"/>
              <p:cNvSpPr/>
              <p:nvPr/>
            </p:nvSpPr>
            <p:spPr>
              <a:xfrm>
                <a:off x="1919" y="2275"/>
                <a:ext cx="17" cy="17"/>
              </a:xfrm>
              <a:custGeom>
                <a:avLst/>
                <a:gdLst/>
                <a:ahLst/>
                <a:cxnLst>
                  <a:cxn ang="0">
                    <a:pos x="16" y="9"/>
                  </a:cxn>
                  <a:cxn ang="0">
                    <a:pos x="16" y="4"/>
                  </a:cxn>
                  <a:cxn ang="0">
                    <a:pos x="9" y="0"/>
                  </a:cxn>
                  <a:cxn ang="0">
                    <a:pos x="6" y="0"/>
                  </a:cxn>
                  <a:cxn ang="0">
                    <a:pos x="6" y="4"/>
                  </a:cxn>
                  <a:cxn ang="0">
                    <a:pos x="0" y="4"/>
                  </a:cxn>
                  <a:cxn ang="0">
                    <a:pos x="0" y="9"/>
                  </a:cxn>
                  <a:cxn ang="0">
                    <a:pos x="0" y="11"/>
                  </a:cxn>
                  <a:cxn ang="0">
                    <a:pos x="6" y="11"/>
                  </a:cxn>
                  <a:cxn ang="0">
                    <a:pos x="6" y="16"/>
                  </a:cxn>
                  <a:cxn ang="0">
                    <a:pos x="9" y="16"/>
                  </a:cxn>
                  <a:cxn ang="0">
                    <a:pos x="16" y="16"/>
                  </a:cxn>
                  <a:cxn ang="0">
                    <a:pos x="16" y="11"/>
                  </a:cxn>
                  <a:cxn ang="0">
                    <a:pos x="16" y="9"/>
                  </a:cxn>
                </a:cxnLst>
                <a:rect l="0" t="0" r="0" b="0"/>
                <a:pathLst>
                  <a:path w="17" h="17">
                    <a:moveTo>
                      <a:pt x="16" y="9"/>
                    </a:moveTo>
                    <a:lnTo>
                      <a:pt x="16" y="4"/>
                    </a:lnTo>
                    <a:lnTo>
                      <a:pt x="9" y="0"/>
                    </a:lnTo>
                    <a:lnTo>
                      <a:pt x="6" y="0"/>
                    </a:lnTo>
                    <a:lnTo>
                      <a:pt x="6" y="4"/>
                    </a:lnTo>
                    <a:lnTo>
                      <a:pt x="0" y="4"/>
                    </a:lnTo>
                    <a:lnTo>
                      <a:pt x="0" y="9"/>
                    </a:lnTo>
                    <a:lnTo>
                      <a:pt x="0" y="11"/>
                    </a:lnTo>
                    <a:lnTo>
                      <a:pt x="6" y="11"/>
                    </a:lnTo>
                    <a:lnTo>
                      <a:pt x="6" y="16"/>
                    </a:lnTo>
                    <a:lnTo>
                      <a:pt x="9" y="16"/>
                    </a:lnTo>
                    <a:lnTo>
                      <a:pt x="16" y="16"/>
                    </a:lnTo>
                    <a:lnTo>
                      <a:pt x="16" y="11"/>
                    </a:lnTo>
                    <a:lnTo>
                      <a:pt x="16" y="9"/>
                    </a:lnTo>
                  </a:path>
                </a:pathLst>
              </a:custGeom>
              <a:solidFill>
                <a:srgbClr val="000000"/>
              </a:solidFill>
              <a:ln w="12700">
                <a:noFill/>
              </a:ln>
            </p:spPr>
            <p:txBody>
              <a:bodyPr/>
              <a:lstStyle/>
              <a:p>
                <a:endParaRPr lang="zh-CN" altLang="en-US"/>
              </a:p>
            </p:txBody>
          </p:sp>
          <p:sp>
            <p:nvSpPr>
              <p:cNvPr id="31181" name="Freeform 465"/>
              <p:cNvSpPr/>
              <p:nvPr/>
            </p:nvSpPr>
            <p:spPr>
              <a:xfrm>
                <a:off x="1912" y="2276"/>
                <a:ext cx="17" cy="17"/>
              </a:xfrm>
              <a:custGeom>
                <a:avLst/>
                <a:gdLst/>
                <a:ahLst/>
                <a:cxnLst>
                  <a:cxn ang="0">
                    <a:pos x="16" y="7"/>
                  </a:cxn>
                  <a:cxn ang="0">
                    <a:pos x="16" y="4"/>
                  </a:cxn>
                  <a:cxn ang="0">
                    <a:pos x="9" y="0"/>
                  </a:cxn>
                  <a:cxn ang="0">
                    <a:pos x="6" y="0"/>
                  </a:cxn>
                  <a:cxn ang="0">
                    <a:pos x="0" y="4"/>
                  </a:cxn>
                  <a:cxn ang="0">
                    <a:pos x="0" y="7"/>
                  </a:cxn>
                  <a:cxn ang="0">
                    <a:pos x="0" y="11"/>
                  </a:cxn>
                  <a:cxn ang="0">
                    <a:pos x="6" y="11"/>
                  </a:cxn>
                  <a:cxn ang="0">
                    <a:pos x="6" y="16"/>
                  </a:cxn>
                  <a:cxn ang="0">
                    <a:pos x="9" y="16"/>
                  </a:cxn>
                  <a:cxn ang="0">
                    <a:pos x="16" y="16"/>
                  </a:cxn>
                  <a:cxn ang="0">
                    <a:pos x="16" y="11"/>
                  </a:cxn>
                  <a:cxn ang="0">
                    <a:pos x="16" y="7"/>
                  </a:cxn>
                </a:cxnLst>
                <a:rect l="0" t="0" r="0" b="0"/>
                <a:pathLst>
                  <a:path w="17" h="17">
                    <a:moveTo>
                      <a:pt x="16" y="7"/>
                    </a:moveTo>
                    <a:lnTo>
                      <a:pt x="16" y="4"/>
                    </a:lnTo>
                    <a:lnTo>
                      <a:pt x="9" y="0"/>
                    </a:lnTo>
                    <a:lnTo>
                      <a:pt x="6" y="0"/>
                    </a:lnTo>
                    <a:lnTo>
                      <a:pt x="0" y="4"/>
                    </a:lnTo>
                    <a:lnTo>
                      <a:pt x="0" y="7"/>
                    </a:lnTo>
                    <a:lnTo>
                      <a:pt x="0" y="11"/>
                    </a:lnTo>
                    <a:lnTo>
                      <a:pt x="6" y="11"/>
                    </a:lnTo>
                    <a:lnTo>
                      <a:pt x="6" y="16"/>
                    </a:lnTo>
                    <a:lnTo>
                      <a:pt x="9" y="16"/>
                    </a:lnTo>
                    <a:lnTo>
                      <a:pt x="16" y="16"/>
                    </a:lnTo>
                    <a:lnTo>
                      <a:pt x="16" y="11"/>
                    </a:lnTo>
                    <a:lnTo>
                      <a:pt x="16" y="7"/>
                    </a:lnTo>
                  </a:path>
                </a:pathLst>
              </a:custGeom>
              <a:solidFill>
                <a:srgbClr val="000000"/>
              </a:solidFill>
              <a:ln w="12700">
                <a:noFill/>
              </a:ln>
            </p:spPr>
            <p:txBody>
              <a:bodyPr/>
              <a:lstStyle/>
              <a:p>
                <a:endParaRPr lang="zh-CN" altLang="en-US"/>
              </a:p>
            </p:txBody>
          </p:sp>
          <p:sp>
            <p:nvSpPr>
              <p:cNvPr id="31182" name="Freeform 466"/>
              <p:cNvSpPr/>
              <p:nvPr/>
            </p:nvSpPr>
            <p:spPr>
              <a:xfrm>
                <a:off x="1906" y="2278"/>
                <a:ext cx="17" cy="17"/>
              </a:xfrm>
              <a:custGeom>
                <a:avLst/>
                <a:gdLst/>
                <a:ahLst/>
                <a:cxnLst>
                  <a:cxn ang="0">
                    <a:pos x="16" y="2"/>
                  </a:cxn>
                  <a:cxn ang="0">
                    <a:pos x="9" y="2"/>
                  </a:cxn>
                  <a:cxn ang="0">
                    <a:pos x="9" y="0"/>
                  </a:cxn>
                  <a:cxn ang="0">
                    <a:pos x="3" y="0"/>
                  </a:cxn>
                  <a:cxn ang="0">
                    <a:pos x="0" y="0"/>
                  </a:cxn>
                  <a:cxn ang="0">
                    <a:pos x="0" y="2"/>
                  </a:cxn>
                  <a:cxn ang="0">
                    <a:pos x="0" y="7"/>
                  </a:cxn>
                  <a:cxn ang="0">
                    <a:pos x="0" y="11"/>
                  </a:cxn>
                  <a:cxn ang="0">
                    <a:pos x="3" y="11"/>
                  </a:cxn>
                  <a:cxn ang="0">
                    <a:pos x="3" y="16"/>
                  </a:cxn>
                  <a:cxn ang="0">
                    <a:pos x="9" y="16"/>
                  </a:cxn>
                  <a:cxn ang="0">
                    <a:pos x="16" y="11"/>
                  </a:cxn>
                  <a:cxn ang="0">
                    <a:pos x="16" y="7"/>
                  </a:cxn>
                  <a:cxn ang="0">
                    <a:pos x="16" y="2"/>
                  </a:cxn>
                </a:cxnLst>
                <a:rect l="0" t="0" r="0" b="0"/>
                <a:pathLst>
                  <a:path w="17" h="17">
                    <a:moveTo>
                      <a:pt x="16" y="2"/>
                    </a:moveTo>
                    <a:lnTo>
                      <a:pt x="9" y="2"/>
                    </a:lnTo>
                    <a:lnTo>
                      <a:pt x="9" y="0"/>
                    </a:lnTo>
                    <a:lnTo>
                      <a:pt x="3" y="0"/>
                    </a:lnTo>
                    <a:lnTo>
                      <a:pt x="0" y="0"/>
                    </a:lnTo>
                    <a:lnTo>
                      <a:pt x="0" y="2"/>
                    </a:lnTo>
                    <a:lnTo>
                      <a:pt x="0" y="7"/>
                    </a:lnTo>
                    <a:lnTo>
                      <a:pt x="0" y="11"/>
                    </a:lnTo>
                    <a:lnTo>
                      <a:pt x="3" y="11"/>
                    </a:lnTo>
                    <a:lnTo>
                      <a:pt x="3" y="16"/>
                    </a:lnTo>
                    <a:lnTo>
                      <a:pt x="9" y="16"/>
                    </a:lnTo>
                    <a:lnTo>
                      <a:pt x="16" y="11"/>
                    </a:lnTo>
                    <a:lnTo>
                      <a:pt x="16" y="7"/>
                    </a:lnTo>
                    <a:lnTo>
                      <a:pt x="16" y="2"/>
                    </a:lnTo>
                  </a:path>
                </a:pathLst>
              </a:custGeom>
              <a:solidFill>
                <a:srgbClr val="000000"/>
              </a:solidFill>
              <a:ln w="12700">
                <a:noFill/>
              </a:ln>
            </p:spPr>
            <p:txBody>
              <a:bodyPr/>
              <a:lstStyle/>
              <a:p>
                <a:endParaRPr lang="zh-CN" altLang="en-US"/>
              </a:p>
            </p:txBody>
          </p:sp>
          <p:sp>
            <p:nvSpPr>
              <p:cNvPr id="31183" name="Freeform 467"/>
              <p:cNvSpPr/>
              <p:nvPr/>
            </p:nvSpPr>
            <p:spPr>
              <a:xfrm>
                <a:off x="1897" y="2281"/>
                <a:ext cx="17" cy="17"/>
              </a:xfrm>
              <a:custGeom>
                <a:avLst/>
                <a:gdLst/>
                <a:ahLst/>
                <a:cxnLst>
                  <a:cxn ang="0">
                    <a:pos x="12" y="4"/>
                  </a:cxn>
                  <a:cxn ang="0">
                    <a:pos x="12" y="0"/>
                  </a:cxn>
                  <a:cxn ang="0">
                    <a:pos x="7" y="0"/>
                  </a:cxn>
                  <a:cxn ang="0">
                    <a:pos x="5" y="0"/>
                  </a:cxn>
                  <a:cxn ang="0">
                    <a:pos x="5" y="4"/>
                  </a:cxn>
                  <a:cxn ang="0">
                    <a:pos x="0" y="4"/>
                  </a:cxn>
                  <a:cxn ang="0">
                    <a:pos x="0" y="8"/>
                  </a:cxn>
                  <a:cxn ang="0">
                    <a:pos x="5" y="12"/>
                  </a:cxn>
                  <a:cxn ang="0">
                    <a:pos x="7" y="16"/>
                  </a:cxn>
                  <a:cxn ang="0">
                    <a:pos x="12" y="16"/>
                  </a:cxn>
                  <a:cxn ang="0">
                    <a:pos x="12" y="12"/>
                  </a:cxn>
                  <a:cxn ang="0">
                    <a:pos x="12" y="8"/>
                  </a:cxn>
                  <a:cxn ang="0">
                    <a:pos x="16" y="8"/>
                  </a:cxn>
                  <a:cxn ang="0">
                    <a:pos x="12" y="8"/>
                  </a:cxn>
                  <a:cxn ang="0">
                    <a:pos x="12" y="4"/>
                  </a:cxn>
                </a:cxnLst>
                <a:rect l="0" t="0" r="0" b="0"/>
                <a:pathLst>
                  <a:path w="17" h="17">
                    <a:moveTo>
                      <a:pt x="12" y="4"/>
                    </a:moveTo>
                    <a:lnTo>
                      <a:pt x="12" y="0"/>
                    </a:lnTo>
                    <a:lnTo>
                      <a:pt x="7" y="0"/>
                    </a:lnTo>
                    <a:lnTo>
                      <a:pt x="5" y="0"/>
                    </a:lnTo>
                    <a:lnTo>
                      <a:pt x="5" y="4"/>
                    </a:lnTo>
                    <a:lnTo>
                      <a:pt x="0" y="4"/>
                    </a:lnTo>
                    <a:lnTo>
                      <a:pt x="0" y="8"/>
                    </a:lnTo>
                    <a:lnTo>
                      <a:pt x="5" y="12"/>
                    </a:lnTo>
                    <a:lnTo>
                      <a:pt x="7" y="16"/>
                    </a:lnTo>
                    <a:lnTo>
                      <a:pt x="12" y="16"/>
                    </a:lnTo>
                    <a:lnTo>
                      <a:pt x="12" y="12"/>
                    </a:lnTo>
                    <a:lnTo>
                      <a:pt x="12" y="8"/>
                    </a:lnTo>
                    <a:lnTo>
                      <a:pt x="16" y="8"/>
                    </a:lnTo>
                    <a:lnTo>
                      <a:pt x="12" y="8"/>
                    </a:lnTo>
                    <a:lnTo>
                      <a:pt x="12" y="4"/>
                    </a:lnTo>
                  </a:path>
                </a:pathLst>
              </a:custGeom>
              <a:solidFill>
                <a:srgbClr val="000000"/>
              </a:solidFill>
              <a:ln w="12700">
                <a:noFill/>
              </a:ln>
            </p:spPr>
            <p:txBody>
              <a:bodyPr/>
              <a:lstStyle/>
              <a:p>
                <a:endParaRPr lang="zh-CN" altLang="en-US"/>
              </a:p>
            </p:txBody>
          </p:sp>
          <p:sp>
            <p:nvSpPr>
              <p:cNvPr id="31184" name="Freeform 468"/>
              <p:cNvSpPr/>
              <p:nvPr/>
            </p:nvSpPr>
            <p:spPr>
              <a:xfrm>
                <a:off x="1892" y="2281"/>
                <a:ext cx="17" cy="17"/>
              </a:xfrm>
              <a:custGeom>
                <a:avLst/>
                <a:gdLst/>
                <a:ahLst/>
                <a:cxnLst>
                  <a:cxn ang="0">
                    <a:pos x="16" y="4"/>
                  </a:cxn>
                  <a:cxn ang="0">
                    <a:pos x="9" y="0"/>
                  </a:cxn>
                  <a:cxn ang="0">
                    <a:pos x="3" y="0"/>
                  </a:cxn>
                  <a:cxn ang="0">
                    <a:pos x="0" y="0"/>
                  </a:cxn>
                  <a:cxn ang="0">
                    <a:pos x="0" y="4"/>
                  </a:cxn>
                  <a:cxn ang="0">
                    <a:pos x="0" y="9"/>
                  </a:cxn>
                  <a:cxn ang="0">
                    <a:pos x="0" y="14"/>
                  </a:cxn>
                  <a:cxn ang="0">
                    <a:pos x="3" y="14"/>
                  </a:cxn>
                  <a:cxn ang="0">
                    <a:pos x="3" y="16"/>
                  </a:cxn>
                  <a:cxn ang="0">
                    <a:pos x="9" y="16"/>
                  </a:cxn>
                  <a:cxn ang="0">
                    <a:pos x="9" y="14"/>
                  </a:cxn>
                  <a:cxn ang="0">
                    <a:pos x="16" y="14"/>
                  </a:cxn>
                  <a:cxn ang="0">
                    <a:pos x="16" y="9"/>
                  </a:cxn>
                  <a:cxn ang="0">
                    <a:pos x="16" y="4"/>
                  </a:cxn>
                </a:cxnLst>
                <a:rect l="0" t="0" r="0" b="0"/>
                <a:pathLst>
                  <a:path w="17" h="17">
                    <a:moveTo>
                      <a:pt x="16" y="4"/>
                    </a:moveTo>
                    <a:lnTo>
                      <a:pt x="9" y="0"/>
                    </a:lnTo>
                    <a:lnTo>
                      <a:pt x="3" y="0"/>
                    </a:lnTo>
                    <a:lnTo>
                      <a:pt x="0" y="0"/>
                    </a:lnTo>
                    <a:lnTo>
                      <a:pt x="0" y="4"/>
                    </a:lnTo>
                    <a:lnTo>
                      <a:pt x="0" y="9"/>
                    </a:lnTo>
                    <a:lnTo>
                      <a:pt x="0" y="14"/>
                    </a:lnTo>
                    <a:lnTo>
                      <a:pt x="3" y="14"/>
                    </a:lnTo>
                    <a:lnTo>
                      <a:pt x="3" y="16"/>
                    </a:lnTo>
                    <a:lnTo>
                      <a:pt x="9" y="16"/>
                    </a:lnTo>
                    <a:lnTo>
                      <a:pt x="9" y="14"/>
                    </a:lnTo>
                    <a:lnTo>
                      <a:pt x="16" y="14"/>
                    </a:lnTo>
                    <a:lnTo>
                      <a:pt x="16" y="9"/>
                    </a:lnTo>
                    <a:lnTo>
                      <a:pt x="16" y="4"/>
                    </a:lnTo>
                  </a:path>
                </a:pathLst>
              </a:custGeom>
              <a:solidFill>
                <a:srgbClr val="000000"/>
              </a:solidFill>
              <a:ln w="12700">
                <a:noFill/>
              </a:ln>
            </p:spPr>
            <p:txBody>
              <a:bodyPr/>
              <a:lstStyle/>
              <a:p>
                <a:endParaRPr lang="zh-CN" altLang="en-US"/>
              </a:p>
            </p:txBody>
          </p:sp>
          <p:sp>
            <p:nvSpPr>
              <p:cNvPr id="31185" name="Freeform 469"/>
              <p:cNvSpPr/>
              <p:nvPr/>
            </p:nvSpPr>
            <p:spPr>
              <a:xfrm>
                <a:off x="1718" y="2322"/>
                <a:ext cx="17" cy="17"/>
              </a:xfrm>
              <a:custGeom>
                <a:avLst/>
                <a:gdLst/>
                <a:ahLst/>
                <a:cxnLst>
                  <a:cxn ang="0">
                    <a:pos x="16" y="5"/>
                  </a:cxn>
                  <a:cxn ang="0">
                    <a:pos x="16" y="2"/>
                  </a:cxn>
                  <a:cxn ang="0">
                    <a:pos x="12" y="2"/>
                  </a:cxn>
                  <a:cxn ang="0">
                    <a:pos x="12" y="0"/>
                  </a:cxn>
                  <a:cxn ang="0">
                    <a:pos x="6" y="0"/>
                  </a:cxn>
                  <a:cxn ang="0">
                    <a:pos x="0" y="2"/>
                  </a:cxn>
                  <a:cxn ang="0">
                    <a:pos x="0" y="5"/>
                  </a:cxn>
                  <a:cxn ang="0">
                    <a:pos x="0" y="9"/>
                  </a:cxn>
                  <a:cxn ang="0">
                    <a:pos x="0" y="13"/>
                  </a:cxn>
                  <a:cxn ang="0">
                    <a:pos x="6" y="13"/>
                  </a:cxn>
                  <a:cxn ang="0">
                    <a:pos x="6" y="16"/>
                  </a:cxn>
                  <a:cxn ang="0">
                    <a:pos x="12" y="16"/>
                  </a:cxn>
                  <a:cxn ang="0">
                    <a:pos x="12" y="13"/>
                  </a:cxn>
                  <a:cxn ang="0">
                    <a:pos x="16" y="13"/>
                  </a:cxn>
                  <a:cxn ang="0">
                    <a:pos x="16" y="9"/>
                  </a:cxn>
                  <a:cxn ang="0">
                    <a:pos x="16" y="5"/>
                  </a:cxn>
                </a:cxnLst>
                <a:rect l="0" t="0" r="0" b="0"/>
                <a:pathLst>
                  <a:path w="17" h="17">
                    <a:moveTo>
                      <a:pt x="16" y="5"/>
                    </a:moveTo>
                    <a:lnTo>
                      <a:pt x="16" y="2"/>
                    </a:lnTo>
                    <a:lnTo>
                      <a:pt x="12" y="2"/>
                    </a:lnTo>
                    <a:lnTo>
                      <a:pt x="12" y="0"/>
                    </a:lnTo>
                    <a:lnTo>
                      <a:pt x="6" y="0"/>
                    </a:lnTo>
                    <a:lnTo>
                      <a:pt x="0" y="2"/>
                    </a:lnTo>
                    <a:lnTo>
                      <a:pt x="0" y="5"/>
                    </a:lnTo>
                    <a:lnTo>
                      <a:pt x="0" y="9"/>
                    </a:lnTo>
                    <a:lnTo>
                      <a:pt x="0" y="13"/>
                    </a:lnTo>
                    <a:lnTo>
                      <a:pt x="6" y="13"/>
                    </a:lnTo>
                    <a:lnTo>
                      <a:pt x="6" y="16"/>
                    </a:lnTo>
                    <a:lnTo>
                      <a:pt x="12" y="16"/>
                    </a:lnTo>
                    <a:lnTo>
                      <a:pt x="12" y="13"/>
                    </a:lnTo>
                    <a:lnTo>
                      <a:pt x="16" y="13"/>
                    </a:lnTo>
                    <a:lnTo>
                      <a:pt x="16" y="9"/>
                    </a:lnTo>
                    <a:lnTo>
                      <a:pt x="16" y="5"/>
                    </a:lnTo>
                  </a:path>
                </a:pathLst>
              </a:custGeom>
              <a:solidFill>
                <a:srgbClr val="000000"/>
              </a:solidFill>
              <a:ln w="12700">
                <a:noFill/>
              </a:ln>
            </p:spPr>
            <p:txBody>
              <a:bodyPr/>
              <a:lstStyle/>
              <a:p>
                <a:endParaRPr lang="zh-CN" altLang="en-US"/>
              </a:p>
            </p:txBody>
          </p:sp>
          <p:sp>
            <p:nvSpPr>
              <p:cNvPr id="31186" name="Freeform 470"/>
              <p:cNvSpPr/>
              <p:nvPr/>
            </p:nvSpPr>
            <p:spPr>
              <a:xfrm>
                <a:off x="1709" y="2323"/>
                <a:ext cx="17" cy="17"/>
              </a:xfrm>
              <a:custGeom>
                <a:avLst/>
                <a:gdLst/>
                <a:ahLst/>
                <a:cxnLst>
                  <a:cxn ang="0">
                    <a:pos x="16" y="7"/>
                  </a:cxn>
                  <a:cxn ang="0">
                    <a:pos x="14" y="7"/>
                  </a:cxn>
                  <a:cxn ang="0">
                    <a:pos x="14" y="4"/>
                  </a:cxn>
                  <a:cxn ang="0">
                    <a:pos x="14" y="0"/>
                  </a:cxn>
                  <a:cxn ang="0">
                    <a:pos x="9" y="0"/>
                  </a:cxn>
                  <a:cxn ang="0">
                    <a:pos x="5" y="4"/>
                  </a:cxn>
                  <a:cxn ang="0">
                    <a:pos x="5" y="7"/>
                  </a:cxn>
                  <a:cxn ang="0">
                    <a:pos x="0" y="7"/>
                  </a:cxn>
                  <a:cxn ang="0">
                    <a:pos x="5" y="7"/>
                  </a:cxn>
                  <a:cxn ang="0">
                    <a:pos x="5" y="11"/>
                  </a:cxn>
                  <a:cxn ang="0">
                    <a:pos x="5" y="14"/>
                  </a:cxn>
                  <a:cxn ang="0">
                    <a:pos x="9" y="14"/>
                  </a:cxn>
                  <a:cxn ang="0">
                    <a:pos x="14" y="16"/>
                  </a:cxn>
                  <a:cxn ang="0">
                    <a:pos x="14" y="14"/>
                  </a:cxn>
                  <a:cxn ang="0">
                    <a:pos x="16" y="14"/>
                  </a:cxn>
                  <a:cxn ang="0">
                    <a:pos x="16" y="11"/>
                  </a:cxn>
                  <a:cxn ang="0">
                    <a:pos x="16" y="7"/>
                  </a:cxn>
                </a:cxnLst>
                <a:rect l="0" t="0" r="0" b="0"/>
                <a:pathLst>
                  <a:path w="17" h="17">
                    <a:moveTo>
                      <a:pt x="16" y="7"/>
                    </a:moveTo>
                    <a:lnTo>
                      <a:pt x="14" y="7"/>
                    </a:lnTo>
                    <a:lnTo>
                      <a:pt x="14" y="4"/>
                    </a:lnTo>
                    <a:lnTo>
                      <a:pt x="14" y="0"/>
                    </a:lnTo>
                    <a:lnTo>
                      <a:pt x="9" y="0"/>
                    </a:lnTo>
                    <a:lnTo>
                      <a:pt x="5" y="4"/>
                    </a:lnTo>
                    <a:lnTo>
                      <a:pt x="5" y="7"/>
                    </a:lnTo>
                    <a:lnTo>
                      <a:pt x="0" y="7"/>
                    </a:lnTo>
                    <a:lnTo>
                      <a:pt x="5" y="7"/>
                    </a:lnTo>
                    <a:lnTo>
                      <a:pt x="5" y="11"/>
                    </a:lnTo>
                    <a:lnTo>
                      <a:pt x="5" y="14"/>
                    </a:lnTo>
                    <a:lnTo>
                      <a:pt x="9" y="14"/>
                    </a:lnTo>
                    <a:lnTo>
                      <a:pt x="14" y="16"/>
                    </a:lnTo>
                    <a:lnTo>
                      <a:pt x="14" y="14"/>
                    </a:lnTo>
                    <a:lnTo>
                      <a:pt x="16" y="14"/>
                    </a:lnTo>
                    <a:lnTo>
                      <a:pt x="16" y="11"/>
                    </a:lnTo>
                    <a:lnTo>
                      <a:pt x="16" y="7"/>
                    </a:lnTo>
                  </a:path>
                </a:pathLst>
              </a:custGeom>
              <a:solidFill>
                <a:srgbClr val="000000"/>
              </a:solidFill>
              <a:ln w="12700">
                <a:noFill/>
              </a:ln>
            </p:spPr>
            <p:txBody>
              <a:bodyPr/>
              <a:lstStyle/>
              <a:p>
                <a:endParaRPr lang="zh-CN" altLang="en-US"/>
              </a:p>
            </p:txBody>
          </p:sp>
          <p:sp>
            <p:nvSpPr>
              <p:cNvPr id="31187" name="Freeform 471"/>
              <p:cNvSpPr/>
              <p:nvPr/>
            </p:nvSpPr>
            <p:spPr>
              <a:xfrm>
                <a:off x="1704" y="2325"/>
                <a:ext cx="17" cy="17"/>
              </a:xfrm>
              <a:custGeom>
                <a:avLst/>
                <a:gdLst/>
                <a:ahLst/>
                <a:cxnLst>
                  <a:cxn ang="0">
                    <a:pos x="16" y="7"/>
                  </a:cxn>
                  <a:cxn ang="0">
                    <a:pos x="16" y="4"/>
                  </a:cxn>
                  <a:cxn ang="0">
                    <a:pos x="12" y="4"/>
                  </a:cxn>
                  <a:cxn ang="0">
                    <a:pos x="6" y="0"/>
                  </a:cxn>
                  <a:cxn ang="0">
                    <a:pos x="6" y="4"/>
                  </a:cxn>
                  <a:cxn ang="0">
                    <a:pos x="0" y="4"/>
                  </a:cxn>
                  <a:cxn ang="0">
                    <a:pos x="0" y="7"/>
                  </a:cxn>
                  <a:cxn ang="0">
                    <a:pos x="0" y="11"/>
                  </a:cxn>
                  <a:cxn ang="0">
                    <a:pos x="0" y="13"/>
                  </a:cxn>
                  <a:cxn ang="0">
                    <a:pos x="6" y="13"/>
                  </a:cxn>
                  <a:cxn ang="0">
                    <a:pos x="6" y="16"/>
                  </a:cxn>
                  <a:cxn ang="0">
                    <a:pos x="12" y="16"/>
                  </a:cxn>
                  <a:cxn ang="0">
                    <a:pos x="16" y="13"/>
                  </a:cxn>
                  <a:cxn ang="0">
                    <a:pos x="16" y="11"/>
                  </a:cxn>
                  <a:cxn ang="0">
                    <a:pos x="16" y="7"/>
                  </a:cxn>
                </a:cxnLst>
                <a:rect l="0" t="0" r="0" b="0"/>
                <a:pathLst>
                  <a:path w="17" h="17">
                    <a:moveTo>
                      <a:pt x="16" y="7"/>
                    </a:moveTo>
                    <a:lnTo>
                      <a:pt x="16" y="4"/>
                    </a:lnTo>
                    <a:lnTo>
                      <a:pt x="12" y="4"/>
                    </a:lnTo>
                    <a:lnTo>
                      <a:pt x="6" y="0"/>
                    </a:lnTo>
                    <a:lnTo>
                      <a:pt x="6" y="4"/>
                    </a:lnTo>
                    <a:lnTo>
                      <a:pt x="0" y="4"/>
                    </a:lnTo>
                    <a:lnTo>
                      <a:pt x="0" y="7"/>
                    </a:lnTo>
                    <a:lnTo>
                      <a:pt x="0" y="11"/>
                    </a:lnTo>
                    <a:lnTo>
                      <a:pt x="0" y="13"/>
                    </a:lnTo>
                    <a:lnTo>
                      <a:pt x="6" y="13"/>
                    </a:lnTo>
                    <a:lnTo>
                      <a:pt x="6" y="16"/>
                    </a:lnTo>
                    <a:lnTo>
                      <a:pt x="12" y="16"/>
                    </a:lnTo>
                    <a:lnTo>
                      <a:pt x="16" y="13"/>
                    </a:lnTo>
                    <a:lnTo>
                      <a:pt x="16" y="11"/>
                    </a:lnTo>
                    <a:lnTo>
                      <a:pt x="16" y="7"/>
                    </a:lnTo>
                  </a:path>
                </a:pathLst>
              </a:custGeom>
              <a:solidFill>
                <a:srgbClr val="000000"/>
              </a:solidFill>
              <a:ln w="12700">
                <a:noFill/>
              </a:ln>
            </p:spPr>
            <p:txBody>
              <a:bodyPr/>
              <a:lstStyle/>
              <a:p>
                <a:endParaRPr lang="zh-CN" altLang="en-US"/>
              </a:p>
            </p:txBody>
          </p:sp>
          <p:sp>
            <p:nvSpPr>
              <p:cNvPr id="31188" name="Freeform 472"/>
              <p:cNvSpPr/>
              <p:nvPr/>
            </p:nvSpPr>
            <p:spPr>
              <a:xfrm>
                <a:off x="1697" y="2327"/>
                <a:ext cx="17" cy="17"/>
              </a:xfrm>
              <a:custGeom>
                <a:avLst/>
                <a:gdLst/>
                <a:ahLst/>
                <a:cxnLst>
                  <a:cxn ang="0">
                    <a:pos x="16" y="7"/>
                  </a:cxn>
                  <a:cxn ang="0">
                    <a:pos x="16" y="4"/>
                  </a:cxn>
                  <a:cxn ang="0">
                    <a:pos x="12" y="4"/>
                  </a:cxn>
                  <a:cxn ang="0">
                    <a:pos x="12" y="0"/>
                  </a:cxn>
                  <a:cxn ang="0">
                    <a:pos x="6" y="0"/>
                  </a:cxn>
                  <a:cxn ang="0">
                    <a:pos x="0" y="4"/>
                  </a:cxn>
                  <a:cxn ang="0">
                    <a:pos x="0" y="7"/>
                  </a:cxn>
                  <a:cxn ang="0">
                    <a:pos x="0" y="9"/>
                  </a:cxn>
                  <a:cxn ang="0">
                    <a:pos x="0" y="13"/>
                  </a:cxn>
                  <a:cxn ang="0">
                    <a:pos x="6" y="13"/>
                  </a:cxn>
                  <a:cxn ang="0">
                    <a:pos x="6" y="16"/>
                  </a:cxn>
                  <a:cxn ang="0">
                    <a:pos x="12" y="16"/>
                  </a:cxn>
                  <a:cxn ang="0">
                    <a:pos x="12" y="13"/>
                  </a:cxn>
                  <a:cxn ang="0">
                    <a:pos x="16" y="13"/>
                  </a:cxn>
                  <a:cxn ang="0">
                    <a:pos x="16" y="9"/>
                  </a:cxn>
                  <a:cxn ang="0">
                    <a:pos x="16" y="7"/>
                  </a:cxn>
                </a:cxnLst>
                <a:rect l="0" t="0" r="0" b="0"/>
                <a:pathLst>
                  <a:path w="17" h="17">
                    <a:moveTo>
                      <a:pt x="16" y="7"/>
                    </a:moveTo>
                    <a:lnTo>
                      <a:pt x="16" y="4"/>
                    </a:lnTo>
                    <a:lnTo>
                      <a:pt x="12" y="4"/>
                    </a:lnTo>
                    <a:lnTo>
                      <a:pt x="12" y="0"/>
                    </a:lnTo>
                    <a:lnTo>
                      <a:pt x="6" y="0"/>
                    </a:lnTo>
                    <a:lnTo>
                      <a:pt x="0" y="4"/>
                    </a:lnTo>
                    <a:lnTo>
                      <a:pt x="0" y="7"/>
                    </a:lnTo>
                    <a:lnTo>
                      <a:pt x="0" y="9"/>
                    </a:lnTo>
                    <a:lnTo>
                      <a:pt x="0" y="13"/>
                    </a:lnTo>
                    <a:lnTo>
                      <a:pt x="6" y="13"/>
                    </a:lnTo>
                    <a:lnTo>
                      <a:pt x="6" y="16"/>
                    </a:lnTo>
                    <a:lnTo>
                      <a:pt x="12" y="16"/>
                    </a:lnTo>
                    <a:lnTo>
                      <a:pt x="12" y="13"/>
                    </a:lnTo>
                    <a:lnTo>
                      <a:pt x="16" y="13"/>
                    </a:lnTo>
                    <a:lnTo>
                      <a:pt x="16" y="9"/>
                    </a:lnTo>
                    <a:lnTo>
                      <a:pt x="16" y="7"/>
                    </a:lnTo>
                  </a:path>
                </a:pathLst>
              </a:custGeom>
              <a:solidFill>
                <a:srgbClr val="000000"/>
              </a:solidFill>
              <a:ln w="12700">
                <a:noFill/>
              </a:ln>
            </p:spPr>
            <p:txBody>
              <a:bodyPr/>
              <a:lstStyle/>
              <a:p>
                <a:endParaRPr lang="zh-CN" altLang="en-US"/>
              </a:p>
            </p:txBody>
          </p:sp>
          <p:sp>
            <p:nvSpPr>
              <p:cNvPr id="31189" name="Freeform 473"/>
              <p:cNvSpPr/>
              <p:nvPr/>
            </p:nvSpPr>
            <p:spPr>
              <a:xfrm>
                <a:off x="1689" y="2328"/>
                <a:ext cx="17" cy="17"/>
              </a:xfrm>
              <a:custGeom>
                <a:avLst/>
                <a:gdLst/>
                <a:ahLst/>
                <a:cxnLst>
                  <a:cxn ang="0">
                    <a:pos x="16" y="5"/>
                  </a:cxn>
                  <a:cxn ang="0">
                    <a:pos x="12" y="5"/>
                  </a:cxn>
                  <a:cxn ang="0">
                    <a:pos x="12" y="4"/>
                  </a:cxn>
                  <a:cxn ang="0">
                    <a:pos x="12" y="0"/>
                  </a:cxn>
                  <a:cxn ang="0">
                    <a:pos x="9" y="0"/>
                  </a:cxn>
                  <a:cxn ang="0">
                    <a:pos x="5" y="4"/>
                  </a:cxn>
                  <a:cxn ang="0">
                    <a:pos x="5" y="5"/>
                  </a:cxn>
                  <a:cxn ang="0">
                    <a:pos x="0" y="5"/>
                  </a:cxn>
                  <a:cxn ang="0">
                    <a:pos x="5" y="5"/>
                  </a:cxn>
                  <a:cxn ang="0">
                    <a:pos x="5" y="9"/>
                  </a:cxn>
                  <a:cxn ang="0">
                    <a:pos x="5" y="13"/>
                  </a:cxn>
                  <a:cxn ang="0">
                    <a:pos x="9" y="13"/>
                  </a:cxn>
                  <a:cxn ang="0">
                    <a:pos x="12" y="16"/>
                  </a:cxn>
                  <a:cxn ang="0">
                    <a:pos x="12" y="13"/>
                  </a:cxn>
                  <a:cxn ang="0">
                    <a:pos x="16" y="13"/>
                  </a:cxn>
                  <a:cxn ang="0">
                    <a:pos x="16" y="9"/>
                  </a:cxn>
                  <a:cxn ang="0">
                    <a:pos x="16" y="5"/>
                  </a:cxn>
                </a:cxnLst>
                <a:rect l="0" t="0" r="0" b="0"/>
                <a:pathLst>
                  <a:path w="17" h="17">
                    <a:moveTo>
                      <a:pt x="16" y="5"/>
                    </a:moveTo>
                    <a:lnTo>
                      <a:pt x="12" y="5"/>
                    </a:lnTo>
                    <a:lnTo>
                      <a:pt x="12" y="4"/>
                    </a:lnTo>
                    <a:lnTo>
                      <a:pt x="12" y="0"/>
                    </a:lnTo>
                    <a:lnTo>
                      <a:pt x="9" y="0"/>
                    </a:lnTo>
                    <a:lnTo>
                      <a:pt x="5" y="4"/>
                    </a:lnTo>
                    <a:lnTo>
                      <a:pt x="5" y="5"/>
                    </a:lnTo>
                    <a:lnTo>
                      <a:pt x="0" y="5"/>
                    </a:lnTo>
                    <a:lnTo>
                      <a:pt x="5" y="5"/>
                    </a:lnTo>
                    <a:lnTo>
                      <a:pt x="5" y="9"/>
                    </a:lnTo>
                    <a:lnTo>
                      <a:pt x="5" y="13"/>
                    </a:lnTo>
                    <a:lnTo>
                      <a:pt x="9" y="13"/>
                    </a:lnTo>
                    <a:lnTo>
                      <a:pt x="12" y="16"/>
                    </a:lnTo>
                    <a:lnTo>
                      <a:pt x="12" y="13"/>
                    </a:lnTo>
                    <a:lnTo>
                      <a:pt x="16" y="13"/>
                    </a:lnTo>
                    <a:lnTo>
                      <a:pt x="16" y="9"/>
                    </a:lnTo>
                    <a:lnTo>
                      <a:pt x="16" y="5"/>
                    </a:lnTo>
                  </a:path>
                </a:pathLst>
              </a:custGeom>
              <a:solidFill>
                <a:srgbClr val="000000"/>
              </a:solidFill>
              <a:ln w="12700">
                <a:noFill/>
              </a:ln>
            </p:spPr>
            <p:txBody>
              <a:bodyPr/>
              <a:lstStyle/>
              <a:p>
                <a:endParaRPr lang="zh-CN" altLang="en-US"/>
              </a:p>
            </p:txBody>
          </p:sp>
          <p:sp>
            <p:nvSpPr>
              <p:cNvPr id="31190" name="Freeform 474"/>
              <p:cNvSpPr/>
              <p:nvPr/>
            </p:nvSpPr>
            <p:spPr>
              <a:xfrm>
                <a:off x="1683" y="2328"/>
                <a:ext cx="17" cy="17"/>
              </a:xfrm>
              <a:custGeom>
                <a:avLst/>
                <a:gdLst/>
                <a:ahLst/>
                <a:cxnLst>
                  <a:cxn ang="0">
                    <a:pos x="16" y="7"/>
                  </a:cxn>
                  <a:cxn ang="0">
                    <a:pos x="16" y="2"/>
                  </a:cxn>
                  <a:cxn ang="0">
                    <a:pos x="12" y="2"/>
                  </a:cxn>
                  <a:cxn ang="0">
                    <a:pos x="12" y="0"/>
                  </a:cxn>
                  <a:cxn ang="0">
                    <a:pos x="6" y="0"/>
                  </a:cxn>
                  <a:cxn ang="0">
                    <a:pos x="6" y="2"/>
                  </a:cxn>
                  <a:cxn ang="0">
                    <a:pos x="0" y="2"/>
                  </a:cxn>
                  <a:cxn ang="0">
                    <a:pos x="0" y="7"/>
                  </a:cxn>
                  <a:cxn ang="0">
                    <a:pos x="0" y="11"/>
                  </a:cxn>
                  <a:cxn ang="0">
                    <a:pos x="6" y="11"/>
                  </a:cxn>
                  <a:cxn ang="0">
                    <a:pos x="6" y="16"/>
                  </a:cxn>
                  <a:cxn ang="0">
                    <a:pos x="12" y="16"/>
                  </a:cxn>
                  <a:cxn ang="0">
                    <a:pos x="16" y="16"/>
                  </a:cxn>
                  <a:cxn ang="0">
                    <a:pos x="16" y="11"/>
                  </a:cxn>
                  <a:cxn ang="0">
                    <a:pos x="16" y="7"/>
                  </a:cxn>
                </a:cxnLst>
                <a:rect l="0" t="0" r="0" b="0"/>
                <a:pathLst>
                  <a:path w="17" h="17">
                    <a:moveTo>
                      <a:pt x="16" y="7"/>
                    </a:moveTo>
                    <a:lnTo>
                      <a:pt x="16" y="2"/>
                    </a:lnTo>
                    <a:lnTo>
                      <a:pt x="12" y="2"/>
                    </a:lnTo>
                    <a:lnTo>
                      <a:pt x="12" y="0"/>
                    </a:lnTo>
                    <a:lnTo>
                      <a:pt x="6" y="0"/>
                    </a:lnTo>
                    <a:lnTo>
                      <a:pt x="6" y="2"/>
                    </a:lnTo>
                    <a:lnTo>
                      <a:pt x="0" y="2"/>
                    </a:lnTo>
                    <a:lnTo>
                      <a:pt x="0" y="7"/>
                    </a:lnTo>
                    <a:lnTo>
                      <a:pt x="0" y="11"/>
                    </a:lnTo>
                    <a:lnTo>
                      <a:pt x="6" y="11"/>
                    </a:lnTo>
                    <a:lnTo>
                      <a:pt x="6" y="16"/>
                    </a:lnTo>
                    <a:lnTo>
                      <a:pt x="12" y="16"/>
                    </a:lnTo>
                    <a:lnTo>
                      <a:pt x="16" y="16"/>
                    </a:lnTo>
                    <a:lnTo>
                      <a:pt x="16" y="11"/>
                    </a:lnTo>
                    <a:lnTo>
                      <a:pt x="16" y="7"/>
                    </a:lnTo>
                  </a:path>
                </a:pathLst>
              </a:custGeom>
              <a:solidFill>
                <a:srgbClr val="000000"/>
              </a:solidFill>
              <a:ln w="12700">
                <a:noFill/>
              </a:ln>
            </p:spPr>
            <p:txBody>
              <a:bodyPr/>
              <a:lstStyle/>
              <a:p>
                <a:endParaRPr lang="zh-CN" altLang="en-US"/>
              </a:p>
            </p:txBody>
          </p:sp>
          <p:sp>
            <p:nvSpPr>
              <p:cNvPr id="31191" name="Freeform 475"/>
              <p:cNvSpPr/>
              <p:nvPr/>
            </p:nvSpPr>
            <p:spPr>
              <a:xfrm>
                <a:off x="1557" y="2237"/>
                <a:ext cx="637" cy="126"/>
              </a:xfrm>
              <a:custGeom>
                <a:avLst/>
                <a:gdLst/>
                <a:ahLst/>
                <a:cxnLst>
                  <a:cxn ang="0">
                    <a:pos x="0" y="72"/>
                  </a:cxn>
                  <a:cxn ang="0">
                    <a:pos x="61" y="109"/>
                  </a:cxn>
                  <a:cxn ang="0">
                    <a:pos x="67" y="112"/>
                  </a:cxn>
                  <a:cxn ang="0">
                    <a:pos x="69" y="112"/>
                  </a:cxn>
                  <a:cxn ang="0">
                    <a:pos x="71" y="114"/>
                  </a:cxn>
                  <a:cxn ang="0">
                    <a:pos x="73" y="114"/>
                  </a:cxn>
                  <a:cxn ang="0">
                    <a:pos x="75" y="115"/>
                  </a:cxn>
                  <a:cxn ang="0">
                    <a:pos x="78" y="115"/>
                  </a:cxn>
                  <a:cxn ang="0">
                    <a:pos x="81" y="115"/>
                  </a:cxn>
                  <a:cxn ang="0">
                    <a:pos x="85" y="117"/>
                  </a:cxn>
                  <a:cxn ang="0">
                    <a:pos x="87" y="117"/>
                  </a:cxn>
                  <a:cxn ang="0">
                    <a:pos x="91" y="115"/>
                  </a:cxn>
                  <a:cxn ang="0">
                    <a:pos x="97" y="115"/>
                  </a:cxn>
                  <a:cxn ang="0">
                    <a:pos x="577" y="10"/>
                  </a:cxn>
                  <a:cxn ang="0">
                    <a:pos x="587" y="8"/>
                  </a:cxn>
                  <a:cxn ang="0">
                    <a:pos x="601" y="4"/>
                  </a:cxn>
                  <a:cxn ang="0">
                    <a:pos x="617" y="0"/>
                  </a:cxn>
                  <a:cxn ang="0">
                    <a:pos x="620" y="1"/>
                  </a:cxn>
                  <a:cxn ang="0">
                    <a:pos x="623" y="1"/>
                  </a:cxn>
                  <a:cxn ang="0">
                    <a:pos x="625" y="2"/>
                  </a:cxn>
                  <a:cxn ang="0">
                    <a:pos x="628" y="2"/>
                  </a:cxn>
                  <a:cxn ang="0">
                    <a:pos x="631" y="4"/>
                  </a:cxn>
                  <a:cxn ang="0">
                    <a:pos x="632" y="6"/>
                  </a:cxn>
                  <a:cxn ang="0">
                    <a:pos x="634" y="7"/>
                  </a:cxn>
                  <a:cxn ang="0">
                    <a:pos x="634" y="8"/>
                  </a:cxn>
                  <a:cxn ang="0">
                    <a:pos x="636" y="10"/>
                  </a:cxn>
                  <a:cxn ang="0">
                    <a:pos x="636" y="12"/>
                  </a:cxn>
                  <a:cxn ang="0">
                    <a:pos x="636" y="14"/>
                  </a:cxn>
                  <a:cxn ang="0">
                    <a:pos x="634" y="16"/>
                  </a:cxn>
                  <a:cxn ang="0">
                    <a:pos x="631" y="18"/>
                  </a:cxn>
                  <a:cxn ang="0">
                    <a:pos x="629" y="22"/>
                  </a:cxn>
                  <a:cxn ang="0">
                    <a:pos x="628" y="22"/>
                  </a:cxn>
                  <a:cxn ang="0">
                    <a:pos x="623" y="22"/>
                  </a:cxn>
                  <a:cxn ang="0">
                    <a:pos x="621" y="20"/>
                  </a:cxn>
                  <a:cxn ang="0">
                    <a:pos x="618" y="18"/>
                  </a:cxn>
                  <a:cxn ang="0">
                    <a:pos x="617" y="16"/>
                  </a:cxn>
                  <a:cxn ang="0">
                    <a:pos x="615" y="15"/>
                  </a:cxn>
                  <a:cxn ang="0">
                    <a:pos x="612" y="14"/>
                  </a:cxn>
                  <a:cxn ang="0">
                    <a:pos x="611" y="14"/>
                  </a:cxn>
                  <a:cxn ang="0">
                    <a:pos x="607" y="12"/>
                  </a:cxn>
                  <a:cxn ang="0">
                    <a:pos x="604" y="12"/>
                  </a:cxn>
                  <a:cxn ang="0">
                    <a:pos x="601" y="10"/>
                  </a:cxn>
                  <a:cxn ang="0">
                    <a:pos x="597" y="10"/>
                  </a:cxn>
                  <a:cxn ang="0">
                    <a:pos x="593" y="10"/>
                  </a:cxn>
                  <a:cxn ang="0">
                    <a:pos x="583" y="14"/>
                  </a:cxn>
                  <a:cxn ang="0">
                    <a:pos x="579" y="15"/>
                  </a:cxn>
                  <a:cxn ang="0">
                    <a:pos x="572" y="16"/>
                  </a:cxn>
                  <a:cxn ang="0">
                    <a:pos x="97" y="120"/>
                  </a:cxn>
                  <a:cxn ang="0">
                    <a:pos x="92" y="121"/>
                  </a:cxn>
                  <a:cxn ang="0">
                    <a:pos x="87" y="121"/>
                  </a:cxn>
                  <a:cxn ang="0">
                    <a:pos x="83" y="123"/>
                  </a:cxn>
                  <a:cxn ang="0">
                    <a:pos x="79" y="123"/>
                  </a:cxn>
                  <a:cxn ang="0">
                    <a:pos x="77" y="123"/>
                  </a:cxn>
                  <a:cxn ang="0">
                    <a:pos x="71" y="125"/>
                  </a:cxn>
                  <a:cxn ang="0">
                    <a:pos x="69" y="125"/>
                  </a:cxn>
                  <a:cxn ang="0">
                    <a:pos x="65" y="123"/>
                  </a:cxn>
                  <a:cxn ang="0">
                    <a:pos x="12" y="90"/>
                  </a:cxn>
                  <a:cxn ang="0">
                    <a:pos x="0" y="72"/>
                  </a:cxn>
                </a:cxnLst>
                <a:rect l="0" t="0" r="0" b="0"/>
                <a:pathLst>
                  <a:path w="637" h="126">
                    <a:moveTo>
                      <a:pt x="0" y="72"/>
                    </a:moveTo>
                    <a:lnTo>
                      <a:pt x="61" y="109"/>
                    </a:lnTo>
                    <a:lnTo>
                      <a:pt x="67" y="112"/>
                    </a:lnTo>
                    <a:lnTo>
                      <a:pt x="69" y="112"/>
                    </a:lnTo>
                    <a:lnTo>
                      <a:pt x="71" y="114"/>
                    </a:lnTo>
                    <a:lnTo>
                      <a:pt x="73" y="114"/>
                    </a:lnTo>
                    <a:lnTo>
                      <a:pt x="75" y="115"/>
                    </a:lnTo>
                    <a:lnTo>
                      <a:pt x="78" y="115"/>
                    </a:lnTo>
                    <a:lnTo>
                      <a:pt x="81" y="115"/>
                    </a:lnTo>
                    <a:lnTo>
                      <a:pt x="85" y="117"/>
                    </a:lnTo>
                    <a:lnTo>
                      <a:pt x="87" y="117"/>
                    </a:lnTo>
                    <a:lnTo>
                      <a:pt x="91" y="115"/>
                    </a:lnTo>
                    <a:lnTo>
                      <a:pt x="97" y="115"/>
                    </a:lnTo>
                    <a:lnTo>
                      <a:pt x="577" y="10"/>
                    </a:lnTo>
                    <a:lnTo>
                      <a:pt x="587" y="8"/>
                    </a:lnTo>
                    <a:lnTo>
                      <a:pt x="601" y="4"/>
                    </a:lnTo>
                    <a:lnTo>
                      <a:pt x="617" y="0"/>
                    </a:lnTo>
                    <a:lnTo>
                      <a:pt x="620" y="1"/>
                    </a:lnTo>
                    <a:lnTo>
                      <a:pt x="623" y="1"/>
                    </a:lnTo>
                    <a:lnTo>
                      <a:pt x="625" y="2"/>
                    </a:lnTo>
                    <a:lnTo>
                      <a:pt x="628" y="2"/>
                    </a:lnTo>
                    <a:lnTo>
                      <a:pt x="631" y="4"/>
                    </a:lnTo>
                    <a:lnTo>
                      <a:pt x="632" y="6"/>
                    </a:lnTo>
                    <a:lnTo>
                      <a:pt x="634" y="7"/>
                    </a:lnTo>
                    <a:lnTo>
                      <a:pt x="634" y="8"/>
                    </a:lnTo>
                    <a:lnTo>
                      <a:pt x="636" y="10"/>
                    </a:lnTo>
                    <a:lnTo>
                      <a:pt x="636" y="12"/>
                    </a:lnTo>
                    <a:lnTo>
                      <a:pt x="636" y="14"/>
                    </a:lnTo>
                    <a:lnTo>
                      <a:pt x="634" y="16"/>
                    </a:lnTo>
                    <a:lnTo>
                      <a:pt x="631" y="18"/>
                    </a:lnTo>
                    <a:lnTo>
                      <a:pt x="629" y="22"/>
                    </a:lnTo>
                    <a:lnTo>
                      <a:pt x="628" y="22"/>
                    </a:lnTo>
                    <a:lnTo>
                      <a:pt x="623" y="22"/>
                    </a:lnTo>
                    <a:lnTo>
                      <a:pt x="621" y="20"/>
                    </a:lnTo>
                    <a:lnTo>
                      <a:pt x="618" y="18"/>
                    </a:lnTo>
                    <a:lnTo>
                      <a:pt x="617" y="16"/>
                    </a:lnTo>
                    <a:lnTo>
                      <a:pt x="615" y="15"/>
                    </a:lnTo>
                    <a:lnTo>
                      <a:pt x="612" y="14"/>
                    </a:lnTo>
                    <a:lnTo>
                      <a:pt x="611" y="14"/>
                    </a:lnTo>
                    <a:lnTo>
                      <a:pt x="607" y="12"/>
                    </a:lnTo>
                    <a:lnTo>
                      <a:pt x="604" y="12"/>
                    </a:lnTo>
                    <a:lnTo>
                      <a:pt x="601" y="10"/>
                    </a:lnTo>
                    <a:lnTo>
                      <a:pt x="597" y="10"/>
                    </a:lnTo>
                    <a:lnTo>
                      <a:pt x="593" y="10"/>
                    </a:lnTo>
                    <a:lnTo>
                      <a:pt x="583" y="14"/>
                    </a:lnTo>
                    <a:lnTo>
                      <a:pt x="579" y="15"/>
                    </a:lnTo>
                    <a:lnTo>
                      <a:pt x="572" y="16"/>
                    </a:lnTo>
                    <a:lnTo>
                      <a:pt x="97" y="120"/>
                    </a:lnTo>
                    <a:lnTo>
                      <a:pt x="92" y="121"/>
                    </a:lnTo>
                    <a:lnTo>
                      <a:pt x="87" y="121"/>
                    </a:lnTo>
                    <a:lnTo>
                      <a:pt x="83" y="123"/>
                    </a:lnTo>
                    <a:lnTo>
                      <a:pt x="79" y="123"/>
                    </a:lnTo>
                    <a:lnTo>
                      <a:pt x="77" y="123"/>
                    </a:lnTo>
                    <a:lnTo>
                      <a:pt x="71" y="125"/>
                    </a:lnTo>
                    <a:lnTo>
                      <a:pt x="69" y="125"/>
                    </a:lnTo>
                    <a:lnTo>
                      <a:pt x="65" y="123"/>
                    </a:lnTo>
                    <a:lnTo>
                      <a:pt x="12" y="90"/>
                    </a:lnTo>
                    <a:lnTo>
                      <a:pt x="0" y="72"/>
                    </a:lnTo>
                  </a:path>
                </a:pathLst>
              </a:custGeom>
              <a:solidFill>
                <a:schemeClr val="bg1"/>
              </a:solidFill>
              <a:ln w="12700">
                <a:noFill/>
              </a:ln>
            </p:spPr>
            <p:txBody>
              <a:bodyPr/>
              <a:lstStyle/>
              <a:p>
                <a:endParaRPr lang="zh-CN" altLang="en-US"/>
              </a:p>
            </p:txBody>
          </p:sp>
          <p:sp>
            <p:nvSpPr>
              <p:cNvPr id="31192" name="Freeform 476"/>
              <p:cNvSpPr/>
              <p:nvPr/>
            </p:nvSpPr>
            <p:spPr>
              <a:xfrm>
                <a:off x="2155" y="2225"/>
                <a:ext cx="17" cy="17"/>
              </a:xfrm>
              <a:custGeom>
                <a:avLst/>
                <a:gdLst/>
                <a:ahLst/>
                <a:cxnLst>
                  <a:cxn ang="0">
                    <a:pos x="0" y="0"/>
                  </a:cxn>
                  <a:cxn ang="0">
                    <a:pos x="7" y="0"/>
                  </a:cxn>
                  <a:cxn ang="0">
                    <a:pos x="16" y="12"/>
                  </a:cxn>
                  <a:cxn ang="0">
                    <a:pos x="2" y="16"/>
                  </a:cxn>
                  <a:cxn ang="0">
                    <a:pos x="0" y="0"/>
                  </a:cxn>
                </a:cxnLst>
                <a:rect l="0" t="0" r="0" b="0"/>
                <a:pathLst>
                  <a:path w="17" h="17">
                    <a:moveTo>
                      <a:pt x="0" y="0"/>
                    </a:moveTo>
                    <a:lnTo>
                      <a:pt x="7" y="0"/>
                    </a:lnTo>
                    <a:lnTo>
                      <a:pt x="16" y="12"/>
                    </a:lnTo>
                    <a:lnTo>
                      <a:pt x="2" y="16"/>
                    </a:lnTo>
                    <a:lnTo>
                      <a:pt x="0" y="0"/>
                    </a:lnTo>
                  </a:path>
                </a:pathLst>
              </a:custGeom>
              <a:solidFill>
                <a:srgbClr val="000000"/>
              </a:solidFill>
              <a:ln w="12700">
                <a:noFill/>
              </a:ln>
            </p:spPr>
            <p:txBody>
              <a:bodyPr/>
              <a:lstStyle/>
              <a:p>
                <a:endParaRPr lang="zh-CN" altLang="en-US"/>
              </a:p>
            </p:txBody>
          </p:sp>
          <p:sp>
            <p:nvSpPr>
              <p:cNvPr id="31193" name="Freeform 477"/>
              <p:cNvSpPr/>
              <p:nvPr/>
            </p:nvSpPr>
            <p:spPr>
              <a:xfrm>
                <a:off x="2157" y="2222"/>
                <a:ext cx="17" cy="17"/>
              </a:xfrm>
              <a:custGeom>
                <a:avLst/>
                <a:gdLst/>
                <a:ahLst/>
                <a:cxnLst>
                  <a:cxn ang="0">
                    <a:pos x="0" y="2"/>
                  </a:cxn>
                  <a:cxn ang="0">
                    <a:pos x="7" y="0"/>
                  </a:cxn>
                  <a:cxn ang="0">
                    <a:pos x="16" y="16"/>
                  </a:cxn>
                  <a:cxn ang="0">
                    <a:pos x="7" y="16"/>
                  </a:cxn>
                  <a:cxn ang="0">
                    <a:pos x="0" y="2"/>
                  </a:cxn>
                </a:cxnLst>
                <a:rect l="0" t="0" r="0" b="0"/>
                <a:pathLst>
                  <a:path w="17" h="17">
                    <a:moveTo>
                      <a:pt x="0" y="2"/>
                    </a:moveTo>
                    <a:lnTo>
                      <a:pt x="7" y="0"/>
                    </a:lnTo>
                    <a:lnTo>
                      <a:pt x="16" y="16"/>
                    </a:lnTo>
                    <a:lnTo>
                      <a:pt x="7" y="16"/>
                    </a:lnTo>
                    <a:lnTo>
                      <a:pt x="0" y="2"/>
                    </a:lnTo>
                  </a:path>
                </a:pathLst>
              </a:custGeom>
              <a:solidFill>
                <a:srgbClr val="000000"/>
              </a:solidFill>
              <a:ln w="12700">
                <a:noFill/>
              </a:ln>
            </p:spPr>
            <p:txBody>
              <a:bodyPr/>
              <a:lstStyle/>
              <a:p>
                <a:endParaRPr lang="zh-CN" altLang="en-US"/>
              </a:p>
            </p:txBody>
          </p:sp>
          <p:sp>
            <p:nvSpPr>
              <p:cNvPr id="31194" name="Freeform 478"/>
              <p:cNvSpPr/>
              <p:nvPr/>
            </p:nvSpPr>
            <p:spPr>
              <a:xfrm>
                <a:off x="2162" y="2222"/>
                <a:ext cx="17" cy="17"/>
              </a:xfrm>
              <a:custGeom>
                <a:avLst/>
                <a:gdLst/>
                <a:ahLst/>
                <a:cxnLst>
                  <a:cxn ang="0">
                    <a:pos x="0" y="0"/>
                  </a:cxn>
                  <a:cxn ang="0">
                    <a:pos x="3" y="0"/>
                  </a:cxn>
                  <a:cxn ang="0">
                    <a:pos x="8" y="2"/>
                  </a:cxn>
                  <a:cxn ang="0">
                    <a:pos x="11" y="2"/>
                  </a:cxn>
                  <a:cxn ang="0">
                    <a:pos x="13" y="7"/>
                  </a:cxn>
                  <a:cxn ang="0">
                    <a:pos x="16" y="11"/>
                  </a:cxn>
                  <a:cxn ang="0">
                    <a:pos x="16" y="16"/>
                  </a:cxn>
                  <a:cxn ang="0">
                    <a:pos x="11" y="11"/>
                  </a:cxn>
                  <a:cxn ang="0">
                    <a:pos x="8" y="16"/>
                  </a:cxn>
                  <a:cxn ang="0">
                    <a:pos x="0" y="0"/>
                  </a:cxn>
                </a:cxnLst>
                <a:rect l="0" t="0" r="0" b="0"/>
                <a:pathLst>
                  <a:path w="17" h="17">
                    <a:moveTo>
                      <a:pt x="0" y="0"/>
                    </a:moveTo>
                    <a:lnTo>
                      <a:pt x="3" y="0"/>
                    </a:lnTo>
                    <a:lnTo>
                      <a:pt x="8" y="2"/>
                    </a:lnTo>
                    <a:lnTo>
                      <a:pt x="11" y="2"/>
                    </a:lnTo>
                    <a:lnTo>
                      <a:pt x="13" y="7"/>
                    </a:lnTo>
                    <a:lnTo>
                      <a:pt x="16" y="11"/>
                    </a:lnTo>
                    <a:lnTo>
                      <a:pt x="16" y="16"/>
                    </a:lnTo>
                    <a:lnTo>
                      <a:pt x="11" y="11"/>
                    </a:lnTo>
                    <a:lnTo>
                      <a:pt x="8" y="16"/>
                    </a:lnTo>
                    <a:lnTo>
                      <a:pt x="0" y="0"/>
                    </a:lnTo>
                  </a:path>
                </a:pathLst>
              </a:custGeom>
              <a:solidFill>
                <a:srgbClr val="000000"/>
              </a:solidFill>
              <a:ln w="12700">
                <a:noFill/>
              </a:ln>
            </p:spPr>
            <p:txBody>
              <a:bodyPr/>
              <a:lstStyle/>
              <a:p>
                <a:endParaRPr lang="zh-CN" altLang="en-US"/>
              </a:p>
            </p:txBody>
          </p:sp>
          <p:sp>
            <p:nvSpPr>
              <p:cNvPr id="31195" name="Freeform 479"/>
              <p:cNvSpPr/>
              <p:nvPr/>
            </p:nvSpPr>
            <p:spPr>
              <a:xfrm>
                <a:off x="1555" y="2357"/>
                <a:ext cx="17" cy="17"/>
              </a:xfrm>
              <a:custGeom>
                <a:avLst/>
                <a:gdLst/>
                <a:ahLst/>
                <a:cxnLst>
                  <a:cxn ang="0">
                    <a:pos x="0" y="0"/>
                  </a:cxn>
                  <a:cxn ang="0">
                    <a:pos x="0" y="16"/>
                  </a:cxn>
                  <a:cxn ang="0">
                    <a:pos x="16" y="16"/>
                  </a:cxn>
                  <a:cxn ang="0">
                    <a:pos x="16" y="0"/>
                  </a:cxn>
                  <a:cxn ang="0">
                    <a:pos x="0" y="0"/>
                  </a:cxn>
                </a:cxnLst>
                <a:rect l="0" t="0" r="0" b="0"/>
                <a:pathLst>
                  <a:path w="17" h="17">
                    <a:moveTo>
                      <a:pt x="0" y="0"/>
                    </a:moveTo>
                    <a:lnTo>
                      <a:pt x="0" y="16"/>
                    </a:lnTo>
                    <a:lnTo>
                      <a:pt x="16" y="16"/>
                    </a:lnTo>
                    <a:lnTo>
                      <a:pt x="16" y="0"/>
                    </a:lnTo>
                    <a:lnTo>
                      <a:pt x="0" y="0"/>
                    </a:lnTo>
                  </a:path>
                </a:pathLst>
              </a:custGeom>
              <a:solidFill>
                <a:srgbClr val="BEBEBE"/>
              </a:solidFill>
              <a:ln w="12700">
                <a:noFill/>
              </a:ln>
            </p:spPr>
            <p:txBody>
              <a:bodyPr/>
              <a:lstStyle/>
              <a:p>
                <a:endParaRPr lang="zh-CN" altLang="en-US"/>
              </a:p>
            </p:txBody>
          </p:sp>
          <p:sp>
            <p:nvSpPr>
              <p:cNvPr id="31196" name="Freeform 480"/>
              <p:cNvSpPr/>
              <p:nvPr/>
            </p:nvSpPr>
            <p:spPr>
              <a:xfrm>
                <a:off x="1856" y="2295"/>
                <a:ext cx="74" cy="21"/>
              </a:xfrm>
              <a:custGeom>
                <a:avLst/>
                <a:gdLst/>
                <a:ahLst/>
                <a:cxnLst>
                  <a:cxn ang="0">
                    <a:pos x="0" y="14"/>
                  </a:cxn>
                  <a:cxn ang="0">
                    <a:pos x="20" y="13"/>
                  </a:cxn>
                  <a:cxn ang="0">
                    <a:pos x="29" y="10"/>
                  </a:cxn>
                  <a:cxn ang="0">
                    <a:pos x="38" y="6"/>
                  </a:cxn>
                  <a:cxn ang="0">
                    <a:pos x="44" y="4"/>
                  </a:cxn>
                  <a:cxn ang="0">
                    <a:pos x="51" y="0"/>
                  </a:cxn>
                  <a:cxn ang="0">
                    <a:pos x="56" y="0"/>
                  </a:cxn>
                  <a:cxn ang="0">
                    <a:pos x="60" y="0"/>
                  </a:cxn>
                  <a:cxn ang="0">
                    <a:pos x="63" y="0"/>
                  </a:cxn>
                  <a:cxn ang="0">
                    <a:pos x="66" y="0"/>
                  </a:cxn>
                  <a:cxn ang="0">
                    <a:pos x="70" y="2"/>
                  </a:cxn>
                  <a:cxn ang="0">
                    <a:pos x="73" y="6"/>
                  </a:cxn>
                  <a:cxn ang="0">
                    <a:pos x="70" y="10"/>
                  </a:cxn>
                  <a:cxn ang="0">
                    <a:pos x="40" y="18"/>
                  </a:cxn>
                  <a:cxn ang="0">
                    <a:pos x="30" y="20"/>
                  </a:cxn>
                  <a:cxn ang="0">
                    <a:pos x="24" y="20"/>
                  </a:cxn>
                  <a:cxn ang="0">
                    <a:pos x="14" y="20"/>
                  </a:cxn>
                  <a:cxn ang="0">
                    <a:pos x="0" y="14"/>
                  </a:cxn>
                </a:cxnLst>
                <a:rect l="0" t="0" r="0" b="0"/>
                <a:pathLst>
                  <a:path w="74" h="21">
                    <a:moveTo>
                      <a:pt x="0" y="14"/>
                    </a:moveTo>
                    <a:lnTo>
                      <a:pt x="20" y="13"/>
                    </a:lnTo>
                    <a:lnTo>
                      <a:pt x="29" y="10"/>
                    </a:lnTo>
                    <a:lnTo>
                      <a:pt x="38" y="6"/>
                    </a:lnTo>
                    <a:lnTo>
                      <a:pt x="44" y="4"/>
                    </a:lnTo>
                    <a:lnTo>
                      <a:pt x="51" y="0"/>
                    </a:lnTo>
                    <a:lnTo>
                      <a:pt x="56" y="0"/>
                    </a:lnTo>
                    <a:lnTo>
                      <a:pt x="60" y="0"/>
                    </a:lnTo>
                    <a:lnTo>
                      <a:pt x="63" y="0"/>
                    </a:lnTo>
                    <a:lnTo>
                      <a:pt x="66" y="0"/>
                    </a:lnTo>
                    <a:lnTo>
                      <a:pt x="70" y="2"/>
                    </a:lnTo>
                    <a:lnTo>
                      <a:pt x="73" y="6"/>
                    </a:lnTo>
                    <a:lnTo>
                      <a:pt x="70" y="10"/>
                    </a:lnTo>
                    <a:lnTo>
                      <a:pt x="40" y="18"/>
                    </a:lnTo>
                    <a:lnTo>
                      <a:pt x="30" y="20"/>
                    </a:lnTo>
                    <a:lnTo>
                      <a:pt x="24" y="20"/>
                    </a:lnTo>
                    <a:lnTo>
                      <a:pt x="14" y="20"/>
                    </a:lnTo>
                    <a:lnTo>
                      <a:pt x="0" y="14"/>
                    </a:lnTo>
                  </a:path>
                </a:pathLst>
              </a:custGeom>
              <a:solidFill>
                <a:srgbClr val="4C413D"/>
              </a:solidFill>
              <a:ln w="12700">
                <a:noFill/>
              </a:ln>
            </p:spPr>
            <p:txBody>
              <a:bodyPr/>
              <a:lstStyle/>
              <a:p>
                <a:endParaRPr lang="zh-CN" altLang="en-US"/>
              </a:p>
            </p:txBody>
          </p:sp>
          <p:sp>
            <p:nvSpPr>
              <p:cNvPr id="31197" name="Freeform 481"/>
              <p:cNvSpPr/>
              <p:nvPr/>
            </p:nvSpPr>
            <p:spPr>
              <a:xfrm>
                <a:off x="1779" y="2288"/>
                <a:ext cx="212" cy="67"/>
              </a:xfrm>
              <a:custGeom>
                <a:avLst/>
                <a:gdLst/>
                <a:ahLst/>
                <a:cxnLst>
                  <a:cxn ang="0">
                    <a:pos x="48" y="28"/>
                  </a:cxn>
                  <a:cxn ang="0">
                    <a:pos x="40" y="33"/>
                  </a:cxn>
                  <a:cxn ang="0">
                    <a:pos x="34" y="37"/>
                  </a:cxn>
                  <a:cxn ang="0">
                    <a:pos x="26" y="41"/>
                  </a:cxn>
                  <a:cxn ang="0">
                    <a:pos x="17" y="45"/>
                  </a:cxn>
                  <a:cxn ang="0">
                    <a:pos x="9" y="50"/>
                  </a:cxn>
                  <a:cxn ang="0">
                    <a:pos x="5" y="53"/>
                  </a:cxn>
                  <a:cxn ang="0">
                    <a:pos x="1" y="55"/>
                  </a:cxn>
                  <a:cxn ang="0">
                    <a:pos x="0" y="58"/>
                  </a:cxn>
                  <a:cxn ang="0">
                    <a:pos x="0" y="59"/>
                  </a:cxn>
                  <a:cxn ang="0">
                    <a:pos x="0" y="63"/>
                  </a:cxn>
                  <a:cxn ang="0">
                    <a:pos x="3" y="64"/>
                  </a:cxn>
                  <a:cxn ang="0">
                    <a:pos x="6" y="66"/>
                  </a:cxn>
                  <a:cxn ang="0">
                    <a:pos x="9" y="64"/>
                  </a:cxn>
                  <a:cxn ang="0">
                    <a:pos x="14" y="64"/>
                  </a:cxn>
                  <a:cxn ang="0">
                    <a:pos x="22" y="64"/>
                  </a:cxn>
                  <a:cxn ang="0">
                    <a:pos x="32" y="64"/>
                  </a:cxn>
                  <a:cxn ang="0">
                    <a:pos x="38" y="63"/>
                  </a:cxn>
                  <a:cxn ang="0">
                    <a:pos x="60" y="58"/>
                  </a:cxn>
                  <a:cxn ang="0">
                    <a:pos x="77" y="55"/>
                  </a:cxn>
                  <a:cxn ang="0">
                    <a:pos x="101" y="50"/>
                  </a:cxn>
                  <a:cxn ang="0">
                    <a:pos x="121" y="45"/>
                  </a:cxn>
                  <a:cxn ang="0">
                    <a:pos x="172" y="35"/>
                  </a:cxn>
                  <a:cxn ang="0">
                    <a:pos x="185" y="31"/>
                  </a:cxn>
                  <a:cxn ang="0">
                    <a:pos x="191" y="28"/>
                  </a:cxn>
                  <a:cxn ang="0">
                    <a:pos x="197" y="25"/>
                  </a:cxn>
                  <a:cxn ang="0">
                    <a:pos x="202" y="22"/>
                  </a:cxn>
                  <a:cxn ang="0">
                    <a:pos x="207" y="19"/>
                  </a:cxn>
                  <a:cxn ang="0">
                    <a:pos x="211" y="14"/>
                  </a:cxn>
                  <a:cxn ang="0">
                    <a:pos x="211" y="9"/>
                  </a:cxn>
                  <a:cxn ang="0">
                    <a:pos x="209" y="7"/>
                  </a:cxn>
                  <a:cxn ang="0">
                    <a:pos x="205" y="5"/>
                  </a:cxn>
                  <a:cxn ang="0">
                    <a:pos x="199" y="3"/>
                  </a:cxn>
                  <a:cxn ang="0">
                    <a:pos x="194" y="1"/>
                  </a:cxn>
                  <a:cxn ang="0">
                    <a:pos x="188" y="0"/>
                  </a:cxn>
                  <a:cxn ang="0">
                    <a:pos x="180" y="0"/>
                  </a:cxn>
                  <a:cxn ang="0">
                    <a:pos x="174" y="1"/>
                  </a:cxn>
                  <a:cxn ang="0">
                    <a:pos x="169" y="3"/>
                  </a:cxn>
                  <a:cxn ang="0">
                    <a:pos x="166" y="1"/>
                  </a:cxn>
                  <a:cxn ang="0">
                    <a:pos x="160" y="1"/>
                  </a:cxn>
                  <a:cxn ang="0">
                    <a:pos x="152" y="1"/>
                  </a:cxn>
                  <a:cxn ang="0">
                    <a:pos x="140" y="3"/>
                  </a:cxn>
                  <a:cxn ang="0">
                    <a:pos x="128" y="7"/>
                  </a:cxn>
                  <a:cxn ang="0">
                    <a:pos x="48" y="28"/>
                  </a:cxn>
                </a:cxnLst>
                <a:rect l="0" t="0" r="0" b="0"/>
                <a:pathLst>
                  <a:path w="212" h="67">
                    <a:moveTo>
                      <a:pt x="48" y="28"/>
                    </a:moveTo>
                    <a:lnTo>
                      <a:pt x="40" y="33"/>
                    </a:lnTo>
                    <a:lnTo>
                      <a:pt x="34" y="37"/>
                    </a:lnTo>
                    <a:lnTo>
                      <a:pt x="26" y="41"/>
                    </a:lnTo>
                    <a:lnTo>
                      <a:pt x="17" y="45"/>
                    </a:lnTo>
                    <a:lnTo>
                      <a:pt x="9" y="50"/>
                    </a:lnTo>
                    <a:lnTo>
                      <a:pt x="5" y="53"/>
                    </a:lnTo>
                    <a:lnTo>
                      <a:pt x="1" y="55"/>
                    </a:lnTo>
                    <a:lnTo>
                      <a:pt x="0" y="58"/>
                    </a:lnTo>
                    <a:lnTo>
                      <a:pt x="0" y="59"/>
                    </a:lnTo>
                    <a:lnTo>
                      <a:pt x="0" y="63"/>
                    </a:lnTo>
                    <a:lnTo>
                      <a:pt x="3" y="64"/>
                    </a:lnTo>
                    <a:lnTo>
                      <a:pt x="6" y="66"/>
                    </a:lnTo>
                    <a:lnTo>
                      <a:pt x="9" y="64"/>
                    </a:lnTo>
                    <a:lnTo>
                      <a:pt x="14" y="64"/>
                    </a:lnTo>
                    <a:lnTo>
                      <a:pt x="22" y="64"/>
                    </a:lnTo>
                    <a:lnTo>
                      <a:pt x="32" y="64"/>
                    </a:lnTo>
                    <a:lnTo>
                      <a:pt x="38" y="63"/>
                    </a:lnTo>
                    <a:lnTo>
                      <a:pt x="60" y="58"/>
                    </a:lnTo>
                    <a:lnTo>
                      <a:pt x="77" y="55"/>
                    </a:lnTo>
                    <a:lnTo>
                      <a:pt x="101" y="50"/>
                    </a:lnTo>
                    <a:lnTo>
                      <a:pt x="121" y="45"/>
                    </a:lnTo>
                    <a:lnTo>
                      <a:pt x="172" y="35"/>
                    </a:lnTo>
                    <a:lnTo>
                      <a:pt x="185" y="31"/>
                    </a:lnTo>
                    <a:lnTo>
                      <a:pt x="191" y="28"/>
                    </a:lnTo>
                    <a:lnTo>
                      <a:pt x="197" y="25"/>
                    </a:lnTo>
                    <a:lnTo>
                      <a:pt x="202" y="22"/>
                    </a:lnTo>
                    <a:lnTo>
                      <a:pt x="207" y="19"/>
                    </a:lnTo>
                    <a:lnTo>
                      <a:pt x="211" y="14"/>
                    </a:lnTo>
                    <a:lnTo>
                      <a:pt x="211" y="9"/>
                    </a:lnTo>
                    <a:lnTo>
                      <a:pt x="209" y="7"/>
                    </a:lnTo>
                    <a:lnTo>
                      <a:pt x="205" y="5"/>
                    </a:lnTo>
                    <a:lnTo>
                      <a:pt x="199" y="3"/>
                    </a:lnTo>
                    <a:lnTo>
                      <a:pt x="194" y="1"/>
                    </a:lnTo>
                    <a:lnTo>
                      <a:pt x="188" y="0"/>
                    </a:lnTo>
                    <a:lnTo>
                      <a:pt x="180" y="0"/>
                    </a:lnTo>
                    <a:lnTo>
                      <a:pt x="174" y="1"/>
                    </a:lnTo>
                    <a:lnTo>
                      <a:pt x="169" y="3"/>
                    </a:lnTo>
                    <a:lnTo>
                      <a:pt x="166" y="1"/>
                    </a:lnTo>
                    <a:lnTo>
                      <a:pt x="160" y="1"/>
                    </a:lnTo>
                    <a:lnTo>
                      <a:pt x="152" y="1"/>
                    </a:lnTo>
                    <a:lnTo>
                      <a:pt x="140" y="3"/>
                    </a:lnTo>
                    <a:lnTo>
                      <a:pt x="128" y="7"/>
                    </a:lnTo>
                    <a:lnTo>
                      <a:pt x="48" y="28"/>
                    </a:lnTo>
                  </a:path>
                </a:pathLst>
              </a:custGeom>
              <a:solidFill>
                <a:srgbClr val="865D6F"/>
              </a:solidFill>
              <a:ln w="12700">
                <a:noFill/>
              </a:ln>
            </p:spPr>
            <p:txBody>
              <a:bodyPr/>
              <a:lstStyle/>
              <a:p>
                <a:endParaRPr lang="zh-CN" altLang="en-US"/>
              </a:p>
            </p:txBody>
          </p:sp>
          <p:sp>
            <p:nvSpPr>
              <p:cNvPr id="31198" name="Freeform 482"/>
              <p:cNvSpPr/>
              <p:nvPr/>
            </p:nvSpPr>
            <p:spPr>
              <a:xfrm>
                <a:off x="1779" y="2293"/>
                <a:ext cx="212" cy="60"/>
              </a:xfrm>
              <a:custGeom>
                <a:avLst/>
                <a:gdLst/>
                <a:ahLst/>
                <a:cxnLst>
                  <a:cxn ang="0">
                    <a:pos x="48" y="22"/>
                  </a:cxn>
                  <a:cxn ang="0">
                    <a:pos x="48" y="24"/>
                  </a:cxn>
                  <a:cxn ang="0">
                    <a:pos x="52" y="29"/>
                  </a:cxn>
                  <a:cxn ang="0">
                    <a:pos x="52" y="32"/>
                  </a:cxn>
                  <a:cxn ang="0">
                    <a:pos x="52" y="36"/>
                  </a:cxn>
                  <a:cxn ang="0">
                    <a:pos x="50" y="40"/>
                  </a:cxn>
                  <a:cxn ang="0">
                    <a:pos x="48" y="44"/>
                  </a:cxn>
                  <a:cxn ang="0">
                    <a:pos x="40" y="48"/>
                  </a:cxn>
                  <a:cxn ang="0">
                    <a:pos x="34" y="50"/>
                  </a:cxn>
                  <a:cxn ang="0">
                    <a:pos x="28" y="50"/>
                  </a:cxn>
                  <a:cxn ang="0">
                    <a:pos x="24" y="51"/>
                  </a:cxn>
                  <a:cxn ang="0">
                    <a:pos x="16" y="51"/>
                  </a:cxn>
                  <a:cxn ang="0">
                    <a:pos x="11" y="52"/>
                  </a:cxn>
                  <a:cxn ang="0">
                    <a:pos x="6" y="52"/>
                  </a:cxn>
                  <a:cxn ang="0">
                    <a:pos x="0" y="52"/>
                  </a:cxn>
                  <a:cxn ang="0">
                    <a:pos x="0" y="54"/>
                  </a:cxn>
                  <a:cxn ang="0">
                    <a:pos x="0" y="56"/>
                  </a:cxn>
                  <a:cxn ang="0">
                    <a:pos x="0" y="58"/>
                  </a:cxn>
                  <a:cxn ang="0">
                    <a:pos x="1" y="59"/>
                  </a:cxn>
                  <a:cxn ang="0">
                    <a:pos x="5" y="59"/>
                  </a:cxn>
                  <a:cxn ang="0">
                    <a:pos x="9" y="59"/>
                  </a:cxn>
                  <a:cxn ang="0">
                    <a:pos x="14" y="59"/>
                  </a:cxn>
                  <a:cxn ang="0">
                    <a:pos x="20" y="59"/>
                  </a:cxn>
                  <a:cxn ang="0">
                    <a:pos x="30" y="59"/>
                  </a:cxn>
                  <a:cxn ang="0">
                    <a:pos x="38" y="58"/>
                  </a:cxn>
                  <a:cxn ang="0">
                    <a:pos x="74" y="50"/>
                  </a:cxn>
                  <a:cxn ang="0">
                    <a:pos x="103" y="44"/>
                  </a:cxn>
                  <a:cxn ang="0">
                    <a:pos x="123" y="40"/>
                  </a:cxn>
                  <a:cxn ang="0">
                    <a:pos x="170" y="29"/>
                  </a:cxn>
                  <a:cxn ang="0">
                    <a:pos x="183" y="26"/>
                  </a:cxn>
                  <a:cxn ang="0">
                    <a:pos x="188" y="24"/>
                  </a:cxn>
                  <a:cxn ang="0">
                    <a:pos x="193" y="22"/>
                  </a:cxn>
                  <a:cxn ang="0">
                    <a:pos x="197" y="20"/>
                  </a:cxn>
                  <a:cxn ang="0">
                    <a:pos x="202" y="16"/>
                  </a:cxn>
                  <a:cxn ang="0">
                    <a:pos x="207" y="14"/>
                  </a:cxn>
                  <a:cxn ang="0">
                    <a:pos x="209" y="10"/>
                  </a:cxn>
                  <a:cxn ang="0">
                    <a:pos x="211" y="7"/>
                  </a:cxn>
                  <a:cxn ang="0">
                    <a:pos x="211" y="4"/>
                  </a:cxn>
                  <a:cxn ang="0">
                    <a:pos x="209" y="2"/>
                  </a:cxn>
                  <a:cxn ang="0">
                    <a:pos x="204" y="0"/>
                  </a:cxn>
                  <a:cxn ang="0">
                    <a:pos x="204" y="2"/>
                  </a:cxn>
                  <a:cxn ang="0">
                    <a:pos x="201" y="7"/>
                  </a:cxn>
                  <a:cxn ang="0">
                    <a:pos x="197" y="7"/>
                  </a:cxn>
                  <a:cxn ang="0">
                    <a:pos x="194" y="10"/>
                  </a:cxn>
                  <a:cxn ang="0">
                    <a:pos x="186" y="12"/>
                  </a:cxn>
                  <a:cxn ang="0">
                    <a:pos x="180" y="14"/>
                  </a:cxn>
                  <a:cxn ang="0">
                    <a:pos x="119" y="20"/>
                  </a:cxn>
                  <a:cxn ang="0">
                    <a:pos x="112" y="22"/>
                  </a:cxn>
                  <a:cxn ang="0">
                    <a:pos x="101" y="22"/>
                  </a:cxn>
                  <a:cxn ang="0">
                    <a:pos x="91" y="20"/>
                  </a:cxn>
                  <a:cxn ang="0">
                    <a:pos x="87" y="20"/>
                  </a:cxn>
                  <a:cxn ang="0">
                    <a:pos x="81" y="18"/>
                  </a:cxn>
                  <a:cxn ang="0">
                    <a:pos x="68" y="20"/>
                  </a:cxn>
                  <a:cxn ang="0">
                    <a:pos x="56" y="22"/>
                  </a:cxn>
                  <a:cxn ang="0">
                    <a:pos x="48" y="22"/>
                  </a:cxn>
                </a:cxnLst>
                <a:rect l="0" t="0" r="0" b="0"/>
                <a:pathLst>
                  <a:path w="212" h="60">
                    <a:moveTo>
                      <a:pt x="48" y="22"/>
                    </a:moveTo>
                    <a:lnTo>
                      <a:pt x="48" y="24"/>
                    </a:lnTo>
                    <a:lnTo>
                      <a:pt x="52" y="29"/>
                    </a:lnTo>
                    <a:lnTo>
                      <a:pt x="52" y="32"/>
                    </a:lnTo>
                    <a:lnTo>
                      <a:pt x="52" y="36"/>
                    </a:lnTo>
                    <a:lnTo>
                      <a:pt x="50" y="40"/>
                    </a:lnTo>
                    <a:lnTo>
                      <a:pt x="48" y="44"/>
                    </a:lnTo>
                    <a:lnTo>
                      <a:pt x="40" y="48"/>
                    </a:lnTo>
                    <a:lnTo>
                      <a:pt x="34" y="50"/>
                    </a:lnTo>
                    <a:lnTo>
                      <a:pt x="28" y="50"/>
                    </a:lnTo>
                    <a:lnTo>
                      <a:pt x="24" y="51"/>
                    </a:lnTo>
                    <a:lnTo>
                      <a:pt x="16" y="51"/>
                    </a:lnTo>
                    <a:lnTo>
                      <a:pt x="11" y="52"/>
                    </a:lnTo>
                    <a:lnTo>
                      <a:pt x="6" y="52"/>
                    </a:lnTo>
                    <a:lnTo>
                      <a:pt x="0" y="52"/>
                    </a:lnTo>
                    <a:lnTo>
                      <a:pt x="0" y="54"/>
                    </a:lnTo>
                    <a:lnTo>
                      <a:pt x="0" y="56"/>
                    </a:lnTo>
                    <a:lnTo>
                      <a:pt x="0" y="58"/>
                    </a:lnTo>
                    <a:lnTo>
                      <a:pt x="1" y="59"/>
                    </a:lnTo>
                    <a:lnTo>
                      <a:pt x="5" y="59"/>
                    </a:lnTo>
                    <a:lnTo>
                      <a:pt x="9" y="59"/>
                    </a:lnTo>
                    <a:lnTo>
                      <a:pt x="14" y="59"/>
                    </a:lnTo>
                    <a:lnTo>
                      <a:pt x="20" y="59"/>
                    </a:lnTo>
                    <a:lnTo>
                      <a:pt x="30" y="59"/>
                    </a:lnTo>
                    <a:lnTo>
                      <a:pt x="38" y="58"/>
                    </a:lnTo>
                    <a:lnTo>
                      <a:pt x="74" y="50"/>
                    </a:lnTo>
                    <a:lnTo>
                      <a:pt x="103" y="44"/>
                    </a:lnTo>
                    <a:lnTo>
                      <a:pt x="123" y="40"/>
                    </a:lnTo>
                    <a:lnTo>
                      <a:pt x="170" y="29"/>
                    </a:lnTo>
                    <a:lnTo>
                      <a:pt x="183" y="26"/>
                    </a:lnTo>
                    <a:lnTo>
                      <a:pt x="188" y="24"/>
                    </a:lnTo>
                    <a:lnTo>
                      <a:pt x="193" y="22"/>
                    </a:lnTo>
                    <a:lnTo>
                      <a:pt x="197" y="20"/>
                    </a:lnTo>
                    <a:lnTo>
                      <a:pt x="202" y="16"/>
                    </a:lnTo>
                    <a:lnTo>
                      <a:pt x="207" y="14"/>
                    </a:lnTo>
                    <a:lnTo>
                      <a:pt x="209" y="10"/>
                    </a:lnTo>
                    <a:lnTo>
                      <a:pt x="211" y="7"/>
                    </a:lnTo>
                    <a:lnTo>
                      <a:pt x="211" y="4"/>
                    </a:lnTo>
                    <a:lnTo>
                      <a:pt x="209" y="2"/>
                    </a:lnTo>
                    <a:lnTo>
                      <a:pt x="204" y="0"/>
                    </a:lnTo>
                    <a:lnTo>
                      <a:pt x="204" y="2"/>
                    </a:lnTo>
                    <a:lnTo>
                      <a:pt x="201" y="7"/>
                    </a:lnTo>
                    <a:lnTo>
                      <a:pt x="197" y="7"/>
                    </a:lnTo>
                    <a:lnTo>
                      <a:pt x="194" y="10"/>
                    </a:lnTo>
                    <a:lnTo>
                      <a:pt x="186" y="12"/>
                    </a:lnTo>
                    <a:lnTo>
                      <a:pt x="180" y="14"/>
                    </a:lnTo>
                    <a:lnTo>
                      <a:pt x="119" y="20"/>
                    </a:lnTo>
                    <a:lnTo>
                      <a:pt x="112" y="22"/>
                    </a:lnTo>
                    <a:lnTo>
                      <a:pt x="101" y="22"/>
                    </a:lnTo>
                    <a:lnTo>
                      <a:pt x="91" y="20"/>
                    </a:lnTo>
                    <a:lnTo>
                      <a:pt x="87" y="20"/>
                    </a:lnTo>
                    <a:lnTo>
                      <a:pt x="81" y="18"/>
                    </a:lnTo>
                    <a:lnTo>
                      <a:pt x="68" y="20"/>
                    </a:lnTo>
                    <a:lnTo>
                      <a:pt x="56" y="22"/>
                    </a:lnTo>
                    <a:lnTo>
                      <a:pt x="48" y="22"/>
                    </a:lnTo>
                  </a:path>
                </a:pathLst>
              </a:custGeom>
              <a:solidFill>
                <a:srgbClr val="FF3300"/>
              </a:solidFill>
              <a:ln w="12700">
                <a:noFill/>
              </a:ln>
            </p:spPr>
            <p:txBody>
              <a:bodyPr/>
              <a:lstStyle/>
              <a:p>
                <a:endParaRPr lang="zh-CN" altLang="en-US"/>
              </a:p>
            </p:txBody>
          </p:sp>
          <p:sp>
            <p:nvSpPr>
              <p:cNvPr id="31199" name="Freeform 483"/>
              <p:cNvSpPr/>
              <p:nvPr/>
            </p:nvSpPr>
            <p:spPr>
              <a:xfrm>
                <a:off x="1901" y="2330"/>
                <a:ext cx="17" cy="17"/>
              </a:xfrm>
              <a:custGeom>
                <a:avLst/>
                <a:gdLst/>
                <a:ahLst/>
                <a:cxnLst>
                  <a:cxn ang="0">
                    <a:pos x="4" y="1"/>
                  </a:cxn>
                  <a:cxn ang="0">
                    <a:pos x="1" y="3"/>
                  </a:cxn>
                  <a:cxn ang="0">
                    <a:pos x="0" y="7"/>
                  </a:cxn>
                  <a:cxn ang="0">
                    <a:pos x="0" y="8"/>
                  </a:cxn>
                  <a:cxn ang="0">
                    <a:pos x="0" y="9"/>
                  </a:cxn>
                  <a:cxn ang="0">
                    <a:pos x="1" y="13"/>
                  </a:cxn>
                  <a:cxn ang="0">
                    <a:pos x="3" y="14"/>
                  </a:cxn>
                  <a:cxn ang="0">
                    <a:pos x="16" y="16"/>
                  </a:cxn>
                  <a:cxn ang="0">
                    <a:pos x="12" y="0"/>
                  </a:cxn>
                  <a:cxn ang="0">
                    <a:pos x="4" y="1"/>
                  </a:cxn>
                </a:cxnLst>
                <a:rect l="0" t="0" r="0" b="0"/>
                <a:pathLst>
                  <a:path w="17" h="17">
                    <a:moveTo>
                      <a:pt x="4" y="1"/>
                    </a:moveTo>
                    <a:lnTo>
                      <a:pt x="1" y="3"/>
                    </a:lnTo>
                    <a:lnTo>
                      <a:pt x="0" y="7"/>
                    </a:lnTo>
                    <a:lnTo>
                      <a:pt x="0" y="8"/>
                    </a:lnTo>
                    <a:lnTo>
                      <a:pt x="0" y="9"/>
                    </a:lnTo>
                    <a:lnTo>
                      <a:pt x="1" y="13"/>
                    </a:lnTo>
                    <a:lnTo>
                      <a:pt x="3" y="14"/>
                    </a:lnTo>
                    <a:lnTo>
                      <a:pt x="16" y="16"/>
                    </a:lnTo>
                    <a:lnTo>
                      <a:pt x="12" y="0"/>
                    </a:lnTo>
                    <a:lnTo>
                      <a:pt x="4" y="1"/>
                    </a:lnTo>
                  </a:path>
                </a:pathLst>
              </a:custGeom>
              <a:solidFill>
                <a:srgbClr val="672944"/>
              </a:solidFill>
              <a:ln w="12700">
                <a:noFill/>
              </a:ln>
            </p:spPr>
            <p:txBody>
              <a:bodyPr/>
              <a:lstStyle/>
              <a:p>
                <a:endParaRPr lang="zh-CN" altLang="en-US"/>
              </a:p>
            </p:txBody>
          </p:sp>
          <p:sp>
            <p:nvSpPr>
              <p:cNvPr id="31200" name="Freeform 484"/>
              <p:cNvSpPr/>
              <p:nvPr/>
            </p:nvSpPr>
            <p:spPr>
              <a:xfrm>
                <a:off x="1901" y="2327"/>
                <a:ext cx="17" cy="17"/>
              </a:xfrm>
              <a:custGeom>
                <a:avLst/>
                <a:gdLst/>
                <a:ahLst/>
                <a:cxnLst>
                  <a:cxn ang="0">
                    <a:pos x="0" y="7"/>
                  </a:cxn>
                  <a:cxn ang="0">
                    <a:pos x="14" y="0"/>
                  </a:cxn>
                  <a:cxn ang="0">
                    <a:pos x="16" y="11"/>
                  </a:cxn>
                  <a:cxn ang="0">
                    <a:pos x="0" y="16"/>
                  </a:cxn>
                  <a:cxn ang="0">
                    <a:pos x="0" y="11"/>
                  </a:cxn>
                  <a:cxn ang="0">
                    <a:pos x="0" y="7"/>
                  </a:cxn>
                </a:cxnLst>
                <a:rect l="0" t="0" r="0" b="0"/>
                <a:pathLst>
                  <a:path w="17" h="17">
                    <a:moveTo>
                      <a:pt x="0" y="7"/>
                    </a:moveTo>
                    <a:lnTo>
                      <a:pt x="14" y="0"/>
                    </a:lnTo>
                    <a:lnTo>
                      <a:pt x="16" y="11"/>
                    </a:lnTo>
                    <a:lnTo>
                      <a:pt x="0" y="16"/>
                    </a:lnTo>
                    <a:lnTo>
                      <a:pt x="0" y="11"/>
                    </a:lnTo>
                    <a:lnTo>
                      <a:pt x="0" y="7"/>
                    </a:lnTo>
                  </a:path>
                </a:pathLst>
              </a:custGeom>
              <a:solidFill>
                <a:srgbClr val="4F4249"/>
              </a:solidFill>
              <a:ln w="12700">
                <a:noFill/>
              </a:ln>
            </p:spPr>
            <p:txBody>
              <a:bodyPr/>
              <a:lstStyle/>
              <a:p>
                <a:endParaRPr lang="zh-CN" altLang="en-US"/>
              </a:p>
            </p:txBody>
          </p:sp>
          <p:sp>
            <p:nvSpPr>
              <p:cNvPr id="31201" name="Freeform 485"/>
              <p:cNvSpPr/>
              <p:nvPr/>
            </p:nvSpPr>
            <p:spPr>
              <a:xfrm>
                <a:off x="1903" y="2332"/>
                <a:ext cx="17" cy="17"/>
              </a:xfrm>
              <a:custGeom>
                <a:avLst/>
                <a:gdLst/>
                <a:ahLst/>
                <a:cxnLst>
                  <a:cxn ang="0">
                    <a:pos x="0" y="4"/>
                  </a:cxn>
                  <a:cxn ang="0">
                    <a:pos x="16" y="0"/>
                  </a:cxn>
                  <a:cxn ang="0">
                    <a:pos x="16" y="10"/>
                  </a:cxn>
                  <a:cxn ang="0">
                    <a:pos x="16" y="16"/>
                  </a:cxn>
                  <a:cxn ang="0">
                    <a:pos x="2" y="16"/>
                  </a:cxn>
                  <a:cxn ang="0">
                    <a:pos x="0" y="4"/>
                  </a:cxn>
                </a:cxnLst>
                <a:rect l="0" t="0" r="0" b="0"/>
                <a:pathLst>
                  <a:path w="17" h="17">
                    <a:moveTo>
                      <a:pt x="0" y="4"/>
                    </a:moveTo>
                    <a:lnTo>
                      <a:pt x="16" y="0"/>
                    </a:lnTo>
                    <a:lnTo>
                      <a:pt x="16" y="10"/>
                    </a:lnTo>
                    <a:lnTo>
                      <a:pt x="16" y="16"/>
                    </a:lnTo>
                    <a:lnTo>
                      <a:pt x="2" y="16"/>
                    </a:lnTo>
                    <a:lnTo>
                      <a:pt x="0" y="4"/>
                    </a:lnTo>
                  </a:path>
                </a:pathLst>
              </a:custGeom>
              <a:solidFill>
                <a:srgbClr val="645962"/>
              </a:solidFill>
              <a:ln w="12700">
                <a:noFill/>
              </a:ln>
            </p:spPr>
            <p:txBody>
              <a:bodyPr/>
              <a:lstStyle/>
              <a:p>
                <a:endParaRPr lang="zh-CN" altLang="en-US"/>
              </a:p>
            </p:txBody>
          </p:sp>
          <p:sp>
            <p:nvSpPr>
              <p:cNvPr id="31202" name="Freeform 486"/>
              <p:cNvSpPr/>
              <p:nvPr/>
            </p:nvSpPr>
            <p:spPr>
              <a:xfrm>
                <a:off x="1912" y="2323"/>
                <a:ext cx="56" cy="26"/>
              </a:xfrm>
              <a:custGeom>
                <a:avLst/>
                <a:gdLst/>
                <a:ahLst/>
                <a:cxnLst>
                  <a:cxn ang="0">
                    <a:pos x="0" y="7"/>
                  </a:cxn>
                  <a:cxn ang="0">
                    <a:pos x="0" y="16"/>
                  </a:cxn>
                  <a:cxn ang="0">
                    <a:pos x="2" y="20"/>
                  </a:cxn>
                  <a:cxn ang="0">
                    <a:pos x="2" y="21"/>
                  </a:cxn>
                  <a:cxn ang="0">
                    <a:pos x="4" y="23"/>
                  </a:cxn>
                  <a:cxn ang="0">
                    <a:pos x="8" y="25"/>
                  </a:cxn>
                  <a:cxn ang="0">
                    <a:pos x="15" y="25"/>
                  </a:cxn>
                  <a:cxn ang="0">
                    <a:pos x="18" y="25"/>
                  </a:cxn>
                  <a:cxn ang="0">
                    <a:pos x="29" y="23"/>
                  </a:cxn>
                  <a:cxn ang="0">
                    <a:pos x="39" y="21"/>
                  </a:cxn>
                  <a:cxn ang="0">
                    <a:pos x="45" y="18"/>
                  </a:cxn>
                  <a:cxn ang="0">
                    <a:pos x="49" y="16"/>
                  </a:cxn>
                  <a:cxn ang="0">
                    <a:pos x="53" y="15"/>
                  </a:cxn>
                  <a:cxn ang="0">
                    <a:pos x="55" y="14"/>
                  </a:cxn>
                  <a:cxn ang="0">
                    <a:pos x="55" y="12"/>
                  </a:cxn>
                  <a:cxn ang="0">
                    <a:pos x="53" y="7"/>
                  </a:cxn>
                  <a:cxn ang="0">
                    <a:pos x="53" y="0"/>
                  </a:cxn>
                  <a:cxn ang="0">
                    <a:pos x="51" y="0"/>
                  </a:cxn>
                  <a:cxn ang="0">
                    <a:pos x="35" y="6"/>
                  </a:cxn>
                  <a:cxn ang="0">
                    <a:pos x="21" y="8"/>
                  </a:cxn>
                  <a:cxn ang="0">
                    <a:pos x="8" y="8"/>
                  </a:cxn>
                  <a:cxn ang="0">
                    <a:pos x="0" y="7"/>
                  </a:cxn>
                </a:cxnLst>
                <a:rect l="0" t="0" r="0" b="0"/>
                <a:pathLst>
                  <a:path w="56" h="26">
                    <a:moveTo>
                      <a:pt x="0" y="7"/>
                    </a:moveTo>
                    <a:lnTo>
                      <a:pt x="0" y="16"/>
                    </a:lnTo>
                    <a:lnTo>
                      <a:pt x="2" y="20"/>
                    </a:lnTo>
                    <a:lnTo>
                      <a:pt x="2" y="21"/>
                    </a:lnTo>
                    <a:lnTo>
                      <a:pt x="4" y="23"/>
                    </a:lnTo>
                    <a:lnTo>
                      <a:pt x="8" y="25"/>
                    </a:lnTo>
                    <a:lnTo>
                      <a:pt x="15" y="25"/>
                    </a:lnTo>
                    <a:lnTo>
                      <a:pt x="18" y="25"/>
                    </a:lnTo>
                    <a:lnTo>
                      <a:pt x="29" y="23"/>
                    </a:lnTo>
                    <a:lnTo>
                      <a:pt x="39" y="21"/>
                    </a:lnTo>
                    <a:lnTo>
                      <a:pt x="45" y="18"/>
                    </a:lnTo>
                    <a:lnTo>
                      <a:pt x="49" y="16"/>
                    </a:lnTo>
                    <a:lnTo>
                      <a:pt x="53" y="15"/>
                    </a:lnTo>
                    <a:lnTo>
                      <a:pt x="55" y="14"/>
                    </a:lnTo>
                    <a:lnTo>
                      <a:pt x="55" y="12"/>
                    </a:lnTo>
                    <a:lnTo>
                      <a:pt x="53" y="7"/>
                    </a:lnTo>
                    <a:lnTo>
                      <a:pt x="53" y="0"/>
                    </a:lnTo>
                    <a:lnTo>
                      <a:pt x="51" y="0"/>
                    </a:lnTo>
                    <a:lnTo>
                      <a:pt x="35" y="6"/>
                    </a:lnTo>
                    <a:lnTo>
                      <a:pt x="21" y="8"/>
                    </a:lnTo>
                    <a:lnTo>
                      <a:pt x="8" y="8"/>
                    </a:lnTo>
                    <a:lnTo>
                      <a:pt x="0" y="7"/>
                    </a:lnTo>
                  </a:path>
                </a:pathLst>
              </a:custGeom>
              <a:solidFill>
                <a:srgbClr val="555255"/>
              </a:solidFill>
              <a:ln w="12700">
                <a:noFill/>
              </a:ln>
            </p:spPr>
            <p:txBody>
              <a:bodyPr/>
              <a:lstStyle/>
              <a:p>
                <a:endParaRPr lang="zh-CN" altLang="en-US"/>
              </a:p>
            </p:txBody>
          </p:sp>
          <p:sp>
            <p:nvSpPr>
              <p:cNvPr id="31203" name="Freeform 487"/>
              <p:cNvSpPr/>
              <p:nvPr/>
            </p:nvSpPr>
            <p:spPr>
              <a:xfrm>
                <a:off x="1915" y="2323"/>
                <a:ext cx="53" cy="26"/>
              </a:xfrm>
              <a:custGeom>
                <a:avLst/>
                <a:gdLst/>
                <a:ahLst/>
                <a:cxnLst>
                  <a:cxn ang="0">
                    <a:pos x="44" y="0"/>
                  </a:cxn>
                  <a:cxn ang="0">
                    <a:pos x="42" y="4"/>
                  </a:cxn>
                  <a:cxn ang="0">
                    <a:pos x="42" y="6"/>
                  </a:cxn>
                  <a:cxn ang="0">
                    <a:pos x="40" y="8"/>
                  </a:cxn>
                  <a:cxn ang="0">
                    <a:pos x="40" y="10"/>
                  </a:cxn>
                  <a:cxn ang="0">
                    <a:pos x="39" y="14"/>
                  </a:cxn>
                  <a:cxn ang="0">
                    <a:pos x="36" y="15"/>
                  </a:cxn>
                  <a:cxn ang="0">
                    <a:pos x="34" y="16"/>
                  </a:cxn>
                  <a:cxn ang="0">
                    <a:pos x="29" y="18"/>
                  </a:cxn>
                  <a:cxn ang="0">
                    <a:pos x="22" y="20"/>
                  </a:cxn>
                  <a:cxn ang="0">
                    <a:pos x="12" y="21"/>
                  </a:cxn>
                  <a:cxn ang="0">
                    <a:pos x="0" y="23"/>
                  </a:cxn>
                  <a:cxn ang="0">
                    <a:pos x="1" y="25"/>
                  </a:cxn>
                  <a:cxn ang="0">
                    <a:pos x="6" y="25"/>
                  </a:cxn>
                  <a:cxn ang="0">
                    <a:pos x="11" y="25"/>
                  </a:cxn>
                  <a:cxn ang="0">
                    <a:pos x="14" y="25"/>
                  </a:cxn>
                  <a:cxn ang="0">
                    <a:pos x="18" y="25"/>
                  </a:cxn>
                  <a:cxn ang="0">
                    <a:pos x="22" y="23"/>
                  </a:cxn>
                  <a:cxn ang="0">
                    <a:pos x="29" y="23"/>
                  </a:cxn>
                  <a:cxn ang="0">
                    <a:pos x="36" y="21"/>
                  </a:cxn>
                  <a:cxn ang="0">
                    <a:pos x="39" y="20"/>
                  </a:cxn>
                  <a:cxn ang="0">
                    <a:pos x="42" y="18"/>
                  </a:cxn>
                  <a:cxn ang="0">
                    <a:pos x="46" y="16"/>
                  </a:cxn>
                  <a:cxn ang="0">
                    <a:pos x="48" y="16"/>
                  </a:cxn>
                  <a:cxn ang="0">
                    <a:pos x="50" y="14"/>
                  </a:cxn>
                  <a:cxn ang="0">
                    <a:pos x="52" y="14"/>
                  </a:cxn>
                  <a:cxn ang="0">
                    <a:pos x="52" y="12"/>
                  </a:cxn>
                  <a:cxn ang="0">
                    <a:pos x="48" y="0"/>
                  </a:cxn>
                  <a:cxn ang="0">
                    <a:pos x="44" y="0"/>
                  </a:cxn>
                </a:cxnLst>
                <a:rect l="0" t="0" r="0" b="0"/>
                <a:pathLst>
                  <a:path w="53" h="26">
                    <a:moveTo>
                      <a:pt x="44" y="0"/>
                    </a:moveTo>
                    <a:lnTo>
                      <a:pt x="42" y="4"/>
                    </a:lnTo>
                    <a:lnTo>
                      <a:pt x="42" y="6"/>
                    </a:lnTo>
                    <a:lnTo>
                      <a:pt x="40" y="8"/>
                    </a:lnTo>
                    <a:lnTo>
                      <a:pt x="40" y="10"/>
                    </a:lnTo>
                    <a:lnTo>
                      <a:pt x="39" y="14"/>
                    </a:lnTo>
                    <a:lnTo>
                      <a:pt x="36" y="15"/>
                    </a:lnTo>
                    <a:lnTo>
                      <a:pt x="34" y="16"/>
                    </a:lnTo>
                    <a:lnTo>
                      <a:pt x="29" y="18"/>
                    </a:lnTo>
                    <a:lnTo>
                      <a:pt x="22" y="20"/>
                    </a:lnTo>
                    <a:lnTo>
                      <a:pt x="12" y="21"/>
                    </a:lnTo>
                    <a:lnTo>
                      <a:pt x="0" y="23"/>
                    </a:lnTo>
                    <a:lnTo>
                      <a:pt x="1" y="25"/>
                    </a:lnTo>
                    <a:lnTo>
                      <a:pt x="6" y="25"/>
                    </a:lnTo>
                    <a:lnTo>
                      <a:pt x="11" y="25"/>
                    </a:lnTo>
                    <a:lnTo>
                      <a:pt x="14" y="25"/>
                    </a:lnTo>
                    <a:lnTo>
                      <a:pt x="18" y="25"/>
                    </a:lnTo>
                    <a:lnTo>
                      <a:pt x="22" y="23"/>
                    </a:lnTo>
                    <a:lnTo>
                      <a:pt x="29" y="23"/>
                    </a:lnTo>
                    <a:lnTo>
                      <a:pt x="36" y="21"/>
                    </a:lnTo>
                    <a:lnTo>
                      <a:pt x="39" y="20"/>
                    </a:lnTo>
                    <a:lnTo>
                      <a:pt x="42" y="18"/>
                    </a:lnTo>
                    <a:lnTo>
                      <a:pt x="46" y="16"/>
                    </a:lnTo>
                    <a:lnTo>
                      <a:pt x="48" y="16"/>
                    </a:lnTo>
                    <a:lnTo>
                      <a:pt x="50" y="14"/>
                    </a:lnTo>
                    <a:lnTo>
                      <a:pt x="52" y="14"/>
                    </a:lnTo>
                    <a:lnTo>
                      <a:pt x="52" y="12"/>
                    </a:lnTo>
                    <a:lnTo>
                      <a:pt x="48" y="0"/>
                    </a:lnTo>
                    <a:lnTo>
                      <a:pt x="44" y="0"/>
                    </a:lnTo>
                  </a:path>
                </a:pathLst>
              </a:custGeom>
              <a:solidFill>
                <a:srgbClr val="3F1F47"/>
              </a:solidFill>
              <a:ln w="12700">
                <a:noFill/>
              </a:ln>
            </p:spPr>
            <p:txBody>
              <a:bodyPr/>
              <a:lstStyle/>
              <a:p>
                <a:endParaRPr lang="zh-CN" altLang="en-US"/>
              </a:p>
            </p:txBody>
          </p:sp>
          <p:sp>
            <p:nvSpPr>
              <p:cNvPr id="31204" name="Freeform 488"/>
              <p:cNvSpPr/>
              <p:nvPr/>
            </p:nvSpPr>
            <p:spPr>
              <a:xfrm>
                <a:off x="1891" y="2309"/>
                <a:ext cx="19" cy="21"/>
              </a:xfrm>
              <a:custGeom>
                <a:avLst/>
                <a:gdLst/>
                <a:ahLst/>
                <a:cxnLst>
                  <a:cxn ang="0">
                    <a:pos x="0" y="6"/>
                  </a:cxn>
                  <a:cxn ang="0">
                    <a:pos x="1" y="6"/>
                  </a:cxn>
                  <a:cxn ang="0">
                    <a:pos x="13" y="0"/>
                  </a:cxn>
                  <a:cxn ang="0">
                    <a:pos x="18" y="20"/>
                  </a:cxn>
                  <a:cxn ang="0">
                    <a:pos x="1" y="18"/>
                  </a:cxn>
                  <a:cxn ang="0">
                    <a:pos x="0" y="14"/>
                  </a:cxn>
                  <a:cxn ang="0">
                    <a:pos x="0" y="13"/>
                  </a:cxn>
                  <a:cxn ang="0">
                    <a:pos x="0" y="10"/>
                  </a:cxn>
                  <a:cxn ang="0">
                    <a:pos x="0" y="6"/>
                  </a:cxn>
                </a:cxnLst>
                <a:rect l="0" t="0" r="0" b="0"/>
                <a:pathLst>
                  <a:path w="19" h="21">
                    <a:moveTo>
                      <a:pt x="0" y="6"/>
                    </a:moveTo>
                    <a:lnTo>
                      <a:pt x="1" y="6"/>
                    </a:lnTo>
                    <a:lnTo>
                      <a:pt x="13" y="0"/>
                    </a:lnTo>
                    <a:lnTo>
                      <a:pt x="18" y="20"/>
                    </a:lnTo>
                    <a:lnTo>
                      <a:pt x="1" y="18"/>
                    </a:lnTo>
                    <a:lnTo>
                      <a:pt x="0" y="14"/>
                    </a:lnTo>
                    <a:lnTo>
                      <a:pt x="0" y="13"/>
                    </a:lnTo>
                    <a:lnTo>
                      <a:pt x="0" y="10"/>
                    </a:lnTo>
                    <a:lnTo>
                      <a:pt x="0" y="6"/>
                    </a:lnTo>
                  </a:path>
                </a:pathLst>
              </a:custGeom>
              <a:solidFill>
                <a:srgbClr val="000000"/>
              </a:solidFill>
              <a:ln w="12700">
                <a:noFill/>
              </a:ln>
            </p:spPr>
            <p:txBody>
              <a:bodyPr/>
              <a:lstStyle/>
              <a:p>
                <a:endParaRPr lang="zh-CN" altLang="en-US"/>
              </a:p>
            </p:txBody>
          </p:sp>
          <p:sp>
            <p:nvSpPr>
              <p:cNvPr id="31205" name="Freeform 489"/>
              <p:cNvSpPr/>
              <p:nvPr/>
            </p:nvSpPr>
            <p:spPr>
              <a:xfrm>
                <a:off x="1891" y="2312"/>
                <a:ext cx="17" cy="17"/>
              </a:xfrm>
              <a:custGeom>
                <a:avLst/>
                <a:gdLst/>
                <a:ahLst/>
                <a:cxnLst>
                  <a:cxn ang="0">
                    <a:pos x="0" y="8"/>
                  </a:cxn>
                  <a:cxn ang="0">
                    <a:pos x="0" y="6"/>
                  </a:cxn>
                  <a:cxn ang="0">
                    <a:pos x="14" y="0"/>
                  </a:cxn>
                  <a:cxn ang="0">
                    <a:pos x="14" y="8"/>
                  </a:cxn>
                  <a:cxn ang="0">
                    <a:pos x="14" y="13"/>
                  </a:cxn>
                  <a:cxn ang="0">
                    <a:pos x="16" y="16"/>
                  </a:cxn>
                  <a:cxn ang="0">
                    <a:pos x="1" y="16"/>
                  </a:cxn>
                  <a:cxn ang="0">
                    <a:pos x="0" y="14"/>
                  </a:cxn>
                  <a:cxn ang="0">
                    <a:pos x="0" y="13"/>
                  </a:cxn>
                  <a:cxn ang="0">
                    <a:pos x="0" y="8"/>
                  </a:cxn>
                </a:cxnLst>
                <a:rect l="0" t="0" r="0" b="0"/>
                <a:pathLst>
                  <a:path w="17" h="17">
                    <a:moveTo>
                      <a:pt x="0" y="8"/>
                    </a:moveTo>
                    <a:lnTo>
                      <a:pt x="0" y="6"/>
                    </a:lnTo>
                    <a:lnTo>
                      <a:pt x="14" y="0"/>
                    </a:lnTo>
                    <a:lnTo>
                      <a:pt x="14" y="8"/>
                    </a:lnTo>
                    <a:lnTo>
                      <a:pt x="14" y="13"/>
                    </a:lnTo>
                    <a:lnTo>
                      <a:pt x="16" y="16"/>
                    </a:lnTo>
                    <a:lnTo>
                      <a:pt x="1" y="16"/>
                    </a:lnTo>
                    <a:lnTo>
                      <a:pt x="0" y="14"/>
                    </a:lnTo>
                    <a:lnTo>
                      <a:pt x="0" y="13"/>
                    </a:lnTo>
                    <a:lnTo>
                      <a:pt x="0" y="8"/>
                    </a:lnTo>
                  </a:path>
                </a:pathLst>
              </a:custGeom>
              <a:solidFill>
                <a:srgbClr val="57484E"/>
              </a:solidFill>
              <a:ln w="12700">
                <a:noFill/>
              </a:ln>
            </p:spPr>
            <p:txBody>
              <a:bodyPr/>
              <a:lstStyle/>
              <a:p>
                <a:endParaRPr lang="zh-CN" altLang="en-US"/>
              </a:p>
            </p:txBody>
          </p:sp>
          <p:sp>
            <p:nvSpPr>
              <p:cNvPr id="31206" name="Freeform 490"/>
              <p:cNvSpPr/>
              <p:nvPr/>
            </p:nvSpPr>
            <p:spPr>
              <a:xfrm>
                <a:off x="1891" y="2309"/>
                <a:ext cx="17" cy="17"/>
              </a:xfrm>
              <a:custGeom>
                <a:avLst/>
                <a:gdLst/>
                <a:ahLst/>
                <a:cxnLst>
                  <a:cxn ang="0">
                    <a:pos x="0" y="11"/>
                  </a:cxn>
                  <a:cxn ang="0">
                    <a:pos x="16" y="0"/>
                  </a:cxn>
                  <a:cxn ang="0">
                    <a:pos x="16" y="11"/>
                  </a:cxn>
                  <a:cxn ang="0">
                    <a:pos x="0" y="16"/>
                  </a:cxn>
                  <a:cxn ang="0">
                    <a:pos x="0" y="11"/>
                  </a:cxn>
                </a:cxnLst>
                <a:rect l="0" t="0" r="0" b="0"/>
                <a:pathLst>
                  <a:path w="17" h="17">
                    <a:moveTo>
                      <a:pt x="0" y="11"/>
                    </a:moveTo>
                    <a:lnTo>
                      <a:pt x="16" y="0"/>
                    </a:lnTo>
                    <a:lnTo>
                      <a:pt x="16" y="11"/>
                    </a:lnTo>
                    <a:lnTo>
                      <a:pt x="0" y="16"/>
                    </a:lnTo>
                    <a:lnTo>
                      <a:pt x="0" y="11"/>
                    </a:lnTo>
                  </a:path>
                </a:pathLst>
              </a:custGeom>
              <a:solidFill>
                <a:srgbClr val="FFFFFF"/>
              </a:solidFill>
              <a:ln w="12700">
                <a:noFill/>
              </a:ln>
            </p:spPr>
            <p:txBody>
              <a:bodyPr/>
              <a:lstStyle/>
              <a:p>
                <a:endParaRPr lang="zh-CN" altLang="en-US"/>
              </a:p>
            </p:txBody>
          </p:sp>
          <p:sp>
            <p:nvSpPr>
              <p:cNvPr id="31207" name="Freeform 491"/>
              <p:cNvSpPr/>
              <p:nvPr/>
            </p:nvSpPr>
            <p:spPr>
              <a:xfrm>
                <a:off x="1893" y="2314"/>
                <a:ext cx="17" cy="17"/>
              </a:xfrm>
              <a:custGeom>
                <a:avLst/>
                <a:gdLst/>
                <a:ahLst/>
                <a:cxnLst>
                  <a:cxn ang="0">
                    <a:pos x="0" y="0"/>
                  </a:cxn>
                  <a:cxn ang="0">
                    <a:pos x="14" y="0"/>
                  </a:cxn>
                  <a:cxn ang="0">
                    <a:pos x="16" y="16"/>
                  </a:cxn>
                  <a:cxn ang="0">
                    <a:pos x="0" y="13"/>
                  </a:cxn>
                  <a:cxn ang="0">
                    <a:pos x="0" y="0"/>
                  </a:cxn>
                </a:cxnLst>
                <a:rect l="0" t="0" r="0" b="0"/>
                <a:pathLst>
                  <a:path w="17" h="17">
                    <a:moveTo>
                      <a:pt x="0" y="0"/>
                    </a:moveTo>
                    <a:lnTo>
                      <a:pt x="14" y="0"/>
                    </a:lnTo>
                    <a:lnTo>
                      <a:pt x="16" y="16"/>
                    </a:lnTo>
                    <a:lnTo>
                      <a:pt x="0" y="13"/>
                    </a:lnTo>
                    <a:lnTo>
                      <a:pt x="0" y="0"/>
                    </a:lnTo>
                  </a:path>
                </a:pathLst>
              </a:custGeom>
              <a:solidFill>
                <a:srgbClr val="5D5358"/>
              </a:solidFill>
              <a:ln w="12700">
                <a:noFill/>
              </a:ln>
            </p:spPr>
            <p:txBody>
              <a:bodyPr/>
              <a:lstStyle/>
              <a:p>
                <a:endParaRPr lang="zh-CN" altLang="en-US"/>
              </a:p>
            </p:txBody>
          </p:sp>
          <p:sp>
            <p:nvSpPr>
              <p:cNvPr id="31208" name="Freeform 492"/>
              <p:cNvSpPr/>
              <p:nvPr/>
            </p:nvSpPr>
            <p:spPr>
              <a:xfrm>
                <a:off x="1904" y="2290"/>
                <a:ext cx="66" cy="43"/>
              </a:xfrm>
              <a:custGeom>
                <a:avLst/>
                <a:gdLst/>
                <a:ahLst/>
                <a:cxnLst>
                  <a:cxn ang="0">
                    <a:pos x="0" y="15"/>
                  </a:cxn>
                  <a:cxn ang="0">
                    <a:pos x="2" y="14"/>
                  </a:cxn>
                  <a:cxn ang="0">
                    <a:pos x="6" y="11"/>
                  </a:cxn>
                  <a:cxn ang="0">
                    <a:pos x="10" y="9"/>
                  </a:cxn>
                  <a:cxn ang="0">
                    <a:pos x="16" y="7"/>
                  </a:cxn>
                  <a:cxn ang="0">
                    <a:pos x="24" y="6"/>
                  </a:cxn>
                  <a:cxn ang="0">
                    <a:pos x="36" y="3"/>
                  </a:cxn>
                  <a:cxn ang="0">
                    <a:pos x="47" y="1"/>
                  </a:cxn>
                  <a:cxn ang="0">
                    <a:pos x="51" y="0"/>
                  </a:cxn>
                  <a:cxn ang="0">
                    <a:pos x="55" y="0"/>
                  </a:cxn>
                  <a:cxn ang="0">
                    <a:pos x="57" y="1"/>
                  </a:cxn>
                  <a:cxn ang="0">
                    <a:pos x="59" y="3"/>
                  </a:cxn>
                  <a:cxn ang="0">
                    <a:pos x="61" y="6"/>
                  </a:cxn>
                  <a:cxn ang="0">
                    <a:pos x="63" y="15"/>
                  </a:cxn>
                  <a:cxn ang="0">
                    <a:pos x="65" y="26"/>
                  </a:cxn>
                  <a:cxn ang="0">
                    <a:pos x="65" y="29"/>
                  </a:cxn>
                  <a:cxn ang="0">
                    <a:pos x="65" y="31"/>
                  </a:cxn>
                  <a:cxn ang="0">
                    <a:pos x="63" y="31"/>
                  </a:cxn>
                  <a:cxn ang="0">
                    <a:pos x="63" y="33"/>
                  </a:cxn>
                  <a:cxn ang="0">
                    <a:pos x="57" y="34"/>
                  </a:cxn>
                  <a:cxn ang="0">
                    <a:pos x="53" y="35"/>
                  </a:cxn>
                  <a:cxn ang="0">
                    <a:pos x="48" y="37"/>
                  </a:cxn>
                  <a:cxn ang="0">
                    <a:pos x="40" y="39"/>
                  </a:cxn>
                  <a:cxn ang="0">
                    <a:pos x="34" y="40"/>
                  </a:cxn>
                  <a:cxn ang="0">
                    <a:pos x="28" y="40"/>
                  </a:cxn>
                  <a:cxn ang="0">
                    <a:pos x="24" y="42"/>
                  </a:cxn>
                  <a:cxn ang="0">
                    <a:pos x="22" y="42"/>
                  </a:cxn>
                  <a:cxn ang="0">
                    <a:pos x="16" y="42"/>
                  </a:cxn>
                  <a:cxn ang="0">
                    <a:pos x="12" y="42"/>
                  </a:cxn>
                  <a:cxn ang="0">
                    <a:pos x="8" y="42"/>
                  </a:cxn>
                  <a:cxn ang="0">
                    <a:pos x="4" y="40"/>
                  </a:cxn>
                  <a:cxn ang="0">
                    <a:pos x="4" y="39"/>
                  </a:cxn>
                  <a:cxn ang="0">
                    <a:pos x="2" y="35"/>
                  </a:cxn>
                  <a:cxn ang="0">
                    <a:pos x="0" y="31"/>
                  </a:cxn>
                  <a:cxn ang="0">
                    <a:pos x="0" y="26"/>
                  </a:cxn>
                  <a:cxn ang="0">
                    <a:pos x="0" y="21"/>
                  </a:cxn>
                  <a:cxn ang="0">
                    <a:pos x="0" y="15"/>
                  </a:cxn>
                </a:cxnLst>
                <a:rect l="0" t="0" r="0" b="0"/>
                <a:pathLst>
                  <a:path w="66" h="43">
                    <a:moveTo>
                      <a:pt x="0" y="15"/>
                    </a:moveTo>
                    <a:lnTo>
                      <a:pt x="2" y="14"/>
                    </a:lnTo>
                    <a:lnTo>
                      <a:pt x="6" y="11"/>
                    </a:lnTo>
                    <a:lnTo>
                      <a:pt x="10" y="9"/>
                    </a:lnTo>
                    <a:lnTo>
                      <a:pt x="16" y="7"/>
                    </a:lnTo>
                    <a:lnTo>
                      <a:pt x="24" y="6"/>
                    </a:lnTo>
                    <a:lnTo>
                      <a:pt x="36" y="3"/>
                    </a:lnTo>
                    <a:lnTo>
                      <a:pt x="47" y="1"/>
                    </a:lnTo>
                    <a:lnTo>
                      <a:pt x="51" y="0"/>
                    </a:lnTo>
                    <a:lnTo>
                      <a:pt x="55" y="0"/>
                    </a:lnTo>
                    <a:lnTo>
                      <a:pt x="57" y="1"/>
                    </a:lnTo>
                    <a:lnTo>
                      <a:pt x="59" y="3"/>
                    </a:lnTo>
                    <a:lnTo>
                      <a:pt x="61" y="6"/>
                    </a:lnTo>
                    <a:lnTo>
                      <a:pt x="63" y="15"/>
                    </a:lnTo>
                    <a:lnTo>
                      <a:pt x="65" y="26"/>
                    </a:lnTo>
                    <a:lnTo>
                      <a:pt x="65" y="29"/>
                    </a:lnTo>
                    <a:lnTo>
                      <a:pt x="65" y="31"/>
                    </a:lnTo>
                    <a:lnTo>
                      <a:pt x="63" y="31"/>
                    </a:lnTo>
                    <a:lnTo>
                      <a:pt x="63" y="33"/>
                    </a:lnTo>
                    <a:lnTo>
                      <a:pt x="57" y="34"/>
                    </a:lnTo>
                    <a:lnTo>
                      <a:pt x="53" y="35"/>
                    </a:lnTo>
                    <a:lnTo>
                      <a:pt x="48" y="37"/>
                    </a:lnTo>
                    <a:lnTo>
                      <a:pt x="40" y="39"/>
                    </a:lnTo>
                    <a:lnTo>
                      <a:pt x="34" y="40"/>
                    </a:lnTo>
                    <a:lnTo>
                      <a:pt x="28" y="40"/>
                    </a:lnTo>
                    <a:lnTo>
                      <a:pt x="24" y="42"/>
                    </a:lnTo>
                    <a:lnTo>
                      <a:pt x="22" y="42"/>
                    </a:lnTo>
                    <a:lnTo>
                      <a:pt x="16" y="42"/>
                    </a:lnTo>
                    <a:lnTo>
                      <a:pt x="12" y="42"/>
                    </a:lnTo>
                    <a:lnTo>
                      <a:pt x="8" y="42"/>
                    </a:lnTo>
                    <a:lnTo>
                      <a:pt x="4" y="40"/>
                    </a:lnTo>
                    <a:lnTo>
                      <a:pt x="4" y="39"/>
                    </a:lnTo>
                    <a:lnTo>
                      <a:pt x="2" y="35"/>
                    </a:lnTo>
                    <a:lnTo>
                      <a:pt x="0" y="31"/>
                    </a:lnTo>
                    <a:lnTo>
                      <a:pt x="0" y="26"/>
                    </a:lnTo>
                    <a:lnTo>
                      <a:pt x="0" y="21"/>
                    </a:lnTo>
                    <a:lnTo>
                      <a:pt x="0" y="15"/>
                    </a:lnTo>
                  </a:path>
                </a:pathLst>
              </a:custGeom>
              <a:solidFill>
                <a:srgbClr val="C0C0C0"/>
              </a:solidFill>
              <a:ln w="12700">
                <a:noFill/>
              </a:ln>
            </p:spPr>
            <p:txBody>
              <a:bodyPr/>
              <a:lstStyle/>
              <a:p>
                <a:endParaRPr lang="zh-CN" altLang="en-US"/>
              </a:p>
            </p:txBody>
          </p:sp>
          <p:sp>
            <p:nvSpPr>
              <p:cNvPr id="31209" name="Freeform 493"/>
              <p:cNvSpPr/>
              <p:nvPr/>
            </p:nvSpPr>
            <p:spPr>
              <a:xfrm>
                <a:off x="1909" y="2295"/>
                <a:ext cx="61" cy="38"/>
              </a:xfrm>
              <a:custGeom>
                <a:avLst/>
                <a:gdLst/>
                <a:ahLst/>
                <a:cxnLst>
                  <a:cxn ang="0">
                    <a:pos x="0" y="35"/>
                  </a:cxn>
                  <a:cxn ang="0">
                    <a:pos x="3" y="35"/>
                  </a:cxn>
                  <a:cxn ang="0">
                    <a:pos x="7" y="35"/>
                  </a:cxn>
                  <a:cxn ang="0">
                    <a:pos x="12" y="35"/>
                  </a:cxn>
                  <a:cxn ang="0">
                    <a:pos x="18" y="34"/>
                  </a:cxn>
                  <a:cxn ang="0">
                    <a:pos x="23" y="34"/>
                  </a:cxn>
                  <a:cxn ang="0">
                    <a:pos x="31" y="32"/>
                  </a:cxn>
                  <a:cxn ang="0">
                    <a:pos x="37" y="30"/>
                  </a:cxn>
                  <a:cxn ang="0">
                    <a:pos x="42" y="29"/>
                  </a:cxn>
                  <a:cxn ang="0">
                    <a:pos x="45" y="29"/>
                  </a:cxn>
                  <a:cxn ang="0">
                    <a:pos x="48" y="28"/>
                  </a:cxn>
                  <a:cxn ang="0">
                    <a:pos x="50" y="26"/>
                  </a:cxn>
                  <a:cxn ang="0">
                    <a:pos x="52" y="22"/>
                  </a:cxn>
                  <a:cxn ang="0">
                    <a:pos x="52" y="21"/>
                  </a:cxn>
                  <a:cxn ang="0">
                    <a:pos x="52" y="18"/>
                  </a:cxn>
                  <a:cxn ang="0">
                    <a:pos x="54" y="14"/>
                  </a:cxn>
                  <a:cxn ang="0">
                    <a:pos x="56" y="12"/>
                  </a:cxn>
                  <a:cxn ang="0">
                    <a:pos x="56" y="10"/>
                  </a:cxn>
                  <a:cxn ang="0">
                    <a:pos x="56" y="7"/>
                  </a:cxn>
                  <a:cxn ang="0">
                    <a:pos x="56" y="6"/>
                  </a:cxn>
                  <a:cxn ang="0">
                    <a:pos x="56" y="0"/>
                  </a:cxn>
                  <a:cxn ang="0">
                    <a:pos x="60" y="22"/>
                  </a:cxn>
                  <a:cxn ang="0">
                    <a:pos x="60" y="24"/>
                  </a:cxn>
                  <a:cxn ang="0">
                    <a:pos x="60" y="26"/>
                  </a:cxn>
                  <a:cxn ang="0">
                    <a:pos x="58" y="26"/>
                  </a:cxn>
                  <a:cxn ang="0">
                    <a:pos x="56" y="28"/>
                  </a:cxn>
                  <a:cxn ang="0">
                    <a:pos x="52" y="29"/>
                  </a:cxn>
                  <a:cxn ang="0">
                    <a:pos x="40" y="32"/>
                  </a:cxn>
                  <a:cxn ang="0">
                    <a:pos x="34" y="34"/>
                  </a:cxn>
                  <a:cxn ang="0">
                    <a:pos x="30" y="35"/>
                  </a:cxn>
                  <a:cxn ang="0">
                    <a:pos x="23" y="35"/>
                  </a:cxn>
                  <a:cxn ang="0">
                    <a:pos x="20" y="37"/>
                  </a:cxn>
                  <a:cxn ang="0">
                    <a:pos x="17" y="37"/>
                  </a:cxn>
                  <a:cxn ang="0">
                    <a:pos x="12" y="37"/>
                  </a:cxn>
                  <a:cxn ang="0">
                    <a:pos x="9" y="37"/>
                  </a:cxn>
                  <a:cxn ang="0">
                    <a:pos x="4" y="37"/>
                  </a:cxn>
                  <a:cxn ang="0">
                    <a:pos x="0" y="35"/>
                  </a:cxn>
                </a:cxnLst>
                <a:rect l="0" t="0" r="0" b="0"/>
                <a:pathLst>
                  <a:path w="61" h="38">
                    <a:moveTo>
                      <a:pt x="0" y="35"/>
                    </a:moveTo>
                    <a:lnTo>
                      <a:pt x="3" y="35"/>
                    </a:lnTo>
                    <a:lnTo>
                      <a:pt x="7" y="35"/>
                    </a:lnTo>
                    <a:lnTo>
                      <a:pt x="12" y="35"/>
                    </a:lnTo>
                    <a:lnTo>
                      <a:pt x="18" y="34"/>
                    </a:lnTo>
                    <a:lnTo>
                      <a:pt x="23" y="34"/>
                    </a:lnTo>
                    <a:lnTo>
                      <a:pt x="31" y="32"/>
                    </a:lnTo>
                    <a:lnTo>
                      <a:pt x="37" y="30"/>
                    </a:lnTo>
                    <a:lnTo>
                      <a:pt x="42" y="29"/>
                    </a:lnTo>
                    <a:lnTo>
                      <a:pt x="45" y="29"/>
                    </a:lnTo>
                    <a:lnTo>
                      <a:pt x="48" y="28"/>
                    </a:lnTo>
                    <a:lnTo>
                      <a:pt x="50" y="26"/>
                    </a:lnTo>
                    <a:lnTo>
                      <a:pt x="52" y="22"/>
                    </a:lnTo>
                    <a:lnTo>
                      <a:pt x="52" y="21"/>
                    </a:lnTo>
                    <a:lnTo>
                      <a:pt x="52" y="18"/>
                    </a:lnTo>
                    <a:lnTo>
                      <a:pt x="54" y="14"/>
                    </a:lnTo>
                    <a:lnTo>
                      <a:pt x="56" y="12"/>
                    </a:lnTo>
                    <a:lnTo>
                      <a:pt x="56" y="10"/>
                    </a:lnTo>
                    <a:lnTo>
                      <a:pt x="56" y="7"/>
                    </a:lnTo>
                    <a:lnTo>
                      <a:pt x="56" y="6"/>
                    </a:lnTo>
                    <a:lnTo>
                      <a:pt x="56" y="0"/>
                    </a:lnTo>
                    <a:lnTo>
                      <a:pt x="60" y="22"/>
                    </a:lnTo>
                    <a:lnTo>
                      <a:pt x="60" y="24"/>
                    </a:lnTo>
                    <a:lnTo>
                      <a:pt x="60" y="26"/>
                    </a:lnTo>
                    <a:lnTo>
                      <a:pt x="58" y="26"/>
                    </a:lnTo>
                    <a:lnTo>
                      <a:pt x="56" y="28"/>
                    </a:lnTo>
                    <a:lnTo>
                      <a:pt x="52" y="29"/>
                    </a:lnTo>
                    <a:lnTo>
                      <a:pt x="40" y="32"/>
                    </a:lnTo>
                    <a:lnTo>
                      <a:pt x="34" y="34"/>
                    </a:lnTo>
                    <a:lnTo>
                      <a:pt x="30" y="35"/>
                    </a:lnTo>
                    <a:lnTo>
                      <a:pt x="23" y="35"/>
                    </a:lnTo>
                    <a:lnTo>
                      <a:pt x="20" y="37"/>
                    </a:lnTo>
                    <a:lnTo>
                      <a:pt x="17" y="37"/>
                    </a:lnTo>
                    <a:lnTo>
                      <a:pt x="12" y="37"/>
                    </a:lnTo>
                    <a:lnTo>
                      <a:pt x="9" y="37"/>
                    </a:lnTo>
                    <a:lnTo>
                      <a:pt x="4" y="37"/>
                    </a:lnTo>
                    <a:lnTo>
                      <a:pt x="0" y="35"/>
                    </a:lnTo>
                  </a:path>
                </a:pathLst>
              </a:custGeom>
              <a:solidFill>
                <a:srgbClr val="413A3A"/>
              </a:solidFill>
              <a:ln w="12700">
                <a:noFill/>
              </a:ln>
            </p:spPr>
            <p:txBody>
              <a:bodyPr/>
              <a:lstStyle/>
              <a:p>
                <a:endParaRPr lang="zh-CN" altLang="en-US"/>
              </a:p>
            </p:txBody>
          </p:sp>
          <p:sp>
            <p:nvSpPr>
              <p:cNvPr id="31210" name="Line 494"/>
              <p:cNvSpPr/>
              <p:nvPr/>
            </p:nvSpPr>
            <p:spPr>
              <a:xfrm>
                <a:off x="1944" y="2301"/>
                <a:ext cx="6" cy="24"/>
              </a:xfrm>
              <a:prstGeom prst="line">
                <a:avLst/>
              </a:prstGeom>
              <a:ln w="12700" cap="flat" cmpd="sng">
                <a:solidFill>
                  <a:srgbClr val="000000"/>
                </a:solidFill>
                <a:prstDash val="solid"/>
                <a:headEnd type="none" w="med" len="med"/>
                <a:tailEnd type="none" w="med" len="med"/>
              </a:ln>
            </p:spPr>
          </p:sp>
          <p:sp>
            <p:nvSpPr>
              <p:cNvPr id="31211" name="Line 495"/>
              <p:cNvSpPr/>
              <p:nvPr/>
            </p:nvSpPr>
            <p:spPr>
              <a:xfrm>
                <a:off x="1961" y="2297"/>
                <a:ext cx="5" cy="23"/>
              </a:xfrm>
              <a:prstGeom prst="line">
                <a:avLst/>
              </a:prstGeom>
              <a:ln w="12700" cap="flat" cmpd="sng">
                <a:solidFill>
                  <a:srgbClr val="000000"/>
                </a:solidFill>
                <a:prstDash val="solid"/>
                <a:headEnd type="none" w="med" len="med"/>
                <a:tailEnd type="none" w="med" len="med"/>
              </a:ln>
            </p:spPr>
          </p:sp>
          <p:sp>
            <p:nvSpPr>
              <p:cNvPr id="31212" name="Line 496"/>
              <p:cNvSpPr/>
              <p:nvPr/>
            </p:nvSpPr>
            <p:spPr>
              <a:xfrm>
                <a:off x="1929" y="2304"/>
                <a:ext cx="6" cy="24"/>
              </a:xfrm>
              <a:prstGeom prst="line">
                <a:avLst/>
              </a:prstGeom>
              <a:ln w="12700" cap="flat" cmpd="sng">
                <a:solidFill>
                  <a:srgbClr val="000000"/>
                </a:solidFill>
                <a:prstDash val="solid"/>
                <a:headEnd type="none" w="med" len="med"/>
                <a:tailEnd type="none" w="med" len="med"/>
              </a:ln>
            </p:spPr>
          </p:sp>
          <p:sp>
            <p:nvSpPr>
              <p:cNvPr id="31213" name="Freeform 497"/>
              <p:cNvSpPr/>
              <p:nvPr/>
            </p:nvSpPr>
            <p:spPr>
              <a:xfrm>
                <a:off x="1527" y="2255"/>
                <a:ext cx="146" cy="97"/>
              </a:xfrm>
              <a:custGeom>
                <a:avLst/>
                <a:gdLst/>
                <a:ahLst/>
                <a:cxnLst>
                  <a:cxn ang="0">
                    <a:pos x="0" y="6"/>
                  </a:cxn>
                  <a:cxn ang="0">
                    <a:pos x="31" y="0"/>
                  </a:cxn>
                  <a:cxn ang="0">
                    <a:pos x="134" y="66"/>
                  </a:cxn>
                  <a:cxn ang="0">
                    <a:pos x="138" y="67"/>
                  </a:cxn>
                  <a:cxn ang="0">
                    <a:pos x="140" y="67"/>
                  </a:cxn>
                  <a:cxn ang="0">
                    <a:pos x="145" y="67"/>
                  </a:cxn>
                  <a:cxn ang="0">
                    <a:pos x="132" y="70"/>
                  </a:cxn>
                  <a:cxn ang="0">
                    <a:pos x="116" y="74"/>
                  </a:cxn>
                  <a:cxn ang="0">
                    <a:pos x="99" y="81"/>
                  </a:cxn>
                  <a:cxn ang="0">
                    <a:pos x="77" y="88"/>
                  </a:cxn>
                  <a:cxn ang="0">
                    <a:pos x="56" y="96"/>
                  </a:cxn>
                  <a:cxn ang="0">
                    <a:pos x="0" y="6"/>
                  </a:cxn>
                </a:cxnLst>
                <a:rect l="0" t="0" r="0" b="0"/>
                <a:pathLst>
                  <a:path w="146" h="97">
                    <a:moveTo>
                      <a:pt x="0" y="6"/>
                    </a:moveTo>
                    <a:lnTo>
                      <a:pt x="31" y="0"/>
                    </a:lnTo>
                    <a:lnTo>
                      <a:pt x="134" y="66"/>
                    </a:lnTo>
                    <a:lnTo>
                      <a:pt x="138" y="67"/>
                    </a:lnTo>
                    <a:lnTo>
                      <a:pt x="140" y="67"/>
                    </a:lnTo>
                    <a:lnTo>
                      <a:pt x="145" y="67"/>
                    </a:lnTo>
                    <a:lnTo>
                      <a:pt x="132" y="70"/>
                    </a:lnTo>
                    <a:lnTo>
                      <a:pt x="116" y="74"/>
                    </a:lnTo>
                    <a:lnTo>
                      <a:pt x="99" y="81"/>
                    </a:lnTo>
                    <a:lnTo>
                      <a:pt x="77" y="88"/>
                    </a:lnTo>
                    <a:lnTo>
                      <a:pt x="56" y="96"/>
                    </a:lnTo>
                    <a:lnTo>
                      <a:pt x="0" y="6"/>
                    </a:lnTo>
                  </a:path>
                </a:pathLst>
              </a:custGeom>
              <a:solidFill>
                <a:srgbClr val="FF3300"/>
              </a:solidFill>
              <a:ln w="12700" cap="rnd" cmpd="sng">
                <a:solidFill>
                  <a:srgbClr val="FF3300"/>
                </a:solidFill>
                <a:prstDash val="solid"/>
                <a:round/>
                <a:headEnd type="none" w="med" len="med"/>
                <a:tailEnd type="none" w="med" len="med"/>
              </a:ln>
            </p:spPr>
            <p:txBody>
              <a:bodyPr/>
              <a:lstStyle/>
              <a:p>
                <a:endParaRPr lang="zh-CN" altLang="en-US"/>
              </a:p>
            </p:txBody>
          </p:sp>
          <p:sp>
            <p:nvSpPr>
              <p:cNvPr id="31214" name="Freeform 498"/>
              <p:cNvSpPr/>
              <p:nvPr/>
            </p:nvSpPr>
            <p:spPr>
              <a:xfrm>
                <a:off x="1586" y="2354"/>
                <a:ext cx="66" cy="25"/>
              </a:xfrm>
              <a:custGeom>
                <a:avLst/>
                <a:gdLst/>
                <a:ahLst/>
                <a:cxnLst>
                  <a:cxn ang="0">
                    <a:pos x="50" y="0"/>
                  </a:cxn>
                  <a:cxn ang="0">
                    <a:pos x="50" y="4"/>
                  </a:cxn>
                  <a:cxn ang="0">
                    <a:pos x="50" y="9"/>
                  </a:cxn>
                  <a:cxn ang="0">
                    <a:pos x="52" y="12"/>
                  </a:cxn>
                  <a:cxn ang="0">
                    <a:pos x="56" y="16"/>
                  </a:cxn>
                  <a:cxn ang="0">
                    <a:pos x="57" y="18"/>
                  </a:cxn>
                  <a:cxn ang="0">
                    <a:pos x="60" y="20"/>
                  </a:cxn>
                  <a:cxn ang="0">
                    <a:pos x="62" y="22"/>
                  </a:cxn>
                  <a:cxn ang="0">
                    <a:pos x="65" y="24"/>
                  </a:cxn>
                  <a:cxn ang="0">
                    <a:pos x="52" y="24"/>
                  </a:cxn>
                  <a:cxn ang="0">
                    <a:pos x="42" y="22"/>
                  </a:cxn>
                  <a:cxn ang="0">
                    <a:pos x="24" y="22"/>
                  </a:cxn>
                  <a:cxn ang="0">
                    <a:pos x="12" y="22"/>
                  </a:cxn>
                  <a:cxn ang="0">
                    <a:pos x="8" y="20"/>
                  </a:cxn>
                  <a:cxn ang="0">
                    <a:pos x="6" y="18"/>
                  </a:cxn>
                  <a:cxn ang="0">
                    <a:pos x="4" y="17"/>
                  </a:cxn>
                  <a:cxn ang="0">
                    <a:pos x="2" y="16"/>
                  </a:cxn>
                  <a:cxn ang="0">
                    <a:pos x="0" y="14"/>
                  </a:cxn>
                  <a:cxn ang="0">
                    <a:pos x="7" y="12"/>
                  </a:cxn>
                  <a:cxn ang="0">
                    <a:pos x="22" y="9"/>
                  </a:cxn>
                  <a:cxn ang="0">
                    <a:pos x="32" y="8"/>
                  </a:cxn>
                  <a:cxn ang="0">
                    <a:pos x="38" y="6"/>
                  </a:cxn>
                  <a:cxn ang="0">
                    <a:pos x="43" y="6"/>
                  </a:cxn>
                  <a:cxn ang="0">
                    <a:pos x="44" y="4"/>
                  </a:cxn>
                  <a:cxn ang="0">
                    <a:pos x="46" y="4"/>
                  </a:cxn>
                  <a:cxn ang="0">
                    <a:pos x="48" y="3"/>
                  </a:cxn>
                  <a:cxn ang="0">
                    <a:pos x="49" y="1"/>
                  </a:cxn>
                  <a:cxn ang="0">
                    <a:pos x="50" y="0"/>
                  </a:cxn>
                </a:cxnLst>
                <a:rect l="0" t="0" r="0" b="0"/>
                <a:pathLst>
                  <a:path w="66" h="25">
                    <a:moveTo>
                      <a:pt x="50" y="0"/>
                    </a:moveTo>
                    <a:lnTo>
                      <a:pt x="50" y="4"/>
                    </a:lnTo>
                    <a:lnTo>
                      <a:pt x="50" y="9"/>
                    </a:lnTo>
                    <a:lnTo>
                      <a:pt x="52" y="12"/>
                    </a:lnTo>
                    <a:lnTo>
                      <a:pt x="56" y="16"/>
                    </a:lnTo>
                    <a:lnTo>
                      <a:pt x="57" y="18"/>
                    </a:lnTo>
                    <a:lnTo>
                      <a:pt x="60" y="20"/>
                    </a:lnTo>
                    <a:lnTo>
                      <a:pt x="62" y="22"/>
                    </a:lnTo>
                    <a:lnTo>
                      <a:pt x="65" y="24"/>
                    </a:lnTo>
                    <a:lnTo>
                      <a:pt x="52" y="24"/>
                    </a:lnTo>
                    <a:lnTo>
                      <a:pt x="42" y="22"/>
                    </a:lnTo>
                    <a:lnTo>
                      <a:pt x="24" y="22"/>
                    </a:lnTo>
                    <a:lnTo>
                      <a:pt x="12" y="22"/>
                    </a:lnTo>
                    <a:lnTo>
                      <a:pt x="8" y="20"/>
                    </a:lnTo>
                    <a:lnTo>
                      <a:pt x="6" y="18"/>
                    </a:lnTo>
                    <a:lnTo>
                      <a:pt x="4" y="17"/>
                    </a:lnTo>
                    <a:lnTo>
                      <a:pt x="2" y="16"/>
                    </a:lnTo>
                    <a:lnTo>
                      <a:pt x="0" y="14"/>
                    </a:lnTo>
                    <a:lnTo>
                      <a:pt x="7" y="12"/>
                    </a:lnTo>
                    <a:lnTo>
                      <a:pt x="22" y="9"/>
                    </a:lnTo>
                    <a:lnTo>
                      <a:pt x="32" y="8"/>
                    </a:lnTo>
                    <a:lnTo>
                      <a:pt x="38" y="6"/>
                    </a:lnTo>
                    <a:lnTo>
                      <a:pt x="43" y="6"/>
                    </a:lnTo>
                    <a:lnTo>
                      <a:pt x="44" y="4"/>
                    </a:lnTo>
                    <a:lnTo>
                      <a:pt x="46" y="4"/>
                    </a:lnTo>
                    <a:lnTo>
                      <a:pt x="48" y="3"/>
                    </a:lnTo>
                    <a:lnTo>
                      <a:pt x="49" y="1"/>
                    </a:lnTo>
                    <a:lnTo>
                      <a:pt x="50" y="0"/>
                    </a:lnTo>
                  </a:path>
                </a:pathLst>
              </a:custGeom>
              <a:solidFill>
                <a:srgbClr val="3D2934"/>
              </a:solidFill>
              <a:ln w="12700">
                <a:noFill/>
              </a:ln>
            </p:spPr>
            <p:txBody>
              <a:bodyPr/>
              <a:lstStyle/>
              <a:p>
                <a:endParaRPr lang="zh-CN" altLang="en-US"/>
              </a:p>
            </p:txBody>
          </p:sp>
          <p:sp>
            <p:nvSpPr>
              <p:cNvPr id="31215" name="Freeform 499"/>
              <p:cNvSpPr/>
              <p:nvPr/>
            </p:nvSpPr>
            <p:spPr>
              <a:xfrm>
                <a:off x="1529" y="2348"/>
                <a:ext cx="109" cy="19"/>
              </a:xfrm>
              <a:custGeom>
                <a:avLst/>
                <a:gdLst/>
                <a:ahLst/>
                <a:cxnLst>
                  <a:cxn ang="0">
                    <a:pos x="0" y="4"/>
                  </a:cxn>
                  <a:cxn ang="0">
                    <a:pos x="10" y="1"/>
                  </a:cxn>
                  <a:cxn ang="0">
                    <a:pos x="18" y="0"/>
                  </a:cxn>
                  <a:cxn ang="0">
                    <a:pos x="57" y="3"/>
                  </a:cxn>
                  <a:cxn ang="0">
                    <a:pos x="108" y="6"/>
                  </a:cxn>
                  <a:cxn ang="0">
                    <a:pos x="106" y="6"/>
                  </a:cxn>
                  <a:cxn ang="0">
                    <a:pos x="105" y="7"/>
                  </a:cxn>
                  <a:cxn ang="0">
                    <a:pos x="103" y="9"/>
                  </a:cxn>
                  <a:cxn ang="0">
                    <a:pos x="100" y="10"/>
                  </a:cxn>
                  <a:cxn ang="0">
                    <a:pos x="97" y="12"/>
                  </a:cxn>
                  <a:cxn ang="0">
                    <a:pos x="79" y="15"/>
                  </a:cxn>
                  <a:cxn ang="0">
                    <a:pos x="65" y="17"/>
                  </a:cxn>
                  <a:cxn ang="0">
                    <a:pos x="56" y="18"/>
                  </a:cxn>
                  <a:cxn ang="0">
                    <a:pos x="0" y="4"/>
                  </a:cxn>
                </a:cxnLst>
                <a:rect l="0" t="0" r="0" b="0"/>
                <a:pathLst>
                  <a:path w="109" h="19">
                    <a:moveTo>
                      <a:pt x="0" y="4"/>
                    </a:moveTo>
                    <a:lnTo>
                      <a:pt x="10" y="1"/>
                    </a:lnTo>
                    <a:lnTo>
                      <a:pt x="18" y="0"/>
                    </a:lnTo>
                    <a:lnTo>
                      <a:pt x="57" y="3"/>
                    </a:lnTo>
                    <a:lnTo>
                      <a:pt x="108" y="6"/>
                    </a:lnTo>
                    <a:lnTo>
                      <a:pt x="106" y="6"/>
                    </a:lnTo>
                    <a:lnTo>
                      <a:pt x="105" y="7"/>
                    </a:lnTo>
                    <a:lnTo>
                      <a:pt x="103" y="9"/>
                    </a:lnTo>
                    <a:lnTo>
                      <a:pt x="100" y="10"/>
                    </a:lnTo>
                    <a:lnTo>
                      <a:pt x="97" y="12"/>
                    </a:lnTo>
                    <a:lnTo>
                      <a:pt x="79" y="15"/>
                    </a:lnTo>
                    <a:lnTo>
                      <a:pt x="65" y="17"/>
                    </a:lnTo>
                    <a:lnTo>
                      <a:pt x="56" y="18"/>
                    </a:lnTo>
                    <a:lnTo>
                      <a:pt x="0" y="4"/>
                    </a:lnTo>
                  </a:path>
                </a:pathLst>
              </a:custGeom>
              <a:solidFill>
                <a:srgbClr val="6C666A"/>
              </a:solidFill>
              <a:ln w="12700">
                <a:noFill/>
              </a:ln>
            </p:spPr>
            <p:txBody>
              <a:bodyPr/>
              <a:lstStyle/>
              <a:p>
                <a:endParaRPr lang="zh-CN" altLang="en-US"/>
              </a:p>
            </p:txBody>
          </p:sp>
          <p:sp>
            <p:nvSpPr>
              <p:cNvPr id="31216" name="Freeform 500"/>
              <p:cNvSpPr/>
              <p:nvPr/>
            </p:nvSpPr>
            <p:spPr>
              <a:xfrm>
                <a:off x="1756" y="2269"/>
                <a:ext cx="154" cy="48"/>
              </a:xfrm>
              <a:custGeom>
                <a:avLst/>
                <a:gdLst/>
                <a:ahLst/>
                <a:cxnLst>
                  <a:cxn ang="0">
                    <a:pos x="0" y="4"/>
                  </a:cxn>
                  <a:cxn ang="0">
                    <a:pos x="26" y="0"/>
                  </a:cxn>
                  <a:cxn ang="0">
                    <a:pos x="67" y="11"/>
                  </a:cxn>
                  <a:cxn ang="0">
                    <a:pos x="96" y="17"/>
                  </a:cxn>
                  <a:cxn ang="0">
                    <a:pos x="124" y="22"/>
                  </a:cxn>
                  <a:cxn ang="0">
                    <a:pos x="153" y="26"/>
                  </a:cxn>
                  <a:cxn ang="0">
                    <a:pos x="146" y="30"/>
                  </a:cxn>
                  <a:cxn ang="0">
                    <a:pos x="138" y="32"/>
                  </a:cxn>
                  <a:cxn ang="0">
                    <a:pos x="128" y="36"/>
                  </a:cxn>
                  <a:cxn ang="0">
                    <a:pos x="113" y="40"/>
                  </a:cxn>
                  <a:cxn ang="0">
                    <a:pos x="100" y="42"/>
                  </a:cxn>
                  <a:cxn ang="0">
                    <a:pos x="83" y="44"/>
                  </a:cxn>
                  <a:cxn ang="0">
                    <a:pos x="71" y="47"/>
                  </a:cxn>
                  <a:cxn ang="0">
                    <a:pos x="65" y="40"/>
                  </a:cxn>
                  <a:cxn ang="0">
                    <a:pos x="0" y="4"/>
                  </a:cxn>
                </a:cxnLst>
                <a:rect l="0" t="0" r="0" b="0"/>
                <a:pathLst>
                  <a:path w="154" h="48">
                    <a:moveTo>
                      <a:pt x="0" y="4"/>
                    </a:moveTo>
                    <a:lnTo>
                      <a:pt x="26" y="0"/>
                    </a:lnTo>
                    <a:lnTo>
                      <a:pt x="67" y="11"/>
                    </a:lnTo>
                    <a:lnTo>
                      <a:pt x="96" y="17"/>
                    </a:lnTo>
                    <a:lnTo>
                      <a:pt x="124" y="22"/>
                    </a:lnTo>
                    <a:lnTo>
                      <a:pt x="153" y="26"/>
                    </a:lnTo>
                    <a:lnTo>
                      <a:pt x="146" y="30"/>
                    </a:lnTo>
                    <a:lnTo>
                      <a:pt x="138" y="32"/>
                    </a:lnTo>
                    <a:lnTo>
                      <a:pt x="128" y="36"/>
                    </a:lnTo>
                    <a:lnTo>
                      <a:pt x="113" y="40"/>
                    </a:lnTo>
                    <a:lnTo>
                      <a:pt x="100" y="42"/>
                    </a:lnTo>
                    <a:lnTo>
                      <a:pt x="83" y="44"/>
                    </a:lnTo>
                    <a:lnTo>
                      <a:pt x="71" y="47"/>
                    </a:lnTo>
                    <a:lnTo>
                      <a:pt x="65" y="40"/>
                    </a:lnTo>
                    <a:lnTo>
                      <a:pt x="0" y="4"/>
                    </a:lnTo>
                  </a:path>
                </a:pathLst>
              </a:custGeom>
              <a:solidFill>
                <a:srgbClr val="606665"/>
              </a:solidFill>
              <a:ln w="12700">
                <a:noFill/>
              </a:ln>
            </p:spPr>
            <p:txBody>
              <a:bodyPr/>
              <a:lstStyle/>
              <a:p>
                <a:endParaRPr lang="zh-CN" altLang="en-US"/>
              </a:p>
            </p:txBody>
          </p:sp>
          <p:sp>
            <p:nvSpPr>
              <p:cNvPr id="31217" name="Freeform 501"/>
              <p:cNvSpPr/>
              <p:nvPr/>
            </p:nvSpPr>
            <p:spPr>
              <a:xfrm>
                <a:off x="1801" y="2299"/>
                <a:ext cx="56" cy="17"/>
              </a:xfrm>
              <a:custGeom>
                <a:avLst/>
                <a:gdLst/>
                <a:ahLst/>
                <a:cxnLst>
                  <a:cxn ang="0">
                    <a:pos x="0" y="14"/>
                  </a:cxn>
                  <a:cxn ang="0">
                    <a:pos x="12" y="6"/>
                  </a:cxn>
                  <a:cxn ang="0">
                    <a:pos x="16" y="8"/>
                  </a:cxn>
                  <a:cxn ang="0">
                    <a:pos x="22" y="6"/>
                  </a:cxn>
                  <a:cxn ang="0">
                    <a:pos x="27" y="6"/>
                  </a:cxn>
                  <a:cxn ang="0">
                    <a:pos x="55" y="0"/>
                  </a:cxn>
                  <a:cxn ang="0">
                    <a:pos x="41" y="6"/>
                  </a:cxn>
                  <a:cxn ang="0">
                    <a:pos x="32" y="10"/>
                  </a:cxn>
                  <a:cxn ang="0">
                    <a:pos x="24" y="11"/>
                  </a:cxn>
                  <a:cxn ang="0">
                    <a:pos x="18" y="14"/>
                  </a:cxn>
                  <a:cxn ang="0">
                    <a:pos x="12" y="16"/>
                  </a:cxn>
                  <a:cxn ang="0">
                    <a:pos x="6" y="16"/>
                  </a:cxn>
                  <a:cxn ang="0">
                    <a:pos x="0" y="14"/>
                  </a:cxn>
                </a:cxnLst>
                <a:rect l="0" t="0" r="0" b="0"/>
                <a:pathLst>
                  <a:path w="56" h="17">
                    <a:moveTo>
                      <a:pt x="0" y="14"/>
                    </a:moveTo>
                    <a:lnTo>
                      <a:pt x="12" y="6"/>
                    </a:lnTo>
                    <a:lnTo>
                      <a:pt x="16" y="8"/>
                    </a:lnTo>
                    <a:lnTo>
                      <a:pt x="22" y="6"/>
                    </a:lnTo>
                    <a:lnTo>
                      <a:pt x="27" y="6"/>
                    </a:lnTo>
                    <a:lnTo>
                      <a:pt x="55" y="0"/>
                    </a:lnTo>
                    <a:lnTo>
                      <a:pt x="41" y="6"/>
                    </a:lnTo>
                    <a:lnTo>
                      <a:pt x="32" y="10"/>
                    </a:lnTo>
                    <a:lnTo>
                      <a:pt x="24" y="11"/>
                    </a:lnTo>
                    <a:lnTo>
                      <a:pt x="18" y="14"/>
                    </a:lnTo>
                    <a:lnTo>
                      <a:pt x="12" y="16"/>
                    </a:lnTo>
                    <a:lnTo>
                      <a:pt x="6" y="16"/>
                    </a:lnTo>
                    <a:lnTo>
                      <a:pt x="0" y="14"/>
                    </a:lnTo>
                  </a:path>
                </a:pathLst>
              </a:custGeom>
              <a:solidFill>
                <a:srgbClr val="716F6F"/>
              </a:solidFill>
              <a:ln w="12700">
                <a:noFill/>
              </a:ln>
            </p:spPr>
            <p:txBody>
              <a:bodyPr/>
              <a:lstStyle/>
              <a:p>
                <a:endParaRPr lang="zh-CN" altLang="en-US"/>
              </a:p>
            </p:txBody>
          </p:sp>
          <p:sp>
            <p:nvSpPr>
              <p:cNvPr id="31218" name="Freeform 502"/>
              <p:cNvSpPr/>
              <p:nvPr/>
            </p:nvSpPr>
            <p:spPr>
              <a:xfrm>
                <a:off x="1814" y="2298"/>
                <a:ext cx="43" cy="17"/>
              </a:xfrm>
              <a:custGeom>
                <a:avLst/>
                <a:gdLst/>
                <a:ahLst/>
                <a:cxnLst>
                  <a:cxn ang="0">
                    <a:pos x="0" y="7"/>
                  </a:cxn>
                  <a:cxn ang="0">
                    <a:pos x="5" y="9"/>
                  </a:cxn>
                  <a:cxn ang="0">
                    <a:pos x="9" y="7"/>
                  </a:cxn>
                  <a:cxn ang="0">
                    <a:pos x="14" y="7"/>
                  </a:cxn>
                  <a:cxn ang="0">
                    <a:pos x="42" y="0"/>
                  </a:cxn>
                  <a:cxn ang="0">
                    <a:pos x="28" y="7"/>
                  </a:cxn>
                  <a:cxn ang="0">
                    <a:pos x="19" y="12"/>
                  </a:cxn>
                  <a:cxn ang="0">
                    <a:pos x="13" y="13"/>
                  </a:cxn>
                  <a:cxn ang="0">
                    <a:pos x="9" y="16"/>
                  </a:cxn>
                  <a:cxn ang="0">
                    <a:pos x="5" y="12"/>
                  </a:cxn>
                  <a:cxn ang="0">
                    <a:pos x="0" y="7"/>
                  </a:cxn>
                </a:cxnLst>
                <a:rect l="0" t="0" r="0" b="0"/>
                <a:pathLst>
                  <a:path w="43" h="17">
                    <a:moveTo>
                      <a:pt x="0" y="7"/>
                    </a:moveTo>
                    <a:lnTo>
                      <a:pt x="5" y="9"/>
                    </a:lnTo>
                    <a:lnTo>
                      <a:pt x="9" y="7"/>
                    </a:lnTo>
                    <a:lnTo>
                      <a:pt x="14" y="7"/>
                    </a:lnTo>
                    <a:lnTo>
                      <a:pt x="42" y="0"/>
                    </a:lnTo>
                    <a:lnTo>
                      <a:pt x="28" y="7"/>
                    </a:lnTo>
                    <a:lnTo>
                      <a:pt x="19" y="12"/>
                    </a:lnTo>
                    <a:lnTo>
                      <a:pt x="13" y="13"/>
                    </a:lnTo>
                    <a:lnTo>
                      <a:pt x="9" y="16"/>
                    </a:lnTo>
                    <a:lnTo>
                      <a:pt x="5" y="12"/>
                    </a:lnTo>
                    <a:lnTo>
                      <a:pt x="0" y="7"/>
                    </a:lnTo>
                  </a:path>
                </a:pathLst>
              </a:custGeom>
              <a:solidFill>
                <a:srgbClr val="221E22"/>
              </a:solidFill>
              <a:ln w="12700">
                <a:noFill/>
              </a:ln>
            </p:spPr>
            <p:txBody>
              <a:bodyPr/>
              <a:lstStyle/>
              <a:p>
                <a:endParaRPr lang="zh-CN" altLang="en-US"/>
              </a:p>
            </p:txBody>
          </p:sp>
          <p:sp>
            <p:nvSpPr>
              <p:cNvPr id="31219" name="Freeform 503"/>
              <p:cNvSpPr/>
              <p:nvPr/>
            </p:nvSpPr>
            <p:spPr>
              <a:xfrm>
                <a:off x="1785" y="2288"/>
                <a:ext cx="44" cy="17"/>
              </a:xfrm>
              <a:custGeom>
                <a:avLst/>
                <a:gdLst/>
                <a:ahLst/>
                <a:cxnLst>
                  <a:cxn ang="0">
                    <a:pos x="11" y="6"/>
                  </a:cxn>
                  <a:cxn ang="0">
                    <a:pos x="19" y="6"/>
                  </a:cxn>
                  <a:cxn ang="0">
                    <a:pos x="27" y="2"/>
                  </a:cxn>
                  <a:cxn ang="0">
                    <a:pos x="30" y="2"/>
                  </a:cxn>
                  <a:cxn ang="0">
                    <a:pos x="34" y="2"/>
                  </a:cxn>
                  <a:cxn ang="0">
                    <a:pos x="43" y="0"/>
                  </a:cxn>
                  <a:cxn ang="0">
                    <a:pos x="34" y="10"/>
                  </a:cxn>
                  <a:cxn ang="0">
                    <a:pos x="27" y="14"/>
                  </a:cxn>
                  <a:cxn ang="0">
                    <a:pos x="20" y="14"/>
                  </a:cxn>
                  <a:cxn ang="0">
                    <a:pos x="16" y="16"/>
                  </a:cxn>
                  <a:cxn ang="0">
                    <a:pos x="9" y="16"/>
                  </a:cxn>
                  <a:cxn ang="0">
                    <a:pos x="3" y="16"/>
                  </a:cxn>
                  <a:cxn ang="0">
                    <a:pos x="0" y="16"/>
                  </a:cxn>
                  <a:cxn ang="0">
                    <a:pos x="5" y="10"/>
                  </a:cxn>
                  <a:cxn ang="0">
                    <a:pos x="11" y="6"/>
                  </a:cxn>
                </a:cxnLst>
                <a:rect l="0" t="0" r="0" b="0"/>
                <a:pathLst>
                  <a:path w="44" h="17">
                    <a:moveTo>
                      <a:pt x="11" y="6"/>
                    </a:moveTo>
                    <a:lnTo>
                      <a:pt x="19" y="6"/>
                    </a:lnTo>
                    <a:lnTo>
                      <a:pt x="27" y="2"/>
                    </a:lnTo>
                    <a:lnTo>
                      <a:pt x="30" y="2"/>
                    </a:lnTo>
                    <a:lnTo>
                      <a:pt x="34" y="2"/>
                    </a:lnTo>
                    <a:lnTo>
                      <a:pt x="43" y="0"/>
                    </a:lnTo>
                    <a:lnTo>
                      <a:pt x="34" y="10"/>
                    </a:lnTo>
                    <a:lnTo>
                      <a:pt x="27" y="14"/>
                    </a:lnTo>
                    <a:lnTo>
                      <a:pt x="20" y="14"/>
                    </a:lnTo>
                    <a:lnTo>
                      <a:pt x="16" y="16"/>
                    </a:lnTo>
                    <a:lnTo>
                      <a:pt x="9" y="16"/>
                    </a:lnTo>
                    <a:lnTo>
                      <a:pt x="3" y="16"/>
                    </a:lnTo>
                    <a:lnTo>
                      <a:pt x="0" y="16"/>
                    </a:lnTo>
                    <a:lnTo>
                      <a:pt x="5" y="10"/>
                    </a:lnTo>
                    <a:lnTo>
                      <a:pt x="11" y="6"/>
                    </a:lnTo>
                  </a:path>
                </a:pathLst>
              </a:custGeom>
              <a:solidFill>
                <a:srgbClr val="43373E"/>
              </a:solidFill>
              <a:ln w="12700">
                <a:noFill/>
              </a:ln>
            </p:spPr>
            <p:txBody>
              <a:bodyPr/>
              <a:lstStyle/>
              <a:p>
                <a:endParaRPr lang="zh-CN" altLang="en-US"/>
              </a:p>
            </p:txBody>
          </p:sp>
          <p:sp>
            <p:nvSpPr>
              <p:cNvPr id="31220" name="Freeform 504"/>
              <p:cNvSpPr/>
              <p:nvPr/>
            </p:nvSpPr>
            <p:spPr>
              <a:xfrm>
                <a:off x="1797" y="2286"/>
                <a:ext cx="32" cy="17"/>
              </a:xfrm>
              <a:custGeom>
                <a:avLst/>
                <a:gdLst/>
                <a:ahLst/>
                <a:cxnLst>
                  <a:cxn ang="0">
                    <a:pos x="0" y="7"/>
                  </a:cxn>
                  <a:cxn ang="0">
                    <a:pos x="7" y="7"/>
                  </a:cxn>
                  <a:cxn ang="0">
                    <a:pos x="15" y="2"/>
                  </a:cxn>
                  <a:cxn ang="0">
                    <a:pos x="18" y="2"/>
                  </a:cxn>
                  <a:cxn ang="0">
                    <a:pos x="23" y="2"/>
                  </a:cxn>
                  <a:cxn ang="0">
                    <a:pos x="31" y="0"/>
                  </a:cxn>
                  <a:cxn ang="0">
                    <a:pos x="22" y="7"/>
                  </a:cxn>
                  <a:cxn ang="0">
                    <a:pos x="15" y="16"/>
                  </a:cxn>
                  <a:cxn ang="0">
                    <a:pos x="10" y="16"/>
                  </a:cxn>
                  <a:cxn ang="0">
                    <a:pos x="8" y="16"/>
                  </a:cxn>
                  <a:cxn ang="0">
                    <a:pos x="0" y="7"/>
                  </a:cxn>
                </a:cxnLst>
                <a:rect l="0" t="0" r="0" b="0"/>
                <a:pathLst>
                  <a:path w="32" h="17">
                    <a:moveTo>
                      <a:pt x="0" y="7"/>
                    </a:moveTo>
                    <a:lnTo>
                      <a:pt x="7" y="7"/>
                    </a:lnTo>
                    <a:lnTo>
                      <a:pt x="15" y="2"/>
                    </a:lnTo>
                    <a:lnTo>
                      <a:pt x="18" y="2"/>
                    </a:lnTo>
                    <a:lnTo>
                      <a:pt x="23" y="2"/>
                    </a:lnTo>
                    <a:lnTo>
                      <a:pt x="31" y="0"/>
                    </a:lnTo>
                    <a:lnTo>
                      <a:pt x="22" y="7"/>
                    </a:lnTo>
                    <a:lnTo>
                      <a:pt x="15" y="16"/>
                    </a:lnTo>
                    <a:lnTo>
                      <a:pt x="10" y="16"/>
                    </a:lnTo>
                    <a:lnTo>
                      <a:pt x="8" y="16"/>
                    </a:lnTo>
                    <a:lnTo>
                      <a:pt x="0" y="7"/>
                    </a:lnTo>
                  </a:path>
                </a:pathLst>
              </a:custGeom>
              <a:solidFill>
                <a:srgbClr val="4C3740"/>
              </a:solidFill>
              <a:ln w="12700">
                <a:noFill/>
              </a:ln>
            </p:spPr>
            <p:txBody>
              <a:bodyPr/>
              <a:lstStyle/>
              <a:p>
                <a:endParaRPr lang="zh-CN" altLang="en-US"/>
              </a:p>
            </p:txBody>
          </p:sp>
        </p:grpSp>
        <p:sp>
          <p:nvSpPr>
            <p:cNvPr id="31221" name="Line 505"/>
            <p:cNvSpPr/>
            <p:nvPr/>
          </p:nvSpPr>
          <p:spPr>
            <a:xfrm flipH="1">
              <a:off x="2064" y="2296"/>
              <a:ext cx="136" cy="222"/>
            </a:xfrm>
            <a:prstGeom prst="line">
              <a:avLst/>
            </a:prstGeom>
            <a:ln w="50800" cap="flat" cmpd="sng">
              <a:solidFill>
                <a:schemeClr val="tx1"/>
              </a:solidFill>
              <a:prstDash val="solid"/>
              <a:headEnd type="none" w="med" len="med"/>
              <a:tailEnd type="triangle" w="med" len="med"/>
            </a:ln>
          </p:spPr>
        </p:sp>
      </p:grpSp>
      <p:sp>
        <p:nvSpPr>
          <p:cNvPr id="7674" name="Rectangle 506"/>
          <p:cNvSpPr>
            <a:spLocks noChangeArrowheads="1"/>
          </p:cNvSpPr>
          <p:nvPr/>
        </p:nvSpPr>
        <p:spPr bwMode="auto">
          <a:xfrm>
            <a:off x="1847851" y="5815213"/>
            <a:ext cx="2339975" cy="693738"/>
          </a:xfrm>
          <a:prstGeom prst="rect">
            <a:avLst/>
          </a:prstGeom>
          <a:solidFill>
            <a:schemeClr val="bg1"/>
          </a:solidFill>
          <a:ln w="12700">
            <a:solidFill>
              <a:schemeClr val="tx1"/>
            </a:solidFill>
            <a:miter lim="800000"/>
          </a:ln>
          <a:effectLst>
            <a:outerShdw dist="107763" dir="2700000" algn="ctr" rotWithShape="0">
              <a:schemeClr val="tx1"/>
            </a:outerShdw>
          </a:effectLst>
        </p:spPr>
        <p:txBody>
          <a:bodyPr wrap="none" lIns="90488" tIns="44450" rIns="90488" bIns="44450" anchor="ctr"/>
          <a:lstStyle/>
          <a:p>
            <a:pPr defTabSz="762000" eaLnBrk="0" fontAlgn="base" hangingPunct="0">
              <a:spcBef>
                <a:spcPct val="0"/>
              </a:spcBef>
              <a:spcAft>
                <a:spcPct val="0"/>
              </a:spcAft>
              <a:defRPr/>
            </a:pPr>
            <a:r>
              <a:rPr kumimoji="1" lang="zh-CN" altLang="en-US" sz="2000" b="1" dirty="0">
                <a:solidFill>
                  <a:srgbClr val="0000FF"/>
                </a:solidFill>
                <a:latin typeface="Times New Roman" panose="02020603050405020304" pitchFamily="18" charset="0"/>
                <a:ea typeface="宋体" panose="02010600030101010101" pitchFamily="2" charset="-122"/>
              </a:rPr>
              <a:t>用 户 设 备 部 分</a:t>
            </a:r>
            <a:endParaRPr kumimoji="1" lang="zh-CN" altLang="en-US" sz="1600" dirty="0">
              <a:solidFill>
                <a:srgbClr val="0000FF"/>
              </a:solidFill>
              <a:latin typeface="Times New Roman" panose="02020603050405020304" pitchFamily="18" charset="0"/>
              <a:ea typeface="宋体" panose="02010600030101010101" pitchFamily="2" charset="-122"/>
            </a:endParaRPr>
          </a:p>
          <a:p>
            <a:pPr defTabSz="762000" eaLnBrk="0" fontAlgn="base" hangingPunct="0">
              <a:spcBef>
                <a:spcPct val="0"/>
              </a:spcBef>
              <a:spcAft>
                <a:spcPct val="0"/>
              </a:spcAft>
              <a:defRPr/>
            </a:pPr>
            <a:r>
              <a:rPr kumimoji="1" lang="zh-CN" altLang="en-US" sz="1600" b="1" dirty="0">
                <a:solidFill>
                  <a:srgbClr val="0000FF"/>
                </a:solidFill>
                <a:latin typeface="Times New Roman" panose="02020603050405020304" pitchFamily="18" charset="0"/>
                <a:ea typeface="宋体" panose="02010600030101010101" pitchFamily="2" charset="-122"/>
              </a:rPr>
              <a:t>          接  收  机</a:t>
            </a:r>
          </a:p>
        </p:txBody>
      </p:sp>
      <p:sp>
        <p:nvSpPr>
          <p:cNvPr id="7675" name="Line 507"/>
          <p:cNvSpPr/>
          <p:nvPr/>
        </p:nvSpPr>
        <p:spPr>
          <a:xfrm>
            <a:off x="6600826" y="3006925"/>
            <a:ext cx="576263" cy="0"/>
          </a:xfrm>
          <a:prstGeom prst="line">
            <a:avLst/>
          </a:prstGeom>
          <a:ln w="38100" cap="flat" cmpd="sng">
            <a:solidFill>
              <a:srgbClr val="FF3300"/>
            </a:solidFill>
            <a:prstDash val="solid"/>
            <a:headEnd type="none" w="med" len="med"/>
            <a:tailEnd type="triangle" w="med" len="med"/>
          </a:ln>
        </p:spPr>
      </p:sp>
      <p:sp>
        <p:nvSpPr>
          <p:cNvPr id="7676" name="Line 508"/>
          <p:cNvSpPr/>
          <p:nvPr/>
        </p:nvSpPr>
        <p:spPr>
          <a:xfrm flipH="1">
            <a:off x="3792538" y="5310388"/>
            <a:ext cx="360362" cy="330200"/>
          </a:xfrm>
          <a:prstGeom prst="line">
            <a:avLst/>
          </a:prstGeom>
          <a:ln w="57150" cap="flat" cmpd="sng">
            <a:solidFill>
              <a:srgbClr val="FF3300"/>
            </a:solidFill>
            <a:prstDash val="solid"/>
            <a:headEnd type="none" w="med" len="med"/>
            <a:tailEnd type="triangle" w="med" len="med"/>
          </a:ln>
        </p:spPr>
      </p:sp>
      <p:sp>
        <p:nvSpPr>
          <p:cNvPr id="7677" name="Line 509"/>
          <p:cNvSpPr/>
          <p:nvPr/>
        </p:nvSpPr>
        <p:spPr>
          <a:xfrm>
            <a:off x="8256589" y="5310388"/>
            <a:ext cx="358775" cy="431800"/>
          </a:xfrm>
          <a:prstGeom prst="line">
            <a:avLst/>
          </a:prstGeom>
          <a:ln w="57150" cap="flat" cmpd="sng">
            <a:solidFill>
              <a:srgbClr val="FF3300"/>
            </a:solidFill>
            <a:prstDash val="solid"/>
            <a:headEnd type="none" w="med" len="med"/>
            <a:tailEnd type="triangle" w="med" len="med"/>
          </a:ln>
        </p:spPr>
      </p:sp>
      <p:sp>
        <p:nvSpPr>
          <p:cNvPr id="3" name="矩形 2"/>
          <p:cNvSpPr/>
          <p:nvPr/>
        </p:nvSpPr>
        <p:spPr>
          <a:xfrm>
            <a:off x="4929982" y="671403"/>
            <a:ext cx="2236510" cy="596445"/>
          </a:xfrm>
          <a:prstGeom prst="rect">
            <a:avLst/>
          </a:prstGeom>
        </p:spPr>
        <p:txBody>
          <a:bodyPr wrap="none">
            <a:spAutoFit/>
          </a:bodyPr>
          <a:lstStyle/>
          <a:p>
            <a:pPr marL="812800" indent="-812800">
              <a:lnSpc>
                <a:spcPct val="80000"/>
              </a:lnSpc>
            </a:pPr>
            <a:r>
              <a:rPr lang="zh-CN" altLang="en-US" sz="4000" dirty="0">
                <a:solidFill>
                  <a:schemeClr val="tx2"/>
                </a:solidFill>
                <a:effectLst>
                  <a:outerShdw blurRad="38100" dist="38100" dir="2700000">
                    <a:srgbClr val="000000"/>
                  </a:outerShdw>
                </a:effectLst>
                <a:latin typeface="+mj-lt"/>
                <a:ea typeface="+mj-ea"/>
                <a:cs typeface="+mj-cs"/>
              </a:rPr>
              <a:t>系统组成</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71">
                                            <p:bg/>
                                          </p:spTgt>
                                        </p:tgtEl>
                                        <p:attrNameLst>
                                          <p:attrName>style.visibility</p:attrName>
                                        </p:attrNameLst>
                                      </p:cBhvr>
                                      <p:to>
                                        <p:strVal val="visible"/>
                                      </p:to>
                                    </p:set>
                                    <p:animEffect transition="in" filter="dissolve">
                                      <p:cBhvr>
                                        <p:cTn id="7" dur="500"/>
                                        <p:tgtEl>
                                          <p:spTgt spid="7171">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dissolve">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177"/>
                                        </p:tgtEl>
                                        <p:attrNameLst>
                                          <p:attrName>style.visibility</p:attrName>
                                        </p:attrNameLst>
                                      </p:cBhvr>
                                      <p:to>
                                        <p:strVal val="visible"/>
                                      </p:to>
                                    </p:set>
                                    <p:animEffect transition="in" filter="dissolve">
                                      <p:cBhvr>
                                        <p:cTn id="17" dur="500"/>
                                        <p:tgtEl>
                                          <p:spTgt spid="717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675"/>
                                        </p:tgtEl>
                                        <p:attrNameLst>
                                          <p:attrName>style.visibility</p:attrName>
                                        </p:attrNameLst>
                                      </p:cBhvr>
                                      <p:to>
                                        <p:strVal val="visible"/>
                                      </p:to>
                                    </p:set>
                                    <p:animEffect transition="in" filter="dissolve">
                                      <p:cBhvr>
                                        <p:cTn id="27" dur="500"/>
                                        <p:tgtEl>
                                          <p:spTgt spid="767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188"/>
                                        </p:tgtEl>
                                        <p:attrNameLst>
                                          <p:attrName>style.visibility</p:attrName>
                                        </p:attrNameLst>
                                      </p:cBhvr>
                                      <p:to>
                                        <p:strVal val="visible"/>
                                      </p:to>
                                    </p:set>
                                    <p:animEffect transition="in" filter="dissolve">
                                      <p:cBhvr>
                                        <p:cTn id="32" dur="500"/>
                                        <p:tgtEl>
                                          <p:spTgt spid="718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677"/>
                                        </p:tgtEl>
                                        <p:attrNameLst>
                                          <p:attrName>style.visibility</p:attrName>
                                        </p:attrNameLst>
                                      </p:cBhvr>
                                      <p:to>
                                        <p:strVal val="visible"/>
                                      </p:to>
                                    </p:set>
                                    <p:animEffect transition="in" filter="dissolve">
                                      <p:cBhvr>
                                        <p:cTn id="37" dur="500"/>
                                        <p:tgtEl>
                                          <p:spTgt spid="767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184"/>
                                        </p:tgtEl>
                                        <p:attrNameLst>
                                          <p:attrName>style.visibility</p:attrName>
                                        </p:attrNameLst>
                                      </p:cBhvr>
                                      <p:to>
                                        <p:strVal val="visible"/>
                                      </p:to>
                                    </p:set>
                                    <p:animEffect transition="in" filter="dissolve">
                                      <p:cBhvr>
                                        <p:cTn id="42" dur="500"/>
                                        <p:tgtEl>
                                          <p:spTgt spid="718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7676"/>
                                        </p:tgtEl>
                                        <p:attrNameLst>
                                          <p:attrName>style.visibility</p:attrName>
                                        </p:attrNameLst>
                                      </p:cBhvr>
                                      <p:to>
                                        <p:strVal val="visible"/>
                                      </p:to>
                                    </p:set>
                                    <p:animEffect transition="in" filter="dissolve">
                                      <p:cBhvr>
                                        <p:cTn id="47" dur="500"/>
                                        <p:tgtEl>
                                          <p:spTgt spid="767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674"/>
                                        </p:tgtEl>
                                        <p:attrNameLst>
                                          <p:attrName>style.visibility</p:attrName>
                                        </p:attrNameLst>
                                      </p:cBhvr>
                                      <p:to>
                                        <p:strVal val="visible"/>
                                      </p:to>
                                    </p:set>
                                    <p:animEffect transition="in" filter="dissolve">
                                      <p:cBhvr>
                                        <p:cTn id="52" dur="500"/>
                                        <p:tgtEl>
                                          <p:spTgt spid="7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nimBg="1"/>
      <p:bldP spid="7184" grpId="0" animBg="1"/>
      <p:bldP spid="7188" grpId="0" animBg="1"/>
      <p:bldP spid="767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idx="1"/>
          </p:nvPr>
        </p:nvSpPr>
        <p:spPr>
          <a:xfrm>
            <a:off x="926275" y="1448794"/>
            <a:ext cx="6298145" cy="5266705"/>
          </a:xfrm>
        </p:spPr>
        <p:txBody>
          <a:bodyPr vert="horz" wrap="square" lIns="91440" tIns="45720" rIns="91440" bIns="45720" anchor="t"/>
          <a:lstStyle/>
          <a:p>
            <a:pPr indent="-609600" algn="just">
              <a:lnSpc>
                <a:spcPct val="110000"/>
              </a:lnSpc>
            </a:pPr>
            <a:r>
              <a:rPr lang="en-US" altLang="zh-CN" sz="2400" dirty="0" smtClean="0"/>
              <a:t>        </a:t>
            </a:r>
            <a:r>
              <a:rPr lang="zh-CN" altLang="zh-CN" sz="2400" dirty="0" smtClean="0"/>
              <a:t>在</a:t>
            </a:r>
            <a:r>
              <a:rPr lang="zh-CN" altLang="zh-CN" sz="2400" dirty="0"/>
              <a:t>地球上空，共有</a:t>
            </a:r>
            <a:r>
              <a:rPr lang="en-US" altLang="zh-CN" sz="2400" dirty="0"/>
              <a:t>24</a:t>
            </a:r>
            <a:r>
              <a:rPr lang="zh-CN" altLang="zh-CN" sz="2400" dirty="0"/>
              <a:t>颗卫星组成的导航卫星星座。其中</a:t>
            </a:r>
            <a:r>
              <a:rPr lang="en-US" altLang="zh-CN" sz="2400" dirty="0"/>
              <a:t>18</a:t>
            </a:r>
            <a:r>
              <a:rPr lang="zh-CN" altLang="zh-CN" sz="2400" dirty="0"/>
              <a:t>颗卫星分布在</a:t>
            </a:r>
            <a:r>
              <a:rPr lang="en-US" altLang="zh-CN" sz="2400" dirty="0"/>
              <a:t>6</a:t>
            </a:r>
            <a:r>
              <a:rPr lang="zh-CN" altLang="zh-CN" sz="2400" dirty="0"/>
              <a:t>个轨道平面上运转，即每个轨道平面均匀分布有</a:t>
            </a:r>
            <a:r>
              <a:rPr lang="en-US" altLang="zh-CN" sz="2400" dirty="0"/>
              <a:t>3</a:t>
            </a:r>
            <a:r>
              <a:rPr lang="zh-CN" altLang="zh-CN" sz="2400" dirty="0"/>
              <a:t>颗卫星。另外，每个轨道平面上置有</a:t>
            </a:r>
            <a:r>
              <a:rPr lang="en-US" altLang="zh-CN" sz="2400" dirty="0"/>
              <a:t>1</a:t>
            </a:r>
            <a:r>
              <a:rPr lang="zh-CN" altLang="zh-CN" sz="2400" dirty="0"/>
              <a:t>颗热备份卫星。每个卫星是在距地面</a:t>
            </a:r>
            <a:r>
              <a:rPr lang="en-US" altLang="zh-CN" sz="2400" dirty="0"/>
              <a:t>10900</a:t>
            </a:r>
            <a:r>
              <a:rPr lang="zh-CN" altLang="zh-CN" sz="2400" dirty="0"/>
              <a:t>海里</a:t>
            </a:r>
            <a:r>
              <a:rPr lang="en-US" altLang="zh-CN" sz="2400" dirty="0"/>
              <a:t>(20200</a:t>
            </a:r>
            <a:r>
              <a:rPr lang="zh-CN" altLang="zh-CN" sz="2400" dirty="0"/>
              <a:t>公里</a:t>
            </a:r>
            <a:r>
              <a:rPr lang="en-US" altLang="zh-CN" sz="2400" dirty="0"/>
              <a:t>)</a:t>
            </a:r>
            <a:r>
              <a:rPr lang="zh-CN" altLang="zh-CN" sz="2400" dirty="0"/>
              <a:t>高度的圆轨道上运转</a:t>
            </a:r>
            <a:r>
              <a:rPr lang="en-US" altLang="zh-CN" sz="2400" dirty="0"/>
              <a:t>(</a:t>
            </a:r>
            <a:r>
              <a:rPr lang="zh-CN" altLang="zh-CN" sz="2400" dirty="0"/>
              <a:t>轨道半径为</a:t>
            </a:r>
            <a:r>
              <a:rPr lang="en-US" altLang="zh-CN" sz="2400" dirty="0"/>
              <a:t> 26500</a:t>
            </a:r>
            <a:r>
              <a:rPr lang="zh-CN" altLang="zh-CN" sz="2400" dirty="0"/>
              <a:t>公里</a:t>
            </a:r>
            <a:r>
              <a:rPr lang="en-US" altLang="zh-CN" sz="2400" dirty="0"/>
              <a:t>) </a:t>
            </a:r>
            <a:r>
              <a:rPr lang="zh-CN" altLang="zh-CN" sz="2400" dirty="0"/>
              <a:t>，运转一周为</a:t>
            </a:r>
            <a:r>
              <a:rPr lang="en-US" altLang="zh-CN" sz="2400" dirty="0"/>
              <a:t>12</a:t>
            </a:r>
            <a:r>
              <a:rPr lang="zh-CN" altLang="zh-CN" sz="2400" dirty="0"/>
              <a:t>小时。轨道升交点相互间隔</a:t>
            </a:r>
            <a:r>
              <a:rPr lang="en-US" altLang="zh-CN" sz="2400" dirty="0"/>
              <a:t>60</a:t>
            </a:r>
            <a:r>
              <a:rPr lang="zh-CN" altLang="zh-CN" sz="2400" dirty="0"/>
              <a:t>度。这样地面上任一用户接收机能同时接收到</a:t>
            </a:r>
            <a:r>
              <a:rPr lang="en-US" altLang="zh-CN" sz="2400" dirty="0"/>
              <a:t>4 -8</a:t>
            </a:r>
            <a:r>
              <a:rPr lang="zh-CN" altLang="zh-CN" sz="2400" dirty="0"/>
              <a:t>颗卫星发来的信号。 </a:t>
            </a:r>
          </a:p>
          <a:p>
            <a:pPr indent="-609600" algn="just">
              <a:lnSpc>
                <a:spcPct val="110000"/>
              </a:lnSpc>
            </a:pPr>
            <a:r>
              <a:rPr lang="zh-CN" altLang="en-US" sz="2400" dirty="0" smtClean="0"/>
              <a:t>        每</a:t>
            </a:r>
            <a:r>
              <a:rPr lang="zh-CN" altLang="en-US" sz="2400" dirty="0"/>
              <a:t>颗卫星上均装有</a:t>
            </a:r>
            <a:r>
              <a:rPr lang="en-US" altLang="zh-CN" sz="2400" dirty="0"/>
              <a:t>4</a:t>
            </a:r>
            <a:r>
              <a:rPr lang="zh-CN" altLang="en-US" sz="2400" dirty="0"/>
              <a:t>台高精度的原子钟（</a:t>
            </a:r>
            <a:r>
              <a:rPr lang="en-US" altLang="zh-CN" sz="2400" dirty="0"/>
              <a:t>2</a:t>
            </a:r>
            <a:r>
              <a:rPr lang="zh-CN" altLang="en-US" sz="2400" dirty="0"/>
              <a:t>台铯钟、</a:t>
            </a:r>
            <a:r>
              <a:rPr lang="en-US" altLang="zh-CN" sz="2400" dirty="0"/>
              <a:t>2</a:t>
            </a:r>
            <a:r>
              <a:rPr lang="zh-CN" altLang="en-US" sz="2400" dirty="0"/>
              <a:t>台铷钟），称为卫星钟，用以提供高精度的时间标准。</a:t>
            </a:r>
          </a:p>
        </p:txBody>
      </p:sp>
      <p:grpSp>
        <p:nvGrpSpPr>
          <p:cNvPr id="2" name="Group 3"/>
          <p:cNvGrpSpPr/>
          <p:nvPr/>
        </p:nvGrpSpPr>
        <p:grpSpPr>
          <a:xfrm>
            <a:off x="7618186" y="1850117"/>
            <a:ext cx="4046538" cy="3886200"/>
            <a:chOff x="3067" y="480"/>
            <a:chExt cx="2549" cy="2448"/>
          </a:xfrm>
        </p:grpSpPr>
        <p:pic>
          <p:nvPicPr>
            <p:cNvPr id="31747" name="Picture 4"/>
            <p:cNvPicPr/>
            <p:nvPr/>
          </p:nvPicPr>
          <p:blipFill>
            <a:blip r:embed="rId3"/>
            <a:stretch>
              <a:fillRect/>
            </a:stretch>
          </p:blipFill>
          <p:spPr>
            <a:xfrm>
              <a:off x="3984" y="1392"/>
              <a:ext cx="672" cy="576"/>
            </a:xfrm>
            <a:prstGeom prst="rect">
              <a:avLst/>
            </a:prstGeom>
            <a:noFill/>
            <a:ln w="12700">
              <a:noFill/>
            </a:ln>
          </p:spPr>
        </p:pic>
        <p:grpSp>
          <p:nvGrpSpPr>
            <p:cNvPr id="31748" name="Group 5"/>
            <p:cNvGrpSpPr/>
            <p:nvPr/>
          </p:nvGrpSpPr>
          <p:grpSpPr>
            <a:xfrm>
              <a:off x="3067" y="480"/>
              <a:ext cx="2549" cy="2448"/>
              <a:chOff x="3044" y="1514"/>
              <a:chExt cx="1912" cy="1973"/>
            </a:xfrm>
          </p:grpSpPr>
          <p:sp>
            <p:nvSpPr>
              <p:cNvPr id="31749" name="Freeform 6"/>
              <p:cNvSpPr/>
              <p:nvPr/>
            </p:nvSpPr>
            <p:spPr>
              <a:xfrm>
                <a:off x="3367" y="2926"/>
                <a:ext cx="1231" cy="479"/>
              </a:xfrm>
              <a:custGeom>
                <a:avLst/>
                <a:gdLst/>
                <a:ahLst/>
                <a:cxnLst>
                  <a:cxn ang="0">
                    <a:pos x="1196" y="378"/>
                  </a:cxn>
                  <a:cxn ang="0">
                    <a:pos x="1126" y="417"/>
                  </a:cxn>
                  <a:cxn ang="0">
                    <a:pos x="1053" y="446"/>
                  </a:cxn>
                  <a:cxn ang="0">
                    <a:pos x="975" y="466"/>
                  </a:cxn>
                  <a:cxn ang="0">
                    <a:pos x="896" y="476"/>
                  </a:cxn>
                  <a:cxn ang="0">
                    <a:pos x="814" y="478"/>
                  </a:cxn>
                  <a:cxn ang="0">
                    <a:pos x="731" y="470"/>
                  </a:cxn>
                  <a:cxn ang="0">
                    <a:pos x="648" y="454"/>
                  </a:cxn>
                  <a:cxn ang="0">
                    <a:pos x="564" y="430"/>
                  </a:cxn>
                  <a:cxn ang="0">
                    <a:pos x="481" y="398"/>
                  </a:cxn>
                  <a:cxn ang="0">
                    <a:pos x="400" y="357"/>
                  </a:cxn>
                  <a:cxn ang="0">
                    <a:pos x="320" y="310"/>
                  </a:cxn>
                  <a:cxn ang="0">
                    <a:pos x="242" y="254"/>
                  </a:cxn>
                  <a:cxn ang="0">
                    <a:pos x="168" y="191"/>
                  </a:cxn>
                  <a:cxn ang="0">
                    <a:pos x="97" y="121"/>
                  </a:cxn>
                  <a:cxn ang="0">
                    <a:pos x="31" y="44"/>
                  </a:cxn>
                  <a:cxn ang="0">
                    <a:pos x="4" y="0"/>
                  </a:cxn>
                  <a:cxn ang="0">
                    <a:pos x="67" y="79"/>
                  </a:cxn>
                  <a:cxn ang="0">
                    <a:pos x="136" y="153"/>
                  </a:cxn>
                  <a:cxn ang="0">
                    <a:pos x="208" y="219"/>
                  </a:cxn>
                  <a:cxn ang="0">
                    <a:pos x="283" y="278"/>
                  </a:cxn>
                  <a:cxn ang="0">
                    <a:pos x="362" y="330"/>
                  </a:cxn>
                  <a:cxn ang="0">
                    <a:pos x="443" y="374"/>
                  </a:cxn>
                  <a:cxn ang="0">
                    <a:pos x="524" y="409"/>
                  </a:cxn>
                  <a:cxn ang="0">
                    <a:pos x="607" y="437"/>
                  </a:cxn>
                  <a:cxn ang="0">
                    <a:pos x="690" y="458"/>
                  </a:cxn>
                  <a:cxn ang="0">
                    <a:pos x="773" y="469"/>
                  </a:cxn>
                  <a:cxn ang="0">
                    <a:pos x="855" y="472"/>
                  </a:cxn>
                  <a:cxn ang="0">
                    <a:pos x="935" y="466"/>
                  </a:cxn>
                  <a:cxn ang="0">
                    <a:pos x="1012" y="450"/>
                  </a:cxn>
                  <a:cxn ang="0">
                    <a:pos x="1088" y="427"/>
                  </a:cxn>
                  <a:cxn ang="0">
                    <a:pos x="1159" y="394"/>
                  </a:cxn>
                  <a:cxn ang="0">
                    <a:pos x="1226" y="351"/>
                  </a:cxn>
                </a:cxnLst>
                <a:rect l="0" t="0" r="0" b="0"/>
                <a:pathLst>
                  <a:path w="1231" h="479">
                    <a:moveTo>
                      <a:pt x="1230" y="355"/>
                    </a:moveTo>
                    <a:lnTo>
                      <a:pt x="1196" y="378"/>
                    </a:lnTo>
                    <a:lnTo>
                      <a:pt x="1162" y="398"/>
                    </a:lnTo>
                    <a:lnTo>
                      <a:pt x="1126" y="417"/>
                    </a:lnTo>
                    <a:lnTo>
                      <a:pt x="1090" y="432"/>
                    </a:lnTo>
                    <a:lnTo>
                      <a:pt x="1053" y="446"/>
                    </a:lnTo>
                    <a:lnTo>
                      <a:pt x="1014" y="456"/>
                    </a:lnTo>
                    <a:lnTo>
                      <a:pt x="975" y="466"/>
                    </a:lnTo>
                    <a:lnTo>
                      <a:pt x="936" y="472"/>
                    </a:lnTo>
                    <a:lnTo>
                      <a:pt x="896" y="476"/>
                    </a:lnTo>
                    <a:lnTo>
                      <a:pt x="855" y="478"/>
                    </a:lnTo>
                    <a:lnTo>
                      <a:pt x="814" y="478"/>
                    </a:lnTo>
                    <a:lnTo>
                      <a:pt x="773" y="474"/>
                    </a:lnTo>
                    <a:lnTo>
                      <a:pt x="731" y="470"/>
                    </a:lnTo>
                    <a:lnTo>
                      <a:pt x="689" y="464"/>
                    </a:lnTo>
                    <a:lnTo>
                      <a:pt x="648" y="454"/>
                    </a:lnTo>
                    <a:lnTo>
                      <a:pt x="606" y="444"/>
                    </a:lnTo>
                    <a:lnTo>
                      <a:pt x="564" y="430"/>
                    </a:lnTo>
                    <a:lnTo>
                      <a:pt x="522" y="415"/>
                    </a:lnTo>
                    <a:lnTo>
                      <a:pt x="481" y="398"/>
                    </a:lnTo>
                    <a:lnTo>
                      <a:pt x="440" y="378"/>
                    </a:lnTo>
                    <a:lnTo>
                      <a:pt x="400" y="357"/>
                    </a:lnTo>
                    <a:lnTo>
                      <a:pt x="359" y="335"/>
                    </a:lnTo>
                    <a:lnTo>
                      <a:pt x="320" y="310"/>
                    </a:lnTo>
                    <a:lnTo>
                      <a:pt x="281" y="283"/>
                    </a:lnTo>
                    <a:lnTo>
                      <a:pt x="242" y="254"/>
                    </a:lnTo>
                    <a:lnTo>
                      <a:pt x="205" y="224"/>
                    </a:lnTo>
                    <a:lnTo>
                      <a:pt x="168" y="191"/>
                    </a:lnTo>
                    <a:lnTo>
                      <a:pt x="132" y="157"/>
                    </a:lnTo>
                    <a:lnTo>
                      <a:pt x="97" y="121"/>
                    </a:lnTo>
                    <a:lnTo>
                      <a:pt x="64" y="83"/>
                    </a:lnTo>
                    <a:lnTo>
                      <a:pt x="31" y="44"/>
                    </a:lnTo>
                    <a:lnTo>
                      <a:pt x="0" y="3"/>
                    </a:lnTo>
                    <a:lnTo>
                      <a:pt x="4" y="0"/>
                    </a:lnTo>
                    <a:lnTo>
                      <a:pt x="35" y="40"/>
                    </a:lnTo>
                    <a:lnTo>
                      <a:pt x="67" y="79"/>
                    </a:lnTo>
                    <a:lnTo>
                      <a:pt x="101" y="117"/>
                    </a:lnTo>
                    <a:lnTo>
                      <a:pt x="136" y="153"/>
                    </a:lnTo>
                    <a:lnTo>
                      <a:pt x="172" y="187"/>
                    </a:lnTo>
                    <a:lnTo>
                      <a:pt x="208" y="219"/>
                    </a:lnTo>
                    <a:lnTo>
                      <a:pt x="246" y="250"/>
                    </a:lnTo>
                    <a:lnTo>
                      <a:pt x="283" y="278"/>
                    </a:lnTo>
                    <a:lnTo>
                      <a:pt x="323" y="305"/>
                    </a:lnTo>
                    <a:lnTo>
                      <a:pt x="362" y="330"/>
                    </a:lnTo>
                    <a:lnTo>
                      <a:pt x="403" y="353"/>
                    </a:lnTo>
                    <a:lnTo>
                      <a:pt x="443" y="374"/>
                    </a:lnTo>
                    <a:lnTo>
                      <a:pt x="483" y="393"/>
                    </a:lnTo>
                    <a:lnTo>
                      <a:pt x="524" y="409"/>
                    </a:lnTo>
                    <a:lnTo>
                      <a:pt x="566" y="425"/>
                    </a:lnTo>
                    <a:lnTo>
                      <a:pt x="607" y="437"/>
                    </a:lnTo>
                    <a:lnTo>
                      <a:pt x="649" y="448"/>
                    </a:lnTo>
                    <a:lnTo>
                      <a:pt x="690" y="458"/>
                    </a:lnTo>
                    <a:lnTo>
                      <a:pt x="732" y="464"/>
                    </a:lnTo>
                    <a:lnTo>
                      <a:pt x="773" y="469"/>
                    </a:lnTo>
                    <a:lnTo>
                      <a:pt x="814" y="471"/>
                    </a:lnTo>
                    <a:lnTo>
                      <a:pt x="855" y="472"/>
                    </a:lnTo>
                    <a:lnTo>
                      <a:pt x="896" y="470"/>
                    </a:lnTo>
                    <a:lnTo>
                      <a:pt x="935" y="466"/>
                    </a:lnTo>
                    <a:lnTo>
                      <a:pt x="974" y="459"/>
                    </a:lnTo>
                    <a:lnTo>
                      <a:pt x="1012" y="450"/>
                    </a:lnTo>
                    <a:lnTo>
                      <a:pt x="1050" y="440"/>
                    </a:lnTo>
                    <a:lnTo>
                      <a:pt x="1088" y="427"/>
                    </a:lnTo>
                    <a:lnTo>
                      <a:pt x="1123" y="411"/>
                    </a:lnTo>
                    <a:lnTo>
                      <a:pt x="1159" y="394"/>
                    </a:lnTo>
                    <a:lnTo>
                      <a:pt x="1193" y="373"/>
                    </a:lnTo>
                    <a:lnTo>
                      <a:pt x="1226" y="351"/>
                    </a:lnTo>
                    <a:lnTo>
                      <a:pt x="1230" y="355"/>
                    </a:lnTo>
                  </a:path>
                </a:pathLst>
              </a:custGeom>
              <a:solidFill>
                <a:srgbClr val="FF0000"/>
              </a:solidFill>
              <a:ln w="12700">
                <a:noFill/>
              </a:ln>
            </p:spPr>
            <p:txBody>
              <a:bodyPr/>
              <a:lstStyle/>
              <a:p>
                <a:endParaRPr lang="zh-CN" altLang="en-US"/>
              </a:p>
            </p:txBody>
          </p:sp>
          <p:sp>
            <p:nvSpPr>
              <p:cNvPr id="31750" name="Freeform 7"/>
              <p:cNvSpPr/>
              <p:nvPr/>
            </p:nvSpPr>
            <p:spPr>
              <a:xfrm>
                <a:off x="4594" y="1999"/>
                <a:ext cx="279" cy="1283"/>
              </a:xfrm>
              <a:custGeom>
                <a:avLst/>
                <a:gdLst/>
                <a:ahLst/>
                <a:cxnLst>
                  <a:cxn ang="0">
                    <a:pos x="72" y="42"/>
                  </a:cxn>
                  <a:cxn ang="0">
                    <a:pos x="125" y="129"/>
                  </a:cxn>
                  <a:cxn ang="0">
                    <a:pos x="171" y="218"/>
                  </a:cxn>
                  <a:cxn ang="0">
                    <a:pos x="208" y="308"/>
                  </a:cxn>
                  <a:cxn ang="0">
                    <a:pos x="237" y="399"/>
                  </a:cxn>
                  <a:cxn ang="0">
                    <a:pos x="259" y="490"/>
                  </a:cxn>
                  <a:cxn ang="0">
                    <a:pos x="272" y="580"/>
                  </a:cxn>
                  <a:cxn ang="0">
                    <a:pos x="278" y="670"/>
                  </a:cxn>
                  <a:cxn ang="0">
                    <a:pos x="274" y="756"/>
                  </a:cxn>
                  <a:cxn ang="0">
                    <a:pos x="264" y="841"/>
                  </a:cxn>
                  <a:cxn ang="0">
                    <a:pos x="246" y="922"/>
                  </a:cxn>
                  <a:cxn ang="0">
                    <a:pos x="219" y="1000"/>
                  </a:cxn>
                  <a:cxn ang="0">
                    <a:pos x="185" y="1072"/>
                  </a:cxn>
                  <a:cxn ang="0">
                    <a:pos x="142" y="1139"/>
                  </a:cxn>
                  <a:cxn ang="0">
                    <a:pos x="93" y="1201"/>
                  </a:cxn>
                  <a:cxn ang="0">
                    <a:pos x="35" y="1256"/>
                  </a:cxn>
                  <a:cxn ang="0">
                    <a:pos x="0" y="1276"/>
                  </a:cxn>
                  <a:cxn ang="0">
                    <a:pos x="60" y="1225"/>
                  </a:cxn>
                  <a:cxn ang="0">
                    <a:pos x="113" y="1167"/>
                  </a:cxn>
                  <a:cxn ang="0">
                    <a:pos x="159" y="1104"/>
                  </a:cxn>
                  <a:cxn ang="0">
                    <a:pos x="197" y="1033"/>
                  </a:cxn>
                  <a:cxn ang="0">
                    <a:pos x="228" y="959"/>
                  </a:cxn>
                  <a:cxn ang="0">
                    <a:pos x="250" y="881"/>
                  </a:cxn>
                  <a:cxn ang="0">
                    <a:pos x="264" y="798"/>
                  </a:cxn>
                  <a:cxn ang="0">
                    <a:pos x="271" y="713"/>
                  </a:cxn>
                  <a:cxn ang="0">
                    <a:pos x="270" y="625"/>
                  </a:cxn>
                  <a:cxn ang="0">
                    <a:pos x="260" y="536"/>
                  </a:cxn>
                  <a:cxn ang="0">
                    <a:pos x="244" y="446"/>
                  </a:cxn>
                  <a:cxn ang="0">
                    <a:pos x="218" y="355"/>
                  </a:cxn>
                  <a:cxn ang="0">
                    <a:pos x="185" y="265"/>
                  </a:cxn>
                  <a:cxn ang="0">
                    <a:pos x="144" y="175"/>
                  </a:cxn>
                  <a:cxn ang="0">
                    <a:pos x="95" y="88"/>
                  </a:cxn>
                  <a:cxn ang="0">
                    <a:pos x="37" y="3"/>
                  </a:cxn>
                </a:cxnLst>
                <a:rect l="0" t="0" r="0" b="0"/>
                <a:pathLst>
                  <a:path w="279" h="1283">
                    <a:moveTo>
                      <a:pt x="42" y="0"/>
                    </a:moveTo>
                    <a:lnTo>
                      <a:pt x="72" y="42"/>
                    </a:lnTo>
                    <a:lnTo>
                      <a:pt x="99" y="85"/>
                    </a:lnTo>
                    <a:lnTo>
                      <a:pt x="125" y="129"/>
                    </a:lnTo>
                    <a:lnTo>
                      <a:pt x="149" y="173"/>
                    </a:lnTo>
                    <a:lnTo>
                      <a:pt x="171" y="218"/>
                    </a:lnTo>
                    <a:lnTo>
                      <a:pt x="191" y="263"/>
                    </a:lnTo>
                    <a:lnTo>
                      <a:pt x="208" y="308"/>
                    </a:lnTo>
                    <a:lnTo>
                      <a:pt x="224" y="353"/>
                    </a:lnTo>
                    <a:lnTo>
                      <a:pt x="237" y="399"/>
                    </a:lnTo>
                    <a:lnTo>
                      <a:pt x="249" y="444"/>
                    </a:lnTo>
                    <a:lnTo>
                      <a:pt x="259" y="490"/>
                    </a:lnTo>
                    <a:lnTo>
                      <a:pt x="266" y="535"/>
                    </a:lnTo>
                    <a:lnTo>
                      <a:pt x="272" y="580"/>
                    </a:lnTo>
                    <a:lnTo>
                      <a:pt x="276" y="625"/>
                    </a:lnTo>
                    <a:lnTo>
                      <a:pt x="278" y="670"/>
                    </a:lnTo>
                    <a:lnTo>
                      <a:pt x="278" y="713"/>
                    </a:lnTo>
                    <a:lnTo>
                      <a:pt x="274" y="756"/>
                    </a:lnTo>
                    <a:lnTo>
                      <a:pt x="270" y="799"/>
                    </a:lnTo>
                    <a:lnTo>
                      <a:pt x="264" y="841"/>
                    </a:lnTo>
                    <a:lnTo>
                      <a:pt x="256" y="881"/>
                    </a:lnTo>
                    <a:lnTo>
                      <a:pt x="246" y="922"/>
                    </a:lnTo>
                    <a:lnTo>
                      <a:pt x="234" y="961"/>
                    </a:lnTo>
                    <a:lnTo>
                      <a:pt x="219" y="1000"/>
                    </a:lnTo>
                    <a:lnTo>
                      <a:pt x="203" y="1036"/>
                    </a:lnTo>
                    <a:lnTo>
                      <a:pt x="185" y="1072"/>
                    </a:lnTo>
                    <a:lnTo>
                      <a:pt x="164" y="1106"/>
                    </a:lnTo>
                    <a:lnTo>
                      <a:pt x="142" y="1139"/>
                    </a:lnTo>
                    <a:lnTo>
                      <a:pt x="119" y="1171"/>
                    </a:lnTo>
                    <a:lnTo>
                      <a:pt x="93" y="1201"/>
                    </a:lnTo>
                    <a:lnTo>
                      <a:pt x="64" y="1230"/>
                    </a:lnTo>
                    <a:lnTo>
                      <a:pt x="35" y="1256"/>
                    </a:lnTo>
                    <a:lnTo>
                      <a:pt x="2" y="1282"/>
                    </a:lnTo>
                    <a:lnTo>
                      <a:pt x="0" y="1276"/>
                    </a:lnTo>
                    <a:lnTo>
                      <a:pt x="30" y="1252"/>
                    </a:lnTo>
                    <a:lnTo>
                      <a:pt x="60" y="1225"/>
                    </a:lnTo>
                    <a:lnTo>
                      <a:pt x="88" y="1197"/>
                    </a:lnTo>
                    <a:lnTo>
                      <a:pt x="113" y="1167"/>
                    </a:lnTo>
                    <a:lnTo>
                      <a:pt x="137" y="1137"/>
                    </a:lnTo>
                    <a:lnTo>
                      <a:pt x="159" y="1104"/>
                    </a:lnTo>
                    <a:lnTo>
                      <a:pt x="179" y="1069"/>
                    </a:lnTo>
                    <a:lnTo>
                      <a:pt x="197" y="1033"/>
                    </a:lnTo>
                    <a:lnTo>
                      <a:pt x="214" y="996"/>
                    </a:lnTo>
                    <a:lnTo>
                      <a:pt x="228" y="959"/>
                    </a:lnTo>
                    <a:lnTo>
                      <a:pt x="240" y="920"/>
                    </a:lnTo>
                    <a:lnTo>
                      <a:pt x="250" y="881"/>
                    </a:lnTo>
                    <a:lnTo>
                      <a:pt x="258" y="840"/>
                    </a:lnTo>
                    <a:lnTo>
                      <a:pt x="264" y="798"/>
                    </a:lnTo>
                    <a:lnTo>
                      <a:pt x="269" y="756"/>
                    </a:lnTo>
                    <a:lnTo>
                      <a:pt x="271" y="713"/>
                    </a:lnTo>
                    <a:lnTo>
                      <a:pt x="272" y="670"/>
                    </a:lnTo>
                    <a:lnTo>
                      <a:pt x="270" y="625"/>
                    </a:lnTo>
                    <a:lnTo>
                      <a:pt x="266" y="580"/>
                    </a:lnTo>
                    <a:lnTo>
                      <a:pt x="260" y="536"/>
                    </a:lnTo>
                    <a:lnTo>
                      <a:pt x="252" y="491"/>
                    </a:lnTo>
                    <a:lnTo>
                      <a:pt x="244" y="446"/>
                    </a:lnTo>
                    <a:lnTo>
                      <a:pt x="232" y="401"/>
                    </a:lnTo>
                    <a:lnTo>
                      <a:pt x="218" y="355"/>
                    </a:lnTo>
                    <a:lnTo>
                      <a:pt x="203" y="310"/>
                    </a:lnTo>
                    <a:lnTo>
                      <a:pt x="185" y="265"/>
                    </a:lnTo>
                    <a:lnTo>
                      <a:pt x="165" y="220"/>
                    </a:lnTo>
                    <a:lnTo>
                      <a:pt x="144" y="175"/>
                    </a:lnTo>
                    <a:lnTo>
                      <a:pt x="120" y="132"/>
                    </a:lnTo>
                    <a:lnTo>
                      <a:pt x="95" y="88"/>
                    </a:lnTo>
                    <a:lnTo>
                      <a:pt x="67" y="45"/>
                    </a:lnTo>
                    <a:lnTo>
                      <a:pt x="37" y="3"/>
                    </a:lnTo>
                    <a:lnTo>
                      <a:pt x="42" y="0"/>
                    </a:lnTo>
                  </a:path>
                </a:pathLst>
              </a:custGeom>
              <a:solidFill>
                <a:srgbClr val="FF0000"/>
              </a:solidFill>
              <a:ln w="12700">
                <a:noFill/>
              </a:ln>
            </p:spPr>
            <p:txBody>
              <a:bodyPr/>
              <a:lstStyle/>
              <a:p>
                <a:endParaRPr lang="zh-CN" altLang="en-US"/>
              </a:p>
            </p:txBody>
          </p:sp>
          <p:sp>
            <p:nvSpPr>
              <p:cNvPr id="31751" name="Freeform 8"/>
              <p:cNvSpPr/>
              <p:nvPr/>
            </p:nvSpPr>
            <p:spPr>
              <a:xfrm>
                <a:off x="3407" y="1526"/>
                <a:ext cx="1232" cy="480"/>
              </a:xfrm>
              <a:custGeom>
                <a:avLst/>
                <a:gdLst/>
                <a:ahLst/>
                <a:cxnLst>
                  <a:cxn ang="0">
                    <a:pos x="33" y="98"/>
                  </a:cxn>
                  <a:cxn ang="0">
                    <a:pos x="102" y="60"/>
                  </a:cxn>
                  <a:cxn ang="0">
                    <a:pos x="176" y="31"/>
                  </a:cxn>
                  <a:cxn ang="0">
                    <a:pos x="254" y="11"/>
                  </a:cxn>
                  <a:cxn ang="0">
                    <a:pos x="333" y="1"/>
                  </a:cxn>
                  <a:cxn ang="0">
                    <a:pos x="415" y="0"/>
                  </a:cxn>
                  <a:cxn ang="0">
                    <a:pos x="498" y="6"/>
                  </a:cxn>
                  <a:cxn ang="0">
                    <a:pos x="582" y="23"/>
                  </a:cxn>
                  <a:cxn ang="0">
                    <a:pos x="665" y="46"/>
                  </a:cxn>
                  <a:cxn ang="0">
                    <a:pos x="748" y="78"/>
                  </a:cxn>
                  <a:cxn ang="0">
                    <a:pos x="830" y="119"/>
                  </a:cxn>
                  <a:cxn ang="0">
                    <a:pos x="910" y="167"/>
                  </a:cxn>
                  <a:cxn ang="0">
                    <a:pos x="988" y="222"/>
                  </a:cxn>
                  <a:cxn ang="0">
                    <a:pos x="1062" y="286"/>
                  </a:cxn>
                  <a:cxn ang="0">
                    <a:pos x="1132" y="356"/>
                  </a:cxn>
                  <a:cxn ang="0">
                    <a:pos x="1198" y="434"/>
                  </a:cxn>
                  <a:cxn ang="0">
                    <a:pos x="1225" y="479"/>
                  </a:cxn>
                  <a:cxn ang="0">
                    <a:pos x="1161" y="398"/>
                  </a:cxn>
                  <a:cxn ang="0">
                    <a:pos x="1093" y="324"/>
                  </a:cxn>
                  <a:cxn ang="0">
                    <a:pos x="1021" y="258"/>
                  </a:cxn>
                  <a:cxn ang="0">
                    <a:pos x="945" y="199"/>
                  </a:cxn>
                  <a:cxn ang="0">
                    <a:pos x="867" y="147"/>
                  </a:cxn>
                  <a:cxn ang="0">
                    <a:pos x="786" y="103"/>
                  </a:cxn>
                  <a:cxn ang="0">
                    <a:pos x="704" y="67"/>
                  </a:cxn>
                  <a:cxn ang="0">
                    <a:pos x="622" y="39"/>
                  </a:cxn>
                  <a:cxn ang="0">
                    <a:pos x="539" y="19"/>
                  </a:cxn>
                  <a:cxn ang="0">
                    <a:pos x="456" y="7"/>
                  </a:cxn>
                  <a:cxn ang="0">
                    <a:pos x="374" y="5"/>
                  </a:cxn>
                  <a:cxn ang="0">
                    <a:pos x="295" y="11"/>
                  </a:cxn>
                  <a:cxn ang="0">
                    <a:pos x="217" y="26"/>
                  </a:cxn>
                  <a:cxn ang="0">
                    <a:pos x="141" y="50"/>
                  </a:cxn>
                  <a:cxn ang="0">
                    <a:pos x="70" y="84"/>
                  </a:cxn>
                  <a:cxn ang="0">
                    <a:pos x="3" y="125"/>
                  </a:cxn>
                </a:cxnLst>
                <a:rect l="0" t="0" r="0" b="0"/>
                <a:pathLst>
                  <a:path w="1232" h="480">
                    <a:moveTo>
                      <a:pt x="0" y="121"/>
                    </a:moveTo>
                    <a:lnTo>
                      <a:pt x="33" y="98"/>
                    </a:lnTo>
                    <a:lnTo>
                      <a:pt x="67" y="78"/>
                    </a:lnTo>
                    <a:lnTo>
                      <a:pt x="102" y="60"/>
                    </a:lnTo>
                    <a:lnTo>
                      <a:pt x="139" y="44"/>
                    </a:lnTo>
                    <a:lnTo>
                      <a:pt x="176" y="31"/>
                    </a:lnTo>
                    <a:lnTo>
                      <a:pt x="215" y="20"/>
                    </a:lnTo>
                    <a:lnTo>
                      <a:pt x="254" y="11"/>
                    </a:lnTo>
                    <a:lnTo>
                      <a:pt x="293" y="5"/>
                    </a:lnTo>
                    <a:lnTo>
                      <a:pt x="333" y="1"/>
                    </a:lnTo>
                    <a:lnTo>
                      <a:pt x="374" y="0"/>
                    </a:lnTo>
                    <a:lnTo>
                      <a:pt x="415" y="0"/>
                    </a:lnTo>
                    <a:lnTo>
                      <a:pt x="456" y="2"/>
                    </a:lnTo>
                    <a:lnTo>
                      <a:pt x="498" y="6"/>
                    </a:lnTo>
                    <a:lnTo>
                      <a:pt x="539" y="13"/>
                    </a:lnTo>
                    <a:lnTo>
                      <a:pt x="582" y="23"/>
                    </a:lnTo>
                    <a:lnTo>
                      <a:pt x="623" y="33"/>
                    </a:lnTo>
                    <a:lnTo>
                      <a:pt x="665" y="46"/>
                    </a:lnTo>
                    <a:lnTo>
                      <a:pt x="707" y="62"/>
                    </a:lnTo>
                    <a:lnTo>
                      <a:pt x="748" y="78"/>
                    </a:lnTo>
                    <a:lnTo>
                      <a:pt x="789" y="98"/>
                    </a:lnTo>
                    <a:lnTo>
                      <a:pt x="830" y="119"/>
                    </a:lnTo>
                    <a:lnTo>
                      <a:pt x="869" y="142"/>
                    </a:lnTo>
                    <a:lnTo>
                      <a:pt x="910" y="167"/>
                    </a:lnTo>
                    <a:lnTo>
                      <a:pt x="949" y="194"/>
                    </a:lnTo>
                    <a:lnTo>
                      <a:pt x="988" y="222"/>
                    </a:lnTo>
                    <a:lnTo>
                      <a:pt x="1025" y="253"/>
                    </a:lnTo>
                    <a:lnTo>
                      <a:pt x="1062" y="286"/>
                    </a:lnTo>
                    <a:lnTo>
                      <a:pt x="1097" y="320"/>
                    </a:lnTo>
                    <a:lnTo>
                      <a:pt x="1132" y="356"/>
                    </a:lnTo>
                    <a:lnTo>
                      <a:pt x="1166" y="394"/>
                    </a:lnTo>
                    <a:lnTo>
                      <a:pt x="1198" y="434"/>
                    </a:lnTo>
                    <a:lnTo>
                      <a:pt x="1231" y="475"/>
                    </a:lnTo>
                    <a:lnTo>
                      <a:pt x="1225" y="479"/>
                    </a:lnTo>
                    <a:lnTo>
                      <a:pt x="1194" y="437"/>
                    </a:lnTo>
                    <a:lnTo>
                      <a:pt x="1161" y="398"/>
                    </a:lnTo>
                    <a:lnTo>
                      <a:pt x="1128" y="360"/>
                    </a:lnTo>
                    <a:lnTo>
                      <a:pt x="1093" y="324"/>
                    </a:lnTo>
                    <a:lnTo>
                      <a:pt x="1058" y="290"/>
                    </a:lnTo>
                    <a:lnTo>
                      <a:pt x="1021" y="258"/>
                    </a:lnTo>
                    <a:lnTo>
                      <a:pt x="984" y="227"/>
                    </a:lnTo>
                    <a:lnTo>
                      <a:pt x="945" y="199"/>
                    </a:lnTo>
                    <a:lnTo>
                      <a:pt x="906" y="172"/>
                    </a:lnTo>
                    <a:lnTo>
                      <a:pt x="867" y="147"/>
                    </a:lnTo>
                    <a:lnTo>
                      <a:pt x="827" y="124"/>
                    </a:lnTo>
                    <a:lnTo>
                      <a:pt x="786" y="103"/>
                    </a:lnTo>
                    <a:lnTo>
                      <a:pt x="745" y="84"/>
                    </a:lnTo>
                    <a:lnTo>
                      <a:pt x="704" y="67"/>
                    </a:lnTo>
                    <a:lnTo>
                      <a:pt x="664" y="52"/>
                    </a:lnTo>
                    <a:lnTo>
                      <a:pt x="622" y="39"/>
                    </a:lnTo>
                    <a:lnTo>
                      <a:pt x="580" y="28"/>
                    </a:lnTo>
                    <a:lnTo>
                      <a:pt x="539" y="19"/>
                    </a:lnTo>
                    <a:lnTo>
                      <a:pt x="497" y="13"/>
                    </a:lnTo>
                    <a:lnTo>
                      <a:pt x="456" y="7"/>
                    </a:lnTo>
                    <a:lnTo>
                      <a:pt x="415" y="5"/>
                    </a:lnTo>
                    <a:lnTo>
                      <a:pt x="374" y="5"/>
                    </a:lnTo>
                    <a:lnTo>
                      <a:pt x="333" y="7"/>
                    </a:lnTo>
                    <a:lnTo>
                      <a:pt x="295" y="11"/>
                    </a:lnTo>
                    <a:lnTo>
                      <a:pt x="255" y="17"/>
                    </a:lnTo>
                    <a:lnTo>
                      <a:pt x="217" y="26"/>
                    </a:lnTo>
                    <a:lnTo>
                      <a:pt x="178" y="37"/>
                    </a:lnTo>
                    <a:lnTo>
                      <a:pt x="141" y="50"/>
                    </a:lnTo>
                    <a:lnTo>
                      <a:pt x="105" y="66"/>
                    </a:lnTo>
                    <a:lnTo>
                      <a:pt x="70" y="84"/>
                    </a:lnTo>
                    <a:lnTo>
                      <a:pt x="36" y="103"/>
                    </a:lnTo>
                    <a:lnTo>
                      <a:pt x="3" y="125"/>
                    </a:lnTo>
                    <a:lnTo>
                      <a:pt x="0" y="121"/>
                    </a:lnTo>
                  </a:path>
                </a:pathLst>
              </a:custGeom>
              <a:solidFill>
                <a:srgbClr val="FF0000"/>
              </a:solidFill>
              <a:ln w="12700">
                <a:noFill/>
              </a:ln>
            </p:spPr>
            <p:txBody>
              <a:bodyPr/>
              <a:lstStyle/>
              <a:p>
                <a:endParaRPr lang="zh-CN" altLang="en-US"/>
              </a:p>
            </p:txBody>
          </p:sp>
          <p:sp>
            <p:nvSpPr>
              <p:cNvPr id="31752" name="Freeform 9"/>
              <p:cNvSpPr/>
              <p:nvPr/>
            </p:nvSpPr>
            <p:spPr>
              <a:xfrm>
                <a:off x="3134" y="1647"/>
                <a:ext cx="279" cy="1283"/>
              </a:xfrm>
              <a:custGeom>
                <a:avLst/>
                <a:gdLst/>
                <a:ahLst/>
                <a:cxnLst>
                  <a:cxn ang="0">
                    <a:pos x="205" y="1238"/>
                  </a:cxn>
                  <a:cxn ang="0">
                    <a:pos x="151" y="1151"/>
                  </a:cxn>
                  <a:cxn ang="0">
                    <a:pos x="106" y="1063"/>
                  </a:cxn>
                  <a:cxn ang="0">
                    <a:pos x="68" y="972"/>
                  </a:cxn>
                  <a:cxn ang="0">
                    <a:pos x="39" y="881"/>
                  </a:cxn>
                  <a:cxn ang="0">
                    <a:pos x="17" y="790"/>
                  </a:cxn>
                  <a:cxn ang="0">
                    <a:pos x="4" y="700"/>
                  </a:cxn>
                  <a:cxn ang="0">
                    <a:pos x="0" y="611"/>
                  </a:cxn>
                  <a:cxn ang="0">
                    <a:pos x="2" y="524"/>
                  </a:cxn>
                  <a:cxn ang="0">
                    <a:pos x="13" y="439"/>
                  </a:cxn>
                  <a:cxn ang="0">
                    <a:pos x="31" y="359"/>
                  </a:cxn>
                  <a:cxn ang="0">
                    <a:pos x="57" y="281"/>
                  </a:cxn>
                  <a:cxn ang="0">
                    <a:pos x="91" y="208"/>
                  </a:cxn>
                  <a:cxn ang="0">
                    <a:pos x="134" y="140"/>
                  </a:cxn>
                  <a:cxn ang="0">
                    <a:pos x="184" y="79"/>
                  </a:cxn>
                  <a:cxn ang="0">
                    <a:pos x="242" y="24"/>
                  </a:cxn>
                  <a:cxn ang="0">
                    <a:pos x="278" y="3"/>
                  </a:cxn>
                  <a:cxn ang="0">
                    <a:pos x="217" y="55"/>
                  </a:cxn>
                  <a:cxn ang="0">
                    <a:pos x="163" y="113"/>
                  </a:cxn>
                  <a:cxn ang="0">
                    <a:pos x="117" y="177"/>
                  </a:cxn>
                  <a:cxn ang="0">
                    <a:pos x="79" y="246"/>
                  </a:cxn>
                  <a:cxn ang="0">
                    <a:pos x="49" y="321"/>
                  </a:cxn>
                  <a:cxn ang="0">
                    <a:pos x="27" y="400"/>
                  </a:cxn>
                  <a:cxn ang="0">
                    <a:pos x="12" y="482"/>
                  </a:cxn>
                  <a:cxn ang="0">
                    <a:pos x="5" y="567"/>
                  </a:cxn>
                  <a:cxn ang="0">
                    <a:pos x="7" y="654"/>
                  </a:cxn>
                  <a:cxn ang="0">
                    <a:pos x="16" y="744"/>
                  </a:cxn>
                  <a:cxn ang="0">
                    <a:pos x="33" y="835"/>
                  </a:cxn>
                  <a:cxn ang="0">
                    <a:pos x="59" y="925"/>
                  </a:cxn>
                  <a:cxn ang="0">
                    <a:pos x="91" y="1016"/>
                  </a:cxn>
                  <a:cxn ang="0">
                    <a:pos x="132" y="1104"/>
                  </a:cxn>
                  <a:cxn ang="0">
                    <a:pos x="182" y="1192"/>
                  </a:cxn>
                  <a:cxn ang="0">
                    <a:pos x="239" y="1278"/>
                  </a:cxn>
                </a:cxnLst>
                <a:rect l="0" t="0" r="0" b="0"/>
                <a:pathLst>
                  <a:path w="279" h="1283">
                    <a:moveTo>
                      <a:pt x="234" y="1282"/>
                    </a:moveTo>
                    <a:lnTo>
                      <a:pt x="205" y="1238"/>
                    </a:lnTo>
                    <a:lnTo>
                      <a:pt x="177" y="1195"/>
                    </a:lnTo>
                    <a:lnTo>
                      <a:pt x="151" y="1151"/>
                    </a:lnTo>
                    <a:lnTo>
                      <a:pt x="128" y="1107"/>
                    </a:lnTo>
                    <a:lnTo>
                      <a:pt x="106" y="1063"/>
                    </a:lnTo>
                    <a:lnTo>
                      <a:pt x="86" y="1018"/>
                    </a:lnTo>
                    <a:lnTo>
                      <a:pt x="68" y="972"/>
                    </a:lnTo>
                    <a:lnTo>
                      <a:pt x="53" y="926"/>
                    </a:lnTo>
                    <a:lnTo>
                      <a:pt x="39" y="881"/>
                    </a:lnTo>
                    <a:lnTo>
                      <a:pt x="27" y="835"/>
                    </a:lnTo>
                    <a:lnTo>
                      <a:pt x="17" y="790"/>
                    </a:lnTo>
                    <a:lnTo>
                      <a:pt x="10" y="745"/>
                    </a:lnTo>
                    <a:lnTo>
                      <a:pt x="4" y="700"/>
                    </a:lnTo>
                    <a:lnTo>
                      <a:pt x="1" y="655"/>
                    </a:lnTo>
                    <a:lnTo>
                      <a:pt x="0" y="611"/>
                    </a:lnTo>
                    <a:lnTo>
                      <a:pt x="0" y="567"/>
                    </a:lnTo>
                    <a:lnTo>
                      <a:pt x="2" y="524"/>
                    </a:lnTo>
                    <a:lnTo>
                      <a:pt x="6" y="481"/>
                    </a:lnTo>
                    <a:lnTo>
                      <a:pt x="13" y="439"/>
                    </a:lnTo>
                    <a:lnTo>
                      <a:pt x="21" y="398"/>
                    </a:lnTo>
                    <a:lnTo>
                      <a:pt x="31" y="359"/>
                    </a:lnTo>
                    <a:lnTo>
                      <a:pt x="43" y="319"/>
                    </a:lnTo>
                    <a:lnTo>
                      <a:pt x="57" y="281"/>
                    </a:lnTo>
                    <a:lnTo>
                      <a:pt x="73" y="244"/>
                    </a:lnTo>
                    <a:lnTo>
                      <a:pt x="91" y="208"/>
                    </a:lnTo>
                    <a:lnTo>
                      <a:pt x="112" y="173"/>
                    </a:lnTo>
                    <a:lnTo>
                      <a:pt x="134" y="140"/>
                    </a:lnTo>
                    <a:lnTo>
                      <a:pt x="158" y="109"/>
                    </a:lnTo>
                    <a:lnTo>
                      <a:pt x="184" y="79"/>
                    </a:lnTo>
                    <a:lnTo>
                      <a:pt x="212" y="50"/>
                    </a:lnTo>
                    <a:lnTo>
                      <a:pt x="242" y="24"/>
                    </a:lnTo>
                    <a:lnTo>
                      <a:pt x="274" y="0"/>
                    </a:lnTo>
                    <a:lnTo>
                      <a:pt x="278" y="3"/>
                    </a:lnTo>
                    <a:lnTo>
                      <a:pt x="246" y="28"/>
                    </a:lnTo>
                    <a:lnTo>
                      <a:pt x="217" y="55"/>
                    </a:lnTo>
                    <a:lnTo>
                      <a:pt x="188" y="83"/>
                    </a:lnTo>
                    <a:lnTo>
                      <a:pt x="163" y="113"/>
                    </a:lnTo>
                    <a:lnTo>
                      <a:pt x="139" y="144"/>
                    </a:lnTo>
                    <a:lnTo>
                      <a:pt x="117" y="177"/>
                    </a:lnTo>
                    <a:lnTo>
                      <a:pt x="97" y="211"/>
                    </a:lnTo>
                    <a:lnTo>
                      <a:pt x="79" y="246"/>
                    </a:lnTo>
                    <a:lnTo>
                      <a:pt x="63" y="283"/>
                    </a:lnTo>
                    <a:lnTo>
                      <a:pt x="49" y="321"/>
                    </a:lnTo>
                    <a:lnTo>
                      <a:pt x="36" y="359"/>
                    </a:lnTo>
                    <a:lnTo>
                      <a:pt x="27" y="400"/>
                    </a:lnTo>
                    <a:lnTo>
                      <a:pt x="18" y="440"/>
                    </a:lnTo>
                    <a:lnTo>
                      <a:pt x="12" y="482"/>
                    </a:lnTo>
                    <a:lnTo>
                      <a:pt x="8" y="524"/>
                    </a:lnTo>
                    <a:lnTo>
                      <a:pt x="5" y="567"/>
                    </a:lnTo>
                    <a:lnTo>
                      <a:pt x="5" y="611"/>
                    </a:lnTo>
                    <a:lnTo>
                      <a:pt x="7" y="654"/>
                    </a:lnTo>
                    <a:lnTo>
                      <a:pt x="11" y="699"/>
                    </a:lnTo>
                    <a:lnTo>
                      <a:pt x="16" y="744"/>
                    </a:lnTo>
                    <a:lnTo>
                      <a:pt x="24" y="789"/>
                    </a:lnTo>
                    <a:lnTo>
                      <a:pt x="33" y="835"/>
                    </a:lnTo>
                    <a:lnTo>
                      <a:pt x="45" y="879"/>
                    </a:lnTo>
                    <a:lnTo>
                      <a:pt x="59" y="925"/>
                    </a:lnTo>
                    <a:lnTo>
                      <a:pt x="74" y="970"/>
                    </a:lnTo>
                    <a:lnTo>
                      <a:pt x="91" y="1016"/>
                    </a:lnTo>
                    <a:lnTo>
                      <a:pt x="111" y="1060"/>
                    </a:lnTo>
                    <a:lnTo>
                      <a:pt x="132" y="1104"/>
                    </a:lnTo>
                    <a:lnTo>
                      <a:pt x="157" y="1149"/>
                    </a:lnTo>
                    <a:lnTo>
                      <a:pt x="182" y="1192"/>
                    </a:lnTo>
                    <a:lnTo>
                      <a:pt x="209" y="1235"/>
                    </a:lnTo>
                    <a:lnTo>
                      <a:pt x="239" y="1278"/>
                    </a:lnTo>
                    <a:lnTo>
                      <a:pt x="234" y="1282"/>
                    </a:lnTo>
                  </a:path>
                </a:pathLst>
              </a:custGeom>
              <a:solidFill>
                <a:srgbClr val="FF0000"/>
              </a:solidFill>
              <a:ln w="12700">
                <a:noFill/>
              </a:ln>
            </p:spPr>
            <p:txBody>
              <a:bodyPr/>
              <a:lstStyle/>
              <a:p>
                <a:endParaRPr lang="zh-CN" altLang="en-US"/>
              </a:p>
            </p:txBody>
          </p:sp>
          <p:sp>
            <p:nvSpPr>
              <p:cNvPr id="31753" name="Freeform 10"/>
              <p:cNvSpPr/>
              <p:nvPr/>
            </p:nvSpPr>
            <p:spPr>
              <a:xfrm>
                <a:off x="3407" y="2926"/>
                <a:ext cx="1232" cy="479"/>
              </a:xfrm>
              <a:custGeom>
                <a:avLst/>
                <a:gdLst/>
                <a:ahLst/>
                <a:cxnLst>
                  <a:cxn ang="0">
                    <a:pos x="36" y="373"/>
                  </a:cxn>
                  <a:cxn ang="0">
                    <a:pos x="105" y="411"/>
                  </a:cxn>
                  <a:cxn ang="0">
                    <a:pos x="178" y="440"/>
                  </a:cxn>
                  <a:cxn ang="0">
                    <a:pos x="255" y="459"/>
                  </a:cxn>
                  <a:cxn ang="0">
                    <a:pos x="333" y="470"/>
                  </a:cxn>
                  <a:cxn ang="0">
                    <a:pos x="415" y="471"/>
                  </a:cxn>
                  <a:cxn ang="0">
                    <a:pos x="497" y="464"/>
                  </a:cxn>
                  <a:cxn ang="0">
                    <a:pos x="580" y="448"/>
                  </a:cxn>
                  <a:cxn ang="0">
                    <a:pos x="664" y="425"/>
                  </a:cxn>
                  <a:cxn ang="0">
                    <a:pos x="745" y="393"/>
                  </a:cxn>
                  <a:cxn ang="0">
                    <a:pos x="827" y="353"/>
                  </a:cxn>
                  <a:cxn ang="0">
                    <a:pos x="906" y="305"/>
                  </a:cxn>
                  <a:cxn ang="0">
                    <a:pos x="984" y="250"/>
                  </a:cxn>
                  <a:cxn ang="0">
                    <a:pos x="1058" y="187"/>
                  </a:cxn>
                  <a:cxn ang="0">
                    <a:pos x="1128" y="117"/>
                  </a:cxn>
                  <a:cxn ang="0">
                    <a:pos x="1194" y="40"/>
                  </a:cxn>
                  <a:cxn ang="0">
                    <a:pos x="1231" y="3"/>
                  </a:cxn>
                  <a:cxn ang="0">
                    <a:pos x="1166" y="83"/>
                  </a:cxn>
                  <a:cxn ang="0">
                    <a:pos x="1097" y="157"/>
                  </a:cxn>
                  <a:cxn ang="0">
                    <a:pos x="1025" y="224"/>
                  </a:cxn>
                  <a:cxn ang="0">
                    <a:pos x="949" y="283"/>
                  </a:cxn>
                  <a:cxn ang="0">
                    <a:pos x="869" y="335"/>
                  </a:cxn>
                  <a:cxn ang="0">
                    <a:pos x="789" y="378"/>
                  </a:cxn>
                  <a:cxn ang="0">
                    <a:pos x="707" y="415"/>
                  </a:cxn>
                  <a:cxn ang="0">
                    <a:pos x="623" y="444"/>
                  </a:cxn>
                  <a:cxn ang="0">
                    <a:pos x="539" y="464"/>
                  </a:cxn>
                  <a:cxn ang="0">
                    <a:pos x="456" y="474"/>
                  </a:cxn>
                  <a:cxn ang="0">
                    <a:pos x="374" y="478"/>
                  </a:cxn>
                  <a:cxn ang="0">
                    <a:pos x="293" y="472"/>
                  </a:cxn>
                  <a:cxn ang="0">
                    <a:pos x="215" y="456"/>
                  </a:cxn>
                  <a:cxn ang="0">
                    <a:pos x="139" y="432"/>
                  </a:cxn>
                  <a:cxn ang="0">
                    <a:pos x="67" y="398"/>
                  </a:cxn>
                  <a:cxn ang="0">
                    <a:pos x="0" y="355"/>
                  </a:cxn>
                </a:cxnLst>
                <a:rect l="0" t="0" r="0" b="0"/>
                <a:pathLst>
                  <a:path w="1232" h="479">
                    <a:moveTo>
                      <a:pt x="3" y="351"/>
                    </a:moveTo>
                    <a:lnTo>
                      <a:pt x="36" y="373"/>
                    </a:lnTo>
                    <a:lnTo>
                      <a:pt x="70" y="394"/>
                    </a:lnTo>
                    <a:lnTo>
                      <a:pt x="105" y="411"/>
                    </a:lnTo>
                    <a:lnTo>
                      <a:pt x="141" y="427"/>
                    </a:lnTo>
                    <a:lnTo>
                      <a:pt x="178" y="440"/>
                    </a:lnTo>
                    <a:lnTo>
                      <a:pt x="217" y="450"/>
                    </a:lnTo>
                    <a:lnTo>
                      <a:pt x="255" y="459"/>
                    </a:lnTo>
                    <a:lnTo>
                      <a:pt x="295" y="466"/>
                    </a:lnTo>
                    <a:lnTo>
                      <a:pt x="333" y="470"/>
                    </a:lnTo>
                    <a:lnTo>
                      <a:pt x="374" y="472"/>
                    </a:lnTo>
                    <a:lnTo>
                      <a:pt x="415" y="471"/>
                    </a:lnTo>
                    <a:lnTo>
                      <a:pt x="456" y="469"/>
                    </a:lnTo>
                    <a:lnTo>
                      <a:pt x="497" y="464"/>
                    </a:lnTo>
                    <a:lnTo>
                      <a:pt x="539" y="458"/>
                    </a:lnTo>
                    <a:lnTo>
                      <a:pt x="580" y="448"/>
                    </a:lnTo>
                    <a:lnTo>
                      <a:pt x="622" y="437"/>
                    </a:lnTo>
                    <a:lnTo>
                      <a:pt x="664" y="425"/>
                    </a:lnTo>
                    <a:lnTo>
                      <a:pt x="705" y="409"/>
                    </a:lnTo>
                    <a:lnTo>
                      <a:pt x="745" y="393"/>
                    </a:lnTo>
                    <a:lnTo>
                      <a:pt x="786" y="374"/>
                    </a:lnTo>
                    <a:lnTo>
                      <a:pt x="827" y="353"/>
                    </a:lnTo>
                    <a:lnTo>
                      <a:pt x="867" y="330"/>
                    </a:lnTo>
                    <a:lnTo>
                      <a:pt x="906" y="305"/>
                    </a:lnTo>
                    <a:lnTo>
                      <a:pt x="945" y="278"/>
                    </a:lnTo>
                    <a:lnTo>
                      <a:pt x="984" y="250"/>
                    </a:lnTo>
                    <a:lnTo>
                      <a:pt x="1021" y="219"/>
                    </a:lnTo>
                    <a:lnTo>
                      <a:pt x="1058" y="187"/>
                    </a:lnTo>
                    <a:lnTo>
                      <a:pt x="1093" y="153"/>
                    </a:lnTo>
                    <a:lnTo>
                      <a:pt x="1128" y="117"/>
                    </a:lnTo>
                    <a:lnTo>
                      <a:pt x="1162" y="79"/>
                    </a:lnTo>
                    <a:lnTo>
                      <a:pt x="1194" y="40"/>
                    </a:lnTo>
                    <a:lnTo>
                      <a:pt x="1225" y="0"/>
                    </a:lnTo>
                    <a:lnTo>
                      <a:pt x="1231" y="3"/>
                    </a:lnTo>
                    <a:lnTo>
                      <a:pt x="1198" y="44"/>
                    </a:lnTo>
                    <a:lnTo>
                      <a:pt x="1166" y="83"/>
                    </a:lnTo>
                    <a:lnTo>
                      <a:pt x="1132" y="121"/>
                    </a:lnTo>
                    <a:lnTo>
                      <a:pt x="1097" y="157"/>
                    </a:lnTo>
                    <a:lnTo>
                      <a:pt x="1062" y="191"/>
                    </a:lnTo>
                    <a:lnTo>
                      <a:pt x="1025" y="224"/>
                    </a:lnTo>
                    <a:lnTo>
                      <a:pt x="988" y="254"/>
                    </a:lnTo>
                    <a:lnTo>
                      <a:pt x="949" y="283"/>
                    </a:lnTo>
                    <a:lnTo>
                      <a:pt x="910" y="310"/>
                    </a:lnTo>
                    <a:lnTo>
                      <a:pt x="869" y="335"/>
                    </a:lnTo>
                    <a:lnTo>
                      <a:pt x="830" y="357"/>
                    </a:lnTo>
                    <a:lnTo>
                      <a:pt x="789" y="378"/>
                    </a:lnTo>
                    <a:lnTo>
                      <a:pt x="748" y="398"/>
                    </a:lnTo>
                    <a:lnTo>
                      <a:pt x="707" y="415"/>
                    </a:lnTo>
                    <a:lnTo>
                      <a:pt x="665" y="430"/>
                    </a:lnTo>
                    <a:lnTo>
                      <a:pt x="623" y="444"/>
                    </a:lnTo>
                    <a:lnTo>
                      <a:pt x="582" y="454"/>
                    </a:lnTo>
                    <a:lnTo>
                      <a:pt x="539" y="464"/>
                    </a:lnTo>
                    <a:lnTo>
                      <a:pt x="498" y="470"/>
                    </a:lnTo>
                    <a:lnTo>
                      <a:pt x="456" y="474"/>
                    </a:lnTo>
                    <a:lnTo>
                      <a:pt x="415" y="478"/>
                    </a:lnTo>
                    <a:lnTo>
                      <a:pt x="374" y="478"/>
                    </a:lnTo>
                    <a:lnTo>
                      <a:pt x="333" y="476"/>
                    </a:lnTo>
                    <a:lnTo>
                      <a:pt x="293" y="472"/>
                    </a:lnTo>
                    <a:lnTo>
                      <a:pt x="254" y="466"/>
                    </a:lnTo>
                    <a:lnTo>
                      <a:pt x="215" y="456"/>
                    </a:lnTo>
                    <a:lnTo>
                      <a:pt x="176" y="446"/>
                    </a:lnTo>
                    <a:lnTo>
                      <a:pt x="139" y="432"/>
                    </a:lnTo>
                    <a:lnTo>
                      <a:pt x="102" y="417"/>
                    </a:lnTo>
                    <a:lnTo>
                      <a:pt x="67" y="398"/>
                    </a:lnTo>
                    <a:lnTo>
                      <a:pt x="33" y="378"/>
                    </a:lnTo>
                    <a:lnTo>
                      <a:pt x="0" y="355"/>
                    </a:lnTo>
                    <a:lnTo>
                      <a:pt x="3" y="351"/>
                    </a:lnTo>
                  </a:path>
                </a:pathLst>
              </a:custGeom>
              <a:solidFill>
                <a:srgbClr val="FF0000"/>
              </a:solidFill>
              <a:ln w="12700">
                <a:noFill/>
              </a:ln>
            </p:spPr>
            <p:txBody>
              <a:bodyPr/>
              <a:lstStyle/>
              <a:p>
                <a:endParaRPr lang="zh-CN" altLang="en-US"/>
              </a:p>
            </p:txBody>
          </p:sp>
          <p:sp>
            <p:nvSpPr>
              <p:cNvPr id="31754" name="Freeform 11"/>
              <p:cNvSpPr/>
              <p:nvPr/>
            </p:nvSpPr>
            <p:spPr>
              <a:xfrm>
                <a:off x="3134" y="1999"/>
                <a:ext cx="279" cy="1283"/>
              </a:xfrm>
              <a:custGeom>
                <a:avLst/>
                <a:gdLst/>
                <a:ahLst/>
                <a:cxnLst>
                  <a:cxn ang="0">
                    <a:pos x="209" y="45"/>
                  </a:cxn>
                  <a:cxn ang="0">
                    <a:pos x="157" y="132"/>
                  </a:cxn>
                  <a:cxn ang="0">
                    <a:pos x="111" y="220"/>
                  </a:cxn>
                  <a:cxn ang="0">
                    <a:pos x="74" y="310"/>
                  </a:cxn>
                  <a:cxn ang="0">
                    <a:pos x="45" y="401"/>
                  </a:cxn>
                  <a:cxn ang="0">
                    <a:pos x="24" y="491"/>
                  </a:cxn>
                  <a:cxn ang="0">
                    <a:pos x="11" y="580"/>
                  </a:cxn>
                  <a:cxn ang="0">
                    <a:pos x="5" y="670"/>
                  </a:cxn>
                  <a:cxn ang="0">
                    <a:pos x="8" y="756"/>
                  </a:cxn>
                  <a:cxn ang="0">
                    <a:pos x="18" y="840"/>
                  </a:cxn>
                  <a:cxn ang="0">
                    <a:pos x="36" y="920"/>
                  </a:cxn>
                  <a:cxn ang="0">
                    <a:pos x="63" y="996"/>
                  </a:cxn>
                  <a:cxn ang="0">
                    <a:pos x="97" y="1069"/>
                  </a:cxn>
                  <a:cxn ang="0">
                    <a:pos x="139" y="1137"/>
                  </a:cxn>
                  <a:cxn ang="0">
                    <a:pos x="188" y="1197"/>
                  </a:cxn>
                  <a:cxn ang="0">
                    <a:pos x="246" y="1252"/>
                  </a:cxn>
                  <a:cxn ang="0">
                    <a:pos x="274" y="1282"/>
                  </a:cxn>
                  <a:cxn ang="0">
                    <a:pos x="212" y="1230"/>
                  </a:cxn>
                  <a:cxn ang="0">
                    <a:pos x="158" y="1171"/>
                  </a:cxn>
                  <a:cxn ang="0">
                    <a:pos x="112" y="1106"/>
                  </a:cxn>
                  <a:cxn ang="0">
                    <a:pos x="73" y="1036"/>
                  </a:cxn>
                  <a:cxn ang="0">
                    <a:pos x="43" y="961"/>
                  </a:cxn>
                  <a:cxn ang="0">
                    <a:pos x="21" y="881"/>
                  </a:cxn>
                  <a:cxn ang="0">
                    <a:pos x="6" y="799"/>
                  </a:cxn>
                  <a:cxn ang="0">
                    <a:pos x="0" y="713"/>
                  </a:cxn>
                  <a:cxn ang="0">
                    <a:pos x="1" y="625"/>
                  </a:cxn>
                  <a:cxn ang="0">
                    <a:pos x="10" y="535"/>
                  </a:cxn>
                  <a:cxn ang="0">
                    <a:pos x="27" y="444"/>
                  </a:cxn>
                  <a:cxn ang="0">
                    <a:pos x="53" y="353"/>
                  </a:cxn>
                  <a:cxn ang="0">
                    <a:pos x="86" y="263"/>
                  </a:cxn>
                  <a:cxn ang="0">
                    <a:pos x="128" y="173"/>
                  </a:cxn>
                  <a:cxn ang="0">
                    <a:pos x="177" y="85"/>
                  </a:cxn>
                  <a:cxn ang="0">
                    <a:pos x="234" y="0"/>
                  </a:cxn>
                </a:cxnLst>
                <a:rect l="0" t="0" r="0" b="0"/>
                <a:pathLst>
                  <a:path w="279" h="1283">
                    <a:moveTo>
                      <a:pt x="239" y="3"/>
                    </a:moveTo>
                    <a:lnTo>
                      <a:pt x="209" y="45"/>
                    </a:lnTo>
                    <a:lnTo>
                      <a:pt x="182" y="88"/>
                    </a:lnTo>
                    <a:lnTo>
                      <a:pt x="157" y="132"/>
                    </a:lnTo>
                    <a:lnTo>
                      <a:pt x="132" y="175"/>
                    </a:lnTo>
                    <a:lnTo>
                      <a:pt x="111" y="220"/>
                    </a:lnTo>
                    <a:lnTo>
                      <a:pt x="91" y="265"/>
                    </a:lnTo>
                    <a:lnTo>
                      <a:pt x="74" y="310"/>
                    </a:lnTo>
                    <a:lnTo>
                      <a:pt x="59" y="355"/>
                    </a:lnTo>
                    <a:lnTo>
                      <a:pt x="45" y="401"/>
                    </a:lnTo>
                    <a:lnTo>
                      <a:pt x="33" y="446"/>
                    </a:lnTo>
                    <a:lnTo>
                      <a:pt x="24" y="491"/>
                    </a:lnTo>
                    <a:lnTo>
                      <a:pt x="16" y="536"/>
                    </a:lnTo>
                    <a:lnTo>
                      <a:pt x="11" y="580"/>
                    </a:lnTo>
                    <a:lnTo>
                      <a:pt x="7" y="625"/>
                    </a:lnTo>
                    <a:lnTo>
                      <a:pt x="5" y="670"/>
                    </a:lnTo>
                    <a:lnTo>
                      <a:pt x="5" y="713"/>
                    </a:lnTo>
                    <a:lnTo>
                      <a:pt x="8" y="756"/>
                    </a:lnTo>
                    <a:lnTo>
                      <a:pt x="12" y="798"/>
                    </a:lnTo>
                    <a:lnTo>
                      <a:pt x="18" y="840"/>
                    </a:lnTo>
                    <a:lnTo>
                      <a:pt x="27" y="881"/>
                    </a:lnTo>
                    <a:lnTo>
                      <a:pt x="36" y="920"/>
                    </a:lnTo>
                    <a:lnTo>
                      <a:pt x="49" y="959"/>
                    </a:lnTo>
                    <a:lnTo>
                      <a:pt x="63" y="996"/>
                    </a:lnTo>
                    <a:lnTo>
                      <a:pt x="79" y="1033"/>
                    </a:lnTo>
                    <a:lnTo>
                      <a:pt x="97" y="1069"/>
                    </a:lnTo>
                    <a:lnTo>
                      <a:pt x="117" y="1104"/>
                    </a:lnTo>
                    <a:lnTo>
                      <a:pt x="139" y="1137"/>
                    </a:lnTo>
                    <a:lnTo>
                      <a:pt x="163" y="1167"/>
                    </a:lnTo>
                    <a:lnTo>
                      <a:pt x="188" y="1197"/>
                    </a:lnTo>
                    <a:lnTo>
                      <a:pt x="217" y="1225"/>
                    </a:lnTo>
                    <a:lnTo>
                      <a:pt x="246" y="1252"/>
                    </a:lnTo>
                    <a:lnTo>
                      <a:pt x="278" y="1276"/>
                    </a:lnTo>
                    <a:lnTo>
                      <a:pt x="274" y="1282"/>
                    </a:lnTo>
                    <a:lnTo>
                      <a:pt x="242" y="1256"/>
                    </a:lnTo>
                    <a:lnTo>
                      <a:pt x="212" y="1230"/>
                    </a:lnTo>
                    <a:lnTo>
                      <a:pt x="184" y="1201"/>
                    </a:lnTo>
                    <a:lnTo>
                      <a:pt x="158" y="1171"/>
                    </a:lnTo>
                    <a:lnTo>
                      <a:pt x="134" y="1139"/>
                    </a:lnTo>
                    <a:lnTo>
                      <a:pt x="112" y="1106"/>
                    </a:lnTo>
                    <a:lnTo>
                      <a:pt x="91" y="1072"/>
                    </a:lnTo>
                    <a:lnTo>
                      <a:pt x="73" y="1036"/>
                    </a:lnTo>
                    <a:lnTo>
                      <a:pt x="57" y="1000"/>
                    </a:lnTo>
                    <a:lnTo>
                      <a:pt x="43" y="961"/>
                    </a:lnTo>
                    <a:lnTo>
                      <a:pt x="31" y="922"/>
                    </a:lnTo>
                    <a:lnTo>
                      <a:pt x="21" y="881"/>
                    </a:lnTo>
                    <a:lnTo>
                      <a:pt x="13" y="841"/>
                    </a:lnTo>
                    <a:lnTo>
                      <a:pt x="6" y="799"/>
                    </a:lnTo>
                    <a:lnTo>
                      <a:pt x="2" y="756"/>
                    </a:lnTo>
                    <a:lnTo>
                      <a:pt x="0" y="713"/>
                    </a:lnTo>
                    <a:lnTo>
                      <a:pt x="0" y="670"/>
                    </a:lnTo>
                    <a:lnTo>
                      <a:pt x="1" y="625"/>
                    </a:lnTo>
                    <a:lnTo>
                      <a:pt x="4" y="580"/>
                    </a:lnTo>
                    <a:lnTo>
                      <a:pt x="10" y="535"/>
                    </a:lnTo>
                    <a:lnTo>
                      <a:pt x="17" y="490"/>
                    </a:lnTo>
                    <a:lnTo>
                      <a:pt x="27" y="444"/>
                    </a:lnTo>
                    <a:lnTo>
                      <a:pt x="39" y="399"/>
                    </a:lnTo>
                    <a:lnTo>
                      <a:pt x="53" y="353"/>
                    </a:lnTo>
                    <a:lnTo>
                      <a:pt x="68" y="308"/>
                    </a:lnTo>
                    <a:lnTo>
                      <a:pt x="86" y="263"/>
                    </a:lnTo>
                    <a:lnTo>
                      <a:pt x="106" y="218"/>
                    </a:lnTo>
                    <a:lnTo>
                      <a:pt x="128" y="173"/>
                    </a:lnTo>
                    <a:lnTo>
                      <a:pt x="151" y="129"/>
                    </a:lnTo>
                    <a:lnTo>
                      <a:pt x="177" y="85"/>
                    </a:lnTo>
                    <a:lnTo>
                      <a:pt x="205" y="42"/>
                    </a:lnTo>
                    <a:lnTo>
                      <a:pt x="234" y="0"/>
                    </a:lnTo>
                    <a:lnTo>
                      <a:pt x="239" y="3"/>
                    </a:lnTo>
                  </a:path>
                </a:pathLst>
              </a:custGeom>
              <a:solidFill>
                <a:srgbClr val="FF0000"/>
              </a:solidFill>
              <a:ln w="12700">
                <a:noFill/>
              </a:ln>
            </p:spPr>
            <p:txBody>
              <a:bodyPr/>
              <a:lstStyle/>
              <a:p>
                <a:endParaRPr lang="zh-CN" altLang="en-US"/>
              </a:p>
            </p:txBody>
          </p:sp>
          <p:sp>
            <p:nvSpPr>
              <p:cNvPr id="31755" name="Freeform 12"/>
              <p:cNvSpPr/>
              <p:nvPr/>
            </p:nvSpPr>
            <p:spPr>
              <a:xfrm>
                <a:off x="3366" y="1526"/>
                <a:ext cx="1235" cy="480"/>
              </a:xfrm>
              <a:custGeom>
                <a:avLst/>
                <a:gdLst/>
                <a:ahLst/>
                <a:cxnLst>
                  <a:cxn ang="0">
                    <a:pos x="1196" y="103"/>
                  </a:cxn>
                  <a:cxn ang="0">
                    <a:pos x="1126" y="66"/>
                  </a:cxn>
                  <a:cxn ang="0">
                    <a:pos x="1053" y="37"/>
                  </a:cxn>
                  <a:cxn ang="0">
                    <a:pos x="977" y="17"/>
                  </a:cxn>
                  <a:cxn ang="0">
                    <a:pos x="898" y="7"/>
                  </a:cxn>
                  <a:cxn ang="0">
                    <a:pos x="817" y="5"/>
                  </a:cxn>
                  <a:cxn ang="0">
                    <a:pos x="734" y="13"/>
                  </a:cxn>
                  <a:cxn ang="0">
                    <a:pos x="651" y="28"/>
                  </a:cxn>
                  <a:cxn ang="0">
                    <a:pos x="568" y="52"/>
                  </a:cxn>
                  <a:cxn ang="0">
                    <a:pos x="485" y="84"/>
                  </a:cxn>
                  <a:cxn ang="0">
                    <a:pos x="404" y="124"/>
                  </a:cxn>
                  <a:cxn ang="0">
                    <a:pos x="324" y="172"/>
                  </a:cxn>
                  <a:cxn ang="0">
                    <a:pos x="246" y="227"/>
                  </a:cxn>
                  <a:cxn ang="0">
                    <a:pos x="172" y="290"/>
                  </a:cxn>
                  <a:cxn ang="0">
                    <a:pos x="101" y="360"/>
                  </a:cxn>
                  <a:cxn ang="0">
                    <a:pos x="35" y="437"/>
                  </a:cxn>
                  <a:cxn ang="0">
                    <a:pos x="0" y="475"/>
                  </a:cxn>
                  <a:cxn ang="0">
                    <a:pos x="64" y="394"/>
                  </a:cxn>
                  <a:cxn ang="0">
                    <a:pos x="132" y="320"/>
                  </a:cxn>
                  <a:cxn ang="0">
                    <a:pos x="205" y="253"/>
                  </a:cxn>
                  <a:cxn ang="0">
                    <a:pos x="281" y="194"/>
                  </a:cxn>
                  <a:cxn ang="0">
                    <a:pos x="360" y="142"/>
                  </a:cxn>
                  <a:cxn ang="0">
                    <a:pos x="441" y="98"/>
                  </a:cxn>
                  <a:cxn ang="0">
                    <a:pos x="524" y="62"/>
                  </a:cxn>
                  <a:cxn ang="0">
                    <a:pos x="608" y="33"/>
                  </a:cxn>
                  <a:cxn ang="0">
                    <a:pos x="691" y="13"/>
                  </a:cxn>
                  <a:cxn ang="0">
                    <a:pos x="775" y="2"/>
                  </a:cxn>
                  <a:cxn ang="0">
                    <a:pos x="858" y="0"/>
                  </a:cxn>
                  <a:cxn ang="0">
                    <a:pos x="938" y="5"/>
                  </a:cxn>
                  <a:cxn ang="0">
                    <a:pos x="1017" y="20"/>
                  </a:cxn>
                  <a:cxn ang="0">
                    <a:pos x="1093" y="44"/>
                  </a:cxn>
                  <a:cxn ang="0">
                    <a:pos x="1165" y="78"/>
                  </a:cxn>
                  <a:cxn ang="0">
                    <a:pos x="1234" y="121"/>
                  </a:cxn>
                </a:cxnLst>
                <a:rect l="0" t="0" r="0" b="0"/>
                <a:pathLst>
                  <a:path w="1235" h="480">
                    <a:moveTo>
                      <a:pt x="1230" y="125"/>
                    </a:moveTo>
                    <a:lnTo>
                      <a:pt x="1196" y="103"/>
                    </a:lnTo>
                    <a:lnTo>
                      <a:pt x="1161" y="84"/>
                    </a:lnTo>
                    <a:lnTo>
                      <a:pt x="1126" y="66"/>
                    </a:lnTo>
                    <a:lnTo>
                      <a:pt x="1091" y="50"/>
                    </a:lnTo>
                    <a:lnTo>
                      <a:pt x="1053" y="37"/>
                    </a:lnTo>
                    <a:lnTo>
                      <a:pt x="1015" y="26"/>
                    </a:lnTo>
                    <a:lnTo>
                      <a:pt x="977" y="17"/>
                    </a:lnTo>
                    <a:lnTo>
                      <a:pt x="937" y="11"/>
                    </a:lnTo>
                    <a:lnTo>
                      <a:pt x="898" y="7"/>
                    </a:lnTo>
                    <a:lnTo>
                      <a:pt x="857" y="5"/>
                    </a:lnTo>
                    <a:lnTo>
                      <a:pt x="817" y="5"/>
                    </a:lnTo>
                    <a:lnTo>
                      <a:pt x="775" y="7"/>
                    </a:lnTo>
                    <a:lnTo>
                      <a:pt x="734" y="13"/>
                    </a:lnTo>
                    <a:lnTo>
                      <a:pt x="693" y="19"/>
                    </a:lnTo>
                    <a:lnTo>
                      <a:pt x="651" y="28"/>
                    </a:lnTo>
                    <a:lnTo>
                      <a:pt x="609" y="39"/>
                    </a:lnTo>
                    <a:lnTo>
                      <a:pt x="568" y="52"/>
                    </a:lnTo>
                    <a:lnTo>
                      <a:pt x="526" y="67"/>
                    </a:lnTo>
                    <a:lnTo>
                      <a:pt x="485" y="84"/>
                    </a:lnTo>
                    <a:lnTo>
                      <a:pt x="444" y="103"/>
                    </a:lnTo>
                    <a:lnTo>
                      <a:pt x="404" y="124"/>
                    </a:lnTo>
                    <a:lnTo>
                      <a:pt x="364" y="147"/>
                    </a:lnTo>
                    <a:lnTo>
                      <a:pt x="324" y="172"/>
                    </a:lnTo>
                    <a:lnTo>
                      <a:pt x="285" y="199"/>
                    </a:lnTo>
                    <a:lnTo>
                      <a:pt x="246" y="227"/>
                    </a:lnTo>
                    <a:lnTo>
                      <a:pt x="209" y="258"/>
                    </a:lnTo>
                    <a:lnTo>
                      <a:pt x="172" y="290"/>
                    </a:lnTo>
                    <a:lnTo>
                      <a:pt x="136" y="324"/>
                    </a:lnTo>
                    <a:lnTo>
                      <a:pt x="101" y="360"/>
                    </a:lnTo>
                    <a:lnTo>
                      <a:pt x="68" y="398"/>
                    </a:lnTo>
                    <a:lnTo>
                      <a:pt x="35" y="437"/>
                    </a:lnTo>
                    <a:lnTo>
                      <a:pt x="4" y="479"/>
                    </a:lnTo>
                    <a:lnTo>
                      <a:pt x="0" y="475"/>
                    </a:lnTo>
                    <a:lnTo>
                      <a:pt x="31" y="434"/>
                    </a:lnTo>
                    <a:lnTo>
                      <a:pt x="64" y="394"/>
                    </a:lnTo>
                    <a:lnTo>
                      <a:pt x="97" y="356"/>
                    </a:lnTo>
                    <a:lnTo>
                      <a:pt x="132" y="320"/>
                    </a:lnTo>
                    <a:lnTo>
                      <a:pt x="168" y="286"/>
                    </a:lnTo>
                    <a:lnTo>
                      <a:pt x="205" y="253"/>
                    </a:lnTo>
                    <a:lnTo>
                      <a:pt x="243" y="222"/>
                    </a:lnTo>
                    <a:lnTo>
                      <a:pt x="281" y="194"/>
                    </a:lnTo>
                    <a:lnTo>
                      <a:pt x="320" y="167"/>
                    </a:lnTo>
                    <a:lnTo>
                      <a:pt x="360" y="142"/>
                    </a:lnTo>
                    <a:lnTo>
                      <a:pt x="401" y="119"/>
                    </a:lnTo>
                    <a:lnTo>
                      <a:pt x="441" y="98"/>
                    </a:lnTo>
                    <a:lnTo>
                      <a:pt x="483" y="78"/>
                    </a:lnTo>
                    <a:lnTo>
                      <a:pt x="524" y="62"/>
                    </a:lnTo>
                    <a:lnTo>
                      <a:pt x="566" y="46"/>
                    </a:lnTo>
                    <a:lnTo>
                      <a:pt x="608" y="33"/>
                    </a:lnTo>
                    <a:lnTo>
                      <a:pt x="650" y="23"/>
                    </a:lnTo>
                    <a:lnTo>
                      <a:pt x="691" y="13"/>
                    </a:lnTo>
                    <a:lnTo>
                      <a:pt x="734" y="6"/>
                    </a:lnTo>
                    <a:lnTo>
                      <a:pt x="775" y="2"/>
                    </a:lnTo>
                    <a:lnTo>
                      <a:pt x="816" y="0"/>
                    </a:lnTo>
                    <a:lnTo>
                      <a:pt x="858" y="0"/>
                    </a:lnTo>
                    <a:lnTo>
                      <a:pt x="898" y="1"/>
                    </a:lnTo>
                    <a:lnTo>
                      <a:pt x="938" y="5"/>
                    </a:lnTo>
                    <a:lnTo>
                      <a:pt x="978" y="11"/>
                    </a:lnTo>
                    <a:lnTo>
                      <a:pt x="1017" y="20"/>
                    </a:lnTo>
                    <a:lnTo>
                      <a:pt x="1056" y="31"/>
                    </a:lnTo>
                    <a:lnTo>
                      <a:pt x="1093" y="44"/>
                    </a:lnTo>
                    <a:lnTo>
                      <a:pt x="1129" y="60"/>
                    </a:lnTo>
                    <a:lnTo>
                      <a:pt x="1165" y="78"/>
                    </a:lnTo>
                    <a:lnTo>
                      <a:pt x="1199" y="98"/>
                    </a:lnTo>
                    <a:lnTo>
                      <a:pt x="1234" y="121"/>
                    </a:lnTo>
                    <a:lnTo>
                      <a:pt x="1230" y="125"/>
                    </a:lnTo>
                  </a:path>
                </a:pathLst>
              </a:custGeom>
              <a:solidFill>
                <a:srgbClr val="FF0000"/>
              </a:solidFill>
              <a:ln w="12700">
                <a:noFill/>
              </a:ln>
            </p:spPr>
            <p:txBody>
              <a:bodyPr/>
              <a:lstStyle/>
              <a:p>
                <a:endParaRPr lang="zh-CN" altLang="en-US"/>
              </a:p>
            </p:txBody>
          </p:sp>
          <p:sp>
            <p:nvSpPr>
              <p:cNvPr id="31756" name="Freeform 13"/>
              <p:cNvSpPr/>
              <p:nvPr/>
            </p:nvSpPr>
            <p:spPr>
              <a:xfrm>
                <a:off x="4594" y="1647"/>
                <a:ext cx="279" cy="1283"/>
              </a:xfrm>
              <a:custGeom>
                <a:avLst/>
                <a:gdLst/>
                <a:ahLst/>
                <a:cxnLst>
                  <a:cxn ang="0">
                    <a:pos x="67" y="1235"/>
                  </a:cxn>
                  <a:cxn ang="0">
                    <a:pos x="120" y="1149"/>
                  </a:cxn>
                  <a:cxn ang="0">
                    <a:pos x="165" y="1060"/>
                  </a:cxn>
                  <a:cxn ang="0">
                    <a:pos x="203" y="970"/>
                  </a:cxn>
                  <a:cxn ang="0">
                    <a:pos x="232" y="879"/>
                  </a:cxn>
                  <a:cxn ang="0">
                    <a:pos x="252" y="789"/>
                  </a:cxn>
                  <a:cxn ang="0">
                    <a:pos x="266" y="699"/>
                  </a:cxn>
                  <a:cxn ang="0">
                    <a:pos x="272" y="611"/>
                  </a:cxn>
                  <a:cxn ang="0">
                    <a:pos x="269" y="524"/>
                  </a:cxn>
                  <a:cxn ang="0">
                    <a:pos x="258" y="440"/>
                  </a:cxn>
                  <a:cxn ang="0">
                    <a:pos x="240" y="359"/>
                  </a:cxn>
                  <a:cxn ang="0">
                    <a:pos x="214" y="283"/>
                  </a:cxn>
                  <a:cxn ang="0">
                    <a:pos x="179" y="211"/>
                  </a:cxn>
                  <a:cxn ang="0">
                    <a:pos x="137" y="144"/>
                  </a:cxn>
                  <a:cxn ang="0">
                    <a:pos x="88" y="83"/>
                  </a:cxn>
                  <a:cxn ang="0">
                    <a:pos x="30" y="28"/>
                  </a:cxn>
                  <a:cxn ang="0">
                    <a:pos x="3" y="0"/>
                  </a:cxn>
                  <a:cxn ang="0">
                    <a:pos x="64" y="50"/>
                  </a:cxn>
                  <a:cxn ang="0">
                    <a:pos x="119" y="109"/>
                  </a:cxn>
                  <a:cxn ang="0">
                    <a:pos x="164" y="173"/>
                  </a:cxn>
                  <a:cxn ang="0">
                    <a:pos x="203" y="244"/>
                  </a:cxn>
                  <a:cxn ang="0">
                    <a:pos x="234" y="319"/>
                  </a:cxn>
                  <a:cxn ang="0">
                    <a:pos x="256" y="398"/>
                  </a:cxn>
                  <a:cxn ang="0">
                    <a:pos x="270" y="481"/>
                  </a:cxn>
                  <a:cxn ang="0">
                    <a:pos x="278" y="567"/>
                  </a:cxn>
                  <a:cxn ang="0">
                    <a:pos x="276" y="655"/>
                  </a:cxn>
                  <a:cxn ang="0">
                    <a:pos x="267" y="745"/>
                  </a:cxn>
                  <a:cxn ang="0">
                    <a:pos x="249" y="835"/>
                  </a:cxn>
                  <a:cxn ang="0">
                    <a:pos x="224" y="926"/>
                  </a:cxn>
                  <a:cxn ang="0">
                    <a:pos x="191" y="1018"/>
                  </a:cxn>
                  <a:cxn ang="0">
                    <a:pos x="149" y="1107"/>
                  </a:cxn>
                  <a:cxn ang="0">
                    <a:pos x="99" y="1195"/>
                  </a:cxn>
                  <a:cxn ang="0">
                    <a:pos x="42" y="1282"/>
                  </a:cxn>
                </a:cxnLst>
                <a:rect l="0" t="0" r="0" b="0"/>
                <a:pathLst>
                  <a:path w="279" h="1283">
                    <a:moveTo>
                      <a:pt x="37" y="1278"/>
                    </a:moveTo>
                    <a:lnTo>
                      <a:pt x="67" y="1235"/>
                    </a:lnTo>
                    <a:lnTo>
                      <a:pt x="95" y="1192"/>
                    </a:lnTo>
                    <a:lnTo>
                      <a:pt x="120" y="1149"/>
                    </a:lnTo>
                    <a:lnTo>
                      <a:pt x="144" y="1104"/>
                    </a:lnTo>
                    <a:lnTo>
                      <a:pt x="165" y="1060"/>
                    </a:lnTo>
                    <a:lnTo>
                      <a:pt x="185" y="1016"/>
                    </a:lnTo>
                    <a:lnTo>
                      <a:pt x="203" y="970"/>
                    </a:lnTo>
                    <a:lnTo>
                      <a:pt x="218" y="925"/>
                    </a:lnTo>
                    <a:lnTo>
                      <a:pt x="232" y="879"/>
                    </a:lnTo>
                    <a:lnTo>
                      <a:pt x="244" y="835"/>
                    </a:lnTo>
                    <a:lnTo>
                      <a:pt x="252" y="789"/>
                    </a:lnTo>
                    <a:lnTo>
                      <a:pt x="260" y="744"/>
                    </a:lnTo>
                    <a:lnTo>
                      <a:pt x="266" y="699"/>
                    </a:lnTo>
                    <a:lnTo>
                      <a:pt x="270" y="654"/>
                    </a:lnTo>
                    <a:lnTo>
                      <a:pt x="272" y="611"/>
                    </a:lnTo>
                    <a:lnTo>
                      <a:pt x="271" y="567"/>
                    </a:lnTo>
                    <a:lnTo>
                      <a:pt x="269" y="524"/>
                    </a:lnTo>
                    <a:lnTo>
                      <a:pt x="264" y="482"/>
                    </a:lnTo>
                    <a:lnTo>
                      <a:pt x="258" y="440"/>
                    </a:lnTo>
                    <a:lnTo>
                      <a:pt x="250" y="400"/>
                    </a:lnTo>
                    <a:lnTo>
                      <a:pt x="240" y="359"/>
                    </a:lnTo>
                    <a:lnTo>
                      <a:pt x="228" y="321"/>
                    </a:lnTo>
                    <a:lnTo>
                      <a:pt x="214" y="283"/>
                    </a:lnTo>
                    <a:lnTo>
                      <a:pt x="197" y="246"/>
                    </a:lnTo>
                    <a:lnTo>
                      <a:pt x="179" y="211"/>
                    </a:lnTo>
                    <a:lnTo>
                      <a:pt x="159" y="177"/>
                    </a:lnTo>
                    <a:lnTo>
                      <a:pt x="137" y="144"/>
                    </a:lnTo>
                    <a:lnTo>
                      <a:pt x="113" y="113"/>
                    </a:lnTo>
                    <a:lnTo>
                      <a:pt x="88" y="83"/>
                    </a:lnTo>
                    <a:lnTo>
                      <a:pt x="60" y="55"/>
                    </a:lnTo>
                    <a:lnTo>
                      <a:pt x="30" y="28"/>
                    </a:lnTo>
                    <a:lnTo>
                      <a:pt x="0" y="3"/>
                    </a:lnTo>
                    <a:lnTo>
                      <a:pt x="3" y="0"/>
                    </a:lnTo>
                    <a:lnTo>
                      <a:pt x="35" y="24"/>
                    </a:lnTo>
                    <a:lnTo>
                      <a:pt x="64" y="50"/>
                    </a:lnTo>
                    <a:lnTo>
                      <a:pt x="93" y="79"/>
                    </a:lnTo>
                    <a:lnTo>
                      <a:pt x="119" y="109"/>
                    </a:lnTo>
                    <a:lnTo>
                      <a:pt x="142" y="140"/>
                    </a:lnTo>
                    <a:lnTo>
                      <a:pt x="164" y="173"/>
                    </a:lnTo>
                    <a:lnTo>
                      <a:pt x="185" y="208"/>
                    </a:lnTo>
                    <a:lnTo>
                      <a:pt x="203" y="244"/>
                    </a:lnTo>
                    <a:lnTo>
                      <a:pt x="219" y="281"/>
                    </a:lnTo>
                    <a:lnTo>
                      <a:pt x="234" y="319"/>
                    </a:lnTo>
                    <a:lnTo>
                      <a:pt x="246" y="359"/>
                    </a:lnTo>
                    <a:lnTo>
                      <a:pt x="256" y="398"/>
                    </a:lnTo>
                    <a:lnTo>
                      <a:pt x="264" y="439"/>
                    </a:lnTo>
                    <a:lnTo>
                      <a:pt x="270" y="481"/>
                    </a:lnTo>
                    <a:lnTo>
                      <a:pt x="274" y="524"/>
                    </a:lnTo>
                    <a:lnTo>
                      <a:pt x="278" y="567"/>
                    </a:lnTo>
                    <a:lnTo>
                      <a:pt x="278" y="611"/>
                    </a:lnTo>
                    <a:lnTo>
                      <a:pt x="276" y="655"/>
                    </a:lnTo>
                    <a:lnTo>
                      <a:pt x="272" y="700"/>
                    </a:lnTo>
                    <a:lnTo>
                      <a:pt x="267" y="745"/>
                    </a:lnTo>
                    <a:lnTo>
                      <a:pt x="259" y="790"/>
                    </a:lnTo>
                    <a:lnTo>
                      <a:pt x="249" y="835"/>
                    </a:lnTo>
                    <a:lnTo>
                      <a:pt x="238" y="881"/>
                    </a:lnTo>
                    <a:lnTo>
                      <a:pt x="224" y="926"/>
                    </a:lnTo>
                    <a:lnTo>
                      <a:pt x="208" y="972"/>
                    </a:lnTo>
                    <a:lnTo>
                      <a:pt x="191" y="1018"/>
                    </a:lnTo>
                    <a:lnTo>
                      <a:pt x="171" y="1063"/>
                    </a:lnTo>
                    <a:lnTo>
                      <a:pt x="149" y="1107"/>
                    </a:lnTo>
                    <a:lnTo>
                      <a:pt x="125" y="1151"/>
                    </a:lnTo>
                    <a:lnTo>
                      <a:pt x="99" y="1195"/>
                    </a:lnTo>
                    <a:lnTo>
                      <a:pt x="72" y="1238"/>
                    </a:lnTo>
                    <a:lnTo>
                      <a:pt x="42" y="1282"/>
                    </a:lnTo>
                    <a:lnTo>
                      <a:pt x="37" y="1278"/>
                    </a:lnTo>
                  </a:path>
                </a:pathLst>
              </a:custGeom>
              <a:solidFill>
                <a:srgbClr val="FF0000"/>
              </a:solidFill>
              <a:ln w="12700">
                <a:noFill/>
              </a:ln>
            </p:spPr>
            <p:txBody>
              <a:bodyPr/>
              <a:lstStyle/>
              <a:p>
                <a:endParaRPr lang="zh-CN" altLang="en-US"/>
              </a:p>
            </p:txBody>
          </p:sp>
          <p:sp>
            <p:nvSpPr>
              <p:cNvPr id="31757" name="Freeform 14"/>
              <p:cNvSpPr/>
              <p:nvPr/>
            </p:nvSpPr>
            <p:spPr>
              <a:xfrm>
                <a:off x="3487" y="2768"/>
                <a:ext cx="482" cy="573"/>
              </a:xfrm>
              <a:custGeom>
                <a:avLst/>
                <a:gdLst/>
                <a:ahLst/>
                <a:cxnLst>
                  <a:cxn ang="0">
                    <a:pos x="7" y="564"/>
                  </a:cxn>
                  <a:cxn ang="0">
                    <a:pos x="19" y="564"/>
                  </a:cxn>
                  <a:cxn ang="0">
                    <a:pos x="35" y="558"/>
                  </a:cxn>
                  <a:cxn ang="0">
                    <a:pos x="54" y="546"/>
                  </a:cxn>
                  <a:cxn ang="0">
                    <a:pos x="76" y="528"/>
                  </a:cxn>
                  <a:cxn ang="0">
                    <a:pos x="101" y="505"/>
                  </a:cxn>
                  <a:cxn ang="0">
                    <a:pos x="128" y="477"/>
                  </a:cxn>
                  <a:cxn ang="0">
                    <a:pos x="157" y="444"/>
                  </a:cxn>
                  <a:cxn ang="0">
                    <a:pos x="189" y="407"/>
                  </a:cxn>
                  <a:cxn ang="0">
                    <a:pos x="223" y="364"/>
                  </a:cxn>
                  <a:cxn ang="0">
                    <a:pos x="258" y="318"/>
                  </a:cxn>
                  <a:cxn ang="0">
                    <a:pos x="295" y="268"/>
                  </a:cxn>
                  <a:cxn ang="0">
                    <a:pos x="333" y="214"/>
                  </a:cxn>
                  <a:cxn ang="0">
                    <a:pos x="372" y="156"/>
                  </a:cxn>
                  <a:cxn ang="0">
                    <a:pos x="413" y="95"/>
                  </a:cxn>
                  <a:cxn ang="0">
                    <a:pos x="454" y="32"/>
                  </a:cxn>
                  <a:cxn ang="0">
                    <a:pos x="481" y="2"/>
                  </a:cxn>
                  <a:cxn ang="0">
                    <a:pos x="438" y="68"/>
                  </a:cxn>
                  <a:cxn ang="0">
                    <a:pos x="398" y="130"/>
                  </a:cxn>
                  <a:cxn ang="0">
                    <a:pos x="358" y="189"/>
                  </a:cxn>
                  <a:cxn ang="0">
                    <a:pos x="319" y="244"/>
                  </a:cxn>
                  <a:cxn ang="0">
                    <a:pos x="281" y="297"/>
                  </a:cxn>
                  <a:cxn ang="0">
                    <a:pos x="245" y="345"/>
                  </a:cxn>
                  <a:cxn ang="0">
                    <a:pos x="210" y="389"/>
                  </a:cxn>
                  <a:cxn ang="0">
                    <a:pos x="178" y="430"/>
                  </a:cxn>
                  <a:cxn ang="0">
                    <a:pos x="147" y="465"/>
                  </a:cxn>
                  <a:cxn ang="0">
                    <a:pos x="118" y="496"/>
                  </a:cxn>
                  <a:cxn ang="0">
                    <a:pos x="93" y="522"/>
                  </a:cxn>
                  <a:cxn ang="0">
                    <a:pos x="69" y="542"/>
                  </a:cxn>
                  <a:cxn ang="0">
                    <a:pos x="47" y="558"/>
                  </a:cxn>
                  <a:cxn ang="0">
                    <a:pos x="28" y="567"/>
                  </a:cxn>
                  <a:cxn ang="0">
                    <a:pos x="13" y="572"/>
                  </a:cxn>
                  <a:cxn ang="0">
                    <a:pos x="0" y="568"/>
                  </a:cxn>
                </a:cxnLst>
                <a:rect l="0" t="0" r="0" b="0"/>
                <a:pathLst>
                  <a:path w="482" h="573">
                    <a:moveTo>
                      <a:pt x="2" y="562"/>
                    </a:moveTo>
                    <a:lnTo>
                      <a:pt x="7" y="564"/>
                    </a:lnTo>
                    <a:lnTo>
                      <a:pt x="13" y="565"/>
                    </a:lnTo>
                    <a:lnTo>
                      <a:pt x="19" y="564"/>
                    </a:lnTo>
                    <a:lnTo>
                      <a:pt x="26" y="562"/>
                    </a:lnTo>
                    <a:lnTo>
                      <a:pt x="35" y="558"/>
                    </a:lnTo>
                    <a:lnTo>
                      <a:pt x="44" y="553"/>
                    </a:lnTo>
                    <a:lnTo>
                      <a:pt x="54" y="546"/>
                    </a:lnTo>
                    <a:lnTo>
                      <a:pt x="65" y="538"/>
                    </a:lnTo>
                    <a:lnTo>
                      <a:pt x="76" y="528"/>
                    </a:lnTo>
                    <a:lnTo>
                      <a:pt x="88" y="518"/>
                    </a:lnTo>
                    <a:lnTo>
                      <a:pt x="101" y="505"/>
                    </a:lnTo>
                    <a:lnTo>
                      <a:pt x="114" y="492"/>
                    </a:lnTo>
                    <a:lnTo>
                      <a:pt x="128" y="477"/>
                    </a:lnTo>
                    <a:lnTo>
                      <a:pt x="142" y="461"/>
                    </a:lnTo>
                    <a:lnTo>
                      <a:pt x="157" y="444"/>
                    </a:lnTo>
                    <a:lnTo>
                      <a:pt x="173" y="426"/>
                    </a:lnTo>
                    <a:lnTo>
                      <a:pt x="189" y="407"/>
                    </a:lnTo>
                    <a:lnTo>
                      <a:pt x="206" y="386"/>
                    </a:lnTo>
                    <a:lnTo>
                      <a:pt x="223" y="364"/>
                    </a:lnTo>
                    <a:lnTo>
                      <a:pt x="240" y="342"/>
                    </a:lnTo>
                    <a:lnTo>
                      <a:pt x="258" y="318"/>
                    </a:lnTo>
                    <a:lnTo>
                      <a:pt x="276" y="293"/>
                    </a:lnTo>
                    <a:lnTo>
                      <a:pt x="295" y="268"/>
                    </a:lnTo>
                    <a:lnTo>
                      <a:pt x="313" y="242"/>
                    </a:lnTo>
                    <a:lnTo>
                      <a:pt x="333" y="214"/>
                    </a:lnTo>
                    <a:lnTo>
                      <a:pt x="352" y="186"/>
                    </a:lnTo>
                    <a:lnTo>
                      <a:pt x="372" y="156"/>
                    </a:lnTo>
                    <a:lnTo>
                      <a:pt x="393" y="127"/>
                    </a:lnTo>
                    <a:lnTo>
                      <a:pt x="413" y="95"/>
                    </a:lnTo>
                    <a:lnTo>
                      <a:pt x="434" y="64"/>
                    </a:lnTo>
                    <a:lnTo>
                      <a:pt x="454" y="32"/>
                    </a:lnTo>
                    <a:lnTo>
                      <a:pt x="475" y="0"/>
                    </a:lnTo>
                    <a:lnTo>
                      <a:pt x="481" y="2"/>
                    </a:lnTo>
                    <a:lnTo>
                      <a:pt x="459" y="35"/>
                    </a:lnTo>
                    <a:lnTo>
                      <a:pt x="438" y="68"/>
                    </a:lnTo>
                    <a:lnTo>
                      <a:pt x="418" y="99"/>
                    </a:lnTo>
                    <a:lnTo>
                      <a:pt x="398" y="130"/>
                    </a:lnTo>
                    <a:lnTo>
                      <a:pt x="377" y="159"/>
                    </a:lnTo>
                    <a:lnTo>
                      <a:pt x="358" y="189"/>
                    </a:lnTo>
                    <a:lnTo>
                      <a:pt x="338" y="217"/>
                    </a:lnTo>
                    <a:lnTo>
                      <a:pt x="319" y="244"/>
                    </a:lnTo>
                    <a:lnTo>
                      <a:pt x="299" y="271"/>
                    </a:lnTo>
                    <a:lnTo>
                      <a:pt x="281" y="297"/>
                    </a:lnTo>
                    <a:lnTo>
                      <a:pt x="263" y="322"/>
                    </a:lnTo>
                    <a:lnTo>
                      <a:pt x="245" y="345"/>
                    </a:lnTo>
                    <a:lnTo>
                      <a:pt x="227" y="368"/>
                    </a:lnTo>
                    <a:lnTo>
                      <a:pt x="210" y="389"/>
                    </a:lnTo>
                    <a:lnTo>
                      <a:pt x="194" y="410"/>
                    </a:lnTo>
                    <a:lnTo>
                      <a:pt x="178" y="430"/>
                    </a:lnTo>
                    <a:lnTo>
                      <a:pt x="162" y="448"/>
                    </a:lnTo>
                    <a:lnTo>
                      <a:pt x="147" y="465"/>
                    </a:lnTo>
                    <a:lnTo>
                      <a:pt x="132" y="481"/>
                    </a:lnTo>
                    <a:lnTo>
                      <a:pt x="118" y="496"/>
                    </a:lnTo>
                    <a:lnTo>
                      <a:pt x="105" y="510"/>
                    </a:lnTo>
                    <a:lnTo>
                      <a:pt x="93" y="522"/>
                    </a:lnTo>
                    <a:lnTo>
                      <a:pt x="79" y="532"/>
                    </a:lnTo>
                    <a:lnTo>
                      <a:pt x="69" y="542"/>
                    </a:lnTo>
                    <a:lnTo>
                      <a:pt x="57" y="550"/>
                    </a:lnTo>
                    <a:lnTo>
                      <a:pt x="47" y="558"/>
                    </a:lnTo>
                    <a:lnTo>
                      <a:pt x="37" y="564"/>
                    </a:lnTo>
                    <a:lnTo>
                      <a:pt x="28" y="567"/>
                    </a:lnTo>
                    <a:lnTo>
                      <a:pt x="21" y="570"/>
                    </a:lnTo>
                    <a:lnTo>
                      <a:pt x="13" y="572"/>
                    </a:lnTo>
                    <a:lnTo>
                      <a:pt x="5" y="570"/>
                    </a:lnTo>
                    <a:lnTo>
                      <a:pt x="0" y="568"/>
                    </a:lnTo>
                    <a:lnTo>
                      <a:pt x="2" y="562"/>
                    </a:lnTo>
                  </a:path>
                </a:pathLst>
              </a:custGeom>
              <a:solidFill>
                <a:srgbClr val="FF0000"/>
              </a:solidFill>
              <a:ln w="12700">
                <a:noFill/>
              </a:ln>
            </p:spPr>
            <p:txBody>
              <a:bodyPr/>
              <a:lstStyle/>
              <a:p>
                <a:endParaRPr lang="zh-CN" altLang="en-US"/>
              </a:p>
            </p:txBody>
          </p:sp>
          <p:sp>
            <p:nvSpPr>
              <p:cNvPr id="31758" name="Freeform 15"/>
              <p:cNvSpPr/>
              <p:nvPr/>
            </p:nvSpPr>
            <p:spPr>
              <a:xfrm>
                <a:off x="3473" y="2390"/>
                <a:ext cx="407" cy="945"/>
              </a:xfrm>
              <a:custGeom>
                <a:avLst/>
                <a:gdLst/>
                <a:ahLst/>
                <a:cxnLst>
                  <a:cxn ang="0">
                    <a:pos x="379" y="47"/>
                  </a:cxn>
                  <a:cxn ang="0">
                    <a:pos x="329" y="135"/>
                  </a:cxn>
                  <a:cxn ang="0">
                    <a:pos x="283" y="222"/>
                  </a:cxn>
                  <a:cxn ang="0">
                    <a:pos x="239" y="305"/>
                  </a:cxn>
                  <a:cxn ang="0">
                    <a:pos x="198" y="386"/>
                  </a:cxn>
                  <a:cxn ang="0">
                    <a:pos x="161" y="463"/>
                  </a:cxn>
                  <a:cxn ang="0">
                    <a:pos x="127" y="536"/>
                  </a:cxn>
                  <a:cxn ang="0">
                    <a:pos x="97" y="606"/>
                  </a:cxn>
                  <a:cxn ang="0">
                    <a:pos x="71" y="669"/>
                  </a:cxn>
                  <a:cxn ang="0">
                    <a:pos x="48" y="727"/>
                  </a:cxn>
                  <a:cxn ang="0">
                    <a:pos x="30" y="780"/>
                  </a:cxn>
                  <a:cxn ang="0">
                    <a:pos x="17" y="825"/>
                  </a:cxn>
                  <a:cxn ang="0">
                    <a:pos x="8" y="865"/>
                  </a:cxn>
                  <a:cxn ang="0">
                    <a:pos x="5" y="896"/>
                  </a:cxn>
                  <a:cxn ang="0">
                    <a:pos x="6" y="920"/>
                  </a:cxn>
                  <a:cxn ang="0">
                    <a:pos x="13" y="934"/>
                  </a:cxn>
                  <a:cxn ang="0">
                    <a:pos x="14" y="944"/>
                  </a:cxn>
                  <a:cxn ang="0">
                    <a:pos x="3" y="930"/>
                  </a:cxn>
                  <a:cxn ang="0">
                    <a:pos x="0" y="910"/>
                  </a:cxn>
                  <a:cxn ang="0">
                    <a:pos x="0" y="881"/>
                  </a:cxn>
                  <a:cxn ang="0">
                    <a:pos x="6" y="844"/>
                  </a:cxn>
                  <a:cxn ang="0">
                    <a:pos x="17" y="802"/>
                  </a:cxn>
                  <a:cxn ang="0">
                    <a:pos x="33" y="752"/>
                  </a:cxn>
                  <a:cxn ang="0">
                    <a:pos x="53" y="697"/>
                  </a:cxn>
                  <a:cxn ang="0">
                    <a:pos x="78" y="635"/>
                  </a:cxn>
                  <a:cxn ang="0">
                    <a:pos x="106" y="569"/>
                  </a:cxn>
                  <a:cxn ang="0">
                    <a:pos x="138" y="498"/>
                  </a:cxn>
                  <a:cxn ang="0">
                    <a:pos x="173" y="422"/>
                  </a:cxn>
                  <a:cxn ang="0">
                    <a:pos x="212" y="343"/>
                  </a:cxn>
                  <a:cxn ang="0">
                    <a:pos x="255" y="261"/>
                  </a:cxn>
                  <a:cxn ang="0">
                    <a:pos x="300" y="176"/>
                  </a:cxn>
                  <a:cxn ang="0">
                    <a:pos x="349" y="89"/>
                  </a:cxn>
                  <a:cxn ang="0">
                    <a:pos x="400" y="0"/>
                  </a:cxn>
                </a:cxnLst>
                <a:rect l="0" t="0" r="0" b="0"/>
                <a:pathLst>
                  <a:path w="407" h="945">
                    <a:moveTo>
                      <a:pt x="406" y="2"/>
                    </a:moveTo>
                    <a:lnTo>
                      <a:pt x="379" y="47"/>
                    </a:lnTo>
                    <a:lnTo>
                      <a:pt x="354" y="91"/>
                    </a:lnTo>
                    <a:lnTo>
                      <a:pt x="329" y="135"/>
                    </a:lnTo>
                    <a:lnTo>
                      <a:pt x="306" y="178"/>
                    </a:lnTo>
                    <a:lnTo>
                      <a:pt x="283" y="222"/>
                    </a:lnTo>
                    <a:lnTo>
                      <a:pt x="261" y="264"/>
                    </a:lnTo>
                    <a:lnTo>
                      <a:pt x="239" y="305"/>
                    </a:lnTo>
                    <a:lnTo>
                      <a:pt x="218" y="346"/>
                    </a:lnTo>
                    <a:lnTo>
                      <a:pt x="198" y="386"/>
                    </a:lnTo>
                    <a:lnTo>
                      <a:pt x="179" y="425"/>
                    </a:lnTo>
                    <a:lnTo>
                      <a:pt x="161" y="463"/>
                    </a:lnTo>
                    <a:lnTo>
                      <a:pt x="144" y="501"/>
                    </a:lnTo>
                    <a:lnTo>
                      <a:pt x="127" y="536"/>
                    </a:lnTo>
                    <a:lnTo>
                      <a:pt x="112" y="571"/>
                    </a:lnTo>
                    <a:lnTo>
                      <a:pt x="97" y="606"/>
                    </a:lnTo>
                    <a:lnTo>
                      <a:pt x="83" y="637"/>
                    </a:lnTo>
                    <a:lnTo>
                      <a:pt x="71" y="669"/>
                    </a:lnTo>
                    <a:lnTo>
                      <a:pt x="58" y="699"/>
                    </a:lnTo>
                    <a:lnTo>
                      <a:pt x="48" y="727"/>
                    </a:lnTo>
                    <a:lnTo>
                      <a:pt x="39" y="754"/>
                    </a:lnTo>
                    <a:lnTo>
                      <a:pt x="30" y="780"/>
                    </a:lnTo>
                    <a:lnTo>
                      <a:pt x="23" y="804"/>
                    </a:lnTo>
                    <a:lnTo>
                      <a:pt x="17" y="825"/>
                    </a:lnTo>
                    <a:lnTo>
                      <a:pt x="12" y="846"/>
                    </a:lnTo>
                    <a:lnTo>
                      <a:pt x="8" y="865"/>
                    </a:lnTo>
                    <a:lnTo>
                      <a:pt x="6" y="881"/>
                    </a:lnTo>
                    <a:lnTo>
                      <a:pt x="5" y="896"/>
                    </a:lnTo>
                    <a:lnTo>
                      <a:pt x="5" y="910"/>
                    </a:lnTo>
                    <a:lnTo>
                      <a:pt x="6" y="920"/>
                    </a:lnTo>
                    <a:lnTo>
                      <a:pt x="9" y="928"/>
                    </a:lnTo>
                    <a:lnTo>
                      <a:pt x="13" y="934"/>
                    </a:lnTo>
                    <a:lnTo>
                      <a:pt x="17" y="938"/>
                    </a:lnTo>
                    <a:lnTo>
                      <a:pt x="14" y="944"/>
                    </a:lnTo>
                    <a:lnTo>
                      <a:pt x="7" y="938"/>
                    </a:lnTo>
                    <a:lnTo>
                      <a:pt x="3" y="930"/>
                    </a:lnTo>
                    <a:lnTo>
                      <a:pt x="1" y="920"/>
                    </a:lnTo>
                    <a:lnTo>
                      <a:pt x="0" y="910"/>
                    </a:lnTo>
                    <a:lnTo>
                      <a:pt x="0" y="896"/>
                    </a:lnTo>
                    <a:lnTo>
                      <a:pt x="0" y="881"/>
                    </a:lnTo>
                    <a:lnTo>
                      <a:pt x="3" y="864"/>
                    </a:lnTo>
                    <a:lnTo>
                      <a:pt x="6" y="844"/>
                    </a:lnTo>
                    <a:lnTo>
                      <a:pt x="11" y="824"/>
                    </a:lnTo>
                    <a:lnTo>
                      <a:pt x="17" y="802"/>
                    </a:lnTo>
                    <a:lnTo>
                      <a:pt x="25" y="778"/>
                    </a:lnTo>
                    <a:lnTo>
                      <a:pt x="33" y="752"/>
                    </a:lnTo>
                    <a:lnTo>
                      <a:pt x="42" y="726"/>
                    </a:lnTo>
                    <a:lnTo>
                      <a:pt x="53" y="697"/>
                    </a:lnTo>
                    <a:lnTo>
                      <a:pt x="65" y="667"/>
                    </a:lnTo>
                    <a:lnTo>
                      <a:pt x="78" y="635"/>
                    </a:lnTo>
                    <a:lnTo>
                      <a:pt x="91" y="603"/>
                    </a:lnTo>
                    <a:lnTo>
                      <a:pt x="106" y="569"/>
                    </a:lnTo>
                    <a:lnTo>
                      <a:pt x="122" y="534"/>
                    </a:lnTo>
                    <a:lnTo>
                      <a:pt x="138" y="498"/>
                    </a:lnTo>
                    <a:lnTo>
                      <a:pt x="156" y="461"/>
                    </a:lnTo>
                    <a:lnTo>
                      <a:pt x="173" y="422"/>
                    </a:lnTo>
                    <a:lnTo>
                      <a:pt x="193" y="384"/>
                    </a:lnTo>
                    <a:lnTo>
                      <a:pt x="212" y="343"/>
                    </a:lnTo>
                    <a:lnTo>
                      <a:pt x="234" y="303"/>
                    </a:lnTo>
                    <a:lnTo>
                      <a:pt x="255" y="261"/>
                    </a:lnTo>
                    <a:lnTo>
                      <a:pt x="278" y="219"/>
                    </a:lnTo>
                    <a:lnTo>
                      <a:pt x="300" y="176"/>
                    </a:lnTo>
                    <a:lnTo>
                      <a:pt x="324" y="132"/>
                    </a:lnTo>
                    <a:lnTo>
                      <a:pt x="349" y="89"/>
                    </a:lnTo>
                    <a:lnTo>
                      <a:pt x="374" y="44"/>
                    </a:lnTo>
                    <a:lnTo>
                      <a:pt x="400" y="0"/>
                    </a:lnTo>
                    <a:lnTo>
                      <a:pt x="406" y="2"/>
                    </a:lnTo>
                  </a:path>
                </a:pathLst>
              </a:custGeom>
              <a:solidFill>
                <a:srgbClr val="FF0000"/>
              </a:solidFill>
              <a:ln w="12700">
                <a:noFill/>
              </a:ln>
            </p:spPr>
            <p:txBody>
              <a:bodyPr/>
              <a:lstStyle/>
              <a:p>
                <a:endParaRPr lang="zh-CN" altLang="en-US"/>
              </a:p>
            </p:txBody>
          </p:sp>
          <p:sp>
            <p:nvSpPr>
              <p:cNvPr id="31759" name="Freeform 16"/>
              <p:cNvSpPr/>
              <p:nvPr/>
            </p:nvSpPr>
            <p:spPr>
              <a:xfrm>
                <a:off x="3871" y="1580"/>
                <a:ext cx="628" cy="813"/>
              </a:xfrm>
              <a:custGeom>
                <a:avLst/>
                <a:gdLst/>
                <a:ahLst/>
                <a:cxnLst>
                  <a:cxn ang="0">
                    <a:pos x="617" y="5"/>
                  </a:cxn>
                  <a:cxn ang="0">
                    <a:pos x="601" y="7"/>
                  </a:cxn>
                  <a:cxn ang="0">
                    <a:pos x="581" y="17"/>
                  </a:cxn>
                  <a:cxn ang="0">
                    <a:pos x="556" y="36"/>
                  </a:cxn>
                  <a:cxn ang="0">
                    <a:pos x="526" y="64"/>
                  </a:cxn>
                  <a:cxn ang="0">
                    <a:pos x="492" y="98"/>
                  </a:cxn>
                  <a:cxn ang="0">
                    <a:pos x="455" y="140"/>
                  </a:cxn>
                  <a:cxn ang="0">
                    <a:pos x="416" y="188"/>
                  </a:cxn>
                  <a:cxn ang="0">
                    <a:pos x="373" y="242"/>
                  </a:cxn>
                  <a:cxn ang="0">
                    <a:pos x="329" y="303"/>
                  </a:cxn>
                  <a:cxn ang="0">
                    <a:pos x="283" y="369"/>
                  </a:cxn>
                  <a:cxn ang="0">
                    <a:pos x="235" y="440"/>
                  </a:cxn>
                  <a:cxn ang="0">
                    <a:pos x="184" y="516"/>
                  </a:cxn>
                  <a:cxn ang="0">
                    <a:pos x="134" y="595"/>
                  </a:cxn>
                  <a:cxn ang="0">
                    <a:pos x="83" y="679"/>
                  </a:cxn>
                  <a:cxn ang="0">
                    <a:pos x="30" y="766"/>
                  </a:cxn>
                  <a:cxn ang="0">
                    <a:pos x="0" y="808"/>
                  </a:cxn>
                  <a:cxn ang="0">
                    <a:pos x="52" y="720"/>
                  </a:cxn>
                  <a:cxn ang="0">
                    <a:pos x="103" y="634"/>
                  </a:cxn>
                  <a:cxn ang="0">
                    <a:pos x="154" y="552"/>
                  </a:cxn>
                  <a:cxn ang="0">
                    <a:pos x="205" y="474"/>
                  </a:cxn>
                  <a:cxn ang="0">
                    <a:pos x="254" y="401"/>
                  </a:cxn>
                  <a:cxn ang="0">
                    <a:pos x="301" y="332"/>
                  </a:cxn>
                  <a:cxn ang="0">
                    <a:pos x="347" y="268"/>
                  </a:cxn>
                  <a:cxn ang="0">
                    <a:pos x="391" y="210"/>
                  </a:cxn>
                  <a:cxn ang="0">
                    <a:pos x="432" y="159"/>
                  </a:cxn>
                  <a:cxn ang="0">
                    <a:pos x="471" y="114"/>
                  </a:cxn>
                  <a:cxn ang="0">
                    <a:pos x="506" y="75"/>
                  </a:cxn>
                  <a:cxn ang="0">
                    <a:pos x="537" y="44"/>
                  </a:cxn>
                  <a:cxn ang="0">
                    <a:pos x="564" y="21"/>
                  </a:cxn>
                  <a:cxn ang="0">
                    <a:pos x="590" y="5"/>
                  </a:cxn>
                  <a:cxn ang="0">
                    <a:pos x="610" y="0"/>
                  </a:cxn>
                  <a:cxn ang="0">
                    <a:pos x="627" y="2"/>
                  </a:cxn>
                </a:cxnLst>
                <a:rect l="0" t="0" r="0" b="0"/>
                <a:pathLst>
                  <a:path w="628" h="813">
                    <a:moveTo>
                      <a:pt x="623" y="7"/>
                    </a:moveTo>
                    <a:lnTo>
                      <a:pt x="617" y="5"/>
                    </a:lnTo>
                    <a:lnTo>
                      <a:pt x="610" y="5"/>
                    </a:lnTo>
                    <a:lnTo>
                      <a:pt x="601" y="7"/>
                    </a:lnTo>
                    <a:lnTo>
                      <a:pt x="591" y="11"/>
                    </a:lnTo>
                    <a:lnTo>
                      <a:pt x="581" y="17"/>
                    </a:lnTo>
                    <a:lnTo>
                      <a:pt x="568" y="26"/>
                    </a:lnTo>
                    <a:lnTo>
                      <a:pt x="556" y="36"/>
                    </a:lnTo>
                    <a:lnTo>
                      <a:pt x="541" y="49"/>
                    </a:lnTo>
                    <a:lnTo>
                      <a:pt x="526" y="64"/>
                    </a:lnTo>
                    <a:lnTo>
                      <a:pt x="510" y="79"/>
                    </a:lnTo>
                    <a:lnTo>
                      <a:pt x="492" y="98"/>
                    </a:lnTo>
                    <a:lnTo>
                      <a:pt x="475" y="118"/>
                    </a:lnTo>
                    <a:lnTo>
                      <a:pt x="455" y="140"/>
                    </a:lnTo>
                    <a:lnTo>
                      <a:pt x="436" y="163"/>
                    </a:lnTo>
                    <a:lnTo>
                      <a:pt x="416" y="188"/>
                    </a:lnTo>
                    <a:lnTo>
                      <a:pt x="395" y="214"/>
                    </a:lnTo>
                    <a:lnTo>
                      <a:pt x="373" y="242"/>
                    </a:lnTo>
                    <a:lnTo>
                      <a:pt x="352" y="272"/>
                    </a:lnTo>
                    <a:lnTo>
                      <a:pt x="329" y="303"/>
                    </a:lnTo>
                    <a:lnTo>
                      <a:pt x="307" y="335"/>
                    </a:lnTo>
                    <a:lnTo>
                      <a:pt x="283" y="369"/>
                    </a:lnTo>
                    <a:lnTo>
                      <a:pt x="258" y="404"/>
                    </a:lnTo>
                    <a:lnTo>
                      <a:pt x="235" y="440"/>
                    </a:lnTo>
                    <a:lnTo>
                      <a:pt x="210" y="477"/>
                    </a:lnTo>
                    <a:lnTo>
                      <a:pt x="184" y="516"/>
                    </a:lnTo>
                    <a:lnTo>
                      <a:pt x="159" y="555"/>
                    </a:lnTo>
                    <a:lnTo>
                      <a:pt x="134" y="595"/>
                    </a:lnTo>
                    <a:lnTo>
                      <a:pt x="109" y="637"/>
                    </a:lnTo>
                    <a:lnTo>
                      <a:pt x="83" y="679"/>
                    </a:lnTo>
                    <a:lnTo>
                      <a:pt x="56" y="722"/>
                    </a:lnTo>
                    <a:lnTo>
                      <a:pt x="30" y="766"/>
                    </a:lnTo>
                    <a:lnTo>
                      <a:pt x="5" y="812"/>
                    </a:lnTo>
                    <a:lnTo>
                      <a:pt x="0" y="808"/>
                    </a:lnTo>
                    <a:lnTo>
                      <a:pt x="25" y="763"/>
                    </a:lnTo>
                    <a:lnTo>
                      <a:pt x="52" y="720"/>
                    </a:lnTo>
                    <a:lnTo>
                      <a:pt x="77" y="676"/>
                    </a:lnTo>
                    <a:lnTo>
                      <a:pt x="103" y="634"/>
                    </a:lnTo>
                    <a:lnTo>
                      <a:pt x="129" y="593"/>
                    </a:lnTo>
                    <a:lnTo>
                      <a:pt x="154" y="552"/>
                    </a:lnTo>
                    <a:lnTo>
                      <a:pt x="180" y="512"/>
                    </a:lnTo>
                    <a:lnTo>
                      <a:pt x="205" y="474"/>
                    </a:lnTo>
                    <a:lnTo>
                      <a:pt x="229" y="437"/>
                    </a:lnTo>
                    <a:lnTo>
                      <a:pt x="254" y="401"/>
                    </a:lnTo>
                    <a:lnTo>
                      <a:pt x="278" y="366"/>
                    </a:lnTo>
                    <a:lnTo>
                      <a:pt x="301" y="332"/>
                    </a:lnTo>
                    <a:lnTo>
                      <a:pt x="325" y="299"/>
                    </a:lnTo>
                    <a:lnTo>
                      <a:pt x="347" y="268"/>
                    </a:lnTo>
                    <a:lnTo>
                      <a:pt x="369" y="239"/>
                    </a:lnTo>
                    <a:lnTo>
                      <a:pt x="391" y="210"/>
                    </a:lnTo>
                    <a:lnTo>
                      <a:pt x="412" y="184"/>
                    </a:lnTo>
                    <a:lnTo>
                      <a:pt x="432" y="159"/>
                    </a:lnTo>
                    <a:lnTo>
                      <a:pt x="451" y="136"/>
                    </a:lnTo>
                    <a:lnTo>
                      <a:pt x="471" y="114"/>
                    </a:lnTo>
                    <a:lnTo>
                      <a:pt x="488" y="93"/>
                    </a:lnTo>
                    <a:lnTo>
                      <a:pt x="506" y="75"/>
                    </a:lnTo>
                    <a:lnTo>
                      <a:pt x="521" y="59"/>
                    </a:lnTo>
                    <a:lnTo>
                      <a:pt x="537" y="44"/>
                    </a:lnTo>
                    <a:lnTo>
                      <a:pt x="551" y="32"/>
                    </a:lnTo>
                    <a:lnTo>
                      <a:pt x="564" y="21"/>
                    </a:lnTo>
                    <a:lnTo>
                      <a:pt x="578" y="13"/>
                    </a:lnTo>
                    <a:lnTo>
                      <a:pt x="590" y="5"/>
                    </a:lnTo>
                    <a:lnTo>
                      <a:pt x="600" y="1"/>
                    </a:lnTo>
                    <a:lnTo>
                      <a:pt x="610" y="0"/>
                    </a:lnTo>
                    <a:lnTo>
                      <a:pt x="618" y="0"/>
                    </a:lnTo>
                    <a:lnTo>
                      <a:pt x="627" y="2"/>
                    </a:lnTo>
                    <a:lnTo>
                      <a:pt x="623" y="7"/>
                    </a:lnTo>
                  </a:path>
                </a:pathLst>
              </a:custGeom>
              <a:solidFill>
                <a:srgbClr val="FF0000"/>
              </a:solidFill>
              <a:ln w="12700">
                <a:noFill/>
              </a:ln>
            </p:spPr>
            <p:txBody>
              <a:bodyPr/>
              <a:lstStyle/>
              <a:p>
                <a:endParaRPr lang="zh-CN" altLang="en-US"/>
              </a:p>
            </p:txBody>
          </p:sp>
          <p:sp>
            <p:nvSpPr>
              <p:cNvPr id="31760" name="Freeform 17"/>
              <p:cNvSpPr/>
              <p:nvPr/>
            </p:nvSpPr>
            <p:spPr>
              <a:xfrm>
                <a:off x="4246" y="1582"/>
                <a:ext cx="268" cy="696"/>
              </a:xfrm>
              <a:custGeom>
                <a:avLst/>
                <a:gdLst/>
                <a:ahLst/>
                <a:cxnLst>
                  <a:cxn ang="0">
                    <a:pos x="17" y="657"/>
                  </a:cxn>
                  <a:cxn ang="0">
                    <a:pos x="51" y="590"/>
                  </a:cxn>
                  <a:cxn ang="0">
                    <a:pos x="84" y="525"/>
                  </a:cxn>
                  <a:cxn ang="0">
                    <a:pos x="113" y="463"/>
                  </a:cxn>
                  <a:cxn ang="0">
                    <a:pos x="140" y="403"/>
                  </a:cxn>
                  <a:cxn ang="0">
                    <a:pos x="166" y="346"/>
                  </a:cxn>
                  <a:cxn ang="0">
                    <a:pos x="188" y="293"/>
                  </a:cxn>
                  <a:cxn ang="0">
                    <a:pos x="208" y="243"/>
                  </a:cxn>
                  <a:cxn ang="0">
                    <a:pos x="223" y="197"/>
                  </a:cxn>
                  <a:cxn ang="0">
                    <a:pos x="237" y="154"/>
                  </a:cxn>
                  <a:cxn ang="0">
                    <a:pos x="248" y="117"/>
                  </a:cxn>
                  <a:cxn ang="0">
                    <a:pos x="255" y="85"/>
                  </a:cxn>
                  <a:cxn ang="0">
                    <a:pos x="260" y="57"/>
                  </a:cxn>
                  <a:cxn ang="0">
                    <a:pos x="261" y="35"/>
                  </a:cxn>
                  <a:cxn ang="0">
                    <a:pos x="258" y="17"/>
                  </a:cxn>
                  <a:cxn ang="0">
                    <a:pos x="252" y="7"/>
                  </a:cxn>
                  <a:cxn ang="0">
                    <a:pos x="251" y="0"/>
                  </a:cxn>
                  <a:cxn ang="0">
                    <a:pos x="261" y="9"/>
                  </a:cxn>
                  <a:cxn ang="0">
                    <a:pos x="265" y="25"/>
                  </a:cxn>
                  <a:cxn ang="0">
                    <a:pos x="267" y="45"/>
                  </a:cxn>
                  <a:cxn ang="0">
                    <a:pos x="265" y="71"/>
                  </a:cxn>
                  <a:cxn ang="0">
                    <a:pos x="258" y="101"/>
                  </a:cxn>
                  <a:cxn ang="0">
                    <a:pos x="249" y="137"/>
                  </a:cxn>
                  <a:cxn ang="0">
                    <a:pos x="237" y="177"/>
                  </a:cxn>
                  <a:cxn ang="0">
                    <a:pos x="221" y="221"/>
                  </a:cxn>
                  <a:cxn ang="0">
                    <a:pos x="204" y="269"/>
                  </a:cxn>
                  <a:cxn ang="0">
                    <a:pos x="183" y="321"/>
                  </a:cxn>
                  <a:cxn ang="0">
                    <a:pos x="159" y="376"/>
                  </a:cxn>
                  <a:cxn ang="0">
                    <a:pos x="133" y="434"/>
                  </a:cxn>
                  <a:cxn ang="0">
                    <a:pos x="104" y="496"/>
                  </a:cxn>
                  <a:cxn ang="0">
                    <a:pos x="74" y="559"/>
                  </a:cxn>
                  <a:cxn ang="0">
                    <a:pos x="40" y="626"/>
                  </a:cxn>
                  <a:cxn ang="0">
                    <a:pos x="5" y="695"/>
                  </a:cxn>
                </a:cxnLst>
                <a:rect l="0" t="0" r="0" b="0"/>
                <a:pathLst>
                  <a:path w="268" h="696">
                    <a:moveTo>
                      <a:pt x="0" y="691"/>
                    </a:moveTo>
                    <a:lnTo>
                      <a:pt x="17" y="657"/>
                    </a:lnTo>
                    <a:lnTo>
                      <a:pt x="35" y="623"/>
                    </a:lnTo>
                    <a:lnTo>
                      <a:pt x="51" y="590"/>
                    </a:lnTo>
                    <a:lnTo>
                      <a:pt x="68" y="557"/>
                    </a:lnTo>
                    <a:lnTo>
                      <a:pt x="84" y="525"/>
                    </a:lnTo>
                    <a:lnTo>
                      <a:pt x="99" y="493"/>
                    </a:lnTo>
                    <a:lnTo>
                      <a:pt x="113" y="463"/>
                    </a:lnTo>
                    <a:lnTo>
                      <a:pt x="127" y="432"/>
                    </a:lnTo>
                    <a:lnTo>
                      <a:pt x="140" y="403"/>
                    </a:lnTo>
                    <a:lnTo>
                      <a:pt x="153" y="373"/>
                    </a:lnTo>
                    <a:lnTo>
                      <a:pt x="166" y="346"/>
                    </a:lnTo>
                    <a:lnTo>
                      <a:pt x="177" y="319"/>
                    </a:lnTo>
                    <a:lnTo>
                      <a:pt x="188" y="293"/>
                    </a:lnTo>
                    <a:lnTo>
                      <a:pt x="198" y="267"/>
                    </a:lnTo>
                    <a:lnTo>
                      <a:pt x="208" y="243"/>
                    </a:lnTo>
                    <a:lnTo>
                      <a:pt x="216" y="219"/>
                    </a:lnTo>
                    <a:lnTo>
                      <a:pt x="223" y="197"/>
                    </a:lnTo>
                    <a:lnTo>
                      <a:pt x="231" y="175"/>
                    </a:lnTo>
                    <a:lnTo>
                      <a:pt x="237" y="154"/>
                    </a:lnTo>
                    <a:lnTo>
                      <a:pt x="243" y="135"/>
                    </a:lnTo>
                    <a:lnTo>
                      <a:pt x="248" y="117"/>
                    </a:lnTo>
                    <a:lnTo>
                      <a:pt x="252" y="100"/>
                    </a:lnTo>
                    <a:lnTo>
                      <a:pt x="255" y="85"/>
                    </a:lnTo>
                    <a:lnTo>
                      <a:pt x="258" y="71"/>
                    </a:lnTo>
                    <a:lnTo>
                      <a:pt x="260" y="57"/>
                    </a:lnTo>
                    <a:lnTo>
                      <a:pt x="261" y="45"/>
                    </a:lnTo>
                    <a:lnTo>
                      <a:pt x="261" y="35"/>
                    </a:lnTo>
                    <a:lnTo>
                      <a:pt x="260" y="25"/>
                    </a:lnTo>
                    <a:lnTo>
                      <a:pt x="258" y="17"/>
                    </a:lnTo>
                    <a:lnTo>
                      <a:pt x="255" y="12"/>
                    </a:lnTo>
                    <a:lnTo>
                      <a:pt x="252" y="7"/>
                    </a:lnTo>
                    <a:lnTo>
                      <a:pt x="249" y="4"/>
                    </a:lnTo>
                    <a:lnTo>
                      <a:pt x="251" y="0"/>
                    </a:lnTo>
                    <a:lnTo>
                      <a:pt x="257" y="3"/>
                    </a:lnTo>
                    <a:lnTo>
                      <a:pt x="261" y="9"/>
                    </a:lnTo>
                    <a:lnTo>
                      <a:pt x="263" y="16"/>
                    </a:lnTo>
                    <a:lnTo>
                      <a:pt x="265" y="25"/>
                    </a:lnTo>
                    <a:lnTo>
                      <a:pt x="267" y="35"/>
                    </a:lnTo>
                    <a:lnTo>
                      <a:pt x="267" y="45"/>
                    </a:lnTo>
                    <a:lnTo>
                      <a:pt x="265" y="58"/>
                    </a:lnTo>
                    <a:lnTo>
                      <a:pt x="265" y="71"/>
                    </a:lnTo>
                    <a:lnTo>
                      <a:pt x="261" y="86"/>
                    </a:lnTo>
                    <a:lnTo>
                      <a:pt x="258" y="101"/>
                    </a:lnTo>
                    <a:lnTo>
                      <a:pt x="255" y="119"/>
                    </a:lnTo>
                    <a:lnTo>
                      <a:pt x="249" y="137"/>
                    </a:lnTo>
                    <a:lnTo>
                      <a:pt x="243" y="157"/>
                    </a:lnTo>
                    <a:lnTo>
                      <a:pt x="237" y="177"/>
                    </a:lnTo>
                    <a:lnTo>
                      <a:pt x="229" y="198"/>
                    </a:lnTo>
                    <a:lnTo>
                      <a:pt x="221" y="221"/>
                    </a:lnTo>
                    <a:lnTo>
                      <a:pt x="213" y="245"/>
                    </a:lnTo>
                    <a:lnTo>
                      <a:pt x="204" y="269"/>
                    </a:lnTo>
                    <a:lnTo>
                      <a:pt x="194" y="295"/>
                    </a:lnTo>
                    <a:lnTo>
                      <a:pt x="183" y="321"/>
                    </a:lnTo>
                    <a:lnTo>
                      <a:pt x="171" y="348"/>
                    </a:lnTo>
                    <a:lnTo>
                      <a:pt x="159" y="376"/>
                    </a:lnTo>
                    <a:lnTo>
                      <a:pt x="146" y="405"/>
                    </a:lnTo>
                    <a:lnTo>
                      <a:pt x="133" y="434"/>
                    </a:lnTo>
                    <a:lnTo>
                      <a:pt x="118" y="465"/>
                    </a:lnTo>
                    <a:lnTo>
                      <a:pt x="104" y="496"/>
                    </a:lnTo>
                    <a:lnTo>
                      <a:pt x="89" y="528"/>
                    </a:lnTo>
                    <a:lnTo>
                      <a:pt x="74" y="559"/>
                    </a:lnTo>
                    <a:lnTo>
                      <a:pt x="57" y="593"/>
                    </a:lnTo>
                    <a:lnTo>
                      <a:pt x="40" y="626"/>
                    </a:lnTo>
                    <a:lnTo>
                      <a:pt x="23" y="659"/>
                    </a:lnTo>
                    <a:lnTo>
                      <a:pt x="5" y="695"/>
                    </a:lnTo>
                    <a:lnTo>
                      <a:pt x="0" y="691"/>
                    </a:lnTo>
                  </a:path>
                </a:pathLst>
              </a:custGeom>
              <a:solidFill>
                <a:srgbClr val="FF0000"/>
              </a:solidFill>
              <a:ln w="12700">
                <a:noFill/>
              </a:ln>
            </p:spPr>
            <p:txBody>
              <a:bodyPr/>
              <a:lstStyle/>
              <a:p>
                <a:endParaRPr lang="zh-CN" altLang="en-US"/>
              </a:p>
            </p:txBody>
          </p:sp>
          <p:sp>
            <p:nvSpPr>
              <p:cNvPr id="31761" name="Freeform 18"/>
              <p:cNvSpPr/>
              <p:nvPr/>
            </p:nvSpPr>
            <p:spPr>
              <a:xfrm>
                <a:off x="3118" y="2908"/>
                <a:ext cx="1136" cy="231"/>
              </a:xfrm>
              <a:custGeom>
                <a:avLst/>
                <a:gdLst/>
                <a:ahLst/>
                <a:cxnLst>
                  <a:cxn ang="0">
                    <a:pos x="18" y="76"/>
                  </a:cxn>
                  <a:cxn ang="0">
                    <a:pos x="54" y="116"/>
                  </a:cxn>
                  <a:cxn ang="0">
                    <a:pos x="96" y="149"/>
                  </a:cxn>
                  <a:cxn ang="0">
                    <a:pos x="145" y="177"/>
                  </a:cxn>
                  <a:cxn ang="0">
                    <a:pos x="201" y="198"/>
                  </a:cxn>
                  <a:cxn ang="0">
                    <a:pos x="263" y="212"/>
                  </a:cxn>
                  <a:cxn ang="0">
                    <a:pos x="331" y="221"/>
                  </a:cxn>
                  <a:cxn ang="0">
                    <a:pos x="403" y="224"/>
                  </a:cxn>
                  <a:cxn ang="0">
                    <a:pos x="480" y="220"/>
                  </a:cxn>
                  <a:cxn ang="0">
                    <a:pos x="560" y="210"/>
                  </a:cxn>
                  <a:cxn ang="0">
                    <a:pos x="643" y="194"/>
                  </a:cxn>
                  <a:cxn ang="0">
                    <a:pos x="729" y="172"/>
                  </a:cxn>
                  <a:cxn ang="0">
                    <a:pos x="817" y="144"/>
                  </a:cxn>
                  <a:cxn ang="0">
                    <a:pos x="906" y="111"/>
                  </a:cxn>
                  <a:cxn ang="0">
                    <a:pos x="996" y="70"/>
                  </a:cxn>
                  <a:cxn ang="0">
                    <a:pos x="1086" y="25"/>
                  </a:cxn>
                  <a:cxn ang="0">
                    <a:pos x="1135" y="4"/>
                  </a:cxn>
                  <a:cxn ang="0">
                    <a:pos x="1043" y="54"/>
                  </a:cxn>
                  <a:cxn ang="0">
                    <a:pos x="954" y="96"/>
                  </a:cxn>
                  <a:cxn ang="0">
                    <a:pos x="863" y="134"/>
                  </a:cxn>
                  <a:cxn ang="0">
                    <a:pos x="774" y="165"/>
                  </a:cxn>
                  <a:cxn ang="0">
                    <a:pos x="687" y="190"/>
                  </a:cxn>
                  <a:cxn ang="0">
                    <a:pos x="602" y="209"/>
                  </a:cxn>
                  <a:cxn ang="0">
                    <a:pos x="520" y="222"/>
                  </a:cxn>
                  <a:cxn ang="0">
                    <a:pos x="441" y="228"/>
                  </a:cxn>
                  <a:cxn ang="0">
                    <a:pos x="366" y="230"/>
                  </a:cxn>
                  <a:cxn ang="0">
                    <a:pos x="296" y="224"/>
                  </a:cxn>
                  <a:cxn ang="0">
                    <a:pos x="230" y="212"/>
                  </a:cxn>
                  <a:cxn ang="0">
                    <a:pos x="170" y="193"/>
                  </a:cxn>
                  <a:cxn ang="0">
                    <a:pos x="117" y="169"/>
                  </a:cxn>
                  <a:cxn ang="0">
                    <a:pos x="69" y="138"/>
                  </a:cxn>
                  <a:cxn ang="0">
                    <a:pos x="30" y="101"/>
                  </a:cxn>
                  <a:cxn ang="0">
                    <a:pos x="0" y="57"/>
                  </a:cxn>
                </a:cxnLst>
                <a:rect l="0" t="0" r="0" b="0"/>
                <a:pathLst>
                  <a:path w="1136" h="231">
                    <a:moveTo>
                      <a:pt x="4" y="54"/>
                    </a:moveTo>
                    <a:lnTo>
                      <a:pt x="18" y="76"/>
                    </a:lnTo>
                    <a:lnTo>
                      <a:pt x="35" y="97"/>
                    </a:lnTo>
                    <a:lnTo>
                      <a:pt x="54" y="116"/>
                    </a:lnTo>
                    <a:lnTo>
                      <a:pt x="73" y="134"/>
                    </a:lnTo>
                    <a:lnTo>
                      <a:pt x="96" y="149"/>
                    </a:lnTo>
                    <a:lnTo>
                      <a:pt x="120" y="164"/>
                    </a:lnTo>
                    <a:lnTo>
                      <a:pt x="145" y="177"/>
                    </a:lnTo>
                    <a:lnTo>
                      <a:pt x="172" y="188"/>
                    </a:lnTo>
                    <a:lnTo>
                      <a:pt x="201" y="198"/>
                    </a:lnTo>
                    <a:lnTo>
                      <a:pt x="232" y="206"/>
                    </a:lnTo>
                    <a:lnTo>
                      <a:pt x="263" y="212"/>
                    </a:lnTo>
                    <a:lnTo>
                      <a:pt x="296" y="218"/>
                    </a:lnTo>
                    <a:lnTo>
                      <a:pt x="331" y="221"/>
                    </a:lnTo>
                    <a:lnTo>
                      <a:pt x="366" y="223"/>
                    </a:lnTo>
                    <a:lnTo>
                      <a:pt x="403" y="224"/>
                    </a:lnTo>
                    <a:lnTo>
                      <a:pt x="441" y="222"/>
                    </a:lnTo>
                    <a:lnTo>
                      <a:pt x="480" y="220"/>
                    </a:lnTo>
                    <a:lnTo>
                      <a:pt x="519" y="216"/>
                    </a:lnTo>
                    <a:lnTo>
                      <a:pt x="560" y="210"/>
                    </a:lnTo>
                    <a:lnTo>
                      <a:pt x="601" y="203"/>
                    </a:lnTo>
                    <a:lnTo>
                      <a:pt x="643" y="194"/>
                    </a:lnTo>
                    <a:lnTo>
                      <a:pt x="685" y="184"/>
                    </a:lnTo>
                    <a:lnTo>
                      <a:pt x="729" y="172"/>
                    </a:lnTo>
                    <a:lnTo>
                      <a:pt x="773" y="159"/>
                    </a:lnTo>
                    <a:lnTo>
                      <a:pt x="817" y="144"/>
                    </a:lnTo>
                    <a:lnTo>
                      <a:pt x="861" y="128"/>
                    </a:lnTo>
                    <a:lnTo>
                      <a:pt x="906" y="111"/>
                    </a:lnTo>
                    <a:lnTo>
                      <a:pt x="950" y="91"/>
                    </a:lnTo>
                    <a:lnTo>
                      <a:pt x="996" y="70"/>
                    </a:lnTo>
                    <a:lnTo>
                      <a:pt x="1041" y="48"/>
                    </a:lnTo>
                    <a:lnTo>
                      <a:pt x="1086" y="25"/>
                    </a:lnTo>
                    <a:lnTo>
                      <a:pt x="1131" y="0"/>
                    </a:lnTo>
                    <a:lnTo>
                      <a:pt x="1135" y="4"/>
                    </a:lnTo>
                    <a:lnTo>
                      <a:pt x="1089" y="29"/>
                    </a:lnTo>
                    <a:lnTo>
                      <a:pt x="1043" y="54"/>
                    </a:lnTo>
                    <a:lnTo>
                      <a:pt x="999" y="76"/>
                    </a:lnTo>
                    <a:lnTo>
                      <a:pt x="954" y="96"/>
                    </a:lnTo>
                    <a:lnTo>
                      <a:pt x="908" y="116"/>
                    </a:lnTo>
                    <a:lnTo>
                      <a:pt x="863" y="134"/>
                    </a:lnTo>
                    <a:lnTo>
                      <a:pt x="819" y="150"/>
                    </a:lnTo>
                    <a:lnTo>
                      <a:pt x="774" y="165"/>
                    </a:lnTo>
                    <a:lnTo>
                      <a:pt x="731" y="178"/>
                    </a:lnTo>
                    <a:lnTo>
                      <a:pt x="687" y="190"/>
                    </a:lnTo>
                    <a:lnTo>
                      <a:pt x="644" y="200"/>
                    </a:lnTo>
                    <a:lnTo>
                      <a:pt x="602" y="209"/>
                    </a:lnTo>
                    <a:lnTo>
                      <a:pt x="561" y="216"/>
                    </a:lnTo>
                    <a:lnTo>
                      <a:pt x="520" y="222"/>
                    </a:lnTo>
                    <a:lnTo>
                      <a:pt x="480" y="226"/>
                    </a:lnTo>
                    <a:lnTo>
                      <a:pt x="441" y="228"/>
                    </a:lnTo>
                    <a:lnTo>
                      <a:pt x="403" y="230"/>
                    </a:lnTo>
                    <a:lnTo>
                      <a:pt x="366" y="230"/>
                    </a:lnTo>
                    <a:lnTo>
                      <a:pt x="330" y="228"/>
                    </a:lnTo>
                    <a:lnTo>
                      <a:pt x="296" y="224"/>
                    </a:lnTo>
                    <a:lnTo>
                      <a:pt x="262" y="218"/>
                    </a:lnTo>
                    <a:lnTo>
                      <a:pt x="230" y="212"/>
                    </a:lnTo>
                    <a:lnTo>
                      <a:pt x="199" y="203"/>
                    </a:lnTo>
                    <a:lnTo>
                      <a:pt x="170" y="193"/>
                    </a:lnTo>
                    <a:lnTo>
                      <a:pt x="143" y="182"/>
                    </a:lnTo>
                    <a:lnTo>
                      <a:pt x="117" y="169"/>
                    </a:lnTo>
                    <a:lnTo>
                      <a:pt x="92" y="154"/>
                    </a:lnTo>
                    <a:lnTo>
                      <a:pt x="69" y="138"/>
                    </a:lnTo>
                    <a:lnTo>
                      <a:pt x="49" y="120"/>
                    </a:lnTo>
                    <a:lnTo>
                      <a:pt x="30" y="101"/>
                    </a:lnTo>
                    <a:lnTo>
                      <a:pt x="14" y="79"/>
                    </a:lnTo>
                    <a:lnTo>
                      <a:pt x="0" y="57"/>
                    </a:lnTo>
                    <a:lnTo>
                      <a:pt x="4" y="54"/>
                    </a:lnTo>
                  </a:path>
                </a:pathLst>
              </a:custGeom>
              <a:solidFill>
                <a:srgbClr val="FF0000"/>
              </a:solidFill>
              <a:ln w="12700">
                <a:noFill/>
              </a:ln>
            </p:spPr>
            <p:txBody>
              <a:bodyPr/>
              <a:lstStyle/>
              <a:p>
                <a:endParaRPr lang="zh-CN" altLang="en-US"/>
              </a:p>
            </p:txBody>
          </p:sp>
          <p:sp>
            <p:nvSpPr>
              <p:cNvPr id="31762" name="Freeform 19"/>
              <p:cNvSpPr/>
              <p:nvPr/>
            </p:nvSpPr>
            <p:spPr>
              <a:xfrm>
                <a:off x="3078" y="2005"/>
                <a:ext cx="657" cy="960"/>
              </a:xfrm>
              <a:custGeom>
                <a:avLst/>
                <a:gdLst/>
                <a:ahLst/>
                <a:cxnLst>
                  <a:cxn ang="0">
                    <a:pos x="611" y="30"/>
                  </a:cxn>
                  <a:cxn ang="0">
                    <a:pos x="525" y="85"/>
                  </a:cxn>
                  <a:cxn ang="0">
                    <a:pos x="446" y="144"/>
                  </a:cxn>
                  <a:cxn ang="0">
                    <a:pos x="371" y="205"/>
                  </a:cxn>
                  <a:cxn ang="0">
                    <a:pos x="303" y="267"/>
                  </a:cxn>
                  <a:cxn ang="0">
                    <a:pos x="240" y="330"/>
                  </a:cxn>
                  <a:cxn ang="0">
                    <a:pos x="185" y="394"/>
                  </a:cxn>
                  <a:cxn ang="0">
                    <a:pos x="137" y="460"/>
                  </a:cxn>
                  <a:cxn ang="0">
                    <a:pos x="95" y="523"/>
                  </a:cxn>
                  <a:cxn ang="0">
                    <a:pos x="61" y="587"/>
                  </a:cxn>
                  <a:cxn ang="0">
                    <a:pos x="35" y="650"/>
                  </a:cxn>
                  <a:cxn ang="0">
                    <a:pos x="16" y="712"/>
                  </a:cxn>
                  <a:cxn ang="0">
                    <a:pos x="6" y="771"/>
                  </a:cxn>
                  <a:cxn ang="0">
                    <a:pos x="5" y="828"/>
                  </a:cxn>
                  <a:cxn ang="0">
                    <a:pos x="13" y="882"/>
                  </a:cxn>
                  <a:cxn ang="0">
                    <a:pos x="30" y="931"/>
                  </a:cxn>
                  <a:cxn ang="0">
                    <a:pos x="37" y="959"/>
                  </a:cxn>
                  <a:cxn ang="0">
                    <a:pos x="15" y="909"/>
                  </a:cxn>
                  <a:cxn ang="0">
                    <a:pos x="2" y="856"/>
                  </a:cxn>
                  <a:cxn ang="0">
                    <a:pos x="0" y="800"/>
                  </a:cxn>
                  <a:cxn ang="0">
                    <a:pos x="5" y="741"/>
                  </a:cxn>
                  <a:cxn ang="0">
                    <a:pos x="19" y="680"/>
                  </a:cxn>
                  <a:cxn ang="0">
                    <a:pos x="42" y="617"/>
                  </a:cxn>
                  <a:cxn ang="0">
                    <a:pos x="72" y="553"/>
                  </a:cxn>
                  <a:cxn ang="0">
                    <a:pos x="110" y="488"/>
                  </a:cxn>
                  <a:cxn ang="0">
                    <a:pos x="155" y="423"/>
                  </a:cxn>
                  <a:cxn ang="0">
                    <a:pos x="208" y="359"/>
                  </a:cxn>
                  <a:cxn ang="0">
                    <a:pos x="267" y="294"/>
                  </a:cxn>
                  <a:cxn ang="0">
                    <a:pos x="332" y="231"/>
                  </a:cxn>
                  <a:cxn ang="0">
                    <a:pos x="404" y="169"/>
                  </a:cxn>
                  <a:cxn ang="0">
                    <a:pos x="481" y="110"/>
                  </a:cxn>
                  <a:cxn ang="0">
                    <a:pos x="564" y="52"/>
                  </a:cxn>
                  <a:cxn ang="0">
                    <a:pos x="652" y="0"/>
                  </a:cxn>
                </a:cxnLst>
                <a:rect l="0" t="0" r="0" b="0"/>
                <a:pathLst>
                  <a:path w="657" h="960">
                    <a:moveTo>
                      <a:pt x="656" y="4"/>
                    </a:moveTo>
                    <a:lnTo>
                      <a:pt x="611" y="30"/>
                    </a:lnTo>
                    <a:lnTo>
                      <a:pt x="567" y="58"/>
                    </a:lnTo>
                    <a:lnTo>
                      <a:pt x="525" y="85"/>
                    </a:lnTo>
                    <a:lnTo>
                      <a:pt x="484" y="115"/>
                    </a:lnTo>
                    <a:lnTo>
                      <a:pt x="446" y="144"/>
                    </a:lnTo>
                    <a:lnTo>
                      <a:pt x="408" y="174"/>
                    </a:lnTo>
                    <a:lnTo>
                      <a:pt x="371" y="205"/>
                    </a:lnTo>
                    <a:lnTo>
                      <a:pt x="337" y="235"/>
                    </a:lnTo>
                    <a:lnTo>
                      <a:pt x="303" y="267"/>
                    </a:lnTo>
                    <a:lnTo>
                      <a:pt x="271" y="298"/>
                    </a:lnTo>
                    <a:lnTo>
                      <a:pt x="240" y="330"/>
                    </a:lnTo>
                    <a:lnTo>
                      <a:pt x="212" y="362"/>
                    </a:lnTo>
                    <a:lnTo>
                      <a:pt x="185" y="394"/>
                    </a:lnTo>
                    <a:lnTo>
                      <a:pt x="160" y="427"/>
                    </a:lnTo>
                    <a:lnTo>
                      <a:pt x="137" y="460"/>
                    </a:lnTo>
                    <a:lnTo>
                      <a:pt x="115" y="492"/>
                    </a:lnTo>
                    <a:lnTo>
                      <a:pt x="95" y="523"/>
                    </a:lnTo>
                    <a:lnTo>
                      <a:pt x="77" y="556"/>
                    </a:lnTo>
                    <a:lnTo>
                      <a:pt x="61" y="587"/>
                    </a:lnTo>
                    <a:lnTo>
                      <a:pt x="46" y="619"/>
                    </a:lnTo>
                    <a:lnTo>
                      <a:pt x="35" y="650"/>
                    </a:lnTo>
                    <a:lnTo>
                      <a:pt x="25" y="682"/>
                    </a:lnTo>
                    <a:lnTo>
                      <a:pt x="16" y="712"/>
                    </a:lnTo>
                    <a:lnTo>
                      <a:pt x="11" y="742"/>
                    </a:lnTo>
                    <a:lnTo>
                      <a:pt x="6" y="771"/>
                    </a:lnTo>
                    <a:lnTo>
                      <a:pt x="5" y="800"/>
                    </a:lnTo>
                    <a:lnTo>
                      <a:pt x="5" y="828"/>
                    </a:lnTo>
                    <a:lnTo>
                      <a:pt x="8" y="855"/>
                    </a:lnTo>
                    <a:lnTo>
                      <a:pt x="13" y="882"/>
                    </a:lnTo>
                    <a:lnTo>
                      <a:pt x="20" y="908"/>
                    </a:lnTo>
                    <a:lnTo>
                      <a:pt x="30" y="931"/>
                    </a:lnTo>
                    <a:lnTo>
                      <a:pt x="42" y="955"/>
                    </a:lnTo>
                    <a:lnTo>
                      <a:pt x="37" y="959"/>
                    </a:lnTo>
                    <a:lnTo>
                      <a:pt x="25" y="934"/>
                    </a:lnTo>
                    <a:lnTo>
                      <a:pt x="15" y="909"/>
                    </a:lnTo>
                    <a:lnTo>
                      <a:pt x="7" y="882"/>
                    </a:lnTo>
                    <a:lnTo>
                      <a:pt x="2" y="856"/>
                    </a:lnTo>
                    <a:lnTo>
                      <a:pt x="0" y="828"/>
                    </a:lnTo>
                    <a:lnTo>
                      <a:pt x="0" y="800"/>
                    </a:lnTo>
                    <a:lnTo>
                      <a:pt x="1" y="771"/>
                    </a:lnTo>
                    <a:lnTo>
                      <a:pt x="5" y="741"/>
                    </a:lnTo>
                    <a:lnTo>
                      <a:pt x="11" y="711"/>
                    </a:lnTo>
                    <a:lnTo>
                      <a:pt x="19" y="680"/>
                    </a:lnTo>
                    <a:lnTo>
                      <a:pt x="29" y="649"/>
                    </a:lnTo>
                    <a:lnTo>
                      <a:pt x="42" y="617"/>
                    </a:lnTo>
                    <a:lnTo>
                      <a:pt x="56" y="585"/>
                    </a:lnTo>
                    <a:lnTo>
                      <a:pt x="72" y="553"/>
                    </a:lnTo>
                    <a:lnTo>
                      <a:pt x="89" y="521"/>
                    </a:lnTo>
                    <a:lnTo>
                      <a:pt x="110" y="488"/>
                    </a:lnTo>
                    <a:lnTo>
                      <a:pt x="132" y="456"/>
                    </a:lnTo>
                    <a:lnTo>
                      <a:pt x="155" y="423"/>
                    </a:lnTo>
                    <a:lnTo>
                      <a:pt x="181" y="391"/>
                    </a:lnTo>
                    <a:lnTo>
                      <a:pt x="208" y="359"/>
                    </a:lnTo>
                    <a:lnTo>
                      <a:pt x="236" y="326"/>
                    </a:lnTo>
                    <a:lnTo>
                      <a:pt x="267" y="294"/>
                    </a:lnTo>
                    <a:lnTo>
                      <a:pt x="299" y="262"/>
                    </a:lnTo>
                    <a:lnTo>
                      <a:pt x="332" y="231"/>
                    </a:lnTo>
                    <a:lnTo>
                      <a:pt x="367" y="200"/>
                    </a:lnTo>
                    <a:lnTo>
                      <a:pt x="404" y="169"/>
                    </a:lnTo>
                    <a:lnTo>
                      <a:pt x="443" y="140"/>
                    </a:lnTo>
                    <a:lnTo>
                      <a:pt x="481" y="110"/>
                    </a:lnTo>
                    <a:lnTo>
                      <a:pt x="522" y="81"/>
                    </a:lnTo>
                    <a:lnTo>
                      <a:pt x="564" y="52"/>
                    </a:lnTo>
                    <a:lnTo>
                      <a:pt x="607" y="25"/>
                    </a:lnTo>
                    <a:lnTo>
                      <a:pt x="652" y="0"/>
                    </a:lnTo>
                    <a:lnTo>
                      <a:pt x="656" y="4"/>
                    </a:lnTo>
                  </a:path>
                </a:pathLst>
              </a:custGeom>
              <a:solidFill>
                <a:srgbClr val="FF0000"/>
              </a:solidFill>
              <a:ln w="12700">
                <a:noFill/>
              </a:ln>
            </p:spPr>
            <p:txBody>
              <a:bodyPr/>
              <a:lstStyle/>
              <a:p>
                <a:endParaRPr lang="zh-CN" altLang="en-US"/>
              </a:p>
            </p:txBody>
          </p:sp>
          <p:sp>
            <p:nvSpPr>
              <p:cNvPr id="31763" name="Freeform 20"/>
              <p:cNvSpPr/>
              <p:nvPr/>
            </p:nvSpPr>
            <p:spPr>
              <a:xfrm>
                <a:off x="3731" y="1781"/>
                <a:ext cx="1138" cy="231"/>
              </a:xfrm>
              <a:custGeom>
                <a:avLst/>
                <a:gdLst/>
                <a:ahLst/>
                <a:cxnLst>
                  <a:cxn ang="0">
                    <a:pos x="1117" y="152"/>
                  </a:cxn>
                  <a:cxn ang="0">
                    <a:pos x="1082" y="112"/>
                  </a:cxn>
                  <a:cxn ang="0">
                    <a:pos x="1039" y="79"/>
                  </a:cxn>
                  <a:cxn ang="0">
                    <a:pos x="991" y="52"/>
                  </a:cxn>
                  <a:cxn ang="0">
                    <a:pos x="934" y="31"/>
                  </a:cxn>
                  <a:cxn ang="0">
                    <a:pos x="872" y="16"/>
                  </a:cxn>
                  <a:cxn ang="0">
                    <a:pos x="804" y="7"/>
                  </a:cxn>
                  <a:cxn ang="0">
                    <a:pos x="732" y="5"/>
                  </a:cxn>
                  <a:cxn ang="0">
                    <a:pos x="655" y="8"/>
                  </a:cxn>
                  <a:cxn ang="0">
                    <a:pos x="575" y="18"/>
                  </a:cxn>
                  <a:cxn ang="0">
                    <a:pos x="491" y="34"/>
                  </a:cxn>
                  <a:cxn ang="0">
                    <a:pos x="405" y="56"/>
                  </a:cxn>
                  <a:cxn ang="0">
                    <a:pos x="317" y="85"/>
                  </a:cxn>
                  <a:cxn ang="0">
                    <a:pos x="228" y="118"/>
                  </a:cxn>
                  <a:cxn ang="0">
                    <a:pos x="138" y="158"/>
                  </a:cxn>
                  <a:cxn ang="0">
                    <a:pos x="48" y="204"/>
                  </a:cxn>
                  <a:cxn ang="0">
                    <a:pos x="0" y="224"/>
                  </a:cxn>
                  <a:cxn ang="0">
                    <a:pos x="90" y="175"/>
                  </a:cxn>
                  <a:cxn ang="0">
                    <a:pos x="180" y="132"/>
                  </a:cxn>
                  <a:cxn ang="0">
                    <a:pos x="270" y="95"/>
                  </a:cxn>
                  <a:cxn ang="0">
                    <a:pos x="360" y="63"/>
                  </a:cxn>
                  <a:cxn ang="0">
                    <a:pos x="447" y="38"/>
                  </a:cxn>
                  <a:cxn ang="0">
                    <a:pos x="532" y="19"/>
                  </a:cxn>
                  <a:cxn ang="0">
                    <a:pos x="615" y="7"/>
                  </a:cxn>
                  <a:cxn ang="0">
                    <a:pos x="693" y="0"/>
                  </a:cxn>
                  <a:cxn ang="0">
                    <a:pos x="769" y="0"/>
                  </a:cxn>
                  <a:cxn ang="0">
                    <a:pos x="839" y="5"/>
                  </a:cxn>
                  <a:cxn ang="0">
                    <a:pos x="905" y="17"/>
                  </a:cxn>
                  <a:cxn ang="0">
                    <a:pos x="965" y="35"/>
                  </a:cxn>
                  <a:cxn ang="0">
                    <a:pos x="1018" y="59"/>
                  </a:cxn>
                  <a:cxn ang="0">
                    <a:pos x="1066" y="90"/>
                  </a:cxn>
                  <a:cxn ang="0">
                    <a:pos x="1105" y="128"/>
                  </a:cxn>
                  <a:cxn ang="0">
                    <a:pos x="1137" y="172"/>
                  </a:cxn>
                </a:cxnLst>
                <a:rect l="0" t="0" r="0" b="0"/>
                <a:pathLst>
                  <a:path w="1138" h="231">
                    <a:moveTo>
                      <a:pt x="1131" y="175"/>
                    </a:moveTo>
                    <a:lnTo>
                      <a:pt x="1117" y="152"/>
                    </a:lnTo>
                    <a:lnTo>
                      <a:pt x="1100" y="131"/>
                    </a:lnTo>
                    <a:lnTo>
                      <a:pt x="1082" y="112"/>
                    </a:lnTo>
                    <a:lnTo>
                      <a:pt x="1062" y="95"/>
                    </a:lnTo>
                    <a:lnTo>
                      <a:pt x="1039" y="79"/>
                    </a:lnTo>
                    <a:lnTo>
                      <a:pt x="1016" y="65"/>
                    </a:lnTo>
                    <a:lnTo>
                      <a:pt x="991" y="52"/>
                    </a:lnTo>
                    <a:lnTo>
                      <a:pt x="963" y="41"/>
                    </a:lnTo>
                    <a:lnTo>
                      <a:pt x="934" y="31"/>
                    </a:lnTo>
                    <a:lnTo>
                      <a:pt x="903" y="23"/>
                    </a:lnTo>
                    <a:lnTo>
                      <a:pt x="872" y="16"/>
                    </a:lnTo>
                    <a:lnTo>
                      <a:pt x="839" y="11"/>
                    </a:lnTo>
                    <a:lnTo>
                      <a:pt x="804" y="7"/>
                    </a:lnTo>
                    <a:lnTo>
                      <a:pt x="769" y="5"/>
                    </a:lnTo>
                    <a:lnTo>
                      <a:pt x="732" y="5"/>
                    </a:lnTo>
                    <a:lnTo>
                      <a:pt x="693" y="6"/>
                    </a:lnTo>
                    <a:lnTo>
                      <a:pt x="655" y="8"/>
                    </a:lnTo>
                    <a:lnTo>
                      <a:pt x="616" y="13"/>
                    </a:lnTo>
                    <a:lnTo>
                      <a:pt x="575" y="18"/>
                    </a:lnTo>
                    <a:lnTo>
                      <a:pt x="533" y="25"/>
                    </a:lnTo>
                    <a:lnTo>
                      <a:pt x="491" y="34"/>
                    </a:lnTo>
                    <a:lnTo>
                      <a:pt x="448" y="44"/>
                    </a:lnTo>
                    <a:lnTo>
                      <a:pt x="405" y="56"/>
                    </a:lnTo>
                    <a:lnTo>
                      <a:pt x="361" y="69"/>
                    </a:lnTo>
                    <a:lnTo>
                      <a:pt x="317" y="85"/>
                    </a:lnTo>
                    <a:lnTo>
                      <a:pt x="272" y="100"/>
                    </a:lnTo>
                    <a:lnTo>
                      <a:pt x="228" y="118"/>
                    </a:lnTo>
                    <a:lnTo>
                      <a:pt x="183" y="137"/>
                    </a:lnTo>
                    <a:lnTo>
                      <a:pt x="138" y="158"/>
                    </a:lnTo>
                    <a:lnTo>
                      <a:pt x="93" y="180"/>
                    </a:lnTo>
                    <a:lnTo>
                      <a:pt x="48" y="204"/>
                    </a:lnTo>
                    <a:lnTo>
                      <a:pt x="2" y="230"/>
                    </a:lnTo>
                    <a:lnTo>
                      <a:pt x="0" y="224"/>
                    </a:lnTo>
                    <a:lnTo>
                      <a:pt x="45" y="199"/>
                    </a:lnTo>
                    <a:lnTo>
                      <a:pt x="90" y="175"/>
                    </a:lnTo>
                    <a:lnTo>
                      <a:pt x="135" y="152"/>
                    </a:lnTo>
                    <a:lnTo>
                      <a:pt x="180" y="132"/>
                    </a:lnTo>
                    <a:lnTo>
                      <a:pt x="226" y="112"/>
                    </a:lnTo>
                    <a:lnTo>
                      <a:pt x="270" y="95"/>
                    </a:lnTo>
                    <a:lnTo>
                      <a:pt x="315" y="79"/>
                    </a:lnTo>
                    <a:lnTo>
                      <a:pt x="360" y="63"/>
                    </a:lnTo>
                    <a:lnTo>
                      <a:pt x="404" y="51"/>
                    </a:lnTo>
                    <a:lnTo>
                      <a:pt x="447" y="38"/>
                    </a:lnTo>
                    <a:lnTo>
                      <a:pt x="490" y="29"/>
                    </a:lnTo>
                    <a:lnTo>
                      <a:pt x="532" y="19"/>
                    </a:lnTo>
                    <a:lnTo>
                      <a:pt x="574" y="13"/>
                    </a:lnTo>
                    <a:lnTo>
                      <a:pt x="615" y="7"/>
                    </a:lnTo>
                    <a:lnTo>
                      <a:pt x="655" y="3"/>
                    </a:lnTo>
                    <a:lnTo>
                      <a:pt x="693" y="0"/>
                    </a:lnTo>
                    <a:lnTo>
                      <a:pt x="732" y="0"/>
                    </a:lnTo>
                    <a:lnTo>
                      <a:pt x="769" y="0"/>
                    </a:lnTo>
                    <a:lnTo>
                      <a:pt x="805" y="1"/>
                    </a:lnTo>
                    <a:lnTo>
                      <a:pt x="839" y="5"/>
                    </a:lnTo>
                    <a:lnTo>
                      <a:pt x="872" y="10"/>
                    </a:lnTo>
                    <a:lnTo>
                      <a:pt x="905" y="17"/>
                    </a:lnTo>
                    <a:lnTo>
                      <a:pt x="936" y="25"/>
                    </a:lnTo>
                    <a:lnTo>
                      <a:pt x="965" y="35"/>
                    </a:lnTo>
                    <a:lnTo>
                      <a:pt x="993" y="46"/>
                    </a:lnTo>
                    <a:lnTo>
                      <a:pt x="1018" y="59"/>
                    </a:lnTo>
                    <a:lnTo>
                      <a:pt x="1043" y="75"/>
                    </a:lnTo>
                    <a:lnTo>
                      <a:pt x="1066" y="90"/>
                    </a:lnTo>
                    <a:lnTo>
                      <a:pt x="1086" y="108"/>
                    </a:lnTo>
                    <a:lnTo>
                      <a:pt x="1105" y="128"/>
                    </a:lnTo>
                    <a:lnTo>
                      <a:pt x="1121" y="149"/>
                    </a:lnTo>
                    <a:lnTo>
                      <a:pt x="1137" y="172"/>
                    </a:lnTo>
                    <a:lnTo>
                      <a:pt x="1131" y="175"/>
                    </a:lnTo>
                  </a:path>
                </a:pathLst>
              </a:custGeom>
              <a:solidFill>
                <a:srgbClr val="FF0000"/>
              </a:solidFill>
              <a:ln w="12700">
                <a:noFill/>
              </a:ln>
            </p:spPr>
            <p:txBody>
              <a:bodyPr/>
              <a:lstStyle/>
              <a:p>
                <a:endParaRPr lang="zh-CN" altLang="en-US"/>
              </a:p>
            </p:txBody>
          </p:sp>
          <p:sp>
            <p:nvSpPr>
              <p:cNvPr id="31764" name="Freeform 21"/>
              <p:cNvSpPr/>
              <p:nvPr/>
            </p:nvSpPr>
            <p:spPr>
              <a:xfrm>
                <a:off x="4252" y="1952"/>
                <a:ext cx="655" cy="961"/>
              </a:xfrm>
              <a:custGeom>
                <a:avLst/>
                <a:gdLst/>
                <a:ahLst/>
                <a:cxnLst>
                  <a:cxn ang="0">
                    <a:pos x="44" y="928"/>
                  </a:cxn>
                  <a:cxn ang="0">
                    <a:pos x="129" y="873"/>
                  </a:cxn>
                  <a:cxn ang="0">
                    <a:pos x="208" y="815"/>
                  </a:cxn>
                  <a:cxn ang="0">
                    <a:pos x="282" y="754"/>
                  </a:cxn>
                  <a:cxn ang="0">
                    <a:pos x="350" y="692"/>
                  </a:cxn>
                  <a:cxn ang="0">
                    <a:pos x="413" y="628"/>
                  </a:cxn>
                  <a:cxn ang="0">
                    <a:pos x="468" y="563"/>
                  </a:cxn>
                  <a:cxn ang="0">
                    <a:pos x="516" y="498"/>
                  </a:cxn>
                  <a:cxn ang="0">
                    <a:pos x="557" y="435"/>
                  </a:cxn>
                  <a:cxn ang="0">
                    <a:pos x="592" y="370"/>
                  </a:cxn>
                  <a:cxn ang="0">
                    <a:pos x="618" y="307"/>
                  </a:cxn>
                  <a:cxn ang="0">
                    <a:pos x="636" y="245"/>
                  </a:cxn>
                  <a:cxn ang="0">
                    <a:pos x="646" y="187"/>
                  </a:cxn>
                  <a:cxn ang="0">
                    <a:pos x="647" y="129"/>
                  </a:cxn>
                  <a:cxn ang="0">
                    <a:pos x="639" y="76"/>
                  </a:cxn>
                  <a:cxn ang="0">
                    <a:pos x="623" y="26"/>
                  </a:cxn>
                  <a:cxn ang="0">
                    <a:pos x="615" y="0"/>
                  </a:cxn>
                  <a:cxn ang="0">
                    <a:pos x="638" y="49"/>
                  </a:cxn>
                  <a:cxn ang="0">
                    <a:pos x="650" y="101"/>
                  </a:cxn>
                  <a:cxn ang="0">
                    <a:pos x="654" y="158"/>
                  </a:cxn>
                  <a:cxn ang="0">
                    <a:pos x="648" y="217"/>
                  </a:cxn>
                  <a:cxn ang="0">
                    <a:pos x="633" y="277"/>
                  </a:cxn>
                  <a:cxn ang="0">
                    <a:pos x="611" y="340"/>
                  </a:cxn>
                  <a:cxn ang="0">
                    <a:pos x="581" y="405"/>
                  </a:cxn>
                  <a:cxn ang="0">
                    <a:pos x="543" y="469"/>
                  </a:cxn>
                  <a:cxn ang="0">
                    <a:pos x="498" y="534"/>
                  </a:cxn>
                  <a:cxn ang="0">
                    <a:pos x="445" y="599"/>
                  </a:cxn>
                  <a:cxn ang="0">
                    <a:pos x="386" y="664"/>
                  </a:cxn>
                  <a:cxn ang="0">
                    <a:pos x="321" y="727"/>
                  </a:cxn>
                  <a:cxn ang="0">
                    <a:pos x="249" y="789"/>
                  </a:cxn>
                  <a:cxn ang="0">
                    <a:pos x="173" y="848"/>
                  </a:cxn>
                  <a:cxn ang="0">
                    <a:pos x="90" y="905"/>
                  </a:cxn>
                  <a:cxn ang="0">
                    <a:pos x="2" y="960"/>
                  </a:cxn>
                </a:cxnLst>
                <a:rect l="0" t="0" r="0" b="0"/>
                <a:pathLst>
                  <a:path w="655" h="961">
                    <a:moveTo>
                      <a:pt x="0" y="954"/>
                    </a:moveTo>
                    <a:lnTo>
                      <a:pt x="44" y="928"/>
                    </a:lnTo>
                    <a:lnTo>
                      <a:pt x="87" y="901"/>
                    </a:lnTo>
                    <a:lnTo>
                      <a:pt x="129" y="873"/>
                    </a:lnTo>
                    <a:lnTo>
                      <a:pt x="170" y="844"/>
                    </a:lnTo>
                    <a:lnTo>
                      <a:pt x="208" y="815"/>
                    </a:lnTo>
                    <a:lnTo>
                      <a:pt x="246" y="784"/>
                    </a:lnTo>
                    <a:lnTo>
                      <a:pt x="282" y="754"/>
                    </a:lnTo>
                    <a:lnTo>
                      <a:pt x="317" y="723"/>
                    </a:lnTo>
                    <a:lnTo>
                      <a:pt x="350" y="692"/>
                    </a:lnTo>
                    <a:lnTo>
                      <a:pt x="382" y="660"/>
                    </a:lnTo>
                    <a:lnTo>
                      <a:pt x="413" y="628"/>
                    </a:lnTo>
                    <a:lnTo>
                      <a:pt x="441" y="596"/>
                    </a:lnTo>
                    <a:lnTo>
                      <a:pt x="468" y="563"/>
                    </a:lnTo>
                    <a:lnTo>
                      <a:pt x="493" y="531"/>
                    </a:lnTo>
                    <a:lnTo>
                      <a:pt x="516" y="498"/>
                    </a:lnTo>
                    <a:lnTo>
                      <a:pt x="537" y="466"/>
                    </a:lnTo>
                    <a:lnTo>
                      <a:pt x="557" y="435"/>
                    </a:lnTo>
                    <a:lnTo>
                      <a:pt x="576" y="401"/>
                    </a:lnTo>
                    <a:lnTo>
                      <a:pt x="592" y="370"/>
                    </a:lnTo>
                    <a:lnTo>
                      <a:pt x="606" y="338"/>
                    </a:lnTo>
                    <a:lnTo>
                      <a:pt x="618" y="307"/>
                    </a:lnTo>
                    <a:lnTo>
                      <a:pt x="628" y="276"/>
                    </a:lnTo>
                    <a:lnTo>
                      <a:pt x="636" y="245"/>
                    </a:lnTo>
                    <a:lnTo>
                      <a:pt x="642" y="215"/>
                    </a:lnTo>
                    <a:lnTo>
                      <a:pt x="646" y="187"/>
                    </a:lnTo>
                    <a:lnTo>
                      <a:pt x="648" y="158"/>
                    </a:lnTo>
                    <a:lnTo>
                      <a:pt x="647" y="129"/>
                    </a:lnTo>
                    <a:lnTo>
                      <a:pt x="644" y="103"/>
                    </a:lnTo>
                    <a:lnTo>
                      <a:pt x="639" y="76"/>
                    </a:lnTo>
                    <a:lnTo>
                      <a:pt x="632" y="50"/>
                    </a:lnTo>
                    <a:lnTo>
                      <a:pt x="623" y="26"/>
                    </a:lnTo>
                    <a:lnTo>
                      <a:pt x="610" y="2"/>
                    </a:lnTo>
                    <a:lnTo>
                      <a:pt x="615" y="0"/>
                    </a:lnTo>
                    <a:lnTo>
                      <a:pt x="628" y="23"/>
                    </a:lnTo>
                    <a:lnTo>
                      <a:pt x="638" y="49"/>
                    </a:lnTo>
                    <a:lnTo>
                      <a:pt x="645" y="75"/>
                    </a:lnTo>
                    <a:lnTo>
                      <a:pt x="650" y="101"/>
                    </a:lnTo>
                    <a:lnTo>
                      <a:pt x="654" y="129"/>
                    </a:lnTo>
                    <a:lnTo>
                      <a:pt x="654" y="158"/>
                    </a:lnTo>
                    <a:lnTo>
                      <a:pt x="652" y="187"/>
                    </a:lnTo>
                    <a:lnTo>
                      <a:pt x="648" y="217"/>
                    </a:lnTo>
                    <a:lnTo>
                      <a:pt x="642" y="247"/>
                    </a:lnTo>
                    <a:lnTo>
                      <a:pt x="633" y="277"/>
                    </a:lnTo>
                    <a:lnTo>
                      <a:pt x="623" y="308"/>
                    </a:lnTo>
                    <a:lnTo>
                      <a:pt x="611" y="340"/>
                    </a:lnTo>
                    <a:lnTo>
                      <a:pt x="597" y="372"/>
                    </a:lnTo>
                    <a:lnTo>
                      <a:pt x="581" y="405"/>
                    </a:lnTo>
                    <a:lnTo>
                      <a:pt x="563" y="437"/>
                    </a:lnTo>
                    <a:lnTo>
                      <a:pt x="543" y="469"/>
                    </a:lnTo>
                    <a:lnTo>
                      <a:pt x="521" y="502"/>
                    </a:lnTo>
                    <a:lnTo>
                      <a:pt x="498" y="534"/>
                    </a:lnTo>
                    <a:lnTo>
                      <a:pt x="472" y="567"/>
                    </a:lnTo>
                    <a:lnTo>
                      <a:pt x="445" y="599"/>
                    </a:lnTo>
                    <a:lnTo>
                      <a:pt x="417" y="632"/>
                    </a:lnTo>
                    <a:lnTo>
                      <a:pt x="386" y="664"/>
                    </a:lnTo>
                    <a:lnTo>
                      <a:pt x="354" y="696"/>
                    </a:lnTo>
                    <a:lnTo>
                      <a:pt x="321" y="727"/>
                    </a:lnTo>
                    <a:lnTo>
                      <a:pt x="286" y="759"/>
                    </a:lnTo>
                    <a:lnTo>
                      <a:pt x="249" y="789"/>
                    </a:lnTo>
                    <a:lnTo>
                      <a:pt x="211" y="819"/>
                    </a:lnTo>
                    <a:lnTo>
                      <a:pt x="173" y="848"/>
                    </a:lnTo>
                    <a:lnTo>
                      <a:pt x="132" y="878"/>
                    </a:lnTo>
                    <a:lnTo>
                      <a:pt x="90" y="905"/>
                    </a:lnTo>
                    <a:lnTo>
                      <a:pt x="47" y="933"/>
                    </a:lnTo>
                    <a:lnTo>
                      <a:pt x="2" y="960"/>
                    </a:lnTo>
                    <a:lnTo>
                      <a:pt x="0" y="954"/>
                    </a:lnTo>
                  </a:path>
                </a:pathLst>
              </a:custGeom>
              <a:solidFill>
                <a:srgbClr val="FF0000"/>
              </a:solidFill>
              <a:ln w="12700">
                <a:noFill/>
              </a:ln>
            </p:spPr>
            <p:txBody>
              <a:bodyPr/>
              <a:lstStyle/>
              <a:p>
                <a:endParaRPr lang="zh-CN" altLang="en-US"/>
              </a:p>
            </p:txBody>
          </p:sp>
          <p:sp>
            <p:nvSpPr>
              <p:cNvPr id="31765" name="Freeform 22"/>
              <p:cNvSpPr/>
              <p:nvPr/>
            </p:nvSpPr>
            <p:spPr>
              <a:xfrm>
                <a:off x="3731" y="2908"/>
                <a:ext cx="1138" cy="231"/>
              </a:xfrm>
              <a:custGeom>
                <a:avLst/>
                <a:gdLst/>
                <a:ahLst/>
                <a:cxnLst>
                  <a:cxn ang="0">
                    <a:pos x="1121" y="79"/>
                  </a:cxn>
                  <a:cxn ang="0">
                    <a:pos x="1086" y="120"/>
                  </a:cxn>
                  <a:cxn ang="0">
                    <a:pos x="1043" y="154"/>
                  </a:cxn>
                  <a:cxn ang="0">
                    <a:pos x="993" y="182"/>
                  </a:cxn>
                  <a:cxn ang="0">
                    <a:pos x="936" y="203"/>
                  </a:cxn>
                  <a:cxn ang="0">
                    <a:pos x="872" y="218"/>
                  </a:cxn>
                  <a:cxn ang="0">
                    <a:pos x="805" y="228"/>
                  </a:cxn>
                  <a:cxn ang="0">
                    <a:pos x="732" y="230"/>
                  </a:cxn>
                  <a:cxn ang="0">
                    <a:pos x="655" y="226"/>
                  </a:cxn>
                  <a:cxn ang="0">
                    <a:pos x="574" y="216"/>
                  </a:cxn>
                  <a:cxn ang="0">
                    <a:pos x="490" y="200"/>
                  </a:cxn>
                  <a:cxn ang="0">
                    <a:pos x="404" y="178"/>
                  </a:cxn>
                  <a:cxn ang="0">
                    <a:pos x="315" y="150"/>
                  </a:cxn>
                  <a:cxn ang="0">
                    <a:pos x="226" y="116"/>
                  </a:cxn>
                  <a:cxn ang="0">
                    <a:pos x="135" y="76"/>
                  </a:cxn>
                  <a:cxn ang="0">
                    <a:pos x="45" y="29"/>
                  </a:cxn>
                  <a:cxn ang="0">
                    <a:pos x="2" y="0"/>
                  </a:cxn>
                  <a:cxn ang="0">
                    <a:pos x="93" y="48"/>
                  </a:cxn>
                  <a:cxn ang="0">
                    <a:pos x="183" y="91"/>
                  </a:cxn>
                  <a:cxn ang="0">
                    <a:pos x="272" y="128"/>
                  </a:cxn>
                  <a:cxn ang="0">
                    <a:pos x="361" y="159"/>
                  </a:cxn>
                  <a:cxn ang="0">
                    <a:pos x="448" y="184"/>
                  </a:cxn>
                  <a:cxn ang="0">
                    <a:pos x="533" y="203"/>
                  </a:cxn>
                  <a:cxn ang="0">
                    <a:pos x="616" y="216"/>
                  </a:cxn>
                  <a:cxn ang="0">
                    <a:pos x="693" y="222"/>
                  </a:cxn>
                  <a:cxn ang="0">
                    <a:pos x="769" y="223"/>
                  </a:cxn>
                  <a:cxn ang="0">
                    <a:pos x="839" y="218"/>
                  </a:cxn>
                  <a:cxn ang="0">
                    <a:pos x="903" y="206"/>
                  </a:cxn>
                  <a:cxn ang="0">
                    <a:pos x="963" y="188"/>
                  </a:cxn>
                  <a:cxn ang="0">
                    <a:pos x="1016" y="164"/>
                  </a:cxn>
                  <a:cxn ang="0">
                    <a:pos x="1062" y="134"/>
                  </a:cxn>
                  <a:cxn ang="0">
                    <a:pos x="1100" y="97"/>
                  </a:cxn>
                  <a:cxn ang="0">
                    <a:pos x="1131" y="54"/>
                  </a:cxn>
                </a:cxnLst>
                <a:rect l="0" t="0" r="0" b="0"/>
                <a:pathLst>
                  <a:path w="1138" h="231">
                    <a:moveTo>
                      <a:pt x="1137" y="57"/>
                    </a:moveTo>
                    <a:lnTo>
                      <a:pt x="1121" y="79"/>
                    </a:lnTo>
                    <a:lnTo>
                      <a:pt x="1105" y="101"/>
                    </a:lnTo>
                    <a:lnTo>
                      <a:pt x="1086" y="120"/>
                    </a:lnTo>
                    <a:lnTo>
                      <a:pt x="1066" y="138"/>
                    </a:lnTo>
                    <a:lnTo>
                      <a:pt x="1043" y="154"/>
                    </a:lnTo>
                    <a:lnTo>
                      <a:pt x="1018" y="169"/>
                    </a:lnTo>
                    <a:lnTo>
                      <a:pt x="993" y="182"/>
                    </a:lnTo>
                    <a:lnTo>
                      <a:pt x="965" y="193"/>
                    </a:lnTo>
                    <a:lnTo>
                      <a:pt x="936" y="203"/>
                    </a:lnTo>
                    <a:lnTo>
                      <a:pt x="905" y="212"/>
                    </a:lnTo>
                    <a:lnTo>
                      <a:pt x="872" y="218"/>
                    </a:lnTo>
                    <a:lnTo>
                      <a:pt x="839" y="224"/>
                    </a:lnTo>
                    <a:lnTo>
                      <a:pt x="805" y="228"/>
                    </a:lnTo>
                    <a:lnTo>
                      <a:pt x="769" y="230"/>
                    </a:lnTo>
                    <a:lnTo>
                      <a:pt x="732" y="230"/>
                    </a:lnTo>
                    <a:lnTo>
                      <a:pt x="693" y="228"/>
                    </a:lnTo>
                    <a:lnTo>
                      <a:pt x="655" y="226"/>
                    </a:lnTo>
                    <a:lnTo>
                      <a:pt x="615" y="222"/>
                    </a:lnTo>
                    <a:lnTo>
                      <a:pt x="574" y="216"/>
                    </a:lnTo>
                    <a:lnTo>
                      <a:pt x="532" y="209"/>
                    </a:lnTo>
                    <a:lnTo>
                      <a:pt x="490" y="200"/>
                    </a:lnTo>
                    <a:lnTo>
                      <a:pt x="447" y="190"/>
                    </a:lnTo>
                    <a:lnTo>
                      <a:pt x="404" y="178"/>
                    </a:lnTo>
                    <a:lnTo>
                      <a:pt x="360" y="165"/>
                    </a:lnTo>
                    <a:lnTo>
                      <a:pt x="315" y="150"/>
                    </a:lnTo>
                    <a:lnTo>
                      <a:pt x="270" y="134"/>
                    </a:lnTo>
                    <a:lnTo>
                      <a:pt x="226" y="116"/>
                    </a:lnTo>
                    <a:lnTo>
                      <a:pt x="180" y="96"/>
                    </a:lnTo>
                    <a:lnTo>
                      <a:pt x="135" y="76"/>
                    </a:lnTo>
                    <a:lnTo>
                      <a:pt x="90" y="54"/>
                    </a:lnTo>
                    <a:lnTo>
                      <a:pt x="45" y="29"/>
                    </a:lnTo>
                    <a:lnTo>
                      <a:pt x="0" y="4"/>
                    </a:lnTo>
                    <a:lnTo>
                      <a:pt x="2" y="0"/>
                    </a:lnTo>
                    <a:lnTo>
                      <a:pt x="48" y="25"/>
                    </a:lnTo>
                    <a:lnTo>
                      <a:pt x="93" y="48"/>
                    </a:lnTo>
                    <a:lnTo>
                      <a:pt x="138" y="70"/>
                    </a:lnTo>
                    <a:lnTo>
                      <a:pt x="183" y="91"/>
                    </a:lnTo>
                    <a:lnTo>
                      <a:pt x="228" y="111"/>
                    </a:lnTo>
                    <a:lnTo>
                      <a:pt x="272" y="128"/>
                    </a:lnTo>
                    <a:lnTo>
                      <a:pt x="317" y="144"/>
                    </a:lnTo>
                    <a:lnTo>
                      <a:pt x="361" y="159"/>
                    </a:lnTo>
                    <a:lnTo>
                      <a:pt x="405" y="172"/>
                    </a:lnTo>
                    <a:lnTo>
                      <a:pt x="448" y="184"/>
                    </a:lnTo>
                    <a:lnTo>
                      <a:pt x="491" y="194"/>
                    </a:lnTo>
                    <a:lnTo>
                      <a:pt x="533" y="203"/>
                    </a:lnTo>
                    <a:lnTo>
                      <a:pt x="575" y="210"/>
                    </a:lnTo>
                    <a:lnTo>
                      <a:pt x="616" y="216"/>
                    </a:lnTo>
                    <a:lnTo>
                      <a:pt x="655" y="220"/>
                    </a:lnTo>
                    <a:lnTo>
                      <a:pt x="693" y="222"/>
                    </a:lnTo>
                    <a:lnTo>
                      <a:pt x="732" y="224"/>
                    </a:lnTo>
                    <a:lnTo>
                      <a:pt x="769" y="223"/>
                    </a:lnTo>
                    <a:lnTo>
                      <a:pt x="804" y="221"/>
                    </a:lnTo>
                    <a:lnTo>
                      <a:pt x="839" y="218"/>
                    </a:lnTo>
                    <a:lnTo>
                      <a:pt x="872" y="212"/>
                    </a:lnTo>
                    <a:lnTo>
                      <a:pt x="903" y="206"/>
                    </a:lnTo>
                    <a:lnTo>
                      <a:pt x="934" y="198"/>
                    </a:lnTo>
                    <a:lnTo>
                      <a:pt x="963" y="188"/>
                    </a:lnTo>
                    <a:lnTo>
                      <a:pt x="991" y="177"/>
                    </a:lnTo>
                    <a:lnTo>
                      <a:pt x="1016" y="164"/>
                    </a:lnTo>
                    <a:lnTo>
                      <a:pt x="1039" y="149"/>
                    </a:lnTo>
                    <a:lnTo>
                      <a:pt x="1062" y="134"/>
                    </a:lnTo>
                    <a:lnTo>
                      <a:pt x="1082" y="116"/>
                    </a:lnTo>
                    <a:lnTo>
                      <a:pt x="1100" y="97"/>
                    </a:lnTo>
                    <a:lnTo>
                      <a:pt x="1117" y="76"/>
                    </a:lnTo>
                    <a:lnTo>
                      <a:pt x="1131" y="54"/>
                    </a:lnTo>
                    <a:lnTo>
                      <a:pt x="1137" y="57"/>
                    </a:lnTo>
                  </a:path>
                </a:pathLst>
              </a:custGeom>
              <a:solidFill>
                <a:srgbClr val="FF0000"/>
              </a:solidFill>
              <a:ln w="12700">
                <a:noFill/>
              </a:ln>
            </p:spPr>
            <p:txBody>
              <a:bodyPr/>
              <a:lstStyle/>
              <a:p>
                <a:endParaRPr lang="zh-CN" altLang="en-US"/>
              </a:p>
            </p:txBody>
          </p:sp>
          <p:sp>
            <p:nvSpPr>
              <p:cNvPr id="31766" name="Freeform 23"/>
              <p:cNvSpPr/>
              <p:nvPr/>
            </p:nvSpPr>
            <p:spPr>
              <a:xfrm>
                <a:off x="4252" y="2005"/>
                <a:ext cx="655" cy="960"/>
              </a:xfrm>
              <a:custGeom>
                <a:avLst/>
                <a:gdLst/>
                <a:ahLst/>
                <a:cxnLst>
                  <a:cxn ang="0">
                    <a:pos x="47" y="25"/>
                  </a:cxn>
                  <a:cxn ang="0">
                    <a:pos x="132" y="81"/>
                  </a:cxn>
                  <a:cxn ang="0">
                    <a:pos x="211" y="140"/>
                  </a:cxn>
                  <a:cxn ang="0">
                    <a:pos x="286" y="200"/>
                  </a:cxn>
                  <a:cxn ang="0">
                    <a:pos x="354" y="262"/>
                  </a:cxn>
                  <a:cxn ang="0">
                    <a:pos x="417" y="326"/>
                  </a:cxn>
                  <a:cxn ang="0">
                    <a:pos x="472" y="391"/>
                  </a:cxn>
                  <a:cxn ang="0">
                    <a:pos x="521" y="456"/>
                  </a:cxn>
                  <a:cxn ang="0">
                    <a:pos x="563" y="521"/>
                  </a:cxn>
                  <a:cxn ang="0">
                    <a:pos x="597" y="585"/>
                  </a:cxn>
                  <a:cxn ang="0">
                    <a:pos x="623" y="649"/>
                  </a:cxn>
                  <a:cxn ang="0">
                    <a:pos x="642" y="711"/>
                  </a:cxn>
                  <a:cxn ang="0">
                    <a:pos x="652" y="771"/>
                  </a:cxn>
                  <a:cxn ang="0">
                    <a:pos x="654" y="828"/>
                  </a:cxn>
                  <a:cxn ang="0">
                    <a:pos x="645" y="882"/>
                  </a:cxn>
                  <a:cxn ang="0">
                    <a:pos x="628" y="934"/>
                  </a:cxn>
                  <a:cxn ang="0">
                    <a:pos x="610" y="955"/>
                  </a:cxn>
                  <a:cxn ang="0">
                    <a:pos x="632" y="908"/>
                  </a:cxn>
                  <a:cxn ang="0">
                    <a:pos x="644" y="855"/>
                  </a:cxn>
                  <a:cxn ang="0">
                    <a:pos x="648" y="800"/>
                  </a:cxn>
                  <a:cxn ang="0">
                    <a:pos x="642" y="742"/>
                  </a:cxn>
                  <a:cxn ang="0">
                    <a:pos x="628" y="682"/>
                  </a:cxn>
                  <a:cxn ang="0">
                    <a:pos x="606" y="619"/>
                  </a:cxn>
                  <a:cxn ang="0">
                    <a:pos x="576" y="556"/>
                  </a:cxn>
                  <a:cxn ang="0">
                    <a:pos x="537" y="492"/>
                  </a:cxn>
                  <a:cxn ang="0">
                    <a:pos x="493" y="427"/>
                  </a:cxn>
                  <a:cxn ang="0">
                    <a:pos x="441" y="362"/>
                  </a:cxn>
                  <a:cxn ang="0">
                    <a:pos x="382" y="298"/>
                  </a:cxn>
                  <a:cxn ang="0">
                    <a:pos x="317" y="235"/>
                  </a:cxn>
                  <a:cxn ang="0">
                    <a:pos x="246" y="174"/>
                  </a:cxn>
                  <a:cxn ang="0">
                    <a:pos x="170" y="115"/>
                  </a:cxn>
                  <a:cxn ang="0">
                    <a:pos x="87" y="58"/>
                  </a:cxn>
                  <a:cxn ang="0">
                    <a:pos x="0" y="4"/>
                  </a:cxn>
                </a:cxnLst>
                <a:rect l="0" t="0" r="0" b="0"/>
                <a:pathLst>
                  <a:path w="655" h="960">
                    <a:moveTo>
                      <a:pt x="2" y="0"/>
                    </a:moveTo>
                    <a:lnTo>
                      <a:pt x="47" y="25"/>
                    </a:lnTo>
                    <a:lnTo>
                      <a:pt x="90" y="52"/>
                    </a:lnTo>
                    <a:lnTo>
                      <a:pt x="132" y="81"/>
                    </a:lnTo>
                    <a:lnTo>
                      <a:pt x="173" y="110"/>
                    </a:lnTo>
                    <a:lnTo>
                      <a:pt x="211" y="140"/>
                    </a:lnTo>
                    <a:lnTo>
                      <a:pt x="249" y="169"/>
                    </a:lnTo>
                    <a:lnTo>
                      <a:pt x="286" y="200"/>
                    </a:lnTo>
                    <a:lnTo>
                      <a:pt x="321" y="231"/>
                    </a:lnTo>
                    <a:lnTo>
                      <a:pt x="354" y="262"/>
                    </a:lnTo>
                    <a:lnTo>
                      <a:pt x="386" y="294"/>
                    </a:lnTo>
                    <a:lnTo>
                      <a:pt x="417" y="326"/>
                    </a:lnTo>
                    <a:lnTo>
                      <a:pt x="445" y="359"/>
                    </a:lnTo>
                    <a:lnTo>
                      <a:pt x="472" y="391"/>
                    </a:lnTo>
                    <a:lnTo>
                      <a:pt x="498" y="423"/>
                    </a:lnTo>
                    <a:lnTo>
                      <a:pt x="521" y="456"/>
                    </a:lnTo>
                    <a:lnTo>
                      <a:pt x="543" y="488"/>
                    </a:lnTo>
                    <a:lnTo>
                      <a:pt x="563" y="521"/>
                    </a:lnTo>
                    <a:lnTo>
                      <a:pt x="581" y="553"/>
                    </a:lnTo>
                    <a:lnTo>
                      <a:pt x="597" y="585"/>
                    </a:lnTo>
                    <a:lnTo>
                      <a:pt x="611" y="617"/>
                    </a:lnTo>
                    <a:lnTo>
                      <a:pt x="623" y="649"/>
                    </a:lnTo>
                    <a:lnTo>
                      <a:pt x="633" y="680"/>
                    </a:lnTo>
                    <a:lnTo>
                      <a:pt x="642" y="711"/>
                    </a:lnTo>
                    <a:lnTo>
                      <a:pt x="648" y="741"/>
                    </a:lnTo>
                    <a:lnTo>
                      <a:pt x="652" y="771"/>
                    </a:lnTo>
                    <a:lnTo>
                      <a:pt x="654" y="800"/>
                    </a:lnTo>
                    <a:lnTo>
                      <a:pt x="654" y="828"/>
                    </a:lnTo>
                    <a:lnTo>
                      <a:pt x="650" y="856"/>
                    </a:lnTo>
                    <a:lnTo>
                      <a:pt x="645" y="882"/>
                    </a:lnTo>
                    <a:lnTo>
                      <a:pt x="638" y="909"/>
                    </a:lnTo>
                    <a:lnTo>
                      <a:pt x="628" y="934"/>
                    </a:lnTo>
                    <a:lnTo>
                      <a:pt x="615" y="959"/>
                    </a:lnTo>
                    <a:lnTo>
                      <a:pt x="610" y="955"/>
                    </a:lnTo>
                    <a:lnTo>
                      <a:pt x="623" y="931"/>
                    </a:lnTo>
                    <a:lnTo>
                      <a:pt x="632" y="908"/>
                    </a:lnTo>
                    <a:lnTo>
                      <a:pt x="639" y="882"/>
                    </a:lnTo>
                    <a:lnTo>
                      <a:pt x="644" y="855"/>
                    </a:lnTo>
                    <a:lnTo>
                      <a:pt x="647" y="828"/>
                    </a:lnTo>
                    <a:lnTo>
                      <a:pt x="648" y="800"/>
                    </a:lnTo>
                    <a:lnTo>
                      <a:pt x="646" y="771"/>
                    </a:lnTo>
                    <a:lnTo>
                      <a:pt x="642" y="742"/>
                    </a:lnTo>
                    <a:lnTo>
                      <a:pt x="636" y="712"/>
                    </a:lnTo>
                    <a:lnTo>
                      <a:pt x="628" y="682"/>
                    </a:lnTo>
                    <a:lnTo>
                      <a:pt x="618" y="650"/>
                    </a:lnTo>
                    <a:lnTo>
                      <a:pt x="606" y="619"/>
                    </a:lnTo>
                    <a:lnTo>
                      <a:pt x="592" y="587"/>
                    </a:lnTo>
                    <a:lnTo>
                      <a:pt x="576" y="556"/>
                    </a:lnTo>
                    <a:lnTo>
                      <a:pt x="557" y="523"/>
                    </a:lnTo>
                    <a:lnTo>
                      <a:pt x="537" y="492"/>
                    </a:lnTo>
                    <a:lnTo>
                      <a:pt x="516" y="460"/>
                    </a:lnTo>
                    <a:lnTo>
                      <a:pt x="493" y="427"/>
                    </a:lnTo>
                    <a:lnTo>
                      <a:pt x="468" y="394"/>
                    </a:lnTo>
                    <a:lnTo>
                      <a:pt x="441" y="362"/>
                    </a:lnTo>
                    <a:lnTo>
                      <a:pt x="413" y="330"/>
                    </a:lnTo>
                    <a:lnTo>
                      <a:pt x="382" y="298"/>
                    </a:lnTo>
                    <a:lnTo>
                      <a:pt x="350" y="267"/>
                    </a:lnTo>
                    <a:lnTo>
                      <a:pt x="317" y="235"/>
                    </a:lnTo>
                    <a:lnTo>
                      <a:pt x="282" y="205"/>
                    </a:lnTo>
                    <a:lnTo>
                      <a:pt x="246" y="174"/>
                    </a:lnTo>
                    <a:lnTo>
                      <a:pt x="208" y="144"/>
                    </a:lnTo>
                    <a:lnTo>
                      <a:pt x="170" y="115"/>
                    </a:lnTo>
                    <a:lnTo>
                      <a:pt x="129" y="85"/>
                    </a:lnTo>
                    <a:lnTo>
                      <a:pt x="87" y="58"/>
                    </a:lnTo>
                    <a:lnTo>
                      <a:pt x="44" y="30"/>
                    </a:lnTo>
                    <a:lnTo>
                      <a:pt x="0" y="4"/>
                    </a:lnTo>
                    <a:lnTo>
                      <a:pt x="2" y="0"/>
                    </a:lnTo>
                  </a:path>
                </a:pathLst>
              </a:custGeom>
              <a:solidFill>
                <a:srgbClr val="FF0000"/>
              </a:solidFill>
              <a:ln w="12700">
                <a:noFill/>
              </a:ln>
            </p:spPr>
            <p:txBody>
              <a:bodyPr/>
              <a:lstStyle/>
              <a:p>
                <a:endParaRPr lang="zh-CN" altLang="en-US"/>
              </a:p>
            </p:txBody>
          </p:sp>
          <p:sp>
            <p:nvSpPr>
              <p:cNvPr id="31767" name="Freeform 24"/>
              <p:cNvSpPr/>
              <p:nvPr/>
            </p:nvSpPr>
            <p:spPr>
              <a:xfrm>
                <a:off x="3118" y="1781"/>
                <a:ext cx="1136" cy="231"/>
              </a:xfrm>
              <a:custGeom>
                <a:avLst/>
                <a:gdLst/>
                <a:ahLst/>
                <a:cxnLst>
                  <a:cxn ang="0">
                    <a:pos x="14" y="149"/>
                  </a:cxn>
                  <a:cxn ang="0">
                    <a:pos x="49" y="108"/>
                  </a:cxn>
                  <a:cxn ang="0">
                    <a:pos x="92" y="75"/>
                  </a:cxn>
                  <a:cxn ang="0">
                    <a:pos x="143" y="46"/>
                  </a:cxn>
                  <a:cxn ang="0">
                    <a:pos x="199" y="25"/>
                  </a:cxn>
                  <a:cxn ang="0">
                    <a:pos x="262" y="10"/>
                  </a:cxn>
                  <a:cxn ang="0">
                    <a:pos x="330" y="1"/>
                  </a:cxn>
                  <a:cxn ang="0">
                    <a:pos x="403" y="0"/>
                  </a:cxn>
                  <a:cxn ang="0">
                    <a:pos x="480" y="3"/>
                  </a:cxn>
                  <a:cxn ang="0">
                    <a:pos x="561" y="13"/>
                  </a:cxn>
                  <a:cxn ang="0">
                    <a:pos x="644" y="29"/>
                  </a:cxn>
                  <a:cxn ang="0">
                    <a:pos x="731" y="51"/>
                  </a:cxn>
                  <a:cxn ang="0">
                    <a:pos x="819" y="79"/>
                  </a:cxn>
                  <a:cxn ang="0">
                    <a:pos x="908" y="112"/>
                  </a:cxn>
                  <a:cxn ang="0">
                    <a:pos x="999" y="152"/>
                  </a:cxn>
                  <a:cxn ang="0">
                    <a:pos x="1089" y="199"/>
                  </a:cxn>
                  <a:cxn ang="0">
                    <a:pos x="1131" y="230"/>
                  </a:cxn>
                  <a:cxn ang="0">
                    <a:pos x="1041" y="180"/>
                  </a:cxn>
                  <a:cxn ang="0">
                    <a:pos x="950" y="137"/>
                  </a:cxn>
                  <a:cxn ang="0">
                    <a:pos x="861" y="100"/>
                  </a:cxn>
                  <a:cxn ang="0">
                    <a:pos x="773" y="69"/>
                  </a:cxn>
                  <a:cxn ang="0">
                    <a:pos x="685" y="44"/>
                  </a:cxn>
                  <a:cxn ang="0">
                    <a:pos x="601" y="25"/>
                  </a:cxn>
                  <a:cxn ang="0">
                    <a:pos x="519" y="13"/>
                  </a:cxn>
                  <a:cxn ang="0">
                    <a:pos x="441" y="6"/>
                  </a:cxn>
                  <a:cxn ang="0">
                    <a:pos x="366" y="5"/>
                  </a:cxn>
                  <a:cxn ang="0">
                    <a:pos x="296" y="11"/>
                  </a:cxn>
                  <a:cxn ang="0">
                    <a:pos x="232" y="23"/>
                  </a:cxn>
                  <a:cxn ang="0">
                    <a:pos x="172" y="41"/>
                  </a:cxn>
                  <a:cxn ang="0">
                    <a:pos x="120" y="65"/>
                  </a:cxn>
                  <a:cxn ang="0">
                    <a:pos x="73" y="95"/>
                  </a:cxn>
                  <a:cxn ang="0">
                    <a:pos x="35" y="131"/>
                  </a:cxn>
                  <a:cxn ang="0">
                    <a:pos x="4" y="175"/>
                  </a:cxn>
                </a:cxnLst>
                <a:rect l="0" t="0" r="0" b="0"/>
                <a:pathLst>
                  <a:path w="1136" h="231">
                    <a:moveTo>
                      <a:pt x="0" y="172"/>
                    </a:moveTo>
                    <a:lnTo>
                      <a:pt x="14" y="149"/>
                    </a:lnTo>
                    <a:lnTo>
                      <a:pt x="30" y="128"/>
                    </a:lnTo>
                    <a:lnTo>
                      <a:pt x="49" y="108"/>
                    </a:lnTo>
                    <a:lnTo>
                      <a:pt x="69" y="90"/>
                    </a:lnTo>
                    <a:lnTo>
                      <a:pt x="92" y="75"/>
                    </a:lnTo>
                    <a:lnTo>
                      <a:pt x="117" y="59"/>
                    </a:lnTo>
                    <a:lnTo>
                      <a:pt x="143" y="46"/>
                    </a:lnTo>
                    <a:lnTo>
                      <a:pt x="170" y="35"/>
                    </a:lnTo>
                    <a:lnTo>
                      <a:pt x="199" y="25"/>
                    </a:lnTo>
                    <a:lnTo>
                      <a:pt x="230" y="17"/>
                    </a:lnTo>
                    <a:lnTo>
                      <a:pt x="262" y="10"/>
                    </a:lnTo>
                    <a:lnTo>
                      <a:pt x="296" y="5"/>
                    </a:lnTo>
                    <a:lnTo>
                      <a:pt x="330" y="1"/>
                    </a:lnTo>
                    <a:lnTo>
                      <a:pt x="366" y="0"/>
                    </a:lnTo>
                    <a:lnTo>
                      <a:pt x="403" y="0"/>
                    </a:lnTo>
                    <a:lnTo>
                      <a:pt x="441" y="0"/>
                    </a:lnTo>
                    <a:lnTo>
                      <a:pt x="480" y="3"/>
                    </a:lnTo>
                    <a:lnTo>
                      <a:pt x="520" y="7"/>
                    </a:lnTo>
                    <a:lnTo>
                      <a:pt x="561" y="13"/>
                    </a:lnTo>
                    <a:lnTo>
                      <a:pt x="602" y="19"/>
                    </a:lnTo>
                    <a:lnTo>
                      <a:pt x="644" y="29"/>
                    </a:lnTo>
                    <a:lnTo>
                      <a:pt x="687" y="38"/>
                    </a:lnTo>
                    <a:lnTo>
                      <a:pt x="731" y="51"/>
                    </a:lnTo>
                    <a:lnTo>
                      <a:pt x="774" y="63"/>
                    </a:lnTo>
                    <a:lnTo>
                      <a:pt x="819" y="79"/>
                    </a:lnTo>
                    <a:lnTo>
                      <a:pt x="863" y="95"/>
                    </a:lnTo>
                    <a:lnTo>
                      <a:pt x="908" y="112"/>
                    </a:lnTo>
                    <a:lnTo>
                      <a:pt x="954" y="132"/>
                    </a:lnTo>
                    <a:lnTo>
                      <a:pt x="999" y="152"/>
                    </a:lnTo>
                    <a:lnTo>
                      <a:pt x="1043" y="175"/>
                    </a:lnTo>
                    <a:lnTo>
                      <a:pt x="1089" y="199"/>
                    </a:lnTo>
                    <a:lnTo>
                      <a:pt x="1135" y="224"/>
                    </a:lnTo>
                    <a:lnTo>
                      <a:pt x="1131" y="230"/>
                    </a:lnTo>
                    <a:lnTo>
                      <a:pt x="1086" y="204"/>
                    </a:lnTo>
                    <a:lnTo>
                      <a:pt x="1041" y="180"/>
                    </a:lnTo>
                    <a:lnTo>
                      <a:pt x="996" y="158"/>
                    </a:lnTo>
                    <a:lnTo>
                      <a:pt x="950" y="137"/>
                    </a:lnTo>
                    <a:lnTo>
                      <a:pt x="906" y="118"/>
                    </a:lnTo>
                    <a:lnTo>
                      <a:pt x="861" y="100"/>
                    </a:lnTo>
                    <a:lnTo>
                      <a:pt x="817" y="85"/>
                    </a:lnTo>
                    <a:lnTo>
                      <a:pt x="773" y="69"/>
                    </a:lnTo>
                    <a:lnTo>
                      <a:pt x="729" y="56"/>
                    </a:lnTo>
                    <a:lnTo>
                      <a:pt x="685" y="44"/>
                    </a:lnTo>
                    <a:lnTo>
                      <a:pt x="643" y="34"/>
                    </a:lnTo>
                    <a:lnTo>
                      <a:pt x="601" y="25"/>
                    </a:lnTo>
                    <a:lnTo>
                      <a:pt x="560" y="18"/>
                    </a:lnTo>
                    <a:lnTo>
                      <a:pt x="519" y="13"/>
                    </a:lnTo>
                    <a:lnTo>
                      <a:pt x="480" y="8"/>
                    </a:lnTo>
                    <a:lnTo>
                      <a:pt x="441" y="6"/>
                    </a:lnTo>
                    <a:lnTo>
                      <a:pt x="403" y="5"/>
                    </a:lnTo>
                    <a:lnTo>
                      <a:pt x="366" y="5"/>
                    </a:lnTo>
                    <a:lnTo>
                      <a:pt x="331" y="7"/>
                    </a:lnTo>
                    <a:lnTo>
                      <a:pt x="296" y="11"/>
                    </a:lnTo>
                    <a:lnTo>
                      <a:pt x="263" y="16"/>
                    </a:lnTo>
                    <a:lnTo>
                      <a:pt x="232" y="23"/>
                    </a:lnTo>
                    <a:lnTo>
                      <a:pt x="201" y="31"/>
                    </a:lnTo>
                    <a:lnTo>
                      <a:pt x="172" y="41"/>
                    </a:lnTo>
                    <a:lnTo>
                      <a:pt x="145" y="52"/>
                    </a:lnTo>
                    <a:lnTo>
                      <a:pt x="120" y="65"/>
                    </a:lnTo>
                    <a:lnTo>
                      <a:pt x="96" y="79"/>
                    </a:lnTo>
                    <a:lnTo>
                      <a:pt x="73" y="95"/>
                    </a:lnTo>
                    <a:lnTo>
                      <a:pt x="54" y="112"/>
                    </a:lnTo>
                    <a:lnTo>
                      <a:pt x="35" y="131"/>
                    </a:lnTo>
                    <a:lnTo>
                      <a:pt x="18" y="152"/>
                    </a:lnTo>
                    <a:lnTo>
                      <a:pt x="4" y="175"/>
                    </a:lnTo>
                    <a:lnTo>
                      <a:pt x="0" y="172"/>
                    </a:lnTo>
                  </a:path>
                </a:pathLst>
              </a:custGeom>
              <a:solidFill>
                <a:srgbClr val="FF0000"/>
              </a:solidFill>
              <a:ln w="12700">
                <a:noFill/>
              </a:ln>
            </p:spPr>
            <p:txBody>
              <a:bodyPr/>
              <a:lstStyle/>
              <a:p>
                <a:endParaRPr lang="zh-CN" altLang="en-US"/>
              </a:p>
            </p:txBody>
          </p:sp>
          <p:sp>
            <p:nvSpPr>
              <p:cNvPr id="31768" name="Freeform 25"/>
              <p:cNvSpPr/>
              <p:nvPr/>
            </p:nvSpPr>
            <p:spPr>
              <a:xfrm>
                <a:off x="3078" y="1952"/>
                <a:ext cx="657" cy="961"/>
              </a:xfrm>
              <a:custGeom>
                <a:avLst/>
                <a:gdLst/>
                <a:ahLst/>
                <a:cxnLst>
                  <a:cxn ang="0">
                    <a:pos x="607" y="933"/>
                  </a:cxn>
                  <a:cxn ang="0">
                    <a:pos x="522" y="878"/>
                  </a:cxn>
                  <a:cxn ang="0">
                    <a:pos x="443" y="819"/>
                  </a:cxn>
                  <a:cxn ang="0">
                    <a:pos x="367" y="759"/>
                  </a:cxn>
                  <a:cxn ang="0">
                    <a:pos x="299" y="696"/>
                  </a:cxn>
                  <a:cxn ang="0">
                    <a:pos x="236" y="632"/>
                  </a:cxn>
                  <a:cxn ang="0">
                    <a:pos x="181" y="567"/>
                  </a:cxn>
                  <a:cxn ang="0">
                    <a:pos x="132" y="502"/>
                  </a:cxn>
                  <a:cxn ang="0">
                    <a:pos x="89" y="437"/>
                  </a:cxn>
                  <a:cxn ang="0">
                    <a:pos x="56" y="372"/>
                  </a:cxn>
                  <a:cxn ang="0">
                    <a:pos x="29" y="308"/>
                  </a:cxn>
                  <a:cxn ang="0">
                    <a:pos x="11" y="247"/>
                  </a:cxn>
                  <a:cxn ang="0">
                    <a:pos x="1" y="187"/>
                  </a:cxn>
                  <a:cxn ang="0">
                    <a:pos x="0" y="129"/>
                  </a:cxn>
                  <a:cxn ang="0">
                    <a:pos x="7" y="75"/>
                  </a:cxn>
                  <a:cxn ang="0">
                    <a:pos x="25" y="23"/>
                  </a:cxn>
                  <a:cxn ang="0">
                    <a:pos x="42" y="2"/>
                  </a:cxn>
                  <a:cxn ang="0">
                    <a:pos x="20" y="50"/>
                  </a:cxn>
                  <a:cxn ang="0">
                    <a:pos x="8" y="103"/>
                  </a:cxn>
                  <a:cxn ang="0">
                    <a:pos x="5" y="158"/>
                  </a:cxn>
                  <a:cxn ang="0">
                    <a:pos x="11" y="215"/>
                  </a:cxn>
                  <a:cxn ang="0">
                    <a:pos x="25" y="276"/>
                  </a:cxn>
                  <a:cxn ang="0">
                    <a:pos x="46" y="338"/>
                  </a:cxn>
                  <a:cxn ang="0">
                    <a:pos x="77" y="401"/>
                  </a:cxn>
                  <a:cxn ang="0">
                    <a:pos x="115" y="466"/>
                  </a:cxn>
                  <a:cxn ang="0">
                    <a:pos x="160" y="531"/>
                  </a:cxn>
                  <a:cxn ang="0">
                    <a:pos x="212" y="596"/>
                  </a:cxn>
                  <a:cxn ang="0">
                    <a:pos x="271" y="660"/>
                  </a:cxn>
                  <a:cxn ang="0">
                    <a:pos x="337" y="723"/>
                  </a:cxn>
                  <a:cxn ang="0">
                    <a:pos x="408" y="784"/>
                  </a:cxn>
                  <a:cxn ang="0">
                    <a:pos x="484" y="844"/>
                  </a:cxn>
                  <a:cxn ang="0">
                    <a:pos x="567" y="901"/>
                  </a:cxn>
                  <a:cxn ang="0">
                    <a:pos x="656" y="954"/>
                  </a:cxn>
                </a:cxnLst>
                <a:rect l="0" t="0" r="0" b="0"/>
                <a:pathLst>
                  <a:path w="657" h="961">
                    <a:moveTo>
                      <a:pt x="652" y="960"/>
                    </a:moveTo>
                    <a:lnTo>
                      <a:pt x="607" y="933"/>
                    </a:lnTo>
                    <a:lnTo>
                      <a:pt x="564" y="905"/>
                    </a:lnTo>
                    <a:lnTo>
                      <a:pt x="522" y="878"/>
                    </a:lnTo>
                    <a:lnTo>
                      <a:pt x="481" y="848"/>
                    </a:lnTo>
                    <a:lnTo>
                      <a:pt x="443" y="819"/>
                    </a:lnTo>
                    <a:lnTo>
                      <a:pt x="404" y="789"/>
                    </a:lnTo>
                    <a:lnTo>
                      <a:pt x="367" y="759"/>
                    </a:lnTo>
                    <a:lnTo>
                      <a:pt x="332" y="727"/>
                    </a:lnTo>
                    <a:lnTo>
                      <a:pt x="299" y="696"/>
                    </a:lnTo>
                    <a:lnTo>
                      <a:pt x="267" y="664"/>
                    </a:lnTo>
                    <a:lnTo>
                      <a:pt x="236" y="632"/>
                    </a:lnTo>
                    <a:lnTo>
                      <a:pt x="208" y="599"/>
                    </a:lnTo>
                    <a:lnTo>
                      <a:pt x="181" y="567"/>
                    </a:lnTo>
                    <a:lnTo>
                      <a:pt x="155" y="534"/>
                    </a:lnTo>
                    <a:lnTo>
                      <a:pt x="132" y="502"/>
                    </a:lnTo>
                    <a:lnTo>
                      <a:pt x="110" y="469"/>
                    </a:lnTo>
                    <a:lnTo>
                      <a:pt x="89" y="437"/>
                    </a:lnTo>
                    <a:lnTo>
                      <a:pt x="72" y="405"/>
                    </a:lnTo>
                    <a:lnTo>
                      <a:pt x="56" y="372"/>
                    </a:lnTo>
                    <a:lnTo>
                      <a:pt x="42" y="340"/>
                    </a:lnTo>
                    <a:lnTo>
                      <a:pt x="29" y="308"/>
                    </a:lnTo>
                    <a:lnTo>
                      <a:pt x="19" y="277"/>
                    </a:lnTo>
                    <a:lnTo>
                      <a:pt x="11" y="247"/>
                    </a:lnTo>
                    <a:lnTo>
                      <a:pt x="5" y="217"/>
                    </a:lnTo>
                    <a:lnTo>
                      <a:pt x="1" y="187"/>
                    </a:lnTo>
                    <a:lnTo>
                      <a:pt x="0" y="158"/>
                    </a:lnTo>
                    <a:lnTo>
                      <a:pt x="0" y="129"/>
                    </a:lnTo>
                    <a:lnTo>
                      <a:pt x="2" y="101"/>
                    </a:lnTo>
                    <a:lnTo>
                      <a:pt x="7" y="75"/>
                    </a:lnTo>
                    <a:lnTo>
                      <a:pt x="15" y="49"/>
                    </a:lnTo>
                    <a:lnTo>
                      <a:pt x="25" y="23"/>
                    </a:lnTo>
                    <a:lnTo>
                      <a:pt x="37" y="0"/>
                    </a:lnTo>
                    <a:lnTo>
                      <a:pt x="42" y="2"/>
                    </a:lnTo>
                    <a:lnTo>
                      <a:pt x="30" y="26"/>
                    </a:lnTo>
                    <a:lnTo>
                      <a:pt x="20" y="50"/>
                    </a:lnTo>
                    <a:lnTo>
                      <a:pt x="13" y="76"/>
                    </a:lnTo>
                    <a:lnTo>
                      <a:pt x="8" y="103"/>
                    </a:lnTo>
                    <a:lnTo>
                      <a:pt x="5" y="129"/>
                    </a:lnTo>
                    <a:lnTo>
                      <a:pt x="5" y="158"/>
                    </a:lnTo>
                    <a:lnTo>
                      <a:pt x="6" y="187"/>
                    </a:lnTo>
                    <a:lnTo>
                      <a:pt x="11" y="215"/>
                    </a:lnTo>
                    <a:lnTo>
                      <a:pt x="16" y="245"/>
                    </a:lnTo>
                    <a:lnTo>
                      <a:pt x="25" y="276"/>
                    </a:lnTo>
                    <a:lnTo>
                      <a:pt x="35" y="307"/>
                    </a:lnTo>
                    <a:lnTo>
                      <a:pt x="46" y="338"/>
                    </a:lnTo>
                    <a:lnTo>
                      <a:pt x="61" y="370"/>
                    </a:lnTo>
                    <a:lnTo>
                      <a:pt x="77" y="401"/>
                    </a:lnTo>
                    <a:lnTo>
                      <a:pt x="95" y="435"/>
                    </a:lnTo>
                    <a:lnTo>
                      <a:pt x="115" y="466"/>
                    </a:lnTo>
                    <a:lnTo>
                      <a:pt x="137" y="498"/>
                    </a:lnTo>
                    <a:lnTo>
                      <a:pt x="160" y="531"/>
                    </a:lnTo>
                    <a:lnTo>
                      <a:pt x="185" y="563"/>
                    </a:lnTo>
                    <a:lnTo>
                      <a:pt x="212" y="596"/>
                    </a:lnTo>
                    <a:lnTo>
                      <a:pt x="240" y="628"/>
                    </a:lnTo>
                    <a:lnTo>
                      <a:pt x="271" y="660"/>
                    </a:lnTo>
                    <a:lnTo>
                      <a:pt x="303" y="692"/>
                    </a:lnTo>
                    <a:lnTo>
                      <a:pt x="337" y="723"/>
                    </a:lnTo>
                    <a:lnTo>
                      <a:pt x="371" y="754"/>
                    </a:lnTo>
                    <a:lnTo>
                      <a:pt x="408" y="784"/>
                    </a:lnTo>
                    <a:lnTo>
                      <a:pt x="446" y="815"/>
                    </a:lnTo>
                    <a:lnTo>
                      <a:pt x="484" y="844"/>
                    </a:lnTo>
                    <a:lnTo>
                      <a:pt x="525" y="873"/>
                    </a:lnTo>
                    <a:lnTo>
                      <a:pt x="567" y="901"/>
                    </a:lnTo>
                    <a:lnTo>
                      <a:pt x="611" y="928"/>
                    </a:lnTo>
                    <a:lnTo>
                      <a:pt x="656" y="954"/>
                    </a:lnTo>
                    <a:lnTo>
                      <a:pt x="652" y="960"/>
                    </a:lnTo>
                  </a:path>
                </a:pathLst>
              </a:custGeom>
              <a:solidFill>
                <a:srgbClr val="FF0000"/>
              </a:solidFill>
              <a:ln w="12700">
                <a:noFill/>
              </a:ln>
            </p:spPr>
            <p:txBody>
              <a:bodyPr/>
              <a:lstStyle/>
              <a:p>
                <a:endParaRPr lang="zh-CN" altLang="en-US"/>
              </a:p>
            </p:txBody>
          </p:sp>
          <p:sp>
            <p:nvSpPr>
              <p:cNvPr id="31769" name="Freeform 26"/>
              <p:cNvSpPr/>
              <p:nvPr/>
            </p:nvSpPr>
            <p:spPr>
              <a:xfrm>
                <a:off x="4017" y="2765"/>
                <a:ext cx="482" cy="573"/>
              </a:xfrm>
              <a:custGeom>
                <a:avLst/>
                <a:gdLst/>
                <a:ahLst/>
                <a:cxnLst>
                  <a:cxn ang="0">
                    <a:pos x="474" y="570"/>
                  </a:cxn>
                  <a:cxn ang="0">
                    <a:pos x="459" y="570"/>
                  </a:cxn>
                  <a:cxn ang="0">
                    <a:pos x="442" y="564"/>
                  </a:cxn>
                  <a:cxn ang="0">
                    <a:pos x="422" y="550"/>
                  </a:cxn>
                  <a:cxn ang="0">
                    <a:pos x="400" y="533"/>
                  </a:cxn>
                  <a:cxn ang="0">
                    <a:pos x="374" y="509"/>
                  </a:cxn>
                  <a:cxn ang="0">
                    <a:pos x="347" y="481"/>
                  </a:cxn>
                  <a:cxn ang="0">
                    <a:pos x="318" y="448"/>
                  </a:cxn>
                  <a:cxn ang="0">
                    <a:pos x="286" y="410"/>
                  </a:cxn>
                  <a:cxn ang="0">
                    <a:pos x="252" y="367"/>
                  </a:cxn>
                  <a:cxn ang="0">
                    <a:pos x="217" y="322"/>
                  </a:cxn>
                  <a:cxn ang="0">
                    <a:pos x="180" y="271"/>
                  </a:cxn>
                  <a:cxn ang="0">
                    <a:pos x="141" y="217"/>
                  </a:cxn>
                  <a:cxn ang="0">
                    <a:pos x="102" y="160"/>
                  </a:cxn>
                  <a:cxn ang="0">
                    <a:pos x="62" y="99"/>
                  </a:cxn>
                  <a:cxn ang="0">
                    <a:pos x="21" y="35"/>
                  </a:cxn>
                  <a:cxn ang="0">
                    <a:pos x="4" y="0"/>
                  </a:cxn>
                  <a:cxn ang="0">
                    <a:pos x="46" y="64"/>
                  </a:cxn>
                  <a:cxn ang="0">
                    <a:pos x="87" y="127"/>
                  </a:cxn>
                  <a:cxn ang="0">
                    <a:pos x="127" y="186"/>
                  </a:cxn>
                  <a:cxn ang="0">
                    <a:pos x="166" y="242"/>
                  </a:cxn>
                  <a:cxn ang="0">
                    <a:pos x="203" y="293"/>
                  </a:cxn>
                  <a:cxn ang="0">
                    <a:pos x="240" y="342"/>
                  </a:cxn>
                  <a:cxn ang="0">
                    <a:pos x="274" y="386"/>
                  </a:cxn>
                  <a:cxn ang="0">
                    <a:pos x="306" y="426"/>
                  </a:cxn>
                  <a:cxn ang="0">
                    <a:pos x="337" y="461"/>
                  </a:cxn>
                  <a:cxn ang="0">
                    <a:pos x="366" y="492"/>
                  </a:cxn>
                  <a:cxn ang="0">
                    <a:pos x="391" y="518"/>
                  </a:cxn>
                  <a:cxn ang="0">
                    <a:pos x="415" y="537"/>
                  </a:cxn>
                  <a:cxn ang="0">
                    <a:pos x="436" y="553"/>
                  </a:cxn>
                  <a:cxn ang="0">
                    <a:pos x="453" y="562"/>
                  </a:cxn>
                  <a:cxn ang="0">
                    <a:pos x="467" y="565"/>
                  </a:cxn>
                  <a:cxn ang="0">
                    <a:pos x="477" y="562"/>
                  </a:cxn>
                </a:cxnLst>
                <a:rect l="0" t="0" r="0" b="0"/>
                <a:pathLst>
                  <a:path w="482" h="573">
                    <a:moveTo>
                      <a:pt x="481" y="568"/>
                    </a:moveTo>
                    <a:lnTo>
                      <a:pt x="474" y="570"/>
                    </a:lnTo>
                    <a:lnTo>
                      <a:pt x="467" y="572"/>
                    </a:lnTo>
                    <a:lnTo>
                      <a:pt x="459" y="570"/>
                    </a:lnTo>
                    <a:lnTo>
                      <a:pt x="451" y="567"/>
                    </a:lnTo>
                    <a:lnTo>
                      <a:pt x="442" y="564"/>
                    </a:lnTo>
                    <a:lnTo>
                      <a:pt x="432" y="558"/>
                    </a:lnTo>
                    <a:lnTo>
                      <a:pt x="422" y="550"/>
                    </a:lnTo>
                    <a:lnTo>
                      <a:pt x="411" y="542"/>
                    </a:lnTo>
                    <a:lnTo>
                      <a:pt x="400" y="533"/>
                    </a:lnTo>
                    <a:lnTo>
                      <a:pt x="387" y="522"/>
                    </a:lnTo>
                    <a:lnTo>
                      <a:pt x="374" y="509"/>
                    </a:lnTo>
                    <a:lnTo>
                      <a:pt x="361" y="496"/>
                    </a:lnTo>
                    <a:lnTo>
                      <a:pt x="347" y="481"/>
                    </a:lnTo>
                    <a:lnTo>
                      <a:pt x="332" y="464"/>
                    </a:lnTo>
                    <a:lnTo>
                      <a:pt x="318" y="448"/>
                    </a:lnTo>
                    <a:lnTo>
                      <a:pt x="302" y="429"/>
                    </a:lnTo>
                    <a:lnTo>
                      <a:pt x="286" y="410"/>
                    </a:lnTo>
                    <a:lnTo>
                      <a:pt x="269" y="389"/>
                    </a:lnTo>
                    <a:lnTo>
                      <a:pt x="252" y="367"/>
                    </a:lnTo>
                    <a:lnTo>
                      <a:pt x="234" y="345"/>
                    </a:lnTo>
                    <a:lnTo>
                      <a:pt x="217" y="322"/>
                    </a:lnTo>
                    <a:lnTo>
                      <a:pt x="198" y="297"/>
                    </a:lnTo>
                    <a:lnTo>
                      <a:pt x="180" y="271"/>
                    </a:lnTo>
                    <a:lnTo>
                      <a:pt x="160" y="245"/>
                    </a:lnTo>
                    <a:lnTo>
                      <a:pt x="141" y="217"/>
                    </a:lnTo>
                    <a:lnTo>
                      <a:pt x="122" y="188"/>
                    </a:lnTo>
                    <a:lnTo>
                      <a:pt x="102" y="160"/>
                    </a:lnTo>
                    <a:lnTo>
                      <a:pt x="81" y="130"/>
                    </a:lnTo>
                    <a:lnTo>
                      <a:pt x="62" y="99"/>
                    </a:lnTo>
                    <a:lnTo>
                      <a:pt x="41" y="68"/>
                    </a:lnTo>
                    <a:lnTo>
                      <a:pt x="21" y="35"/>
                    </a:lnTo>
                    <a:lnTo>
                      <a:pt x="0" y="2"/>
                    </a:lnTo>
                    <a:lnTo>
                      <a:pt x="4" y="0"/>
                    </a:lnTo>
                    <a:lnTo>
                      <a:pt x="25" y="33"/>
                    </a:lnTo>
                    <a:lnTo>
                      <a:pt x="46" y="64"/>
                    </a:lnTo>
                    <a:lnTo>
                      <a:pt x="66" y="96"/>
                    </a:lnTo>
                    <a:lnTo>
                      <a:pt x="87" y="127"/>
                    </a:lnTo>
                    <a:lnTo>
                      <a:pt x="107" y="157"/>
                    </a:lnTo>
                    <a:lnTo>
                      <a:pt x="127" y="186"/>
                    </a:lnTo>
                    <a:lnTo>
                      <a:pt x="147" y="214"/>
                    </a:lnTo>
                    <a:lnTo>
                      <a:pt x="166" y="242"/>
                    </a:lnTo>
                    <a:lnTo>
                      <a:pt x="184" y="268"/>
                    </a:lnTo>
                    <a:lnTo>
                      <a:pt x="203" y="293"/>
                    </a:lnTo>
                    <a:lnTo>
                      <a:pt x="221" y="319"/>
                    </a:lnTo>
                    <a:lnTo>
                      <a:pt x="240" y="342"/>
                    </a:lnTo>
                    <a:lnTo>
                      <a:pt x="257" y="364"/>
                    </a:lnTo>
                    <a:lnTo>
                      <a:pt x="274" y="386"/>
                    </a:lnTo>
                    <a:lnTo>
                      <a:pt x="290" y="406"/>
                    </a:lnTo>
                    <a:lnTo>
                      <a:pt x="306" y="426"/>
                    </a:lnTo>
                    <a:lnTo>
                      <a:pt x="322" y="445"/>
                    </a:lnTo>
                    <a:lnTo>
                      <a:pt x="337" y="461"/>
                    </a:lnTo>
                    <a:lnTo>
                      <a:pt x="351" y="477"/>
                    </a:lnTo>
                    <a:lnTo>
                      <a:pt x="366" y="492"/>
                    </a:lnTo>
                    <a:lnTo>
                      <a:pt x="379" y="505"/>
                    </a:lnTo>
                    <a:lnTo>
                      <a:pt x="391" y="518"/>
                    </a:lnTo>
                    <a:lnTo>
                      <a:pt x="403" y="528"/>
                    </a:lnTo>
                    <a:lnTo>
                      <a:pt x="415" y="537"/>
                    </a:lnTo>
                    <a:lnTo>
                      <a:pt x="425" y="546"/>
                    </a:lnTo>
                    <a:lnTo>
                      <a:pt x="436" y="553"/>
                    </a:lnTo>
                    <a:lnTo>
                      <a:pt x="445" y="558"/>
                    </a:lnTo>
                    <a:lnTo>
                      <a:pt x="453" y="562"/>
                    </a:lnTo>
                    <a:lnTo>
                      <a:pt x="461" y="564"/>
                    </a:lnTo>
                    <a:lnTo>
                      <a:pt x="467" y="565"/>
                    </a:lnTo>
                    <a:lnTo>
                      <a:pt x="473" y="564"/>
                    </a:lnTo>
                    <a:lnTo>
                      <a:pt x="477" y="562"/>
                    </a:lnTo>
                    <a:lnTo>
                      <a:pt x="481" y="568"/>
                    </a:lnTo>
                  </a:path>
                </a:pathLst>
              </a:custGeom>
              <a:solidFill>
                <a:srgbClr val="FF0000"/>
              </a:solidFill>
              <a:ln w="12700">
                <a:noFill/>
              </a:ln>
            </p:spPr>
            <p:txBody>
              <a:bodyPr/>
              <a:lstStyle/>
              <a:p>
                <a:endParaRPr lang="zh-CN" altLang="en-US"/>
              </a:p>
            </p:txBody>
          </p:sp>
          <p:sp>
            <p:nvSpPr>
              <p:cNvPr id="31770" name="Freeform 27"/>
              <p:cNvSpPr/>
              <p:nvPr/>
            </p:nvSpPr>
            <p:spPr>
              <a:xfrm>
                <a:off x="4108" y="2390"/>
                <a:ext cx="406" cy="945"/>
              </a:xfrm>
              <a:custGeom>
                <a:avLst/>
                <a:gdLst/>
                <a:ahLst/>
                <a:cxnLst>
                  <a:cxn ang="0">
                    <a:pos x="30" y="44"/>
                  </a:cxn>
                  <a:cxn ang="0">
                    <a:pos x="80" y="132"/>
                  </a:cxn>
                  <a:cxn ang="0">
                    <a:pos x="126" y="219"/>
                  </a:cxn>
                  <a:cxn ang="0">
                    <a:pos x="171" y="303"/>
                  </a:cxn>
                  <a:cxn ang="0">
                    <a:pos x="211" y="384"/>
                  </a:cxn>
                  <a:cxn ang="0">
                    <a:pos x="249" y="461"/>
                  </a:cxn>
                  <a:cxn ang="0">
                    <a:pos x="282" y="534"/>
                  </a:cxn>
                  <a:cxn ang="0">
                    <a:pos x="313" y="603"/>
                  </a:cxn>
                  <a:cxn ang="0">
                    <a:pos x="339" y="667"/>
                  </a:cxn>
                  <a:cxn ang="0">
                    <a:pos x="361" y="726"/>
                  </a:cxn>
                  <a:cxn ang="0">
                    <a:pos x="379" y="778"/>
                  </a:cxn>
                  <a:cxn ang="0">
                    <a:pos x="393" y="824"/>
                  </a:cxn>
                  <a:cxn ang="0">
                    <a:pos x="401" y="864"/>
                  </a:cxn>
                  <a:cxn ang="0">
                    <a:pos x="405" y="896"/>
                  </a:cxn>
                  <a:cxn ang="0">
                    <a:pos x="403" y="920"/>
                  </a:cxn>
                  <a:cxn ang="0">
                    <a:pos x="396" y="938"/>
                  </a:cxn>
                  <a:cxn ang="0">
                    <a:pos x="387" y="938"/>
                  </a:cxn>
                  <a:cxn ang="0">
                    <a:pos x="395" y="928"/>
                  </a:cxn>
                  <a:cxn ang="0">
                    <a:pos x="399" y="910"/>
                  </a:cxn>
                  <a:cxn ang="0">
                    <a:pos x="397" y="881"/>
                  </a:cxn>
                  <a:cxn ang="0">
                    <a:pos x="391" y="846"/>
                  </a:cxn>
                  <a:cxn ang="0">
                    <a:pos x="380" y="804"/>
                  </a:cxn>
                  <a:cxn ang="0">
                    <a:pos x="365" y="754"/>
                  </a:cxn>
                  <a:cxn ang="0">
                    <a:pos x="345" y="699"/>
                  </a:cxn>
                  <a:cxn ang="0">
                    <a:pos x="320" y="637"/>
                  </a:cxn>
                  <a:cxn ang="0">
                    <a:pos x="292" y="571"/>
                  </a:cxn>
                  <a:cxn ang="0">
                    <a:pos x="260" y="501"/>
                  </a:cxn>
                  <a:cxn ang="0">
                    <a:pos x="225" y="425"/>
                  </a:cxn>
                  <a:cxn ang="0">
                    <a:pos x="186" y="346"/>
                  </a:cxn>
                  <a:cxn ang="0">
                    <a:pos x="144" y="264"/>
                  </a:cxn>
                  <a:cxn ang="0">
                    <a:pos x="98" y="178"/>
                  </a:cxn>
                  <a:cxn ang="0">
                    <a:pos x="50" y="91"/>
                  </a:cxn>
                  <a:cxn ang="0">
                    <a:pos x="0" y="2"/>
                  </a:cxn>
                </a:cxnLst>
                <a:rect l="0" t="0" r="0" b="0"/>
                <a:pathLst>
                  <a:path w="406" h="945">
                    <a:moveTo>
                      <a:pt x="5" y="0"/>
                    </a:moveTo>
                    <a:lnTo>
                      <a:pt x="30" y="44"/>
                    </a:lnTo>
                    <a:lnTo>
                      <a:pt x="56" y="89"/>
                    </a:lnTo>
                    <a:lnTo>
                      <a:pt x="80" y="132"/>
                    </a:lnTo>
                    <a:lnTo>
                      <a:pt x="103" y="176"/>
                    </a:lnTo>
                    <a:lnTo>
                      <a:pt x="126" y="219"/>
                    </a:lnTo>
                    <a:lnTo>
                      <a:pt x="149" y="261"/>
                    </a:lnTo>
                    <a:lnTo>
                      <a:pt x="171" y="303"/>
                    </a:lnTo>
                    <a:lnTo>
                      <a:pt x="191" y="343"/>
                    </a:lnTo>
                    <a:lnTo>
                      <a:pt x="211" y="384"/>
                    </a:lnTo>
                    <a:lnTo>
                      <a:pt x="230" y="422"/>
                    </a:lnTo>
                    <a:lnTo>
                      <a:pt x="249" y="461"/>
                    </a:lnTo>
                    <a:lnTo>
                      <a:pt x="266" y="498"/>
                    </a:lnTo>
                    <a:lnTo>
                      <a:pt x="282" y="534"/>
                    </a:lnTo>
                    <a:lnTo>
                      <a:pt x="297" y="569"/>
                    </a:lnTo>
                    <a:lnTo>
                      <a:pt x="313" y="603"/>
                    </a:lnTo>
                    <a:lnTo>
                      <a:pt x="326" y="635"/>
                    </a:lnTo>
                    <a:lnTo>
                      <a:pt x="339" y="667"/>
                    </a:lnTo>
                    <a:lnTo>
                      <a:pt x="351" y="697"/>
                    </a:lnTo>
                    <a:lnTo>
                      <a:pt x="361" y="726"/>
                    </a:lnTo>
                    <a:lnTo>
                      <a:pt x="371" y="752"/>
                    </a:lnTo>
                    <a:lnTo>
                      <a:pt x="379" y="778"/>
                    </a:lnTo>
                    <a:lnTo>
                      <a:pt x="386" y="802"/>
                    </a:lnTo>
                    <a:lnTo>
                      <a:pt x="393" y="824"/>
                    </a:lnTo>
                    <a:lnTo>
                      <a:pt x="397" y="844"/>
                    </a:lnTo>
                    <a:lnTo>
                      <a:pt x="401" y="864"/>
                    </a:lnTo>
                    <a:lnTo>
                      <a:pt x="403" y="881"/>
                    </a:lnTo>
                    <a:lnTo>
                      <a:pt x="405" y="896"/>
                    </a:lnTo>
                    <a:lnTo>
                      <a:pt x="405" y="910"/>
                    </a:lnTo>
                    <a:lnTo>
                      <a:pt x="403" y="920"/>
                    </a:lnTo>
                    <a:lnTo>
                      <a:pt x="400" y="930"/>
                    </a:lnTo>
                    <a:lnTo>
                      <a:pt x="396" y="938"/>
                    </a:lnTo>
                    <a:lnTo>
                      <a:pt x="389" y="944"/>
                    </a:lnTo>
                    <a:lnTo>
                      <a:pt x="387" y="938"/>
                    </a:lnTo>
                    <a:lnTo>
                      <a:pt x="391" y="934"/>
                    </a:lnTo>
                    <a:lnTo>
                      <a:pt x="395" y="928"/>
                    </a:lnTo>
                    <a:lnTo>
                      <a:pt x="397" y="920"/>
                    </a:lnTo>
                    <a:lnTo>
                      <a:pt x="399" y="910"/>
                    </a:lnTo>
                    <a:lnTo>
                      <a:pt x="399" y="896"/>
                    </a:lnTo>
                    <a:lnTo>
                      <a:pt x="397" y="881"/>
                    </a:lnTo>
                    <a:lnTo>
                      <a:pt x="395" y="865"/>
                    </a:lnTo>
                    <a:lnTo>
                      <a:pt x="391" y="846"/>
                    </a:lnTo>
                    <a:lnTo>
                      <a:pt x="387" y="825"/>
                    </a:lnTo>
                    <a:lnTo>
                      <a:pt x="380" y="804"/>
                    </a:lnTo>
                    <a:lnTo>
                      <a:pt x="373" y="780"/>
                    </a:lnTo>
                    <a:lnTo>
                      <a:pt x="365" y="754"/>
                    </a:lnTo>
                    <a:lnTo>
                      <a:pt x="356" y="727"/>
                    </a:lnTo>
                    <a:lnTo>
                      <a:pt x="345" y="699"/>
                    </a:lnTo>
                    <a:lnTo>
                      <a:pt x="333" y="669"/>
                    </a:lnTo>
                    <a:lnTo>
                      <a:pt x="320" y="637"/>
                    </a:lnTo>
                    <a:lnTo>
                      <a:pt x="307" y="606"/>
                    </a:lnTo>
                    <a:lnTo>
                      <a:pt x="292" y="571"/>
                    </a:lnTo>
                    <a:lnTo>
                      <a:pt x="276" y="536"/>
                    </a:lnTo>
                    <a:lnTo>
                      <a:pt x="260" y="501"/>
                    </a:lnTo>
                    <a:lnTo>
                      <a:pt x="243" y="463"/>
                    </a:lnTo>
                    <a:lnTo>
                      <a:pt x="225" y="425"/>
                    </a:lnTo>
                    <a:lnTo>
                      <a:pt x="206" y="386"/>
                    </a:lnTo>
                    <a:lnTo>
                      <a:pt x="186" y="346"/>
                    </a:lnTo>
                    <a:lnTo>
                      <a:pt x="165" y="305"/>
                    </a:lnTo>
                    <a:lnTo>
                      <a:pt x="144" y="264"/>
                    </a:lnTo>
                    <a:lnTo>
                      <a:pt x="122" y="222"/>
                    </a:lnTo>
                    <a:lnTo>
                      <a:pt x="98" y="178"/>
                    </a:lnTo>
                    <a:lnTo>
                      <a:pt x="74" y="135"/>
                    </a:lnTo>
                    <a:lnTo>
                      <a:pt x="50" y="91"/>
                    </a:lnTo>
                    <a:lnTo>
                      <a:pt x="25" y="47"/>
                    </a:lnTo>
                    <a:lnTo>
                      <a:pt x="0" y="2"/>
                    </a:lnTo>
                    <a:lnTo>
                      <a:pt x="5" y="0"/>
                    </a:lnTo>
                  </a:path>
                </a:pathLst>
              </a:custGeom>
              <a:solidFill>
                <a:srgbClr val="FF0000"/>
              </a:solidFill>
              <a:ln w="12700">
                <a:noFill/>
              </a:ln>
            </p:spPr>
            <p:txBody>
              <a:bodyPr/>
              <a:lstStyle/>
              <a:p>
                <a:endParaRPr lang="zh-CN" altLang="en-US"/>
              </a:p>
            </p:txBody>
          </p:sp>
          <p:sp>
            <p:nvSpPr>
              <p:cNvPr id="31771" name="Freeform 28"/>
              <p:cNvSpPr/>
              <p:nvPr/>
            </p:nvSpPr>
            <p:spPr>
              <a:xfrm>
                <a:off x="3488" y="1580"/>
                <a:ext cx="627" cy="813"/>
              </a:xfrm>
              <a:custGeom>
                <a:avLst/>
                <a:gdLst/>
                <a:ahLst/>
                <a:cxnLst>
                  <a:cxn ang="0">
                    <a:pos x="7" y="0"/>
                  </a:cxn>
                  <a:cxn ang="0">
                    <a:pos x="25" y="1"/>
                  </a:cxn>
                  <a:cxn ang="0">
                    <a:pos x="48" y="13"/>
                  </a:cxn>
                  <a:cxn ang="0">
                    <a:pos x="74" y="32"/>
                  </a:cxn>
                  <a:cxn ang="0">
                    <a:pos x="104" y="59"/>
                  </a:cxn>
                  <a:cxn ang="0">
                    <a:pos x="138" y="93"/>
                  </a:cxn>
                  <a:cxn ang="0">
                    <a:pos x="174" y="136"/>
                  </a:cxn>
                  <a:cxn ang="0">
                    <a:pos x="213" y="184"/>
                  </a:cxn>
                  <a:cxn ang="0">
                    <a:pos x="256" y="239"/>
                  </a:cxn>
                  <a:cxn ang="0">
                    <a:pos x="301" y="299"/>
                  </a:cxn>
                  <a:cxn ang="0">
                    <a:pos x="347" y="366"/>
                  </a:cxn>
                  <a:cxn ang="0">
                    <a:pos x="395" y="437"/>
                  </a:cxn>
                  <a:cxn ang="0">
                    <a:pos x="445" y="512"/>
                  </a:cxn>
                  <a:cxn ang="0">
                    <a:pos x="495" y="593"/>
                  </a:cxn>
                  <a:cxn ang="0">
                    <a:pos x="547" y="676"/>
                  </a:cxn>
                  <a:cxn ang="0">
                    <a:pos x="599" y="763"/>
                  </a:cxn>
                  <a:cxn ang="0">
                    <a:pos x="620" y="812"/>
                  </a:cxn>
                  <a:cxn ang="0">
                    <a:pos x="568" y="722"/>
                  </a:cxn>
                  <a:cxn ang="0">
                    <a:pos x="516" y="637"/>
                  </a:cxn>
                  <a:cxn ang="0">
                    <a:pos x="465" y="555"/>
                  </a:cxn>
                  <a:cxn ang="0">
                    <a:pos x="415" y="477"/>
                  </a:cxn>
                  <a:cxn ang="0">
                    <a:pos x="366" y="404"/>
                  </a:cxn>
                  <a:cxn ang="0">
                    <a:pos x="318" y="335"/>
                  </a:cxn>
                  <a:cxn ang="0">
                    <a:pos x="273" y="272"/>
                  </a:cxn>
                  <a:cxn ang="0">
                    <a:pos x="229" y="214"/>
                  </a:cxn>
                  <a:cxn ang="0">
                    <a:pos x="189" y="163"/>
                  </a:cxn>
                  <a:cxn ang="0">
                    <a:pos x="151" y="118"/>
                  </a:cxn>
                  <a:cxn ang="0">
                    <a:pos x="116" y="79"/>
                  </a:cxn>
                  <a:cxn ang="0">
                    <a:pos x="85" y="49"/>
                  </a:cxn>
                  <a:cxn ang="0">
                    <a:pos x="57" y="26"/>
                  </a:cxn>
                  <a:cxn ang="0">
                    <a:pos x="34" y="11"/>
                  </a:cxn>
                  <a:cxn ang="0">
                    <a:pos x="15" y="5"/>
                  </a:cxn>
                  <a:cxn ang="0">
                    <a:pos x="2" y="7"/>
                  </a:cxn>
                </a:cxnLst>
                <a:rect l="0" t="0" r="0" b="0"/>
                <a:pathLst>
                  <a:path w="627" h="813">
                    <a:moveTo>
                      <a:pt x="0" y="2"/>
                    </a:moveTo>
                    <a:lnTo>
                      <a:pt x="7" y="0"/>
                    </a:lnTo>
                    <a:lnTo>
                      <a:pt x="15" y="0"/>
                    </a:lnTo>
                    <a:lnTo>
                      <a:pt x="25" y="1"/>
                    </a:lnTo>
                    <a:lnTo>
                      <a:pt x="36" y="5"/>
                    </a:lnTo>
                    <a:lnTo>
                      <a:pt x="48" y="13"/>
                    </a:lnTo>
                    <a:lnTo>
                      <a:pt x="60" y="21"/>
                    </a:lnTo>
                    <a:lnTo>
                      <a:pt x="74" y="32"/>
                    </a:lnTo>
                    <a:lnTo>
                      <a:pt x="88" y="44"/>
                    </a:lnTo>
                    <a:lnTo>
                      <a:pt x="104" y="59"/>
                    </a:lnTo>
                    <a:lnTo>
                      <a:pt x="120" y="75"/>
                    </a:lnTo>
                    <a:lnTo>
                      <a:pt x="138" y="93"/>
                    </a:lnTo>
                    <a:lnTo>
                      <a:pt x="155" y="114"/>
                    </a:lnTo>
                    <a:lnTo>
                      <a:pt x="174" y="136"/>
                    </a:lnTo>
                    <a:lnTo>
                      <a:pt x="194" y="159"/>
                    </a:lnTo>
                    <a:lnTo>
                      <a:pt x="213" y="184"/>
                    </a:lnTo>
                    <a:lnTo>
                      <a:pt x="235" y="210"/>
                    </a:lnTo>
                    <a:lnTo>
                      <a:pt x="256" y="239"/>
                    </a:lnTo>
                    <a:lnTo>
                      <a:pt x="278" y="268"/>
                    </a:lnTo>
                    <a:lnTo>
                      <a:pt x="301" y="299"/>
                    </a:lnTo>
                    <a:lnTo>
                      <a:pt x="323" y="332"/>
                    </a:lnTo>
                    <a:lnTo>
                      <a:pt x="347" y="366"/>
                    </a:lnTo>
                    <a:lnTo>
                      <a:pt x="371" y="401"/>
                    </a:lnTo>
                    <a:lnTo>
                      <a:pt x="395" y="437"/>
                    </a:lnTo>
                    <a:lnTo>
                      <a:pt x="419" y="474"/>
                    </a:lnTo>
                    <a:lnTo>
                      <a:pt x="445" y="512"/>
                    </a:lnTo>
                    <a:lnTo>
                      <a:pt x="470" y="552"/>
                    </a:lnTo>
                    <a:lnTo>
                      <a:pt x="495" y="593"/>
                    </a:lnTo>
                    <a:lnTo>
                      <a:pt x="521" y="634"/>
                    </a:lnTo>
                    <a:lnTo>
                      <a:pt x="547" y="676"/>
                    </a:lnTo>
                    <a:lnTo>
                      <a:pt x="573" y="720"/>
                    </a:lnTo>
                    <a:lnTo>
                      <a:pt x="599" y="763"/>
                    </a:lnTo>
                    <a:lnTo>
                      <a:pt x="626" y="808"/>
                    </a:lnTo>
                    <a:lnTo>
                      <a:pt x="620" y="812"/>
                    </a:lnTo>
                    <a:lnTo>
                      <a:pt x="594" y="766"/>
                    </a:lnTo>
                    <a:lnTo>
                      <a:pt x="568" y="722"/>
                    </a:lnTo>
                    <a:lnTo>
                      <a:pt x="542" y="679"/>
                    </a:lnTo>
                    <a:lnTo>
                      <a:pt x="516" y="637"/>
                    </a:lnTo>
                    <a:lnTo>
                      <a:pt x="491" y="595"/>
                    </a:lnTo>
                    <a:lnTo>
                      <a:pt x="465" y="555"/>
                    </a:lnTo>
                    <a:lnTo>
                      <a:pt x="440" y="516"/>
                    </a:lnTo>
                    <a:lnTo>
                      <a:pt x="415" y="477"/>
                    </a:lnTo>
                    <a:lnTo>
                      <a:pt x="390" y="440"/>
                    </a:lnTo>
                    <a:lnTo>
                      <a:pt x="366" y="404"/>
                    </a:lnTo>
                    <a:lnTo>
                      <a:pt x="342" y="369"/>
                    </a:lnTo>
                    <a:lnTo>
                      <a:pt x="318" y="335"/>
                    </a:lnTo>
                    <a:lnTo>
                      <a:pt x="296" y="303"/>
                    </a:lnTo>
                    <a:lnTo>
                      <a:pt x="273" y="272"/>
                    </a:lnTo>
                    <a:lnTo>
                      <a:pt x="251" y="242"/>
                    </a:lnTo>
                    <a:lnTo>
                      <a:pt x="229" y="214"/>
                    </a:lnTo>
                    <a:lnTo>
                      <a:pt x="209" y="188"/>
                    </a:lnTo>
                    <a:lnTo>
                      <a:pt x="189" y="163"/>
                    </a:lnTo>
                    <a:lnTo>
                      <a:pt x="170" y="140"/>
                    </a:lnTo>
                    <a:lnTo>
                      <a:pt x="151" y="118"/>
                    </a:lnTo>
                    <a:lnTo>
                      <a:pt x="133" y="98"/>
                    </a:lnTo>
                    <a:lnTo>
                      <a:pt x="116" y="79"/>
                    </a:lnTo>
                    <a:lnTo>
                      <a:pt x="99" y="64"/>
                    </a:lnTo>
                    <a:lnTo>
                      <a:pt x="85" y="49"/>
                    </a:lnTo>
                    <a:lnTo>
                      <a:pt x="69" y="36"/>
                    </a:lnTo>
                    <a:lnTo>
                      <a:pt x="57" y="26"/>
                    </a:lnTo>
                    <a:lnTo>
                      <a:pt x="44" y="17"/>
                    </a:lnTo>
                    <a:lnTo>
                      <a:pt x="34" y="11"/>
                    </a:lnTo>
                    <a:lnTo>
                      <a:pt x="24" y="7"/>
                    </a:lnTo>
                    <a:lnTo>
                      <a:pt x="15" y="5"/>
                    </a:lnTo>
                    <a:lnTo>
                      <a:pt x="8" y="5"/>
                    </a:lnTo>
                    <a:lnTo>
                      <a:pt x="2" y="7"/>
                    </a:lnTo>
                    <a:lnTo>
                      <a:pt x="0" y="2"/>
                    </a:lnTo>
                  </a:path>
                </a:pathLst>
              </a:custGeom>
              <a:solidFill>
                <a:srgbClr val="FF0000"/>
              </a:solidFill>
              <a:ln w="12700">
                <a:noFill/>
              </a:ln>
            </p:spPr>
            <p:txBody>
              <a:bodyPr/>
              <a:lstStyle/>
              <a:p>
                <a:endParaRPr lang="zh-CN" altLang="en-US"/>
              </a:p>
            </p:txBody>
          </p:sp>
          <p:sp>
            <p:nvSpPr>
              <p:cNvPr id="31772" name="Freeform 29"/>
              <p:cNvSpPr/>
              <p:nvPr/>
            </p:nvSpPr>
            <p:spPr>
              <a:xfrm>
                <a:off x="3473" y="1583"/>
                <a:ext cx="271" cy="699"/>
              </a:xfrm>
              <a:custGeom>
                <a:avLst/>
                <a:gdLst/>
                <a:ahLst/>
                <a:cxnLst>
                  <a:cxn ang="0">
                    <a:pos x="246" y="662"/>
                  </a:cxn>
                  <a:cxn ang="0">
                    <a:pos x="211" y="595"/>
                  </a:cxn>
                  <a:cxn ang="0">
                    <a:pos x="179" y="530"/>
                  </a:cxn>
                  <a:cxn ang="0">
                    <a:pos x="149" y="467"/>
                  </a:cxn>
                  <a:cxn ang="0">
                    <a:pos x="121" y="407"/>
                  </a:cxn>
                  <a:cxn ang="0">
                    <a:pos x="96" y="350"/>
                  </a:cxn>
                  <a:cxn ang="0">
                    <a:pos x="73" y="296"/>
                  </a:cxn>
                  <a:cxn ang="0">
                    <a:pos x="53" y="246"/>
                  </a:cxn>
                  <a:cxn ang="0">
                    <a:pos x="37" y="200"/>
                  </a:cxn>
                  <a:cxn ang="0">
                    <a:pos x="23" y="157"/>
                  </a:cxn>
                  <a:cxn ang="0">
                    <a:pos x="12" y="120"/>
                  </a:cxn>
                  <a:cxn ang="0">
                    <a:pos x="4" y="86"/>
                  </a:cxn>
                  <a:cxn ang="0">
                    <a:pos x="0" y="58"/>
                  </a:cxn>
                  <a:cxn ang="0">
                    <a:pos x="0" y="35"/>
                  </a:cxn>
                  <a:cxn ang="0">
                    <a:pos x="2" y="16"/>
                  </a:cxn>
                  <a:cxn ang="0">
                    <a:pos x="9" y="3"/>
                  </a:cxn>
                  <a:cxn ang="0">
                    <a:pos x="17" y="4"/>
                  </a:cxn>
                  <a:cxn ang="0">
                    <a:pos x="10" y="12"/>
                  </a:cxn>
                  <a:cxn ang="0">
                    <a:pos x="5" y="25"/>
                  </a:cxn>
                  <a:cxn ang="0">
                    <a:pos x="5" y="45"/>
                  </a:cxn>
                  <a:cxn ang="0">
                    <a:pos x="7" y="71"/>
                  </a:cxn>
                  <a:cxn ang="0">
                    <a:pos x="13" y="101"/>
                  </a:cxn>
                  <a:cxn ang="0">
                    <a:pos x="23" y="136"/>
                  </a:cxn>
                  <a:cxn ang="0">
                    <a:pos x="35" y="176"/>
                  </a:cxn>
                  <a:cxn ang="0">
                    <a:pos x="50" y="220"/>
                  </a:cxn>
                  <a:cxn ang="0">
                    <a:pos x="68" y="269"/>
                  </a:cxn>
                  <a:cxn ang="0">
                    <a:pos x="89" y="320"/>
                  </a:cxn>
                  <a:cxn ang="0">
                    <a:pos x="113" y="376"/>
                  </a:cxn>
                  <a:cxn ang="0">
                    <a:pos x="139" y="434"/>
                  </a:cxn>
                  <a:cxn ang="0">
                    <a:pos x="169" y="496"/>
                  </a:cxn>
                  <a:cxn ang="0">
                    <a:pos x="200" y="559"/>
                  </a:cxn>
                  <a:cxn ang="0">
                    <a:pos x="233" y="626"/>
                  </a:cxn>
                  <a:cxn ang="0">
                    <a:pos x="270" y="694"/>
                  </a:cxn>
                </a:cxnLst>
                <a:rect l="0" t="0" r="0" b="0"/>
                <a:pathLst>
                  <a:path w="271" h="699">
                    <a:moveTo>
                      <a:pt x="264" y="698"/>
                    </a:moveTo>
                    <a:lnTo>
                      <a:pt x="246" y="662"/>
                    </a:lnTo>
                    <a:lnTo>
                      <a:pt x="228" y="629"/>
                    </a:lnTo>
                    <a:lnTo>
                      <a:pt x="211" y="595"/>
                    </a:lnTo>
                    <a:lnTo>
                      <a:pt x="195" y="562"/>
                    </a:lnTo>
                    <a:lnTo>
                      <a:pt x="179" y="530"/>
                    </a:lnTo>
                    <a:lnTo>
                      <a:pt x="163" y="498"/>
                    </a:lnTo>
                    <a:lnTo>
                      <a:pt x="149" y="467"/>
                    </a:lnTo>
                    <a:lnTo>
                      <a:pt x="135" y="436"/>
                    </a:lnTo>
                    <a:lnTo>
                      <a:pt x="121" y="407"/>
                    </a:lnTo>
                    <a:lnTo>
                      <a:pt x="108" y="378"/>
                    </a:lnTo>
                    <a:lnTo>
                      <a:pt x="96" y="350"/>
                    </a:lnTo>
                    <a:lnTo>
                      <a:pt x="84" y="323"/>
                    </a:lnTo>
                    <a:lnTo>
                      <a:pt x="73" y="296"/>
                    </a:lnTo>
                    <a:lnTo>
                      <a:pt x="63" y="271"/>
                    </a:lnTo>
                    <a:lnTo>
                      <a:pt x="53" y="246"/>
                    </a:lnTo>
                    <a:lnTo>
                      <a:pt x="45" y="222"/>
                    </a:lnTo>
                    <a:lnTo>
                      <a:pt x="37" y="200"/>
                    </a:lnTo>
                    <a:lnTo>
                      <a:pt x="29" y="179"/>
                    </a:lnTo>
                    <a:lnTo>
                      <a:pt x="23" y="157"/>
                    </a:lnTo>
                    <a:lnTo>
                      <a:pt x="17" y="138"/>
                    </a:lnTo>
                    <a:lnTo>
                      <a:pt x="12" y="120"/>
                    </a:lnTo>
                    <a:lnTo>
                      <a:pt x="7" y="103"/>
                    </a:lnTo>
                    <a:lnTo>
                      <a:pt x="4" y="86"/>
                    </a:lnTo>
                    <a:lnTo>
                      <a:pt x="1" y="71"/>
                    </a:lnTo>
                    <a:lnTo>
                      <a:pt x="0" y="58"/>
                    </a:lnTo>
                    <a:lnTo>
                      <a:pt x="0" y="46"/>
                    </a:lnTo>
                    <a:lnTo>
                      <a:pt x="0" y="35"/>
                    </a:lnTo>
                    <a:lnTo>
                      <a:pt x="0" y="25"/>
                    </a:lnTo>
                    <a:lnTo>
                      <a:pt x="2" y="16"/>
                    </a:lnTo>
                    <a:lnTo>
                      <a:pt x="5" y="9"/>
                    </a:lnTo>
                    <a:lnTo>
                      <a:pt x="9" y="3"/>
                    </a:lnTo>
                    <a:lnTo>
                      <a:pt x="14" y="0"/>
                    </a:lnTo>
                    <a:lnTo>
                      <a:pt x="17" y="4"/>
                    </a:lnTo>
                    <a:lnTo>
                      <a:pt x="13" y="7"/>
                    </a:lnTo>
                    <a:lnTo>
                      <a:pt x="10" y="12"/>
                    </a:lnTo>
                    <a:lnTo>
                      <a:pt x="7" y="18"/>
                    </a:lnTo>
                    <a:lnTo>
                      <a:pt x="5" y="25"/>
                    </a:lnTo>
                    <a:lnTo>
                      <a:pt x="5" y="35"/>
                    </a:lnTo>
                    <a:lnTo>
                      <a:pt x="5" y="45"/>
                    </a:lnTo>
                    <a:lnTo>
                      <a:pt x="5" y="57"/>
                    </a:lnTo>
                    <a:lnTo>
                      <a:pt x="7" y="71"/>
                    </a:lnTo>
                    <a:lnTo>
                      <a:pt x="10" y="85"/>
                    </a:lnTo>
                    <a:lnTo>
                      <a:pt x="13" y="101"/>
                    </a:lnTo>
                    <a:lnTo>
                      <a:pt x="17" y="118"/>
                    </a:lnTo>
                    <a:lnTo>
                      <a:pt x="23" y="136"/>
                    </a:lnTo>
                    <a:lnTo>
                      <a:pt x="28" y="156"/>
                    </a:lnTo>
                    <a:lnTo>
                      <a:pt x="35" y="176"/>
                    </a:lnTo>
                    <a:lnTo>
                      <a:pt x="42" y="198"/>
                    </a:lnTo>
                    <a:lnTo>
                      <a:pt x="50" y="220"/>
                    </a:lnTo>
                    <a:lnTo>
                      <a:pt x="59" y="244"/>
                    </a:lnTo>
                    <a:lnTo>
                      <a:pt x="68" y="269"/>
                    </a:lnTo>
                    <a:lnTo>
                      <a:pt x="78" y="294"/>
                    </a:lnTo>
                    <a:lnTo>
                      <a:pt x="89" y="320"/>
                    </a:lnTo>
                    <a:lnTo>
                      <a:pt x="101" y="347"/>
                    </a:lnTo>
                    <a:lnTo>
                      <a:pt x="113" y="376"/>
                    </a:lnTo>
                    <a:lnTo>
                      <a:pt x="126" y="405"/>
                    </a:lnTo>
                    <a:lnTo>
                      <a:pt x="139" y="434"/>
                    </a:lnTo>
                    <a:lnTo>
                      <a:pt x="154" y="464"/>
                    </a:lnTo>
                    <a:lnTo>
                      <a:pt x="169" y="496"/>
                    </a:lnTo>
                    <a:lnTo>
                      <a:pt x="184" y="528"/>
                    </a:lnTo>
                    <a:lnTo>
                      <a:pt x="200" y="559"/>
                    </a:lnTo>
                    <a:lnTo>
                      <a:pt x="216" y="592"/>
                    </a:lnTo>
                    <a:lnTo>
                      <a:pt x="233" y="626"/>
                    </a:lnTo>
                    <a:lnTo>
                      <a:pt x="251" y="660"/>
                    </a:lnTo>
                    <a:lnTo>
                      <a:pt x="270" y="694"/>
                    </a:lnTo>
                    <a:lnTo>
                      <a:pt x="264" y="698"/>
                    </a:lnTo>
                  </a:path>
                </a:pathLst>
              </a:custGeom>
              <a:solidFill>
                <a:srgbClr val="FF0000"/>
              </a:solidFill>
              <a:ln w="12700">
                <a:noFill/>
              </a:ln>
            </p:spPr>
            <p:txBody>
              <a:bodyPr/>
              <a:lstStyle/>
              <a:p>
                <a:endParaRPr lang="zh-CN" altLang="en-US"/>
              </a:p>
            </p:txBody>
          </p:sp>
          <p:sp>
            <p:nvSpPr>
              <p:cNvPr id="31773" name="Freeform 30"/>
              <p:cNvSpPr/>
              <p:nvPr/>
            </p:nvSpPr>
            <p:spPr>
              <a:xfrm>
                <a:off x="4217" y="3012"/>
                <a:ext cx="89" cy="46"/>
              </a:xfrm>
              <a:custGeom>
                <a:avLst/>
                <a:gdLst/>
                <a:ahLst/>
                <a:cxnLst>
                  <a:cxn ang="0">
                    <a:pos x="72" y="43"/>
                  </a:cxn>
                  <a:cxn ang="0">
                    <a:pos x="88" y="4"/>
                  </a:cxn>
                  <a:cxn ang="0">
                    <a:pos x="32" y="0"/>
                  </a:cxn>
                  <a:cxn ang="0">
                    <a:pos x="0" y="21"/>
                  </a:cxn>
                  <a:cxn ang="0">
                    <a:pos x="18" y="45"/>
                  </a:cxn>
                  <a:cxn ang="0">
                    <a:pos x="72" y="43"/>
                  </a:cxn>
                </a:cxnLst>
                <a:rect l="0" t="0" r="0" b="0"/>
                <a:pathLst>
                  <a:path w="89" h="46">
                    <a:moveTo>
                      <a:pt x="72" y="43"/>
                    </a:moveTo>
                    <a:lnTo>
                      <a:pt x="88" y="4"/>
                    </a:lnTo>
                    <a:lnTo>
                      <a:pt x="32" y="0"/>
                    </a:lnTo>
                    <a:lnTo>
                      <a:pt x="0" y="21"/>
                    </a:lnTo>
                    <a:lnTo>
                      <a:pt x="18" y="45"/>
                    </a:lnTo>
                    <a:lnTo>
                      <a:pt x="72" y="43"/>
                    </a:lnTo>
                  </a:path>
                </a:pathLst>
              </a:custGeom>
              <a:solidFill>
                <a:srgbClr val="FFFFFF"/>
              </a:solidFill>
              <a:ln w="12700">
                <a:noFill/>
              </a:ln>
            </p:spPr>
            <p:txBody>
              <a:bodyPr/>
              <a:lstStyle/>
              <a:p>
                <a:endParaRPr lang="zh-CN" altLang="en-US"/>
              </a:p>
            </p:txBody>
          </p:sp>
          <p:sp>
            <p:nvSpPr>
              <p:cNvPr id="31774" name="Freeform 31"/>
              <p:cNvSpPr/>
              <p:nvPr/>
            </p:nvSpPr>
            <p:spPr>
              <a:xfrm>
                <a:off x="4217" y="3012"/>
                <a:ext cx="89" cy="46"/>
              </a:xfrm>
              <a:custGeom>
                <a:avLst/>
                <a:gdLst/>
                <a:ahLst/>
                <a:cxnLst>
                  <a:cxn ang="0">
                    <a:pos x="72" y="43"/>
                  </a:cxn>
                  <a:cxn ang="0">
                    <a:pos x="88" y="4"/>
                  </a:cxn>
                  <a:cxn ang="0">
                    <a:pos x="32" y="0"/>
                  </a:cxn>
                  <a:cxn ang="0">
                    <a:pos x="0" y="21"/>
                  </a:cxn>
                  <a:cxn ang="0">
                    <a:pos x="18" y="45"/>
                  </a:cxn>
                  <a:cxn ang="0">
                    <a:pos x="72" y="43"/>
                  </a:cxn>
                </a:cxnLst>
                <a:rect l="0" t="0" r="0" b="0"/>
                <a:pathLst>
                  <a:path w="89" h="46">
                    <a:moveTo>
                      <a:pt x="72" y="43"/>
                    </a:moveTo>
                    <a:lnTo>
                      <a:pt x="88" y="4"/>
                    </a:lnTo>
                    <a:lnTo>
                      <a:pt x="32" y="0"/>
                    </a:lnTo>
                    <a:lnTo>
                      <a:pt x="0" y="21"/>
                    </a:lnTo>
                    <a:lnTo>
                      <a:pt x="18" y="45"/>
                    </a:lnTo>
                    <a:lnTo>
                      <a:pt x="72" y="4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75" name="Freeform 32"/>
              <p:cNvSpPr/>
              <p:nvPr/>
            </p:nvSpPr>
            <p:spPr>
              <a:xfrm>
                <a:off x="4099" y="3022"/>
                <a:ext cx="89" cy="46"/>
              </a:xfrm>
              <a:custGeom>
                <a:avLst/>
                <a:gdLst/>
                <a:ahLst/>
                <a:cxnLst>
                  <a:cxn ang="0">
                    <a:pos x="14" y="0"/>
                  </a:cxn>
                  <a:cxn ang="0">
                    <a:pos x="0" y="39"/>
                  </a:cxn>
                  <a:cxn ang="0">
                    <a:pos x="54" y="45"/>
                  </a:cxn>
                  <a:cxn ang="0">
                    <a:pos x="88" y="22"/>
                  </a:cxn>
                  <a:cxn ang="0">
                    <a:pos x="68" y="0"/>
                  </a:cxn>
                  <a:cxn ang="0">
                    <a:pos x="14" y="0"/>
                  </a:cxn>
                </a:cxnLst>
                <a:rect l="0" t="0" r="0" b="0"/>
                <a:pathLst>
                  <a:path w="89" h="46">
                    <a:moveTo>
                      <a:pt x="14" y="0"/>
                    </a:moveTo>
                    <a:lnTo>
                      <a:pt x="0" y="39"/>
                    </a:lnTo>
                    <a:lnTo>
                      <a:pt x="54" y="45"/>
                    </a:lnTo>
                    <a:lnTo>
                      <a:pt x="88" y="22"/>
                    </a:lnTo>
                    <a:lnTo>
                      <a:pt x="68" y="0"/>
                    </a:lnTo>
                    <a:lnTo>
                      <a:pt x="14" y="0"/>
                    </a:lnTo>
                  </a:path>
                </a:pathLst>
              </a:custGeom>
              <a:solidFill>
                <a:srgbClr val="FFFFFF"/>
              </a:solidFill>
              <a:ln w="12700">
                <a:noFill/>
              </a:ln>
            </p:spPr>
            <p:txBody>
              <a:bodyPr/>
              <a:lstStyle/>
              <a:p>
                <a:endParaRPr lang="zh-CN" altLang="en-US"/>
              </a:p>
            </p:txBody>
          </p:sp>
          <p:sp>
            <p:nvSpPr>
              <p:cNvPr id="31776" name="Freeform 33"/>
              <p:cNvSpPr/>
              <p:nvPr/>
            </p:nvSpPr>
            <p:spPr>
              <a:xfrm>
                <a:off x="4099" y="3022"/>
                <a:ext cx="89" cy="46"/>
              </a:xfrm>
              <a:custGeom>
                <a:avLst/>
                <a:gdLst/>
                <a:ahLst/>
                <a:cxnLst>
                  <a:cxn ang="0">
                    <a:pos x="14" y="0"/>
                  </a:cxn>
                  <a:cxn ang="0">
                    <a:pos x="0" y="39"/>
                  </a:cxn>
                  <a:cxn ang="0">
                    <a:pos x="54" y="45"/>
                  </a:cxn>
                  <a:cxn ang="0">
                    <a:pos x="88" y="22"/>
                  </a:cxn>
                  <a:cxn ang="0">
                    <a:pos x="68" y="0"/>
                  </a:cxn>
                  <a:cxn ang="0">
                    <a:pos x="14" y="0"/>
                  </a:cxn>
                </a:cxnLst>
                <a:rect l="0" t="0" r="0" b="0"/>
                <a:pathLst>
                  <a:path w="89" h="46">
                    <a:moveTo>
                      <a:pt x="14" y="0"/>
                    </a:moveTo>
                    <a:lnTo>
                      <a:pt x="0" y="39"/>
                    </a:lnTo>
                    <a:lnTo>
                      <a:pt x="54" y="45"/>
                    </a:lnTo>
                    <a:lnTo>
                      <a:pt x="88" y="22"/>
                    </a:lnTo>
                    <a:lnTo>
                      <a:pt x="68" y="0"/>
                    </a:lnTo>
                    <a:lnTo>
                      <a:pt x="14"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77" name="Freeform 34"/>
              <p:cNvSpPr/>
              <p:nvPr/>
            </p:nvSpPr>
            <p:spPr>
              <a:xfrm>
                <a:off x="4083" y="3005"/>
                <a:ext cx="90" cy="46"/>
              </a:xfrm>
              <a:custGeom>
                <a:avLst/>
                <a:gdLst/>
                <a:ahLst/>
                <a:cxnLst>
                  <a:cxn ang="0">
                    <a:pos x="15" y="1"/>
                  </a:cxn>
                  <a:cxn ang="0">
                    <a:pos x="0" y="40"/>
                  </a:cxn>
                  <a:cxn ang="0">
                    <a:pos x="55" y="45"/>
                  </a:cxn>
                  <a:cxn ang="0">
                    <a:pos x="89" y="23"/>
                  </a:cxn>
                  <a:cxn ang="0">
                    <a:pos x="69" y="0"/>
                  </a:cxn>
                  <a:cxn ang="0">
                    <a:pos x="15" y="1"/>
                  </a:cxn>
                </a:cxnLst>
                <a:rect l="0" t="0" r="0" b="0"/>
                <a:pathLst>
                  <a:path w="90" h="46">
                    <a:moveTo>
                      <a:pt x="15" y="1"/>
                    </a:moveTo>
                    <a:lnTo>
                      <a:pt x="0" y="40"/>
                    </a:lnTo>
                    <a:lnTo>
                      <a:pt x="55" y="45"/>
                    </a:lnTo>
                    <a:lnTo>
                      <a:pt x="89" y="23"/>
                    </a:lnTo>
                    <a:lnTo>
                      <a:pt x="69" y="0"/>
                    </a:lnTo>
                    <a:lnTo>
                      <a:pt x="15" y="1"/>
                    </a:lnTo>
                  </a:path>
                </a:pathLst>
              </a:custGeom>
              <a:solidFill>
                <a:srgbClr val="FFFFFF"/>
              </a:solidFill>
              <a:ln w="12700">
                <a:noFill/>
              </a:ln>
            </p:spPr>
            <p:txBody>
              <a:bodyPr/>
              <a:lstStyle/>
              <a:p>
                <a:endParaRPr lang="zh-CN" altLang="en-US"/>
              </a:p>
            </p:txBody>
          </p:sp>
          <p:sp>
            <p:nvSpPr>
              <p:cNvPr id="31778" name="Freeform 35"/>
              <p:cNvSpPr/>
              <p:nvPr/>
            </p:nvSpPr>
            <p:spPr>
              <a:xfrm>
                <a:off x="4083" y="3005"/>
                <a:ext cx="90" cy="46"/>
              </a:xfrm>
              <a:custGeom>
                <a:avLst/>
                <a:gdLst/>
                <a:ahLst/>
                <a:cxnLst>
                  <a:cxn ang="0">
                    <a:pos x="15" y="1"/>
                  </a:cxn>
                  <a:cxn ang="0">
                    <a:pos x="0" y="40"/>
                  </a:cxn>
                  <a:cxn ang="0">
                    <a:pos x="55" y="45"/>
                  </a:cxn>
                  <a:cxn ang="0">
                    <a:pos x="89" y="23"/>
                  </a:cxn>
                  <a:cxn ang="0">
                    <a:pos x="69" y="0"/>
                  </a:cxn>
                  <a:cxn ang="0">
                    <a:pos x="15" y="1"/>
                  </a:cxn>
                </a:cxnLst>
                <a:rect l="0" t="0" r="0" b="0"/>
                <a:pathLst>
                  <a:path w="90" h="46">
                    <a:moveTo>
                      <a:pt x="15" y="1"/>
                    </a:moveTo>
                    <a:lnTo>
                      <a:pt x="0" y="40"/>
                    </a:lnTo>
                    <a:lnTo>
                      <a:pt x="55" y="45"/>
                    </a:lnTo>
                    <a:lnTo>
                      <a:pt x="89" y="23"/>
                    </a:lnTo>
                    <a:lnTo>
                      <a:pt x="69" y="0"/>
                    </a:lnTo>
                    <a:lnTo>
                      <a:pt x="15"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79" name="Freeform 36"/>
              <p:cNvSpPr/>
              <p:nvPr/>
            </p:nvSpPr>
            <p:spPr>
              <a:xfrm>
                <a:off x="4165" y="2995"/>
                <a:ext cx="62" cy="66"/>
              </a:xfrm>
              <a:custGeom>
                <a:avLst/>
                <a:gdLst/>
                <a:ahLst/>
                <a:cxnLst>
                  <a:cxn ang="0">
                    <a:pos x="58" y="40"/>
                  </a:cxn>
                  <a:cxn ang="0">
                    <a:pos x="59" y="41"/>
                  </a:cxn>
                  <a:cxn ang="0">
                    <a:pos x="61" y="42"/>
                  </a:cxn>
                  <a:cxn ang="0">
                    <a:pos x="61" y="43"/>
                  </a:cxn>
                  <a:cxn ang="0">
                    <a:pos x="61" y="45"/>
                  </a:cxn>
                  <a:cxn ang="0">
                    <a:pos x="61" y="47"/>
                  </a:cxn>
                  <a:cxn ang="0">
                    <a:pos x="61" y="48"/>
                  </a:cxn>
                  <a:cxn ang="0">
                    <a:pos x="59" y="48"/>
                  </a:cxn>
                  <a:cxn ang="0">
                    <a:pos x="59" y="49"/>
                  </a:cxn>
                  <a:cxn ang="0">
                    <a:pos x="58" y="50"/>
                  </a:cxn>
                  <a:cxn ang="0">
                    <a:pos x="58" y="51"/>
                  </a:cxn>
                  <a:cxn ang="0">
                    <a:pos x="58" y="52"/>
                  </a:cxn>
                  <a:cxn ang="0">
                    <a:pos x="58" y="53"/>
                  </a:cxn>
                  <a:cxn ang="0">
                    <a:pos x="57" y="53"/>
                  </a:cxn>
                  <a:cxn ang="0">
                    <a:pos x="56" y="53"/>
                  </a:cxn>
                  <a:cxn ang="0">
                    <a:pos x="56" y="55"/>
                  </a:cxn>
                  <a:cxn ang="0">
                    <a:pos x="55" y="55"/>
                  </a:cxn>
                  <a:cxn ang="0">
                    <a:pos x="54" y="57"/>
                  </a:cxn>
                  <a:cxn ang="0">
                    <a:pos x="53" y="58"/>
                  </a:cxn>
                  <a:cxn ang="0">
                    <a:pos x="52" y="59"/>
                  </a:cxn>
                  <a:cxn ang="0">
                    <a:pos x="51" y="59"/>
                  </a:cxn>
                  <a:cxn ang="0">
                    <a:pos x="50" y="59"/>
                  </a:cxn>
                  <a:cxn ang="0">
                    <a:pos x="50" y="60"/>
                  </a:cxn>
                  <a:cxn ang="0">
                    <a:pos x="49" y="61"/>
                  </a:cxn>
                  <a:cxn ang="0">
                    <a:pos x="48" y="61"/>
                  </a:cxn>
                  <a:cxn ang="0">
                    <a:pos x="47" y="61"/>
                  </a:cxn>
                  <a:cxn ang="0">
                    <a:pos x="46" y="62"/>
                  </a:cxn>
                  <a:cxn ang="0">
                    <a:pos x="45" y="63"/>
                  </a:cxn>
                  <a:cxn ang="0">
                    <a:pos x="44" y="63"/>
                  </a:cxn>
                  <a:cxn ang="0">
                    <a:pos x="43" y="63"/>
                  </a:cxn>
                  <a:cxn ang="0">
                    <a:pos x="42" y="63"/>
                  </a:cxn>
                  <a:cxn ang="0">
                    <a:pos x="41" y="63"/>
                  </a:cxn>
                  <a:cxn ang="0">
                    <a:pos x="40" y="65"/>
                  </a:cxn>
                  <a:cxn ang="0">
                    <a:pos x="39" y="65"/>
                  </a:cxn>
                  <a:cxn ang="0">
                    <a:pos x="38" y="65"/>
                  </a:cxn>
                  <a:cxn ang="0">
                    <a:pos x="38" y="63"/>
                  </a:cxn>
                  <a:cxn ang="0">
                    <a:pos x="37" y="63"/>
                  </a:cxn>
                  <a:cxn ang="0">
                    <a:pos x="36" y="63"/>
                  </a:cxn>
                  <a:cxn ang="0">
                    <a:pos x="35" y="63"/>
                  </a:cxn>
                  <a:cxn ang="0">
                    <a:pos x="34" y="63"/>
                  </a:cxn>
                  <a:cxn ang="0">
                    <a:pos x="34" y="62"/>
                  </a:cxn>
                  <a:cxn ang="0">
                    <a:pos x="33" y="61"/>
                  </a:cxn>
                  <a:cxn ang="0">
                    <a:pos x="0" y="21"/>
                  </a:cxn>
                  <a:cxn ang="0">
                    <a:pos x="26" y="0"/>
                  </a:cxn>
                  <a:cxn ang="0">
                    <a:pos x="61" y="39"/>
                  </a:cxn>
                  <a:cxn ang="0">
                    <a:pos x="58" y="40"/>
                  </a:cxn>
                </a:cxnLst>
                <a:rect l="0" t="0" r="0" b="0"/>
                <a:pathLst>
                  <a:path w="62" h="66">
                    <a:moveTo>
                      <a:pt x="58" y="40"/>
                    </a:moveTo>
                    <a:lnTo>
                      <a:pt x="59" y="41"/>
                    </a:lnTo>
                    <a:lnTo>
                      <a:pt x="61" y="42"/>
                    </a:lnTo>
                    <a:lnTo>
                      <a:pt x="61" y="43"/>
                    </a:lnTo>
                    <a:lnTo>
                      <a:pt x="61" y="45"/>
                    </a:lnTo>
                    <a:lnTo>
                      <a:pt x="61" y="47"/>
                    </a:lnTo>
                    <a:lnTo>
                      <a:pt x="61" y="48"/>
                    </a:lnTo>
                    <a:lnTo>
                      <a:pt x="59" y="48"/>
                    </a:lnTo>
                    <a:lnTo>
                      <a:pt x="59" y="49"/>
                    </a:lnTo>
                    <a:lnTo>
                      <a:pt x="58" y="50"/>
                    </a:lnTo>
                    <a:lnTo>
                      <a:pt x="58" y="51"/>
                    </a:lnTo>
                    <a:lnTo>
                      <a:pt x="58" y="52"/>
                    </a:lnTo>
                    <a:lnTo>
                      <a:pt x="58" y="53"/>
                    </a:lnTo>
                    <a:lnTo>
                      <a:pt x="57" y="53"/>
                    </a:lnTo>
                    <a:lnTo>
                      <a:pt x="56" y="53"/>
                    </a:lnTo>
                    <a:lnTo>
                      <a:pt x="56" y="55"/>
                    </a:lnTo>
                    <a:lnTo>
                      <a:pt x="55" y="55"/>
                    </a:lnTo>
                    <a:lnTo>
                      <a:pt x="54" y="57"/>
                    </a:lnTo>
                    <a:lnTo>
                      <a:pt x="53" y="58"/>
                    </a:lnTo>
                    <a:lnTo>
                      <a:pt x="52" y="59"/>
                    </a:lnTo>
                    <a:lnTo>
                      <a:pt x="51" y="59"/>
                    </a:lnTo>
                    <a:lnTo>
                      <a:pt x="50" y="59"/>
                    </a:lnTo>
                    <a:lnTo>
                      <a:pt x="50" y="60"/>
                    </a:lnTo>
                    <a:lnTo>
                      <a:pt x="49" y="61"/>
                    </a:lnTo>
                    <a:lnTo>
                      <a:pt x="48" y="61"/>
                    </a:lnTo>
                    <a:lnTo>
                      <a:pt x="47" y="61"/>
                    </a:lnTo>
                    <a:lnTo>
                      <a:pt x="46" y="62"/>
                    </a:lnTo>
                    <a:lnTo>
                      <a:pt x="45" y="63"/>
                    </a:lnTo>
                    <a:lnTo>
                      <a:pt x="44" y="63"/>
                    </a:lnTo>
                    <a:lnTo>
                      <a:pt x="43" y="63"/>
                    </a:lnTo>
                    <a:lnTo>
                      <a:pt x="42" y="63"/>
                    </a:lnTo>
                    <a:lnTo>
                      <a:pt x="41" y="63"/>
                    </a:lnTo>
                    <a:lnTo>
                      <a:pt x="40" y="65"/>
                    </a:lnTo>
                    <a:lnTo>
                      <a:pt x="39" y="65"/>
                    </a:lnTo>
                    <a:lnTo>
                      <a:pt x="38" y="65"/>
                    </a:lnTo>
                    <a:lnTo>
                      <a:pt x="38" y="63"/>
                    </a:lnTo>
                    <a:lnTo>
                      <a:pt x="37" y="63"/>
                    </a:lnTo>
                    <a:lnTo>
                      <a:pt x="36" y="63"/>
                    </a:lnTo>
                    <a:lnTo>
                      <a:pt x="35" y="63"/>
                    </a:lnTo>
                    <a:lnTo>
                      <a:pt x="34" y="63"/>
                    </a:lnTo>
                    <a:lnTo>
                      <a:pt x="34" y="62"/>
                    </a:lnTo>
                    <a:lnTo>
                      <a:pt x="33" y="61"/>
                    </a:lnTo>
                    <a:lnTo>
                      <a:pt x="0" y="21"/>
                    </a:lnTo>
                    <a:lnTo>
                      <a:pt x="26" y="0"/>
                    </a:lnTo>
                    <a:lnTo>
                      <a:pt x="61" y="39"/>
                    </a:lnTo>
                    <a:lnTo>
                      <a:pt x="58" y="40"/>
                    </a:lnTo>
                  </a:path>
                </a:pathLst>
              </a:custGeom>
              <a:solidFill>
                <a:srgbClr val="FFFFFF"/>
              </a:solidFill>
              <a:ln w="12700">
                <a:noFill/>
              </a:ln>
            </p:spPr>
            <p:txBody>
              <a:bodyPr/>
              <a:lstStyle/>
              <a:p>
                <a:endParaRPr lang="zh-CN" altLang="en-US"/>
              </a:p>
            </p:txBody>
          </p:sp>
          <p:sp>
            <p:nvSpPr>
              <p:cNvPr id="31780" name="Freeform 37"/>
              <p:cNvSpPr/>
              <p:nvPr/>
            </p:nvSpPr>
            <p:spPr>
              <a:xfrm>
                <a:off x="4165" y="2995"/>
                <a:ext cx="62" cy="66"/>
              </a:xfrm>
              <a:custGeom>
                <a:avLst/>
                <a:gdLst/>
                <a:ahLst/>
                <a:cxnLst>
                  <a:cxn ang="0">
                    <a:pos x="58" y="40"/>
                  </a:cxn>
                  <a:cxn ang="0">
                    <a:pos x="61" y="45"/>
                  </a:cxn>
                  <a:cxn ang="0">
                    <a:pos x="59" y="49"/>
                  </a:cxn>
                  <a:cxn ang="0">
                    <a:pos x="56" y="54"/>
                  </a:cxn>
                  <a:cxn ang="0">
                    <a:pos x="52" y="59"/>
                  </a:cxn>
                  <a:cxn ang="0">
                    <a:pos x="46" y="62"/>
                  </a:cxn>
                  <a:cxn ang="0">
                    <a:pos x="41" y="65"/>
                  </a:cxn>
                  <a:cxn ang="0">
                    <a:pos x="36" y="65"/>
                  </a:cxn>
                  <a:cxn ang="0">
                    <a:pos x="33" y="62"/>
                  </a:cxn>
                  <a:cxn ang="0">
                    <a:pos x="0" y="21"/>
                  </a:cxn>
                  <a:cxn ang="0">
                    <a:pos x="26" y="0"/>
                  </a:cxn>
                  <a:cxn ang="0">
                    <a:pos x="61" y="40"/>
                  </a:cxn>
                  <a:cxn ang="0">
                    <a:pos x="58" y="40"/>
                  </a:cxn>
                </a:cxnLst>
                <a:rect l="0" t="0" r="0" b="0"/>
                <a:pathLst>
                  <a:path w="62" h="66">
                    <a:moveTo>
                      <a:pt x="58" y="40"/>
                    </a:moveTo>
                    <a:lnTo>
                      <a:pt x="61" y="45"/>
                    </a:lnTo>
                    <a:lnTo>
                      <a:pt x="59" y="49"/>
                    </a:lnTo>
                    <a:lnTo>
                      <a:pt x="56" y="54"/>
                    </a:lnTo>
                    <a:lnTo>
                      <a:pt x="52" y="59"/>
                    </a:lnTo>
                    <a:lnTo>
                      <a:pt x="46" y="62"/>
                    </a:lnTo>
                    <a:lnTo>
                      <a:pt x="41" y="65"/>
                    </a:lnTo>
                    <a:lnTo>
                      <a:pt x="36" y="65"/>
                    </a:lnTo>
                    <a:lnTo>
                      <a:pt x="33" y="62"/>
                    </a:lnTo>
                    <a:lnTo>
                      <a:pt x="0" y="21"/>
                    </a:lnTo>
                    <a:lnTo>
                      <a:pt x="26" y="0"/>
                    </a:lnTo>
                    <a:lnTo>
                      <a:pt x="61" y="40"/>
                    </a:lnTo>
                    <a:lnTo>
                      <a:pt x="58" y="4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81" name="Freeform 38"/>
              <p:cNvSpPr/>
              <p:nvPr/>
            </p:nvSpPr>
            <p:spPr>
              <a:xfrm>
                <a:off x="4163" y="2993"/>
                <a:ext cx="28" cy="25"/>
              </a:xfrm>
              <a:custGeom>
                <a:avLst/>
                <a:gdLst/>
                <a:ahLst/>
                <a:cxnLst>
                  <a:cxn ang="0">
                    <a:pos x="20" y="17"/>
                  </a:cxn>
                  <a:cxn ang="0">
                    <a:pos x="21" y="16"/>
                  </a:cxn>
                  <a:cxn ang="0">
                    <a:pos x="23" y="14"/>
                  </a:cxn>
                  <a:cxn ang="0">
                    <a:pos x="25" y="12"/>
                  </a:cxn>
                  <a:cxn ang="0">
                    <a:pos x="27" y="8"/>
                  </a:cxn>
                  <a:cxn ang="0">
                    <a:pos x="27" y="6"/>
                  </a:cxn>
                  <a:cxn ang="0">
                    <a:pos x="27" y="4"/>
                  </a:cxn>
                  <a:cxn ang="0">
                    <a:pos x="26" y="3"/>
                  </a:cxn>
                  <a:cxn ang="0">
                    <a:pos x="25" y="1"/>
                  </a:cxn>
                  <a:cxn ang="0">
                    <a:pos x="23" y="0"/>
                  </a:cxn>
                  <a:cxn ang="0">
                    <a:pos x="20" y="0"/>
                  </a:cxn>
                  <a:cxn ang="0">
                    <a:pos x="18" y="0"/>
                  </a:cxn>
                  <a:cxn ang="0">
                    <a:pos x="16" y="0"/>
                  </a:cxn>
                  <a:cxn ang="0">
                    <a:pos x="14" y="0"/>
                  </a:cxn>
                  <a:cxn ang="0">
                    <a:pos x="12" y="0"/>
                  </a:cxn>
                  <a:cxn ang="0">
                    <a:pos x="10" y="2"/>
                  </a:cxn>
                  <a:cxn ang="0">
                    <a:pos x="8" y="3"/>
                  </a:cxn>
                  <a:cxn ang="0">
                    <a:pos x="7" y="4"/>
                  </a:cxn>
                  <a:cxn ang="0">
                    <a:pos x="6" y="5"/>
                  </a:cxn>
                  <a:cxn ang="0">
                    <a:pos x="4" y="6"/>
                  </a:cxn>
                  <a:cxn ang="0">
                    <a:pos x="3" y="8"/>
                  </a:cxn>
                  <a:cxn ang="0">
                    <a:pos x="2" y="10"/>
                  </a:cxn>
                  <a:cxn ang="0">
                    <a:pos x="1" y="12"/>
                  </a:cxn>
                  <a:cxn ang="0">
                    <a:pos x="0" y="14"/>
                  </a:cxn>
                  <a:cxn ang="0">
                    <a:pos x="0" y="16"/>
                  </a:cxn>
                  <a:cxn ang="0">
                    <a:pos x="0" y="18"/>
                  </a:cxn>
                  <a:cxn ang="0">
                    <a:pos x="0" y="20"/>
                  </a:cxn>
                  <a:cxn ang="0">
                    <a:pos x="1" y="22"/>
                  </a:cxn>
                  <a:cxn ang="0">
                    <a:pos x="3" y="22"/>
                  </a:cxn>
                  <a:cxn ang="0">
                    <a:pos x="4" y="24"/>
                  </a:cxn>
                  <a:cxn ang="0">
                    <a:pos x="6" y="24"/>
                  </a:cxn>
                  <a:cxn ang="0">
                    <a:pos x="8" y="24"/>
                  </a:cxn>
                  <a:cxn ang="0">
                    <a:pos x="10" y="24"/>
                  </a:cxn>
                  <a:cxn ang="0">
                    <a:pos x="11" y="22"/>
                  </a:cxn>
                  <a:cxn ang="0">
                    <a:pos x="13" y="22"/>
                  </a:cxn>
                  <a:cxn ang="0">
                    <a:pos x="15" y="22"/>
                  </a:cxn>
                  <a:cxn ang="0">
                    <a:pos x="17" y="20"/>
                  </a:cxn>
                  <a:cxn ang="0">
                    <a:pos x="19" y="18"/>
                  </a:cxn>
                </a:cxnLst>
                <a:rect l="0" t="0" r="0" b="0"/>
                <a:pathLst>
                  <a:path w="28" h="25">
                    <a:moveTo>
                      <a:pt x="19" y="18"/>
                    </a:moveTo>
                    <a:lnTo>
                      <a:pt x="20" y="17"/>
                    </a:lnTo>
                    <a:lnTo>
                      <a:pt x="21" y="17"/>
                    </a:lnTo>
                    <a:lnTo>
                      <a:pt x="21" y="16"/>
                    </a:lnTo>
                    <a:lnTo>
                      <a:pt x="23" y="15"/>
                    </a:lnTo>
                    <a:lnTo>
                      <a:pt x="23" y="14"/>
                    </a:lnTo>
                    <a:lnTo>
                      <a:pt x="23" y="13"/>
                    </a:lnTo>
                    <a:lnTo>
                      <a:pt x="25" y="12"/>
                    </a:lnTo>
                    <a:lnTo>
                      <a:pt x="26" y="10"/>
                    </a:lnTo>
                    <a:lnTo>
                      <a:pt x="27" y="8"/>
                    </a:lnTo>
                    <a:lnTo>
                      <a:pt x="27" y="7"/>
                    </a:lnTo>
                    <a:lnTo>
                      <a:pt x="27" y="6"/>
                    </a:lnTo>
                    <a:lnTo>
                      <a:pt x="27" y="5"/>
                    </a:lnTo>
                    <a:lnTo>
                      <a:pt x="27" y="4"/>
                    </a:lnTo>
                    <a:lnTo>
                      <a:pt x="27" y="3"/>
                    </a:lnTo>
                    <a:lnTo>
                      <a:pt x="26" y="3"/>
                    </a:lnTo>
                    <a:lnTo>
                      <a:pt x="26" y="2"/>
                    </a:lnTo>
                    <a:lnTo>
                      <a:pt x="25" y="1"/>
                    </a:lnTo>
                    <a:lnTo>
                      <a:pt x="25" y="0"/>
                    </a:lnTo>
                    <a:lnTo>
                      <a:pt x="23" y="0"/>
                    </a:lnTo>
                    <a:lnTo>
                      <a:pt x="21" y="0"/>
                    </a:lnTo>
                    <a:lnTo>
                      <a:pt x="20" y="0"/>
                    </a:lnTo>
                    <a:lnTo>
                      <a:pt x="19" y="0"/>
                    </a:lnTo>
                    <a:lnTo>
                      <a:pt x="18" y="0"/>
                    </a:lnTo>
                    <a:lnTo>
                      <a:pt x="17" y="0"/>
                    </a:lnTo>
                    <a:lnTo>
                      <a:pt x="16" y="0"/>
                    </a:lnTo>
                    <a:lnTo>
                      <a:pt x="15" y="0"/>
                    </a:lnTo>
                    <a:lnTo>
                      <a:pt x="14" y="0"/>
                    </a:lnTo>
                    <a:lnTo>
                      <a:pt x="13" y="0"/>
                    </a:lnTo>
                    <a:lnTo>
                      <a:pt x="12" y="0"/>
                    </a:lnTo>
                    <a:lnTo>
                      <a:pt x="11" y="1"/>
                    </a:lnTo>
                    <a:lnTo>
                      <a:pt x="10" y="2"/>
                    </a:lnTo>
                    <a:lnTo>
                      <a:pt x="9" y="3"/>
                    </a:lnTo>
                    <a:lnTo>
                      <a:pt x="8" y="3"/>
                    </a:lnTo>
                    <a:lnTo>
                      <a:pt x="8" y="4"/>
                    </a:lnTo>
                    <a:lnTo>
                      <a:pt x="7" y="4"/>
                    </a:lnTo>
                    <a:lnTo>
                      <a:pt x="7" y="5"/>
                    </a:lnTo>
                    <a:lnTo>
                      <a:pt x="6" y="5"/>
                    </a:lnTo>
                    <a:lnTo>
                      <a:pt x="5" y="6"/>
                    </a:lnTo>
                    <a:lnTo>
                      <a:pt x="4" y="6"/>
                    </a:lnTo>
                    <a:lnTo>
                      <a:pt x="3" y="7"/>
                    </a:lnTo>
                    <a:lnTo>
                      <a:pt x="3" y="8"/>
                    </a:lnTo>
                    <a:lnTo>
                      <a:pt x="3" y="10"/>
                    </a:lnTo>
                    <a:lnTo>
                      <a:pt x="2" y="10"/>
                    </a:lnTo>
                    <a:lnTo>
                      <a:pt x="1" y="10"/>
                    </a:lnTo>
                    <a:lnTo>
                      <a:pt x="1" y="12"/>
                    </a:lnTo>
                    <a:lnTo>
                      <a:pt x="0" y="13"/>
                    </a:lnTo>
                    <a:lnTo>
                      <a:pt x="0" y="14"/>
                    </a:lnTo>
                    <a:lnTo>
                      <a:pt x="0" y="15"/>
                    </a:lnTo>
                    <a:lnTo>
                      <a:pt x="0" y="16"/>
                    </a:lnTo>
                    <a:lnTo>
                      <a:pt x="0" y="17"/>
                    </a:lnTo>
                    <a:lnTo>
                      <a:pt x="0" y="18"/>
                    </a:lnTo>
                    <a:lnTo>
                      <a:pt x="0" y="19"/>
                    </a:lnTo>
                    <a:lnTo>
                      <a:pt x="0" y="20"/>
                    </a:lnTo>
                    <a:lnTo>
                      <a:pt x="1" y="20"/>
                    </a:lnTo>
                    <a:lnTo>
                      <a:pt x="1" y="22"/>
                    </a:lnTo>
                    <a:lnTo>
                      <a:pt x="2" y="22"/>
                    </a:lnTo>
                    <a:lnTo>
                      <a:pt x="3" y="22"/>
                    </a:lnTo>
                    <a:lnTo>
                      <a:pt x="3" y="24"/>
                    </a:lnTo>
                    <a:lnTo>
                      <a:pt x="4" y="24"/>
                    </a:lnTo>
                    <a:lnTo>
                      <a:pt x="5" y="24"/>
                    </a:lnTo>
                    <a:lnTo>
                      <a:pt x="6" y="24"/>
                    </a:lnTo>
                    <a:lnTo>
                      <a:pt x="7" y="24"/>
                    </a:lnTo>
                    <a:lnTo>
                      <a:pt x="8" y="24"/>
                    </a:lnTo>
                    <a:lnTo>
                      <a:pt x="9" y="24"/>
                    </a:lnTo>
                    <a:lnTo>
                      <a:pt x="10" y="24"/>
                    </a:lnTo>
                    <a:lnTo>
                      <a:pt x="11" y="24"/>
                    </a:lnTo>
                    <a:lnTo>
                      <a:pt x="11" y="22"/>
                    </a:lnTo>
                    <a:lnTo>
                      <a:pt x="12" y="22"/>
                    </a:lnTo>
                    <a:lnTo>
                      <a:pt x="13" y="22"/>
                    </a:lnTo>
                    <a:lnTo>
                      <a:pt x="14" y="22"/>
                    </a:lnTo>
                    <a:lnTo>
                      <a:pt x="15" y="22"/>
                    </a:lnTo>
                    <a:lnTo>
                      <a:pt x="16" y="20"/>
                    </a:lnTo>
                    <a:lnTo>
                      <a:pt x="17" y="20"/>
                    </a:lnTo>
                    <a:lnTo>
                      <a:pt x="18" y="19"/>
                    </a:lnTo>
                    <a:lnTo>
                      <a:pt x="19" y="18"/>
                    </a:lnTo>
                  </a:path>
                </a:pathLst>
              </a:custGeom>
              <a:solidFill>
                <a:srgbClr val="FFFFFF"/>
              </a:solidFill>
              <a:ln w="12700">
                <a:noFill/>
              </a:ln>
            </p:spPr>
            <p:txBody>
              <a:bodyPr/>
              <a:lstStyle/>
              <a:p>
                <a:endParaRPr lang="zh-CN" altLang="en-US"/>
              </a:p>
            </p:txBody>
          </p:sp>
          <p:sp>
            <p:nvSpPr>
              <p:cNvPr id="31782" name="Freeform 39"/>
              <p:cNvSpPr/>
              <p:nvPr/>
            </p:nvSpPr>
            <p:spPr>
              <a:xfrm>
                <a:off x="4163" y="2993"/>
                <a:ext cx="28" cy="25"/>
              </a:xfrm>
              <a:custGeom>
                <a:avLst/>
                <a:gdLst/>
                <a:ahLst/>
                <a:cxnLst>
                  <a:cxn ang="0">
                    <a:pos x="19" y="18"/>
                  </a:cxn>
                  <a:cxn ang="0">
                    <a:pos x="23" y="14"/>
                  </a:cxn>
                  <a:cxn ang="0">
                    <a:pos x="26" y="10"/>
                  </a:cxn>
                  <a:cxn ang="0">
                    <a:pos x="27" y="5"/>
                  </a:cxn>
                  <a:cxn ang="0">
                    <a:pos x="25" y="1"/>
                  </a:cxn>
                  <a:cxn ang="0">
                    <a:pos x="21" y="0"/>
                  </a:cxn>
                  <a:cxn ang="0">
                    <a:pos x="18" y="0"/>
                  </a:cxn>
                  <a:cxn ang="0">
                    <a:pos x="12" y="0"/>
                  </a:cxn>
                  <a:cxn ang="0">
                    <a:pos x="7" y="4"/>
                  </a:cxn>
                  <a:cxn ang="0">
                    <a:pos x="3" y="8"/>
                  </a:cxn>
                  <a:cxn ang="0">
                    <a:pos x="0" y="13"/>
                  </a:cxn>
                  <a:cxn ang="0">
                    <a:pos x="0" y="18"/>
                  </a:cxn>
                  <a:cxn ang="0">
                    <a:pos x="1" y="22"/>
                  </a:cxn>
                  <a:cxn ang="0">
                    <a:pos x="4" y="24"/>
                  </a:cxn>
                  <a:cxn ang="0">
                    <a:pos x="9" y="24"/>
                  </a:cxn>
                  <a:cxn ang="0">
                    <a:pos x="14" y="22"/>
                  </a:cxn>
                  <a:cxn ang="0">
                    <a:pos x="19" y="18"/>
                  </a:cxn>
                </a:cxnLst>
                <a:rect l="0" t="0" r="0" b="0"/>
                <a:pathLst>
                  <a:path w="28" h="25">
                    <a:moveTo>
                      <a:pt x="19" y="18"/>
                    </a:moveTo>
                    <a:lnTo>
                      <a:pt x="23" y="14"/>
                    </a:lnTo>
                    <a:lnTo>
                      <a:pt x="26" y="10"/>
                    </a:lnTo>
                    <a:lnTo>
                      <a:pt x="27" y="5"/>
                    </a:lnTo>
                    <a:lnTo>
                      <a:pt x="25" y="1"/>
                    </a:lnTo>
                    <a:lnTo>
                      <a:pt x="21" y="0"/>
                    </a:lnTo>
                    <a:lnTo>
                      <a:pt x="18" y="0"/>
                    </a:lnTo>
                    <a:lnTo>
                      <a:pt x="12" y="0"/>
                    </a:lnTo>
                    <a:lnTo>
                      <a:pt x="7" y="4"/>
                    </a:lnTo>
                    <a:lnTo>
                      <a:pt x="3" y="8"/>
                    </a:lnTo>
                    <a:lnTo>
                      <a:pt x="0" y="13"/>
                    </a:lnTo>
                    <a:lnTo>
                      <a:pt x="0" y="18"/>
                    </a:lnTo>
                    <a:lnTo>
                      <a:pt x="1" y="22"/>
                    </a:lnTo>
                    <a:lnTo>
                      <a:pt x="4" y="24"/>
                    </a:lnTo>
                    <a:lnTo>
                      <a:pt x="9" y="24"/>
                    </a:lnTo>
                    <a:lnTo>
                      <a:pt x="14" y="22"/>
                    </a:lnTo>
                    <a:lnTo>
                      <a:pt x="19" y="1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83" name="Freeform 40"/>
              <p:cNvSpPr/>
              <p:nvPr/>
            </p:nvSpPr>
            <p:spPr>
              <a:xfrm>
                <a:off x="4201" y="2996"/>
                <a:ext cx="89" cy="46"/>
              </a:xfrm>
              <a:custGeom>
                <a:avLst/>
                <a:gdLst/>
                <a:ahLst/>
                <a:cxnLst>
                  <a:cxn ang="0">
                    <a:pos x="72" y="43"/>
                  </a:cxn>
                  <a:cxn ang="0">
                    <a:pos x="88" y="4"/>
                  </a:cxn>
                  <a:cxn ang="0">
                    <a:pos x="32" y="0"/>
                  </a:cxn>
                  <a:cxn ang="0">
                    <a:pos x="0" y="21"/>
                  </a:cxn>
                  <a:cxn ang="0">
                    <a:pos x="17" y="45"/>
                  </a:cxn>
                  <a:cxn ang="0">
                    <a:pos x="72" y="43"/>
                  </a:cxn>
                </a:cxnLst>
                <a:rect l="0" t="0" r="0" b="0"/>
                <a:pathLst>
                  <a:path w="89" h="46">
                    <a:moveTo>
                      <a:pt x="72" y="43"/>
                    </a:moveTo>
                    <a:lnTo>
                      <a:pt x="88" y="4"/>
                    </a:lnTo>
                    <a:lnTo>
                      <a:pt x="32" y="0"/>
                    </a:lnTo>
                    <a:lnTo>
                      <a:pt x="0" y="21"/>
                    </a:lnTo>
                    <a:lnTo>
                      <a:pt x="17" y="45"/>
                    </a:lnTo>
                    <a:lnTo>
                      <a:pt x="72" y="43"/>
                    </a:lnTo>
                  </a:path>
                </a:pathLst>
              </a:custGeom>
              <a:solidFill>
                <a:srgbClr val="FFFFFF"/>
              </a:solidFill>
              <a:ln w="12700">
                <a:noFill/>
              </a:ln>
            </p:spPr>
            <p:txBody>
              <a:bodyPr/>
              <a:lstStyle/>
              <a:p>
                <a:endParaRPr lang="zh-CN" altLang="en-US"/>
              </a:p>
            </p:txBody>
          </p:sp>
          <p:sp>
            <p:nvSpPr>
              <p:cNvPr id="31784" name="Freeform 41"/>
              <p:cNvSpPr/>
              <p:nvPr/>
            </p:nvSpPr>
            <p:spPr>
              <a:xfrm>
                <a:off x="4201" y="2996"/>
                <a:ext cx="89" cy="46"/>
              </a:xfrm>
              <a:custGeom>
                <a:avLst/>
                <a:gdLst/>
                <a:ahLst/>
                <a:cxnLst>
                  <a:cxn ang="0">
                    <a:pos x="72" y="43"/>
                  </a:cxn>
                  <a:cxn ang="0">
                    <a:pos x="88" y="4"/>
                  </a:cxn>
                  <a:cxn ang="0">
                    <a:pos x="32" y="0"/>
                  </a:cxn>
                  <a:cxn ang="0">
                    <a:pos x="0" y="21"/>
                  </a:cxn>
                  <a:cxn ang="0">
                    <a:pos x="17" y="45"/>
                  </a:cxn>
                  <a:cxn ang="0">
                    <a:pos x="72" y="43"/>
                  </a:cxn>
                </a:cxnLst>
                <a:rect l="0" t="0" r="0" b="0"/>
                <a:pathLst>
                  <a:path w="89" h="46">
                    <a:moveTo>
                      <a:pt x="72" y="43"/>
                    </a:moveTo>
                    <a:lnTo>
                      <a:pt x="88" y="4"/>
                    </a:lnTo>
                    <a:lnTo>
                      <a:pt x="32" y="0"/>
                    </a:lnTo>
                    <a:lnTo>
                      <a:pt x="0" y="21"/>
                    </a:lnTo>
                    <a:lnTo>
                      <a:pt x="17" y="45"/>
                    </a:lnTo>
                    <a:lnTo>
                      <a:pt x="72" y="4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85" name="Freeform 42"/>
              <p:cNvSpPr/>
              <p:nvPr/>
            </p:nvSpPr>
            <p:spPr>
              <a:xfrm>
                <a:off x="3594" y="1962"/>
                <a:ext cx="90" cy="55"/>
              </a:xfrm>
              <a:custGeom>
                <a:avLst/>
                <a:gdLst/>
                <a:ahLst/>
                <a:cxnLst>
                  <a:cxn ang="0">
                    <a:pos x="61" y="54"/>
                  </a:cxn>
                  <a:cxn ang="0">
                    <a:pos x="89" y="22"/>
                  </a:cxn>
                  <a:cxn ang="0">
                    <a:pos x="38" y="0"/>
                  </a:cxn>
                  <a:cxn ang="0">
                    <a:pos x="0" y="8"/>
                  </a:cxn>
                  <a:cxn ang="0">
                    <a:pos x="9" y="36"/>
                  </a:cxn>
                  <a:cxn ang="0">
                    <a:pos x="61" y="54"/>
                  </a:cxn>
                </a:cxnLst>
                <a:rect l="0" t="0" r="0" b="0"/>
                <a:pathLst>
                  <a:path w="90" h="55">
                    <a:moveTo>
                      <a:pt x="61" y="54"/>
                    </a:moveTo>
                    <a:lnTo>
                      <a:pt x="89" y="22"/>
                    </a:lnTo>
                    <a:lnTo>
                      <a:pt x="38" y="0"/>
                    </a:lnTo>
                    <a:lnTo>
                      <a:pt x="0" y="8"/>
                    </a:lnTo>
                    <a:lnTo>
                      <a:pt x="9" y="36"/>
                    </a:lnTo>
                    <a:lnTo>
                      <a:pt x="61" y="54"/>
                    </a:lnTo>
                  </a:path>
                </a:pathLst>
              </a:custGeom>
              <a:solidFill>
                <a:srgbClr val="FFFFFF"/>
              </a:solidFill>
              <a:ln w="12700">
                <a:noFill/>
              </a:ln>
            </p:spPr>
            <p:txBody>
              <a:bodyPr/>
              <a:lstStyle/>
              <a:p>
                <a:endParaRPr lang="zh-CN" altLang="en-US"/>
              </a:p>
            </p:txBody>
          </p:sp>
          <p:sp>
            <p:nvSpPr>
              <p:cNvPr id="31786" name="Freeform 43"/>
              <p:cNvSpPr/>
              <p:nvPr/>
            </p:nvSpPr>
            <p:spPr>
              <a:xfrm>
                <a:off x="3594" y="1962"/>
                <a:ext cx="90" cy="55"/>
              </a:xfrm>
              <a:custGeom>
                <a:avLst/>
                <a:gdLst/>
                <a:ahLst/>
                <a:cxnLst>
                  <a:cxn ang="0">
                    <a:pos x="61" y="54"/>
                  </a:cxn>
                  <a:cxn ang="0">
                    <a:pos x="89" y="22"/>
                  </a:cxn>
                  <a:cxn ang="0">
                    <a:pos x="38" y="0"/>
                  </a:cxn>
                  <a:cxn ang="0">
                    <a:pos x="0" y="8"/>
                  </a:cxn>
                  <a:cxn ang="0">
                    <a:pos x="9" y="36"/>
                  </a:cxn>
                  <a:cxn ang="0">
                    <a:pos x="61" y="54"/>
                  </a:cxn>
                </a:cxnLst>
                <a:rect l="0" t="0" r="0" b="0"/>
                <a:pathLst>
                  <a:path w="90" h="55">
                    <a:moveTo>
                      <a:pt x="61" y="54"/>
                    </a:moveTo>
                    <a:lnTo>
                      <a:pt x="89" y="22"/>
                    </a:lnTo>
                    <a:lnTo>
                      <a:pt x="38" y="0"/>
                    </a:lnTo>
                    <a:lnTo>
                      <a:pt x="0" y="8"/>
                    </a:lnTo>
                    <a:lnTo>
                      <a:pt x="9" y="36"/>
                    </a:lnTo>
                    <a:lnTo>
                      <a:pt x="61"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87" name="Freeform 44"/>
              <p:cNvSpPr/>
              <p:nvPr/>
            </p:nvSpPr>
            <p:spPr>
              <a:xfrm>
                <a:off x="3474" y="1928"/>
                <a:ext cx="90" cy="55"/>
              </a:xfrm>
              <a:custGeom>
                <a:avLst/>
                <a:gdLst/>
                <a:ahLst/>
                <a:cxnLst>
                  <a:cxn ang="0">
                    <a:pos x="27" y="0"/>
                  </a:cxn>
                  <a:cxn ang="0">
                    <a:pos x="0" y="30"/>
                  </a:cxn>
                  <a:cxn ang="0">
                    <a:pos x="50" y="54"/>
                  </a:cxn>
                  <a:cxn ang="0">
                    <a:pos x="89" y="44"/>
                  </a:cxn>
                  <a:cxn ang="0">
                    <a:pos x="79" y="15"/>
                  </a:cxn>
                  <a:cxn ang="0">
                    <a:pos x="27" y="0"/>
                  </a:cxn>
                </a:cxnLst>
                <a:rect l="0" t="0" r="0" b="0"/>
                <a:pathLst>
                  <a:path w="90" h="55">
                    <a:moveTo>
                      <a:pt x="27" y="0"/>
                    </a:moveTo>
                    <a:lnTo>
                      <a:pt x="0" y="30"/>
                    </a:lnTo>
                    <a:lnTo>
                      <a:pt x="50" y="54"/>
                    </a:lnTo>
                    <a:lnTo>
                      <a:pt x="89" y="44"/>
                    </a:lnTo>
                    <a:lnTo>
                      <a:pt x="79" y="15"/>
                    </a:lnTo>
                    <a:lnTo>
                      <a:pt x="27" y="0"/>
                    </a:lnTo>
                  </a:path>
                </a:pathLst>
              </a:custGeom>
              <a:solidFill>
                <a:srgbClr val="FFFFFF"/>
              </a:solidFill>
              <a:ln w="12700">
                <a:noFill/>
              </a:ln>
            </p:spPr>
            <p:txBody>
              <a:bodyPr/>
              <a:lstStyle/>
              <a:p>
                <a:endParaRPr lang="zh-CN" altLang="en-US"/>
              </a:p>
            </p:txBody>
          </p:sp>
          <p:sp>
            <p:nvSpPr>
              <p:cNvPr id="31788" name="Freeform 45"/>
              <p:cNvSpPr/>
              <p:nvPr/>
            </p:nvSpPr>
            <p:spPr>
              <a:xfrm>
                <a:off x="3474" y="1928"/>
                <a:ext cx="90" cy="55"/>
              </a:xfrm>
              <a:custGeom>
                <a:avLst/>
                <a:gdLst/>
                <a:ahLst/>
                <a:cxnLst>
                  <a:cxn ang="0">
                    <a:pos x="27" y="0"/>
                  </a:cxn>
                  <a:cxn ang="0">
                    <a:pos x="0" y="30"/>
                  </a:cxn>
                  <a:cxn ang="0">
                    <a:pos x="50" y="54"/>
                  </a:cxn>
                  <a:cxn ang="0">
                    <a:pos x="89" y="44"/>
                  </a:cxn>
                  <a:cxn ang="0">
                    <a:pos x="79" y="15"/>
                  </a:cxn>
                  <a:cxn ang="0">
                    <a:pos x="27" y="0"/>
                  </a:cxn>
                </a:cxnLst>
                <a:rect l="0" t="0" r="0" b="0"/>
                <a:pathLst>
                  <a:path w="90" h="55">
                    <a:moveTo>
                      <a:pt x="27" y="0"/>
                    </a:moveTo>
                    <a:lnTo>
                      <a:pt x="0" y="30"/>
                    </a:lnTo>
                    <a:lnTo>
                      <a:pt x="50" y="54"/>
                    </a:lnTo>
                    <a:lnTo>
                      <a:pt x="89" y="44"/>
                    </a:lnTo>
                    <a:lnTo>
                      <a:pt x="79" y="15"/>
                    </a:lnTo>
                    <a:lnTo>
                      <a:pt x="27"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89" name="Freeform 46"/>
              <p:cNvSpPr/>
              <p:nvPr/>
            </p:nvSpPr>
            <p:spPr>
              <a:xfrm>
                <a:off x="3465" y="1908"/>
                <a:ext cx="89" cy="55"/>
              </a:xfrm>
              <a:custGeom>
                <a:avLst/>
                <a:gdLst/>
                <a:ahLst/>
                <a:cxnLst>
                  <a:cxn ang="0">
                    <a:pos x="26" y="0"/>
                  </a:cxn>
                  <a:cxn ang="0">
                    <a:pos x="0" y="30"/>
                  </a:cxn>
                  <a:cxn ang="0">
                    <a:pos x="49" y="54"/>
                  </a:cxn>
                  <a:cxn ang="0">
                    <a:pos x="88" y="44"/>
                  </a:cxn>
                  <a:cxn ang="0">
                    <a:pos x="78" y="15"/>
                  </a:cxn>
                  <a:cxn ang="0">
                    <a:pos x="26" y="0"/>
                  </a:cxn>
                </a:cxnLst>
                <a:rect l="0" t="0" r="0" b="0"/>
                <a:pathLst>
                  <a:path w="89" h="55">
                    <a:moveTo>
                      <a:pt x="26" y="0"/>
                    </a:moveTo>
                    <a:lnTo>
                      <a:pt x="0" y="30"/>
                    </a:lnTo>
                    <a:lnTo>
                      <a:pt x="49" y="54"/>
                    </a:lnTo>
                    <a:lnTo>
                      <a:pt x="88" y="44"/>
                    </a:lnTo>
                    <a:lnTo>
                      <a:pt x="78" y="15"/>
                    </a:lnTo>
                    <a:lnTo>
                      <a:pt x="26" y="0"/>
                    </a:lnTo>
                  </a:path>
                </a:pathLst>
              </a:custGeom>
              <a:solidFill>
                <a:srgbClr val="FFFFFF"/>
              </a:solidFill>
              <a:ln w="12700">
                <a:noFill/>
              </a:ln>
            </p:spPr>
            <p:txBody>
              <a:bodyPr/>
              <a:lstStyle/>
              <a:p>
                <a:endParaRPr lang="zh-CN" altLang="en-US"/>
              </a:p>
            </p:txBody>
          </p:sp>
          <p:sp>
            <p:nvSpPr>
              <p:cNvPr id="31790" name="Freeform 47"/>
              <p:cNvSpPr/>
              <p:nvPr/>
            </p:nvSpPr>
            <p:spPr>
              <a:xfrm>
                <a:off x="3465" y="1908"/>
                <a:ext cx="89" cy="55"/>
              </a:xfrm>
              <a:custGeom>
                <a:avLst/>
                <a:gdLst/>
                <a:ahLst/>
                <a:cxnLst>
                  <a:cxn ang="0">
                    <a:pos x="26" y="0"/>
                  </a:cxn>
                  <a:cxn ang="0">
                    <a:pos x="0" y="30"/>
                  </a:cxn>
                  <a:cxn ang="0">
                    <a:pos x="49" y="54"/>
                  </a:cxn>
                  <a:cxn ang="0">
                    <a:pos x="88" y="44"/>
                  </a:cxn>
                  <a:cxn ang="0">
                    <a:pos x="78" y="15"/>
                  </a:cxn>
                  <a:cxn ang="0">
                    <a:pos x="26" y="0"/>
                  </a:cxn>
                </a:cxnLst>
                <a:rect l="0" t="0" r="0" b="0"/>
                <a:pathLst>
                  <a:path w="89" h="55">
                    <a:moveTo>
                      <a:pt x="26" y="0"/>
                    </a:moveTo>
                    <a:lnTo>
                      <a:pt x="0" y="30"/>
                    </a:lnTo>
                    <a:lnTo>
                      <a:pt x="49" y="54"/>
                    </a:lnTo>
                    <a:lnTo>
                      <a:pt x="88" y="44"/>
                    </a:lnTo>
                    <a:lnTo>
                      <a:pt x="78" y="15"/>
                    </a:lnTo>
                    <a:lnTo>
                      <a:pt x="2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91" name="Freeform 48"/>
              <p:cNvSpPr/>
              <p:nvPr/>
            </p:nvSpPr>
            <p:spPr>
              <a:xfrm>
                <a:off x="3551" y="1927"/>
                <a:ext cx="52" cy="67"/>
              </a:xfrm>
              <a:custGeom>
                <a:avLst/>
                <a:gdLst/>
                <a:ahLst/>
                <a:cxnLst>
                  <a:cxn ang="0">
                    <a:pos x="49" y="49"/>
                  </a:cxn>
                  <a:cxn ang="0">
                    <a:pos x="49" y="50"/>
                  </a:cxn>
                  <a:cxn ang="0">
                    <a:pos x="49" y="51"/>
                  </a:cxn>
                  <a:cxn ang="0">
                    <a:pos x="49" y="52"/>
                  </a:cxn>
                  <a:cxn ang="0">
                    <a:pos x="49" y="54"/>
                  </a:cxn>
                  <a:cxn ang="0">
                    <a:pos x="48" y="54"/>
                  </a:cxn>
                  <a:cxn ang="0">
                    <a:pos x="47" y="56"/>
                  </a:cxn>
                  <a:cxn ang="0">
                    <a:pos x="47" y="57"/>
                  </a:cxn>
                  <a:cxn ang="0">
                    <a:pos x="46" y="58"/>
                  </a:cxn>
                  <a:cxn ang="0">
                    <a:pos x="45" y="58"/>
                  </a:cxn>
                  <a:cxn ang="0">
                    <a:pos x="45" y="59"/>
                  </a:cxn>
                  <a:cxn ang="0">
                    <a:pos x="44" y="60"/>
                  </a:cxn>
                  <a:cxn ang="0">
                    <a:pos x="43" y="60"/>
                  </a:cxn>
                  <a:cxn ang="0">
                    <a:pos x="42" y="60"/>
                  </a:cxn>
                  <a:cxn ang="0">
                    <a:pos x="42" y="61"/>
                  </a:cxn>
                  <a:cxn ang="0">
                    <a:pos x="41" y="62"/>
                  </a:cxn>
                  <a:cxn ang="0">
                    <a:pos x="40" y="62"/>
                  </a:cxn>
                  <a:cxn ang="0">
                    <a:pos x="39" y="62"/>
                  </a:cxn>
                  <a:cxn ang="0">
                    <a:pos x="38" y="64"/>
                  </a:cxn>
                  <a:cxn ang="0">
                    <a:pos x="37" y="64"/>
                  </a:cxn>
                  <a:cxn ang="0">
                    <a:pos x="36" y="64"/>
                  </a:cxn>
                  <a:cxn ang="0">
                    <a:pos x="35" y="64"/>
                  </a:cxn>
                  <a:cxn ang="0">
                    <a:pos x="34" y="64"/>
                  </a:cxn>
                  <a:cxn ang="0">
                    <a:pos x="33" y="64"/>
                  </a:cxn>
                  <a:cxn ang="0">
                    <a:pos x="32" y="64"/>
                  </a:cxn>
                  <a:cxn ang="0">
                    <a:pos x="31" y="66"/>
                  </a:cxn>
                  <a:cxn ang="0">
                    <a:pos x="30" y="66"/>
                  </a:cxn>
                  <a:cxn ang="0">
                    <a:pos x="29" y="66"/>
                  </a:cxn>
                  <a:cxn ang="0">
                    <a:pos x="28" y="66"/>
                  </a:cxn>
                  <a:cxn ang="0">
                    <a:pos x="27" y="66"/>
                  </a:cxn>
                  <a:cxn ang="0">
                    <a:pos x="26" y="66"/>
                  </a:cxn>
                  <a:cxn ang="0">
                    <a:pos x="25" y="66"/>
                  </a:cxn>
                  <a:cxn ang="0">
                    <a:pos x="25" y="64"/>
                  </a:cxn>
                  <a:cxn ang="0">
                    <a:pos x="24" y="64"/>
                  </a:cxn>
                  <a:cxn ang="0">
                    <a:pos x="23" y="64"/>
                  </a:cxn>
                  <a:cxn ang="0">
                    <a:pos x="22" y="64"/>
                  </a:cxn>
                  <a:cxn ang="0">
                    <a:pos x="21" y="64"/>
                  </a:cxn>
                  <a:cxn ang="0">
                    <a:pos x="20" y="64"/>
                  </a:cxn>
                  <a:cxn ang="0">
                    <a:pos x="19" y="62"/>
                  </a:cxn>
                  <a:cxn ang="0">
                    <a:pos x="18" y="62"/>
                  </a:cxn>
                  <a:cxn ang="0">
                    <a:pos x="18" y="61"/>
                  </a:cxn>
                  <a:cxn ang="0">
                    <a:pos x="17" y="60"/>
                  </a:cxn>
                  <a:cxn ang="0">
                    <a:pos x="0" y="11"/>
                  </a:cxn>
                  <a:cxn ang="0">
                    <a:pos x="32" y="0"/>
                  </a:cxn>
                  <a:cxn ang="0">
                    <a:pos x="51" y="48"/>
                  </a:cxn>
                  <a:cxn ang="0">
                    <a:pos x="49" y="49"/>
                  </a:cxn>
                </a:cxnLst>
                <a:rect l="0" t="0" r="0" b="0"/>
                <a:pathLst>
                  <a:path w="52" h="67">
                    <a:moveTo>
                      <a:pt x="49" y="49"/>
                    </a:moveTo>
                    <a:lnTo>
                      <a:pt x="49" y="50"/>
                    </a:lnTo>
                    <a:lnTo>
                      <a:pt x="49" y="51"/>
                    </a:lnTo>
                    <a:lnTo>
                      <a:pt x="49" y="52"/>
                    </a:lnTo>
                    <a:lnTo>
                      <a:pt x="49" y="54"/>
                    </a:lnTo>
                    <a:lnTo>
                      <a:pt x="48" y="54"/>
                    </a:lnTo>
                    <a:lnTo>
                      <a:pt x="47" y="56"/>
                    </a:lnTo>
                    <a:lnTo>
                      <a:pt x="47" y="57"/>
                    </a:lnTo>
                    <a:lnTo>
                      <a:pt x="46" y="58"/>
                    </a:lnTo>
                    <a:lnTo>
                      <a:pt x="45" y="58"/>
                    </a:lnTo>
                    <a:lnTo>
                      <a:pt x="45" y="59"/>
                    </a:lnTo>
                    <a:lnTo>
                      <a:pt x="44" y="60"/>
                    </a:lnTo>
                    <a:lnTo>
                      <a:pt x="43" y="60"/>
                    </a:lnTo>
                    <a:lnTo>
                      <a:pt x="42" y="60"/>
                    </a:lnTo>
                    <a:lnTo>
                      <a:pt x="42" y="61"/>
                    </a:lnTo>
                    <a:lnTo>
                      <a:pt x="41" y="62"/>
                    </a:lnTo>
                    <a:lnTo>
                      <a:pt x="40" y="62"/>
                    </a:lnTo>
                    <a:lnTo>
                      <a:pt x="39" y="62"/>
                    </a:lnTo>
                    <a:lnTo>
                      <a:pt x="38" y="64"/>
                    </a:lnTo>
                    <a:lnTo>
                      <a:pt x="37" y="64"/>
                    </a:lnTo>
                    <a:lnTo>
                      <a:pt x="36" y="64"/>
                    </a:lnTo>
                    <a:lnTo>
                      <a:pt x="35" y="64"/>
                    </a:lnTo>
                    <a:lnTo>
                      <a:pt x="34" y="64"/>
                    </a:lnTo>
                    <a:lnTo>
                      <a:pt x="33" y="64"/>
                    </a:lnTo>
                    <a:lnTo>
                      <a:pt x="32" y="64"/>
                    </a:lnTo>
                    <a:lnTo>
                      <a:pt x="31" y="66"/>
                    </a:lnTo>
                    <a:lnTo>
                      <a:pt x="30" y="66"/>
                    </a:lnTo>
                    <a:lnTo>
                      <a:pt x="29" y="66"/>
                    </a:lnTo>
                    <a:lnTo>
                      <a:pt x="28" y="66"/>
                    </a:lnTo>
                    <a:lnTo>
                      <a:pt x="27" y="66"/>
                    </a:lnTo>
                    <a:lnTo>
                      <a:pt x="26" y="66"/>
                    </a:lnTo>
                    <a:lnTo>
                      <a:pt x="25" y="66"/>
                    </a:lnTo>
                    <a:lnTo>
                      <a:pt x="25" y="64"/>
                    </a:lnTo>
                    <a:lnTo>
                      <a:pt x="24" y="64"/>
                    </a:lnTo>
                    <a:lnTo>
                      <a:pt x="23" y="64"/>
                    </a:lnTo>
                    <a:lnTo>
                      <a:pt x="22" y="64"/>
                    </a:lnTo>
                    <a:lnTo>
                      <a:pt x="21" y="64"/>
                    </a:lnTo>
                    <a:lnTo>
                      <a:pt x="20" y="64"/>
                    </a:lnTo>
                    <a:lnTo>
                      <a:pt x="19" y="62"/>
                    </a:lnTo>
                    <a:lnTo>
                      <a:pt x="18" y="62"/>
                    </a:lnTo>
                    <a:lnTo>
                      <a:pt x="18" y="61"/>
                    </a:lnTo>
                    <a:lnTo>
                      <a:pt x="17" y="60"/>
                    </a:lnTo>
                    <a:lnTo>
                      <a:pt x="0" y="11"/>
                    </a:lnTo>
                    <a:lnTo>
                      <a:pt x="32" y="0"/>
                    </a:lnTo>
                    <a:lnTo>
                      <a:pt x="51" y="48"/>
                    </a:lnTo>
                    <a:lnTo>
                      <a:pt x="49" y="49"/>
                    </a:lnTo>
                  </a:path>
                </a:pathLst>
              </a:custGeom>
              <a:solidFill>
                <a:srgbClr val="FFFFFF"/>
              </a:solidFill>
              <a:ln w="12700">
                <a:noFill/>
              </a:ln>
            </p:spPr>
            <p:txBody>
              <a:bodyPr/>
              <a:lstStyle/>
              <a:p>
                <a:endParaRPr lang="zh-CN" altLang="en-US"/>
              </a:p>
            </p:txBody>
          </p:sp>
          <p:sp>
            <p:nvSpPr>
              <p:cNvPr id="31792" name="Freeform 49"/>
              <p:cNvSpPr/>
              <p:nvPr/>
            </p:nvSpPr>
            <p:spPr>
              <a:xfrm>
                <a:off x="3551" y="1927"/>
                <a:ext cx="52" cy="67"/>
              </a:xfrm>
              <a:custGeom>
                <a:avLst/>
                <a:gdLst/>
                <a:ahLst/>
                <a:cxnLst>
                  <a:cxn ang="0">
                    <a:pos x="49" y="49"/>
                  </a:cxn>
                  <a:cxn ang="0">
                    <a:pos x="49" y="52"/>
                  </a:cxn>
                  <a:cxn ang="0">
                    <a:pos x="47" y="57"/>
                  </a:cxn>
                  <a:cxn ang="0">
                    <a:pos x="42" y="60"/>
                  </a:cxn>
                  <a:cxn ang="0">
                    <a:pos x="37" y="64"/>
                  </a:cxn>
                  <a:cxn ang="0">
                    <a:pos x="30" y="66"/>
                  </a:cxn>
                  <a:cxn ang="0">
                    <a:pos x="25" y="64"/>
                  </a:cxn>
                  <a:cxn ang="0">
                    <a:pos x="20" y="64"/>
                  </a:cxn>
                  <a:cxn ang="0">
                    <a:pos x="17" y="60"/>
                  </a:cxn>
                  <a:cxn ang="0">
                    <a:pos x="0" y="11"/>
                  </a:cxn>
                  <a:cxn ang="0">
                    <a:pos x="32" y="0"/>
                  </a:cxn>
                  <a:cxn ang="0">
                    <a:pos x="51" y="48"/>
                  </a:cxn>
                  <a:cxn ang="0">
                    <a:pos x="49" y="49"/>
                  </a:cxn>
                </a:cxnLst>
                <a:rect l="0" t="0" r="0" b="0"/>
                <a:pathLst>
                  <a:path w="52" h="67">
                    <a:moveTo>
                      <a:pt x="49" y="49"/>
                    </a:moveTo>
                    <a:lnTo>
                      <a:pt x="49" y="52"/>
                    </a:lnTo>
                    <a:lnTo>
                      <a:pt x="47" y="57"/>
                    </a:lnTo>
                    <a:lnTo>
                      <a:pt x="42" y="60"/>
                    </a:lnTo>
                    <a:lnTo>
                      <a:pt x="37" y="64"/>
                    </a:lnTo>
                    <a:lnTo>
                      <a:pt x="30" y="66"/>
                    </a:lnTo>
                    <a:lnTo>
                      <a:pt x="25" y="64"/>
                    </a:lnTo>
                    <a:lnTo>
                      <a:pt x="20" y="64"/>
                    </a:lnTo>
                    <a:lnTo>
                      <a:pt x="17" y="60"/>
                    </a:lnTo>
                    <a:lnTo>
                      <a:pt x="0" y="11"/>
                    </a:lnTo>
                    <a:lnTo>
                      <a:pt x="32" y="0"/>
                    </a:lnTo>
                    <a:lnTo>
                      <a:pt x="51" y="48"/>
                    </a:lnTo>
                    <a:lnTo>
                      <a:pt x="49" y="4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93" name="Freeform 50"/>
              <p:cNvSpPr/>
              <p:nvPr/>
            </p:nvSpPr>
            <p:spPr>
              <a:xfrm>
                <a:off x="3552" y="1920"/>
                <a:ext cx="33" cy="22"/>
              </a:xfrm>
              <a:custGeom>
                <a:avLst/>
                <a:gdLst/>
                <a:ahLst/>
                <a:cxnLst>
                  <a:cxn ang="0">
                    <a:pos x="20" y="19"/>
                  </a:cxn>
                  <a:cxn ang="0">
                    <a:pos x="22" y="17"/>
                  </a:cxn>
                  <a:cxn ang="0">
                    <a:pos x="24" y="17"/>
                  </a:cxn>
                  <a:cxn ang="0">
                    <a:pos x="25" y="15"/>
                  </a:cxn>
                  <a:cxn ang="0">
                    <a:pos x="26" y="14"/>
                  </a:cxn>
                  <a:cxn ang="0">
                    <a:pos x="28" y="13"/>
                  </a:cxn>
                  <a:cxn ang="0">
                    <a:pos x="30" y="12"/>
                  </a:cxn>
                  <a:cxn ang="0">
                    <a:pos x="30" y="10"/>
                  </a:cxn>
                  <a:cxn ang="0">
                    <a:pos x="32" y="8"/>
                  </a:cxn>
                  <a:cxn ang="0">
                    <a:pos x="32" y="6"/>
                  </a:cxn>
                  <a:cxn ang="0">
                    <a:pos x="32" y="4"/>
                  </a:cxn>
                  <a:cxn ang="0">
                    <a:pos x="30" y="3"/>
                  </a:cxn>
                  <a:cxn ang="0">
                    <a:pos x="30" y="1"/>
                  </a:cxn>
                  <a:cxn ang="0">
                    <a:pos x="28" y="0"/>
                  </a:cxn>
                  <a:cxn ang="0">
                    <a:pos x="25" y="0"/>
                  </a:cxn>
                  <a:cxn ang="0">
                    <a:pos x="23" y="0"/>
                  </a:cxn>
                  <a:cxn ang="0">
                    <a:pos x="21" y="0"/>
                  </a:cxn>
                  <a:cxn ang="0">
                    <a:pos x="18" y="0"/>
                  </a:cxn>
                  <a:cxn ang="0">
                    <a:pos x="15" y="0"/>
                  </a:cxn>
                  <a:cxn ang="0">
                    <a:pos x="13" y="0"/>
                  </a:cxn>
                  <a:cxn ang="0">
                    <a:pos x="12" y="1"/>
                  </a:cxn>
                  <a:cxn ang="0">
                    <a:pos x="10" y="2"/>
                  </a:cxn>
                  <a:cxn ang="0">
                    <a:pos x="6" y="4"/>
                  </a:cxn>
                  <a:cxn ang="0">
                    <a:pos x="4" y="5"/>
                  </a:cxn>
                  <a:cxn ang="0">
                    <a:pos x="3" y="7"/>
                  </a:cxn>
                  <a:cxn ang="0">
                    <a:pos x="2" y="8"/>
                  </a:cxn>
                  <a:cxn ang="0">
                    <a:pos x="1" y="10"/>
                  </a:cxn>
                  <a:cxn ang="0">
                    <a:pos x="0" y="11"/>
                  </a:cxn>
                  <a:cxn ang="0">
                    <a:pos x="0" y="13"/>
                  </a:cxn>
                  <a:cxn ang="0">
                    <a:pos x="0" y="15"/>
                  </a:cxn>
                  <a:cxn ang="0">
                    <a:pos x="1" y="16"/>
                  </a:cxn>
                  <a:cxn ang="0">
                    <a:pos x="2" y="17"/>
                  </a:cxn>
                  <a:cxn ang="0">
                    <a:pos x="3" y="19"/>
                  </a:cxn>
                  <a:cxn ang="0">
                    <a:pos x="5" y="19"/>
                  </a:cxn>
                  <a:cxn ang="0">
                    <a:pos x="8" y="19"/>
                  </a:cxn>
                  <a:cxn ang="0">
                    <a:pos x="10" y="21"/>
                  </a:cxn>
                  <a:cxn ang="0">
                    <a:pos x="12" y="21"/>
                  </a:cxn>
                  <a:cxn ang="0">
                    <a:pos x="15" y="19"/>
                  </a:cxn>
                  <a:cxn ang="0">
                    <a:pos x="18" y="19"/>
                  </a:cxn>
                </a:cxnLst>
                <a:rect l="0" t="0" r="0" b="0"/>
                <a:pathLst>
                  <a:path w="33" h="22">
                    <a:moveTo>
                      <a:pt x="18" y="19"/>
                    </a:moveTo>
                    <a:lnTo>
                      <a:pt x="20" y="19"/>
                    </a:lnTo>
                    <a:lnTo>
                      <a:pt x="21" y="19"/>
                    </a:lnTo>
                    <a:lnTo>
                      <a:pt x="22" y="17"/>
                    </a:lnTo>
                    <a:lnTo>
                      <a:pt x="23" y="17"/>
                    </a:lnTo>
                    <a:lnTo>
                      <a:pt x="24" y="17"/>
                    </a:lnTo>
                    <a:lnTo>
                      <a:pt x="24" y="16"/>
                    </a:lnTo>
                    <a:lnTo>
                      <a:pt x="25" y="15"/>
                    </a:lnTo>
                    <a:lnTo>
                      <a:pt x="26" y="15"/>
                    </a:lnTo>
                    <a:lnTo>
                      <a:pt x="26" y="14"/>
                    </a:lnTo>
                    <a:lnTo>
                      <a:pt x="28" y="14"/>
                    </a:lnTo>
                    <a:lnTo>
                      <a:pt x="28" y="13"/>
                    </a:lnTo>
                    <a:lnTo>
                      <a:pt x="28" y="12"/>
                    </a:lnTo>
                    <a:lnTo>
                      <a:pt x="30" y="12"/>
                    </a:lnTo>
                    <a:lnTo>
                      <a:pt x="30" y="11"/>
                    </a:lnTo>
                    <a:lnTo>
                      <a:pt x="30" y="10"/>
                    </a:lnTo>
                    <a:lnTo>
                      <a:pt x="30" y="9"/>
                    </a:lnTo>
                    <a:lnTo>
                      <a:pt x="32" y="8"/>
                    </a:lnTo>
                    <a:lnTo>
                      <a:pt x="32" y="7"/>
                    </a:lnTo>
                    <a:lnTo>
                      <a:pt x="32" y="6"/>
                    </a:lnTo>
                    <a:lnTo>
                      <a:pt x="32" y="5"/>
                    </a:lnTo>
                    <a:lnTo>
                      <a:pt x="32" y="4"/>
                    </a:lnTo>
                    <a:lnTo>
                      <a:pt x="30" y="4"/>
                    </a:lnTo>
                    <a:lnTo>
                      <a:pt x="30" y="3"/>
                    </a:lnTo>
                    <a:lnTo>
                      <a:pt x="30" y="2"/>
                    </a:lnTo>
                    <a:lnTo>
                      <a:pt x="30" y="1"/>
                    </a:lnTo>
                    <a:lnTo>
                      <a:pt x="28" y="1"/>
                    </a:lnTo>
                    <a:lnTo>
                      <a:pt x="28" y="0"/>
                    </a:lnTo>
                    <a:lnTo>
                      <a:pt x="26" y="0"/>
                    </a:lnTo>
                    <a:lnTo>
                      <a:pt x="25" y="0"/>
                    </a:lnTo>
                    <a:lnTo>
                      <a:pt x="24" y="0"/>
                    </a:lnTo>
                    <a:lnTo>
                      <a:pt x="23" y="0"/>
                    </a:lnTo>
                    <a:lnTo>
                      <a:pt x="22" y="0"/>
                    </a:lnTo>
                    <a:lnTo>
                      <a:pt x="21" y="0"/>
                    </a:lnTo>
                    <a:lnTo>
                      <a:pt x="20" y="0"/>
                    </a:lnTo>
                    <a:lnTo>
                      <a:pt x="18" y="0"/>
                    </a:lnTo>
                    <a:lnTo>
                      <a:pt x="16" y="0"/>
                    </a:lnTo>
                    <a:lnTo>
                      <a:pt x="15" y="0"/>
                    </a:lnTo>
                    <a:lnTo>
                      <a:pt x="14" y="0"/>
                    </a:lnTo>
                    <a:lnTo>
                      <a:pt x="13" y="0"/>
                    </a:lnTo>
                    <a:lnTo>
                      <a:pt x="12" y="0"/>
                    </a:lnTo>
                    <a:lnTo>
                      <a:pt x="12" y="1"/>
                    </a:lnTo>
                    <a:lnTo>
                      <a:pt x="11" y="1"/>
                    </a:lnTo>
                    <a:lnTo>
                      <a:pt x="10" y="2"/>
                    </a:lnTo>
                    <a:lnTo>
                      <a:pt x="8" y="3"/>
                    </a:lnTo>
                    <a:lnTo>
                      <a:pt x="6" y="4"/>
                    </a:lnTo>
                    <a:lnTo>
                      <a:pt x="5" y="5"/>
                    </a:lnTo>
                    <a:lnTo>
                      <a:pt x="4" y="5"/>
                    </a:lnTo>
                    <a:lnTo>
                      <a:pt x="4" y="6"/>
                    </a:lnTo>
                    <a:lnTo>
                      <a:pt x="3" y="7"/>
                    </a:lnTo>
                    <a:lnTo>
                      <a:pt x="2" y="7"/>
                    </a:lnTo>
                    <a:lnTo>
                      <a:pt x="2" y="8"/>
                    </a:lnTo>
                    <a:lnTo>
                      <a:pt x="1" y="9"/>
                    </a:lnTo>
                    <a:lnTo>
                      <a:pt x="1" y="10"/>
                    </a:lnTo>
                    <a:lnTo>
                      <a:pt x="0" y="10"/>
                    </a:lnTo>
                    <a:lnTo>
                      <a:pt x="0" y="11"/>
                    </a:lnTo>
                    <a:lnTo>
                      <a:pt x="0" y="12"/>
                    </a:lnTo>
                    <a:lnTo>
                      <a:pt x="0" y="13"/>
                    </a:lnTo>
                    <a:lnTo>
                      <a:pt x="0" y="14"/>
                    </a:lnTo>
                    <a:lnTo>
                      <a:pt x="0" y="15"/>
                    </a:lnTo>
                    <a:lnTo>
                      <a:pt x="0" y="16"/>
                    </a:lnTo>
                    <a:lnTo>
                      <a:pt x="1" y="16"/>
                    </a:lnTo>
                    <a:lnTo>
                      <a:pt x="1" y="17"/>
                    </a:lnTo>
                    <a:lnTo>
                      <a:pt x="2" y="17"/>
                    </a:lnTo>
                    <a:lnTo>
                      <a:pt x="2" y="19"/>
                    </a:lnTo>
                    <a:lnTo>
                      <a:pt x="3" y="19"/>
                    </a:lnTo>
                    <a:lnTo>
                      <a:pt x="4" y="19"/>
                    </a:lnTo>
                    <a:lnTo>
                      <a:pt x="5" y="19"/>
                    </a:lnTo>
                    <a:lnTo>
                      <a:pt x="6" y="19"/>
                    </a:lnTo>
                    <a:lnTo>
                      <a:pt x="8" y="19"/>
                    </a:lnTo>
                    <a:lnTo>
                      <a:pt x="8" y="21"/>
                    </a:lnTo>
                    <a:lnTo>
                      <a:pt x="10" y="21"/>
                    </a:lnTo>
                    <a:lnTo>
                      <a:pt x="11" y="21"/>
                    </a:lnTo>
                    <a:lnTo>
                      <a:pt x="12" y="21"/>
                    </a:lnTo>
                    <a:lnTo>
                      <a:pt x="14" y="19"/>
                    </a:lnTo>
                    <a:lnTo>
                      <a:pt x="15" y="19"/>
                    </a:lnTo>
                    <a:lnTo>
                      <a:pt x="16" y="19"/>
                    </a:lnTo>
                    <a:lnTo>
                      <a:pt x="18" y="19"/>
                    </a:lnTo>
                  </a:path>
                </a:pathLst>
              </a:custGeom>
              <a:solidFill>
                <a:srgbClr val="FFFFFF"/>
              </a:solidFill>
              <a:ln w="12700">
                <a:noFill/>
              </a:ln>
            </p:spPr>
            <p:txBody>
              <a:bodyPr/>
              <a:lstStyle/>
              <a:p>
                <a:endParaRPr lang="zh-CN" altLang="en-US"/>
              </a:p>
            </p:txBody>
          </p:sp>
          <p:sp>
            <p:nvSpPr>
              <p:cNvPr id="31794" name="Freeform 51"/>
              <p:cNvSpPr/>
              <p:nvPr/>
            </p:nvSpPr>
            <p:spPr>
              <a:xfrm>
                <a:off x="3552" y="1920"/>
                <a:ext cx="33" cy="22"/>
              </a:xfrm>
              <a:custGeom>
                <a:avLst/>
                <a:gdLst/>
                <a:ahLst/>
                <a:cxnLst>
                  <a:cxn ang="0">
                    <a:pos x="18" y="19"/>
                  </a:cxn>
                  <a:cxn ang="0">
                    <a:pos x="25" y="15"/>
                  </a:cxn>
                  <a:cxn ang="0">
                    <a:pos x="28" y="12"/>
                  </a:cxn>
                  <a:cxn ang="0">
                    <a:pos x="32" y="8"/>
                  </a:cxn>
                  <a:cxn ang="0">
                    <a:pos x="32" y="4"/>
                  </a:cxn>
                  <a:cxn ang="0">
                    <a:pos x="28" y="1"/>
                  </a:cxn>
                  <a:cxn ang="0">
                    <a:pos x="24" y="0"/>
                  </a:cxn>
                  <a:cxn ang="0">
                    <a:pos x="18" y="0"/>
                  </a:cxn>
                  <a:cxn ang="0">
                    <a:pos x="12" y="0"/>
                  </a:cxn>
                  <a:cxn ang="0">
                    <a:pos x="6" y="4"/>
                  </a:cxn>
                  <a:cxn ang="0">
                    <a:pos x="2" y="7"/>
                  </a:cxn>
                  <a:cxn ang="0">
                    <a:pos x="0" y="12"/>
                  </a:cxn>
                  <a:cxn ang="0">
                    <a:pos x="0" y="15"/>
                  </a:cxn>
                  <a:cxn ang="0">
                    <a:pos x="2" y="19"/>
                  </a:cxn>
                  <a:cxn ang="0">
                    <a:pos x="6" y="19"/>
                  </a:cxn>
                  <a:cxn ang="0">
                    <a:pos x="12" y="21"/>
                  </a:cxn>
                  <a:cxn ang="0">
                    <a:pos x="18" y="19"/>
                  </a:cxn>
                </a:cxnLst>
                <a:rect l="0" t="0" r="0" b="0"/>
                <a:pathLst>
                  <a:path w="33" h="22">
                    <a:moveTo>
                      <a:pt x="18" y="19"/>
                    </a:moveTo>
                    <a:lnTo>
                      <a:pt x="25" y="15"/>
                    </a:lnTo>
                    <a:lnTo>
                      <a:pt x="28" y="12"/>
                    </a:lnTo>
                    <a:lnTo>
                      <a:pt x="32" y="8"/>
                    </a:lnTo>
                    <a:lnTo>
                      <a:pt x="32" y="4"/>
                    </a:lnTo>
                    <a:lnTo>
                      <a:pt x="28" y="1"/>
                    </a:lnTo>
                    <a:lnTo>
                      <a:pt x="24" y="0"/>
                    </a:lnTo>
                    <a:lnTo>
                      <a:pt x="18" y="0"/>
                    </a:lnTo>
                    <a:lnTo>
                      <a:pt x="12" y="0"/>
                    </a:lnTo>
                    <a:lnTo>
                      <a:pt x="6" y="4"/>
                    </a:lnTo>
                    <a:lnTo>
                      <a:pt x="2" y="7"/>
                    </a:lnTo>
                    <a:lnTo>
                      <a:pt x="0" y="12"/>
                    </a:lnTo>
                    <a:lnTo>
                      <a:pt x="0" y="15"/>
                    </a:lnTo>
                    <a:lnTo>
                      <a:pt x="2" y="19"/>
                    </a:lnTo>
                    <a:lnTo>
                      <a:pt x="6" y="19"/>
                    </a:lnTo>
                    <a:lnTo>
                      <a:pt x="12" y="21"/>
                    </a:lnTo>
                    <a:lnTo>
                      <a:pt x="18" y="1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95" name="Freeform 52"/>
              <p:cNvSpPr/>
              <p:nvPr/>
            </p:nvSpPr>
            <p:spPr>
              <a:xfrm>
                <a:off x="3585" y="1942"/>
                <a:ext cx="91" cy="55"/>
              </a:xfrm>
              <a:custGeom>
                <a:avLst/>
                <a:gdLst/>
                <a:ahLst/>
                <a:cxnLst>
                  <a:cxn ang="0">
                    <a:pos x="62" y="54"/>
                  </a:cxn>
                  <a:cxn ang="0">
                    <a:pos x="90" y="23"/>
                  </a:cxn>
                  <a:cxn ang="0">
                    <a:pos x="38" y="0"/>
                  </a:cxn>
                  <a:cxn ang="0">
                    <a:pos x="0" y="9"/>
                  </a:cxn>
                  <a:cxn ang="0">
                    <a:pos x="9" y="37"/>
                  </a:cxn>
                  <a:cxn ang="0">
                    <a:pos x="62" y="54"/>
                  </a:cxn>
                </a:cxnLst>
                <a:rect l="0" t="0" r="0" b="0"/>
                <a:pathLst>
                  <a:path w="91" h="55">
                    <a:moveTo>
                      <a:pt x="62" y="54"/>
                    </a:moveTo>
                    <a:lnTo>
                      <a:pt x="90" y="23"/>
                    </a:lnTo>
                    <a:lnTo>
                      <a:pt x="38" y="0"/>
                    </a:lnTo>
                    <a:lnTo>
                      <a:pt x="0" y="9"/>
                    </a:lnTo>
                    <a:lnTo>
                      <a:pt x="9" y="37"/>
                    </a:lnTo>
                    <a:lnTo>
                      <a:pt x="62" y="54"/>
                    </a:lnTo>
                  </a:path>
                </a:pathLst>
              </a:custGeom>
              <a:solidFill>
                <a:srgbClr val="FFFFFF"/>
              </a:solidFill>
              <a:ln w="12700">
                <a:noFill/>
              </a:ln>
            </p:spPr>
            <p:txBody>
              <a:bodyPr/>
              <a:lstStyle/>
              <a:p>
                <a:endParaRPr lang="zh-CN" altLang="en-US"/>
              </a:p>
            </p:txBody>
          </p:sp>
          <p:sp>
            <p:nvSpPr>
              <p:cNvPr id="31796" name="Freeform 53"/>
              <p:cNvSpPr/>
              <p:nvPr/>
            </p:nvSpPr>
            <p:spPr>
              <a:xfrm>
                <a:off x="3585" y="1942"/>
                <a:ext cx="91" cy="55"/>
              </a:xfrm>
              <a:custGeom>
                <a:avLst/>
                <a:gdLst/>
                <a:ahLst/>
                <a:cxnLst>
                  <a:cxn ang="0">
                    <a:pos x="62" y="54"/>
                  </a:cxn>
                  <a:cxn ang="0">
                    <a:pos x="90" y="23"/>
                  </a:cxn>
                  <a:cxn ang="0">
                    <a:pos x="38" y="0"/>
                  </a:cxn>
                  <a:cxn ang="0">
                    <a:pos x="0" y="9"/>
                  </a:cxn>
                  <a:cxn ang="0">
                    <a:pos x="9" y="37"/>
                  </a:cxn>
                  <a:cxn ang="0">
                    <a:pos x="62" y="54"/>
                  </a:cxn>
                </a:cxnLst>
                <a:rect l="0" t="0" r="0" b="0"/>
                <a:pathLst>
                  <a:path w="91" h="55">
                    <a:moveTo>
                      <a:pt x="62" y="54"/>
                    </a:moveTo>
                    <a:lnTo>
                      <a:pt x="90" y="23"/>
                    </a:lnTo>
                    <a:lnTo>
                      <a:pt x="38" y="0"/>
                    </a:lnTo>
                    <a:lnTo>
                      <a:pt x="0" y="9"/>
                    </a:lnTo>
                    <a:lnTo>
                      <a:pt x="9" y="37"/>
                    </a:lnTo>
                    <a:lnTo>
                      <a:pt x="62"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97" name="Freeform 54"/>
              <p:cNvSpPr/>
              <p:nvPr/>
            </p:nvSpPr>
            <p:spPr>
              <a:xfrm>
                <a:off x="3687" y="1844"/>
                <a:ext cx="92" cy="52"/>
              </a:xfrm>
              <a:custGeom>
                <a:avLst/>
                <a:gdLst/>
                <a:ahLst/>
                <a:cxnLst>
                  <a:cxn ang="0">
                    <a:pos x="22" y="0"/>
                  </a:cxn>
                  <a:cxn ang="0">
                    <a:pos x="0" y="35"/>
                  </a:cxn>
                  <a:cxn ang="0">
                    <a:pos x="54" y="51"/>
                  </a:cxn>
                  <a:cxn ang="0">
                    <a:pos x="91" y="34"/>
                  </a:cxn>
                  <a:cxn ang="0">
                    <a:pos x="76" y="8"/>
                  </a:cxn>
                  <a:cxn ang="0">
                    <a:pos x="22" y="0"/>
                  </a:cxn>
                </a:cxnLst>
                <a:rect l="0" t="0" r="0" b="0"/>
                <a:pathLst>
                  <a:path w="92" h="52">
                    <a:moveTo>
                      <a:pt x="22" y="0"/>
                    </a:moveTo>
                    <a:lnTo>
                      <a:pt x="0" y="35"/>
                    </a:lnTo>
                    <a:lnTo>
                      <a:pt x="54" y="51"/>
                    </a:lnTo>
                    <a:lnTo>
                      <a:pt x="91" y="34"/>
                    </a:lnTo>
                    <a:lnTo>
                      <a:pt x="76" y="8"/>
                    </a:lnTo>
                    <a:lnTo>
                      <a:pt x="22" y="0"/>
                    </a:lnTo>
                  </a:path>
                </a:pathLst>
              </a:custGeom>
              <a:solidFill>
                <a:srgbClr val="FFFFFF"/>
              </a:solidFill>
              <a:ln w="12700">
                <a:noFill/>
              </a:ln>
            </p:spPr>
            <p:txBody>
              <a:bodyPr/>
              <a:lstStyle/>
              <a:p>
                <a:endParaRPr lang="zh-CN" altLang="en-US"/>
              </a:p>
            </p:txBody>
          </p:sp>
          <p:sp>
            <p:nvSpPr>
              <p:cNvPr id="31798" name="Freeform 55"/>
              <p:cNvSpPr/>
              <p:nvPr/>
            </p:nvSpPr>
            <p:spPr>
              <a:xfrm>
                <a:off x="3687" y="1844"/>
                <a:ext cx="92" cy="52"/>
              </a:xfrm>
              <a:custGeom>
                <a:avLst/>
                <a:gdLst/>
                <a:ahLst/>
                <a:cxnLst>
                  <a:cxn ang="0">
                    <a:pos x="22" y="0"/>
                  </a:cxn>
                  <a:cxn ang="0">
                    <a:pos x="0" y="35"/>
                  </a:cxn>
                  <a:cxn ang="0">
                    <a:pos x="54" y="51"/>
                  </a:cxn>
                  <a:cxn ang="0">
                    <a:pos x="91" y="34"/>
                  </a:cxn>
                  <a:cxn ang="0">
                    <a:pos x="76" y="8"/>
                  </a:cxn>
                  <a:cxn ang="0">
                    <a:pos x="22" y="0"/>
                  </a:cxn>
                </a:cxnLst>
                <a:rect l="0" t="0" r="0" b="0"/>
                <a:pathLst>
                  <a:path w="92" h="52">
                    <a:moveTo>
                      <a:pt x="22" y="0"/>
                    </a:moveTo>
                    <a:lnTo>
                      <a:pt x="0" y="35"/>
                    </a:lnTo>
                    <a:lnTo>
                      <a:pt x="54" y="51"/>
                    </a:lnTo>
                    <a:lnTo>
                      <a:pt x="91" y="34"/>
                    </a:lnTo>
                    <a:lnTo>
                      <a:pt x="76" y="8"/>
                    </a:lnTo>
                    <a:lnTo>
                      <a:pt x="22"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799" name="Freeform 56"/>
              <p:cNvSpPr/>
              <p:nvPr/>
            </p:nvSpPr>
            <p:spPr>
              <a:xfrm>
                <a:off x="3808" y="1859"/>
                <a:ext cx="91" cy="51"/>
              </a:xfrm>
              <a:custGeom>
                <a:avLst/>
                <a:gdLst/>
                <a:ahLst/>
                <a:cxnLst>
                  <a:cxn ang="0">
                    <a:pos x="67" y="50"/>
                  </a:cxn>
                  <a:cxn ang="0">
                    <a:pos x="90" y="14"/>
                  </a:cxn>
                  <a:cxn ang="0">
                    <a:pos x="36" y="0"/>
                  </a:cxn>
                  <a:cxn ang="0">
                    <a:pos x="0" y="14"/>
                  </a:cxn>
                  <a:cxn ang="0">
                    <a:pos x="13" y="42"/>
                  </a:cxn>
                  <a:cxn ang="0">
                    <a:pos x="67" y="50"/>
                  </a:cxn>
                </a:cxnLst>
                <a:rect l="0" t="0" r="0" b="0"/>
                <a:pathLst>
                  <a:path w="91" h="51">
                    <a:moveTo>
                      <a:pt x="67" y="50"/>
                    </a:moveTo>
                    <a:lnTo>
                      <a:pt x="90" y="14"/>
                    </a:lnTo>
                    <a:lnTo>
                      <a:pt x="36" y="0"/>
                    </a:lnTo>
                    <a:lnTo>
                      <a:pt x="0" y="14"/>
                    </a:lnTo>
                    <a:lnTo>
                      <a:pt x="13" y="42"/>
                    </a:lnTo>
                    <a:lnTo>
                      <a:pt x="67" y="50"/>
                    </a:lnTo>
                  </a:path>
                </a:pathLst>
              </a:custGeom>
              <a:solidFill>
                <a:srgbClr val="FFFFFF"/>
              </a:solidFill>
              <a:ln w="12700">
                <a:noFill/>
              </a:ln>
            </p:spPr>
            <p:txBody>
              <a:bodyPr/>
              <a:lstStyle/>
              <a:p>
                <a:endParaRPr lang="zh-CN" altLang="en-US"/>
              </a:p>
            </p:txBody>
          </p:sp>
          <p:sp>
            <p:nvSpPr>
              <p:cNvPr id="31800" name="Freeform 57"/>
              <p:cNvSpPr/>
              <p:nvPr/>
            </p:nvSpPr>
            <p:spPr>
              <a:xfrm>
                <a:off x="3808" y="1859"/>
                <a:ext cx="91" cy="51"/>
              </a:xfrm>
              <a:custGeom>
                <a:avLst/>
                <a:gdLst/>
                <a:ahLst/>
                <a:cxnLst>
                  <a:cxn ang="0">
                    <a:pos x="67" y="50"/>
                  </a:cxn>
                  <a:cxn ang="0">
                    <a:pos x="90" y="14"/>
                  </a:cxn>
                  <a:cxn ang="0">
                    <a:pos x="36" y="0"/>
                  </a:cxn>
                  <a:cxn ang="0">
                    <a:pos x="0" y="14"/>
                  </a:cxn>
                  <a:cxn ang="0">
                    <a:pos x="13" y="42"/>
                  </a:cxn>
                  <a:cxn ang="0">
                    <a:pos x="67" y="50"/>
                  </a:cxn>
                </a:cxnLst>
                <a:rect l="0" t="0" r="0" b="0"/>
                <a:pathLst>
                  <a:path w="91" h="51">
                    <a:moveTo>
                      <a:pt x="67" y="50"/>
                    </a:moveTo>
                    <a:lnTo>
                      <a:pt x="90" y="14"/>
                    </a:lnTo>
                    <a:lnTo>
                      <a:pt x="36" y="0"/>
                    </a:lnTo>
                    <a:lnTo>
                      <a:pt x="0" y="14"/>
                    </a:lnTo>
                    <a:lnTo>
                      <a:pt x="13" y="42"/>
                    </a:lnTo>
                    <a:lnTo>
                      <a:pt x="67" y="5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01" name="Freeform 58"/>
              <p:cNvSpPr/>
              <p:nvPr/>
            </p:nvSpPr>
            <p:spPr>
              <a:xfrm>
                <a:off x="3820" y="1878"/>
                <a:ext cx="91" cy="51"/>
              </a:xfrm>
              <a:custGeom>
                <a:avLst/>
                <a:gdLst/>
                <a:ahLst/>
                <a:cxnLst>
                  <a:cxn ang="0">
                    <a:pos x="67" y="50"/>
                  </a:cxn>
                  <a:cxn ang="0">
                    <a:pos x="90" y="14"/>
                  </a:cxn>
                  <a:cxn ang="0">
                    <a:pos x="36" y="0"/>
                  </a:cxn>
                  <a:cxn ang="0">
                    <a:pos x="0" y="15"/>
                  </a:cxn>
                  <a:cxn ang="0">
                    <a:pos x="13" y="42"/>
                  </a:cxn>
                  <a:cxn ang="0">
                    <a:pos x="67" y="50"/>
                  </a:cxn>
                </a:cxnLst>
                <a:rect l="0" t="0" r="0" b="0"/>
                <a:pathLst>
                  <a:path w="91" h="51">
                    <a:moveTo>
                      <a:pt x="67" y="50"/>
                    </a:moveTo>
                    <a:lnTo>
                      <a:pt x="90" y="14"/>
                    </a:lnTo>
                    <a:lnTo>
                      <a:pt x="36" y="0"/>
                    </a:lnTo>
                    <a:lnTo>
                      <a:pt x="0" y="15"/>
                    </a:lnTo>
                    <a:lnTo>
                      <a:pt x="13" y="42"/>
                    </a:lnTo>
                    <a:lnTo>
                      <a:pt x="67" y="50"/>
                    </a:lnTo>
                  </a:path>
                </a:pathLst>
              </a:custGeom>
              <a:solidFill>
                <a:srgbClr val="FFFFFF"/>
              </a:solidFill>
              <a:ln w="12700">
                <a:noFill/>
              </a:ln>
            </p:spPr>
            <p:txBody>
              <a:bodyPr/>
              <a:lstStyle/>
              <a:p>
                <a:endParaRPr lang="zh-CN" altLang="en-US"/>
              </a:p>
            </p:txBody>
          </p:sp>
          <p:sp>
            <p:nvSpPr>
              <p:cNvPr id="31802" name="Freeform 59"/>
              <p:cNvSpPr/>
              <p:nvPr/>
            </p:nvSpPr>
            <p:spPr>
              <a:xfrm>
                <a:off x="3820" y="1878"/>
                <a:ext cx="91" cy="51"/>
              </a:xfrm>
              <a:custGeom>
                <a:avLst/>
                <a:gdLst/>
                <a:ahLst/>
                <a:cxnLst>
                  <a:cxn ang="0">
                    <a:pos x="67" y="50"/>
                  </a:cxn>
                  <a:cxn ang="0">
                    <a:pos x="90" y="14"/>
                  </a:cxn>
                  <a:cxn ang="0">
                    <a:pos x="36" y="0"/>
                  </a:cxn>
                  <a:cxn ang="0">
                    <a:pos x="0" y="15"/>
                  </a:cxn>
                  <a:cxn ang="0">
                    <a:pos x="13" y="42"/>
                  </a:cxn>
                  <a:cxn ang="0">
                    <a:pos x="67" y="50"/>
                  </a:cxn>
                </a:cxnLst>
                <a:rect l="0" t="0" r="0" b="0"/>
                <a:pathLst>
                  <a:path w="91" h="51">
                    <a:moveTo>
                      <a:pt x="67" y="50"/>
                    </a:moveTo>
                    <a:lnTo>
                      <a:pt x="90" y="14"/>
                    </a:lnTo>
                    <a:lnTo>
                      <a:pt x="36" y="0"/>
                    </a:lnTo>
                    <a:lnTo>
                      <a:pt x="0" y="15"/>
                    </a:lnTo>
                    <a:lnTo>
                      <a:pt x="13" y="42"/>
                    </a:lnTo>
                    <a:lnTo>
                      <a:pt x="67" y="5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03" name="Freeform 60"/>
              <p:cNvSpPr/>
              <p:nvPr/>
            </p:nvSpPr>
            <p:spPr>
              <a:xfrm>
                <a:off x="3770" y="1856"/>
                <a:ext cx="57" cy="67"/>
              </a:xfrm>
              <a:custGeom>
                <a:avLst/>
                <a:gdLst/>
                <a:ahLst/>
                <a:cxnLst>
                  <a:cxn ang="0">
                    <a:pos x="0" y="19"/>
                  </a:cxn>
                  <a:cxn ang="0">
                    <a:pos x="0" y="18"/>
                  </a:cxn>
                  <a:cxn ang="0">
                    <a:pos x="0" y="17"/>
                  </a:cxn>
                  <a:cxn ang="0">
                    <a:pos x="0" y="16"/>
                  </a:cxn>
                  <a:cxn ang="0">
                    <a:pos x="0" y="15"/>
                  </a:cxn>
                  <a:cxn ang="0">
                    <a:pos x="0" y="14"/>
                  </a:cxn>
                  <a:cxn ang="0">
                    <a:pos x="0" y="13"/>
                  </a:cxn>
                  <a:cxn ang="0">
                    <a:pos x="0" y="12"/>
                  </a:cxn>
                  <a:cxn ang="0">
                    <a:pos x="0" y="11"/>
                  </a:cxn>
                  <a:cxn ang="0">
                    <a:pos x="2" y="11"/>
                  </a:cxn>
                  <a:cxn ang="0">
                    <a:pos x="2" y="10"/>
                  </a:cxn>
                  <a:cxn ang="0">
                    <a:pos x="2" y="9"/>
                  </a:cxn>
                  <a:cxn ang="0">
                    <a:pos x="2" y="8"/>
                  </a:cxn>
                  <a:cxn ang="0">
                    <a:pos x="4" y="7"/>
                  </a:cxn>
                  <a:cxn ang="0">
                    <a:pos x="5" y="6"/>
                  </a:cxn>
                  <a:cxn ang="0">
                    <a:pos x="6" y="5"/>
                  </a:cxn>
                  <a:cxn ang="0">
                    <a:pos x="7" y="4"/>
                  </a:cxn>
                  <a:cxn ang="0">
                    <a:pos x="8" y="3"/>
                  </a:cxn>
                  <a:cxn ang="0">
                    <a:pos x="9" y="3"/>
                  </a:cxn>
                  <a:cxn ang="0">
                    <a:pos x="10" y="3"/>
                  </a:cxn>
                  <a:cxn ang="0">
                    <a:pos x="10" y="2"/>
                  </a:cxn>
                  <a:cxn ang="0">
                    <a:pos x="12" y="1"/>
                  </a:cxn>
                  <a:cxn ang="0">
                    <a:pos x="14" y="1"/>
                  </a:cxn>
                  <a:cxn ang="0">
                    <a:pos x="15" y="1"/>
                  </a:cxn>
                  <a:cxn ang="0">
                    <a:pos x="16" y="0"/>
                  </a:cxn>
                  <a:cxn ang="0">
                    <a:pos x="17" y="0"/>
                  </a:cxn>
                  <a:cxn ang="0">
                    <a:pos x="18" y="0"/>
                  </a:cxn>
                  <a:cxn ang="0">
                    <a:pos x="19" y="0"/>
                  </a:cxn>
                  <a:cxn ang="0">
                    <a:pos x="20" y="0"/>
                  </a:cxn>
                  <a:cxn ang="0">
                    <a:pos x="22" y="0"/>
                  </a:cxn>
                  <a:cxn ang="0">
                    <a:pos x="24" y="0"/>
                  </a:cxn>
                  <a:cxn ang="0">
                    <a:pos x="25" y="0"/>
                  </a:cxn>
                  <a:cxn ang="0">
                    <a:pos x="26" y="0"/>
                  </a:cxn>
                  <a:cxn ang="0">
                    <a:pos x="27" y="1"/>
                  </a:cxn>
                  <a:cxn ang="0">
                    <a:pos x="28" y="1"/>
                  </a:cxn>
                  <a:cxn ang="0">
                    <a:pos x="29" y="2"/>
                  </a:cxn>
                  <a:cxn ang="0">
                    <a:pos x="29" y="3"/>
                  </a:cxn>
                  <a:cxn ang="0">
                    <a:pos x="56" y="48"/>
                  </a:cxn>
                  <a:cxn ang="0">
                    <a:pos x="25" y="66"/>
                  </a:cxn>
                  <a:cxn ang="0">
                    <a:pos x="0" y="20"/>
                  </a:cxn>
                  <a:cxn ang="0">
                    <a:pos x="0" y="19"/>
                  </a:cxn>
                </a:cxnLst>
                <a:rect l="0" t="0" r="0" b="0"/>
                <a:pathLst>
                  <a:path w="57" h="67">
                    <a:moveTo>
                      <a:pt x="0" y="19"/>
                    </a:moveTo>
                    <a:lnTo>
                      <a:pt x="0" y="18"/>
                    </a:lnTo>
                    <a:lnTo>
                      <a:pt x="0" y="17"/>
                    </a:lnTo>
                    <a:lnTo>
                      <a:pt x="0" y="16"/>
                    </a:lnTo>
                    <a:lnTo>
                      <a:pt x="0" y="15"/>
                    </a:lnTo>
                    <a:lnTo>
                      <a:pt x="0" y="14"/>
                    </a:lnTo>
                    <a:lnTo>
                      <a:pt x="0" y="13"/>
                    </a:lnTo>
                    <a:lnTo>
                      <a:pt x="0" y="12"/>
                    </a:lnTo>
                    <a:lnTo>
                      <a:pt x="0" y="11"/>
                    </a:lnTo>
                    <a:lnTo>
                      <a:pt x="2" y="11"/>
                    </a:lnTo>
                    <a:lnTo>
                      <a:pt x="2" y="10"/>
                    </a:lnTo>
                    <a:lnTo>
                      <a:pt x="2" y="9"/>
                    </a:lnTo>
                    <a:lnTo>
                      <a:pt x="2" y="8"/>
                    </a:lnTo>
                    <a:lnTo>
                      <a:pt x="4" y="7"/>
                    </a:lnTo>
                    <a:lnTo>
                      <a:pt x="5" y="6"/>
                    </a:lnTo>
                    <a:lnTo>
                      <a:pt x="6" y="5"/>
                    </a:lnTo>
                    <a:lnTo>
                      <a:pt x="7" y="4"/>
                    </a:lnTo>
                    <a:lnTo>
                      <a:pt x="8" y="3"/>
                    </a:lnTo>
                    <a:lnTo>
                      <a:pt x="9" y="3"/>
                    </a:lnTo>
                    <a:lnTo>
                      <a:pt x="10" y="3"/>
                    </a:lnTo>
                    <a:lnTo>
                      <a:pt x="10" y="2"/>
                    </a:lnTo>
                    <a:lnTo>
                      <a:pt x="12" y="1"/>
                    </a:lnTo>
                    <a:lnTo>
                      <a:pt x="14" y="1"/>
                    </a:lnTo>
                    <a:lnTo>
                      <a:pt x="15" y="1"/>
                    </a:lnTo>
                    <a:lnTo>
                      <a:pt x="16" y="0"/>
                    </a:lnTo>
                    <a:lnTo>
                      <a:pt x="17" y="0"/>
                    </a:lnTo>
                    <a:lnTo>
                      <a:pt x="18" y="0"/>
                    </a:lnTo>
                    <a:lnTo>
                      <a:pt x="19" y="0"/>
                    </a:lnTo>
                    <a:lnTo>
                      <a:pt x="20" y="0"/>
                    </a:lnTo>
                    <a:lnTo>
                      <a:pt x="22" y="0"/>
                    </a:lnTo>
                    <a:lnTo>
                      <a:pt x="24" y="0"/>
                    </a:lnTo>
                    <a:lnTo>
                      <a:pt x="25" y="0"/>
                    </a:lnTo>
                    <a:lnTo>
                      <a:pt x="26" y="0"/>
                    </a:lnTo>
                    <a:lnTo>
                      <a:pt x="27" y="1"/>
                    </a:lnTo>
                    <a:lnTo>
                      <a:pt x="28" y="1"/>
                    </a:lnTo>
                    <a:lnTo>
                      <a:pt x="29" y="2"/>
                    </a:lnTo>
                    <a:lnTo>
                      <a:pt x="29" y="3"/>
                    </a:lnTo>
                    <a:lnTo>
                      <a:pt x="56" y="48"/>
                    </a:lnTo>
                    <a:lnTo>
                      <a:pt x="25" y="66"/>
                    </a:lnTo>
                    <a:lnTo>
                      <a:pt x="0" y="20"/>
                    </a:lnTo>
                    <a:lnTo>
                      <a:pt x="0" y="19"/>
                    </a:lnTo>
                  </a:path>
                </a:pathLst>
              </a:custGeom>
              <a:solidFill>
                <a:srgbClr val="FFFFFF"/>
              </a:solidFill>
              <a:ln w="12700">
                <a:noFill/>
              </a:ln>
            </p:spPr>
            <p:txBody>
              <a:bodyPr/>
              <a:lstStyle/>
              <a:p>
                <a:endParaRPr lang="zh-CN" altLang="en-US"/>
              </a:p>
            </p:txBody>
          </p:sp>
          <p:sp>
            <p:nvSpPr>
              <p:cNvPr id="31804" name="Freeform 61"/>
              <p:cNvSpPr/>
              <p:nvPr/>
            </p:nvSpPr>
            <p:spPr>
              <a:xfrm>
                <a:off x="3770" y="1856"/>
                <a:ext cx="57" cy="67"/>
              </a:xfrm>
              <a:custGeom>
                <a:avLst/>
                <a:gdLst/>
                <a:ahLst/>
                <a:cxnLst>
                  <a:cxn ang="0">
                    <a:pos x="0" y="19"/>
                  </a:cxn>
                  <a:cxn ang="0">
                    <a:pos x="0" y="15"/>
                  </a:cxn>
                  <a:cxn ang="0">
                    <a:pos x="2" y="11"/>
                  </a:cxn>
                  <a:cxn ang="0">
                    <a:pos x="5" y="6"/>
                  </a:cxn>
                  <a:cxn ang="0">
                    <a:pos x="10" y="3"/>
                  </a:cxn>
                  <a:cxn ang="0">
                    <a:pos x="16" y="0"/>
                  </a:cxn>
                  <a:cxn ang="0">
                    <a:pos x="22" y="0"/>
                  </a:cxn>
                  <a:cxn ang="0">
                    <a:pos x="26" y="0"/>
                  </a:cxn>
                  <a:cxn ang="0">
                    <a:pos x="29" y="3"/>
                  </a:cxn>
                  <a:cxn ang="0">
                    <a:pos x="56" y="48"/>
                  </a:cxn>
                  <a:cxn ang="0">
                    <a:pos x="25" y="66"/>
                  </a:cxn>
                  <a:cxn ang="0">
                    <a:pos x="0" y="20"/>
                  </a:cxn>
                  <a:cxn ang="0">
                    <a:pos x="0" y="19"/>
                  </a:cxn>
                </a:cxnLst>
                <a:rect l="0" t="0" r="0" b="0"/>
                <a:pathLst>
                  <a:path w="57" h="67">
                    <a:moveTo>
                      <a:pt x="0" y="19"/>
                    </a:moveTo>
                    <a:lnTo>
                      <a:pt x="0" y="15"/>
                    </a:lnTo>
                    <a:lnTo>
                      <a:pt x="2" y="11"/>
                    </a:lnTo>
                    <a:lnTo>
                      <a:pt x="5" y="6"/>
                    </a:lnTo>
                    <a:lnTo>
                      <a:pt x="10" y="3"/>
                    </a:lnTo>
                    <a:lnTo>
                      <a:pt x="16" y="0"/>
                    </a:lnTo>
                    <a:lnTo>
                      <a:pt x="22" y="0"/>
                    </a:lnTo>
                    <a:lnTo>
                      <a:pt x="26" y="0"/>
                    </a:lnTo>
                    <a:lnTo>
                      <a:pt x="29" y="3"/>
                    </a:lnTo>
                    <a:lnTo>
                      <a:pt x="56" y="48"/>
                    </a:lnTo>
                    <a:lnTo>
                      <a:pt x="25" y="66"/>
                    </a:lnTo>
                    <a:lnTo>
                      <a:pt x="0" y="20"/>
                    </a:lnTo>
                    <a:lnTo>
                      <a:pt x="0" y="1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05" name="Freeform 62"/>
              <p:cNvSpPr/>
              <p:nvPr/>
            </p:nvSpPr>
            <p:spPr>
              <a:xfrm>
                <a:off x="3794" y="1905"/>
                <a:ext cx="33" cy="23"/>
              </a:xfrm>
              <a:custGeom>
                <a:avLst/>
                <a:gdLst/>
                <a:ahLst/>
                <a:cxnLst>
                  <a:cxn ang="0">
                    <a:pos x="9" y="3"/>
                  </a:cxn>
                  <a:cxn ang="0">
                    <a:pos x="7" y="4"/>
                  </a:cxn>
                  <a:cxn ang="0">
                    <a:pos x="5" y="5"/>
                  </a:cxn>
                  <a:cxn ang="0">
                    <a:pos x="3" y="8"/>
                  </a:cxn>
                  <a:cxn ang="0">
                    <a:pos x="1" y="10"/>
                  </a:cxn>
                  <a:cxn ang="0">
                    <a:pos x="0" y="12"/>
                  </a:cxn>
                  <a:cxn ang="0">
                    <a:pos x="0" y="14"/>
                  </a:cxn>
                  <a:cxn ang="0">
                    <a:pos x="0" y="16"/>
                  </a:cxn>
                  <a:cxn ang="0">
                    <a:pos x="0" y="18"/>
                  </a:cxn>
                  <a:cxn ang="0">
                    <a:pos x="1" y="20"/>
                  </a:cxn>
                  <a:cxn ang="0">
                    <a:pos x="3" y="20"/>
                  </a:cxn>
                  <a:cxn ang="0">
                    <a:pos x="5" y="22"/>
                  </a:cxn>
                  <a:cxn ang="0">
                    <a:pos x="7" y="22"/>
                  </a:cxn>
                  <a:cxn ang="0">
                    <a:pos x="9" y="22"/>
                  </a:cxn>
                  <a:cxn ang="0">
                    <a:pos x="13" y="22"/>
                  </a:cxn>
                  <a:cxn ang="0">
                    <a:pos x="14" y="20"/>
                  </a:cxn>
                  <a:cxn ang="0">
                    <a:pos x="16" y="20"/>
                  </a:cxn>
                  <a:cxn ang="0">
                    <a:pos x="18" y="20"/>
                  </a:cxn>
                  <a:cxn ang="0">
                    <a:pos x="20" y="18"/>
                  </a:cxn>
                  <a:cxn ang="0">
                    <a:pos x="22" y="17"/>
                  </a:cxn>
                  <a:cxn ang="0">
                    <a:pos x="24" y="16"/>
                  </a:cxn>
                  <a:cxn ang="0">
                    <a:pos x="25" y="15"/>
                  </a:cxn>
                  <a:cxn ang="0">
                    <a:pos x="27" y="14"/>
                  </a:cxn>
                  <a:cxn ang="0">
                    <a:pos x="28" y="13"/>
                  </a:cxn>
                  <a:cxn ang="0">
                    <a:pos x="29" y="12"/>
                  </a:cxn>
                  <a:cxn ang="0">
                    <a:pos x="29" y="10"/>
                  </a:cxn>
                  <a:cxn ang="0">
                    <a:pos x="30" y="8"/>
                  </a:cxn>
                  <a:cxn ang="0">
                    <a:pos x="32" y="6"/>
                  </a:cxn>
                  <a:cxn ang="0">
                    <a:pos x="32" y="4"/>
                  </a:cxn>
                  <a:cxn ang="0">
                    <a:pos x="29" y="2"/>
                  </a:cxn>
                  <a:cxn ang="0">
                    <a:pos x="28" y="1"/>
                  </a:cxn>
                  <a:cxn ang="0">
                    <a:pos x="27" y="0"/>
                  </a:cxn>
                  <a:cxn ang="0">
                    <a:pos x="25" y="0"/>
                  </a:cxn>
                  <a:cxn ang="0">
                    <a:pos x="23" y="0"/>
                  </a:cxn>
                  <a:cxn ang="0">
                    <a:pos x="21" y="0"/>
                  </a:cxn>
                  <a:cxn ang="0">
                    <a:pos x="19" y="0"/>
                  </a:cxn>
                  <a:cxn ang="0">
                    <a:pos x="17" y="0"/>
                  </a:cxn>
                  <a:cxn ang="0">
                    <a:pos x="15" y="1"/>
                  </a:cxn>
                  <a:cxn ang="0">
                    <a:pos x="13" y="1"/>
                  </a:cxn>
                  <a:cxn ang="0">
                    <a:pos x="11" y="2"/>
                  </a:cxn>
                </a:cxnLst>
                <a:rect l="0" t="0" r="0" b="0"/>
                <a:pathLst>
                  <a:path w="33" h="23">
                    <a:moveTo>
                      <a:pt x="11" y="3"/>
                    </a:moveTo>
                    <a:lnTo>
                      <a:pt x="9" y="3"/>
                    </a:lnTo>
                    <a:lnTo>
                      <a:pt x="8" y="3"/>
                    </a:lnTo>
                    <a:lnTo>
                      <a:pt x="7" y="4"/>
                    </a:lnTo>
                    <a:lnTo>
                      <a:pt x="6" y="5"/>
                    </a:lnTo>
                    <a:lnTo>
                      <a:pt x="5" y="5"/>
                    </a:lnTo>
                    <a:lnTo>
                      <a:pt x="4" y="6"/>
                    </a:lnTo>
                    <a:lnTo>
                      <a:pt x="3" y="8"/>
                    </a:lnTo>
                    <a:lnTo>
                      <a:pt x="2" y="8"/>
                    </a:lnTo>
                    <a:lnTo>
                      <a:pt x="1" y="10"/>
                    </a:lnTo>
                    <a:lnTo>
                      <a:pt x="0" y="11"/>
                    </a:lnTo>
                    <a:lnTo>
                      <a:pt x="0" y="12"/>
                    </a:lnTo>
                    <a:lnTo>
                      <a:pt x="0" y="13"/>
                    </a:lnTo>
                    <a:lnTo>
                      <a:pt x="0" y="14"/>
                    </a:lnTo>
                    <a:lnTo>
                      <a:pt x="0" y="15"/>
                    </a:lnTo>
                    <a:lnTo>
                      <a:pt x="0" y="16"/>
                    </a:lnTo>
                    <a:lnTo>
                      <a:pt x="0" y="17"/>
                    </a:lnTo>
                    <a:lnTo>
                      <a:pt x="0" y="18"/>
                    </a:lnTo>
                    <a:lnTo>
                      <a:pt x="1" y="18"/>
                    </a:lnTo>
                    <a:lnTo>
                      <a:pt x="1" y="20"/>
                    </a:lnTo>
                    <a:lnTo>
                      <a:pt x="2" y="20"/>
                    </a:lnTo>
                    <a:lnTo>
                      <a:pt x="3" y="20"/>
                    </a:lnTo>
                    <a:lnTo>
                      <a:pt x="4" y="20"/>
                    </a:lnTo>
                    <a:lnTo>
                      <a:pt x="5" y="22"/>
                    </a:lnTo>
                    <a:lnTo>
                      <a:pt x="6" y="22"/>
                    </a:lnTo>
                    <a:lnTo>
                      <a:pt x="7" y="22"/>
                    </a:lnTo>
                    <a:lnTo>
                      <a:pt x="8" y="22"/>
                    </a:lnTo>
                    <a:lnTo>
                      <a:pt x="9" y="22"/>
                    </a:lnTo>
                    <a:lnTo>
                      <a:pt x="11" y="22"/>
                    </a:lnTo>
                    <a:lnTo>
                      <a:pt x="13" y="22"/>
                    </a:lnTo>
                    <a:lnTo>
                      <a:pt x="13" y="20"/>
                    </a:lnTo>
                    <a:lnTo>
                      <a:pt x="14" y="20"/>
                    </a:lnTo>
                    <a:lnTo>
                      <a:pt x="15" y="20"/>
                    </a:lnTo>
                    <a:lnTo>
                      <a:pt x="16" y="20"/>
                    </a:lnTo>
                    <a:lnTo>
                      <a:pt x="17" y="20"/>
                    </a:lnTo>
                    <a:lnTo>
                      <a:pt x="18" y="20"/>
                    </a:lnTo>
                    <a:lnTo>
                      <a:pt x="19" y="18"/>
                    </a:lnTo>
                    <a:lnTo>
                      <a:pt x="20" y="18"/>
                    </a:lnTo>
                    <a:lnTo>
                      <a:pt x="21" y="18"/>
                    </a:lnTo>
                    <a:lnTo>
                      <a:pt x="22" y="17"/>
                    </a:lnTo>
                    <a:lnTo>
                      <a:pt x="23" y="16"/>
                    </a:lnTo>
                    <a:lnTo>
                      <a:pt x="24" y="16"/>
                    </a:lnTo>
                    <a:lnTo>
                      <a:pt x="25" y="16"/>
                    </a:lnTo>
                    <a:lnTo>
                      <a:pt x="25" y="15"/>
                    </a:lnTo>
                    <a:lnTo>
                      <a:pt x="26" y="15"/>
                    </a:lnTo>
                    <a:lnTo>
                      <a:pt x="27" y="14"/>
                    </a:lnTo>
                    <a:lnTo>
                      <a:pt x="27" y="13"/>
                    </a:lnTo>
                    <a:lnTo>
                      <a:pt x="28" y="13"/>
                    </a:lnTo>
                    <a:lnTo>
                      <a:pt x="28" y="12"/>
                    </a:lnTo>
                    <a:lnTo>
                      <a:pt x="29" y="12"/>
                    </a:lnTo>
                    <a:lnTo>
                      <a:pt x="29" y="11"/>
                    </a:lnTo>
                    <a:lnTo>
                      <a:pt x="29" y="10"/>
                    </a:lnTo>
                    <a:lnTo>
                      <a:pt x="30" y="10"/>
                    </a:lnTo>
                    <a:lnTo>
                      <a:pt x="30" y="8"/>
                    </a:lnTo>
                    <a:lnTo>
                      <a:pt x="32" y="8"/>
                    </a:lnTo>
                    <a:lnTo>
                      <a:pt x="32" y="6"/>
                    </a:lnTo>
                    <a:lnTo>
                      <a:pt x="32" y="5"/>
                    </a:lnTo>
                    <a:lnTo>
                      <a:pt x="32" y="4"/>
                    </a:lnTo>
                    <a:lnTo>
                      <a:pt x="30" y="3"/>
                    </a:lnTo>
                    <a:lnTo>
                      <a:pt x="29" y="2"/>
                    </a:lnTo>
                    <a:lnTo>
                      <a:pt x="29" y="1"/>
                    </a:lnTo>
                    <a:lnTo>
                      <a:pt x="28" y="1"/>
                    </a:lnTo>
                    <a:lnTo>
                      <a:pt x="27" y="1"/>
                    </a:lnTo>
                    <a:lnTo>
                      <a:pt x="27" y="0"/>
                    </a:lnTo>
                    <a:lnTo>
                      <a:pt x="26" y="0"/>
                    </a:lnTo>
                    <a:lnTo>
                      <a:pt x="25" y="0"/>
                    </a:lnTo>
                    <a:lnTo>
                      <a:pt x="24" y="0"/>
                    </a:lnTo>
                    <a:lnTo>
                      <a:pt x="23" y="0"/>
                    </a:lnTo>
                    <a:lnTo>
                      <a:pt x="22" y="0"/>
                    </a:lnTo>
                    <a:lnTo>
                      <a:pt x="21" y="0"/>
                    </a:lnTo>
                    <a:lnTo>
                      <a:pt x="20" y="0"/>
                    </a:lnTo>
                    <a:lnTo>
                      <a:pt x="19" y="0"/>
                    </a:lnTo>
                    <a:lnTo>
                      <a:pt x="18" y="0"/>
                    </a:lnTo>
                    <a:lnTo>
                      <a:pt x="17" y="0"/>
                    </a:lnTo>
                    <a:lnTo>
                      <a:pt x="16" y="0"/>
                    </a:lnTo>
                    <a:lnTo>
                      <a:pt x="15" y="1"/>
                    </a:lnTo>
                    <a:lnTo>
                      <a:pt x="14" y="1"/>
                    </a:lnTo>
                    <a:lnTo>
                      <a:pt x="13" y="1"/>
                    </a:lnTo>
                    <a:lnTo>
                      <a:pt x="11" y="1"/>
                    </a:lnTo>
                    <a:lnTo>
                      <a:pt x="11" y="2"/>
                    </a:lnTo>
                    <a:lnTo>
                      <a:pt x="11" y="3"/>
                    </a:lnTo>
                  </a:path>
                </a:pathLst>
              </a:custGeom>
              <a:solidFill>
                <a:srgbClr val="FFFFFF"/>
              </a:solidFill>
              <a:ln w="12700">
                <a:noFill/>
              </a:ln>
            </p:spPr>
            <p:txBody>
              <a:bodyPr/>
              <a:lstStyle/>
              <a:p>
                <a:endParaRPr lang="zh-CN" altLang="en-US"/>
              </a:p>
            </p:txBody>
          </p:sp>
          <p:sp>
            <p:nvSpPr>
              <p:cNvPr id="31806" name="Freeform 63"/>
              <p:cNvSpPr/>
              <p:nvPr/>
            </p:nvSpPr>
            <p:spPr>
              <a:xfrm>
                <a:off x="3794" y="1905"/>
                <a:ext cx="33" cy="23"/>
              </a:xfrm>
              <a:custGeom>
                <a:avLst/>
                <a:gdLst/>
                <a:ahLst/>
                <a:cxnLst>
                  <a:cxn ang="0">
                    <a:pos x="11" y="3"/>
                  </a:cxn>
                  <a:cxn ang="0">
                    <a:pos x="4" y="6"/>
                  </a:cxn>
                  <a:cxn ang="0">
                    <a:pos x="1" y="10"/>
                  </a:cxn>
                  <a:cxn ang="0">
                    <a:pos x="0" y="14"/>
                  </a:cxn>
                  <a:cxn ang="0">
                    <a:pos x="0" y="18"/>
                  </a:cxn>
                  <a:cxn ang="0">
                    <a:pos x="3" y="20"/>
                  </a:cxn>
                  <a:cxn ang="0">
                    <a:pos x="8" y="22"/>
                  </a:cxn>
                  <a:cxn ang="0">
                    <a:pos x="14" y="20"/>
                  </a:cxn>
                  <a:cxn ang="0">
                    <a:pos x="20" y="18"/>
                  </a:cxn>
                  <a:cxn ang="0">
                    <a:pos x="26" y="15"/>
                  </a:cxn>
                  <a:cxn ang="0">
                    <a:pos x="29" y="10"/>
                  </a:cxn>
                  <a:cxn ang="0">
                    <a:pos x="32" y="6"/>
                  </a:cxn>
                  <a:cxn ang="0">
                    <a:pos x="30" y="3"/>
                  </a:cxn>
                  <a:cxn ang="0">
                    <a:pos x="27" y="0"/>
                  </a:cxn>
                  <a:cxn ang="0">
                    <a:pos x="22" y="0"/>
                  </a:cxn>
                  <a:cxn ang="0">
                    <a:pos x="16" y="0"/>
                  </a:cxn>
                  <a:cxn ang="0">
                    <a:pos x="11" y="3"/>
                  </a:cxn>
                </a:cxnLst>
                <a:rect l="0" t="0" r="0" b="0"/>
                <a:pathLst>
                  <a:path w="33" h="23">
                    <a:moveTo>
                      <a:pt x="11" y="3"/>
                    </a:moveTo>
                    <a:lnTo>
                      <a:pt x="4" y="6"/>
                    </a:lnTo>
                    <a:lnTo>
                      <a:pt x="1" y="10"/>
                    </a:lnTo>
                    <a:lnTo>
                      <a:pt x="0" y="14"/>
                    </a:lnTo>
                    <a:lnTo>
                      <a:pt x="0" y="18"/>
                    </a:lnTo>
                    <a:lnTo>
                      <a:pt x="3" y="20"/>
                    </a:lnTo>
                    <a:lnTo>
                      <a:pt x="8" y="22"/>
                    </a:lnTo>
                    <a:lnTo>
                      <a:pt x="14" y="20"/>
                    </a:lnTo>
                    <a:lnTo>
                      <a:pt x="20" y="18"/>
                    </a:lnTo>
                    <a:lnTo>
                      <a:pt x="26" y="15"/>
                    </a:lnTo>
                    <a:lnTo>
                      <a:pt x="29" y="10"/>
                    </a:lnTo>
                    <a:lnTo>
                      <a:pt x="32" y="6"/>
                    </a:lnTo>
                    <a:lnTo>
                      <a:pt x="30" y="3"/>
                    </a:lnTo>
                    <a:lnTo>
                      <a:pt x="27" y="0"/>
                    </a:lnTo>
                    <a:lnTo>
                      <a:pt x="22" y="0"/>
                    </a:lnTo>
                    <a:lnTo>
                      <a:pt x="16" y="0"/>
                    </a:lnTo>
                    <a:lnTo>
                      <a:pt x="11" y="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07" name="Freeform 64"/>
              <p:cNvSpPr/>
              <p:nvPr/>
            </p:nvSpPr>
            <p:spPr>
              <a:xfrm>
                <a:off x="3699" y="1864"/>
                <a:ext cx="92" cy="50"/>
              </a:xfrm>
              <a:custGeom>
                <a:avLst/>
                <a:gdLst/>
                <a:ahLst/>
                <a:cxnLst>
                  <a:cxn ang="0">
                    <a:pos x="21" y="0"/>
                  </a:cxn>
                  <a:cxn ang="0">
                    <a:pos x="0" y="34"/>
                  </a:cxn>
                  <a:cxn ang="0">
                    <a:pos x="54" y="49"/>
                  </a:cxn>
                  <a:cxn ang="0">
                    <a:pos x="91" y="33"/>
                  </a:cxn>
                  <a:cxn ang="0">
                    <a:pos x="76" y="7"/>
                  </a:cxn>
                  <a:cxn ang="0">
                    <a:pos x="21" y="0"/>
                  </a:cxn>
                </a:cxnLst>
                <a:rect l="0" t="0" r="0" b="0"/>
                <a:pathLst>
                  <a:path w="92" h="50">
                    <a:moveTo>
                      <a:pt x="21" y="0"/>
                    </a:moveTo>
                    <a:lnTo>
                      <a:pt x="0" y="34"/>
                    </a:lnTo>
                    <a:lnTo>
                      <a:pt x="54" y="49"/>
                    </a:lnTo>
                    <a:lnTo>
                      <a:pt x="91" y="33"/>
                    </a:lnTo>
                    <a:lnTo>
                      <a:pt x="76" y="7"/>
                    </a:lnTo>
                    <a:lnTo>
                      <a:pt x="21" y="0"/>
                    </a:lnTo>
                  </a:path>
                </a:pathLst>
              </a:custGeom>
              <a:solidFill>
                <a:srgbClr val="FFFFFF"/>
              </a:solidFill>
              <a:ln w="12700">
                <a:noFill/>
              </a:ln>
            </p:spPr>
            <p:txBody>
              <a:bodyPr/>
              <a:lstStyle/>
              <a:p>
                <a:endParaRPr lang="zh-CN" altLang="en-US"/>
              </a:p>
            </p:txBody>
          </p:sp>
          <p:sp>
            <p:nvSpPr>
              <p:cNvPr id="31808" name="Freeform 65"/>
              <p:cNvSpPr/>
              <p:nvPr/>
            </p:nvSpPr>
            <p:spPr>
              <a:xfrm>
                <a:off x="3699" y="1864"/>
                <a:ext cx="92" cy="50"/>
              </a:xfrm>
              <a:custGeom>
                <a:avLst/>
                <a:gdLst/>
                <a:ahLst/>
                <a:cxnLst>
                  <a:cxn ang="0">
                    <a:pos x="21" y="0"/>
                  </a:cxn>
                  <a:cxn ang="0">
                    <a:pos x="0" y="34"/>
                  </a:cxn>
                  <a:cxn ang="0">
                    <a:pos x="54" y="49"/>
                  </a:cxn>
                  <a:cxn ang="0">
                    <a:pos x="91" y="33"/>
                  </a:cxn>
                  <a:cxn ang="0">
                    <a:pos x="76" y="7"/>
                  </a:cxn>
                  <a:cxn ang="0">
                    <a:pos x="21" y="0"/>
                  </a:cxn>
                </a:cxnLst>
                <a:rect l="0" t="0" r="0" b="0"/>
                <a:pathLst>
                  <a:path w="92" h="50">
                    <a:moveTo>
                      <a:pt x="21" y="0"/>
                    </a:moveTo>
                    <a:lnTo>
                      <a:pt x="0" y="34"/>
                    </a:lnTo>
                    <a:lnTo>
                      <a:pt x="54" y="49"/>
                    </a:lnTo>
                    <a:lnTo>
                      <a:pt x="91" y="33"/>
                    </a:lnTo>
                    <a:lnTo>
                      <a:pt x="76" y="7"/>
                    </a:lnTo>
                    <a:lnTo>
                      <a:pt x="2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09" name="Freeform 66"/>
              <p:cNvSpPr/>
              <p:nvPr/>
            </p:nvSpPr>
            <p:spPr>
              <a:xfrm>
                <a:off x="4310" y="2933"/>
                <a:ext cx="89" cy="55"/>
              </a:xfrm>
              <a:custGeom>
                <a:avLst/>
                <a:gdLst/>
                <a:ahLst/>
                <a:cxnLst>
                  <a:cxn ang="0">
                    <a:pos x="26" y="0"/>
                  </a:cxn>
                  <a:cxn ang="0">
                    <a:pos x="0" y="30"/>
                  </a:cxn>
                  <a:cxn ang="0">
                    <a:pos x="49" y="54"/>
                  </a:cxn>
                  <a:cxn ang="0">
                    <a:pos x="88" y="44"/>
                  </a:cxn>
                  <a:cxn ang="0">
                    <a:pos x="78" y="16"/>
                  </a:cxn>
                  <a:cxn ang="0">
                    <a:pos x="26" y="0"/>
                  </a:cxn>
                </a:cxnLst>
                <a:rect l="0" t="0" r="0" b="0"/>
                <a:pathLst>
                  <a:path w="89" h="55">
                    <a:moveTo>
                      <a:pt x="26" y="0"/>
                    </a:moveTo>
                    <a:lnTo>
                      <a:pt x="0" y="30"/>
                    </a:lnTo>
                    <a:lnTo>
                      <a:pt x="49" y="54"/>
                    </a:lnTo>
                    <a:lnTo>
                      <a:pt x="88" y="44"/>
                    </a:lnTo>
                    <a:lnTo>
                      <a:pt x="78" y="16"/>
                    </a:lnTo>
                    <a:lnTo>
                      <a:pt x="26" y="0"/>
                    </a:lnTo>
                  </a:path>
                </a:pathLst>
              </a:custGeom>
              <a:solidFill>
                <a:srgbClr val="FFFFFF"/>
              </a:solidFill>
              <a:ln w="12700">
                <a:noFill/>
              </a:ln>
            </p:spPr>
            <p:txBody>
              <a:bodyPr/>
              <a:lstStyle/>
              <a:p>
                <a:endParaRPr lang="zh-CN" altLang="en-US"/>
              </a:p>
            </p:txBody>
          </p:sp>
          <p:sp>
            <p:nvSpPr>
              <p:cNvPr id="31810" name="Freeform 67"/>
              <p:cNvSpPr/>
              <p:nvPr/>
            </p:nvSpPr>
            <p:spPr>
              <a:xfrm>
                <a:off x="4310" y="2933"/>
                <a:ext cx="89" cy="55"/>
              </a:xfrm>
              <a:custGeom>
                <a:avLst/>
                <a:gdLst/>
                <a:ahLst/>
                <a:cxnLst>
                  <a:cxn ang="0">
                    <a:pos x="26" y="0"/>
                  </a:cxn>
                  <a:cxn ang="0">
                    <a:pos x="0" y="30"/>
                  </a:cxn>
                  <a:cxn ang="0">
                    <a:pos x="49" y="54"/>
                  </a:cxn>
                  <a:cxn ang="0">
                    <a:pos x="88" y="44"/>
                  </a:cxn>
                  <a:cxn ang="0">
                    <a:pos x="78" y="16"/>
                  </a:cxn>
                  <a:cxn ang="0">
                    <a:pos x="26" y="0"/>
                  </a:cxn>
                </a:cxnLst>
                <a:rect l="0" t="0" r="0" b="0"/>
                <a:pathLst>
                  <a:path w="89" h="55">
                    <a:moveTo>
                      <a:pt x="26" y="0"/>
                    </a:moveTo>
                    <a:lnTo>
                      <a:pt x="0" y="30"/>
                    </a:lnTo>
                    <a:lnTo>
                      <a:pt x="49" y="54"/>
                    </a:lnTo>
                    <a:lnTo>
                      <a:pt x="88" y="44"/>
                    </a:lnTo>
                    <a:lnTo>
                      <a:pt x="78" y="16"/>
                    </a:lnTo>
                    <a:lnTo>
                      <a:pt x="2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11" name="Freeform 68"/>
              <p:cNvSpPr/>
              <p:nvPr/>
            </p:nvSpPr>
            <p:spPr>
              <a:xfrm>
                <a:off x="4429" y="2969"/>
                <a:ext cx="91" cy="55"/>
              </a:xfrm>
              <a:custGeom>
                <a:avLst/>
                <a:gdLst/>
                <a:ahLst/>
                <a:cxnLst>
                  <a:cxn ang="0">
                    <a:pos x="62" y="54"/>
                  </a:cxn>
                  <a:cxn ang="0">
                    <a:pos x="90" y="22"/>
                  </a:cxn>
                  <a:cxn ang="0">
                    <a:pos x="38" y="0"/>
                  </a:cxn>
                  <a:cxn ang="0">
                    <a:pos x="0" y="8"/>
                  </a:cxn>
                  <a:cxn ang="0">
                    <a:pos x="9" y="36"/>
                  </a:cxn>
                  <a:cxn ang="0">
                    <a:pos x="62" y="54"/>
                  </a:cxn>
                </a:cxnLst>
                <a:rect l="0" t="0" r="0" b="0"/>
                <a:pathLst>
                  <a:path w="91" h="55">
                    <a:moveTo>
                      <a:pt x="62" y="54"/>
                    </a:moveTo>
                    <a:lnTo>
                      <a:pt x="90" y="22"/>
                    </a:lnTo>
                    <a:lnTo>
                      <a:pt x="38" y="0"/>
                    </a:lnTo>
                    <a:lnTo>
                      <a:pt x="0" y="8"/>
                    </a:lnTo>
                    <a:lnTo>
                      <a:pt x="9" y="36"/>
                    </a:lnTo>
                    <a:lnTo>
                      <a:pt x="62" y="54"/>
                    </a:lnTo>
                  </a:path>
                </a:pathLst>
              </a:custGeom>
              <a:solidFill>
                <a:srgbClr val="FFFFFF"/>
              </a:solidFill>
              <a:ln w="12700">
                <a:noFill/>
              </a:ln>
            </p:spPr>
            <p:txBody>
              <a:bodyPr/>
              <a:lstStyle/>
              <a:p>
                <a:endParaRPr lang="zh-CN" altLang="en-US"/>
              </a:p>
            </p:txBody>
          </p:sp>
          <p:sp>
            <p:nvSpPr>
              <p:cNvPr id="31812" name="Freeform 69"/>
              <p:cNvSpPr/>
              <p:nvPr/>
            </p:nvSpPr>
            <p:spPr>
              <a:xfrm>
                <a:off x="4429" y="2969"/>
                <a:ext cx="91" cy="55"/>
              </a:xfrm>
              <a:custGeom>
                <a:avLst/>
                <a:gdLst/>
                <a:ahLst/>
                <a:cxnLst>
                  <a:cxn ang="0">
                    <a:pos x="62" y="54"/>
                  </a:cxn>
                  <a:cxn ang="0">
                    <a:pos x="90" y="22"/>
                  </a:cxn>
                  <a:cxn ang="0">
                    <a:pos x="38" y="0"/>
                  </a:cxn>
                  <a:cxn ang="0">
                    <a:pos x="0" y="8"/>
                  </a:cxn>
                  <a:cxn ang="0">
                    <a:pos x="9" y="36"/>
                  </a:cxn>
                  <a:cxn ang="0">
                    <a:pos x="62" y="54"/>
                  </a:cxn>
                </a:cxnLst>
                <a:rect l="0" t="0" r="0" b="0"/>
                <a:pathLst>
                  <a:path w="91" h="55">
                    <a:moveTo>
                      <a:pt x="62" y="54"/>
                    </a:moveTo>
                    <a:lnTo>
                      <a:pt x="90" y="22"/>
                    </a:lnTo>
                    <a:lnTo>
                      <a:pt x="38" y="0"/>
                    </a:lnTo>
                    <a:lnTo>
                      <a:pt x="0" y="8"/>
                    </a:lnTo>
                    <a:lnTo>
                      <a:pt x="9" y="36"/>
                    </a:lnTo>
                    <a:lnTo>
                      <a:pt x="62"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13" name="Freeform 70"/>
              <p:cNvSpPr/>
              <p:nvPr/>
            </p:nvSpPr>
            <p:spPr>
              <a:xfrm>
                <a:off x="4438" y="2990"/>
                <a:ext cx="91" cy="55"/>
              </a:xfrm>
              <a:custGeom>
                <a:avLst/>
                <a:gdLst/>
                <a:ahLst/>
                <a:cxnLst>
                  <a:cxn ang="0">
                    <a:pos x="62" y="54"/>
                  </a:cxn>
                  <a:cxn ang="0">
                    <a:pos x="90" y="22"/>
                  </a:cxn>
                  <a:cxn ang="0">
                    <a:pos x="39" y="0"/>
                  </a:cxn>
                  <a:cxn ang="0">
                    <a:pos x="0" y="8"/>
                  </a:cxn>
                  <a:cxn ang="0">
                    <a:pos x="9" y="37"/>
                  </a:cxn>
                  <a:cxn ang="0">
                    <a:pos x="62" y="54"/>
                  </a:cxn>
                </a:cxnLst>
                <a:rect l="0" t="0" r="0" b="0"/>
                <a:pathLst>
                  <a:path w="91" h="55">
                    <a:moveTo>
                      <a:pt x="62" y="54"/>
                    </a:moveTo>
                    <a:lnTo>
                      <a:pt x="90" y="22"/>
                    </a:lnTo>
                    <a:lnTo>
                      <a:pt x="39" y="0"/>
                    </a:lnTo>
                    <a:lnTo>
                      <a:pt x="0" y="8"/>
                    </a:lnTo>
                    <a:lnTo>
                      <a:pt x="9" y="37"/>
                    </a:lnTo>
                    <a:lnTo>
                      <a:pt x="62" y="54"/>
                    </a:lnTo>
                  </a:path>
                </a:pathLst>
              </a:custGeom>
              <a:solidFill>
                <a:srgbClr val="FFFFFF"/>
              </a:solidFill>
              <a:ln w="12700">
                <a:noFill/>
              </a:ln>
            </p:spPr>
            <p:txBody>
              <a:bodyPr/>
              <a:lstStyle/>
              <a:p>
                <a:endParaRPr lang="zh-CN" altLang="en-US"/>
              </a:p>
            </p:txBody>
          </p:sp>
          <p:sp>
            <p:nvSpPr>
              <p:cNvPr id="31814" name="Freeform 71"/>
              <p:cNvSpPr/>
              <p:nvPr/>
            </p:nvSpPr>
            <p:spPr>
              <a:xfrm>
                <a:off x="4438" y="2990"/>
                <a:ext cx="91" cy="55"/>
              </a:xfrm>
              <a:custGeom>
                <a:avLst/>
                <a:gdLst/>
                <a:ahLst/>
                <a:cxnLst>
                  <a:cxn ang="0">
                    <a:pos x="62" y="54"/>
                  </a:cxn>
                  <a:cxn ang="0">
                    <a:pos x="90" y="22"/>
                  </a:cxn>
                  <a:cxn ang="0">
                    <a:pos x="39" y="0"/>
                  </a:cxn>
                  <a:cxn ang="0">
                    <a:pos x="0" y="8"/>
                  </a:cxn>
                  <a:cxn ang="0">
                    <a:pos x="9" y="37"/>
                  </a:cxn>
                  <a:cxn ang="0">
                    <a:pos x="62" y="54"/>
                  </a:cxn>
                </a:cxnLst>
                <a:rect l="0" t="0" r="0" b="0"/>
                <a:pathLst>
                  <a:path w="91" h="55">
                    <a:moveTo>
                      <a:pt x="62" y="54"/>
                    </a:moveTo>
                    <a:lnTo>
                      <a:pt x="90" y="22"/>
                    </a:lnTo>
                    <a:lnTo>
                      <a:pt x="39" y="0"/>
                    </a:lnTo>
                    <a:lnTo>
                      <a:pt x="0" y="8"/>
                    </a:lnTo>
                    <a:lnTo>
                      <a:pt x="9" y="37"/>
                    </a:lnTo>
                    <a:lnTo>
                      <a:pt x="62"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15" name="Freeform 72"/>
              <p:cNvSpPr/>
              <p:nvPr/>
            </p:nvSpPr>
            <p:spPr>
              <a:xfrm>
                <a:off x="4391" y="2957"/>
                <a:ext cx="51" cy="67"/>
              </a:xfrm>
              <a:custGeom>
                <a:avLst/>
                <a:gdLst/>
                <a:ahLst/>
                <a:cxnLst>
                  <a:cxn ang="0">
                    <a:pos x="0" y="15"/>
                  </a:cxn>
                  <a:cxn ang="0">
                    <a:pos x="0" y="14"/>
                  </a:cxn>
                  <a:cxn ang="0">
                    <a:pos x="0" y="13"/>
                  </a:cxn>
                  <a:cxn ang="0">
                    <a:pos x="0" y="12"/>
                  </a:cxn>
                  <a:cxn ang="0">
                    <a:pos x="1" y="11"/>
                  </a:cxn>
                  <a:cxn ang="0">
                    <a:pos x="1" y="10"/>
                  </a:cxn>
                  <a:cxn ang="0">
                    <a:pos x="2" y="10"/>
                  </a:cxn>
                  <a:cxn ang="0">
                    <a:pos x="2" y="9"/>
                  </a:cxn>
                  <a:cxn ang="0">
                    <a:pos x="2" y="8"/>
                  </a:cxn>
                  <a:cxn ang="0">
                    <a:pos x="3" y="8"/>
                  </a:cxn>
                  <a:cxn ang="0">
                    <a:pos x="3" y="7"/>
                  </a:cxn>
                  <a:cxn ang="0">
                    <a:pos x="4" y="6"/>
                  </a:cxn>
                  <a:cxn ang="0">
                    <a:pos x="5" y="6"/>
                  </a:cxn>
                  <a:cxn ang="0">
                    <a:pos x="5" y="5"/>
                  </a:cxn>
                  <a:cxn ang="0">
                    <a:pos x="6" y="5"/>
                  </a:cxn>
                  <a:cxn ang="0">
                    <a:pos x="7" y="4"/>
                  </a:cxn>
                  <a:cxn ang="0">
                    <a:pos x="7" y="3"/>
                  </a:cxn>
                  <a:cxn ang="0">
                    <a:pos x="8" y="3"/>
                  </a:cxn>
                  <a:cxn ang="0">
                    <a:pos x="9" y="3"/>
                  </a:cxn>
                  <a:cxn ang="0">
                    <a:pos x="9" y="2"/>
                  </a:cxn>
                  <a:cxn ang="0">
                    <a:pos x="10" y="2"/>
                  </a:cxn>
                  <a:cxn ang="0">
                    <a:pos x="11" y="1"/>
                  </a:cxn>
                  <a:cxn ang="0">
                    <a:pos x="12" y="1"/>
                  </a:cxn>
                  <a:cxn ang="0">
                    <a:pos x="13" y="1"/>
                  </a:cxn>
                  <a:cxn ang="0">
                    <a:pos x="14" y="1"/>
                  </a:cxn>
                  <a:cxn ang="0">
                    <a:pos x="15" y="0"/>
                  </a:cxn>
                  <a:cxn ang="0">
                    <a:pos x="16" y="0"/>
                  </a:cxn>
                  <a:cxn ang="0">
                    <a:pos x="17" y="0"/>
                  </a:cxn>
                  <a:cxn ang="0">
                    <a:pos x="18" y="0"/>
                  </a:cxn>
                  <a:cxn ang="0">
                    <a:pos x="19" y="0"/>
                  </a:cxn>
                  <a:cxn ang="0">
                    <a:pos x="20" y="0"/>
                  </a:cxn>
                  <a:cxn ang="0">
                    <a:pos x="21" y="0"/>
                  </a:cxn>
                  <a:cxn ang="0">
                    <a:pos x="22" y="0"/>
                  </a:cxn>
                  <a:cxn ang="0">
                    <a:pos x="23" y="0"/>
                  </a:cxn>
                  <a:cxn ang="0">
                    <a:pos x="24" y="0"/>
                  </a:cxn>
                  <a:cxn ang="0">
                    <a:pos x="25" y="0"/>
                  </a:cxn>
                  <a:cxn ang="0">
                    <a:pos x="26" y="0"/>
                  </a:cxn>
                  <a:cxn ang="0">
                    <a:pos x="27" y="0"/>
                  </a:cxn>
                  <a:cxn ang="0">
                    <a:pos x="27" y="1"/>
                  </a:cxn>
                  <a:cxn ang="0">
                    <a:pos x="28" y="1"/>
                  </a:cxn>
                  <a:cxn ang="0">
                    <a:pos x="29" y="1"/>
                  </a:cxn>
                  <a:cxn ang="0">
                    <a:pos x="29" y="2"/>
                  </a:cxn>
                  <a:cxn ang="0">
                    <a:pos x="31" y="3"/>
                  </a:cxn>
                  <a:cxn ang="0">
                    <a:pos x="31" y="4"/>
                  </a:cxn>
                  <a:cxn ang="0">
                    <a:pos x="50" y="54"/>
                  </a:cxn>
                  <a:cxn ang="0">
                    <a:pos x="17" y="66"/>
                  </a:cxn>
                  <a:cxn ang="0">
                    <a:pos x="0" y="16"/>
                  </a:cxn>
                  <a:cxn ang="0">
                    <a:pos x="0" y="15"/>
                  </a:cxn>
                </a:cxnLst>
                <a:rect l="0" t="0" r="0" b="0"/>
                <a:pathLst>
                  <a:path w="51" h="67">
                    <a:moveTo>
                      <a:pt x="0" y="15"/>
                    </a:moveTo>
                    <a:lnTo>
                      <a:pt x="0" y="14"/>
                    </a:lnTo>
                    <a:lnTo>
                      <a:pt x="0" y="13"/>
                    </a:lnTo>
                    <a:lnTo>
                      <a:pt x="0" y="12"/>
                    </a:lnTo>
                    <a:lnTo>
                      <a:pt x="1" y="11"/>
                    </a:lnTo>
                    <a:lnTo>
                      <a:pt x="1" y="10"/>
                    </a:lnTo>
                    <a:lnTo>
                      <a:pt x="2" y="10"/>
                    </a:lnTo>
                    <a:lnTo>
                      <a:pt x="2" y="9"/>
                    </a:lnTo>
                    <a:lnTo>
                      <a:pt x="2" y="8"/>
                    </a:lnTo>
                    <a:lnTo>
                      <a:pt x="3" y="8"/>
                    </a:lnTo>
                    <a:lnTo>
                      <a:pt x="3" y="7"/>
                    </a:lnTo>
                    <a:lnTo>
                      <a:pt x="4" y="6"/>
                    </a:lnTo>
                    <a:lnTo>
                      <a:pt x="5" y="6"/>
                    </a:lnTo>
                    <a:lnTo>
                      <a:pt x="5" y="5"/>
                    </a:lnTo>
                    <a:lnTo>
                      <a:pt x="6" y="5"/>
                    </a:lnTo>
                    <a:lnTo>
                      <a:pt x="7" y="4"/>
                    </a:lnTo>
                    <a:lnTo>
                      <a:pt x="7" y="3"/>
                    </a:lnTo>
                    <a:lnTo>
                      <a:pt x="8" y="3"/>
                    </a:lnTo>
                    <a:lnTo>
                      <a:pt x="9" y="3"/>
                    </a:lnTo>
                    <a:lnTo>
                      <a:pt x="9" y="2"/>
                    </a:lnTo>
                    <a:lnTo>
                      <a:pt x="10" y="2"/>
                    </a:lnTo>
                    <a:lnTo>
                      <a:pt x="11" y="1"/>
                    </a:lnTo>
                    <a:lnTo>
                      <a:pt x="12" y="1"/>
                    </a:lnTo>
                    <a:lnTo>
                      <a:pt x="13" y="1"/>
                    </a:lnTo>
                    <a:lnTo>
                      <a:pt x="14" y="1"/>
                    </a:lnTo>
                    <a:lnTo>
                      <a:pt x="15" y="0"/>
                    </a:lnTo>
                    <a:lnTo>
                      <a:pt x="16" y="0"/>
                    </a:lnTo>
                    <a:lnTo>
                      <a:pt x="17" y="0"/>
                    </a:lnTo>
                    <a:lnTo>
                      <a:pt x="18" y="0"/>
                    </a:lnTo>
                    <a:lnTo>
                      <a:pt x="19" y="0"/>
                    </a:lnTo>
                    <a:lnTo>
                      <a:pt x="20" y="0"/>
                    </a:lnTo>
                    <a:lnTo>
                      <a:pt x="21" y="0"/>
                    </a:lnTo>
                    <a:lnTo>
                      <a:pt x="22" y="0"/>
                    </a:lnTo>
                    <a:lnTo>
                      <a:pt x="23" y="0"/>
                    </a:lnTo>
                    <a:lnTo>
                      <a:pt x="24" y="0"/>
                    </a:lnTo>
                    <a:lnTo>
                      <a:pt x="25" y="0"/>
                    </a:lnTo>
                    <a:lnTo>
                      <a:pt x="26" y="0"/>
                    </a:lnTo>
                    <a:lnTo>
                      <a:pt x="27" y="0"/>
                    </a:lnTo>
                    <a:lnTo>
                      <a:pt x="27" y="1"/>
                    </a:lnTo>
                    <a:lnTo>
                      <a:pt x="28" y="1"/>
                    </a:lnTo>
                    <a:lnTo>
                      <a:pt x="29" y="1"/>
                    </a:lnTo>
                    <a:lnTo>
                      <a:pt x="29" y="2"/>
                    </a:lnTo>
                    <a:lnTo>
                      <a:pt x="31" y="3"/>
                    </a:lnTo>
                    <a:lnTo>
                      <a:pt x="31" y="4"/>
                    </a:lnTo>
                    <a:lnTo>
                      <a:pt x="50" y="54"/>
                    </a:lnTo>
                    <a:lnTo>
                      <a:pt x="17" y="66"/>
                    </a:lnTo>
                    <a:lnTo>
                      <a:pt x="0" y="16"/>
                    </a:lnTo>
                    <a:lnTo>
                      <a:pt x="0" y="15"/>
                    </a:lnTo>
                  </a:path>
                </a:pathLst>
              </a:custGeom>
              <a:solidFill>
                <a:srgbClr val="FFFFFF"/>
              </a:solidFill>
              <a:ln w="12700">
                <a:noFill/>
              </a:ln>
            </p:spPr>
            <p:txBody>
              <a:bodyPr/>
              <a:lstStyle/>
              <a:p>
                <a:endParaRPr lang="zh-CN" altLang="en-US"/>
              </a:p>
            </p:txBody>
          </p:sp>
          <p:sp>
            <p:nvSpPr>
              <p:cNvPr id="31816" name="Freeform 73"/>
              <p:cNvSpPr/>
              <p:nvPr/>
            </p:nvSpPr>
            <p:spPr>
              <a:xfrm>
                <a:off x="4391" y="2957"/>
                <a:ext cx="51" cy="67"/>
              </a:xfrm>
              <a:custGeom>
                <a:avLst/>
                <a:gdLst/>
                <a:ahLst/>
                <a:cxnLst>
                  <a:cxn ang="0">
                    <a:pos x="0" y="15"/>
                  </a:cxn>
                  <a:cxn ang="0">
                    <a:pos x="0" y="12"/>
                  </a:cxn>
                  <a:cxn ang="0">
                    <a:pos x="3" y="8"/>
                  </a:cxn>
                  <a:cxn ang="0">
                    <a:pos x="7" y="3"/>
                  </a:cxn>
                  <a:cxn ang="0">
                    <a:pos x="13" y="1"/>
                  </a:cxn>
                  <a:cxn ang="0">
                    <a:pos x="19" y="0"/>
                  </a:cxn>
                  <a:cxn ang="0">
                    <a:pos x="24" y="0"/>
                  </a:cxn>
                  <a:cxn ang="0">
                    <a:pos x="29" y="1"/>
                  </a:cxn>
                  <a:cxn ang="0">
                    <a:pos x="31" y="4"/>
                  </a:cxn>
                  <a:cxn ang="0">
                    <a:pos x="50" y="54"/>
                  </a:cxn>
                  <a:cxn ang="0">
                    <a:pos x="17" y="66"/>
                  </a:cxn>
                  <a:cxn ang="0">
                    <a:pos x="0" y="16"/>
                  </a:cxn>
                  <a:cxn ang="0">
                    <a:pos x="0" y="15"/>
                  </a:cxn>
                </a:cxnLst>
                <a:rect l="0" t="0" r="0" b="0"/>
                <a:pathLst>
                  <a:path w="51" h="67">
                    <a:moveTo>
                      <a:pt x="0" y="15"/>
                    </a:moveTo>
                    <a:lnTo>
                      <a:pt x="0" y="12"/>
                    </a:lnTo>
                    <a:lnTo>
                      <a:pt x="3" y="8"/>
                    </a:lnTo>
                    <a:lnTo>
                      <a:pt x="7" y="3"/>
                    </a:lnTo>
                    <a:lnTo>
                      <a:pt x="13" y="1"/>
                    </a:lnTo>
                    <a:lnTo>
                      <a:pt x="19" y="0"/>
                    </a:lnTo>
                    <a:lnTo>
                      <a:pt x="24" y="0"/>
                    </a:lnTo>
                    <a:lnTo>
                      <a:pt x="29" y="1"/>
                    </a:lnTo>
                    <a:lnTo>
                      <a:pt x="31" y="4"/>
                    </a:lnTo>
                    <a:lnTo>
                      <a:pt x="50" y="54"/>
                    </a:lnTo>
                    <a:lnTo>
                      <a:pt x="17" y="66"/>
                    </a:lnTo>
                    <a:lnTo>
                      <a:pt x="0" y="16"/>
                    </a:lnTo>
                    <a:lnTo>
                      <a:pt x="0" y="1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17" name="Freeform 74"/>
              <p:cNvSpPr/>
              <p:nvPr/>
            </p:nvSpPr>
            <p:spPr>
              <a:xfrm>
                <a:off x="4410" y="3007"/>
                <a:ext cx="33" cy="23"/>
              </a:xfrm>
              <a:custGeom>
                <a:avLst/>
                <a:gdLst/>
                <a:ahLst/>
                <a:cxnLst>
                  <a:cxn ang="0">
                    <a:pos x="12" y="2"/>
                  </a:cxn>
                  <a:cxn ang="0">
                    <a:pos x="10" y="2"/>
                  </a:cxn>
                  <a:cxn ang="0">
                    <a:pos x="8" y="4"/>
                  </a:cxn>
                  <a:cxn ang="0">
                    <a:pos x="6" y="5"/>
                  </a:cxn>
                  <a:cxn ang="0">
                    <a:pos x="4" y="6"/>
                  </a:cxn>
                  <a:cxn ang="0">
                    <a:pos x="3" y="8"/>
                  </a:cxn>
                  <a:cxn ang="0">
                    <a:pos x="1" y="10"/>
                  </a:cxn>
                  <a:cxn ang="0">
                    <a:pos x="0" y="11"/>
                  </a:cxn>
                  <a:cxn ang="0">
                    <a:pos x="0" y="13"/>
                  </a:cxn>
                  <a:cxn ang="0">
                    <a:pos x="0" y="15"/>
                  </a:cxn>
                  <a:cxn ang="0">
                    <a:pos x="0" y="18"/>
                  </a:cxn>
                  <a:cxn ang="0">
                    <a:pos x="2" y="18"/>
                  </a:cxn>
                  <a:cxn ang="0">
                    <a:pos x="3" y="20"/>
                  </a:cxn>
                  <a:cxn ang="0">
                    <a:pos x="6" y="21"/>
                  </a:cxn>
                  <a:cxn ang="0">
                    <a:pos x="8" y="22"/>
                  </a:cxn>
                  <a:cxn ang="0">
                    <a:pos x="11" y="22"/>
                  </a:cxn>
                  <a:cxn ang="0">
                    <a:pos x="13" y="21"/>
                  </a:cxn>
                  <a:cxn ang="0">
                    <a:pos x="15" y="21"/>
                  </a:cxn>
                  <a:cxn ang="0">
                    <a:pos x="16" y="20"/>
                  </a:cxn>
                  <a:cxn ang="0">
                    <a:pos x="20" y="20"/>
                  </a:cxn>
                  <a:cxn ang="0">
                    <a:pos x="22" y="18"/>
                  </a:cxn>
                  <a:cxn ang="0">
                    <a:pos x="24" y="18"/>
                  </a:cxn>
                  <a:cxn ang="0">
                    <a:pos x="26" y="16"/>
                  </a:cxn>
                  <a:cxn ang="0">
                    <a:pos x="28" y="15"/>
                  </a:cxn>
                  <a:cxn ang="0">
                    <a:pos x="30" y="13"/>
                  </a:cxn>
                  <a:cxn ang="0">
                    <a:pos x="31" y="11"/>
                  </a:cxn>
                  <a:cxn ang="0">
                    <a:pos x="32" y="10"/>
                  </a:cxn>
                  <a:cxn ang="0">
                    <a:pos x="32" y="6"/>
                  </a:cxn>
                  <a:cxn ang="0">
                    <a:pos x="32" y="4"/>
                  </a:cxn>
                  <a:cxn ang="0">
                    <a:pos x="31" y="3"/>
                  </a:cxn>
                  <a:cxn ang="0">
                    <a:pos x="30" y="2"/>
                  </a:cxn>
                  <a:cxn ang="0">
                    <a:pos x="28" y="1"/>
                  </a:cxn>
                  <a:cxn ang="0">
                    <a:pos x="25" y="0"/>
                  </a:cxn>
                  <a:cxn ang="0">
                    <a:pos x="23" y="0"/>
                  </a:cxn>
                  <a:cxn ang="0">
                    <a:pos x="21" y="0"/>
                  </a:cxn>
                  <a:cxn ang="0">
                    <a:pos x="18" y="0"/>
                  </a:cxn>
                  <a:cxn ang="0">
                    <a:pos x="14" y="0"/>
                  </a:cxn>
                  <a:cxn ang="0">
                    <a:pos x="13" y="1"/>
                  </a:cxn>
                </a:cxnLst>
                <a:rect l="0" t="0" r="0" b="0"/>
                <a:pathLst>
                  <a:path w="33" h="23">
                    <a:moveTo>
                      <a:pt x="12" y="1"/>
                    </a:moveTo>
                    <a:lnTo>
                      <a:pt x="12" y="2"/>
                    </a:lnTo>
                    <a:lnTo>
                      <a:pt x="11" y="2"/>
                    </a:lnTo>
                    <a:lnTo>
                      <a:pt x="10" y="2"/>
                    </a:lnTo>
                    <a:lnTo>
                      <a:pt x="8" y="3"/>
                    </a:lnTo>
                    <a:lnTo>
                      <a:pt x="8" y="4"/>
                    </a:lnTo>
                    <a:lnTo>
                      <a:pt x="6" y="4"/>
                    </a:lnTo>
                    <a:lnTo>
                      <a:pt x="6" y="5"/>
                    </a:lnTo>
                    <a:lnTo>
                      <a:pt x="4" y="5"/>
                    </a:lnTo>
                    <a:lnTo>
                      <a:pt x="4" y="6"/>
                    </a:lnTo>
                    <a:lnTo>
                      <a:pt x="3" y="6"/>
                    </a:lnTo>
                    <a:lnTo>
                      <a:pt x="3" y="8"/>
                    </a:lnTo>
                    <a:lnTo>
                      <a:pt x="2" y="8"/>
                    </a:lnTo>
                    <a:lnTo>
                      <a:pt x="1" y="10"/>
                    </a:lnTo>
                    <a:lnTo>
                      <a:pt x="1" y="11"/>
                    </a:lnTo>
                    <a:lnTo>
                      <a:pt x="0" y="11"/>
                    </a:lnTo>
                    <a:lnTo>
                      <a:pt x="0" y="12"/>
                    </a:lnTo>
                    <a:lnTo>
                      <a:pt x="0" y="13"/>
                    </a:lnTo>
                    <a:lnTo>
                      <a:pt x="0" y="14"/>
                    </a:lnTo>
                    <a:lnTo>
                      <a:pt x="0" y="15"/>
                    </a:lnTo>
                    <a:lnTo>
                      <a:pt x="0" y="16"/>
                    </a:lnTo>
                    <a:lnTo>
                      <a:pt x="0" y="18"/>
                    </a:lnTo>
                    <a:lnTo>
                      <a:pt x="1" y="18"/>
                    </a:lnTo>
                    <a:lnTo>
                      <a:pt x="2" y="18"/>
                    </a:lnTo>
                    <a:lnTo>
                      <a:pt x="2" y="20"/>
                    </a:lnTo>
                    <a:lnTo>
                      <a:pt x="3" y="20"/>
                    </a:lnTo>
                    <a:lnTo>
                      <a:pt x="4" y="20"/>
                    </a:lnTo>
                    <a:lnTo>
                      <a:pt x="6" y="21"/>
                    </a:lnTo>
                    <a:lnTo>
                      <a:pt x="8" y="21"/>
                    </a:lnTo>
                    <a:lnTo>
                      <a:pt x="8" y="22"/>
                    </a:lnTo>
                    <a:lnTo>
                      <a:pt x="10" y="22"/>
                    </a:lnTo>
                    <a:lnTo>
                      <a:pt x="11" y="22"/>
                    </a:lnTo>
                    <a:lnTo>
                      <a:pt x="12" y="22"/>
                    </a:lnTo>
                    <a:lnTo>
                      <a:pt x="13" y="21"/>
                    </a:lnTo>
                    <a:lnTo>
                      <a:pt x="14" y="21"/>
                    </a:lnTo>
                    <a:lnTo>
                      <a:pt x="15" y="21"/>
                    </a:lnTo>
                    <a:lnTo>
                      <a:pt x="16" y="21"/>
                    </a:lnTo>
                    <a:lnTo>
                      <a:pt x="16" y="20"/>
                    </a:lnTo>
                    <a:lnTo>
                      <a:pt x="18" y="20"/>
                    </a:lnTo>
                    <a:lnTo>
                      <a:pt x="20" y="20"/>
                    </a:lnTo>
                    <a:lnTo>
                      <a:pt x="21" y="18"/>
                    </a:lnTo>
                    <a:lnTo>
                      <a:pt x="22" y="18"/>
                    </a:lnTo>
                    <a:lnTo>
                      <a:pt x="23" y="18"/>
                    </a:lnTo>
                    <a:lnTo>
                      <a:pt x="24" y="18"/>
                    </a:lnTo>
                    <a:lnTo>
                      <a:pt x="25" y="16"/>
                    </a:lnTo>
                    <a:lnTo>
                      <a:pt x="26" y="16"/>
                    </a:lnTo>
                    <a:lnTo>
                      <a:pt x="26" y="15"/>
                    </a:lnTo>
                    <a:lnTo>
                      <a:pt x="28" y="15"/>
                    </a:lnTo>
                    <a:lnTo>
                      <a:pt x="28" y="14"/>
                    </a:lnTo>
                    <a:lnTo>
                      <a:pt x="30" y="13"/>
                    </a:lnTo>
                    <a:lnTo>
                      <a:pt x="30" y="12"/>
                    </a:lnTo>
                    <a:lnTo>
                      <a:pt x="31" y="11"/>
                    </a:lnTo>
                    <a:lnTo>
                      <a:pt x="31" y="10"/>
                    </a:lnTo>
                    <a:lnTo>
                      <a:pt x="32" y="10"/>
                    </a:lnTo>
                    <a:lnTo>
                      <a:pt x="32" y="8"/>
                    </a:lnTo>
                    <a:lnTo>
                      <a:pt x="32" y="6"/>
                    </a:lnTo>
                    <a:lnTo>
                      <a:pt x="32" y="5"/>
                    </a:lnTo>
                    <a:lnTo>
                      <a:pt x="32" y="4"/>
                    </a:lnTo>
                    <a:lnTo>
                      <a:pt x="31" y="4"/>
                    </a:lnTo>
                    <a:lnTo>
                      <a:pt x="31" y="3"/>
                    </a:lnTo>
                    <a:lnTo>
                      <a:pt x="30" y="3"/>
                    </a:lnTo>
                    <a:lnTo>
                      <a:pt x="30" y="2"/>
                    </a:lnTo>
                    <a:lnTo>
                      <a:pt x="28" y="2"/>
                    </a:lnTo>
                    <a:lnTo>
                      <a:pt x="28" y="1"/>
                    </a:lnTo>
                    <a:lnTo>
                      <a:pt x="26" y="0"/>
                    </a:lnTo>
                    <a:lnTo>
                      <a:pt x="25" y="0"/>
                    </a:lnTo>
                    <a:lnTo>
                      <a:pt x="24" y="0"/>
                    </a:lnTo>
                    <a:lnTo>
                      <a:pt x="23" y="0"/>
                    </a:lnTo>
                    <a:lnTo>
                      <a:pt x="22" y="0"/>
                    </a:lnTo>
                    <a:lnTo>
                      <a:pt x="21" y="0"/>
                    </a:lnTo>
                    <a:lnTo>
                      <a:pt x="20" y="0"/>
                    </a:lnTo>
                    <a:lnTo>
                      <a:pt x="18" y="0"/>
                    </a:lnTo>
                    <a:lnTo>
                      <a:pt x="16" y="0"/>
                    </a:lnTo>
                    <a:lnTo>
                      <a:pt x="14" y="0"/>
                    </a:lnTo>
                    <a:lnTo>
                      <a:pt x="14" y="1"/>
                    </a:lnTo>
                    <a:lnTo>
                      <a:pt x="13" y="1"/>
                    </a:lnTo>
                    <a:lnTo>
                      <a:pt x="12" y="1"/>
                    </a:lnTo>
                  </a:path>
                </a:pathLst>
              </a:custGeom>
              <a:solidFill>
                <a:srgbClr val="FFFFFF"/>
              </a:solidFill>
              <a:ln w="12700">
                <a:noFill/>
              </a:ln>
            </p:spPr>
            <p:txBody>
              <a:bodyPr/>
              <a:lstStyle/>
              <a:p>
                <a:endParaRPr lang="zh-CN" altLang="en-US"/>
              </a:p>
            </p:txBody>
          </p:sp>
          <p:sp>
            <p:nvSpPr>
              <p:cNvPr id="31818" name="Freeform 75"/>
              <p:cNvSpPr/>
              <p:nvPr/>
            </p:nvSpPr>
            <p:spPr>
              <a:xfrm>
                <a:off x="4410" y="3007"/>
                <a:ext cx="32" cy="22"/>
              </a:xfrm>
              <a:custGeom>
                <a:avLst/>
                <a:gdLst/>
                <a:ahLst/>
                <a:cxnLst>
                  <a:cxn ang="0">
                    <a:pos x="11" y="1"/>
                  </a:cxn>
                  <a:cxn ang="0">
                    <a:pos x="5" y="4"/>
                  </a:cxn>
                  <a:cxn ang="0">
                    <a:pos x="1" y="8"/>
                  </a:cxn>
                  <a:cxn ang="0">
                    <a:pos x="0" y="11"/>
                  </a:cxn>
                  <a:cxn ang="0">
                    <a:pos x="0" y="15"/>
                  </a:cxn>
                  <a:cxn ang="0">
                    <a:pos x="1" y="19"/>
                  </a:cxn>
                  <a:cxn ang="0">
                    <a:pos x="6" y="21"/>
                  </a:cxn>
                  <a:cxn ang="0">
                    <a:pos x="12" y="21"/>
                  </a:cxn>
                  <a:cxn ang="0">
                    <a:pos x="18" y="19"/>
                  </a:cxn>
                  <a:cxn ang="0">
                    <a:pos x="24" y="16"/>
                  </a:cxn>
                  <a:cxn ang="0">
                    <a:pos x="28" y="13"/>
                  </a:cxn>
                  <a:cxn ang="0">
                    <a:pos x="31" y="8"/>
                  </a:cxn>
                  <a:cxn ang="0">
                    <a:pos x="31" y="4"/>
                  </a:cxn>
                  <a:cxn ang="0">
                    <a:pos x="27" y="1"/>
                  </a:cxn>
                  <a:cxn ang="0">
                    <a:pos x="23" y="0"/>
                  </a:cxn>
                  <a:cxn ang="0">
                    <a:pos x="17" y="0"/>
                  </a:cxn>
                  <a:cxn ang="0">
                    <a:pos x="11" y="1"/>
                  </a:cxn>
                </a:cxnLst>
                <a:rect l="0" t="0" r="0" b="0"/>
                <a:pathLst>
                  <a:path w="32" h="22">
                    <a:moveTo>
                      <a:pt x="11" y="1"/>
                    </a:moveTo>
                    <a:lnTo>
                      <a:pt x="5" y="4"/>
                    </a:lnTo>
                    <a:lnTo>
                      <a:pt x="1" y="8"/>
                    </a:lnTo>
                    <a:lnTo>
                      <a:pt x="0" y="11"/>
                    </a:lnTo>
                    <a:lnTo>
                      <a:pt x="0" y="15"/>
                    </a:lnTo>
                    <a:lnTo>
                      <a:pt x="1" y="19"/>
                    </a:lnTo>
                    <a:lnTo>
                      <a:pt x="6" y="21"/>
                    </a:lnTo>
                    <a:lnTo>
                      <a:pt x="12" y="21"/>
                    </a:lnTo>
                    <a:lnTo>
                      <a:pt x="18" y="19"/>
                    </a:lnTo>
                    <a:lnTo>
                      <a:pt x="24" y="16"/>
                    </a:lnTo>
                    <a:lnTo>
                      <a:pt x="28" y="13"/>
                    </a:lnTo>
                    <a:lnTo>
                      <a:pt x="31" y="8"/>
                    </a:lnTo>
                    <a:lnTo>
                      <a:pt x="31" y="4"/>
                    </a:lnTo>
                    <a:lnTo>
                      <a:pt x="27" y="1"/>
                    </a:lnTo>
                    <a:lnTo>
                      <a:pt x="23" y="0"/>
                    </a:lnTo>
                    <a:lnTo>
                      <a:pt x="17" y="0"/>
                    </a:lnTo>
                    <a:lnTo>
                      <a:pt x="11"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19" name="Freeform 76"/>
              <p:cNvSpPr/>
              <p:nvPr/>
            </p:nvSpPr>
            <p:spPr>
              <a:xfrm>
                <a:off x="4319" y="2954"/>
                <a:ext cx="89" cy="55"/>
              </a:xfrm>
              <a:custGeom>
                <a:avLst/>
                <a:gdLst/>
                <a:ahLst/>
                <a:cxnLst>
                  <a:cxn ang="0">
                    <a:pos x="26" y="0"/>
                  </a:cxn>
                  <a:cxn ang="0">
                    <a:pos x="0" y="30"/>
                  </a:cxn>
                  <a:cxn ang="0">
                    <a:pos x="49" y="54"/>
                  </a:cxn>
                  <a:cxn ang="0">
                    <a:pos x="88" y="44"/>
                  </a:cxn>
                  <a:cxn ang="0">
                    <a:pos x="78" y="16"/>
                  </a:cxn>
                  <a:cxn ang="0">
                    <a:pos x="26" y="0"/>
                  </a:cxn>
                </a:cxnLst>
                <a:rect l="0" t="0" r="0" b="0"/>
                <a:pathLst>
                  <a:path w="89" h="55">
                    <a:moveTo>
                      <a:pt x="26" y="0"/>
                    </a:moveTo>
                    <a:lnTo>
                      <a:pt x="0" y="30"/>
                    </a:lnTo>
                    <a:lnTo>
                      <a:pt x="49" y="54"/>
                    </a:lnTo>
                    <a:lnTo>
                      <a:pt x="88" y="44"/>
                    </a:lnTo>
                    <a:lnTo>
                      <a:pt x="78" y="16"/>
                    </a:lnTo>
                    <a:lnTo>
                      <a:pt x="26" y="0"/>
                    </a:lnTo>
                  </a:path>
                </a:pathLst>
              </a:custGeom>
              <a:solidFill>
                <a:srgbClr val="FFFFFF"/>
              </a:solidFill>
              <a:ln w="12700">
                <a:noFill/>
              </a:ln>
            </p:spPr>
            <p:txBody>
              <a:bodyPr/>
              <a:lstStyle/>
              <a:p>
                <a:endParaRPr lang="zh-CN" altLang="en-US"/>
              </a:p>
            </p:txBody>
          </p:sp>
          <p:sp>
            <p:nvSpPr>
              <p:cNvPr id="31820" name="Freeform 77"/>
              <p:cNvSpPr/>
              <p:nvPr/>
            </p:nvSpPr>
            <p:spPr>
              <a:xfrm>
                <a:off x="4319" y="2954"/>
                <a:ext cx="89" cy="55"/>
              </a:xfrm>
              <a:custGeom>
                <a:avLst/>
                <a:gdLst/>
                <a:ahLst/>
                <a:cxnLst>
                  <a:cxn ang="0">
                    <a:pos x="26" y="0"/>
                  </a:cxn>
                  <a:cxn ang="0">
                    <a:pos x="0" y="30"/>
                  </a:cxn>
                  <a:cxn ang="0">
                    <a:pos x="49" y="54"/>
                  </a:cxn>
                  <a:cxn ang="0">
                    <a:pos x="88" y="44"/>
                  </a:cxn>
                  <a:cxn ang="0">
                    <a:pos x="78" y="16"/>
                  </a:cxn>
                  <a:cxn ang="0">
                    <a:pos x="26" y="0"/>
                  </a:cxn>
                </a:cxnLst>
                <a:rect l="0" t="0" r="0" b="0"/>
                <a:pathLst>
                  <a:path w="89" h="55">
                    <a:moveTo>
                      <a:pt x="26" y="0"/>
                    </a:moveTo>
                    <a:lnTo>
                      <a:pt x="0" y="30"/>
                    </a:lnTo>
                    <a:lnTo>
                      <a:pt x="49" y="54"/>
                    </a:lnTo>
                    <a:lnTo>
                      <a:pt x="88" y="44"/>
                    </a:lnTo>
                    <a:lnTo>
                      <a:pt x="78" y="16"/>
                    </a:lnTo>
                    <a:lnTo>
                      <a:pt x="2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21" name="Freeform 78"/>
              <p:cNvSpPr/>
              <p:nvPr/>
            </p:nvSpPr>
            <p:spPr>
              <a:xfrm>
                <a:off x="4750" y="2026"/>
                <a:ext cx="85" cy="59"/>
              </a:xfrm>
              <a:custGeom>
                <a:avLst/>
                <a:gdLst/>
                <a:ahLst/>
                <a:cxnLst>
                  <a:cxn ang="0">
                    <a:pos x="32" y="0"/>
                  </a:cxn>
                  <a:cxn ang="0">
                    <a:pos x="0" y="25"/>
                  </a:cxn>
                  <a:cxn ang="0">
                    <a:pos x="44" y="58"/>
                  </a:cxn>
                  <a:cxn ang="0">
                    <a:pos x="84" y="56"/>
                  </a:cxn>
                  <a:cxn ang="0">
                    <a:pos x="80" y="25"/>
                  </a:cxn>
                  <a:cxn ang="0">
                    <a:pos x="32" y="0"/>
                  </a:cxn>
                </a:cxnLst>
                <a:rect l="0" t="0" r="0" b="0"/>
                <a:pathLst>
                  <a:path w="85" h="59">
                    <a:moveTo>
                      <a:pt x="32" y="0"/>
                    </a:moveTo>
                    <a:lnTo>
                      <a:pt x="0" y="25"/>
                    </a:lnTo>
                    <a:lnTo>
                      <a:pt x="44" y="58"/>
                    </a:lnTo>
                    <a:lnTo>
                      <a:pt x="84" y="56"/>
                    </a:lnTo>
                    <a:lnTo>
                      <a:pt x="80" y="25"/>
                    </a:lnTo>
                    <a:lnTo>
                      <a:pt x="32" y="0"/>
                    </a:lnTo>
                  </a:path>
                </a:pathLst>
              </a:custGeom>
              <a:solidFill>
                <a:srgbClr val="FFFFFF"/>
              </a:solidFill>
              <a:ln w="12700">
                <a:noFill/>
              </a:ln>
            </p:spPr>
            <p:txBody>
              <a:bodyPr/>
              <a:lstStyle/>
              <a:p>
                <a:endParaRPr lang="zh-CN" altLang="en-US"/>
              </a:p>
            </p:txBody>
          </p:sp>
          <p:sp>
            <p:nvSpPr>
              <p:cNvPr id="31822" name="Freeform 79"/>
              <p:cNvSpPr/>
              <p:nvPr/>
            </p:nvSpPr>
            <p:spPr>
              <a:xfrm>
                <a:off x="4750" y="2026"/>
                <a:ext cx="85" cy="59"/>
              </a:xfrm>
              <a:custGeom>
                <a:avLst/>
                <a:gdLst/>
                <a:ahLst/>
                <a:cxnLst>
                  <a:cxn ang="0">
                    <a:pos x="32" y="0"/>
                  </a:cxn>
                  <a:cxn ang="0">
                    <a:pos x="0" y="25"/>
                  </a:cxn>
                  <a:cxn ang="0">
                    <a:pos x="44" y="58"/>
                  </a:cxn>
                  <a:cxn ang="0">
                    <a:pos x="84" y="56"/>
                  </a:cxn>
                  <a:cxn ang="0">
                    <a:pos x="80" y="25"/>
                  </a:cxn>
                  <a:cxn ang="0">
                    <a:pos x="32" y="0"/>
                  </a:cxn>
                </a:cxnLst>
                <a:rect l="0" t="0" r="0" b="0"/>
                <a:pathLst>
                  <a:path w="85" h="59">
                    <a:moveTo>
                      <a:pt x="32" y="0"/>
                    </a:moveTo>
                    <a:lnTo>
                      <a:pt x="0" y="25"/>
                    </a:lnTo>
                    <a:lnTo>
                      <a:pt x="44" y="58"/>
                    </a:lnTo>
                    <a:lnTo>
                      <a:pt x="84" y="56"/>
                    </a:lnTo>
                    <a:lnTo>
                      <a:pt x="80" y="25"/>
                    </a:lnTo>
                    <a:lnTo>
                      <a:pt x="32"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23" name="Freeform 80"/>
              <p:cNvSpPr/>
              <p:nvPr/>
            </p:nvSpPr>
            <p:spPr>
              <a:xfrm>
                <a:off x="4866" y="2085"/>
                <a:ext cx="86" cy="58"/>
              </a:xfrm>
              <a:custGeom>
                <a:avLst/>
                <a:gdLst/>
                <a:ahLst/>
                <a:cxnLst>
                  <a:cxn ang="0">
                    <a:pos x="51" y="57"/>
                  </a:cxn>
                  <a:cxn ang="0">
                    <a:pos x="85" y="30"/>
                  </a:cxn>
                  <a:cxn ang="0">
                    <a:pos x="39" y="0"/>
                  </a:cxn>
                  <a:cxn ang="0">
                    <a:pos x="0" y="1"/>
                  </a:cxn>
                  <a:cxn ang="0">
                    <a:pos x="3" y="30"/>
                  </a:cxn>
                  <a:cxn ang="0">
                    <a:pos x="51" y="57"/>
                  </a:cxn>
                </a:cxnLst>
                <a:rect l="0" t="0" r="0" b="0"/>
                <a:pathLst>
                  <a:path w="86" h="58">
                    <a:moveTo>
                      <a:pt x="51" y="57"/>
                    </a:moveTo>
                    <a:lnTo>
                      <a:pt x="85" y="30"/>
                    </a:lnTo>
                    <a:lnTo>
                      <a:pt x="39" y="0"/>
                    </a:lnTo>
                    <a:lnTo>
                      <a:pt x="0" y="1"/>
                    </a:lnTo>
                    <a:lnTo>
                      <a:pt x="3" y="30"/>
                    </a:lnTo>
                    <a:lnTo>
                      <a:pt x="51" y="57"/>
                    </a:lnTo>
                  </a:path>
                </a:pathLst>
              </a:custGeom>
              <a:solidFill>
                <a:srgbClr val="FFFFFF"/>
              </a:solidFill>
              <a:ln w="12700">
                <a:noFill/>
              </a:ln>
            </p:spPr>
            <p:txBody>
              <a:bodyPr/>
              <a:lstStyle/>
              <a:p>
                <a:endParaRPr lang="zh-CN" altLang="en-US"/>
              </a:p>
            </p:txBody>
          </p:sp>
          <p:sp>
            <p:nvSpPr>
              <p:cNvPr id="31824" name="Freeform 81"/>
              <p:cNvSpPr/>
              <p:nvPr/>
            </p:nvSpPr>
            <p:spPr>
              <a:xfrm>
                <a:off x="4866" y="2085"/>
                <a:ext cx="86" cy="58"/>
              </a:xfrm>
              <a:custGeom>
                <a:avLst/>
                <a:gdLst/>
                <a:ahLst/>
                <a:cxnLst>
                  <a:cxn ang="0">
                    <a:pos x="51" y="57"/>
                  </a:cxn>
                  <a:cxn ang="0">
                    <a:pos x="85" y="30"/>
                  </a:cxn>
                  <a:cxn ang="0">
                    <a:pos x="39" y="0"/>
                  </a:cxn>
                  <a:cxn ang="0">
                    <a:pos x="0" y="1"/>
                  </a:cxn>
                  <a:cxn ang="0">
                    <a:pos x="3" y="30"/>
                  </a:cxn>
                  <a:cxn ang="0">
                    <a:pos x="51" y="57"/>
                  </a:cxn>
                </a:cxnLst>
                <a:rect l="0" t="0" r="0" b="0"/>
                <a:pathLst>
                  <a:path w="86" h="58">
                    <a:moveTo>
                      <a:pt x="51" y="57"/>
                    </a:moveTo>
                    <a:lnTo>
                      <a:pt x="85" y="30"/>
                    </a:lnTo>
                    <a:lnTo>
                      <a:pt x="39" y="0"/>
                    </a:lnTo>
                    <a:lnTo>
                      <a:pt x="0" y="1"/>
                    </a:lnTo>
                    <a:lnTo>
                      <a:pt x="3" y="30"/>
                    </a:lnTo>
                    <a:lnTo>
                      <a:pt x="51" y="5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25" name="Freeform 82"/>
              <p:cNvSpPr/>
              <p:nvPr/>
            </p:nvSpPr>
            <p:spPr>
              <a:xfrm>
                <a:off x="4869" y="2107"/>
                <a:ext cx="87" cy="58"/>
              </a:xfrm>
              <a:custGeom>
                <a:avLst/>
                <a:gdLst/>
                <a:ahLst/>
                <a:cxnLst>
                  <a:cxn ang="0">
                    <a:pos x="52" y="57"/>
                  </a:cxn>
                  <a:cxn ang="0">
                    <a:pos x="86" y="31"/>
                  </a:cxn>
                  <a:cxn ang="0">
                    <a:pos x="40" y="0"/>
                  </a:cxn>
                  <a:cxn ang="0">
                    <a:pos x="0" y="1"/>
                  </a:cxn>
                  <a:cxn ang="0">
                    <a:pos x="4" y="30"/>
                  </a:cxn>
                  <a:cxn ang="0">
                    <a:pos x="52" y="57"/>
                  </a:cxn>
                </a:cxnLst>
                <a:rect l="0" t="0" r="0" b="0"/>
                <a:pathLst>
                  <a:path w="87" h="58">
                    <a:moveTo>
                      <a:pt x="52" y="57"/>
                    </a:moveTo>
                    <a:lnTo>
                      <a:pt x="86" y="31"/>
                    </a:lnTo>
                    <a:lnTo>
                      <a:pt x="40" y="0"/>
                    </a:lnTo>
                    <a:lnTo>
                      <a:pt x="0" y="1"/>
                    </a:lnTo>
                    <a:lnTo>
                      <a:pt x="4" y="30"/>
                    </a:lnTo>
                    <a:lnTo>
                      <a:pt x="52" y="57"/>
                    </a:lnTo>
                  </a:path>
                </a:pathLst>
              </a:custGeom>
              <a:solidFill>
                <a:srgbClr val="FFFFFF"/>
              </a:solidFill>
              <a:ln w="12700">
                <a:noFill/>
              </a:ln>
            </p:spPr>
            <p:txBody>
              <a:bodyPr/>
              <a:lstStyle/>
              <a:p>
                <a:endParaRPr lang="zh-CN" altLang="en-US"/>
              </a:p>
            </p:txBody>
          </p:sp>
          <p:sp>
            <p:nvSpPr>
              <p:cNvPr id="31826" name="Freeform 83"/>
              <p:cNvSpPr/>
              <p:nvPr/>
            </p:nvSpPr>
            <p:spPr>
              <a:xfrm>
                <a:off x="4869" y="2107"/>
                <a:ext cx="87" cy="58"/>
              </a:xfrm>
              <a:custGeom>
                <a:avLst/>
                <a:gdLst/>
                <a:ahLst/>
                <a:cxnLst>
                  <a:cxn ang="0">
                    <a:pos x="52" y="57"/>
                  </a:cxn>
                  <a:cxn ang="0">
                    <a:pos x="86" y="31"/>
                  </a:cxn>
                  <a:cxn ang="0">
                    <a:pos x="40" y="0"/>
                  </a:cxn>
                  <a:cxn ang="0">
                    <a:pos x="0" y="1"/>
                  </a:cxn>
                  <a:cxn ang="0">
                    <a:pos x="4" y="30"/>
                  </a:cxn>
                  <a:cxn ang="0">
                    <a:pos x="52" y="57"/>
                  </a:cxn>
                </a:cxnLst>
                <a:rect l="0" t="0" r="0" b="0"/>
                <a:pathLst>
                  <a:path w="87" h="58">
                    <a:moveTo>
                      <a:pt x="52" y="57"/>
                    </a:moveTo>
                    <a:lnTo>
                      <a:pt x="86" y="31"/>
                    </a:lnTo>
                    <a:lnTo>
                      <a:pt x="40" y="0"/>
                    </a:lnTo>
                    <a:lnTo>
                      <a:pt x="0" y="1"/>
                    </a:lnTo>
                    <a:lnTo>
                      <a:pt x="4" y="30"/>
                    </a:lnTo>
                    <a:lnTo>
                      <a:pt x="52" y="5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27" name="Freeform 84"/>
              <p:cNvSpPr/>
              <p:nvPr/>
            </p:nvSpPr>
            <p:spPr>
              <a:xfrm>
                <a:off x="4826" y="2063"/>
                <a:ext cx="44" cy="65"/>
              </a:xfrm>
              <a:custGeom>
                <a:avLst/>
                <a:gdLst/>
                <a:ahLst/>
                <a:cxnLst>
                  <a:cxn ang="0">
                    <a:pos x="2" y="12"/>
                  </a:cxn>
                  <a:cxn ang="0">
                    <a:pos x="0" y="11"/>
                  </a:cxn>
                  <a:cxn ang="0">
                    <a:pos x="2" y="10"/>
                  </a:cxn>
                  <a:cxn ang="0">
                    <a:pos x="2" y="9"/>
                  </a:cxn>
                  <a:cxn ang="0">
                    <a:pos x="2" y="8"/>
                  </a:cxn>
                  <a:cxn ang="0">
                    <a:pos x="2" y="7"/>
                  </a:cxn>
                  <a:cxn ang="0">
                    <a:pos x="3" y="7"/>
                  </a:cxn>
                  <a:cxn ang="0">
                    <a:pos x="3" y="6"/>
                  </a:cxn>
                  <a:cxn ang="0">
                    <a:pos x="4" y="5"/>
                  </a:cxn>
                  <a:cxn ang="0">
                    <a:pos x="5" y="4"/>
                  </a:cxn>
                  <a:cxn ang="0">
                    <a:pos x="6" y="4"/>
                  </a:cxn>
                  <a:cxn ang="0">
                    <a:pos x="6" y="3"/>
                  </a:cxn>
                  <a:cxn ang="0">
                    <a:pos x="7" y="3"/>
                  </a:cxn>
                  <a:cxn ang="0">
                    <a:pos x="8" y="3"/>
                  </a:cxn>
                  <a:cxn ang="0">
                    <a:pos x="8" y="2"/>
                  </a:cxn>
                  <a:cxn ang="0">
                    <a:pos x="10" y="2"/>
                  </a:cxn>
                  <a:cxn ang="0">
                    <a:pos x="10" y="1"/>
                  </a:cxn>
                  <a:cxn ang="0">
                    <a:pos x="12" y="1"/>
                  </a:cxn>
                  <a:cxn ang="0">
                    <a:pos x="13" y="1"/>
                  </a:cxn>
                  <a:cxn ang="0">
                    <a:pos x="14" y="1"/>
                  </a:cxn>
                  <a:cxn ang="0">
                    <a:pos x="14" y="0"/>
                  </a:cxn>
                  <a:cxn ang="0">
                    <a:pos x="15" y="0"/>
                  </a:cxn>
                  <a:cxn ang="0">
                    <a:pos x="16" y="0"/>
                  </a:cxn>
                  <a:cxn ang="0">
                    <a:pos x="17" y="0"/>
                  </a:cxn>
                  <a:cxn ang="0">
                    <a:pos x="18" y="0"/>
                  </a:cxn>
                  <a:cxn ang="0">
                    <a:pos x="20" y="0"/>
                  </a:cxn>
                  <a:cxn ang="0">
                    <a:pos x="21" y="0"/>
                  </a:cxn>
                  <a:cxn ang="0">
                    <a:pos x="22" y="0"/>
                  </a:cxn>
                  <a:cxn ang="0">
                    <a:pos x="23" y="0"/>
                  </a:cxn>
                  <a:cxn ang="0">
                    <a:pos x="24" y="0"/>
                  </a:cxn>
                  <a:cxn ang="0">
                    <a:pos x="25" y="0"/>
                  </a:cxn>
                  <a:cxn ang="0">
                    <a:pos x="26" y="0"/>
                  </a:cxn>
                  <a:cxn ang="0">
                    <a:pos x="27" y="1"/>
                  </a:cxn>
                  <a:cxn ang="0">
                    <a:pos x="28" y="1"/>
                  </a:cxn>
                  <a:cxn ang="0">
                    <a:pos x="29" y="1"/>
                  </a:cxn>
                  <a:cxn ang="0">
                    <a:pos x="30" y="1"/>
                  </a:cxn>
                  <a:cxn ang="0">
                    <a:pos x="31" y="2"/>
                  </a:cxn>
                  <a:cxn ang="0">
                    <a:pos x="32" y="3"/>
                  </a:cxn>
                  <a:cxn ang="0">
                    <a:pos x="33" y="3"/>
                  </a:cxn>
                  <a:cxn ang="0">
                    <a:pos x="33" y="4"/>
                  </a:cxn>
                  <a:cxn ang="0">
                    <a:pos x="33" y="5"/>
                  </a:cxn>
                  <a:cxn ang="0">
                    <a:pos x="34" y="5"/>
                  </a:cxn>
                  <a:cxn ang="0">
                    <a:pos x="34" y="6"/>
                  </a:cxn>
                  <a:cxn ang="0">
                    <a:pos x="34" y="7"/>
                  </a:cxn>
                  <a:cxn ang="0">
                    <a:pos x="43" y="58"/>
                  </a:cxn>
                  <a:cxn ang="0">
                    <a:pos x="8" y="64"/>
                  </a:cxn>
                  <a:cxn ang="0">
                    <a:pos x="0" y="12"/>
                  </a:cxn>
                  <a:cxn ang="0">
                    <a:pos x="2" y="12"/>
                  </a:cxn>
                </a:cxnLst>
                <a:rect l="0" t="0" r="0" b="0"/>
                <a:pathLst>
                  <a:path w="44" h="65">
                    <a:moveTo>
                      <a:pt x="2" y="12"/>
                    </a:moveTo>
                    <a:lnTo>
                      <a:pt x="0" y="11"/>
                    </a:lnTo>
                    <a:lnTo>
                      <a:pt x="2" y="10"/>
                    </a:lnTo>
                    <a:lnTo>
                      <a:pt x="2" y="9"/>
                    </a:lnTo>
                    <a:lnTo>
                      <a:pt x="2" y="8"/>
                    </a:lnTo>
                    <a:lnTo>
                      <a:pt x="2" y="7"/>
                    </a:lnTo>
                    <a:lnTo>
                      <a:pt x="3" y="7"/>
                    </a:lnTo>
                    <a:lnTo>
                      <a:pt x="3" y="6"/>
                    </a:lnTo>
                    <a:lnTo>
                      <a:pt x="4" y="5"/>
                    </a:lnTo>
                    <a:lnTo>
                      <a:pt x="5" y="4"/>
                    </a:lnTo>
                    <a:lnTo>
                      <a:pt x="6" y="4"/>
                    </a:lnTo>
                    <a:lnTo>
                      <a:pt x="6" y="3"/>
                    </a:lnTo>
                    <a:lnTo>
                      <a:pt x="7" y="3"/>
                    </a:lnTo>
                    <a:lnTo>
                      <a:pt x="8" y="3"/>
                    </a:lnTo>
                    <a:lnTo>
                      <a:pt x="8" y="2"/>
                    </a:lnTo>
                    <a:lnTo>
                      <a:pt x="10" y="2"/>
                    </a:lnTo>
                    <a:lnTo>
                      <a:pt x="10" y="1"/>
                    </a:lnTo>
                    <a:lnTo>
                      <a:pt x="12" y="1"/>
                    </a:lnTo>
                    <a:lnTo>
                      <a:pt x="13" y="1"/>
                    </a:lnTo>
                    <a:lnTo>
                      <a:pt x="14" y="1"/>
                    </a:lnTo>
                    <a:lnTo>
                      <a:pt x="14" y="0"/>
                    </a:lnTo>
                    <a:lnTo>
                      <a:pt x="15" y="0"/>
                    </a:lnTo>
                    <a:lnTo>
                      <a:pt x="16" y="0"/>
                    </a:lnTo>
                    <a:lnTo>
                      <a:pt x="17" y="0"/>
                    </a:lnTo>
                    <a:lnTo>
                      <a:pt x="18" y="0"/>
                    </a:lnTo>
                    <a:lnTo>
                      <a:pt x="20" y="0"/>
                    </a:lnTo>
                    <a:lnTo>
                      <a:pt x="21" y="0"/>
                    </a:lnTo>
                    <a:lnTo>
                      <a:pt x="22" y="0"/>
                    </a:lnTo>
                    <a:lnTo>
                      <a:pt x="23" y="0"/>
                    </a:lnTo>
                    <a:lnTo>
                      <a:pt x="24" y="0"/>
                    </a:lnTo>
                    <a:lnTo>
                      <a:pt x="25" y="0"/>
                    </a:lnTo>
                    <a:lnTo>
                      <a:pt x="26" y="0"/>
                    </a:lnTo>
                    <a:lnTo>
                      <a:pt x="27" y="1"/>
                    </a:lnTo>
                    <a:lnTo>
                      <a:pt x="28" y="1"/>
                    </a:lnTo>
                    <a:lnTo>
                      <a:pt x="29" y="1"/>
                    </a:lnTo>
                    <a:lnTo>
                      <a:pt x="30" y="1"/>
                    </a:lnTo>
                    <a:lnTo>
                      <a:pt x="31" y="2"/>
                    </a:lnTo>
                    <a:lnTo>
                      <a:pt x="32" y="3"/>
                    </a:lnTo>
                    <a:lnTo>
                      <a:pt x="33" y="3"/>
                    </a:lnTo>
                    <a:lnTo>
                      <a:pt x="33" y="4"/>
                    </a:lnTo>
                    <a:lnTo>
                      <a:pt x="33" y="5"/>
                    </a:lnTo>
                    <a:lnTo>
                      <a:pt x="34" y="5"/>
                    </a:lnTo>
                    <a:lnTo>
                      <a:pt x="34" y="6"/>
                    </a:lnTo>
                    <a:lnTo>
                      <a:pt x="34" y="7"/>
                    </a:lnTo>
                    <a:lnTo>
                      <a:pt x="43" y="58"/>
                    </a:lnTo>
                    <a:lnTo>
                      <a:pt x="8" y="64"/>
                    </a:lnTo>
                    <a:lnTo>
                      <a:pt x="0" y="12"/>
                    </a:lnTo>
                    <a:lnTo>
                      <a:pt x="2" y="12"/>
                    </a:lnTo>
                  </a:path>
                </a:pathLst>
              </a:custGeom>
              <a:solidFill>
                <a:srgbClr val="FFFFFF"/>
              </a:solidFill>
              <a:ln w="12700">
                <a:noFill/>
              </a:ln>
            </p:spPr>
            <p:txBody>
              <a:bodyPr/>
              <a:lstStyle/>
              <a:p>
                <a:endParaRPr lang="zh-CN" altLang="en-US"/>
              </a:p>
            </p:txBody>
          </p:sp>
          <p:sp>
            <p:nvSpPr>
              <p:cNvPr id="31828" name="Freeform 85"/>
              <p:cNvSpPr/>
              <p:nvPr/>
            </p:nvSpPr>
            <p:spPr>
              <a:xfrm>
                <a:off x="4826" y="2063"/>
                <a:ext cx="44" cy="65"/>
              </a:xfrm>
              <a:custGeom>
                <a:avLst/>
                <a:gdLst/>
                <a:ahLst/>
                <a:cxnLst>
                  <a:cxn ang="0">
                    <a:pos x="2" y="11"/>
                  </a:cxn>
                  <a:cxn ang="0">
                    <a:pos x="2" y="7"/>
                  </a:cxn>
                  <a:cxn ang="0">
                    <a:pos x="5" y="3"/>
                  </a:cxn>
                  <a:cxn ang="0">
                    <a:pos x="10" y="0"/>
                  </a:cxn>
                  <a:cxn ang="0">
                    <a:pos x="16" y="0"/>
                  </a:cxn>
                  <a:cxn ang="0">
                    <a:pos x="23" y="0"/>
                  </a:cxn>
                  <a:cxn ang="0">
                    <a:pos x="28" y="0"/>
                  </a:cxn>
                  <a:cxn ang="0">
                    <a:pos x="32" y="3"/>
                  </a:cxn>
                  <a:cxn ang="0">
                    <a:pos x="34" y="6"/>
                  </a:cxn>
                  <a:cxn ang="0">
                    <a:pos x="43" y="58"/>
                  </a:cxn>
                  <a:cxn ang="0">
                    <a:pos x="8" y="64"/>
                  </a:cxn>
                  <a:cxn ang="0">
                    <a:pos x="0" y="11"/>
                  </a:cxn>
                  <a:cxn ang="0">
                    <a:pos x="2" y="11"/>
                  </a:cxn>
                </a:cxnLst>
                <a:rect l="0" t="0" r="0" b="0"/>
                <a:pathLst>
                  <a:path w="44" h="65">
                    <a:moveTo>
                      <a:pt x="2" y="11"/>
                    </a:moveTo>
                    <a:lnTo>
                      <a:pt x="2" y="7"/>
                    </a:lnTo>
                    <a:lnTo>
                      <a:pt x="5" y="3"/>
                    </a:lnTo>
                    <a:lnTo>
                      <a:pt x="10" y="0"/>
                    </a:lnTo>
                    <a:lnTo>
                      <a:pt x="16" y="0"/>
                    </a:lnTo>
                    <a:lnTo>
                      <a:pt x="23" y="0"/>
                    </a:lnTo>
                    <a:lnTo>
                      <a:pt x="28" y="0"/>
                    </a:lnTo>
                    <a:lnTo>
                      <a:pt x="32" y="3"/>
                    </a:lnTo>
                    <a:lnTo>
                      <a:pt x="34" y="6"/>
                    </a:lnTo>
                    <a:lnTo>
                      <a:pt x="43" y="58"/>
                    </a:lnTo>
                    <a:lnTo>
                      <a:pt x="8" y="64"/>
                    </a:lnTo>
                    <a:lnTo>
                      <a:pt x="0" y="11"/>
                    </a:lnTo>
                    <a:lnTo>
                      <a:pt x="2" y="1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29" name="Freeform 86"/>
              <p:cNvSpPr/>
              <p:nvPr/>
            </p:nvSpPr>
            <p:spPr>
              <a:xfrm>
                <a:off x="4838" y="2116"/>
                <a:ext cx="33" cy="22"/>
              </a:xfrm>
              <a:custGeom>
                <a:avLst/>
                <a:gdLst/>
                <a:ahLst/>
                <a:cxnLst>
                  <a:cxn ang="0">
                    <a:pos x="13" y="0"/>
                  </a:cxn>
                  <a:cxn ang="0">
                    <a:pos x="11" y="1"/>
                  </a:cxn>
                  <a:cxn ang="0">
                    <a:pos x="9" y="1"/>
                  </a:cxn>
                  <a:cxn ang="0">
                    <a:pos x="7" y="2"/>
                  </a:cxn>
                  <a:cxn ang="0">
                    <a:pos x="5" y="3"/>
                  </a:cxn>
                  <a:cxn ang="0">
                    <a:pos x="4" y="4"/>
                  </a:cxn>
                  <a:cxn ang="0">
                    <a:pos x="3" y="5"/>
                  </a:cxn>
                  <a:cxn ang="0">
                    <a:pos x="1" y="6"/>
                  </a:cxn>
                  <a:cxn ang="0">
                    <a:pos x="0" y="8"/>
                  </a:cxn>
                  <a:cxn ang="0">
                    <a:pos x="0" y="10"/>
                  </a:cxn>
                  <a:cxn ang="0">
                    <a:pos x="0" y="12"/>
                  </a:cxn>
                  <a:cxn ang="0">
                    <a:pos x="0" y="14"/>
                  </a:cxn>
                  <a:cxn ang="0">
                    <a:pos x="1" y="16"/>
                  </a:cxn>
                  <a:cxn ang="0">
                    <a:pos x="3" y="17"/>
                  </a:cxn>
                  <a:cxn ang="0">
                    <a:pos x="4" y="18"/>
                  </a:cxn>
                  <a:cxn ang="0">
                    <a:pos x="6" y="18"/>
                  </a:cxn>
                  <a:cxn ang="0">
                    <a:pos x="7" y="19"/>
                  </a:cxn>
                  <a:cxn ang="0">
                    <a:pos x="9" y="19"/>
                  </a:cxn>
                  <a:cxn ang="0">
                    <a:pos x="11" y="21"/>
                  </a:cxn>
                  <a:cxn ang="0">
                    <a:pos x="13" y="21"/>
                  </a:cxn>
                  <a:cxn ang="0">
                    <a:pos x="15" y="19"/>
                  </a:cxn>
                  <a:cxn ang="0">
                    <a:pos x="17" y="19"/>
                  </a:cxn>
                  <a:cxn ang="0">
                    <a:pos x="19" y="18"/>
                  </a:cxn>
                  <a:cxn ang="0">
                    <a:pos x="23" y="18"/>
                  </a:cxn>
                  <a:cxn ang="0">
                    <a:pos x="24" y="16"/>
                  </a:cxn>
                  <a:cxn ang="0">
                    <a:pos x="26" y="16"/>
                  </a:cxn>
                  <a:cxn ang="0">
                    <a:pos x="28" y="14"/>
                  </a:cxn>
                  <a:cxn ang="0">
                    <a:pos x="30" y="12"/>
                  </a:cxn>
                  <a:cxn ang="0">
                    <a:pos x="30" y="10"/>
                  </a:cxn>
                  <a:cxn ang="0">
                    <a:pos x="32" y="8"/>
                  </a:cxn>
                  <a:cxn ang="0">
                    <a:pos x="32" y="6"/>
                  </a:cxn>
                  <a:cxn ang="0">
                    <a:pos x="30" y="5"/>
                  </a:cxn>
                  <a:cxn ang="0">
                    <a:pos x="29" y="4"/>
                  </a:cxn>
                  <a:cxn ang="0">
                    <a:pos x="28" y="3"/>
                  </a:cxn>
                  <a:cxn ang="0">
                    <a:pos x="27" y="1"/>
                  </a:cxn>
                  <a:cxn ang="0">
                    <a:pos x="25" y="1"/>
                  </a:cxn>
                  <a:cxn ang="0">
                    <a:pos x="24" y="0"/>
                  </a:cxn>
                  <a:cxn ang="0">
                    <a:pos x="21" y="0"/>
                  </a:cxn>
                  <a:cxn ang="0">
                    <a:pos x="18" y="0"/>
                  </a:cxn>
                  <a:cxn ang="0">
                    <a:pos x="16" y="0"/>
                  </a:cxn>
                  <a:cxn ang="0">
                    <a:pos x="14" y="0"/>
                  </a:cxn>
                </a:cxnLst>
                <a:rect l="0" t="0" r="0" b="0"/>
                <a:pathLst>
                  <a:path w="33" h="22">
                    <a:moveTo>
                      <a:pt x="14" y="0"/>
                    </a:moveTo>
                    <a:lnTo>
                      <a:pt x="13" y="0"/>
                    </a:lnTo>
                    <a:lnTo>
                      <a:pt x="12" y="0"/>
                    </a:lnTo>
                    <a:lnTo>
                      <a:pt x="11" y="1"/>
                    </a:lnTo>
                    <a:lnTo>
                      <a:pt x="10" y="1"/>
                    </a:lnTo>
                    <a:lnTo>
                      <a:pt x="9" y="1"/>
                    </a:lnTo>
                    <a:lnTo>
                      <a:pt x="8" y="1"/>
                    </a:lnTo>
                    <a:lnTo>
                      <a:pt x="7" y="2"/>
                    </a:lnTo>
                    <a:lnTo>
                      <a:pt x="6" y="3"/>
                    </a:lnTo>
                    <a:lnTo>
                      <a:pt x="5" y="3"/>
                    </a:lnTo>
                    <a:lnTo>
                      <a:pt x="5" y="4"/>
                    </a:lnTo>
                    <a:lnTo>
                      <a:pt x="4" y="4"/>
                    </a:lnTo>
                    <a:lnTo>
                      <a:pt x="3" y="4"/>
                    </a:lnTo>
                    <a:lnTo>
                      <a:pt x="3" y="5"/>
                    </a:lnTo>
                    <a:lnTo>
                      <a:pt x="2" y="6"/>
                    </a:lnTo>
                    <a:lnTo>
                      <a:pt x="1" y="6"/>
                    </a:lnTo>
                    <a:lnTo>
                      <a:pt x="0" y="7"/>
                    </a:lnTo>
                    <a:lnTo>
                      <a:pt x="0" y="8"/>
                    </a:lnTo>
                    <a:lnTo>
                      <a:pt x="0" y="9"/>
                    </a:lnTo>
                    <a:lnTo>
                      <a:pt x="0" y="10"/>
                    </a:lnTo>
                    <a:lnTo>
                      <a:pt x="0" y="11"/>
                    </a:lnTo>
                    <a:lnTo>
                      <a:pt x="0" y="12"/>
                    </a:lnTo>
                    <a:lnTo>
                      <a:pt x="0" y="13"/>
                    </a:lnTo>
                    <a:lnTo>
                      <a:pt x="0" y="14"/>
                    </a:lnTo>
                    <a:lnTo>
                      <a:pt x="0" y="15"/>
                    </a:lnTo>
                    <a:lnTo>
                      <a:pt x="1" y="16"/>
                    </a:lnTo>
                    <a:lnTo>
                      <a:pt x="2" y="16"/>
                    </a:lnTo>
                    <a:lnTo>
                      <a:pt x="3" y="17"/>
                    </a:lnTo>
                    <a:lnTo>
                      <a:pt x="3" y="18"/>
                    </a:lnTo>
                    <a:lnTo>
                      <a:pt x="4" y="18"/>
                    </a:lnTo>
                    <a:lnTo>
                      <a:pt x="5" y="18"/>
                    </a:lnTo>
                    <a:lnTo>
                      <a:pt x="6" y="18"/>
                    </a:lnTo>
                    <a:lnTo>
                      <a:pt x="7" y="18"/>
                    </a:lnTo>
                    <a:lnTo>
                      <a:pt x="7" y="19"/>
                    </a:lnTo>
                    <a:lnTo>
                      <a:pt x="8" y="19"/>
                    </a:lnTo>
                    <a:lnTo>
                      <a:pt x="9" y="19"/>
                    </a:lnTo>
                    <a:lnTo>
                      <a:pt x="10" y="19"/>
                    </a:lnTo>
                    <a:lnTo>
                      <a:pt x="11" y="21"/>
                    </a:lnTo>
                    <a:lnTo>
                      <a:pt x="12" y="21"/>
                    </a:lnTo>
                    <a:lnTo>
                      <a:pt x="13" y="21"/>
                    </a:lnTo>
                    <a:lnTo>
                      <a:pt x="14" y="21"/>
                    </a:lnTo>
                    <a:lnTo>
                      <a:pt x="15" y="19"/>
                    </a:lnTo>
                    <a:lnTo>
                      <a:pt x="16" y="19"/>
                    </a:lnTo>
                    <a:lnTo>
                      <a:pt x="17" y="19"/>
                    </a:lnTo>
                    <a:lnTo>
                      <a:pt x="18" y="19"/>
                    </a:lnTo>
                    <a:lnTo>
                      <a:pt x="19" y="18"/>
                    </a:lnTo>
                    <a:lnTo>
                      <a:pt x="21" y="18"/>
                    </a:lnTo>
                    <a:lnTo>
                      <a:pt x="23" y="18"/>
                    </a:lnTo>
                    <a:lnTo>
                      <a:pt x="24" y="17"/>
                    </a:lnTo>
                    <a:lnTo>
                      <a:pt x="24" y="16"/>
                    </a:lnTo>
                    <a:lnTo>
                      <a:pt x="25" y="16"/>
                    </a:lnTo>
                    <a:lnTo>
                      <a:pt x="26" y="16"/>
                    </a:lnTo>
                    <a:lnTo>
                      <a:pt x="27" y="15"/>
                    </a:lnTo>
                    <a:lnTo>
                      <a:pt x="28" y="14"/>
                    </a:lnTo>
                    <a:lnTo>
                      <a:pt x="29" y="13"/>
                    </a:lnTo>
                    <a:lnTo>
                      <a:pt x="30" y="12"/>
                    </a:lnTo>
                    <a:lnTo>
                      <a:pt x="30" y="11"/>
                    </a:lnTo>
                    <a:lnTo>
                      <a:pt x="30" y="10"/>
                    </a:lnTo>
                    <a:lnTo>
                      <a:pt x="32" y="9"/>
                    </a:lnTo>
                    <a:lnTo>
                      <a:pt x="32" y="8"/>
                    </a:lnTo>
                    <a:lnTo>
                      <a:pt x="32" y="7"/>
                    </a:lnTo>
                    <a:lnTo>
                      <a:pt x="32" y="6"/>
                    </a:lnTo>
                    <a:lnTo>
                      <a:pt x="30" y="6"/>
                    </a:lnTo>
                    <a:lnTo>
                      <a:pt x="30" y="5"/>
                    </a:lnTo>
                    <a:lnTo>
                      <a:pt x="30" y="4"/>
                    </a:lnTo>
                    <a:lnTo>
                      <a:pt x="29" y="4"/>
                    </a:lnTo>
                    <a:lnTo>
                      <a:pt x="29" y="3"/>
                    </a:lnTo>
                    <a:lnTo>
                      <a:pt x="28" y="3"/>
                    </a:lnTo>
                    <a:lnTo>
                      <a:pt x="28" y="2"/>
                    </a:lnTo>
                    <a:lnTo>
                      <a:pt x="27" y="1"/>
                    </a:lnTo>
                    <a:lnTo>
                      <a:pt x="26" y="1"/>
                    </a:lnTo>
                    <a:lnTo>
                      <a:pt x="25" y="1"/>
                    </a:lnTo>
                    <a:lnTo>
                      <a:pt x="24" y="1"/>
                    </a:lnTo>
                    <a:lnTo>
                      <a:pt x="24" y="0"/>
                    </a:lnTo>
                    <a:lnTo>
                      <a:pt x="23" y="0"/>
                    </a:lnTo>
                    <a:lnTo>
                      <a:pt x="21" y="0"/>
                    </a:lnTo>
                    <a:lnTo>
                      <a:pt x="19" y="0"/>
                    </a:lnTo>
                    <a:lnTo>
                      <a:pt x="18" y="0"/>
                    </a:lnTo>
                    <a:lnTo>
                      <a:pt x="17" y="0"/>
                    </a:lnTo>
                    <a:lnTo>
                      <a:pt x="16" y="0"/>
                    </a:lnTo>
                    <a:lnTo>
                      <a:pt x="15" y="0"/>
                    </a:lnTo>
                    <a:lnTo>
                      <a:pt x="14" y="0"/>
                    </a:lnTo>
                  </a:path>
                </a:pathLst>
              </a:custGeom>
              <a:solidFill>
                <a:srgbClr val="FFFFFF"/>
              </a:solidFill>
              <a:ln w="12700">
                <a:noFill/>
              </a:ln>
            </p:spPr>
            <p:txBody>
              <a:bodyPr/>
              <a:lstStyle/>
              <a:p>
                <a:endParaRPr lang="zh-CN" altLang="en-US"/>
              </a:p>
            </p:txBody>
          </p:sp>
          <p:sp>
            <p:nvSpPr>
              <p:cNvPr id="31830" name="Freeform 87"/>
              <p:cNvSpPr/>
              <p:nvPr/>
            </p:nvSpPr>
            <p:spPr>
              <a:xfrm>
                <a:off x="4838" y="2116"/>
                <a:ext cx="33" cy="22"/>
              </a:xfrm>
              <a:custGeom>
                <a:avLst/>
                <a:gdLst/>
                <a:ahLst/>
                <a:cxnLst>
                  <a:cxn ang="0">
                    <a:pos x="13" y="0"/>
                  </a:cxn>
                  <a:cxn ang="0">
                    <a:pos x="8" y="1"/>
                  </a:cxn>
                  <a:cxn ang="0">
                    <a:pos x="3" y="4"/>
                  </a:cxn>
                  <a:cxn ang="0">
                    <a:pos x="0" y="8"/>
                  </a:cxn>
                  <a:cxn ang="0">
                    <a:pos x="0" y="12"/>
                  </a:cxn>
                  <a:cxn ang="0">
                    <a:pos x="1" y="16"/>
                  </a:cxn>
                  <a:cxn ang="0">
                    <a:pos x="5" y="18"/>
                  </a:cxn>
                  <a:cxn ang="0">
                    <a:pos x="11" y="21"/>
                  </a:cxn>
                  <a:cxn ang="0">
                    <a:pos x="16" y="19"/>
                  </a:cxn>
                  <a:cxn ang="0">
                    <a:pos x="23" y="18"/>
                  </a:cxn>
                  <a:cxn ang="0">
                    <a:pos x="28" y="15"/>
                  </a:cxn>
                  <a:cxn ang="0">
                    <a:pos x="30" y="11"/>
                  </a:cxn>
                  <a:cxn ang="0">
                    <a:pos x="32" y="7"/>
                  </a:cxn>
                  <a:cxn ang="0">
                    <a:pos x="30" y="4"/>
                  </a:cxn>
                  <a:cxn ang="0">
                    <a:pos x="25" y="1"/>
                  </a:cxn>
                  <a:cxn ang="0">
                    <a:pos x="20" y="0"/>
                  </a:cxn>
                  <a:cxn ang="0">
                    <a:pos x="13" y="0"/>
                  </a:cxn>
                </a:cxnLst>
                <a:rect l="0" t="0" r="0" b="0"/>
                <a:pathLst>
                  <a:path w="33" h="22">
                    <a:moveTo>
                      <a:pt x="13" y="0"/>
                    </a:moveTo>
                    <a:lnTo>
                      <a:pt x="8" y="1"/>
                    </a:lnTo>
                    <a:lnTo>
                      <a:pt x="3" y="4"/>
                    </a:lnTo>
                    <a:lnTo>
                      <a:pt x="0" y="8"/>
                    </a:lnTo>
                    <a:lnTo>
                      <a:pt x="0" y="12"/>
                    </a:lnTo>
                    <a:lnTo>
                      <a:pt x="1" y="16"/>
                    </a:lnTo>
                    <a:lnTo>
                      <a:pt x="5" y="18"/>
                    </a:lnTo>
                    <a:lnTo>
                      <a:pt x="11" y="21"/>
                    </a:lnTo>
                    <a:lnTo>
                      <a:pt x="16" y="19"/>
                    </a:lnTo>
                    <a:lnTo>
                      <a:pt x="23" y="18"/>
                    </a:lnTo>
                    <a:lnTo>
                      <a:pt x="28" y="15"/>
                    </a:lnTo>
                    <a:lnTo>
                      <a:pt x="30" y="11"/>
                    </a:lnTo>
                    <a:lnTo>
                      <a:pt x="32" y="7"/>
                    </a:lnTo>
                    <a:lnTo>
                      <a:pt x="30" y="4"/>
                    </a:lnTo>
                    <a:lnTo>
                      <a:pt x="25" y="1"/>
                    </a:lnTo>
                    <a:lnTo>
                      <a:pt x="20" y="0"/>
                    </a:lnTo>
                    <a:lnTo>
                      <a:pt x="13"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31" name="Freeform 88"/>
              <p:cNvSpPr/>
              <p:nvPr/>
            </p:nvSpPr>
            <p:spPr>
              <a:xfrm>
                <a:off x="4755" y="2048"/>
                <a:ext cx="84" cy="59"/>
              </a:xfrm>
              <a:custGeom>
                <a:avLst/>
                <a:gdLst/>
                <a:ahLst/>
                <a:cxnLst>
                  <a:cxn ang="0">
                    <a:pos x="31" y="0"/>
                  </a:cxn>
                  <a:cxn ang="0">
                    <a:pos x="0" y="25"/>
                  </a:cxn>
                  <a:cxn ang="0">
                    <a:pos x="43" y="58"/>
                  </a:cxn>
                  <a:cxn ang="0">
                    <a:pos x="83" y="56"/>
                  </a:cxn>
                  <a:cxn ang="0">
                    <a:pos x="78" y="25"/>
                  </a:cxn>
                  <a:cxn ang="0">
                    <a:pos x="31" y="0"/>
                  </a:cxn>
                </a:cxnLst>
                <a:rect l="0" t="0" r="0" b="0"/>
                <a:pathLst>
                  <a:path w="84" h="59">
                    <a:moveTo>
                      <a:pt x="31" y="0"/>
                    </a:moveTo>
                    <a:lnTo>
                      <a:pt x="0" y="25"/>
                    </a:lnTo>
                    <a:lnTo>
                      <a:pt x="43" y="58"/>
                    </a:lnTo>
                    <a:lnTo>
                      <a:pt x="83" y="56"/>
                    </a:lnTo>
                    <a:lnTo>
                      <a:pt x="78" y="25"/>
                    </a:lnTo>
                    <a:lnTo>
                      <a:pt x="31" y="0"/>
                    </a:lnTo>
                  </a:path>
                </a:pathLst>
              </a:custGeom>
              <a:solidFill>
                <a:srgbClr val="FFFFFF"/>
              </a:solidFill>
              <a:ln w="12700">
                <a:noFill/>
              </a:ln>
            </p:spPr>
            <p:txBody>
              <a:bodyPr/>
              <a:lstStyle/>
              <a:p>
                <a:endParaRPr lang="zh-CN" altLang="en-US"/>
              </a:p>
            </p:txBody>
          </p:sp>
          <p:sp>
            <p:nvSpPr>
              <p:cNvPr id="31832" name="Freeform 89"/>
              <p:cNvSpPr/>
              <p:nvPr/>
            </p:nvSpPr>
            <p:spPr>
              <a:xfrm>
                <a:off x="4755" y="2048"/>
                <a:ext cx="84" cy="59"/>
              </a:xfrm>
              <a:custGeom>
                <a:avLst/>
                <a:gdLst/>
                <a:ahLst/>
                <a:cxnLst>
                  <a:cxn ang="0">
                    <a:pos x="31" y="0"/>
                  </a:cxn>
                  <a:cxn ang="0">
                    <a:pos x="0" y="25"/>
                  </a:cxn>
                  <a:cxn ang="0">
                    <a:pos x="43" y="58"/>
                  </a:cxn>
                  <a:cxn ang="0">
                    <a:pos x="83" y="56"/>
                  </a:cxn>
                  <a:cxn ang="0">
                    <a:pos x="78" y="25"/>
                  </a:cxn>
                  <a:cxn ang="0">
                    <a:pos x="31" y="0"/>
                  </a:cxn>
                </a:cxnLst>
                <a:rect l="0" t="0" r="0" b="0"/>
                <a:pathLst>
                  <a:path w="84" h="59">
                    <a:moveTo>
                      <a:pt x="31" y="0"/>
                    </a:moveTo>
                    <a:lnTo>
                      <a:pt x="0" y="25"/>
                    </a:lnTo>
                    <a:lnTo>
                      <a:pt x="43" y="58"/>
                    </a:lnTo>
                    <a:lnTo>
                      <a:pt x="83" y="56"/>
                    </a:lnTo>
                    <a:lnTo>
                      <a:pt x="78" y="25"/>
                    </a:lnTo>
                    <a:lnTo>
                      <a:pt x="3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33" name="Freeform 90"/>
              <p:cNvSpPr/>
              <p:nvPr/>
            </p:nvSpPr>
            <p:spPr>
              <a:xfrm>
                <a:off x="3793" y="1648"/>
                <a:ext cx="47" cy="89"/>
              </a:xfrm>
              <a:custGeom>
                <a:avLst/>
                <a:gdLst/>
                <a:ahLst/>
                <a:cxnLst>
                  <a:cxn ang="0">
                    <a:pos x="0" y="70"/>
                  </a:cxn>
                  <a:cxn ang="0">
                    <a:pos x="38" y="88"/>
                  </a:cxn>
                  <a:cxn ang="0">
                    <a:pos x="46" y="32"/>
                  </a:cxn>
                  <a:cxn ang="0">
                    <a:pos x="25" y="0"/>
                  </a:cxn>
                  <a:cxn ang="0">
                    <a:pos x="0" y="17"/>
                  </a:cxn>
                  <a:cxn ang="0">
                    <a:pos x="0" y="70"/>
                  </a:cxn>
                </a:cxnLst>
                <a:rect l="0" t="0" r="0" b="0"/>
                <a:pathLst>
                  <a:path w="47" h="89">
                    <a:moveTo>
                      <a:pt x="0" y="70"/>
                    </a:moveTo>
                    <a:lnTo>
                      <a:pt x="38" y="88"/>
                    </a:lnTo>
                    <a:lnTo>
                      <a:pt x="46" y="32"/>
                    </a:lnTo>
                    <a:lnTo>
                      <a:pt x="25" y="0"/>
                    </a:lnTo>
                    <a:lnTo>
                      <a:pt x="0" y="17"/>
                    </a:lnTo>
                    <a:lnTo>
                      <a:pt x="0" y="70"/>
                    </a:lnTo>
                  </a:path>
                </a:pathLst>
              </a:custGeom>
              <a:solidFill>
                <a:srgbClr val="FFFFFF"/>
              </a:solidFill>
              <a:ln w="12700">
                <a:noFill/>
              </a:ln>
            </p:spPr>
            <p:txBody>
              <a:bodyPr/>
              <a:lstStyle/>
              <a:p>
                <a:endParaRPr lang="zh-CN" altLang="en-US"/>
              </a:p>
            </p:txBody>
          </p:sp>
          <p:sp>
            <p:nvSpPr>
              <p:cNvPr id="31834" name="Freeform 91"/>
              <p:cNvSpPr/>
              <p:nvPr/>
            </p:nvSpPr>
            <p:spPr>
              <a:xfrm>
                <a:off x="3793" y="1648"/>
                <a:ext cx="47" cy="89"/>
              </a:xfrm>
              <a:custGeom>
                <a:avLst/>
                <a:gdLst/>
                <a:ahLst/>
                <a:cxnLst>
                  <a:cxn ang="0">
                    <a:pos x="0" y="70"/>
                  </a:cxn>
                  <a:cxn ang="0">
                    <a:pos x="38" y="88"/>
                  </a:cxn>
                  <a:cxn ang="0">
                    <a:pos x="46" y="32"/>
                  </a:cxn>
                  <a:cxn ang="0">
                    <a:pos x="25" y="0"/>
                  </a:cxn>
                  <a:cxn ang="0">
                    <a:pos x="0" y="17"/>
                  </a:cxn>
                  <a:cxn ang="0">
                    <a:pos x="0" y="70"/>
                  </a:cxn>
                </a:cxnLst>
                <a:rect l="0" t="0" r="0" b="0"/>
                <a:pathLst>
                  <a:path w="47" h="89">
                    <a:moveTo>
                      <a:pt x="0" y="70"/>
                    </a:moveTo>
                    <a:lnTo>
                      <a:pt x="38" y="88"/>
                    </a:lnTo>
                    <a:lnTo>
                      <a:pt x="46" y="32"/>
                    </a:lnTo>
                    <a:lnTo>
                      <a:pt x="25" y="0"/>
                    </a:lnTo>
                    <a:lnTo>
                      <a:pt x="0" y="17"/>
                    </a:lnTo>
                    <a:lnTo>
                      <a:pt x="0" y="7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35" name="Freeform 92"/>
              <p:cNvSpPr/>
              <p:nvPr/>
            </p:nvSpPr>
            <p:spPr>
              <a:xfrm>
                <a:off x="3790" y="1529"/>
                <a:ext cx="46" cy="89"/>
              </a:xfrm>
              <a:custGeom>
                <a:avLst/>
                <a:gdLst/>
                <a:ahLst/>
                <a:cxnLst>
                  <a:cxn ang="0">
                    <a:pos x="45" y="16"/>
                  </a:cxn>
                  <a:cxn ang="0">
                    <a:pos x="6" y="0"/>
                  </a:cxn>
                  <a:cxn ang="0">
                    <a:pos x="0" y="54"/>
                  </a:cxn>
                  <a:cxn ang="0">
                    <a:pos x="20" y="88"/>
                  </a:cxn>
                  <a:cxn ang="0">
                    <a:pos x="43" y="70"/>
                  </a:cxn>
                  <a:cxn ang="0">
                    <a:pos x="45" y="16"/>
                  </a:cxn>
                </a:cxnLst>
                <a:rect l="0" t="0" r="0" b="0"/>
                <a:pathLst>
                  <a:path w="46" h="89">
                    <a:moveTo>
                      <a:pt x="45" y="16"/>
                    </a:moveTo>
                    <a:lnTo>
                      <a:pt x="6" y="0"/>
                    </a:lnTo>
                    <a:lnTo>
                      <a:pt x="0" y="54"/>
                    </a:lnTo>
                    <a:lnTo>
                      <a:pt x="20" y="88"/>
                    </a:lnTo>
                    <a:lnTo>
                      <a:pt x="43" y="70"/>
                    </a:lnTo>
                    <a:lnTo>
                      <a:pt x="45" y="16"/>
                    </a:lnTo>
                  </a:path>
                </a:pathLst>
              </a:custGeom>
              <a:solidFill>
                <a:srgbClr val="FFFFFF"/>
              </a:solidFill>
              <a:ln w="12700">
                <a:noFill/>
              </a:ln>
            </p:spPr>
            <p:txBody>
              <a:bodyPr/>
              <a:lstStyle/>
              <a:p>
                <a:endParaRPr lang="zh-CN" altLang="en-US"/>
              </a:p>
            </p:txBody>
          </p:sp>
          <p:sp>
            <p:nvSpPr>
              <p:cNvPr id="31836" name="Freeform 93"/>
              <p:cNvSpPr/>
              <p:nvPr/>
            </p:nvSpPr>
            <p:spPr>
              <a:xfrm>
                <a:off x="3790" y="1529"/>
                <a:ext cx="46" cy="89"/>
              </a:xfrm>
              <a:custGeom>
                <a:avLst/>
                <a:gdLst/>
                <a:ahLst/>
                <a:cxnLst>
                  <a:cxn ang="0">
                    <a:pos x="45" y="16"/>
                  </a:cxn>
                  <a:cxn ang="0">
                    <a:pos x="6" y="0"/>
                  </a:cxn>
                  <a:cxn ang="0">
                    <a:pos x="0" y="54"/>
                  </a:cxn>
                  <a:cxn ang="0">
                    <a:pos x="20" y="88"/>
                  </a:cxn>
                  <a:cxn ang="0">
                    <a:pos x="43" y="70"/>
                  </a:cxn>
                  <a:cxn ang="0">
                    <a:pos x="45" y="16"/>
                  </a:cxn>
                </a:cxnLst>
                <a:rect l="0" t="0" r="0" b="0"/>
                <a:pathLst>
                  <a:path w="46" h="89">
                    <a:moveTo>
                      <a:pt x="45" y="16"/>
                    </a:moveTo>
                    <a:lnTo>
                      <a:pt x="6" y="0"/>
                    </a:lnTo>
                    <a:lnTo>
                      <a:pt x="0" y="54"/>
                    </a:lnTo>
                    <a:lnTo>
                      <a:pt x="20" y="88"/>
                    </a:lnTo>
                    <a:lnTo>
                      <a:pt x="43" y="70"/>
                    </a:lnTo>
                    <a:lnTo>
                      <a:pt x="45"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37" name="Freeform 94"/>
              <p:cNvSpPr/>
              <p:nvPr/>
            </p:nvSpPr>
            <p:spPr>
              <a:xfrm>
                <a:off x="3808" y="1514"/>
                <a:ext cx="46" cy="90"/>
              </a:xfrm>
              <a:custGeom>
                <a:avLst/>
                <a:gdLst/>
                <a:ahLst/>
                <a:cxnLst>
                  <a:cxn ang="0">
                    <a:pos x="45" y="16"/>
                  </a:cxn>
                  <a:cxn ang="0">
                    <a:pos x="6" y="0"/>
                  </a:cxn>
                  <a:cxn ang="0">
                    <a:pos x="0" y="55"/>
                  </a:cxn>
                  <a:cxn ang="0">
                    <a:pos x="19" y="89"/>
                  </a:cxn>
                  <a:cxn ang="0">
                    <a:pos x="43" y="71"/>
                  </a:cxn>
                  <a:cxn ang="0">
                    <a:pos x="45" y="16"/>
                  </a:cxn>
                </a:cxnLst>
                <a:rect l="0" t="0" r="0" b="0"/>
                <a:pathLst>
                  <a:path w="46" h="90">
                    <a:moveTo>
                      <a:pt x="45" y="16"/>
                    </a:moveTo>
                    <a:lnTo>
                      <a:pt x="6" y="0"/>
                    </a:lnTo>
                    <a:lnTo>
                      <a:pt x="0" y="55"/>
                    </a:lnTo>
                    <a:lnTo>
                      <a:pt x="19" y="89"/>
                    </a:lnTo>
                    <a:lnTo>
                      <a:pt x="43" y="71"/>
                    </a:lnTo>
                    <a:lnTo>
                      <a:pt x="45" y="16"/>
                    </a:lnTo>
                  </a:path>
                </a:pathLst>
              </a:custGeom>
              <a:solidFill>
                <a:srgbClr val="FFFFFF"/>
              </a:solidFill>
              <a:ln w="12700">
                <a:noFill/>
              </a:ln>
            </p:spPr>
            <p:txBody>
              <a:bodyPr/>
              <a:lstStyle/>
              <a:p>
                <a:endParaRPr lang="zh-CN" altLang="en-US"/>
              </a:p>
            </p:txBody>
          </p:sp>
          <p:sp>
            <p:nvSpPr>
              <p:cNvPr id="31838" name="Freeform 95"/>
              <p:cNvSpPr/>
              <p:nvPr/>
            </p:nvSpPr>
            <p:spPr>
              <a:xfrm>
                <a:off x="3808" y="1514"/>
                <a:ext cx="46" cy="90"/>
              </a:xfrm>
              <a:custGeom>
                <a:avLst/>
                <a:gdLst/>
                <a:ahLst/>
                <a:cxnLst>
                  <a:cxn ang="0">
                    <a:pos x="45" y="16"/>
                  </a:cxn>
                  <a:cxn ang="0">
                    <a:pos x="6" y="0"/>
                  </a:cxn>
                  <a:cxn ang="0">
                    <a:pos x="0" y="55"/>
                  </a:cxn>
                  <a:cxn ang="0">
                    <a:pos x="19" y="89"/>
                  </a:cxn>
                  <a:cxn ang="0">
                    <a:pos x="43" y="71"/>
                  </a:cxn>
                  <a:cxn ang="0">
                    <a:pos x="45" y="16"/>
                  </a:cxn>
                </a:cxnLst>
                <a:rect l="0" t="0" r="0" b="0"/>
                <a:pathLst>
                  <a:path w="46" h="90">
                    <a:moveTo>
                      <a:pt x="45" y="16"/>
                    </a:moveTo>
                    <a:lnTo>
                      <a:pt x="6" y="0"/>
                    </a:lnTo>
                    <a:lnTo>
                      <a:pt x="0" y="55"/>
                    </a:lnTo>
                    <a:lnTo>
                      <a:pt x="19" y="89"/>
                    </a:lnTo>
                    <a:lnTo>
                      <a:pt x="43" y="71"/>
                    </a:lnTo>
                    <a:lnTo>
                      <a:pt x="45"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39" name="Freeform 96"/>
              <p:cNvSpPr/>
              <p:nvPr/>
            </p:nvSpPr>
            <p:spPr>
              <a:xfrm>
                <a:off x="3794" y="1599"/>
                <a:ext cx="66" cy="59"/>
              </a:xfrm>
              <a:custGeom>
                <a:avLst/>
                <a:gdLst/>
                <a:ahLst/>
                <a:cxnLst>
                  <a:cxn ang="0">
                    <a:pos x="21" y="56"/>
                  </a:cxn>
                  <a:cxn ang="0">
                    <a:pos x="20" y="56"/>
                  </a:cxn>
                  <a:cxn ang="0">
                    <a:pos x="19" y="56"/>
                  </a:cxn>
                  <a:cxn ang="0">
                    <a:pos x="18" y="58"/>
                  </a:cxn>
                  <a:cxn ang="0">
                    <a:pos x="17" y="58"/>
                  </a:cxn>
                  <a:cxn ang="0">
                    <a:pos x="16" y="58"/>
                  </a:cxn>
                  <a:cxn ang="0">
                    <a:pos x="16" y="56"/>
                  </a:cxn>
                  <a:cxn ang="0">
                    <a:pos x="15" y="56"/>
                  </a:cxn>
                  <a:cxn ang="0">
                    <a:pos x="14" y="56"/>
                  </a:cxn>
                  <a:cxn ang="0">
                    <a:pos x="13" y="56"/>
                  </a:cxn>
                  <a:cxn ang="0">
                    <a:pos x="12" y="56"/>
                  </a:cxn>
                  <a:cxn ang="0">
                    <a:pos x="11" y="56"/>
                  </a:cxn>
                  <a:cxn ang="0">
                    <a:pos x="10" y="54"/>
                  </a:cxn>
                  <a:cxn ang="0">
                    <a:pos x="9" y="54"/>
                  </a:cxn>
                  <a:cxn ang="0">
                    <a:pos x="8" y="54"/>
                  </a:cxn>
                  <a:cxn ang="0">
                    <a:pos x="8" y="53"/>
                  </a:cxn>
                  <a:cxn ang="0">
                    <a:pos x="7" y="52"/>
                  </a:cxn>
                  <a:cxn ang="0">
                    <a:pos x="6" y="52"/>
                  </a:cxn>
                  <a:cxn ang="0">
                    <a:pos x="5" y="51"/>
                  </a:cxn>
                  <a:cxn ang="0">
                    <a:pos x="5" y="50"/>
                  </a:cxn>
                  <a:cxn ang="0">
                    <a:pos x="4" y="49"/>
                  </a:cxn>
                  <a:cxn ang="0">
                    <a:pos x="3" y="48"/>
                  </a:cxn>
                  <a:cxn ang="0">
                    <a:pos x="2" y="46"/>
                  </a:cxn>
                  <a:cxn ang="0">
                    <a:pos x="1" y="46"/>
                  </a:cxn>
                  <a:cxn ang="0">
                    <a:pos x="1" y="44"/>
                  </a:cxn>
                  <a:cxn ang="0">
                    <a:pos x="0" y="44"/>
                  </a:cxn>
                  <a:cxn ang="0">
                    <a:pos x="0" y="43"/>
                  </a:cxn>
                  <a:cxn ang="0">
                    <a:pos x="0" y="42"/>
                  </a:cxn>
                  <a:cxn ang="0">
                    <a:pos x="0" y="41"/>
                  </a:cxn>
                  <a:cxn ang="0">
                    <a:pos x="0" y="40"/>
                  </a:cxn>
                  <a:cxn ang="0">
                    <a:pos x="0" y="39"/>
                  </a:cxn>
                  <a:cxn ang="0">
                    <a:pos x="0" y="38"/>
                  </a:cxn>
                  <a:cxn ang="0">
                    <a:pos x="0" y="37"/>
                  </a:cxn>
                  <a:cxn ang="0">
                    <a:pos x="0" y="36"/>
                  </a:cxn>
                  <a:cxn ang="0">
                    <a:pos x="0" y="35"/>
                  </a:cxn>
                  <a:cxn ang="0">
                    <a:pos x="0" y="34"/>
                  </a:cxn>
                  <a:cxn ang="0">
                    <a:pos x="0" y="33"/>
                  </a:cxn>
                  <a:cxn ang="0">
                    <a:pos x="0" y="32"/>
                  </a:cxn>
                  <a:cxn ang="0">
                    <a:pos x="0" y="31"/>
                  </a:cxn>
                  <a:cxn ang="0">
                    <a:pos x="0" y="30"/>
                  </a:cxn>
                  <a:cxn ang="0">
                    <a:pos x="1" y="30"/>
                  </a:cxn>
                  <a:cxn ang="0">
                    <a:pos x="1" y="29"/>
                  </a:cxn>
                  <a:cxn ang="0">
                    <a:pos x="44" y="0"/>
                  </a:cxn>
                  <a:cxn ang="0">
                    <a:pos x="65" y="26"/>
                  </a:cxn>
                  <a:cxn ang="0">
                    <a:pos x="22" y="58"/>
                  </a:cxn>
                  <a:cxn ang="0">
                    <a:pos x="21" y="56"/>
                  </a:cxn>
                </a:cxnLst>
                <a:rect l="0" t="0" r="0" b="0"/>
                <a:pathLst>
                  <a:path w="66" h="59">
                    <a:moveTo>
                      <a:pt x="21" y="56"/>
                    </a:moveTo>
                    <a:lnTo>
                      <a:pt x="20" y="56"/>
                    </a:lnTo>
                    <a:lnTo>
                      <a:pt x="19" y="56"/>
                    </a:lnTo>
                    <a:lnTo>
                      <a:pt x="18" y="58"/>
                    </a:lnTo>
                    <a:lnTo>
                      <a:pt x="17" y="58"/>
                    </a:lnTo>
                    <a:lnTo>
                      <a:pt x="16" y="58"/>
                    </a:lnTo>
                    <a:lnTo>
                      <a:pt x="16" y="56"/>
                    </a:lnTo>
                    <a:lnTo>
                      <a:pt x="15" y="56"/>
                    </a:lnTo>
                    <a:lnTo>
                      <a:pt x="14" y="56"/>
                    </a:lnTo>
                    <a:lnTo>
                      <a:pt x="13" y="56"/>
                    </a:lnTo>
                    <a:lnTo>
                      <a:pt x="12" y="56"/>
                    </a:lnTo>
                    <a:lnTo>
                      <a:pt x="11" y="56"/>
                    </a:lnTo>
                    <a:lnTo>
                      <a:pt x="10" y="54"/>
                    </a:lnTo>
                    <a:lnTo>
                      <a:pt x="9" y="54"/>
                    </a:lnTo>
                    <a:lnTo>
                      <a:pt x="8" y="54"/>
                    </a:lnTo>
                    <a:lnTo>
                      <a:pt x="8" y="53"/>
                    </a:lnTo>
                    <a:lnTo>
                      <a:pt x="7" y="52"/>
                    </a:lnTo>
                    <a:lnTo>
                      <a:pt x="6" y="52"/>
                    </a:lnTo>
                    <a:lnTo>
                      <a:pt x="5" y="51"/>
                    </a:lnTo>
                    <a:lnTo>
                      <a:pt x="5" y="50"/>
                    </a:lnTo>
                    <a:lnTo>
                      <a:pt x="4" y="49"/>
                    </a:lnTo>
                    <a:lnTo>
                      <a:pt x="3" y="48"/>
                    </a:lnTo>
                    <a:lnTo>
                      <a:pt x="2" y="46"/>
                    </a:lnTo>
                    <a:lnTo>
                      <a:pt x="1" y="46"/>
                    </a:lnTo>
                    <a:lnTo>
                      <a:pt x="1" y="44"/>
                    </a:lnTo>
                    <a:lnTo>
                      <a:pt x="0" y="44"/>
                    </a:lnTo>
                    <a:lnTo>
                      <a:pt x="0" y="43"/>
                    </a:lnTo>
                    <a:lnTo>
                      <a:pt x="0" y="42"/>
                    </a:lnTo>
                    <a:lnTo>
                      <a:pt x="0" y="41"/>
                    </a:lnTo>
                    <a:lnTo>
                      <a:pt x="0" y="40"/>
                    </a:lnTo>
                    <a:lnTo>
                      <a:pt x="0" y="39"/>
                    </a:lnTo>
                    <a:lnTo>
                      <a:pt x="0" y="38"/>
                    </a:lnTo>
                    <a:lnTo>
                      <a:pt x="0" y="37"/>
                    </a:lnTo>
                    <a:lnTo>
                      <a:pt x="0" y="36"/>
                    </a:lnTo>
                    <a:lnTo>
                      <a:pt x="0" y="35"/>
                    </a:lnTo>
                    <a:lnTo>
                      <a:pt x="0" y="34"/>
                    </a:lnTo>
                    <a:lnTo>
                      <a:pt x="0" y="33"/>
                    </a:lnTo>
                    <a:lnTo>
                      <a:pt x="0" y="32"/>
                    </a:lnTo>
                    <a:lnTo>
                      <a:pt x="0" y="31"/>
                    </a:lnTo>
                    <a:lnTo>
                      <a:pt x="0" y="30"/>
                    </a:lnTo>
                    <a:lnTo>
                      <a:pt x="1" y="30"/>
                    </a:lnTo>
                    <a:lnTo>
                      <a:pt x="1" y="29"/>
                    </a:lnTo>
                    <a:lnTo>
                      <a:pt x="44" y="0"/>
                    </a:lnTo>
                    <a:lnTo>
                      <a:pt x="65" y="26"/>
                    </a:lnTo>
                    <a:lnTo>
                      <a:pt x="22" y="58"/>
                    </a:lnTo>
                    <a:lnTo>
                      <a:pt x="21" y="56"/>
                    </a:lnTo>
                  </a:path>
                </a:pathLst>
              </a:custGeom>
              <a:solidFill>
                <a:srgbClr val="FFFFFF"/>
              </a:solidFill>
              <a:ln w="12700">
                <a:noFill/>
              </a:ln>
            </p:spPr>
            <p:txBody>
              <a:bodyPr/>
              <a:lstStyle/>
              <a:p>
                <a:endParaRPr lang="zh-CN" altLang="en-US"/>
              </a:p>
            </p:txBody>
          </p:sp>
          <p:sp>
            <p:nvSpPr>
              <p:cNvPr id="31840" name="Freeform 97"/>
              <p:cNvSpPr/>
              <p:nvPr/>
            </p:nvSpPr>
            <p:spPr>
              <a:xfrm>
                <a:off x="3794" y="1599"/>
                <a:ext cx="66" cy="59"/>
              </a:xfrm>
              <a:custGeom>
                <a:avLst/>
                <a:gdLst/>
                <a:ahLst/>
                <a:cxnLst>
                  <a:cxn ang="0">
                    <a:pos x="21" y="56"/>
                  </a:cxn>
                  <a:cxn ang="0">
                    <a:pos x="17" y="58"/>
                  </a:cxn>
                  <a:cxn ang="0">
                    <a:pos x="12" y="56"/>
                  </a:cxn>
                  <a:cxn ang="0">
                    <a:pos x="8" y="53"/>
                  </a:cxn>
                  <a:cxn ang="0">
                    <a:pos x="3" y="48"/>
                  </a:cxn>
                  <a:cxn ang="0">
                    <a:pos x="0" y="43"/>
                  </a:cxn>
                  <a:cxn ang="0">
                    <a:pos x="0" y="38"/>
                  </a:cxn>
                  <a:cxn ang="0">
                    <a:pos x="0" y="33"/>
                  </a:cxn>
                  <a:cxn ang="0">
                    <a:pos x="1" y="29"/>
                  </a:cxn>
                  <a:cxn ang="0">
                    <a:pos x="44" y="0"/>
                  </a:cxn>
                  <a:cxn ang="0">
                    <a:pos x="65" y="26"/>
                  </a:cxn>
                  <a:cxn ang="0">
                    <a:pos x="22" y="58"/>
                  </a:cxn>
                  <a:cxn ang="0">
                    <a:pos x="21" y="56"/>
                  </a:cxn>
                </a:cxnLst>
                <a:rect l="0" t="0" r="0" b="0"/>
                <a:pathLst>
                  <a:path w="66" h="59">
                    <a:moveTo>
                      <a:pt x="21" y="56"/>
                    </a:moveTo>
                    <a:lnTo>
                      <a:pt x="17" y="58"/>
                    </a:lnTo>
                    <a:lnTo>
                      <a:pt x="12" y="56"/>
                    </a:lnTo>
                    <a:lnTo>
                      <a:pt x="8" y="53"/>
                    </a:lnTo>
                    <a:lnTo>
                      <a:pt x="3" y="48"/>
                    </a:lnTo>
                    <a:lnTo>
                      <a:pt x="0" y="43"/>
                    </a:lnTo>
                    <a:lnTo>
                      <a:pt x="0" y="38"/>
                    </a:lnTo>
                    <a:lnTo>
                      <a:pt x="0" y="33"/>
                    </a:lnTo>
                    <a:lnTo>
                      <a:pt x="1" y="29"/>
                    </a:lnTo>
                    <a:lnTo>
                      <a:pt x="44" y="0"/>
                    </a:lnTo>
                    <a:lnTo>
                      <a:pt x="65" y="26"/>
                    </a:lnTo>
                    <a:lnTo>
                      <a:pt x="22" y="58"/>
                    </a:lnTo>
                    <a:lnTo>
                      <a:pt x="21" y="5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41" name="Freeform 98"/>
              <p:cNvSpPr/>
              <p:nvPr/>
            </p:nvSpPr>
            <p:spPr>
              <a:xfrm>
                <a:off x="3836" y="1594"/>
                <a:ext cx="28" cy="30"/>
              </a:xfrm>
              <a:custGeom>
                <a:avLst/>
                <a:gdLst/>
                <a:ahLst/>
                <a:cxnLst>
                  <a:cxn ang="0">
                    <a:pos x="5" y="20"/>
                  </a:cxn>
                  <a:cxn ang="0">
                    <a:pos x="6" y="21"/>
                  </a:cxn>
                  <a:cxn ang="0">
                    <a:pos x="8" y="23"/>
                  </a:cxn>
                  <a:cxn ang="0">
                    <a:pos x="10" y="25"/>
                  </a:cxn>
                  <a:cxn ang="0">
                    <a:pos x="12" y="26"/>
                  </a:cxn>
                  <a:cxn ang="0">
                    <a:pos x="14" y="27"/>
                  </a:cxn>
                  <a:cxn ang="0">
                    <a:pos x="16" y="27"/>
                  </a:cxn>
                  <a:cxn ang="0">
                    <a:pos x="19" y="29"/>
                  </a:cxn>
                  <a:cxn ang="0">
                    <a:pos x="21" y="27"/>
                  </a:cxn>
                  <a:cxn ang="0">
                    <a:pos x="23" y="27"/>
                  </a:cxn>
                  <a:cxn ang="0">
                    <a:pos x="24" y="26"/>
                  </a:cxn>
                  <a:cxn ang="0">
                    <a:pos x="25" y="25"/>
                  </a:cxn>
                  <a:cxn ang="0">
                    <a:pos x="25" y="23"/>
                  </a:cxn>
                  <a:cxn ang="0">
                    <a:pos x="27" y="22"/>
                  </a:cxn>
                  <a:cxn ang="0">
                    <a:pos x="27" y="20"/>
                  </a:cxn>
                  <a:cxn ang="0">
                    <a:pos x="27" y="18"/>
                  </a:cxn>
                  <a:cxn ang="0">
                    <a:pos x="25" y="17"/>
                  </a:cxn>
                  <a:cxn ang="0">
                    <a:pos x="25" y="15"/>
                  </a:cxn>
                  <a:cxn ang="0">
                    <a:pos x="24" y="14"/>
                  </a:cxn>
                  <a:cxn ang="0">
                    <a:pos x="24" y="12"/>
                  </a:cxn>
                  <a:cxn ang="0">
                    <a:pos x="22" y="10"/>
                  </a:cxn>
                  <a:cxn ang="0">
                    <a:pos x="22" y="8"/>
                  </a:cxn>
                  <a:cxn ang="0">
                    <a:pos x="20" y="7"/>
                  </a:cxn>
                  <a:cxn ang="0">
                    <a:pos x="20" y="5"/>
                  </a:cxn>
                  <a:cxn ang="0">
                    <a:pos x="18" y="5"/>
                  </a:cxn>
                  <a:cxn ang="0">
                    <a:pos x="18" y="3"/>
                  </a:cxn>
                  <a:cxn ang="0">
                    <a:pos x="15" y="3"/>
                  </a:cxn>
                  <a:cxn ang="0">
                    <a:pos x="14" y="1"/>
                  </a:cxn>
                  <a:cxn ang="0">
                    <a:pos x="12" y="1"/>
                  </a:cxn>
                  <a:cxn ang="0">
                    <a:pos x="10" y="0"/>
                  </a:cxn>
                  <a:cxn ang="0">
                    <a:pos x="8" y="0"/>
                  </a:cxn>
                  <a:cxn ang="0">
                    <a:pos x="5" y="0"/>
                  </a:cxn>
                  <a:cxn ang="0">
                    <a:pos x="3" y="0"/>
                  </a:cxn>
                  <a:cxn ang="0">
                    <a:pos x="2" y="1"/>
                  </a:cxn>
                  <a:cxn ang="0">
                    <a:pos x="1" y="2"/>
                  </a:cxn>
                  <a:cxn ang="0">
                    <a:pos x="0" y="4"/>
                  </a:cxn>
                  <a:cxn ang="0">
                    <a:pos x="0" y="6"/>
                  </a:cxn>
                  <a:cxn ang="0">
                    <a:pos x="0" y="8"/>
                  </a:cxn>
                  <a:cxn ang="0">
                    <a:pos x="0" y="10"/>
                  </a:cxn>
                  <a:cxn ang="0">
                    <a:pos x="0" y="12"/>
                  </a:cxn>
                  <a:cxn ang="0">
                    <a:pos x="1" y="14"/>
                  </a:cxn>
                  <a:cxn ang="0">
                    <a:pos x="2" y="16"/>
                  </a:cxn>
                  <a:cxn ang="0">
                    <a:pos x="3" y="18"/>
                  </a:cxn>
                  <a:cxn ang="0">
                    <a:pos x="4" y="19"/>
                  </a:cxn>
                </a:cxnLst>
                <a:rect l="0" t="0" r="0" b="0"/>
                <a:pathLst>
                  <a:path w="28" h="30">
                    <a:moveTo>
                      <a:pt x="4" y="20"/>
                    </a:moveTo>
                    <a:lnTo>
                      <a:pt x="5" y="20"/>
                    </a:lnTo>
                    <a:lnTo>
                      <a:pt x="5" y="21"/>
                    </a:lnTo>
                    <a:lnTo>
                      <a:pt x="6" y="21"/>
                    </a:lnTo>
                    <a:lnTo>
                      <a:pt x="6" y="22"/>
                    </a:lnTo>
                    <a:lnTo>
                      <a:pt x="8" y="23"/>
                    </a:lnTo>
                    <a:lnTo>
                      <a:pt x="9" y="24"/>
                    </a:lnTo>
                    <a:lnTo>
                      <a:pt x="10" y="25"/>
                    </a:lnTo>
                    <a:lnTo>
                      <a:pt x="11" y="25"/>
                    </a:lnTo>
                    <a:lnTo>
                      <a:pt x="12" y="26"/>
                    </a:lnTo>
                    <a:lnTo>
                      <a:pt x="13" y="27"/>
                    </a:lnTo>
                    <a:lnTo>
                      <a:pt x="14" y="27"/>
                    </a:lnTo>
                    <a:lnTo>
                      <a:pt x="15" y="27"/>
                    </a:lnTo>
                    <a:lnTo>
                      <a:pt x="16" y="27"/>
                    </a:lnTo>
                    <a:lnTo>
                      <a:pt x="18" y="29"/>
                    </a:lnTo>
                    <a:lnTo>
                      <a:pt x="19" y="29"/>
                    </a:lnTo>
                    <a:lnTo>
                      <a:pt x="20" y="29"/>
                    </a:lnTo>
                    <a:lnTo>
                      <a:pt x="21" y="27"/>
                    </a:lnTo>
                    <a:lnTo>
                      <a:pt x="22" y="27"/>
                    </a:lnTo>
                    <a:lnTo>
                      <a:pt x="23" y="27"/>
                    </a:lnTo>
                    <a:lnTo>
                      <a:pt x="24" y="27"/>
                    </a:lnTo>
                    <a:lnTo>
                      <a:pt x="24" y="26"/>
                    </a:lnTo>
                    <a:lnTo>
                      <a:pt x="24" y="25"/>
                    </a:lnTo>
                    <a:lnTo>
                      <a:pt x="25" y="25"/>
                    </a:lnTo>
                    <a:lnTo>
                      <a:pt x="25" y="24"/>
                    </a:lnTo>
                    <a:lnTo>
                      <a:pt x="25" y="23"/>
                    </a:lnTo>
                    <a:lnTo>
                      <a:pt x="27" y="23"/>
                    </a:lnTo>
                    <a:lnTo>
                      <a:pt x="27" y="22"/>
                    </a:lnTo>
                    <a:lnTo>
                      <a:pt x="27" y="21"/>
                    </a:lnTo>
                    <a:lnTo>
                      <a:pt x="27" y="20"/>
                    </a:lnTo>
                    <a:lnTo>
                      <a:pt x="27" y="19"/>
                    </a:lnTo>
                    <a:lnTo>
                      <a:pt x="27" y="18"/>
                    </a:lnTo>
                    <a:lnTo>
                      <a:pt x="25" y="18"/>
                    </a:lnTo>
                    <a:lnTo>
                      <a:pt x="25" y="17"/>
                    </a:lnTo>
                    <a:lnTo>
                      <a:pt x="25" y="16"/>
                    </a:lnTo>
                    <a:lnTo>
                      <a:pt x="25" y="15"/>
                    </a:lnTo>
                    <a:lnTo>
                      <a:pt x="24" y="15"/>
                    </a:lnTo>
                    <a:lnTo>
                      <a:pt x="24" y="14"/>
                    </a:lnTo>
                    <a:lnTo>
                      <a:pt x="24" y="13"/>
                    </a:lnTo>
                    <a:lnTo>
                      <a:pt x="24" y="12"/>
                    </a:lnTo>
                    <a:lnTo>
                      <a:pt x="23" y="11"/>
                    </a:lnTo>
                    <a:lnTo>
                      <a:pt x="22" y="10"/>
                    </a:lnTo>
                    <a:lnTo>
                      <a:pt x="22" y="9"/>
                    </a:lnTo>
                    <a:lnTo>
                      <a:pt x="22" y="8"/>
                    </a:lnTo>
                    <a:lnTo>
                      <a:pt x="21" y="8"/>
                    </a:lnTo>
                    <a:lnTo>
                      <a:pt x="20" y="7"/>
                    </a:lnTo>
                    <a:lnTo>
                      <a:pt x="20" y="6"/>
                    </a:lnTo>
                    <a:lnTo>
                      <a:pt x="20" y="5"/>
                    </a:lnTo>
                    <a:lnTo>
                      <a:pt x="19" y="5"/>
                    </a:lnTo>
                    <a:lnTo>
                      <a:pt x="18" y="5"/>
                    </a:lnTo>
                    <a:lnTo>
                      <a:pt x="18" y="4"/>
                    </a:lnTo>
                    <a:lnTo>
                      <a:pt x="18" y="3"/>
                    </a:lnTo>
                    <a:lnTo>
                      <a:pt x="16" y="3"/>
                    </a:lnTo>
                    <a:lnTo>
                      <a:pt x="15" y="3"/>
                    </a:lnTo>
                    <a:lnTo>
                      <a:pt x="15" y="2"/>
                    </a:lnTo>
                    <a:lnTo>
                      <a:pt x="14" y="1"/>
                    </a:lnTo>
                    <a:lnTo>
                      <a:pt x="13" y="1"/>
                    </a:lnTo>
                    <a:lnTo>
                      <a:pt x="12" y="1"/>
                    </a:lnTo>
                    <a:lnTo>
                      <a:pt x="11" y="0"/>
                    </a:lnTo>
                    <a:lnTo>
                      <a:pt x="10" y="0"/>
                    </a:lnTo>
                    <a:lnTo>
                      <a:pt x="9" y="0"/>
                    </a:lnTo>
                    <a:lnTo>
                      <a:pt x="8" y="0"/>
                    </a:lnTo>
                    <a:lnTo>
                      <a:pt x="6" y="0"/>
                    </a:lnTo>
                    <a:lnTo>
                      <a:pt x="5" y="0"/>
                    </a:lnTo>
                    <a:lnTo>
                      <a:pt x="4" y="0"/>
                    </a:lnTo>
                    <a:lnTo>
                      <a:pt x="3" y="0"/>
                    </a:lnTo>
                    <a:lnTo>
                      <a:pt x="2" y="0"/>
                    </a:lnTo>
                    <a:lnTo>
                      <a:pt x="2" y="1"/>
                    </a:lnTo>
                    <a:lnTo>
                      <a:pt x="1" y="1"/>
                    </a:lnTo>
                    <a:lnTo>
                      <a:pt x="1" y="2"/>
                    </a:lnTo>
                    <a:lnTo>
                      <a:pt x="0" y="3"/>
                    </a:lnTo>
                    <a:lnTo>
                      <a:pt x="0" y="4"/>
                    </a:lnTo>
                    <a:lnTo>
                      <a:pt x="0" y="5"/>
                    </a:lnTo>
                    <a:lnTo>
                      <a:pt x="0" y="6"/>
                    </a:lnTo>
                    <a:lnTo>
                      <a:pt x="0" y="7"/>
                    </a:lnTo>
                    <a:lnTo>
                      <a:pt x="0" y="8"/>
                    </a:lnTo>
                    <a:lnTo>
                      <a:pt x="0" y="9"/>
                    </a:lnTo>
                    <a:lnTo>
                      <a:pt x="0" y="10"/>
                    </a:lnTo>
                    <a:lnTo>
                      <a:pt x="0" y="11"/>
                    </a:lnTo>
                    <a:lnTo>
                      <a:pt x="0" y="12"/>
                    </a:lnTo>
                    <a:lnTo>
                      <a:pt x="1" y="13"/>
                    </a:lnTo>
                    <a:lnTo>
                      <a:pt x="1" y="14"/>
                    </a:lnTo>
                    <a:lnTo>
                      <a:pt x="2" y="15"/>
                    </a:lnTo>
                    <a:lnTo>
                      <a:pt x="2" y="16"/>
                    </a:lnTo>
                    <a:lnTo>
                      <a:pt x="2" y="17"/>
                    </a:lnTo>
                    <a:lnTo>
                      <a:pt x="3" y="18"/>
                    </a:lnTo>
                    <a:lnTo>
                      <a:pt x="4" y="18"/>
                    </a:lnTo>
                    <a:lnTo>
                      <a:pt x="4" y="19"/>
                    </a:lnTo>
                    <a:lnTo>
                      <a:pt x="4" y="20"/>
                    </a:lnTo>
                  </a:path>
                </a:pathLst>
              </a:custGeom>
              <a:solidFill>
                <a:srgbClr val="FFFFFF"/>
              </a:solidFill>
              <a:ln w="12700">
                <a:noFill/>
              </a:ln>
            </p:spPr>
            <p:txBody>
              <a:bodyPr/>
              <a:lstStyle/>
              <a:p>
                <a:endParaRPr lang="zh-CN" altLang="en-US"/>
              </a:p>
            </p:txBody>
          </p:sp>
          <p:sp>
            <p:nvSpPr>
              <p:cNvPr id="31842" name="Freeform 99"/>
              <p:cNvSpPr/>
              <p:nvPr/>
            </p:nvSpPr>
            <p:spPr>
              <a:xfrm>
                <a:off x="3836" y="1594"/>
                <a:ext cx="28" cy="30"/>
              </a:xfrm>
              <a:custGeom>
                <a:avLst/>
                <a:gdLst/>
                <a:ahLst/>
                <a:cxnLst>
                  <a:cxn ang="0">
                    <a:pos x="4" y="20"/>
                  </a:cxn>
                  <a:cxn ang="0">
                    <a:pos x="9" y="24"/>
                  </a:cxn>
                  <a:cxn ang="0">
                    <a:pos x="14" y="27"/>
                  </a:cxn>
                  <a:cxn ang="0">
                    <a:pos x="20" y="29"/>
                  </a:cxn>
                  <a:cxn ang="0">
                    <a:pos x="23" y="27"/>
                  </a:cxn>
                  <a:cxn ang="0">
                    <a:pos x="25" y="23"/>
                  </a:cxn>
                  <a:cxn ang="0">
                    <a:pos x="27" y="19"/>
                  </a:cxn>
                  <a:cxn ang="0">
                    <a:pos x="24" y="13"/>
                  </a:cxn>
                  <a:cxn ang="0">
                    <a:pos x="21" y="8"/>
                  </a:cxn>
                  <a:cxn ang="0">
                    <a:pos x="16" y="3"/>
                  </a:cxn>
                  <a:cxn ang="0">
                    <a:pos x="11" y="0"/>
                  </a:cxn>
                  <a:cxn ang="0">
                    <a:pos x="6" y="0"/>
                  </a:cxn>
                  <a:cxn ang="0">
                    <a:pos x="2" y="0"/>
                  </a:cxn>
                  <a:cxn ang="0">
                    <a:pos x="0" y="3"/>
                  </a:cxn>
                  <a:cxn ang="0">
                    <a:pos x="0" y="8"/>
                  </a:cxn>
                  <a:cxn ang="0">
                    <a:pos x="1" y="14"/>
                  </a:cxn>
                  <a:cxn ang="0">
                    <a:pos x="4" y="20"/>
                  </a:cxn>
                </a:cxnLst>
                <a:rect l="0" t="0" r="0" b="0"/>
                <a:pathLst>
                  <a:path w="28" h="30">
                    <a:moveTo>
                      <a:pt x="4" y="20"/>
                    </a:moveTo>
                    <a:lnTo>
                      <a:pt x="9" y="24"/>
                    </a:lnTo>
                    <a:lnTo>
                      <a:pt x="14" y="27"/>
                    </a:lnTo>
                    <a:lnTo>
                      <a:pt x="20" y="29"/>
                    </a:lnTo>
                    <a:lnTo>
                      <a:pt x="23" y="27"/>
                    </a:lnTo>
                    <a:lnTo>
                      <a:pt x="25" y="23"/>
                    </a:lnTo>
                    <a:lnTo>
                      <a:pt x="27" y="19"/>
                    </a:lnTo>
                    <a:lnTo>
                      <a:pt x="24" y="13"/>
                    </a:lnTo>
                    <a:lnTo>
                      <a:pt x="21" y="8"/>
                    </a:lnTo>
                    <a:lnTo>
                      <a:pt x="16" y="3"/>
                    </a:lnTo>
                    <a:lnTo>
                      <a:pt x="11" y="0"/>
                    </a:lnTo>
                    <a:lnTo>
                      <a:pt x="6" y="0"/>
                    </a:lnTo>
                    <a:lnTo>
                      <a:pt x="2" y="0"/>
                    </a:lnTo>
                    <a:lnTo>
                      <a:pt x="0" y="3"/>
                    </a:lnTo>
                    <a:lnTo>
                      <a:pt x="0" y="8"/>
                    </a:lnTo>
                    <a:lnTo>
                      <a:pt x="1" y="14"/>
                    </a:lnTo>
                    <a:lnTo>
                      <a:pt x="4" y="2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43" name="Freeform 100"/>
              <p:cNvSpPr/>
              <p:nvPr/>
            </p:nvSpPr>
            <p:spPr>
              <a:xfrm>
                <a:off x="3810" y="1633"/>
                <a:ext cx="48" cy="90"/>
              </a:xfrm>
              <a:custGeom>
                <a:avLst/>
                <a:gdLst/>
                <a:ahLst/>
                <a:cxnLst>
                  <a:cxn ang="0">
                    <a:pos x="0" y="71"/>
                  </a:cxn>
                  <a:cxn ang="0">
                    <a:pos x="38" y="89"/>
                  </a:cxn>
                  <a:cxn ang="0">
                    <a:pos x="47" y="33"/>
                  </a:cxn>
                  <a:cxn ang="0">
                    <a:pos x="25" y="0"/>
                  </a:cxn>
                  <a:cxn ang="0">
                    <a:pos x="1" y="17"/>
                  </a:cxn>
                  <a:cxn ang="0">
                    <a:pos x="0" y="71"/>
                  </a:cxn>
                </a:cxnLst>
                <a:rect l="0" t="0" r="0" b="0"/>
                <a:pathLst>
                  <a:path w="48" h="90">
                    <a:moveTo>
                      <a:pt x="0" y="71"/>
                    </a:moveTo>
                    <a:lnTo>
                      <a:pt x="38" y="89"/>
                    </a:lnTo>
                    <a:lnTo>
                      <a:pt x="47" y="33"/>
                    </a:lnTo>
                    <a:lnTo>
                      <a:pt x="25" y="0"/>
                    </a:lnTo>
                    <a:lnTo>
                      <a:pt x="1" y="17"/>
                    </a:lnTo>
                    <a:lnTo>
                      <a:pt x="0" y="71"/>
                    </a:lnTo>
                  </a:path>
                </a:pathLst>
              </a:custGeom>
              <a:solidFill>
                <a:srgbClr val="FFFFFF"/>
              </a:solidFill>
              <a:ln w="12700">
                <a:noFill/>
              </a:ln>
            </p:spPr>
            <p:txBody>
              <a:bodyPr/>
              <a:lstStyle/>
              <a:p>
                <a:endParaRPr lang="zh-CN" altLang="en-US"/>
              </a:p>
            </p:txBody>
          </p:sp>
          <p:sp>
            <p:nvSpPr>
              <p:cNvPr id="31844" name="Freeform 101"/>
              <p:cNvSpPr/>
              <p:nvPr/>
            </p:nvSpPr>
            <p:spPr>
              <a:xfrm>
                <a:off x="3810" y="1633"/>
                <a:ext cx="48" cy="90"/>
              </a:xfrm>
              <a:custGeom>
                <a:avLst/>
                <a:gdLst/>
                <a:ahLst/>
                <a:cxnLst>
                  <a:cxn ang="0">
                    <a:pos x="0" y="71"/>
                  </a:cxn>
                  <a:cxn ang="0">
                    <a:pos x="38" y="89"/>
                  </a:cxn>
                  <a:cxn ang="0">
                    <a:pos x="47" y="33"/>
                  </a:cxn>
                  <a:cxn ang="0">
                    <a:pos x="25" y="0"/>
                  </a:cxn>
                  <a:cxn ang="0">
                    <a:pos x="1" y="17"/>
                  </a:cxn>
                  <a:cxn ang="0">
                    <a:pos x="0" y="71"/>
                  </a:cxn>
                </a:cxnLst>
                <a:rect l="0" t="0" r="0" b="0"/>
                <a:pathLst>
                  <a:path w="48" h="90">
                    <a:moveTo>
                      <a:pt x="0" y="71"/>
                    </a:moveTo>
                    <a:lnTo>
                      <a:pt x="38" y="89"/>
                    </a:lnTo>
                    <a:lnTo>
                      <a:pt x="47" y="33"/>
                    </a:lnTo>
                    <a:lnTo>
                      <a:pt x="25" y="0"/>
                    </a:lnTo>
                    <a:lnTo>
                      <a:pt x="1" y="17"/>
                    </a:lnTo>
                    <a:lnTo>
                      <a:pt x="0" y="7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45" name="Freeform 102"/>
              <p:cNvSpPr/>
              <p:nvPr/>
            </p:nvSpPr>
            <p:spPr>
              <a:xfrm>
                <a:off x="3059" y="2819"/>
                <a:ext cx="88" cy="58"/>
              </a:xfrm>
              <a:custGeom>
                <a:avLst/>
                <a:gdLst/>
                <a:ahLst/>
                <a:cxnLst>
                  <a:cxn ang="0">
                    <a:pos x="30" y="0"/>
                  </a:cxn>
                  <a:cxn ang="0">
                    <a:pos x="0" y="27"/>
                  </a:cxn>
                  <a:cxn ang="0">
                    <a:pos x="47" y="57"/>
                  </a:cxn>
                  <a:cxn ang="0">
                    <a:pos x="87" y="51"/>
                  </a:cxn>
                  <a:cxn ang="0">
                    <a:pos x="80" y="22"/>
                  </a:cxn>
                  <a:cxn ang="0">
                    <a:pos x="30" y="0"/>
                  </a:cxn>
                </a:cxnLst>
                <a:rect l="0" t="0" r="0" b="0"/>
                <a:pathLst>
                  <a:path w="88" h="58">
                    <a:moveTo>
                      <a:pt x="30" y="0"/>
                    </a:moveTo>
                    <a:lnTo>
                      <a:pt x="0" y="27"/>
                    </a:lnTo>
                    <a:lnTo>
                      <a:pt x="47" y="57"/>
                    </a:lnTo>
                    <a:lnTo>
                      <a:pt x="87" y="51"/>
                    </a:lnTo>
                    <a:lnTo>
                      <a:pt x="80" y="22"/>
                    </a:lnTo>
                    <a:lnTo>
                      <a:pt x="30" y="0"/>
                    </a:lnTo>
                  </a:path>
                </a:pathLst>
              </a:custGeom>
              <a:solidFill>
                <a:srgbClr val="FFFFFF"/>
              </a:solidFill>
              <a:ln w="12700">
                <a:noFill/>
              </a:ln>
            </p:spPr>
            <p:txBody>
              <a:bodyPr/>
              <a:lstStyle/>
              <a:p>
                <a:endParaRPr lang="zh-CN" altLang="en-US"/>
              </a:p>
            </p:txBody>
          </p:sp>
          <p:sp>
            <p:nvSpPr>
              <p:cNvPr id="31846" name="Freeform 103"/>
              <p:cNvSpPr/>
              <p:nvPr/>
            </p:nvSpPr>
            <p:spPr>
              <a:xfrm>
                <a:off x="3059" y="2819"/>
                <a:ext cx="88" cy="58"/>
              </a:xfrm>
              <a:custGeom>
                <a:avLst/>
                <a:gdLst/>
                <a:ahLst/>
                <a:cxnLst>
                  <a:cxn ang="0">
                    <a:pos x="30" y="0"/>
                  </a:cxn>
                  <a:cxn ang="0">
                    <a:pos x="0" y="27"/>
                  </a:cxn>
                  <a:cxn ang="0">
                    <a:pos x="47" y="57"/>
                  </a:cxn>
                  <a:cxn ang="0">
                    <a:pos x="87" y="51"/>
                  </a:cxn>
                  <a:cxn ang="0">
                    <a:pos x="80" y="22"/>
                  </a:cxn>
                  <a:cxn ang="0">
                    <a:pos x="30" y="0"/>
                  </a:cxn>
                </a:cxnLst>
                <a:rect l="0" t="0" r="0" b="0"/>
                <a:pathLst>
                  <a:path w="88" h="58">
                    <a:moveTo>
                      <a:pt x="30" y="0"/>
                    </a:moveTo>
                    <a:lnTo>
                      <a:pt x="0" y="27"/>
                    </a:lnTo>
                    <a:lnTo>
                      <a:pt x="47" y="57"/>
                    </a:lnTo>
                    <a:lnTo>
                      <a:pt x="87" y="51"/>
                    </a:lnTo>
                    <a:lnTo>
                      <a:pt x="80" y="22"/>
                    </a:lnTo>
                    <a:lnTo>
                      <a:pt x="30"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47" name="Freeform 104"/>
              <p:cNvSpPr/>
              <p:nvPr/>
            </p:nvSpPr>
            <p:spPr>
              <a:xfrm>
                <a:off x="3179" y="2871"/>
                <a:ext cx="87" cy="57"/>
              </a:xfrm>
              <a:custGeom>
                <a:avLst/>
                <a:gdLst/>
                <a:ahLst/>
                <a:cxnLst>
                  <a:cxn ang="0">
                    <a:pos x="55" y="56"/>
                  </a:cxn>
                  <a:cxn ang="0">
                    <a:pos x="86" y="27"/>
                  </a:cxn>
                  <a:cxn ang="0">
                    <a:pos x="38" y="0"/>
                  </a:cxn>
                  <a:cxn ang="0">
                    <a:pos x="0" y="4"/>
                  </a:cxn>
                  <a:cxn ang="0">
                    <a:pos x="5" y="32"/>
                  </a:cxn>
                  <a:cxn ang="0">
                    <a:pos x="55" y="56"/>
                  </a:cxn>
                </a:cxnLst>
                <a:rect l="0" t="0" r="0" b="0"/>
                <a:pathLst>
                  <a:path w="87" h="57">
                    <a:moveTo>
                      <a:pt x="55" y="56"/>
                    </a:moveTo>
                    <a:lnTo>
                      <a:pt x="86" y="27"/>
                    </a:lnTo>
                    <a:lnTo>
                      <a:pt x="38" y="0"/>
                    </a:lnTo>
                    <a:lnTo>
                      <a:pt x="0" y="4"/>
                    </a:lnTo>
                    <a:lnTo>
                      <a:pt x="5" y="32"/>
                    </a:lnTo>
                    <a:lnTo>
                      <a:pt x="55" y="56"/>
                    </a:lnTo>
                  </a:path>
                </a:pathLst>
              </a:custGeom>
              <a:solidFill>
                <a:srgbClr val="FFFFFF"/>
              </a:solidFill>
              <a:ln w="12700">
                <a:noFill/>
              </a:ln>
            </p:spPr>
            <p:txBody>
              <a:bodyPr/>
              <a:lstStyle/>
              <a:p>
                <a:endParaRPr lang="zh-CN" altLang="en-US"/>
              </a:p>
            </p:txBody>
          </p:sp>
          <p:sp>
            <p:nvSpPr>
              <p:cNvPr id="31848" name="Freeform 105"/>
              <p:cNvSpPr/>
              <p:nvPr/>
            </p:nvSpPr>
            <p:spPr>
              <a:xfrm>
                <a:off x="3179" y="2871"/>
                <a:ext cx="87" cy="57"/>
              </a:xfrm>
              <a:custGeom>
                <a:avLst/>
                <a:gdLst/>
                <a:ahLst/>
                <a:cxnLst>
                  <a:cxn ang="0">
                    <a:pos x="55" y="56"/>
                  </a:cxn>
                  <a:cxn ang="0">
                    <a:pos x="86" y="27"/>
                  </a:cxn>
                  <a:cxn ang="0">
                    <a:pos x="38" y="0"/>
                  </a:cxn>
                  <a:cxn ang="0">
                    <a:pos x="0" y="4"/>
                  </a:cxn>
                  <a:cxn ang="0">
                    <a:pos x="5" y="32"/>
                  </a:cxn>
                  <a:cxn ang="0">
                    <a:pos x="55" y="56"/>
                  </a:cxn>
                </a:cxnLst>
                <a:rect l="0" t="0" r="0" b="0"/>
                <a:pathLst>
                  <a:path w="87" h="57">
                    <a:moveTo>
                      <a:pt x="55" y="56"/>
                    </a:moveTo>
                    <a:lnTo>
                      <a:pt x="86" y="27"/>
                    </a:lnTo>
                    <a:lnTo>
                      <a:pt x="38" y="0"/>
                    </a:lnTo>
                    <a:lnTo>
                      <a:pt x="0" y="4"/>
                    </a:lnTo>
                    <a:lnTo>
                      <a:pt x="5" y="32"/>
                    </a:lnTo>
                    <a:lnTo>
                      <a:pt x="55" y="5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49" name="Freeform 106"/>
              <p:cNvSpPr/>
              <p:nvPr/>
            </p:nvSpPr>
            <p:spPr>
              <a:xfrm>
                <a:off x="3184" y="2892"/>
                <a:ext cx="89" cy="57"/>
              </a:xfrm>
              <a:custGeom>
                <a:avLst/>
                <a:gdLst/>
                <a:ahLst/>
                <a:cxnLst>
                  <a:cxn ang="0">
                    <a:pos x="56" y="56"/>
                  </a:cxn>
                  <a:cxn ang="0">
                    <a:pos x="88" y="27"/>
                  </a:cxn>
                  <a:cxn ang="0">
                    <a:pos x="40" y="0"/>
                  </a:cxn>
                  <a:cxn ang="0">
                    <a:pos x="0" y="4"/>
                  </a:cxn>
                  <a:cxn ang="0">
                    <a:pos x="6" y="34"/>
                  </a:cxn>
                  <a:cxn ang="0">
                    <a:pos x="56" y="56"/>
                  </a:cxn>
                </a:cxnLst>
                <a:rect l="0" t="0" r="0" b="0"/>
                <a:pathLst>
                  <a:path w="89" h="57">
                    <a:moveTo>
                      <a:pt x="56" y="56"/>
                    </a:moveTo>
                    <a:lnTo>
                      <a:pt x="88" y="27"/>
                    </a:lnTo>
                    <a:lnTo>
                      <a:pt x="40" y="0"/>
                    </a:lnTo>
                    <a:lnTo>
                      <a:pt x="0" y="4"/>
                    </a:lnTo>
                    <a:lnTo>
                      <a:pt x="6" y="34"/>
                    </a:lnTo>
                    <a:lnTo>
                      <a:pt x="56" y="56"/>
                    </a:lnTo>
                  </a:path>
                </a:pathLst>
              </a:custGeom>
              <a:solidFill>
                <a:srgbClr val="FFFFFF"/>
              </a:solidFill>
              <a:ln w="12700">
                <a:noFill/>
              </a:ln>
            </p:spPr>
            <p:txBody>
              <a:bodyPr/>
              <a:lstStyle/>
              <a:p>
                <a:endParaRPr lang="zh-CN" altLang="en-US"/>
              </a:p>
            </p:txBody>
          </p:sp>
          <p:sp>
            <p:nvSpPr>
              <p:cNvPr id="31850" name="Freeform 107"/>
              <p:cNvSpPr/>
              <p:nvPr/>
            </p:nvSpPr>
            <p:spPr>
              <a:xfrm>
                <a:off x="3184" y="2892"/>
                <a:ext cx="89" cy="57"/>
              </a:xfrm>
              <a:custGeom>
                <a:avLst/>
                <a:gdLst/>
                <a:ahLst/>
                <a:cxnLst>
                  <a:cxn ang="0">
                    <a:pos x="56" y="56"/>
                  </a:cxn>
                  <a:cxn ang="0">
                    <a:pos x="88" y="27"/>
                  </a:cxn>
                  <a:cxn ang="0">
                    <a:pos x="40" y="0"/>
                  </a:cxn>
                  <a:cxn ang="0">
                    <a:pos x="0" y="4"/>
                  </a:cxn>
                  <a:cxn ang="0">
                    <a:pos x="6" y="34"/>
                  </a:cxn>
                  <a:cxn ang="0">
                    <a:pos x="56" y="56"/>
                  </a:cxn>
                </a:cxnLst>
                <a:rect l="0" t="0" r="0" b="0"/>
                <a:pathLst>
                  <a:path w="89" h="57">
                    <a:moveTo>
                      <a:pt x="56" y="56"/>
                    </a:moveTo>
                    <a:lnTo>
                      <a:pt x="88" y="27"/>
                    </a:lnTo>
                    <a:lnTo>
                      <a:pt x="40" y="0"/>
                    </a:lnTo>
                    <a:lnTo>
                      <a:pt x="0" y="4"/>
                    </a:lnTo>
                    <a:lnTo>
                      <a:pt x="6" y="34"/>
                    </a:lnTo>
                    <a:lnTo>
                      <a:pt x="56" y="5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51" name="Freeform 108"/>
              <p:cNvSpPr/>
              <p:nvPr/>
            </p:nvSpPr>
            <p:spPr>
              <a:xfrm>
                <a:off x="3140" y="2852"/>
                <a:ext cx="45" cy="66"/>
              </a:xfrm>
              <a:custGeom>
                <a:avLst/>
                <a:gdLst/>
                <a:ahLst/>
                <a:cxnLst>
                  <a:cxn ang="0">
                    <a:pos x="1" y="13"/>
                  </a:cxn>
                  <a:cxn ang="0">
                    <a:pos x="0" y="12"/>
                  </a:cxn>
                  <a:cxn ang="0">
                    <a:pos x="0" y="11"/>
                  </a:cxn>
                  <a:cxn ang="0">
                    <a:pos x="1" y="11"/>
                  </a:cxn>
                  <a:cxn ang="0">
                    <a:pos x="1" y="10"/>
                  </a:cxn>
                  <a:cxn ang="0">
                    <a:pos x="1" y="9"/>
                  </a:cxn>
                  <a:cxn ang="0">
                    <a:pos x="1" y="8"/>
                  </a:cxn>
                  <a:cxn ang="0">
                    <a:pos x="1" y="7"/>
                  </a:cxn>
                  <a:cxn ang="0">
                    <a:pos x="2" y="7"/>
                  </a:cxn>
                  <a:cxn ang="0">
                    <a:pos x="2" y="6"/>
                  </a:cxn>
                  <a:cxn ang="0">
                    <a:pos x="3" y="6"/>
                  </a:cxn>
                  <a:cxn ang="0">
                    <a:pos x="3" y="5"/>
                  </a:cxn>
                  <a:cxn ang="0">
                    <a:pos x="4" y="5"/>
                  </a:cxn>
                  <a:cxn ang="0">
                    <a:pos x="5" y="4"/>
                  </a:cxn>
                  <a:cxn ang="0">
                    <a:pos x="5" y="3"/>
                  </a:cxn>
                  <a:cxn ang="0">
                    <a:pos x="6" y="3"/>
                  </a:cxn>
                  <a:cxn ang="0">
                    <a:pos x="7" y="3"/>
                  </a:cxn>
                  <a:cxn ang="0">
                    <a:pos x="8" y="2"/>
                  </a:cxn>
                  <a:cxn ang="0">
                    <a:pos x="8" y="1"/>
                  </a:cxn>
                  <a:cxn ang="0">
                    <a:pos x="10" y="1"/>
                  </a:cxn>
                  <a:cxn ang="0">
                    <a:pos x="12" y="1"/>
                  </a:cxn>
                  <a:cxn ang="0">
                    <a:pos x="12" y="0"/>
                  </a:cxn>
                  <a:cxn ang="0">
                    <a:pos x="13" y="0"/>
                  </a:cxn>
                  <a:cxn ang="0">
                    <a:pos x="14" y="0"/>
                  </a:cxn>
                  <a:cxn ang="0">
                    <a:pos x="15" y="0"/>
                  </a:cxn>
                  <a:cxn ang="0">
                    <a:pos x="16" y="0"/>
                  </a:cxn>
                  <a:cxn ang="0">
                    <a:pos x="17" y="0"/>
                  </a:cxn>
                  <a:cxn ang="0">
                    <a:pos x="18" y="0"/>
                  </a:cxn>
                  <a:cxn ang="0">
                    <a:pos x="19" y="0"/>
                  </a:cxn>
                  <a:cxn ang="0">
                    <a:pos x="20" y="0"/>
                  </a:cxn>
                  <a:cxn ang="0">
                    <a:pos x="21" y="0"/>
                  </a:cxn>
                  <a:cxn ang="0">
                    <a:pos x="22" y="0"/>
                  </a:cxn>
                  <a:cxn ang="0">
                    <a:pos x="24" y="0"/>
                  </a:cxn>
                  <a:cxn ang="0">
                    <a:pos x="25" y="0"/>
                  </a:cxn>
                  <a:cxn ang="0">
                    <a:pos x="26" y="0"/>
                  </a:cxn>
                  <a:cxn ang="0">
                    <a:pos x="27" y="1"/>
                  </a:cxn>
                  <a:cxn ang="0">
                    <a:pos x="28" y="1"/>
                  </a:cxn>
                  <a:cxn ang="0">
                    <a:pos x="29" y="2"/>
                  </a:cxn>
                  <a:cxn ang="0">
                    <a:pos x="29" y="3"/>
                  </a:cxn>
                  <a:cxn ang="0">
                    <a:pos x="30" y="3"/>
                  </a:cxn>
                  <a:cxn ang="0">
                    <a:pos x="30" y="4"/>
                  </a:cxn>
                  <a:cxn ang="0">
                    <a:pos x="31" y="4"/>
                  </a:cxn>
                  <a:cxn ang="0">
                    <a:pos x="31" y="5"/>
                  </a:cxn>
                  <a:cxn ang="0">
                    <a:pos x="44" y="56"/>
                  </a:cxn>
                  <a:cxn ang="0">
                    <a:pos x="10" y="65"/>
                  </a:cxn>
                  <a:cxn ang="0">
                    <a:pos x="0" y="13"/>
                  </a:cxn>
                  <a:cxn ang="0">
                    <a:pos x="1" y="13"/>
                  </a:cxn>
                </a:cxnLst>
                <a:rect l="0" t="0" r="0" b="0"/>
                <a:pathLst>
                  <a:path w="45" h="66">
                    <a:moveTo>
                      <a:pt x="1" y="13"/>
                    </a:moveTo>
                    <a:lnTo>
                      <a:pt x="0" y="12"/>
                    </a:lnTo>
                    <a:lnTo>
                      <a:pt x="0" y="11"/>
                    </a:lnTo>
                    <a:lnTo>
                      <a:pt x="1" y="11"/>
                    </a:lnTo>
                    <a:lnTo>
                      <a:pt x="1" y="10"/>
                    </a:lnTo>
                    <a:lnTo>
                      <a:pt x="1" y="9"/>
                    </a:lnTo>
                    <a:lnTo>
                      <a:pt x="1" y="8"/>
                    </a:lnTo>
                    <a:lnTo>
                      <a:pt x="1" y="7"/>
                    </a:lnTo>
                    <a:lnTo>
                      <a:pt x="2" y="7"/>
                    </a:lnTo>
                    <a:lnTo>
                      <a:pt x="2" y="6"/>
                    </a:lnTo>
                    <a:lnTo>
                      <a:pt x="3" y="6"/>
                    </a:lnTo>
                    <a:lnTo>
                      <a:pt x="3" y="5"/>
                    </a:lnTo>
                    <a:lnTo>
                      <a:pt x="4" y="5"/>
                    </a:lnTo>
                    <a:lnTo>
                      <a:pt x="5" y="4"/>
                    </a:lnTo>
                    <a:lnTo>
                      <a:pt x="5" y="3"/>
                    </a:lnTo>
                    <a:lnTo>
                      <a:pt x="6" y="3"/>
                    </a:lnTo>
                    <a:lnTo>
                      <a:pt x="7" y="3"/>
                    </a:lnTo>
                    <a:lnTo>
                      <a:pt x="8" y="2"/>
                    </a:lnTo>
                    <a:lnTo>
                      <a:pt x="8" y="1"/>
                    </a:lnTo>
                    <a:lnTo>
                      <a:pt x="10" y="1"/>
                    </a:lnTo>
                    <a:lnTo>
                      <a:pt x="12" y="1"/>
                    </a:lnTo>
                    <a:lnTo>
                      <a:pt x="12" y="0"/>
                    </a:lnTo>
                    <a:lnTo>
                      <a:pt x="13" y="0"/>
                    </a:lnTo>
                    <a:lnTo>
                      <a:pt x="14" y="0"/>
                    </a:lnTo>
                    <a:lnTo>
                      <a:pt x="15" y="0"/>
                    </a:lnTo>
                    <a:lnTo>
                      <a:pt x="16" y="0"/>
                    </a:lnTo>
                    <a:lnTo>
                      <a:pt x="17" y="0"/>
                    </a:lnTo>
                    <a:lnTo>
                      <a:pt x="18" y="0"/>
                    </a:lnTo>
                    <a:lnTo>
                      <a:pt x="19" y="0"/>
                    </a:lnTo>
                    <a:lnTo>
                      <a:pt x="20" y="0"/>
                    </a:lnTo>
                    <a:lnTo>
                      <a:pt x="21" y="0"/>
                    </a:lnTo>
                    <a:lnTo>
                      <a:pt x="22" y="0"/>
                    </a:lnTo>
                    <a:lnTo>
                      <a:pt x="24" y="0"/>
                    </a:lnTo>
                    <a:lnTo>
                      <a:pt x="25" y="0"/>
                    </a:lnTo>
                    <a:lnTo>
                      <a:pt x="26" y="0"/>
                    </a:lnTo>
                    <a:lnTo>
                      <a:pt x="27" y="1"/>
                    </a:lnTo>
                    <a:lnTo>
                      <a:pt x="28" y="1"/>
                    </a:lnTo>
                    <a:lnTo>
                      <a:pt x="29" y="2"/>
                    </a:lnTo>
                    <a:lnTo>
                      <a:pt x="29" y="3"/>
                    </a:lnTo>
                    <a:lnTo>
                      <a:pt x="30" y="3"/>
                    </a:lnTo>
                    <a:lnTo>
                      <a:pt x="30" y="4"/>
                    </a:lnTo>
                    <a:lnTo>
                      <a:pt x="31" y="4"/>
                    </a:lnTo>
                    <a:lnTo>
                      <a:pt x="31" y="5"/>
                    </a:lnTo>
                    <a:lnTo>
                      <a:pt x="44" y="56"/>
                    </a:lnTo>
                    <a:lnTo>
                      <a:pt x="10" y="65"/>
                    </a:lnTo>
                    <a:lnTo>
                      <a:pt x="0" y="13"/>
                    </a:lnTo>
                    <a:lnTo>
                      <a:pt x="1" y="13"/>
                    </a:lnTo>
                  </a:path>
                </a:pathLst>
              </a:custGeom>
              <a:solidFill>
                <a:srgbClr val="FFFFFF"/>
              </a:solidFill>
              <a:ln w="12700">
                <a:noFill/>
              </a:ln>
            </p:spPr>
            <p:txBody>
              <a:bodyPr/>
              <a:lstStyle/>
              <a:p>
                <a:endParaRPr lang="zh-CN" altLang="en-US"/>
              </a:p>
            </p:txBody>
          </p:sp>
          <p:sp>
            <p:nvSpPr>
              <p:cNvPr id="31852" name="Freeform 109"/>
              <p:cNvSpPr/>
              <p:nvPr/>
            </p:nvSpPr>
            <p:spPr>
              <a:xfrm>
                <a:off x="3140" y="2852"/>
                <a:ext cx="45" cy="66"/>
              </a:xfrm>
              <a:custGeom>
                <a:avLst/>
                <a:gdLst/>
                <a:ahLst/>
                <a:cxnLst>
                  <a:cxn ang="0">
                    <a:pos x="1" y="13"/>
                  </a:cxn>
                  <a:cxn ang="0">
                    <a:pos x="1" y="9"/>
                  </a:cxn>
                  <a:cxn ang="0">
                    <a:pos x="3" y="5"/>
                  </a:cxn>
                  <a:cxn ang="0">
                    <a:pos x="8" y="2"/>
                  </a:cxn>
                  <a:cxn ang="0">
                    <a:pos x="14" y="0"/>
                  </a:cxn>
                  <a:cxn ang="0">
                    <a:pos x="20" y="0"/>
                  </a:cxn>
                  <a:cxn ang="0">
                    <a:pos x="25" y="0"/>
                  </a:cxn>
                  <a:cxn ang="0">
                    <a:pos x="29" y="2"/>
                  </a:cxn>
                  <a:cxn ang="0">
                    <a:pos x="31" y="5"/>
                  </a:cxn>
                  <a:cxn ang="0">
                    <a:pos x="44" y="56"/>
                  </a:cxn>
                  <a:cxn ang="0">
                    <a:pos x="10" y="65"/>
                  </a:cxn>
                  <a:cxn ang="0">
                    <a:pos x="0" y="13"/>
                  </a:cxn>
                  <a:cxn ang="0">
                    <a:pos x="1" y="13"/>
                  </a:cxn>
                </a:cxnLst>
                <a:rect l="0" t="0" r="0" b="0"/>
                <a:pathLst>
                  <a:path w="45" h="66">
                    <a:moveTo>
                      <a:pt x="1" y="13"/>
                    </a:moveTo>
                    <a:lnTo>
                      <a:pt x="1" y="9"/>
                    </a:lnTo>
                    <a:lnTo>
                      <a:pt x="3" y="5"/>
                    </a:lnTo>
                    <a:lnTo>
                      <a:pt x="8" y="2"/>
                    </a:lnTo>
                    <a:lnTo>
                      <a:pt x="14" y="0"/>
                    </a:lnTo>
                    <a:lnTo>
                      <a:pt x="20" y="0"/>
                    </a:lnTo>
                    <a:lnTo>
                      <a:pt x="25" y="0"/>
                    </a:lnTo>
                    <a:lnTo>
                      <a:pt x="29" y="2"/>
                    </a:lnTo>
                    <a:lnTo>
                      <a:pt x="31" y="5"/>
                    </a:lnTo>
                    <a:lnTo>
                      <a:pt x="44" y="56"/>
                    </a:lnTo>
                    <a:lnTo>
                      <a:pt x="10" y="65"/>
                    </a:lnTo>
                    <a:lnTo>
                      <a:pt x="0" y="13"/>
                    </a:lnTo>
                    <a:lnTo>
                      <a:pt x="1" y="1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53" name="Freeform 110"/>
              <p:cNvSpPr/>
              <p:nvPr/>
            </p:nvSpPr>
            <p:spPr>
              <a:xfrm>
                <a:off x="3153" y="2904"/>
                <a:ext cx="32" cy="22"/>
              </a:xfrm>
              <a:custGeom>
                <a:avLst/>
                <a:gdLst/>
                <a:ahLst/>
                <a:cxnLst>
                  <a:cxn ang="0">
                    <a:pos x="12" y="0"/>
                  </a:cxn>
                  <a:cxn ang="0">
                    <a:pos x="10" y="2"/>
                  </a:cxn>
                  <a:cxn ang="0">
                    <a:pos x="7" y="3"/>
                  </a:cxn>
                  <a:cxn ang="0">
                    <a:pos x="6" y="4"/>
                  </a:cxn>
                  <a:cxn ang="0">
                    <a:pos x="4" y="4"/>
                  </a:cxn>
                  <a:cxn ang="0">
                    <a:pos x="3" y="6"/>
                  </a:cxn>
                  <a:cxn ang="0">
                    <a:pos x="1" y="7"/>
                  </a:cxn>
                  <a:cxn ang="0">
                    <a:pos x="0" y="10"/>
                  </a:cxn>
                  <a:cxn ang="0">
                    <a:pos x="0" y="12"/>
                  </a:cxn>
                  <a:cxn ang="0">
                    <a:pos x="0" y="14"/>
                  </a:cxn>
                  <a:cxn ang="0">
                    <a:pos x="1" y="16"/>
                  </a:cxn>
                  <a:cxn ang="0">
                    <a:pos x="2" y="17"/>
                  </a:cxn>
                  <a:cxn ang="0">
                    <a:pos x="3" y="18"/>
                  </a:cxn>
                  <a:cxn ang="0">
                    <a:pos x="4" y="19"/>
                  </a:cxn>
                  <a:cxn ang="0">
                    <a:pos x="6" y="19"/>
                  </a:cxn>
                  <a:cxn ang="0">
                    <a:pos x="7" y="21"/>
                  </a:cxn>
                  <a:cxn ang="0">
                    <a:pos x="10" y="21"/>
                  </a:cxn>
                  <a:cxn ang="0">
                    <a:pos x="13" y="21"/>
                  </a:cxn>
                  <a:cxn ang="0">
                    <a:pos x="15" y="21"/>
                  </a:cxn>
                  <a:cxn ang="0">
                    <a:pos x="17" y="19"/>
                  </a:cxn>
                  <a:cxn ang="0">
                    <a:pos x="19" y="19"/>
                  </a:cxn>
                  <a:cxn ang="0">
                    <a:pos x="21" y="18"/>
                  </a:cxn>
                  <a:cxn ang="0">
                    <a:pos x="23" y="17"/>
                  </a:cxn>
                  <a:cxn ang="0">
                    <a:pos x="24" y="16"/>
                  </a:cxn>
                  <a:cxn ang="0">
                    <a:pos x="26" y="15"/>
                  </a:cxn>
                  <a:cxn ang="0">
                    <a:pos x="28" y="13"/>
                  </a:cxn>
                  <a:cxn ang="0">
                    <a:pos x="29" y="11"/>
                  </a:cxn>
                  <a:cxn ang="0">
                    <a:pos x="31" y="8"/>
                  </a:cxn>
                  <a:cxn ang="0">
                    <a:pos x="31" y="6"/>
                  </a:cxn>
                  <a:cxn ang="0">
                    <a:pos x="29" y="4"/>
                  </a:cxn>
                  <a:cxn ang="0">
                    <a:pos x="28" y="3"/>
                  </a:cxn>
                  <a:cxn ang="0">
                    <a:pos x="27" y="2"/>
                  </a:cxn>
                  <a:cxn ang="0">
                    <a:pos x="26" y="0"/>
                  </a:cxn>
                  <a:cxn ang="0">
                    <a:pos x="24" y="0"/>
                  </a:cxn>
                  <a:cxn ang="0">
                    <a:pos x="22" y="0"/>
                  </a:cxn>
                  <a:cxn ang="0">
                    <a:pos x="20" y="0"/>
                  </a:cxn>
                  <a:cxn ang="0">
                    <a:pos x="18" y="0"/>
                  </a:cxn>
                  <a:cxn ang="0">
                    <a:pos x="16" y="0"/>
                  </a:cxn>
                  <a:cxn ang="0">
                    <a:pos x="14" y="0"/>
                  </a:cxn>
                </a:cxnLst>
                <a:rect l="0" t="0" r="0" b="0"/>
                <a:pathLst>
                  <a:path w="32" h="22">
                    <a:moveTo>
                      <a:pt x="13" y="0"/>
                    </a:moveTo>
                    <a:lnTo>
                      <a:pt x="12" y="0"/>
                    </a:lnTo>
                    <a:lnTo>
                      <a:pt x="10" y="0"/>
                    </a:lnTo>
                    <a:lnTo>
                      <a:pt x="10" y="2"/>
                    </a:lnTo>
                    <a:lnTo>
                      <a:pt x="8" y="2"/>
                    </a:lnTo>
                    <a:lnTo>
                      <a:pt x="7" y="3"/>
                    </a:lnTo>
                    <a:lnTo>
                      <a:pt x="6" y="3"/>
                    </a:lnTo>
                    <a:lnTo>
                      <a:pt x="6" y="4"/>
                    </a:lnTo>
                    <a:lnTo>
                      <a:pt x="5" y="4"/>
                    </a:lnTo>
                    <a:lnTo>
                      <a:pt x="4" y="4"/>
                    </a:lnTo>
                    <a:lnTo>
                      <a:pt x="3" y="5"/>
                    </a:lnTo>
                    <a:lnTo>
                      <a:pt x="3" y="6"/>
                    </a:lnTo>
                    <a:lnTo>
                      <a:pt x="2" y="6"/>
                    </a:lnTo>
                    <a:lnTo>
                      <a:pt x="1" y="7"/>
                    </a:lnTo>
                    <a:lnTo>
                      <a:pt x="1" y="8"/>
                    </a:lnTo>
                    <a:lnTo>
                      <a:pt x="0" y="10"/>
                    </a:lnTo>
                    <a:lnTo>
                      <a:pt x="0" y="11"/>
                    </a:lnTo>
                    <a:lnTo>
                      <a:pt x="0" y="12"/>
                    </a:lnTo>
                    <a:lnTo>
                      <a:pt x="0" y="13"/>
                    </a:lnTo>
                    <a:lnTo>
                      <a:pt x="0" y="14"/>
                    </a:lnTo>
                    <a:lnTo>
                      <a:pt x="0" y="15"/>
                    </a:lnTo>
                    <a:lnTo>
                      <a:pt x="1" y="16"/>
                    </a:lnTo>
                    <a:lnTo>
                      <a:pt x="1" y="17"/>
                    </a:lnTo>
                    <a:lnTo>
                      <a:pt x="2" y="17"/>
                    </a:lnTo>
                    <a:lnTo>
                      <a:pt x="2" y="18"/>
                    </a:lnTo>
                    <a:lnTo>
                      <a:pt x="3" y="18"/>
                    </a:lnTo>
                    <a:lnTo>
                      <a:pt x="3" y="19"/>
                    </a:lnTo>
                    <a:lnTo>
                      <a:pt x="4" y="19"/>
                    </a:lnTo>
                    <a:lnTo>
                      <a:pt x="5" y="19"/>
                    </a:lnTo>
                    <a:lnTo>
                      <a:pt x="6" y="19"/>
                    </a:lnTo>
                    <a:lnTo>
                      <a:pt x="6" y="21"/>
                    </a:lnTo>
                    <a:lnTo>
                      <a:pt x="7" y="21"/>
                    </a:lnTo>
                    <a:lnTo>
                      <a:pt x="8" y="21"/>
                    </a:lnTo>
                    <a:lnTo>
                      <a:pt x="10" y="21"/>
                    </a:lnTo>
                    <a:lnTo>
                      <a:pt x="12" y="21"/>
                    </a:lnTo>
                    <a:lnTo>
                      <a:pt x="13" y="21"/>
                    </a:lnTo>
                    <a:lnTo>
                      <a:pt x="14" y="21"/>
                    </a:lnTo>
                    <a:lnTo>
                      <a:pt x="15" y="21"/>
                    </a:lnTo>
                    <a:lnTo>
                      <a:pt x="16" y="21"/>
                    </a:lnTo>
                    <a:lnTo>
                      <a:pt x="17" y="19"/>
                    </a:lnTo>
                    <a:lnTo>
                      <a:pt x="18" y="19"/>
                    </a:lnTo>
                    <a:lnTo>
                      <a:pt x="19" y="19"/>
                    </a:lnTo>
                    <a:lnTo>
                      <a:pt x="20" y="19"/>
                    </a:lnTo>
                    <a:lnTo>
                      <a:pt x="21" y="18"/>
                    </a:lnTo>
                    <a:lnTo>
                      <a:pt x="22" y="18"/>
                    </a:lnTo>
                    <a:lnTo>
                      <a:pt x="23" y="17"/>
                    </a:lnTo>
                    <a:lnTo>
                      <a:pt x="24" y="17"/>
                    </a:lnTo>
                    <a:lnTo>
                      <a:pt x="24" y="16"/>
                    </a:lnTo>
                    <a:lnTo>
                      <a:pt x="25" y="16"/>
                    </a:lnTo>
                    <a:lnTo>
                      <a:pt x="26" y="15"/>
                    </a:lnTo>
                    <a:lnTo>
                      <a:pt x="27" y="14"/>
                    </a:lnTo>
                    <a:lnTo>
                      <a:pt x="28" y="13"/>
                    </a:lnTo>
                    <a:lnTo>
                      <a:pt x="29" y="12"/>
                    </a:lnTo>
                    <a:lnTo>
                      <a:pt x="29" y="11"/>
                    </a:lnTo>
                    <a:lnTo>
                      <a:pt x="31" y="10"/>
                    </a:lnTo>
                    <a:lnTo>
                      <a:pt x="31" y="8"/>
                    </a:lnTo>
                    <a:lnTo>
                      <a:pt x="31" y="7"/>
                    </a:lnTo>
                    <a:lnTo>
                      <a:pt x="31" y="6"/>
                    </a:lnTo>
                    <a:lnTo>
                      <a:pt x="31" y="5"/>
                    </a:lnTo>
                    <a:lnTo>
                      <a:pt x="29" y="4"/>
                    </a:lnTo>
                    <a:lnTo>
                      <a:pt x="29" y="3"/>
                    </a:lnTo>
                    <a:lnTo>
                      <a:pt x="28" y="3"/>
                    </a:lnTo>
                    <a:lnTo>
                      <a:pt x="28" y="2"/>
                    </a:lnTo>
                    <a:lnTo>
                      <a:pt x="27" y="2"/>
                    </a:lnTo>
                    <a:lnTo>
                      <a:pt x="26" y="2"/>
                    </a:lnTo>
                    <a:lnTo>
                      <a:pt x="26" y="0"/>
                    </a:lnTo>
                    <a:lnTo>
                      <a:pt x="25" y="0"/>
                    </a:lnTo>
                    <a:lnTo>
                      <a:pt x="24" y="0"/>
                    </a:lnTo>
                    <a:lnTo>
                      <a:pt x="23" y="0"/>
                    </a:lnTo>
                    <a:lnTo>
                      <a:pt x="22" y="0"/>
                    </a:lnTo>
                    <a:lnTo>
                      <a:pt x="21" y="0"/>
                    </a:lnTo>
                    <a:lnTo>
                      <a:pt x="20" y="0"/>
                    </a:lnTo>
                    <a:lnTo>
                      <a:pt x="19" y="0"/>
                    </a:lnTo>
                    <a:lnTo>
                      <a:pt x="18" y="0"/>
                    </a:lnTo>
                    <a:lnTo>
                      <a:pt x="17" y="0"/>
                    </a:lnTo>
                    <a:lnTo>
                      <a:pt x="16" y="0"/>
                    </a:lnTo>
                    <a:lnTo>
                      <a:pt x="15" y="0"/>
                    </a:lnTo>
                    <a:lnTo>
                      <a:pt x="14" y="0"/>
                    </a:lnTo>
                    <a:lnTo>
                      <a:pt x="13" y="0"/>
                    </a:lnTo>
                  </a:path>
                </a:pathLst>
              </a:custGeom>
              <a:solidFill>
                <a:srgbClr val="FFFFFF"/>
              </a:solidFill>
              <a:ln w="12700">
                <a:noFill/>
              </a:ln>
            </p:spPr>
            <p:txBody>
              <a:bodyPr/>
              <a:lstStyle/>
              <a:p>
                <a:endParaRPr lang="zh-CN" altLang="en-US"/>
              </a:p>
            </p:txBody>
          </p:sp>
          <p:sp>
            <p:nvSpPr>
              <p:cNvPr id="31854" name="Freeform 111"/>
              <p:cNvSpPr/>
              <p:nvPr/>
            </p:nvSpPr>
            <p:spPr>
              <a:xfrm>
                <a:off x="3152" y="2904"/>
                <a:ext cx="34" cy="22"/>
              </a:xfrm>
              <a:custGeom>
                <a:avLst/>
                <a:gdLst/>
                <a:ahLst/>
                <a:cxnLst>
                  <a:cxn ang="0">
                    <a:pos x="13" y="0"/>
                  </a:cxn>
                  <a:cxn ang="0">
                    <a:pos x="7" y="3"/>
                  </a:cxn>
                  <a:cxn ang="0">
                    <a:pos x="2" y="6"/>
                  </a:cxn>
                  <a:cxn ang="0">
                    <a:pos x="0" y="10"/>
                  </a:cxn>
                  <a:cxn ang="0">
                    <a:pos x="0" y="14"/>
                  </a:cxn>
                  <a:cxn ang="0">
                    <a:pos x="2" y="17"/>
                  </a:cxn>
                  <a:cxn ang="0">
                    <a:pos x="6" y="19"/>
                  </a:cxn>
                  <a:cxn ang="0">
                    <a:pos x="12" y="21"/>
                  </a:cxn>
                  <a:cxn ang="0">
                    <a:pos x="18" y="19"/>
                  </a:cxn>
                  <a:cxn ang="0">
                    <a:pos x="24" y="17"/>
                  </a:cxn>
                  <a:cxn ang="0">
                    <a:pos x="29" y="14"/>
                  </a:cxn>
                  <a:cxn ang="0">
                    <a:pos x="33" y="10"/>
                  </a:cxn>
                  <a:cxn ang="0">
                    <a:pos x="33" y="6"/>
                  </a:cxn>
                  <a:cxn ang="0">
                    <a:pos x="30" y="3"/>
                  </a:cxn>
                  <a:cxn ang="0">
                    <a:pos x="26" y="0"/>
                  </a:cxn>
                  <a:cxn ang="0">
                    <a:pos x="20" y="0"/>
                  </a:cxn>
                  <a:cxn ang="0">
                    <a:pos x="13" y="0"/>
                  </a:cxn>
                </a:cxnLst>
                <a:rect l="0" t="0" r="0" b="0"/>
                <a:pathLst>
                  <a:path w="34" h="22">
                    <a:moveTo>
                      <a:pt x="13" y="0"/>
                    </a:moveTo>
                    <a:lnTo>
                      <a:pt x="7" y="3"/>
                    </a:lnTo>
                    <a:lnTo>
                      <a:pt x="2" y="6"/>
                    </a:lnTo>
                    <a:lnTo>
                      <a:pt x="0" y="10"/>
                    </a:lnTo>
                    <a:lnTo>
                      <a:pt x="0" y="14"/>
                    </a:lnTo>
                    <a:lnTo>
                      <a:pt x="2" y="17"/>
                    </a:lnTo>
                    <a:lnTo>
                      <a:pt x="6" y="19"/>
                    </a:lnTo>
                    <a:lnTo>
                      <a:pt x="12" y="21"/>
                    </a:lnTo>
                    <a:lnTo>
                      <a:pt x="18" y="19"/>
                    </a:lnTo>
                    <a:lnTo>
                      <a:pt x="24" y="17"/>
                    </a:lnTo>
                    <a:lnTo>
                      <a:pt x="29" y="14"/>
                    </a:lnTo>
                    <a:lnTo>
                      <a:pt x="33" y="10"/>
                    </a:lnTo>
                    <a:lnTo>
                      <a:pt x="33" y="6"/>
                    </a:lnTo>
                    <a:lnTo>
                      <a:pt x="30" y="3"/>
                    </a:lnTo>
                    <a:lnTo>
                      <a:pt x="26" y="0"/>
                    </a:lnTo>
                    <a:lnTo>
                      <a:pt x="20" y="0"/>
                    </a:lnTo>
                    <a:lnTo>
                      <a:pt x="13"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55" name="Freeform 112"/>
              <p:cNvSpPr/>
              <p:nvPr/>
            </p:nvSpPr>
            <p:spPr>
              <a:xfrm>
                <a:off x="3066" y="2841"/>
                <a:ext cx="88" cy="59"/>
              </a:xfrm>
              <a:custGeom>
                <a:avLst/>
                <a:gdLst/>
                <a:ahLst/>
                <a:cxnLst>
                  <a:cxn ang="0">
                    <a:pos x="31" y="0"/>
                  </a:cxn>
                  <a:cxn ang="0">
                    <a:pos x="0" y="29"/>
                  </a:cxn>
                  <a:cxn ang="0">
                    <a:pos x="47" y="58"/>
                  </a:cxn>
                  <a:cxn ang="0">
                    <a:pos x="87" y="52"/>
                  </a:cxn>
                  <a:cxn ang="0">
                    <a:pos x="80" y="22"/>
                  </a:cxn>
                  <a:cxn ang="0">
                    <a:pos x="31" y="0"/>
                  </a:cxn>
                </a:cxnLst>
                <a:rect l="0" t="0" r="0" b="0"/>
                <a:pathLst>
                  <a:path w="88" h="59">
                    <a:moveTo>
                      <a:pt x="31" y="0"/>
                    </a:moveTo>
                    <a:lnTo>
                      <a:pt x="0" y="29"/>
                    </a:lnTo>
                    <a:lnTo>
                      <a:pt x="47" y="58"/>
                    </a:lnTo>
                    <a:lnTo>
                      <a:pt x="87" y="52"/>
                    </a:lnTo>
                    <a:lnTo>
                      <a:pt x="80" y="22"/>
                    </a:lnTo>
                    <a:lnTo>
                      <a:pt x="31" y="0"/>
                    </a:lnTo>
                  </a:path>
                </a:pathLst>
              </a:custGeom>
              <a:solidFill>
                <a:srgbClr val="FFFFFF"/>
              </a:solidFill>
              <a:ln w="12700">
                <a:noFill/>
              </a:ln>
            </p:spPr>
            <p:txBody>
              <a:bodyPr/>
              <a:lstStyle/>
              <a:p>
                <a:endParaRPr lang="zh-CN" altLang="en-US"/>
              </a:p>
            </p:txBody>
          </p:sp>
          <p:sp>
            <p:nvSpPr>
              <p:cNvPr id="31856" name="Freeform 113"/>
              <p:cNvSpPr/>
              <p:nvPr/>
            </p:nvSpPr>
            <p:spPr>
              <a:xfrm>
                <a:off x="3066" y="2841"/>
                <a:ext cx="88" cy="59"/>
              </a:xfrm>
              <a:custGeom>
                <a:avLst/>
                <a:gdLst/>
                <a:ahLst/>
                <a:cxnLst>
                  <a:cxn ang="0">
                    <a:pos x="31" y="0"/>
                  </a:cxn>
                  <a:cxn ang="0">
                    <a:pos x="0" y="29"/>
                  </a:cxn>
                  <a:cxn ang="0">
                    <a:pos x="47" y="58"/>
                  </a:cxn>
                  <a:cxn ang="0">
                    <a:pos x="87" y="52"/>
                  </a:cxn>
                  <a:cxn ang="0">
                    <a:pos x="80" y="22"/>
                  </a:cxn>
                  <a:cxn ang="0">
                    <a:pos x="31" y="0"/>
                  </a:cxn>
                </a:cxnLst>
                <a:rect l="0" t="0" r="0" b="0"/>
                <a:pathLst>
                  <a:path w="88" h="59">
                    <a:moveTo>
                      <a:pt x="31" y="0"/>
                    </a:moveTo>
                    <a:lnTo>
                      <a:pt x="0" y="29"/>
                    </a:lnTo>
                    <a:lnTo>
                      <a:pt x="47" y="58"/>
                    </a:lnTo>
                    <a:lnTo>
                      <a:pt x="87" y="52"/>
                    </a:lnTo>
                    <a:lnTo>
                      <a:pt x="80" y="22"/>
                    </a:lnTo>
                    <a:lnTo>
                      <a:pt x="3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57" name="Freeform 114"/>
              <p:cNvSpPr/>
              <p:nvPr/>
            </p:nvSpPr>
            <p:spPr>
              <a:xfrm>
                <a:off x="3726" y="3319"/>
                <a:ext cx="72" cy="76"/>
              </a:xfrm>
              <a:custGeom>
                <a:avLst/>
                <a:gdLst/>
                <a:ahLst/>
                <a:cxnLst>
                  <a:cxn ang="0">
                    <a:pos x="71" y="39"/>
                  </a:cxn>
                  <a:cxn ang="0">
                    <a:pos x="58" y="0"/>
                  </a:cxn>
                  <a:cxn ang="0">
                    <a:pos x="12" y="30"/>
                  </a:cxn>
                  <a:cxn ang="0">
                    <a:pos x="0" y="67"/>
                  </a:cxn>
                  <a:cxn ang="0">
                    <a:pos x="28" y="75"/>
                  </a:cxn>
                  <a:cxn ang="0">
                    <a:pos x="71" y="39"/>
                  </a:cxn>
                </a:cxnLst>
                <a:rect l="0" t="0" r="0" b="0"/>
                <a:pathLst>
                  <a:path w="72" h="76">
                    <a:moveTo>
                      <a:pt x="71" y="39"/>
                    </a:moveTo>
                    <a:lnTo>
                      <a:pt x="58" y="0"/>
                    </a:lnTo>
                    <a:lnTo>
                      <a:pt x="12" y="30"/>
                    </a:lnTo>
                    <a:lnTo>
                      <a:pt x="0" y="67"/>
                    </a:lnTo>
                    <a:lnTo>
                      <a:pt x="28" y="75"/>
                    </a:lnTo>
                    <a:lnTo>
                      <a:pt x="71" y="39"/>
                    </a:lnTo>
                  </a:path>
                </a:pathLst>
              </a:custGeom>
              <a:solidFill>
                <a:srgbClr val="FFFFFF"/>
              </a:solidFill>
              <a:ln w="12700">
                <a:noFill/>
              </a:ln>
            </p:spPr>
            <p:txBody>
              <a:bodyPr/>
              <a:lstStyle/>
              <a:p>
                <a:endParaRPr lang="zh-CN" altLang="en-US"/>
              </a:p>
            </p:txBody>
          </p:sp>
          <p:sp>
            <p:nvSpPr>
              <p:cNvPr id="31858" name="Freeform 115"/>
              <p:cNvSpPr/>
              <p:nvPr/>
            </p:nvSpPr>
            <p:spPr>
              <a:xfrm>
                <a:off x="3726" y="3319"/>
                <a:ext cx="72" cy="76"/>
              </a:xfrm>
              <a:custGeom>
                <a:avLst/>
                <a:gdLst/>
                <a:ahLst/>
                <a:cxnLst>
                  <a:cxn ang="0">
                    <a:pos x="71" y="39"/>
                  </a:cxn>
                  <a:cxn ang="0">
                    <a:pos x="58" y="0"/>
                  </a:cxn>
                  <a:cxn ang="0">
                    <a:pos x="12" y="30"/>
                  </a:cxn>
                  <a:cxn ang="0">
                    <a:pos x="0" y="67"/>
                  </a:cxn>
                  <a:cxn ang="0">
                    <a:pos x="28" y="75"/>
                  </a:cxn>
                  <a:cxn ang="0">
                    <a:pos x="71" y="39"/>
                  </a:cxn>
                </a:cxnLst>
                <a:rect l="0" t="0" r="0" b="0"/>
                <a:pathLst>
                  <a:path w="72" h="76">
                    <a:moveTo>
                      <a:pt x="71" y="39"/>
                    </a:moveTo>
                    <a:lnTo>
                      <a:pt x="58" y="0"/>
                    </a:lnTo>
                    <a:lnTo>
                      <a:pt x="12" y="30"/>
                    </a:lnTo>
                    <a:lnTo>
                      <a:pt x="0" y="67"/>
                    </a:lnTo>
                    <a:lnTo>
                      <a:pt x="28" y="75"/>
                    </a:lnTo>
                    <a:lnTo>
                      <a:pt x="71" y="3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59" name="Freeform 116"/>
              <p:cNvSpPr/>
              <p:nvPr/>
            </p:nvSpPr>
            <p:spPr>
              <a:xfrm>
                <a:off x="3639" y="3409"/>
                <a:ext cx="72" cy="75"/>
              </a:xfrm>
              <a:custGeom>
                <a:avLst/>
                <a:gdLst/>
                <a:ahLst/>
                <a:cxnLst>
                  <a:cxn ang="0">
                    <a:pos x="0" y="33"/>
                  </a:cxn>
                  <a:cxn ang="0">
                    <a:pos x="11" y="74"/>
                  </a:cxn>
                  <a:cxn ang="0">
                    <a:pos x="57" y="42"/>
                  </a:cxn>
                  <a:cxn ang="0">
                    <a:pos x="71" y="5"/>
                  </a:cxn>
                  <a:cxn ang="0">
                    <a:pos x="41" y="0"/>
                  </a:cxn>
                  <a:cxn ang="0">
                    <a:pos x="0" y="33"/>
                  </a:cxn>
                </a:cxnLst>
                <a:rect l="0" t="0" r="0" b="0"/>
                <a:pathLst>
                  <a:path w="72" h="75">
                    <a:moveTo>
                      <a:pt x="0" y="33"/>
                    </a:moveTo>
                    <a:lnTo>
                      <a:pt x="11" y="74"/>
                    </a:lnTo>
                    <a:lnTo>
                      <a:pt x="57" y="42"/>
                    </a:lnTo>
                    <a:lnTo>
                      <a:pt x="71" y="5"/>
                    </a:lnTo>
                    <a:lnTo>
                      <a:pt x="41" y="0"/>
                    </a:lnTo>
                    <a:lnTo>
                      <a:pt x="0" y="33"/>
                    </a:lnTo>
                  </a:path>
                </a:pathLst>
              </a:custGeom>
              <a:solidFill>
                <a:srgbClr val="FFFFFF"/>
              </a:solidFill>
              <a:ln w="12700">
                <a:noFill/>
              </a:ln>
            </p:spPr>
            <p:txBody>
              <a:bodyPr/>
              <a:lstStyle/>
              <a:p>
                <a:endParaRPr lang="zh-CN" altLang="en-US"/>
              </a:p>
            </p:txBody>
          </p:sp>
          <p:sp>
            <p:nvSpPr>
              <p:cNvPr id="31860" name="Freeform 117"/>
              <p:cNvSpPr/>
              <p:nvPr/>
            </p:nvSpPr>
            <p:spPr>
              <a:xfrm>
                <a:off x="3639" y="3409"/>
                <a:ext cx="72" cy="75"/>
              </a:xfrm>
              <a:custGeom>
                <a:avLst/>
                <a:gdLst/>
                <a:ahLst/>
                <a:cxnLst>
                  <a:cxn ang="0">
                    <a:pos x="0" y="33"/>
                  </a:cxn>
                  <a:cxn ang="0">
                    <a:pos x="11" y="74"/>
                  </a:cxn>
                  <a:cxn ang="0">
                    <a:pos x="57" y="42"/>
                  </a:cxn>
                  <a:cxn ang="0">
                    <a:pos x="71" y="5"/>
                  </a:cxn>
                  <a:cxn ang="0">
                    <a:pos x="41" y="0"/>
                  </a:cxn>
                  <a:cxn ang="0">
                    <a:pos x="0" y="33"/>
                  </a:cxn>
                </a:cxnLst>
                <a:rect l="0" t="0" r="0" b="0"/>
                <a:pathLst>
                  <a:path w="72" h="75">
                    <a:moveTo>
                      <a:pt x="0" y="33"/>
                    </a:moveTo>
                    <a:lnTo>
                      <a:pt x="11" y="74"/>
                    </a:lnTo>
                    <a:lnTo>
                      <a:pt x="57" y="42"/>
                    </a:lnTo>
                    <a:lnTo>
                      <a:pt x="71" y="5"/>
                    </a:lnTo>
                    <a:lnTo>
                      <a:pt x="41" y="0"/>
                    </a:lnTo>
                    <a:lnTo>
                      <a:pt x="0" y="3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61" name="Freeform 118"/>
              <p:cNvSpPr/>
              <p:nvPr/>
            </p:nvSpPr>
            <p:spPr>
              <a:xfrm>
                <a:off x="3617" y="3404"/>
                <a:ext cx="73" cy="77"/>
              </a:xfrm>
              <a:custGeom>
                <a:avLst/>
                <a:gdLst/>
                <a:ahLst/>
                <a:cxnLst>
                  <a:cxn ang="0">
                    <a:pos x="0" y="35"/>
                  </a:cxn>
                  <a:cxn ang="0">
                    <a:pos x="12" y="76"/>
                  </a:cxn>
                  <a:cxn ang="0">
                    <a:pos x="58" y="44"/>
                  </a:cxn>
                  <a:cxn ang="0">
                    <a:pos x="72" y="6"/>
                  </a:cxn>
                  <a:cxn ang="0">
                    <a:pos x="42" y="0"/>
                  </a:cxn>
                  <a:cxn ang="0">
                    <a:pos x="0" y="35"/>
                  </a:cxn>
                </a:cxnLst>
                <a:rect l="0" t="0" r="0" b="0"/>
                <a:pathLst>
                  <a:path w="73" h="77">
                    <a:moveTo>
                      <a:pt x="0" y="35"/>
                    </a:moveTo>
                    <a:lnTo>
                      <a:pt x="12" y="76"/>
                    </a:lnTo>
                    <a:lnTo>
                      <a:pt x="58" y="44"/>
                    </a:lnTo>
                    <a:lnTo>
                      <a:pt x="72" y="6"/>
                    </a:lnTo>
                    <a:lnTo>
                      <a:pt x="42" y="0"/>
                    </a:lnTo>
                    <a:lnTo>
                      <a:pt x="0" y="35"/>
                    </a:lnTo>
                  </a:path>
                </a:pathLst>
              </a:custGeom>
              <a:solidFill>
                <a:srgbClr val="FFFFFF"/>
              </a:solidFill>
              <a:ln w="12700">
                <a:noFill/>
              </a:ln>
            </p:spPr>
            <p:txBody>
              <a:bodyPr/>
              <a:lstStyle/>
              <a:p>
                <a:endParaRPr lang="zh-CN" altLang="en-US"/>
              </a:p>
            </p:txBody>
          </p:sp>
          <p:sp>
            <p:nvSpPr>
              <p:cNvPr id="31862" name="Freeform 119"/>
              <p:cNvSpPr/>
              <p:nvPr/>
            </p:nvSpPr>
            <p:spPr>
              <a:xfrm>
                <a:off x="3617" y="3404"/>
                <a:ext cx="73" cy="77"/>
              </a:xfrm>
              <a:custGeom>
                <a:avLst/>
                <a:gdLst/>
                <a:ahLst/>
                <a:cxnLst>
                  <a:cxn ang="0">
                    <a:pos x="0" y="35"/>
                  </a:cxn>
                  <a:cxn ang="0">
                    <a:pos x="12" y="76"/>
                  </a:cxn>
                  <a:cxn ang="0">
                    <a:pos x="58" y="44"/>
                  </a:cxn>
                  <a:cxn ang="0">
                    <a:pos x="72" y="6"/>
                  </a:cxn>
                  <a:cxn ang="0">
                    <a:pos x="42" y="0"/>
                  </a:cxn>
                  <a:cxn ang="0">
                    <a:pos x="0" y="35"/>
                  </a:cxn>
                </a:cxnLst>
                <a:rect l="0" t="0" r="0" b="0"/>
                <a:pathLst>
                  <a:path w="73" h="77">
                    <a:moveTo>
                      <a:pt x="0" y="35"/>
                    </a:moveTo>
                    <a:lnTo>
                      <a:pt x="12" y="76"/>
                    </a:lnTo>
                    <a:lnTo>
                      <a:pt x="58" y="44"/>
                    </a:lnTo>
                    <a:lnTo>
                      <a:pt x="72" y="6"/>
                    </a:lnTo>
                    <a:lnTo>
                      <a:pt x="42" y="0"/>
                    </a:lnTo>
                    <a:lnTo>
                      <a:pt x="0" y="3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63" name="Freeform 120"/>
              <p:cNvSpPr/>
              <p:nvPr/>
            </p:nvSpPr>
            <p:spPr>
              <a:xfrm>
                <a:off x="3675" y="3372"/>
                <a:ext cx="66" cy="45"/>
              </a:xfrm>
              <a:custGeom>
                <a:avLst/>
                <a:gdLst/>
                <a:ahLst/>
                <a:cxnLst>
                  <a:cxn ang="0">
                    <a:pos x="57" y="11"/>
                  </a:cxn>
                  <a:cxn ang="0">
                    <a:pos x="58" y="12"/>
                  </a:cxn>
                  <a:cxn ang="0">
                    <a:pos x="59" y="12"/>
                  </a:cxn>
                  <a:cxn ang="0">
                    <a:pos x="59" y="13"/>
                  </a:cxn>
                  <a:cxn ang="0">
                    <a:pos x="60" y="13"/>
                  </a:cxn>
                  <a:cxn ang="0">
                    <a:pos x="61" y="13"/>
                  </a:cxn>
                  <a:cxn ang="0">
                    <a:pos x="61" y="14"/>
                  </a:cxn>
                  <a:cxn ang="0">
                    <a:pos x="61" y="15"/>
                  </a:cxn>
                  <a:cxn ang="0">
                    <a:pos x="62" y="15"/>
                  </a:cxn>
                  <a:cxn ang="0">
                    <a:pos x="62" y="16"/>
                  </a:cxn>
                  <a:cxn ang="0">
                    <a:pos x="63" y="17"/>
                  </a:cxn>
                  <a:cxn ang="0">
                    <a:pos x="63" y="18"/>
                  </a:cxn>
                  <a:cxn ang="0">
                    <a:pos x="63" y="19"/>
                  </a:cxn>
                  <a:cxn ang="0">
                    <a:pos x="63" y="20"/>
                  </a:cxn>
                  <a:cxn ang="0">
                    <a:pos x="63" y="21"/>
                  </a:cxn>
                  <a:cxn ang="0">
                    <a:pos x="65" y="21"/>
                  </a:cxn>
                  <a:cxn ang="0">
                    <a:pos x="65" y="22"/>
                  </a:cxn>
                  <a:cxn ang="0">
                    <a:pos x="65" y="23"/>
                  </a:cxn>
                  <a:cxn ang="0">
                    <a:pos x="65" y="24"/>
                  </a:cxn>
                  <a:cxn ang="0">
                    <a:pos x="65" y="25"/>
                  </a:cxn>
                  <a:cxn ang="0">
                    <a:pos x="65" y="26"/>
                  </a:cxn>
                  <a:cxn ang="0">
                    <a:pos x="63" y="27"/>
                  </a:cxn>
                  <a:cxn ang="0">
                    <a:pos x="63" y="28"/>
                  </a:cxn>
                  <a:cxn ang="0">
                    <a:pos x="63" y="30"/>
                  </a:cxn>
                  <a:cxn ang="0">
                    <a:pos x="63" y="32"/>
                  </a:cxn>
                  <a:cxn ang="0">
                    <a:pos x="63" y="33"/>
                  </a:cxn>
                  <a:cxn ang="0">
                    <a:pos x="62" y="34"/>
                  </a:cxn>
                  <a:cxn ang="0">
                    <a:pos x="61" y="35"/>
                  </a:cxn>
                  <a:cxn ang="0">
                    <a:pos x="61" y="36"/>
                  </a:cxn>
                  <a:cxn ang="0">
                    <a:pos x="61" y="37"/>
                  </a:cxn>
                  <a:cxn ang="0">
                    <a:pos x="60" y="38"/>
                  </a:cxn>
                  <a:cxn ang="0">
                    <a:pos x="59" y="38"/>
                  </a:cxn>
                  <a:cxn ang="0">
                    <a:pos x="59" y="40"/>
                  </a:cxn>
                  <a:cxn ang="0">
                    <a:pos x="58" y="40"/>
                  </a:cxn>
                  <a:cxn ang="0">
                    <a:pos x="57" y="42"/>
                  </a:cxn>
                  <a:cxn ang="0">
                    <a:pos x="55" y="42"/>
                  </a:cxn>
                  <a:cxn ang="0">
                    <a:pos x="55" y="43"/>
                  </a:cxn>
                  <a:cxn ang="0">
                    <a:pos x="53" y="44"/>
                  </a:cxn>
                  <a:cxn ang="0">
                    <a:pos x="52" y="44"/>
                  </a:cxn>
                  <a:cxn ang="0">
                    <a:pos x="51" y="44"/>
                  </a:cxn>
                  <a:cxn ang="0">
                    <a:pos x="0" y="32"/>
                  </a:cxn>
                  <a:cxn ang="0">
                    <a:pos x="6" y="0"/>
                  </a:cxn>
                  <a:cxn ang="0">
                    <a:pos x="58" y="10"/>
                  </a:cxn>
                  <a:cxn ang="0">
                    <a:pos x="57" y="11"/>
                  </a:cxn>
                </a:cxnLst>
                <a:rect l="0" t="0" r="0" b="0"/>
                <a:pathLst>
                  <a:path w="66" h="45">
                    <a:moveTo>
                      <a:pt x="57" y="11"/>
                    </a:moveTo>
                    <a:lnTo>
                      <a:pt x="58" y="12"/>
                    </a:lnTo>
                    <a:lnTo>
                      <a:pt x="59" y="12"/>
                    </a:lnTo>
                    <a:lnTo>
                      <a:pt x="59" y="13"/>
                    </a:lnTo>
                    <a:lnTo>
                      <a:pt x="60" y="13"/>
                    </a:lnTo>
                    <a:lnTo>
                      <a:pt x="61" y="13"/>
                    </a:lnTo>
                    <a:lnTo>
                      <a:pt x="61" y="14"/>
                    </a:lnTo>
                    <a:lnTo>
                      <a:pt x="61" y="15"/>
                    </a:lnTo>
                    <a:lnTo>
                      <a:pt x="62" y="15"/>
                    </a:lnTo>
                    <a:lnTo>
                      <a:pt x="62" y="16"/>
                    </a:lnTo>
                    <a:lnTo>
                      <a:pt x="63" y="17"/>
                    </a:lnTo>
                    <a:lnTo>
                      <a:pt x="63" y="18"/>
                    </a:lnTo>
                    <a:lnTo>
                      <a:pt x="63" y="19"/>
                    </a:lnTo>
                    <a:lnTo>
                      <a:pt x="63" y="20"/>
                    </a:lnTo>
                    <a:lnTo>
                      <a:pt x="63" y="21"/>
                    </a:lnTo>
                    <a:lnTo>
                      <a:pt x="65" y="21"/>
                    </a:lnTo>
                    <a:lnTo>
                      <a:pt x="65" y="22"/>
                    </a:lnTo>
                    <a:lnTo>
                      <a:pt x="65" y="23"/>
                    </a:lnTo>
                    <a:lnTo>
                      <a:pt x="65" y="24"/>
                    </a:lnTo>
                    <a:lnTo>
                      <a:pt x="65" y="25"/>
                    </a:lnTo>
                    <a:lnTo>
                      <a:pt x="65" y="26"/>
                    </a:lnTo>
                    <a:lnTo>
                      <a:pt x="63" y="27"/>
                    </a:lnTo>
                    <a:lnTo>
                      <a:pt x="63" y="28"/>
                    </a:lnTo>
                    <a:lnTo>
                      <a:pt x="63" y="30"/>
                    </a:lnTo>
                    <a:lnTo>
                      <a:pt x="63" y="32"/>
                    </a:lnTo>
                    <a:lnTo>
                      <a:pt x="63" y="33"/>
                    </a:lnTo>
                    <a:lnTo>
                      <a:pt x="62" y="34"/>
                    </a:lnTo>
                    <a:lnTo>
                      <a:pt x="61" y="35"/>
                    </a:lnTo>
                    <a:lnTo>
                      <a:pt x="61" y="36"/>
                    </a:lnTo>
                    <a:lnTo>
                      <a:pt x="61" y="37"/>
                    </a:lnTo>
                    <a:lnTo>
                      <a:pt x="60" y="38"/>
                    </a:lnTo>
                    <a:lnTo>
                      <a:pt x="59" y="38"/>
                    </a:lnTo>
                    <a:lnTo>
                      <a:pt x="59" y="40"/>
                    </a:lnTo>
                    <a:lnTo>
                      <a:pt x="58" y="40"/>
                    </a:lnTo>
                    <a:lnTo>
                      <a:pt x="57" y="42"/>
                    </a:lnTo>
                    <a:lnTo>
                      <a:pt x="55" y="42"/>
                    </a:lnTo>
                    <a:lnTo>
                      <a:pt x="55" y="43"/>
                    </a:lnTo>
                    <a:lnTo>
                      <a:pt x="53" y="44"/>
                    </a:lnTo>
                    <a:lnTo>
                      <a:pt x="52" y="44"/>
                    </a:lnTo>
                    <a:lnTo>
                      <a:pt x="51" y="44"/>
                    </a:lnTo>
                    <a:lnTo>
                      <a:pt x="0" y="32"/>
                    </a:lnTo>
                    <a:lnTo>
                      <a:pt x="6" y="0"/>
                    </a:lnTo>
                    <a:lnTo>
                      <a:pt x="58" y="10"/>
                    </a:lnTo>
                    <a:lnTo>
                      <a:pt x="57" y="11"/>
                    </a:lnTo>
                  </a:path>
                </a:pathLst>
              </a:custGeom>
              <a:solidFill>
                <a:srgbClr val="FFFFFF"/>
              </a:solidFill>
              <a:ln w="12700">
                <a:noFill/>
              </a:ln>
            </p:spPr>
            <p:txBody>
              <a:bodyPr/>
              <a:lstStyle/>
              <a:p>
                <a:endParaRPr lang="zh-CN" altLang="en-US"/>
              </a:p>
            </p:txBody>
          </p:sp>
          <p:sp>
            <p:nvSpPr>
              <p:cNvPr id="31864" name="Freeform 121"/>
              <p:cNvSpPr/>
              <p:nvPr/>
            </p:nvSpPr>
            <p:spPr>
              <a:xfrm>
                <a:off x="3675" y="3372"/>
                <a:ext cx="66" cy="45"/>
              </a:xfrm>
              <a:custGeom>
                <a:avLst/>
                <a:gdLst/>
                <a:ahLst/>
                <a:cxnLst>
                  <a:cxn ang="0">
                    <a:pos x="57" y="11"/>
                  </a:cxn>
                  <a:cxn ang="0">
                    <a:pos x="61" y="13"/>
                  </a:cxn>
                  <a:cxn ang="0">
                    <a:pos x="63" y="18"/>
                  </a:cxn>
                  <a:cxn ang="0">
                    <a:pos x="65" y="23"/>
                  </a:cxn>
                  <a:cxn ang="0">
                    <a:pos x="63" y="30"/>
                  </a:cxn>
                  <a:cxn ang="0">
                    <a:pos x="61" y="36"/>
                  </a:cxn>
                  <a:cxn ang="0">
                    <a:pos x="58" y="40"/>
                  </a:cxn>
                  <a:cxn ang="0">
                    <a:pos x="55" y="43"/>
                  </a:cxn>
                  <a:cxn ang="0">
                    <a:pos x="51" y="44"/>
                  </a:cxn>
                  <a:cxn ang="0">
                    <a:pos x="0" y="32"/>
                  </a:cxn>
                  <a:cxn ang="0">
                    <a:pos x="6" y="0"/>
                  </a:cxn>
                  <a:cxn ang="0">
                    <a:pos x="58" y="10"/>
                  </a:cxn>
                  <a:cxn ang="0">
                    <a:pos x="57" y="11"/>
                  </a:cxn>
                </a:cxnLst>
                <a:rect l="0" t="0" r="0" b="0"/>
                <a:pathLst>
                  <a:path w="66" h="45">
                    <a:moveTo>
                      <a:pt x="57" y="11"/>
                    </a:moveTo>
                    <a:lnTo>
                      <a:pt x="61" y="13"/>
                    </a:lnTo>
                    <a:lnTo>
                      <a:pt x="63" y="18"/>
                    </a:lnTo>
                    <a:lnTo>
                      <a:pt x="65" y="23"/>
                    </a:lnTo>
                    <a:lnTo>
                      <a:pt x="63" y="30"/>
                    </a:lnTo>
                    <a:lnTo>
                      <a:pt x="61" y="36"/>
                    </a:lnTo>
                    <a:lnTo>
                      <a:pt x="58" y="40"/>
                    </a:lnTo>
                    <a:lnTo>
                      <a:pt x="55" y="43"/>
                    </a:lnTo>
                    <a:lnTo>
                      <a:pt x="51" y="44"/>
                    </a:lnTo>
                    <a:lnTo>
                      <a:pt x="0" y="32"/>
                    </a:lnTo>
                    <a:lnTo>
                      <a:pt x="6" y="0"/>
                    </a:lnTo>
                    <a:lnTo>
                      <a:pt x="58" y="10"/>
                    </a:lnTo>
                    <a:lnTo>
                      <a:pt x="57" y="1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65" name="Freeform 122"/>
              <p:cNvSpPr/>
              <p:nvPr/>
            </p:nvSpPr>
            <p:spPr>
              <a:xfrm>
                <a:off x="3668" y="3372"/>
                <a:ext cx="21" cy="34"/>
              </a:xfrm>
              <a:custGeom>
                <a:avLst/>
                <a:gdLst/>
                <a:ahLst/>
                <a:cxnLst>
                  <a:cxn ang="0">
                    <a:pos x="19" y="17"/>
                  </a:cxn>
                  <a:cxn ang="0">
                    <a:pos x="19" y="15"/>
                  </a:cxn>
                  <a:cxn ang="0">
                    <a:pos x="20" y="13"/>
                  </a:cxn>
                  <a:cxn ang="0">
                    <a:pos x="20" y="11"/>
                  </a:cxn>
                  <a:cxn ang="0">
                    <a:pos x="19" y="9"/>
                  </a:cxn>
                  <a:cxn ang="0">
                    <a:pos x="19" y="7"/>
                  </a:cxn>
                  <a:cxn ang="0">
                    <a:pos x="18" y="6"/>
                  </a:cxn>
                  <a:cxn ang="0">
                    <a:pos x="18" y="4"/>
                  </a:cxn>
                  <a:cxn ang="0">
                    <a:pos x="17" y="3"/>
                  </a:cxn>
                  <a:cxn ang="0">
                    <a:pos x="16" y="1"/>
                  </a:cxn>
                  <a:cxn ang="0">
                    <a:pos x="14" y="0"/>
                  </a:cxn>
                  <a:cxn ang="0">
                    <a:pos x="12" y="0"/>
                  </a:cxn>
                  <a:cxn ang="0">
                    <a:pos x="10" y="0"/>
                  </a:cxn>
                  <a:cxn ang="0">
                    <a:pos x="8" y="0"/>
                  </a:cxn>
                  <a:cxn ang="0">
                    <a:pos x="7" y="1"/>
                  </a:cxn>
                  <a:cxn ang="0">
                    <a:pos x="5" y="2"/>
                  </a:cxn>
                  <a:cxn ang="0">
                    <a:pos x="4" y="4"/>
                  </a:cxn>
                  <a:cxn ang="0">
                    <a:pos x="3" y="5"/>
                  </a:cxn>
                  <a:cxn ang="0">
                    <a:pos x="2" y="6"/>
                  </a:cxn>
                  <a:cxn ang="0">
                    <a:pos x="1" y="8"/>
                  </a:cxn>
                  <a:cxn ang="0">
                    <a:pos x="0" y="11"/>
                  </a:cxn>
                  <a:cxn ang="0">
                    <a:pos x="0" y="13"/>
                  </a:cxn>
                  <a:cxn ang="0">
                    <a:pos x="0" y="15"/>
                  </a:cxn>
                  <a:cxn ang="0">
                    <a:pos x="0" y="17"/>
                  </a:cxn>
                  <a:cxn ang="0">
                    <a:pos x="0" y="19"/>
                  </a:cxn>
                  <a:cxn ang="0">
                    <a:pos x="0" y="21"/>
                  </a:cxn>
                  <a:cxn ang="0">
                    <a:pos x="0" y="23"/>
                  </a:cxn>
                  <a:cxn ang="0">
                    <a:pos x="0" y="25"/>
                  </a:cxn>
                  <a:cxn ang="0">
                    <a:pos x="0" y="27"/>
                  </a:cxn>
                  <a:cxn ang="0">
                    <a:pos x="1" y="28"/>
                  </a:cxn>
                  <a:cxn ang="0">
                    <a:pos x="2" y="30"/>
                  </a:cxn>
                  <a:cxn ang="0">
                    <a:pos x="4" y="31"/>
                  </a:cxn>
                  <a:cxn ang="0">
                    <a:pos x="5" y="33"/>
                  </a:cxn>
                  <a:cxn ang="0">
                    <a:pos x="7" y="33"/>
                  </a:cxn>
                  <a:cxn ang="0">
                    <a:pos x="9" y="33"/>
                  </a:cxn>
                  <a:cxn ang="0">
                    <a:pos x="10" y="31"/>
                  </a:cxn>
                  <a:cxn ang="0">
                    <a:pos x="12" y="30"/>
                  </a:cxn>
                  <a:cxn ang="0">
                    <a:pos x="13" y="28"/>
                  </a:cxn>
                  <a:cxn ang="0">
                    <a:pos x="14" y="27"/>
                  </a:cxn>
                  <a:cxn ang="0">
                    <a:pos x="16" y="25"/>
                  </a:cxn>
                  <a:cxn ang="0">
                    <a:pos x="17" y="23"/>
                  </a:cxn>
                  <a:cxn ang="0">
                    <a:pos x="18" y="20"/>
                  </a:cxn>
                  <a:cxn ang="0">
                    <a:pos x="19" y="18"/>
                  </a:cxn>
                </a:cxnLst>
                <a:rect l="0" t="0" r="0" b="0"/>
                <a:pathLst>
                  <a:path w="21" h="34">
                    <a:moveTo>
                      <a:pt x="19" y="18"/>
                    </a:moveTo>
                    <a:lnTo>
                      <a:pt x="19" y="17"/>
                    </a:lnTo>
                    <a:lnTo>
                      <a:pt x="19" y="16"/>
                    </a:lnTo>
                    <a:lnTo>
                      <a:pt x="19" y="15"/>
                    </a:lnTo>
                    <a:lnTo>
                      <a:pt x="20" y="14"/>
                    </a:lnTo>
                    <a:lnTo>
                      <a:pt x="20" y="13"/>
                    </a:lnTo>
                    <a:lnTo>
                      <a:pt x="20" y="12"/>
                    </a:lnTo>
                    <a:lnTo>
                      <a:pt x="20" y="11"/>
                    </a:lnTo>
                    <a:lnTo>
                      <a:pt x="20" y="10"/>
                    </a:lnTo>
                    <a:lnTo>
                      <a:pt x="19" y="9"/>
                    </a:lnTo>
                    <a:lnTo>
                      <a:pt x="19" y="8"/>
                    </a:lnTo>
                    <a:lnTo>
                      <a:pt x="19" y="7"/>
                    </a:lnTo>
                    <a:lnTo>
                      <a:pt x="19" y="6"/>
                    </a:lnTo>
                    <a:lnTo>
                      <a:pt x="18" y="6"/>
                    </a:lnTo>
                    <a:lnTo>
                      <a:pt x="18" y="5"/>
                    </a:lnTo>
                    <a:lnTo>
                      <a:pt x="18" y="4"/>
                    </a:lnTo>
                    <a:lnTo>
                      <a:pt x="17" y="4"/>
                    </a:lnTo>
                    <a:lnTo>
                      <a:pt x="17" y="3"/>
                    </a:lnTo>
                    <a:lnTo>
                      <a:pt x="16" y="2"/>
                    </a:lnTo>
                    <a:lnTo>
                      <a:pt x="16" y="1"/>
                    </a:lnTo>
                    <a:lnTo>
                      <a:pt x="15" y="1"/>
                    </a:lnTo>
                    <a:lnTo>
                      <a:pt x="14" y="0"/>
                    </a:lnTo>
                    <a:lnTo>
                      <a:pt x="13" y="0"/>
                    </a:lnTo>
                    <a:lnTo>
                      <a:pt x="12" y="0"/>
                    </a:lnTo>
                    <a:lnTo>
                      <a:pt x="11" y="0"/>
                    </a:lnTo>
                    <a:lnTo>
                      <a:pt x="10" y="0"/>
                    </a:lnTo>
                    <a:lnTo>
                      <a:pt x="9" y="0"/>
                    </a:lnTo>
                    <a:lnTo>
                      <a:pt x="8" y="0"/>
                    </a:lnTo>
                    <a:lnTo>
                      <a:pt x="7" y="0"/>
                    </a:lnTo>
                    <a:lnTo>
                      <a:pt x="7" y="1"/>
                    </a:lnTo>
                    <a:lnTo>
                      <a:pt x="6" y="1"/>
                    </a:lnTo>
                    <a:lnTo>
                      <a:pt x="5" y="2"/>
                    </a:lnTo>
                    <a:lnTo>
                      <a:pt x="5" y="3"/>
                    </a:lnTo>
                    <a:lnTo>
                      <a:pt x="4" y="4"/>
                    </a:lnTo>
                    <a:lnTo>
                      <a:pt x="3" y="4"/>
                    </a:lnTo>
                    <a:lnTo>
                      <a:pt x="3" y="5"/>
                    </a:lnTo>
                    <a:lnTo>
                      <a:pt x="3" y="6"/>
                    </a:lnTo>
                    <a:lnTo>
                      <a:pt x="2" y="6"/>
                    </a:lnTo>
                    <a:lnTo>
                      <a:pt x="2" y="7"/>
                    </a:lnTo>
                    <a:lnTo>
                      <a:pt x="1" y="8"/>
                    </a:lnTo>
                    <a:lnTo>
                      <a:pt x="0" y="9"/>
                    </a:lnTo>
                    <a:lnTo>
                      <a:pt x="0" y="11"/>
                    </a:lnTo>
                    <a:lnTo>
                      <a:pt x="0" y="12"/>
                    </a:lnTo>
                    <a:lnTo>
                      <a:pt x="0" y="13"/>
                    </a:lnTo>
                    <a:lnTo>
                      <a:pt x="0" y="14"/>
                    </a:lnTo>
                    <a:lnTo>
                      <a:pt x="0" y="15"/>
                    </a:lnTo>
                    <a:lnTo>
                      <a:pt x="0" y="16"/>
                    </a:lnTo>
                    <a:lnTo>
                      <a:pt x="0" y="17"/>
                    </a:lnTo>
                    <a:lnTo>
                      <a:pt x="0" y="18"/>
                    </a:lnTo>
                    <a:lnTo>
                      <a:pt x="0" y="19"/>
                    </a:lnTo>
                    <a:lnTo>
                      <a:pt x="0" y="20"/>
                    </a:lnTo>
                    <a:lnTo>
                      <a:pt x="0" y="21"/>
                    </a:lnTo>
                    <a:lnTo>
                      <a:pt x="0" y="22"/>
                    </a:lnTo>
                    <a:lnTo>
                      <a:pt x="0" y="23"/>
                    </a:lnTo>
                    <a:lnTo>
                      <a:pt x="0" y="24"/>
                    </a:lnTo>
                    <a:lnTo>
                      <a:pt x="0" y="25"/>
                    </a:lnTo>
                    <a:lnTo>
                      <a:pt x="0" y="26"/>
                    </a:lnTo>
                    <a:lnTo>
                      <a:pt x="0" y="27"/>
                    </a:lnTo>
                    <a:lnTo>
                      <a:pt x="0" y="28"/>
                    </a:lnTo>
                    <a:lnTo>
                      <a:pt x="1" y="28"/>
                    </a:lnTo>
                    <a:lnTo>
                      <a:pt x="2" y="29"/>
                    </a:lnTo>
                    <a:lnTo>
                      <a:pt x="2" y="30"/>
                    </a:lnTo>
                    <a:lnTo>
                      <a:pt x="3" y="30"/>
                    </a:lnTo>
                    <a:lnTo>
                      <a:pt x="4" y="31"/>
                    </a:lnTo>
                    <a:lnTo>
                      <a:pt x="5" y="31"/>
                    </a:lnTo>
                    <a:lnTo>
                      <a:pt x="5" y="33"/>
                    </a:lnTo>
                    <a:lnTo>
                      <a:pt x="6" y="33"/>
                    </a:lnTo>
                    <a:lnTo>
                      <a:pt x="7" y="33"/>
                    </a:lnTo>
                    <a:lnTo>
                      <a:pt x="8" y="33"/>
                    </a:lnTo>
                    <a:lnTo>
                      <a:pt x="9" y="33"/>
                    </a:lnTo>
                    <a:lnTo>
                      <a:pt x="9" y="31"/>
                    </a:lnTo>
                    <a:lnTo>
                      <a:pt x="10" y="31"/>
                    </a:lnTo>
                    <a:lnTo>
                      <a:pt x="11" y="30"/>
                    </a:lnTo>
                    <a:lnTo>
                      <a:pt x="12" y="30"/>
                    </a:lnTo>
                    <a:lnTo>
                      <a:pt x="13" y="29"/>
                    </a:lnTo>
                    <a:lnTo>
                      <a:pt x="13" y="28"/>
                    </a:lnTo>
                    <a:lnTo>
                      <a:pt x="14" y="28"/>
                    </a:lnTo>
                    <a:lnTo>
                      <a:pt x="14" y="27"/>
                    </a:lnTo>
                    <a:lnTo>
                      <a:pt x="15" y="26"/>
                    </a:lnTo>
                    <a:lnTo>
                      <a:pt x="16" y="25"/>
                    </a:lnTo>
                    <a:lnTo>
                      <a:pt x="16" y="24"/>
                    </a:lnTo>
                    <a:lnTo>
                      <a:pt x="17" y="23"/>
                    </a:lnTo>
                    <a:lnTo>
                      <a:pt x="17" y="22"/>
                    </a:lnTo>
                    <a:lnTo>
                      <a:pt x="18" y="20"/>
                    </a:lnTo>
                    <a:lnTo>
                      <a:pt x="18" y="19"/>
                    </a:lnTo>
                    <a:lnTo>
                      <a:pt x="19" y="18"/>
                    </a:lnTo>
                  </a:path>
                </a:pathLst>
              </a:custGeom>
              <a:solidFill>
                <a:srgbClr val="FFFFFF"/>
              </a:solidFill>
              <a:ln w="12700">
                <a:noFill/>
              </a:ln>
            </p:spPr>
            <p:txBody>
              <a:bodyPr/>
              <a:lstStyle/>
              <a:p>
                <a:endParaRPr lang="zh-CN" altLang="en-US"/>
              </a:p>
            </p:txBody>
          </p:sp>
          <p:sp>
            <p:nvSpPr>
              <p:cNvPr id="31866" name="Freeform 123"/>
              <p:cNvSpPr/>
              <p:nvPr/>
            </p:nvSpPr>
            <p:spPr>
              <a:xfrm>
                <a:off x="3668" y="3372"/>
                <a:ext cx="21" cy="34"/>
              </a:xfrm>
              <a:custGeom>
                <a:avLst/>
                <a:gdLst/>
                <a:ahLst/>
                <a:cxnLst>
                  <a:cxn ang="0">
                    <a:pos x="19" y="18"/>
                  </a:cxn>
                  <a:cxn ang="0">
                    <a:pos x="20" y="11"/>
                  </a:cxn>
                  <a:cxn ang="0">
                    <a:pos x="18" y="6"/>
                  </a:cxn>
                  <a:cxn ang="0">
                    <a:pos x="16" y="1"/>
                  </a:cxn>
                  <a:cxn ang="0">
                    <a:pos x="12" y="0"/>
                  </a:cxn>
                  <a:cxn ang="0">
                    <a:pos x="9" y="0"/>
                  </a:cxn>
                  <a:cxn ang="0">
                    <a:pos x="5" y="3"/>
                  </a:cxn>
                  <a:cxn ang="0">
                    <a:pos x="2" y="7"/>
                  </a:cxn>
                  <a:cxn ang="0">
                    <a:pos x="0" y="14"/>
                  </a:cxn>
                  <a:cxn ang="0">
                    <a:pos x="0" y="20"/>
                  </a:cxn>
                  <a:cxn ang="0">
                    <a:pos x="0" y="26"/>
                  </a:cxn>
                  <a:cxn ang="0">
                    <a:pos x="2" y="30"/>
                  </a:cxn>
                  <a:cxn ang="0">
                    <a:pos x="5" y="33"/>
                  </a:cxn>
                  <a:cxn ang="0">
                    <a:pos x="9" y="31"/>
                  </a:cxn>
                  <a:cxn ang="0">
                    <a:pos x="13" y="28"/>
                  </a:cxn>
                  <a:cxn ang="0">
                    <a:pos x="16" y="24"/>
                  </a:cxn>
                  <a:cxn ang="0">
                    <a:pos x="19" y="18"/>
                  </a:cxn>
                </a:cxnLst>
                <a:rect l="0" t="0" r="0" b="0"/>
                <a:pathLst>
                  <a:path w="21" h="34">
                    <a:moveTo>
                      <a:pt x="19" y="18"/>
                    </a:moveTo>
                    <a:lnTo>
                      <a:pt x="20" y="11"/>
                    </a:lnTo>
                    <a:lnTo>
                      <a:pt x="18" y="6"/>
                    </a:lnTo>
                    <a:lnTo>
                      <a:pt x="16" y="1"/>
                    </a:lnTo>
                    <a:lnTo>
                      <a:pt x="12" y="0"/>
                    </a:lnTo>
                    <a:lnTo>
                      <a:pt x="9" y="0"/>
                    </a:lnTo>
                    <a:lnTo>
                      <a:pt x="5" y="3"/>
                    </a:lnTo>
                    <a:lnTo>
                      <a:pt x="2" y="7"/>
                    </a:lnTo>
                    <a:lnTo>
                      <a:pt x="0" y="14"/>
                    </a:lnTo>
                    <a:lnTo>
                      <a:pt x="0" y="20"/>
                    </a:lnTo>
                    <a:lnTo>
                      <a:pt x="0" y="26"/>
                    </a:lnTo>
                    <a:lnTo>
                      <a:pt x="2" y="30"/>
                    </a:lnTo>
                    <a:lnTo>
                      <a:pt x="5" y="33"/>
                    </a:lnTo>
                    <a:lnTo>
                      <a:pt x="9" y="31"/>
                    </a:lnTo>
                    <a:lnTo>
                      <a:pt x="13" y="28"/>
                    </a:lnTo>
                    <a:lnTo>
                      <a:pt x="16" y="24"/>
                    </a:lnTo>
                    <a:lnTo>
                      <a:pt x="19" y="1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67" name="Freeform 124"/>
              <p:cNvSpPr/>
              <p:nvPr/>
            </p:nvSpPr>
            <p:spPr>
              <a:xfrm>
                <a:off x="3704" y="3315"/>
                <a:ext cx="73" cy="76"/>
              </a:xfrm>
              <a:custGeom>
                <a:avLst/>
                <a:gdLst/>
                <a:ahLst/>
                <a:cxnLst>
                  <a:cxn ang="0">
                    <a:pos x="72" y="39"/>
                  </a:cxn>
                  <a:cxn ang="0">
                    <a:pos x="60" y="0"/>
                  </a:cxn>
                  <a:cxn ang="0">
                    <a:pos x="12" y="30"/>
                  </a:cxn>
                  <a:cxn ang="0">
                    <a:pos x="0" y="67"/>
                  </a:cxn>
                  <a:cxn ang="0">
                    <a:pos x="30" y="75"/>
                  </a:cxn>
                  <a:cxn ang="0">
                    <a:pos x="72" y="39"/>
                  </a:cxn>
                </a:cxnLst>
                <a:rect l="0" t="0" r="0" b="0"/>
                <a:pathLst>
                  <a:path w="73" h="76">
                    <a:moveTo>
                      <a:pt x="72" y="39"/>
                    </a:moveTo>
                    <a:lnTo>
                      <a:pt x="60" y="0"/>
                    </a:lnTo>
                    <a:lnTo>
                      <a:pt x="12" y="30"/>
                    </a:lnTo>
                    <a:lnTo>
                      <a:pt x="0" y="67"/>
                    </a:lnTo>
                    <a:lnTo>
                      <a:pt x="30" y="75"/>
                    </a:lnTo>
                    <a:lnTo>
                      <a:pt x="72" y="39"/>
                    </a:lnTo>
                  </a:path>
                </a:pathLst>
              </a:custGeom>
              <a:solidFill>
                <a:srgbClr val="FFFFFF"/>
              </a:solidFill>
              <a:ln w="12700">
                <a:noFill/>
              </a:ln>
            </p:spPr>
            <p:txBody>
              <a:bodyPr/>
              <a:lstStyle/>
              <a:p>
                <a:endParaRPr lang="zh-CN" altLang="en-US"/>
              </a:p>
            </p:txBody>
          </p:sp>
          <p:sp>
            <p:nvSpPr>
              <p:cNvPr id="31868" name="Freeform 125"/>
              <p:cNvSpPr/>
              <p:nvPr/>
            </p:nvSpPr>
            <p:spPr>
              <a:xfrm>
                <a:off x="3704" y="3315"/>
                <a:ext cx="73" cy="76"/>
              </a:xfrm>
              <a:custGeom>
                <a:avLst/>
                <a:gdLst/>
                <a:ahLst/>
                <a:cxnLst>
                  <a:cxn ang="0">
                    <a:pos x="72" y="39"/>
                  </a:cxn>
                  <a:cxn ang="0">
                    <a:pos x="60" y="0"/>
                  </a:cxn>
                  <a:cxn ang="0">
                    <a:pos x="12" y="30"/>
                  </a:cxn>
                  <a:cxn ang="0">
                    <a:pos x="0" y="67"/>
                  </a:cxn>
                  <a:cxn ang="0">
                    <a:pos x="30" y="75"/>
                  </a:cxn>
                  <a:cxn ang="0">
                    <a:pos x="72" y="39"/>
                  </a:cxn>
                </a:cxnLst>
                <a:rect l="0" t="0" r="0" b="0"/>
                <a:pathLst>
                  <a:path w="73" h="76">
                    <a:moveTo>
                      <a:pt x="72" y="39"/>
                    </a:moveTo>
                    <a:lnTo>
                      <a:pt x="60" y="0"/>
                    </a:lnTo>
                    <a:lnTo>
                      <a:pt x="12" y="30"/>
                    </a:lnTo>
                    <a:lnTo>
                      <a:pt x="0" y="67"/>
                    </a:lnTo>
                    <a:lnTo>
                      <a:pt x="30" y="75"/>
                    </a:lnTo>
                    <a:lnTo>
                      <a:pt x="72" y="3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69" name="Freeform 126"/>
              <p:cNvSpPr/>
              <p:nvPr/>
            </p:nvSpPr>
            <p:spPr>
              <a:xfrm>
                <a:off x="3166" y="2026"/>
                <a:ext cx="85" cy="59"/>
              </a:xfrm>
              <a:custGeom>
                <a:avLst/>
                <a:gdLst/>
                <a:ahLst/>
                <a:cxnLst>
                  <a:cxn ang="0">
                    <a:pos x="51" y="0"/>
                  </a:cxn>
                  <a:cxn ang="0">
                    <a:pos x="84" y="25"/>
                  </a:cxn>
                  <a:cxn ang="0">
                    <a:pos x="39" y="58"/>
                  </a:cxn>
                  <a:cxn ang="0">
                    <a:pos x="0" y="56"/>
                  </a:cxn>
                  <a:cxn ang="0">
                    <a:pos x="3" y="25"/>
                  </a:cxn>
                  <a:cxn ang="0">
                    <a:pos x="51" y="0"/>
                  </a:cxn>
                </a:cxnLst>
                <a:rect l="0" t="0" r="0" b="0"/>
                <a:pathLst>
                  <a:path w="85" h="59">
                    <a:moveTo>
                      <a:pt x="51" y="0"/>
                    </a:moveTo>
                    <a:lnTo>
                      <a:pt x="84" y="25"/>
                    </a:lnTo>
                    <a:lnTo>
                      <a:pt x="39" y="58"/>
                    </a:lnTo>
                    <a:lnTo>
                      <a:pt x="0" y="56"/>
                    </a:lnTo>
                    <a:lnTo>
                      <a:pt x="3" y="25"/>
                    </a:lnTo>
                    <a:lnTo>
                      <a:pt x="51" y="0"/>
                    </a:lnTo>
                  </a:path>
                </a:pathLst>
              </a:custGeom>
              <a:solidFill>
                <a:srgbClr val="FFFFFF"/>
              </a:solidFill>
              <a:ln w="12700">
                <a:noFill/>
              </a:ln>
            </p:spPr>
            <p:txBody>
              <a:bodyPr/>
              <a:lstStyle/>
              <a:p>
                <a:endParaRPr lang="zh-CN" altLang="en-US"/>
              </a:p>
            </p:txBody>
          </p:sp>
          <p:sp>
            <p:nvSpPr>
              <p:cNvPr id="31870" name="Freeform 127"/>
              <p:cNvSpPr/>
              <p:nvPr/>
            </p:nvSpPr>
            <p:spPr>
              <a:xfrm>
                <a:off x="3166" y="2026"/>
                <a:ext cx="85" cy="59"/>
              </a:xfrm>
              <a:custGeom>
                <a:avLst/>
                <a:gdLst/>
                <a:ahLst/>
                <a:cxnLst>
                  <a:cxn ang="0">
                    <a:pos x="51" y="0"/>
                  </a:cxn>
                  <a:cxn ang="0">
                    <a:pos x="84" y="25"/>
                  </a:cxn>
                  <a:cxn ang="0">
                    <a:pos x="39" y="58"/>
                  </a:cxn>
                  <a:cxn ang="0">
                    <a:pos x="0" y="56"/>
                  </a:cxn>
                  <a:cxn ang="0">
                    <a:pos x="3" y="25"/>
                  </a:cxn>
                  <a:cxn ang="0">
                    <a:pos x="51" y="0"/>
                  </a:cxn>
                </a:cxnLst>
                <a:rect l="0" t="0" r="0" b="0"/>
                <a:pathLst>
                  <a:path w="85" h="59">
                    <a:moveTo>
                      <a:pt x="51" y="0"/>
                    </a:moveTo>
                    <a:lnTo>
                      <a:pt x="84" y="25"/>
                    </a:lnTo>
                    <a:lnTo>
                      <a:pt x="39" y="58"/>
                    </a:lnTo>
                    <a:lnTo>
                      <a:pt x="0" y="56"/>
                    </a:lnTo>
                    <a:lnTo>
                      <a:pt x="3" y="25"/>
                    </a:lnTo>
                    <a:lnTo>
                      <a:pt x="5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71" name="Freeform 128"/>
              <p:cNvSpPr/>
              <p:nvPr/>
            </p:nvSpPr>
            <p:spPr>
              <a:xfrm>
                <a:off x="3050" y="2085"/>
                <a:ext cx="86" cy="58"/>
              </a:xfrm>
              <a:custGeom>
                <a:avLst/>
                <a:gdLst/>
                <a:ahLst/>
                <a:cxnLst>
                  <a:cxn ang="0">
                    <a:pos x="32" y="57"/>
                  </a:cxn>
                  <a:cxn ang="0">
                    <a:pos x="0" y="30"/>
                  </a:cxn>
                  <a:cxn ang="0">
                    <a:pos x="45" y="0"/>
                  </a:cxn>
                  <a:cxn ang="0">
                    <a:pos x="85" y="1"/>
                  </a:cxn>
                  <a:cxn ang="0">
                    <a:pos x="80" y="30"/>
                  </a:cxn>
                  <a:cxn ang="0">
                    <a:pos x="32" y="57"/>
                  </a:cxn>
                </a:cxnLst>
                <a:rect l="0" t="0" r="0" b="0"/>
                <a:pathLst>
                  <a:path w="86" h="58">
                    <a:moveTo>
                      <a:pt x="32" y="57"/>
                    </a:moveTo>
                    <a:lnTo>
                      <a:pt x="0" y="30"/>
                    </a:lnTo>
                    <a:lnTo>
                      <a:pt x="45" y="0"/>
                    </a:lnTo>
                    <a:lnTo>
                      <a:pt x="85" y="1"/>
                    </a:lnTo>
                    <a:lnTo>
                      <a:pt x="80" y="30"/>
                    </a:lnTo>
                    <a:lnTo>
                      <a:pt x="32" y="57"/>
                    </a:lnTo>
                  </a:path>
                </a:pathLst>
              </a:custGeom>
              <a:solidFill>
                <a:srgbClr val="FFFFFF"/>
              </a:solidFill>
              <a:ln w="12700">
                <a:noFill/>
              </a:ln>
            </p:spPr>
            <p:txBody>
              <a:bodyPr/>
              <a:lstStyle/>
              <a:p>
                <a:endParaRPr lang="zh-CN" altLang="en-US"/>
              </a:p>
            </p:txBody>
          </p:sp>
          <p:sp>
            <p:nvSpPr>
              <p:cNvPr id="31872" name="Freeform 129"/>
              <p:cNvSpPr/>
              <p:nvPr/>
            </p:nvSpPr>
            <p:spPr>
              <a:xfrm>
                <a:off x="3050" y="2085"/>
                <a:ext cx="86" cy="58"/>
              </a:xfrm>
              <a:custGeom>
                <a:avLst/>
                <a:gdLst/>
                <a:ahLst/>
                <a:cxnLst>
                  <a:cxn ang="0">
                    <a:pos x="32" y="57"/>
                  </a:cxn>
                  <a:cxn ang="0">
                    <a:pos x="0" y="30"/>
                  </a:cxn>
                  <a:cxn ang="0">
                    <a:pos x="45" y="0"/>
                  </a:cxn>
                  <a:cxn ang="0">
                    <a:pos x="85" y="1"/>
                  </a:cxn>
                  <a:cxn ang="0">
                    <a:pos x="80" y="30"/>
                  </a:cxn>
                  <a:cxn ang="0">
                    <a:pos x="32" y="57"/>
                  </a:cxn>
                </a:cxnLst>
                <a:rect l="0" t="0" r="0" b="0"/>
                <a:pathLst>
                  <a:path w="86" h="58">
                    <a:moveTo>
                      <a:pt x="32" y="57"/>
                    </a:moveTo>
                    <a:lnTo>
                      <a:pt x="0" y="30"/>
                    </a:lnTo>
                    <a:lnTo>
                      <a:pt x="45" y="0"/>
                    </a:lnTo>
                    <a:lnTo>
                      <a:pt x="85" y="1"/>
                    </a:lnTo>
                    <a:lnTo>
                      <a:pt x="80" y="30"/>
                    </a:lnTo>
                    <a:lnTo>
                      <a:pt x="32" y="5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73" name="Freeform 130"/>
              <p:cNvSpPr/>
              <p:nvPr/>
            </p:nvSpPr>
            <p:spPr>
              <a:xfrm>
                <a:off x="3044" y="2107"/>
                <a:ext cx="86" cy="58"/>
              </a:xfrm>
              <a:custGeom>
                <a:avLst/>
                <a:gdLst/>
                <a:ahLst/>
                <a:cxnLst>
                  <a:cxn ang="0">
                    <a:pos x="32" y="57"/>
                  </a:cxn>
                  <a:cxn ang="0">
                    <a:pos x="0" y="31"/>
                  </a:cxn>
                  <a:cxn ang="0">
                    <a:pos x="45" y="0"/>
                  </a:cxn>
                  <a:cxn ang="0">
                    <a:pos x="85" y="1"/>
                  </a:cxn>
                  <a:cxn ang="0">
                    <a:pos x="80" y="30"/>
                  </a:cxn>
                  <a:cxn ang="0">
                    <a:pos x="32" y="57"/>
                  </a:cxn>
                </a:cxnLst>
                <a:rect l="0" t="0" r="0" b="0"/>
                <a:pathLst>
                  <a:path w="86" h="58">
                    <a:moveTo>
                      <a:pt x="32" y="57"/>
                    </a:moveTo>
                    <a:lnTo>
                      <a:pt x="0" y="31"/>
                    </a:lnTo>
                    <a:lnTo>
                      <a:pt x="45" y="0"/>
                    </a:lnTo>
                    <a:lnTo>
                      <a:pt x="85" y="1"/>
                    </a:lnTo>
                    <a:lnTo>
                      <a:pt x="80" y="30"/>
                    </a:lnTo>
                    <a:lnTo>
                      <a:pt x="32" y="57"/>
                    </a:lnTo>
                  </a:path>
                </a:pathLst>
              </a:custGeom>
              <a:solidFill>
                <a:srgbClr val="FFFFFF"/>
              </a:solidFill>
              <a:ln w="12700">
                <a:noFill/>
              </a:ln>
            </p:spPr>
            <p:txBody>
              <a:bodyPr/>
              <a:lstStyle/>
              <a:p>
                <a:endParaRPr lang="zh-CN" altLang="en-US"/>
              </a:p>
            </p:txBody>
          </p:sp>
          <p:sp>
            <p:nvSpPr>
              <p:cNvPr id="31874" name="Freeform 131"/>
              <p:cNvSpPr/>
              <p:nvPr/>
            </p:nvSpPr>
            <p:spPr>
              <a:xfrm>
                <a:off x="3044" y="2107"/>
                <a:ext cx="86" cy="58"/>
              </a:xfrm>
              <a:custGeom>
                <a:avLst/>
                <a:gdLst/>
                <a:ahLst/>
                <a:cxnLst>
                  <a:cxn ang="0">
                    <a:pos x="32" y="57"/>
                  </a:cxn>
                  <a:cxn ang="0">
                    <a:pos x="0" y="31"/>
                  </a:cxn>
                  <a:cxn ang="0">
                    <a:pos x="45" y="0"/>
                  </a:cxn>
                  <a:cxn ang="0">
                    <a:pos x="85" y="1"/>
                  </a:cxn>
                  <a:cxn ang="0">
                    <a:pos x="80" y="30"/>
                  </a:cxn>
                  <a:cxn ang="0">
                    <a:pos x="32" y="57"/>
                  </a:cxn>
                </a:cxnLst>
                <a:rect l="0" t="0" r="0" b="0"/>
                <a:pathLst>
                  <a:path w="86" h="58">
                    <a:moveTo>
                      <a:pt x="32" y="57"/>
                    </a:moveTo>
                    <a:lnTo>
                      <a:pt x="0" y="31"/>
                    </a:lnTo>
                    <a:lnTo>
                      <a:pt x="45" y="0"/>
                    </a:lnTo>
                    <a:lnTo>
                      <a:pt x="85" y="1"/>
                    </a:lnTo>
                    <a:lnTo>
                      <a:pt x="80" y="30"/>
                    </a:lnTo>
                    <a:lnTo>
                      <a:pt x="32" y="5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75" name="Freeform 132"/>
              <p:cNvSpPr/>
              <p:nvPr/>
            </p:nvSpPr>
            <p:spPr>
              <a:xfrm>
                <a:off x="3131" y="2063"/>
                <a:ext cx="43" cy="65"/>
              </a:xfrm>
              <a:custGeom>
                <a:avLst/>
                <a:gdLst/>
                <a:ahLst/>
                <a:cxnLst>
                  <a:cxn ang="0">
                    <a:pos x="40" y="12"/>
                  </a:cxn>
                  <a:cxn ang="0">
                    <a:pos x="40" y="11"/>
                  </a:cxn>
                  <a:cxn ang="0">
                    <a:pos x="40" y="10"/>
                  </a:cxn>
                  <a:cxn ang="0">
                    <a:pos x="39" y="9"/>
                  </a:cxn>
                  <a:cxn ang="0">
                    <a:pos x="39" y="8"/>
                  </a:cxn>
                  <a:cxn ang="0">
                    <a:pos x="38" y="7"/>
                  </a:cxn>
                  <a:cxn ang="0">
                    <a:pos x="38" y="6"/>
                  </a:cxn>
                  <a:cxn ang="0">
                    <a:pos x="37" y="5"/>
                  </a:cxn>
                  <a:cxn ang="0">
                    <a:pos x="36" y="5"/>
                  </a:cxn>
                  <a:cxn ang="0">
                    <a:pos x="36" y="4"/>
                  </a:cxn>
                  <a:cxn ang="0">
                    <a:pos x="35" y="3"/>
                  </a:cxn>
                  <a:cxn ang="0">
                    <a:pos x="34" y="3"/>
                  </a:cxn>
                  <a:cxn ang="0">
                    <a:pos x="32" y="3"/>
                  </a:cxn>
                  <a:cxn ang="0">
                    <a:pos x="32" y="2"/>
                  </a:cxn>
                  <a:cxn ang="0">
                    <a:pos x="32" y="1"/>
                  </a:cxn>
                  <a:cxn ang="0">
                    <a:pos x="30" y="1"/>
                  </a:cxn>
                  <a:cxn ang="0">
                    <a:pos x="28" y="1"/>
                  </a:cxn>
                  <a:cxn ang="0">
                    <a:pos x="27" y="1"/>
                  </a:cxn>
                  <a:cxn ang="0">
                    <a:pos x="26" y="0"/>
                  </a:cxn>
                  <a:cxn ang="0">
                    <a:pos x="25" y="0"/>
                  </a:cxn>
                  <a:cxn ang="0">
                    <a:pos x="24" y="0"/>
                  </a:cxn>
                  <a:cxn ang="0">
                    <a:pos x="22" y="0"/>
                  </a:cxn>
                  <a:cxn ang="0">
                    <a:pos x="21" y="0"/>
                  </a:cxn>
                  <a:cxn ang="0">
                    <a:pos x="20" y="0"/>
                  </a:cxn>
                  <a:cxn ang="0">
                    <a:pos x="19" y="0"/>
                  </a:cxn>
                  <a:cxn ang="0">
                    <a:pos x="18" y="0"/>
                  </a:cxn>
                  <a:cxn ang="0">
                    <a:pos x="17" y="0"/>
                  </a:cxn>
                  <a:cxn ang="0">
                    <a:pos x="16" y="0"/>
                  </a:cxn>
                  <a:cxn ang="0">
                    <a:pos x="15" y="0"/>
                  </a:cxn>
                  <a:cxn ang="0">
                    <a:pos x="15" y="1"/>
                  </a:cxn>
                  <a:cxn ang="0">
                    <a:pos x="14" y="1"/>
                  </a:cxn>
                  <a:cxn ang="0">
                    <a:pos x="13" y="1"/>
                  </a:cxn>
                  <a:cxn ang="0">
                    <a:pos x="12" y="1"/>
                  </a:cxn>
                  <a:cxn ang="0">
                    <a:pos x="11" y="2"/>
                  </a:cxn>
                  <a:cxn ang="0">
                    <a:pos x="10" y="3"/>
                  </a:cxn>
                  <a:cxn ang="0">
                    <a:pos x="9" y="3"/>
                  </a:cxn>
                  <a:cxn ang="0">
                    <a:pos x="8" y="4"/>
                  </a:cxn>
                  <a:cxn ang="0">
                    <a:pos x="8" y="5"/>
                  </a:cxn>
                  <a:cxn ang="0">
                    <a:pos x="7" y="5"/>
                  </a:cxn>
                  <a:cxn ang="0">
                    <a:pos x="7" y="6"/>
                  </a:cxn>
                  <a:cxn ang="0">
                    <a:pos x="7" y="7"/>
                  </a:cxn>
                  <a:cxn ang="0">
                    <a:pos x="0" y="58"/>
                  </a:cxn>
                  <a:cxn ang="0">
                    <a:pos x="32" y="64"/>
                  </a:cxn>
                  <a:cxn ang="0">
                    <a:pos x="42" y="12"/>
                  </a:cxn>
                  <a:cxn ang="0">
                    <a:pos x="40" y="12"/>
                  </a:cxn>
                </a:cxnLst>
                <a:rect l="0" t="0" r="0" b="0"/>
                <a:pathLst>
                  <a:path w="43" h="65">
                    <a:moveTo>
                      <a:pt x="40" y="12"/>
                    </a:moveTo>
                    <a:lnTo>
                      <a:pt x="40" y="11"/>
                    </a:lnTo>
                    <a:lnTo>
                      <a:pt x="40" y="10"/>
                    </a:lnTo>
                    <a:lnTo>
                      <a:pt x="39" y="9"/>
                    </a:lnTo>
                    <a:lnTo>
                      <a:pt x="39" y="8"/>
                    </a:lnTo>
                    <a:lnTo>
                      <a:pt x="38" y="7"/>
                    </a:lnTo>
                    <a:lnTo>
                      <a:pt x="38" y="6"/>
                    </a:lnTo>
                    <a:lnTo>
                      <a:pt x="37" y="5"/>
                    </a:lnTo>
                    <a:lnTo>
                      <a:pt x="36" y="5"/>
                    </a:lnTo>
                    <a:lnTo>
                      <a:pt x="36" y="4"/>
                    </a:lnTo>
                    <a:lnTo>
                      <a:pt x="35" y="3"/>
                    </a:lnTo>
                    <a:lnTo>
                      <a:pt x="34" y="3"/>
                    </a:lnTo>
                    <a:lnTo>
                      <a:pt x="32" y="3"/>
                    </a:lnTo>
                    <a:lnTo>
                      <a:pt x="32" y="2"/>
                    </a:lnTo>
                    <a:lnTo>
                      <a:pt x="32" y="1"/>
                    </a:lnTo>
                    <a:lnTo>
                      <a:pt x="30" y="1"/>
                    </a:lnTo>
                    <a:lnTo>
                      <a:pt x="28" y="1"/>
                    </a:lnTo>
                    <a:lnTo>
                      <a:pt x="27" y="1"/>
                    </a:lnTo>
                    <a:lnTo>
                      <a:pt x="26" y="0"/>
                    </a:lnTo>
                    <a:lnTo>
                      <a:pt x="25" y="0"/>
                    </a:lnTo>
                    <a:lnTo>
                      <a:pt x="24" y="0"/>
                    </a:lnTo>
                    <a:lnTo>
                      <a:pt x="22" y="0"/>
                    </a:lnTo>
                    <a:lnTo>
                      <a:pt x="21" y="0"/>
                    </a:lnTo>
                    <a:lnTo>
                      <a:pt x="20" y="0"/>
                    </a:lnTo>
                    <a:lnTo>
                      <a:pt x="19" y="0"/>
                    </a:lnTo>
                    <a:lnTo>
                      <a:pt x="18" y="0"/>
                    </a:lnTo>
                    <a:lnTo>
                      <a:pt x="17" y="0"/>
                    </a:lnTo>
                    <a:lnTo>
                      <a:pt x="16" y="0"/>
                    </a:lnTo>
                    <a:lnTo>
                      <a:pt x="15" y="0"/>
                    </a:lnTo>
                    <a:lnTo>
                      <a:pt x="15" y="1"/>
                    </a:lnTo>
                    <a:lnTo>
                      <a:pt x="14" y="1"/>
                    </a:lnTo>
                    <a:lnTo>
                      <a:pt x="13" y="1"/>
                    </a:lnTo>
                    <a:lnTo>
                      <a:pt x="12" y="1"/>
                    </a:lnTo>
                    <a:lnTo>
                      <a:pt x="11" y="2"/>
                    </a:lnTo>
                    <a:lnTo>
                      <a:pt x="10" y="3"/>
                    </a:lnTo>
                    <a:lnTo>
                      <a:pt x="9" y="3"/>
                    </a:lnTo>
                    <a:lnTo>
                      <a:pt x="8" y="4"/>
                    </a:lnTo>
                    <a:lnTo>
                      <a:pt x="8" y="5"/>
                    </a:lnTo>
                    <a:lnTo>
                      <a:pt x="7" y="5"/>
                    </a:lnTo>
                    <a:lnTo>
                      <a:pt x="7" y="6"/>
                    </a:lnTo>
                    <a:lnTo>
                      <a:pt x="7" y="7"/>
                    </a:lnTo>
                    <a:lnTo>
                      <a:pt x="0" y="58"/>
                    </a:lnTo>
                    <a:lnTo>
                      <a:pt x="32" y="64"/>
                    </a:lnTo>
                    <a:lnTo>
                      <a:pt x="42" y="12"/>
                    </a:lnTo>
                    <a:lnTo>
                      <a:pt x="40" y="12"/>
                    </a:lnTo>
                  </a:path>
                </a:pathLst>
              </a:custGeom>
              <a:solidFill>
                <a:srgbClr val="FFFFFF"/>
              </a:solidFill>
              <a:ln w="12700">
                <a:noFill/>
              </a:ln>
            </p:spPr>
            <p:txBody>
              <a:bodyPr/>
              <a:lstStyle/>
              <a:p>
                <a:endParaRPr lang="zh-CN" altLang="en-US"/>
              </a:p>
            </p:txBody>
          </p:sp>
          <p:sp>
            <p:nvSpPr>
              <p:cNvPr id="31876" name="Freeform 133"/>
              <p:cNvSpPr/>
              <p:nvPr/>
            </p:nvSpPr>
            <p:spPr>
              <a:xfrm>
                <a:off x="3131" y="2063"/>
                <a:ext cx="43" cy="65"/>
              </a:xfrm>
              <a:custGeom>
                <a:avLst/>
                <a:gdLst/>
                <a:ahLst/>
                <a:cxnLst>
                  <a:cxn ang="0">
                    <a:pos x="40" y="11"/>
                  </a:cxn>
                  <a:cxn ang="0">
                    <a:pos x="39" y="7"/>
                  </a:cxn>
                  <a:cxn ang="0">
                    <a:pos x="36" y="3"/>
                  </a:cxn>
                  <a:cxn ang="0">
                    <a:pos x="32" y="0"/>
                  </a:cxn>
                  <a:cxn ang="0">
                    <a:pos x="25" y="0"/>
                  </a:cxn>
                  <a:cxn ang="0">
                    <a:pos x="19" y="0"/>
                  </a:cxn>
                  <a:cxn ang="0">
                    <a:pos x="13" y="0"/>
                  </a:cxn>
                  <a:cxn ang="0">
                    <a:pos x="9" y="3"/>
                  </a:cxn>
                  <a:cxn ang="0">
                    <a:pos x="7" y="6"/>
                  </a:cxn>
                  <a:cxn ang="0">
                    <a:pos x="0" y="58"/>
                  </a:cxn>
                  <a:cxn ang="0">
                    <a:pos x="32" y="64"/>
                  </a:cxn>
                  <a:cxn ang="0">
                    <a:pos x="42" y="11"/>
                  </a:cxn>
                  <a:cxn ang="0">
                    <a:pos x="40" y="11"/>
                  </a:cxn>
                </a:cxnLst>
                <a:rect l="0" t="0" r="0" b="0"/>
                <a:pathLst>
                  <a:path w="43" h="65">
                    <a:moveTo>
                      <a:pt x="40" y="11"/>
                    </a:moveTo>
                    <a:lnTo>
                      <a:pt x="39" y="7"/>
                    </a:lnTo>
                    <a:lnTo>
                      <a:pt x="36" y="3"/>
                    </a:lnTo>
                    <a:lnTo>
                      <a:pt x="32" y="0"/>
                    </a:lnTo>
                    <a:lnTo>
                      <a:pt x="25" y="0"/>
                    </a:lnTo>
                    <a:lnTo>
                      <a:pt x="19" y="0"/>
                    </a:lnTo>
                    <a:lnTo>
                      <a:pt x="13" y="0"/>
                    </a:lnTo>
                    <a:lnTo>
                      <a:pt x="9" y="3"/>
                    </a:lnTo>
                    <a:lnTo>
                      <a:pt x="7" y="6"/>
                    </a:lnTo>
                    <a:lnTo>
                      <a:pt x="0" y="58"/>
                    </a:lnTo>
                    <a:lnTo>
                      <a:pt x="32" y="64"/>
                    </a:lnTo>
                    <a:lnTo>
                      <a:pt x="42" y="11"/>
                    </a:lnTo>
                    <a:lnTo>
                      <a:pt x="40" y="1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77" name="Freeform 134"/>
              <p:cNvSpPr/>
              <p:nvPr/>
            </p:nvSpPr>
            <p:spPr>
              <a:xfrm>
                <a:off x="3131" y="2116"/>
                <a:ext cx="33" cy="22"/>
              </a:xfrm>
              <a:custGeom>
                <a:avLst/>
                <a:gdLst/>
                <a:ahLst/>
                <a:cxnLst>
                  <a:cxn ang="0">
                    <a:pos x="17" y="0"/>
                  </a:cxn>
                  <a:cxn ang="0">
                    <a:pos x="20" y="1"/>
                  </a:cxn>
                  <a:cxn ang="0">
                    <a:pos x="23" y="1"/>
                  </a:cxn>
                  <a:cxn ang="0">
                    <a:pos x="25" y="3"/>
                  </a:cxn>
                  <a:cxn ang="0">
                    <a:pos x="27" y="4"/>
                  </a:cxn>
                  <a:cxn ang="0">
                    <a:pos x="28" y="5"/>
                  </a:cxn>
                  <a:cxn ang="0">
                    <a:pos x="30" y="6"/>
                  </a:cxn>
                  <a:cxn ang="0">
                    <a:pos x="30" y="8"/>
                  </a:cxn>
                  <a:cxn ang="0">
                    <a:pos x="32" y="10"/>
                  </a:cxn>
                  <a:cxn ang="0">
                    <a:pos x="32" y="12"/>
                  </a:cxn>
                  <a:cxn ang="0">
                    <a:pos x="30" y="14"/>
                  </a:cxn>
                  <a:cxn ang="0">
                    <a:pos x="30" y="16"/>
                  </a:cxn>
                  <a:cxn ang="0">
                    <a:pos x="28" y="17"/>
                  </a:cxn>
                  <a:cxn ang="0">
                    <a:pos x="26" y="18"/>
                  </a:cxn>
                  <a:cxn ang="0">
                    <a:pos x="24" y="18"/>
                  </a:cxn>
                  <a:cxn ang="0">
                    <a:pos x="23" y="19"/>
                  </a:cxn>
                  <a:cxn ang="0">
                    <a:pos x="20" y="19"/>
                  </a:cxn>
                  <a:cxn ang="0">
                    <a:pos x="18" y="21"/>
                  </a:cxn>
                  <a:cxn ang="0">
                    <a:pos x="16" y="21"/>
                  </a:cxn>
                  <a:cxn ang="0">
                    <a:pos x="14" y="19"/>
                  </a:cxn>
                  <a:cxn ang="0">
                    <a:pos x="12" y="19"/>
                  </a:cxn>
                  <a:cxn ang="0">
                    <a:pos x="10" y="18"/>
                  </a:cxn>
                  <a:cxn ang="0">
                    <a:pos x="8" y="18"/>
                  </a:cxn>
                  <a:cxn ang="0">
                    <a:pos x="7" y="17"/>
                  </a:cxn>
                  <a:cxn ang="0">
                    <a:pos x="5" y="16"/>
                  </a:cxn>
                  <a:cxn ang="0">
                    <a:pos x="3" y="16"/>
                  </a:cxn>
                  <a:cxn ang="0">
                    <a:pos x="2" y="14"/>
                  </a:cxn>
                  <a:cxn ang="0">
                    <a:pos x="1" y="13"/>
                  </a:cxn>
                  <a:cxn ang="0">
                    <a:pos x="0" y="12"/>
                  </a:cxn>
                  <a:cxn ang="0">
                    <a:pos x="0" y="10"/>
                  </a:cxn>
                  <a:cxn ang="0">
                    <a:pos x="0" y="8"/>
                  </a:cxn>
                  <a:cxn ang="0">
                    <a:pos x="0" y="6"/>
                  </a:cxn>
                  <a:cxn ang="0">
                    <a:pos x="0" y="4"/>
                  </a:cxn>
                  <a:cxn ang="0">
                    <a:pos x="1" y="3"/>
                  </a:cxn>
                  <a:cxn ang="0">
                    <a:pos x="3" y="2"/>
                  </a:cxn>
                  <a:cxn ang="0">
                    <a:pos x="4" y="1"/>
                  </a:cxn>
                  <a:cxn ang="0">
                    <a:pos x="6" y="1"/>
                  </a:cxn>
                  <a:cxn ang="0">
                    <a:pos x="8" y="0"/>
                  </a:cxn>
                  <a:cxn ang="0">
                    <a:pos x="10" y="0"/>
                  </a:cxn>
                  <a:cxn ang="0">
                    <a:pos x="12" y="0"/>
                  </a:cxn>
                  <a:cxn ang="0">
                    <a:pos x="14" y="0"/>
                  </a:cxn>
                  <a:cxn ang="0">
                    <a:pos x="16" y="0"/>
                  </a:cxn>
                </a:cxnLst>
                <a:rect l="0" t="0" r="0" b="0"/>
                <a:pathLst>
                  <a:path w="33" h="22">
                    <a:moveTo>
                      <a:pt x="16" y="0"/>
                    </a:moveTo>
                    <a:lnTo>
                      <a:pt x="17" y="0"/>
                    </a:lnTo>
                    <a:lnTo>
                      <a:pt x="18" y="0"/>
                    </a:lnTo>
                    <a:lnTo>
                      <a:pt x="20" y="1"/>
                    </a:lnTo>
                    <a:lnTo>
                      <a:pt x="22" y="1"/>
                    </a:lnTo>
                    <a:lnTo>
                      <a:pt x="23" y="1"/>
                    </a:lnTo>
                    <a:lnTo>
                      <a:pt x="24" y="2"/>
                    </a:lnTo>
                    <a:lnTo>
                      <a:pt x="25" y="3"/>
                    </a:lnTo>
                    <a:lnTo>
                      <a:pt x="26" y="4"/>
                    </a:lnTo>
                    <a:lnTo>
                      <a:pt x="27" y="4"/>
                    </a:lnTo>
                    <a:lnTo>
                      <a:pt x="28" y="4"/>
                    </a:lnTo>
                    <a:lnTo>
                      <a:pt x="28" y="5"/>
                    </a:lnTo>
                    <a:lnTo>
                      <a:pt x="28" y="6"/>
                    </a:lnTo>
                    <a:lnTo>
                      <a:pt x="30" y="6"/>
                    </a:lnTo>
                    <a:lnTo>
                      <a:pt x="30" y="7"/>
                    </a:lnTo>
                    <a:lnTo>
                      <a:pt x="30" y="8"/>
                    </a:lnTo>
                    <a:lnTo>
                      <a:pt x="30" y="9"/>
                    </a:lnTo>
                    <a:lnTo>
                      <a:pt x="32" y="10"/>
                    </a:lnTo>
                    <a:lnTo>
                      <a:pt x="32" y="11"/>
                    </a:lnTo>
                    <a:lnTo>
                      <a:pt x="32" y="12"/>
                    </a:lnTo>
                    <a:lnTo>
                      <a:pt x="32" y="13"/>
                    </a:lnTo>
                    <a:lnTo>
                      <a:pt x="30" y="14"/>
                    </a:lnTo>
                    <a:lnTo>
                      <a:pt x="30" y="15"/>
                    </a:lnTo>
                    <a:lnTo>
                      <a:pt x="30" y="16"/>
                    </a:lnTo>
                    <a:lnTo>
                      <a:pt x="28" y="16"/>
                    </a:lnTo>
                    <a:lnTo>
                      <a:pt x="28" y="17"/>
                    </a:lnTo>
                    <a:lnTo>
                      <a:pt x="27" y="18"/>
                    </a:lnTo>
                    <a:lnTo>
                      <a:pt x="26" y="18"/>
                    </a:lnTo>
                    <a:lnTo>
                      <a:pt x="25" y="18"/>
                    </a:lnTo>
                    <a:lnTo>
                      <a:pt x="24" y="18"/>
                    </a:lnTo>
                    <a:lnTo>
                      <a:pt x="24" y="19"/>
                    </a:lnTo>
                    <a:lnTo>
                      <a:pt x="23" y="19"/>
                    </a:lnTo>
                    <a:lnTo>
                      <a:pt x="22" y="19"/>
                    </a:lnTo>
                    <a:lnTo>
                      <a:pt x="20" y="19"/>
                    </a:lnTo>
                    <a:lnTo>
                      <a:pt x="20" y="21"/>
                    </a:lnTo>
                    <a:lnTo>
                      <a:pt x="18" y="21"/>
                    </a:lnTo>
                    <a:lnTo>
                      <a:pt x="17" y="21"/>
                    </a:lnTo>
                    <a:lnTo>
                      <a:pt x="16" y="21"/>
                    </a:lnTo>
                    <a:lnTo>
                      <a:pt x="15" y="19"/>
                    </a:lnTo>
                    <a:lnTo>
                      <a:pt x="14" y="19"/>
                    </a:lnTo>
                    <a:lnTo>
                      <a:pt x="13" y="19"/>
                    </a:lnTo>
                    <a:lnTo>
                      <a:pt x="12" y="19"/>
                    </a:lnTo>
                    <a:lnTo>
                      <a:pt x="11" y="18"/>
                    </a:lnTo>
                    <a:lnTo>
                      <a:pt x="10" y="18"/>
                    </a:lnTo>
                    <a:lnTo>
                      <a:pt x="9" y="18"/>
                    </a:lnTo>
                    <a:lnTo>
                      <a:pt x="8" y="18"/>
                    </a:lnTo>
                    <a:lnTo>
                      <a:pt x="7" y="18"/>
                    </a:lnTo>
                    <a:lnTo>
                      <a:pt x="7" y="17"/>
                    </a:lnTo>
                    <a:lnTo>
                      <a:pt x="6" y="17"/>
                    </a:lnTo>
                    <a:lnTo>
                      <a:pt x="5" y="16"/>
                    </a:lnTo>
                    <a:lnTo>
                      <a:pt x="4" y="16"/>
                    </a:lnTo>
                    <a:lnTo>
                      <a:pt x="3" y="16"/>
                    </a:lnTo>
                    <a:lnTo>
                      <a:pt x="3" y="15"/>
                    </a:lnTo>
                    <a:lnTo>
                      <a:pt x="2" y="14"/>
                    </a:lnTo>
                    <a:lnTo>
                      <a:pt x="1" y="14"/>
                    </a:lnTo>
                    <a:lnTo>
                      <a:pt x="1" y="13"/>
                    </a:lnTo>
                    <a:lnTo>
                      <a:pt x="1" y="12"/>
                    </a:lnTo>
                    <a:lnTo>
                      <a:pt x="0" y="12"/>
                    </a:lnTo>
                    <a:lnTo>
                      <a:pt x="0" y="11"/>
                    </a:lnTo>
                    <a:lnTo>
                      <a:pt x="0" y="10"/>
                    </a:lnTo>
                    <a:lnTo>
                      <a:pt x="0" y="9"/>
                    </a:lnTo>
                    <a:lnTo>
                      <a:pt x="0" y="8"/>
                    </a:lnTo>
                    <a:lnTo>
                      <a:pt x="0" y="7"/>
                    </a:lnTo>
                    <a:lnTo>
                      <a:pt x="0" y="6"/>
                    </a:lnTo>
                    <a:lnTo>
                      <a:pt x="0" y="5"/>
                    </a:lnTo>
                    <a:lnTo>
                      <a:pt x="0" y="4"/>
                    </a:lnTo>
                    <a:lnTo>
                      <a:pt x="1" y="4"/>
                    </a:lnTo>
                    <a:lnTo>
                      <a:pt x="1" y="3"/>
                    </a:lnTo>
                    <a:lnTo>
                      <a:pt x="2" y="2"/>
                    </a:lnTo>
                    <a:lnTo>
                      <a:pt x="3" y="2"/>
                    </a:lnTo>
                    <a:lnTo>
                      <a:pt x="3" y="1"/>
                    </a:lnTo>
                    <a:lnTo>
                      <a:pt x="4" y="1"/>
                    </a:lnTo>
                    <a:lnTo>
                      <a:pt x="5" y="1"/>
                    </a:lnTo>
                    <a:lnTo>
                      <a:pt x="6" y="1"/>
                    </a:lnTo>
                    <a:lnTo>
                      <a:pt x="7" y="0"/>
                    </a:lnTo>
                    <a:lnTo>
                      <a:pt x="8" y="0"/>
                    </a:lnTo>
                    <a:lnTo>
                      <a:pt x="9" y="0"/>
                    </a:lnTo>
                    <a:lnTo>
                      <a:pt x="10" y="0"/>
                    </a:lnTo>
                    <a:lnTo>
                      <a:pt x="11" y="0"/>
                    </a:lnTo>
                    <a:lnTo>
                      <a:pt x="12" y="0"/>
                    </a:lnTo>
                    <a:lnTo>
                      <a:pt x="13" y="0"/>
                    </a:lnTo>
                    <a:lnTo>
                      <a:pt x="14" y="0"/>
                    </a:lnTo>
                    <a:lnTo>
                      <a:pt x="15" y="0"/>
                    </a:lnTo>
                    <a:lnTo>
                      <a:pt x="16" y="0"/>
                    </a:lnTo>
                  </a:path>
                </a:pathLst>
              </a:custGeom>
              <a:solidFill>
                <a:srgbClr val="FFFFFF"/>
              </a:solidFill>
              <a:ln w="12700">
                <a:noFill/>
              </a:ln>
            </p:spPr>
            <p:txBody>
              <a:bodyPr/>
              <a:lstStyle/>
              <a:p>
                <a:endParaRPr lang="zh-CN" altLang="en-US"/>
              </a:p>
            </p:txBody>
          </p:sp>
          <p:sp>
            <p:nvSpPr>
              <p:cNvPr id="31878" name="Freeform 135"/>
              <p:cNvSpPr/>
              <p:nvPr/>
            </p:nvSpPr>
            <p:spPr>
              <a:xfrm>
                <a:off x="3131" y="2116"/>
                <a:ext cx="33" cy="22"/>
              </a:xfrm>
              <a:custGeom>
                <a:avLst/>
                <a:gdLst/>
                <a:ahLst/>
                <a:cxnLst>
                  <a:cxn ang="0">
                    <a:pos x="16" y="0"/>
                  </a:cxn>
                  <a:cxn ang="0">
                    <a:pos x="23" y="1"/>
                  </a:cxn>
                  <a:cxn ang="0">
                    <a:pos x="28" y="4"/>
                  </a:cxn>
                  <a:cxn ang="0">
                    <a:pos x="30" y="8"/>
                  </a:cxn>
                  <a:cxn ang="0">
                    <a:pos x="32" y="12"/>
                  </a:cxn>
                  <a:cxn ang="0">
                    <a:pos x="30" y="16"/>
                  </a:cxn>
                  <a:cxn ang="0">
                    <a:pos x="26" y="18"/>
                  </a:cxn>
                  <a:cxn ang="0">
                    <a:pos x="20" y="21"/>
                  </a:cxn>
                  <a:cxn ang="0">
                    <a:pos x="14" y="19"/>
                  </a:cxn>
                  <a:cxn ang="0">
                    <a:pos x="7" y="18"/>
                  </a:cxn>
                  <a:cxn ang="0">
                    <a:pos x="3" y="15"/>
                  </a:cxn>
                  <a:cxn ang="0">
                    <a:pos x="0" y="11"/>
                  </a:cxn>
                  <a:cxn ang="0">
                    <a:pos x="0" y="7"/>
                  </a:cxn>
                  <a:cxn ang="0">
                    <a:pos x="1" y="4"/>
                  </a:cxn>
                  <a:cxn ang="0">
                    <a:pos x="5" y="1"/>
                  </a:cxn>
                  <a:cxn ang="0">
                    <a:pos x="11" y="0"/>
                  </a:cxn>
                  <a:cxn ang="0">
                    <a:pos x="16" y="0"/>
                  </a:cxn>
                </a:cxnLst>
                <a:rect l="0" t="0" r="0" b="0"/>
                <a:pathLst>
                  <a:path w="33" h="22">
                    <a:moveTo>
                      <a:pt x="16" y="0"/>
                    </a:moveTo>
                    <a:lnTo>
                      <a:pt x="23" y="1"/>
                    </a:lnTo>
                    <a:lnTo>
                      <a:pt x="28" y="4"/>
                    </a:lnTo>
                    <a:lnTo>
                      <a:pt x="30" y="8"/>
                    </a:lnTo>
                    <a:lnTo>
                      <a:pt x="32" y="12"/>
                    </a:lnTo>
                    <a:lnTo>
                      <a:pt x="30" y="16"/>
                    </a:lnTo>
                    <a:lnTo>
                      <a:pt x="26" y="18"/>
                    </a:lnTo>
                    <a:lnTo>
                      <a:pt x="20" y="21"/>
                    </a:lnTo>
                    <a:lnTo>
                      <a:pt x="14" y="19"/>
                    </a:lnTo>
                    <a:lnTo>
                      <a:pt x="7" y="18"/>
                    </a:lnTo>
                    <a:lnTo>
                      <a:pt x="3" y="15"/>
                    </a:lnTo>
                    <a:lnTo>
                      <a:pt x="0" y="11"/>
                    </a:lnTo>
                    <a:lnTo>
                      <a:pt x="0" y="7"/>
                    </a:lnTo>
                    <a:lnTo>
                      <a:pt x="1" y="4"/>
                    </a:lnTo>
                    <a:lnTo>
                      <a:pt x="5" y="1"/>
                    </a:lnTo>
                    <a:lnTo>
                      <a:pt x="11" y="0"/>
                    </a:lnTo>
                    <a:lnTo>
                      <a:pt x="1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79" name="Freeform 136"/>
              <p:cNvSpPr/>
              <p:nvPr/>
            </p:nvSpPr>
            <p:spPr>
              <a:xfrm>
                <a:off x="3162" y="2048"/>
                <a:ext cx="85" cy="59"/>
              </a:xfrm>
              <a:custGeom>
                <a:avLst/>
                <a:gdLst/>
                <a:ahLst/>
                <a:cxnLst>
                  <a:cxn ang="0">
                    <a:pos x="51" y="0"/>
                  </a:cxn>
                  <a:cxn ang="0">
                    <a:pos x="84" y="25"/>
                  </a:cxn>
                  <a:cxn ang="0">
                    <a:pos x="38" y="58"/>
                  </a:cxn>
                  <a:cxn ang="0">
                    <a:pos x="0" y="56"/>
                  </a:cxn>
                  <a:cxn ang="0">
                    <a:pos x="3" y="25"/>
                  </a:cxn>
                  <a:cxn ang="0">
                    <a:pos x="51" y="0"/>
                  </a:cxn>
                </a:cxnLst>
                <a:rect l="0" t="0" r="0" b="0"/>
                <a:pathLst>
                  <a:path w="85" h="59">
                    <a:moveTo>
                      <a:pt x="51" y="0"/>
                    </a:moveTo>
                    <a:lnTo>
                      <a:pt x="84" y="25"/>
                    </a:lnTo>
                    <a:lnTo>
                      <a:pt x="38" y="58"/>
                    </a:lnTo>
                    <a:lnTo>
                      <a:pt x="0" y="56"/>
                    </a:lnTo>
                    <a:lnTo>
                      <a:pt x="3" y="25"/>
                    </a:lnTo>
                    <a:lnTo>
                      <a:pt x="51" y="0"/>
                    </a:lnTo>
                  </a:path>
                </a:pathLst>
              </a:custGeom>
              <a:solidFill>
                <a:srgbClr val="FFFFFF"/>
              </a:solidFill>
              <a:ln w="12700">
                <a:noFill/>
              </a:ln>
            </p:spPr>
            <p:txBody>
              <a:bodyPr/>
              <a:lstStyle/>
              <a:p>
                <a:endParaRPr lang="zh-CN" altLang="en-US"/>
              </a:p>
            </p:txBody>
          </p:sp>
          <p:sp>
            <p:nvSpPr>
              <p:cNvPr id="31880" name="Freeform 137"/>
              <p:cNvSpPr/>
              <p:nvPr/>
            </p:nvSpPr>
            <p:spPr>
              <a:xfrm>
                <a:off x="3162" y="2048"/>
                <a:ext cx="85" cy="59"/>
              </a:xfrm>
              <a:custGeom>
                <a:avLst/>
                <a:gdLst/>
                <a:ahLst/>
                <a:cxnLst>
                  <a:cxn ang="0">
                    <a:pos x="51" y="0"/>
                  </a:cxn>
                  <a:cxn ang="0">
                    <a:pos x="84" y="25"/>
                  </a:cxn>
                  <a:cxn ang="0">
                    <a:pos x="38" y="58"/>
                  </a:cxn>
                  <a:cxn ang="0">
                    <a:pos x="0" y="56"/>
                  </a:cxn>
                  <a:cxn ang="0">
                    <a:pos x="3" y="25"/>
                  </a:cxn>
                  <a:cxn ang="0">
                    <a:pos x="51" y="0"/>
                  </a:cxn>
                </a:cxnLst>
                <a:rect l="0" t="0" r="0" b="0"/>
                <a:pathLst>
                  <a:path w="85" h="59">
                    <a:moveTo>
                      <a:pt x="51" y="0"/>
                    </a:moveTo>
                    <a:lnTo>
                      <a:pt x="84" y="25"/>
                    </a:lnTo>
                    <a:lnTo>
                      <a:pt x="38" y="58"/>
                    </a:lnTo>
                    <a:lnTo>
                      <a:pt x="0" y="56"/>
                    </a:lnTo>
                    <a:lnTo>
                      <a:pt x="3" y="25"/>
                    </a:lnTo>
                    <a:lnTo>
                      <a:pt x="5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81" name="Freeform 138"/>
              <p:cNvSpPr/>
              <p:nvPr/>
            </p:nvSpPr>
            <p:spPr>
              <a:xfrm>
                <a:off x="4175" y="1648"/>
                <a:ext cx="48" cy="89"/>
              </a:xfrm>
              <a:custGeom>
                <a:avLst/>
                <a:gdLst/>
                <a:ahLst/>
                <a:cxnLst>
                  <a:cxn ang="0">
                    <a:pos x="47" y="70"/>
                  </a:cxn>
                  <a:cxn ang="0">
                    <a:pos x="8" y="88"/>
                  </a:cxn>
                  <a:cxn ang="0">
                    <a:pos x="0" y="32"/>
                  </a:cxn>
                  <a:cxn ang="0">
                    <a:pos x="20" y="0"/>
                  </a:cxn>
                  <a:cxn ang="0">
                    <a:pos x="44" y="17"/>
                  </a:cxn>
                  <a:cxn ang="0">
                    <a:pos x="47" y="70"/>
                  </a:cxn>
                </a:cxnLst>
                <a:rect l="0" t="0" r="0" b="0"/>
                <a:pathLst>
                  <a:path w="48" h="89">
                    <a:moveTo>
                      <a:pt x="47" y="70"/>
                    </a:moveTo>
                    <a:lnTo>
                      <a:pt x="8" y="88"/>
                    </a:lnTo>
                    <a:lnTo>
                      <a:pt x="0" y="32"/>
                    </a:lnTo>
                    <a:lnTo>
                      <a:pt x="20" y="0"/>
                    </a:lnTo>
                    <a:lnTo>
                      <a:pt x="44" y="17"/>
                    </a:lnTo>
                    <a:lnTo>
                      <a:pt x="47" y="70"/>
                    </a:lnTo>
                  </a:path>
                </a:pathLst>
              </a:custGeom>
              <a:solidFill>
                <a:srgbClr val="FFFFFF"/>
              </a:solidFill>
              <a:ln w="12700">
                <a:noFill/>
              </a:ln>
            </p:spPr>
            <p:txBody>
              <a:bodyPr/>
              <a:lstStyle/>
              <a:p>
                <a:endParaRPr lang="zh-CN" altLang="en-US"/>
              </a:p>
            </p:txBody>
          </p:sp>
          <p:sp>
            <p:nvSpPr>
              <p:cNvPr id="31882" name="Freeform 139"/>
              <p:cNvSpPr/>
              <p:nvPr/>
            </p:nvSpPr>
            <p:spPr>
              <a:xfrm>
                <a:off x="4175" y="1648"/>
                <a:ext cx="48" cy="89"/>
              </a:xfrm>
              <a:custGeom>
                <a:avLst/>
                <a:gdLst/>
                <a:ahLst/>
                <a:cxnLst>
                  <a:cxn ang="0">
                    <a:pos x="47" y="70"/>
                  </a:cxn>
                  <a:cxn ang="0">
                    <a:pos x="8" y="88"/>
                  </a:cxn>
                  <a:cxn ang="0">
                    <a:pos x="0" y="32"/>
                  </a:cxn>
                  <a:cxn ang="0">
                    <a:pos x="20" y="0"/>
                  </a:cxn>
                  <a:cxn ang="0">
                    <a:pos x="44" y="17"/>
                  </a:cxn>
                  <a:cxn ang="0">
                    <a:pos x="47" y="70"/>
                  </a:cxn>
                </a:cxnLst>
                <a:rect l="0" t="0" r="0" b="0"/>
                <a:pathLst>
                  <a:path w="48" h="89">
                    <a:moveTo>
                      <a:pt x="47" y="70"/>
                    </a:moveTo>
                    <a:lnTo>
                      <a:pt x="8" y="88"/>
                    </a:lnTo>
                    <a:lnTo>
                      <a:pt x="0" y="32"/>
                    </a:lnTo>
                    <a:lnTo>
                      <a:pt x="20" y="0"/>
                    </a:lnTo>
                    <a:lnTo>
                      <a:pt x="44" y="17"/>
                    </a:lnTo>
                    <a:lnTo>
                      <a:pt x="47" y="7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83" name="Freeform 140"/>
              <p:cNvSpPr/>
              <p:nvPr/>
            </p:nvSpPr>
            <p:spPr>
              <a:xfrm>
                <a:off x="4179" y="1529"/>
                <a:ext cx="46" cy="89"/>
              </a:xfrm>
              <a:custGeom>
                <a:avLst/>
                <a:gdLst/>
                <a:ahLst/>
                <a:cxnLst>
                  <a:cxn ang="0">
                    <a:pos x="0" y="16"/>
                  </a:cxn>
                  <a:cxn ang="0">
                    <a:pos x="37" y="0"/>
                  </a:cxn>
                  <a:cxn ang="0">
                    <a:pos x="45" y="54"/>
                  </a:cxn>
                  <a:cxn ang="0">
                    <a:pos x="25" y="88"/>
                  </a:cxn>
                  <a:cxn ang="0">
                    <a:pos x="1" y="70"/>
                  </a:cxn>
                  <a:cxn ang="0">
                    <a:pos x="0" y="16"/>
                  </a:cxn>
                </a:cxnLst>
                <a:rect l="0" t="0" r="0" b="0"/>
                <a:pathLst>
                  <a:path w="46" h="89">
                    <a:moveTo>
                      <a:pt x="0" y="16"/>
                    </a:moveTo>
                    <a:lnTo>
                      <a:pt x="37" y="0"/>
                    </a:lnTo>
                    <a:lnTo>
                      <a:pt x="45" y="54"/>
                    </a:lnTo>
                    <a:lnTo>
                      <a:pt x="25" y="88"/>
                    </a:lnTo>
                    <a:lnTo>
                      <a:pt x="1" y="70"/>
                    </a:lnTo>
                    <a:lnTo>
                      <a:pt x="0" y="16"/>
                    </a:lnTo>
                  </a:path>
                </a:pathLst>
              </a:custGeom>
              <a:solidFill>
                <a:srgbClr val="FFFFFF"/>
              </a:solidFill>
              <a:ln w="12700">
                <a:noFill/>
              </a:ln>
            </p:spPr>
            <p:txBody>
              <a:bodyPr/>
              <a:lstStyle/>
              <a:p>
                <a:endParaRPr lang="zh-CN" altLang="en-US"/>
              </a:p>
            </p:txBody>
          </p:sp>
          <p:sp>
            <p:nvSpPr>
              <p:cNvPr id="31884" name="Freeform 141"/>
              <p:cNvSpPr/>
              <p:nvPr/>
            </p:nvSpPr>
            <p:spPr>
              <a:xfrm>
                <a:off x="4179" y="1529"/>
                <a:ext cx="46" cy="89"/>
              </a:xfrm>
              <a:custGeom>
                <a:avLst/>
                <a:gdLst/>
                <a:ahLst/>
                <a:cxnLst>
                  <a:cxn ang="0">
                    <a:pos x="0" y="16"/>
                  </a:cxn>
                  <a:cxn ang="0">
                    <a:pos x="37" y="0"/>
                  </a:cxn>
                  <a:cxn ang="0">
                    <a:pos x="45" y="54"/>
                  </a:cxn>
                  <a:cxn ang="0">
                    <a:pos x="25" y="88"/>
                  </a:cxn>
                  <a:cxn ang="0">
                    <a:pos x="1" y="70"/>
                  </a:cxn>
                  <a:cxn ang="0">
                    <a:pos x="0" y="16"/>
                  </a:cxn>
                </a:cxnLst>
                <a:rect l="0" t="0" r="0" b="0"/>
                <a:pathLst>
                  <a:path w="46" h="89">
                    <a:moveTo>
                      <a:pt x="0" y="16"/>
                    </a:moveTo>
                    <a:lnTo>
                      <a:pt x="37" y="0"/>
                    </a:lnTo>
                    <a:lnTo>
                      <a:pt x="45" y="54"/>
                    </a:lnTo>
                    <a:lnTo>
                      <a:pt x="25" y="88"/>
                    </a:lnTo>
                    <a:lnTo>
                      <a:pt x="1" y="70"/>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85" name="Freeform 142"/>
              <p:cNvSpPr/>
              <p:nvPr/>
            </p:nvSpPr>
            <p:spPr>
              <a:xfrm>
                <a:off x="4163" y="1514"/>
                <a:ext cx="46" cy="90"/>
              </a:xfrm>
              <a:custGeom>
                <a:avLst/>
                <a:gdLst/>
                <a:ahLst/>
                <a:cxnLst>
                  <a:cxn ang="0">
                    <a:pos x="0" y="16"/>
                  </a:cxn>
                  <a:cxn ang="0">
                    <a:pos x="37" y="0"/>
                  </a:cxn>
                  <a:cxn ang="0">
                    <a:pos x="45" y="55"/>
                  </a:cxn>
                  <a:cxn ang="0">
                    <a:pos x="25" y="89"/>
                  </a:cxn>
                  <a:cxn ang="0">
                    <a:pos x="0" y="71"/>
                  </a:cxn>
                  <a:cxn ang="0">
                    <a:pos x="0" y="16"/>
                  </a:cxn>
                </a:cxnLst>
                <a:rect l="0" t="0" r="0" b="0"/>
                <a:pathLst>
                  <a:path w="46" h="90">
                    <a:moveTo>
                      <a:pt x="0" y="16"/>
                    </a:moveTo>
                    <a:lnTo>
                      <a:pt x="37" y="0"/>
                    </a:lnTo>
                    <a:lnTo>
                      <a:pt x="45" y="55"/>
                    </a:lnTo>
                    <a:lnTo>
                      <a:pt x="25" y="89"/>
                    </a:lnTo>
                    <a:lnTo>
                      <a:pt x="0" y="71"/>
                    </a:lnTo>
                    <a:lnTo>
                      <a:pt x="0" y="16"/>
                    </a:lnTo>
                  </a:path>
                </a:pathLst>
              </a:custGeom>
              <a:solidFill>
                <a:srgbClr val="FFFFFF"/>
              </a:solidFill>
              <a:ln w="12700">
                <a:noFill/>
              </a:ln>
            </p:spPr>
            <p:txBody>
              <a:bodyPr/>
              <a:lstStyle/>
              <a:p>
                <a:endParaRPr lang="zh-CN" altLang="en-US"/>
              </a:p>
            </p:txBody>
          </p:sp>
          <p:sp>
            <p:nvSpPr>
              <p:cNvPr id="31886" name="Freeform 143"/>
              <p:cNvSpPr/>
              <p:nvPr/>
            </p:nvSpPr>
            <p:spPr>
              <a:xfrm>
                <a:off x="4163" y="1514"/>
                <a:ext cx="46" cy="90"/>
              </a:xfrm>
              <a:custGeom>
                <a:avLst/>
                <a:gdLst/>
                <a:ahLst/>
                <a:cxnLst>
                  <a:cxn ang="0">
                    <a:pos x="0" y="16"/>
                  </a:cxn>
                  <a:cxn ang="0">
                    <a:pos x="37" y="0"/>
                  </a:cxn>
                  <a:cxn ang="0">
                    <a:pos x="45" y="55"/>
                  </a:cxn>
                  <a:cxn ang="0">
                    <a:pos x="25" y="89"/>
                  </a:cxn>
                  <a:cxn ang="0">
                    <a:pos x="0" y="71"/>
                  </a:cxn>
                  <a:cxn ang="0">
                    <a:pos x="0" y="16"/>
                  </a:cxn>
                </a:cxnLst>
                <a:rect l="0" t="0" r="0" b="0"/>
                <a:pathLst>
                  <a:path w="46" h="90">
                    <a:moveTo>
                      <a:pt x="0" y="16"/>
                    </a:moveTo>
                    <a:lnTo>
                      <a:pt x="37" y="0"/>
                    </a:lnTo>
                    <a:lnTo>
                      <a:pt x="45" y="55"/>
                    </a:lnTo>
                    <a:lnTo>
                      <a:pt x="25" y="89"/>
                    </a:lnTo>
                    <a:lnTo>
                      <a:pt x="0" y="71"/>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87" name="Freeform 144"/>
              <p:cNvSpPr/>
              <p:nvPr/>
            </p:nvSpPr>
            <p:spPr>
              <a:xfrm>
                <a:off x="4155" y="1599"/>
                <a:ext cx="66" cy="59"/>
              </a:xfrm>
              <a:custGeom>
                <a:avLst/>
                <a:gdLst/>
                <a:ahLst/>
                <a:cxnLst>
                  <a:cxn ang="0">
                    <a:pos x="42" y="56"/>
                  </a:cxn>
                  <a:cxn ang="0">
                    <a:pos x="43" y="56"/>
                  </a:cxn>
                  <a:cxn ang="0">
                    <a:pos x="44" y="56"/>
                  </a:cxn>
                  <a:cxn ang="0">
                    <a:pos x="45" y="56"/>
                  </a:cxn>
                  <a:cxn ang="0">
                    <a:pos x="45" y="58"/>
                  </a:cxn>
                  <a:cxn ang="0">
                    <a:pos x="46" y="58"/>
                  </a:cxn>
                  <a:cxn ang="0">
                    <a:pos x="47" y="58"/>
                  </a:cxn>
                  <a:cxn ang="0">
                    <a:pos x="47" y="56"/>
                  </a:cxn>
                  <a:cxn ang="0">
                    <a:pos x="48" y="56"/>
                  </a:cxn>
                  <a:cxn ang="0">
                    <a:pos x="49" y="56"/>
                  </a:cxn>
                  <a:cxn ang="0">
                    <a:pos x="51" y="56"/>
                  </a:cxn>
                  <a:cxn ang="0">
                    <a:pos x="53" y="56"/>
                  </a:cxn>
                  <a:cxn ang="0">
                    <a:pos x="53" y="54"/>
                  </a:cxn>
                  <a:cxn ang="0">
                    <a:pos x="55" y="54"/>
                  </a:cxn>
                  <a:cxn ang="0">
                    <a:pos x="55" y="53"/>
                  </a:cxn>
                  <a:cxn ang="0">
                    <a:pos x="56" y="52"/>
                  </a:cxn>
                  <a:cxn ang="0">
                    <a:pos x="57" y="52"/>
                  </a:cxn>
                  <a:cxn ang="0">
                    <a:pos x="57" y="51"/>
                  </a:cxn>
                  <a:cxn ang="0">
                    <a:pos x="58" y="50"/>
                  </a:cxn>
                  <a:cxn ang="0">
                    <a:pos x="59" y="50"/>
                  </a:cxn>
                  <a:cxn ang="0">
                    <a:pos x="59" y="49"/>
                  </a:cxn>
                  <a:cxn ang="0">
                    <a:pos x="59" y="48"/>
                  </a:cxn>
                  <a:cxn ang="0">
                    <a:pos x="60" y="48"/>
                  </a:cxn>
                  <a:cxn ang="0">
                    <a:pos x="61" y="46"/>
                  </a:cxn>
                  <a:cxn ang="0">
                    <a:pos x="63" y="44"/>
                  </a:cxn>
                  <a:cxn ang="0">
                    <a:pos x="63" y="43"/>
                  </a:cxn>
                  <a:cxn ang="0">
                    <a:pos x="63" y="42"/>
                  </a:cxn>
                  <a:cxn ang="0">
                    <a:pos x="63" y="41"/>
                  </a:cxn>
                  <a:cxn ang="0">
                    <a:pos x="63" y="40"/>
                  </a:cxn>
                  <a:cxn ang="0">
                    <a:pos x="65" y="39"/>
                  </a:cxn>
                  <a:cxn ang="0">
                    <a:pos x="65" y="38"/>
                  </a:cxn>
                  <a:cxn ang="0">
                    <a:pos x="65" y="37"/>
                  </a:cxn>
                  <a:cxn ang="0">
                    <a:pos x="65" y="36"/>
                  </a:cxn>
                  <a:cxn ang="0">
                    <a:pos x="65" y="35"/>
                  </a:cxn>
                  <a:cxn ang="0">
                    <a:pos x="65" y="34"/>
                  </a:cxn>
                  <a:cxn ang="0">
                    <a:pos x="63" y="33"/>
                  </a:cxn>
                  <a:cxn ang="0">
                    <a:pos x="63" y="32"/>
                  </a:cxn>
                  <a:cxn ang="0">
                    <a:pos x="63" y="31"/>
                  </a:cxn>
                  <a:cxn ang="0">
                    <a:pos x="63" y="30"/>
                  </a:cxn>
                  <a:cxn ang="0">
                    <a:pos x="61" y="29"/>
                  </a:cxn>
                  <a:cxn ang="0">
                    <a:pos x="19" y="0"/>
                  </a:cxn>
                  <a:cxn ang="0">
                    <a:pos x="0" y="26"/>
                  </a:cxn>
                  <a:cxn ang="0">
                    <a:pos x="41" y="58"/>
                  </a:cxn>
                  <a:cxn ang="0">
                    <a:pos x="42" y="56"/>
                  </a:cxn>
                </a:cxnLst>
                <a:rect l="0" t="0" r="0" b="0"/>
                <a:pathLst>
                  <a:path w="66" h="59">
                    <a:moveTo>
                      <a:pt x="42" y="56"/>
                    </a:moveTo>
                    <a:lnTo>
                      <a:pt x="43" y="56"/>
                    </a:lnTo>
                    <a:lnTo>
                      <a:pt x="44" y="56"/>
                    </a:lnTo>
                    <a:lnTo>
                      <a:pt x="45" y="56"/>
                    </a:lnTo>
                    <a:lnTo>
                      <a:pt x="45" y="58"/>
                    </a:lnTo>
                    <a:lnTo>
                      <a:pt x="46" y="58"/>
                    </a:lnTo>
                    <a:lnTo>
                      <a:pt x="47" y="58"/>
                    </a:lnTo>
                    <a:lnTo>
                      <a:pt x="47" y="56"/>
                    </a:lnTo>
                    <a:lnTo>
                      <a:pt x="48" y="56"/>
                    </a:lnTo>
                    <a:lnTo>
                      <a:pt x="49" y="56"/>
                    </a:lnTo>
                    <a:lnTo>
                      <a:pt x="51" y="56"/>
                    </a:lnTo>
                    <a:lnTo>
                      <a:pt x="53" y="56"/>
                    </a:lnTo>
                    <a:lnTo>
                      <a:pt x="53" y="54"/>
                    </a:lnTo>
                    <a:lnTo>
                      <a:pt x="55" y="54"/>
                    </a:lnTo>
                    <a:lnTo>
                      <a:pt x="55" y="53"/>
                    </a:lnTo>
                    <a:lnTo>
                      <a:pt x="56" y="52"/>
                    </a:lnTo>
                    <a:lnTo>
                      <a:pt x="57" y="52"/>
                    </a:lnTo>
                    <a:lnTo>
                      <a:pt x="57" y="51"/>
                    </a:lnTo>
                    <a:lnTo>
                      <a:pt x="58" y="50"/>
                    </a:lnTo>
                    <a:lnTo>
                      <a:pt x="59" y="50"/>
                    </a:lnTo>
                    <a:lnTo>
                      <a:pt x="59" y="49"/>
                    </a:lnTo>
                    <a:lnTo>
                      <a:pt x="59" y="48"/>
                    </a:lnTo>
                    <a:lnTo>
                      <a:pt x="60" y="48"/>
                    </a:lnTo>
                    <a:lnTo>
                      <a:pt x="61" y="46"/>
                    </a:lnTo>
                    <a:lnTo>
                      <a:pt x="63" y="44"/>
                    </a:lnTo>
                    <a:lnTo>
                      <a:pt x="63" y="43"/>
                    </a:lnTo>
                    <a:lnTo>
                      <a:pt x="63" y="42"/>
                    </a:lnTo>
                    <a:lnTo>
                      <a:pt x="63" y="41"/>
                    </a:lnTo>
                    <a:lnTo>
                      <a:pt x="63" y="40"/>
                    </a:lnTo>
                    <a:lnTo>
                      <a:pt x="65" y="39"/>
                    </a:lnTo>
                    <a:lnTo>
                      <a:pt x="65" y="38"/>
                    </a:lnTo>
                    <a:lnTo>
                      <a:pt x="65" y="37"/>
                    </a:lnTo>
                    <a:lnTo>
                      <a:pt x="65" y="36"/>
                    </a:lnTo>
                    <a:lnTo>
                      <a:pt x="65" y="35"/>
                    </a:lnTo>
                    <a:lnTo>
                      <a:pt x="65" y="34"/>
                    </a:lnTo>
                    <a:lnTo>
                      <a:pt x="63" y="33"/>
                    </a:lnTo>
                    <a:lnTo>
                      <a:pt x="63" y="32"/>
                    </a:lnTo>
                    <a:lnTo>
                      <a:pt x="63" y="31"/>
                    </a:lnTo>
                    <a:lnTo>
                      <a:pt x="63" y="30"/>
                    </a:lnTo>
                    <a:lnTo>
                      <a:pt x="61" y="29"/>
                    </a:lnTo>
                    <a:lnTo>
                      <a:pt x="19" y="0"/>
                    </a:lnTo>
                    <a:lnTo>
                      <a:pt x="0" y="26"/>
                    </a:lnTo>
                    <a:lnTo>
                      <a:pt x="41" y="58"/>
                    </a:lnTo>
                    <a:lnTo>
                      <a:pt x="42" y="56"/>
                    </a:lnTo>
                  </a:path>
                </a:pathLst>
              </a:custGeom>
              <a:solidFill>
                <a:srgbClr val="FFFFFF"/>
              </a:solidFill>
              <a:ln w="12700">
                <a:noFill/>
              </a:ln>
            </p:spPr>
            <p:txBody>
              <a:bodyPr/>
              <a:lstStyle/>
              <a:p>
                <a:endParaRPr lang="zh-CN" altLang="en-US"/>
              </a:p>
            </p:txBody>
          </p:sp>
          <p:sp>
            <p:nvSpPr>
              <p:cNvPr id="31888" name="Freeform 145"/>
              <p:cNvSpPr/>
              <p:nvPr/>
            </p:nvSpPr>
            <p:spPr>
              <a:xfrm>
                <a:off x="4155" y="1599"/>
                <a:ext cx="66" cy="59"/>
              </a:xfrm>
              <a:custGeom>
                <a:avLst/>
                <a:gdLst/>
                <a:ahLst/>
                <a:cxnLst>
                  <a:cxn ang="0">
                    <a:pos x="42" y="56"/>
                  </a:cxn>
                  <a:cxn ang="0">
                    <a:pos x="46" y="58"/>
                  </a:cxn>
                  <a:cxn ang="0">
                    <a:pos x="51" y="56"/>
                  </a:cxn>
                  <a:cxn ang="0">
                    <a:pos x="55" y="53"/>
                  </a:cxn>
                  <a:cxn ang="0">
                    <a:pos x="59" y="48"/>
                  </a:cxn>
                  <a:cxn ang="0">
                    <a:pos x="63" y="43"/>
                  </a:cxn>
                  <a:cxn ang="0">
                    <a:pos x="65" y="38"/>
                  </a:cxn>
                  <a:cxn ang="0">
                    <a:pos x="63" y="33"/>
                  </a:cxn>
                  <a:cxn ang="0">
                    <a:pos x="61" y="29"/>
                  </a:cxn>
                  <a:cxn ang="0">
                    <a:pos x="19" y="0"/>
                  </a:cxn>
                  <a:cxn ang="0">
                    <a:pos x="0" y="26"/>
                  </a:cxn>
                  <a:cxn ang="0">
                    <a:pos x="41" y="58"/>
                  </a:cxn>
                  <a:cxn ang="0">
                    <a:pos x="42" y="56"/>
                  </a:cxn>
                </a:cxnLst>
                <a:rect l="0" t="0" r="0" b="0"/>
                <a:pathLst>
                  <a:path w="66" h="59">
                    <a:moveTo>
                      <a:pt x="42" y="56"/>
                    </a:moveTo>
                    <a:lnTo>
                      <a:pt x="46" y="58"/>
                    </a:lnTo>
                    <a:lnTo>
                      <a:pt x="51" y="56"/>
                    </a:lnTo>
                    <a:lnTo>
                      <a:pt x="55" y="53"/>
                    </a:lnTo>
                    <a:lnTo>
                      <a:pt x="59" y="48"/>
                    </a:lnTo>
                    <a:lnTo>
                      <a:pt x="63" y="43"/>
                    </a:lnTo>
                    <a:lnTo>
                      <a:pt x="65" y="38"/>
                    </a:lnTo>
                    <a:lnTo>
                      <a:pt x="63" y="33"/>
                    </a:lnTo>
                    <a:lnTo>
                      <a:pt x="61" y="29"/>
                    </a:lnTo>
                    <a:lnTo>
                      <a:pt x="19" y="0"/>
                    </a:lnTo>
                    <a:lnTo>
                      <a:pt x="0" y="26"/>
                    </a:lnTo>
                    <a:lnTo>
                      <a:pt x="41" y="58"/>
                    </a:lnTo>
                    <a:lnTo>
                      <a:pt x="42" y="5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89" name="Freeform 146"/>
              <p:cNvSpPr/>
              <p:nvPr/>
            </p:nvSpPr>
            <p:spPr>
              <a:xfrm>
                <a:off x="4152" y="1594"/>
                <a:ext cx="27" cy="30"/>
              </a:xfrm>
              <a:custGeom>
                <a:avLst/>
                <a:gdLst/>
                <a:ahLst/>
                <a:cxnLst>
                  <a:cxn ang="0">
                    <a:pos x="19" y="20"/>
                  </a:cxn>
                  <a:cxn ang="0">
                    <a:pos x="18" y="22"/>
                  </a:cxn>
                  <a:cxn ang="0">
                    <a:pos x="16" y="23"/>
                  </a:cxn>
                  <a:cxn ang="0">
                    <a:pos x="15" y="25"/>
                  </a:cxn>
                  <a:cxn ang="0">
                    <a:pos x="13" y="26"/>
                  </a:cxn>
                  <a:cxn ang="0">
                    <a:pos x="12" y="27"/>
                  </a:cxn>
                  <a:cxn ang="0">
                    <a:pos x="10" y="27"/>
                  </a:cxn>
                  <a:cxn ang="0">
                    <a:pos x="8" y="27"/>
                  </a:cxn>
                  <a:cxn ang="0">
                    <a:pos x="6" y="29"/>
                  </a:cxn>
                  <a:cxn ang="0">
                    <a:pos x="4" y="27"/>
                  </a:cxn>
                  <a:cxn ang="0">
                    <a:pos x="2" y="27"/>
                  </a:cxn>
                  <a:cxn ang="0">
                    <a:pos x="0" y="26"/>
                  </a:cxn>
                  <a:cxn ang="0">
                    <a:pos x="0" y="24"/>
                  </a:cxn>
                  <a:cxn ang="0">
                    <a:pos x="0" y="22"/>
                  </a:cxn>
                  <a:cxn ang="0">
                    <a:pos x="0" y="20"/>
                  </a:cxn>
                  <a:cxn ang="0">
                    <a:pos x="0" y="18"/>
                  </a:cxn>
                  <a:cxn ang="0">
                    <a:pos x="0" y="16"/>
                  </a:cxn>
                  <a:cxn ang="0">
                    <a:pos x="0" y="14"/>
                  </a:cxn>
                  <a:cxn ang="0">
                    <a:pos x="2" y="12"/>
                  </a:cxn>
                  <a:cxn ang="0">
                    <a:pos x="3" y="10"/>
                  </a:cxn>
                  <a:cxn ang="0">
                    <a:pos x="4" y="8"/>
                  </a:cxn>
                  <a:cxn ang="0">
                    <a:pos x="5" y="6"/>
                  </a:cxn>
                  <a:cxn ang="0">
                    <a:pos x="7" y="4"/>
                  </a:cxn>
                  <a:cxn ang="0">
                    <a:pos x="9" y="3"/>
                  </a:cxn>
                  <a:cxn ang="0">
                    <a:pos x="10" y="2"/>
                  </a:cxn>
                  <a:cxn ang="0">
                    <a:pos x="11" y="1"/>
                  </a:cxn>
                  <a:cxn ang="0">
                    <a:pos x="13" y="1"/>
                  </a:cxn>
                  <a:cxn ang="0">
                    <a:pos x="15" y="0"/>
                  </a:cxn>
                  <a:cxn ang="0">
                    <a:pos x="17" y="0"/>
                  </a:cxn>
                  <a:cxn ang="0">
                    <a:pos x="19" y="0"/>
                  </a:cxn>
                  <a:cxn ang="0">
                    <a:pos x="21" y="0"/>
                  </a:cxn>
                  <a:cxn ang="0">
                    <a:pos x="22" y="1"/>
                  </a:cxn>
                  <a:cxn ang="0">
                    <a:pos x="24" y="2"/>
                  </a:cxn>
                  <a:cxn ang="0">
                    <a:pos x="24" y="4"/>
                  </a:cxn>
                  <a:cxn ang="0">
                    <a:pos x="26" y="6"/>
                  </a:cxn>
                  <a:cxn ang="0">
                    <a:pos x="24" y="8"/>
                  </a:cxn>
                  <a:cxn ang="0">
                    <a:pos x="24" y="10"/>
                  </a:cxn>
                  <a:cxn ang="0">
                    <a:pos x="24" y="12"/>
                  </a:cxn>
                  <a:cxn ang="0">
                    <a:pos x="23" y="14"/>
                  </a:cxn>
                  <a:cxn ang="0">
                    <a:pos x="22" y="15"/>
                  </a:cxn>
                  <a:cxn ang="0">
                    <a:pos x="22" y="17"/>
                  </a:cxn>
                  <a:cxn ang="0">
                    <a:pos x="21" y="18"/>
                  </a:cxn>
                  <a:cxn ang="0">
                    <a:pos x="20" y="20"/>
                  </a:cxn>
                </a:cxnLst>
                <a:rect l="0" t="0" r="0" b="0"/>
                <a:pathLst>
                  <a:path w="27" h="30">
                    <a:moveTo>
                      <a:pt x="20" y="20"/>
                    </a:moveTo>
                    <a:lnTo>
                      <a:pt x="19" y="20"/>
                    </a:lnTo>
                    <a:lnTo>
                      <a:pt x="19" y="21"/>
                    </a:lnTo>
                    <a:lnTo>
                      <a:pt x="18" y="22"/>
                    </a:lnTo>
                    <a:lnTo>
                      <a:pt x="17" y="23"/>
                    </a:lnTo>
                    <a:lnTo>
                      <a:pt x="16" y="23"/>
                    </a:lnTo>
                    <a:lnTo>
                      <a:pt x="15" y="24"/>
                    </a:lnTo>
                    <a:lnTo>
                      <a:pt x="15" y="25"/>
                    </a:lnTo>
                    <a:lnTo>
                      <a:pt x="14" y="25"/>
                    </a:lnTo>
                    <a:lnTo>
                      <a:pt x="13" y="26"/>
                    </a:lnTo>
                    <a:lnTo>
                      <a:pt x="12" y="26"/>
                    </a:lnTo>
                    <a:lnTo>
                      <a:pt x="12" y="27"/>
                    </a:lnTo>
                    <a:lnTo>
                      <a:pt x="11" y="27"/>
                    </a:lnTo>
                    <a:lnTo>
                      <a:pt x="10" y="27"/>
                    </a:lnTo>
                    <a:lnTo>
                      <a:pt x="9" y="27"/>
                    </a:lnTo>
                    <a:lnTo>
                      <a:pt x="8" y="27"/>
                    </a:lnTo>
                    <a:lnTo>
                      <a:pt x="7" y="29"/>
                    </a:lnTo>
                    <a:lnTo>
                      <a:pt x="6" y="29"/>
                    </a:lnTo>
                    <a:lnTo>
                      <a:pt x="5" y="29"/>
                    </a:lnTo>
                    <a:lnTo>
                      <a:pt x="4" y="27"/>
                    </a:lnTo>
                    <a:lnTo>
                      <a:pt x="3" y="27"/>
                    </a:lnTo>
                    <a:lnTo>
                      <a:pt x="2" y="27"/>
                    </a:lnTo>
                    <a:lnTo>
                      <a:pt x="2" y="26"/>
                    </a:lnTo>
                    <a:lnTo>
                      <a:pt x="0" y="26"/>
                    </a:lnTo>
                    <a:lnTo>
                      <a:pt x="0" y="25"/>
                    </a:lnTo>
                    <a:lnTo>
                      <a:pt x="0" y="24"/>
                    </a:lnTo>
                    <a:lnTo>
                      <a:pt x="0" y="23"/>
                    </a:lnTo>
                    <a:lnTo>
                      <a:pt x="0" y="22"/>
                    </a:lnTo>
                    <a:lnTo>
                      <a:pt x="0" y="21"/>
                    </a:lnTo>
                    <a:lnTo>
                      <a:pt x="0" y="20"/>
                    </a:lnTo>
                    <a:lnTo>
                      <a:pt x="0" y="19"/>
                    </a:lnTo>
                    <a:lnTo>
                      <a:pt x="0" y="18"/>
                    </a:lnTo>
                    <a:lnTo>
                      <a:pt x="0" y="17"/>
                    </a:lnTo>
                    <a:lnTo>
                      <a:pt x="0" y="16"/>
                    </a:lnTo>
                    <a:lnTo>
                      <a:pt x="0" y="15"/>
                    </a:lnTo>
                    <a:lnTo>
                      <a:pt x="0" y="14"/>
                    </a:lnTo>
                    <a:lnTo>
                      <a:pt x="0" y="13"/>
                    </a:lnTo>
                    <a:lnTo>
                      <a:pt x="2" y="12"/>
                    </a:lnTo>
                    <a:lnTo>
                      <a:pt x="2" y="11"/>
                    </a:lnTo>
                    <a:lnTo>
                      <a:pt x="3" y="10"/>
                    </a:lnTo>
                    <a:lnTo>
                      <a:pt x="3" y="9"/>
                    </a:lnTo>
                    <a:lnTo>
                      <a:pt x="4" y="8"/>
                    </a:lnTo>
                    <a:lnTo>
                      <a:pt x="4" y="7"/>
                    </a:lnTo>
                    <a:lnTo>
                      <a:pt x="5" y="6"/>
                    </a:lnTo>
                    <a:lnTo>
                      <a:pt x="6" y="5"/>
                    </a:lnTo>
                    <a:lnTo>
                      <a:pt x="7" y="4"/>
                    </a:lnTo>
                    <a:lnTo>
                      <a:pt x="8" y="3"/>
                    </a:lnTo>
                    <a:lnTo>
                      <a:pt x="9" y="3"/>
                    </a:lnTo>
                    <a:lnTo>
                      <a:pt x="10" y="3"/>
                    </a:lnTo>
                    <a:lnTo>
                      <a:pt x="10" y="2"/>
                    </a:lnTo>
                    <a:lnTo>
                      <a:pt x="10" y="1"/>
                    </a:lnTo>
                    <a:lnTo>
                      <a:pt x="11" y="1"/>
                    </a:lnTo>
                    <a:lnTo>
                      <a:pt x="12" y="1"/>
                    </a:lnTo>
                    <a:lnTo>
                      <a:pt x="13" y="1"/>
                    </a:lnTo>
                    <a:lnTo>
                      <a:pt x="14" y="0"/>
                    </a:lnTo>
                    <a:lnTo>
                      <a:pt x="15" y="0"/>
                    </a:lnTo>
                    <a:lnTo>
                      <a:pt x="16" y="0"/>
                    </a:lnTo>
                    <a:lnTo>
                      <a:pt x="17" y="0"/>
                    </a:lnTo>
                    <a:lnTo>
                      <a:pt x="18" y="0"/>
                    </a:lnTo>
                    <a:lnTo>
                      <a:pt x="19" y="0"/>
                    </a:lnTo>
                    <a:lnTo>
                      <a:pt x="20" y="0"/>
                    </a:lnTo>
                    <a:lnTo>
                      <a:pt x="21" y="0"/>
                    </a:lnTo>
                    <a:lnTo>
                      <a:pt x="22" y="0"/>
                    </a:lnTo>
                    <a:lnTo>
                      <a:pt x="22" y="1"/>
                    </a:lnTo>
                    <a:lnTo>
                      <a:pt x="23" y="1"/>
                    </a:lnTo>
                    <a:lnTo>
                      <a:pt x="24" y="2"/>
                    </a:lnTo>
                    <a:lnTo>
                      <a:pt x="24" y="3"/>
                    </a:lnTo>
                    <a:lnTo>
                      <a:pt x="24" y="4"/>
                    </a:lnTo>
                    <a:lnTo>
                      <a:pt x="24" y="5"/>
                    </a:lnTo>
                    <a:lnTo>
                      <a:pt x="26" y="6"/>
                    </a:lnTo>
                    <a:lnTo>
                      <a:pt x="26" y="7"/>
                    </a:lnTo>
                    <a:lnTo>
                      <a:pt x="24" y="8"/>
                    </a:lnTo>
                    <a:lnTo>
                      <a:pt x="24" y="9"/>
                    </a:lnTo>
                    <a:lnTo>
                      <a:pt x="24" y="10"/>
                    </a:lnTo>
                    <a:lnTo>
                      <a:pt x="24" y="11"/>
                    </a:lnTo>
                    <a:lnTo>
                      <a:pt x="24" y="12"/>
                    </a:lnTo>
                    <a:lnTo>
                      <a:pt x="24" y="13"/>
                    </a:lnTo>
                    <a:lnTo>
                      <a:pt x="23" y="14"/>
                    </a:lnTo>
                    <a:lnTo>
                      <a:pt x="23" y="15"/>
                    </a:lnTo>
                    <a:lnTo>
                      <a:pt x="22" y="15"/>
                    </a:lnTo>
                    <a:lnTo>
                      <a:pt x="22" y="16"/>
                    </a:lnTo>
                    <a:lnTo>
                      <a:pt x="22" y="17"/>
                    </a:lnTo>
                    <a:lnTo>
                      <a:pt x="22" y="18"/>
                    </a:lnTo>
                    <a:lnTo>
                      <a:pt x="21" y="18"/>
                    </a:lnTo>
                    <a:lnTo>
                      <a:pt x="20" y="19"/>
                    </a:lnTo>
                    <a:lnTo>
                      <a:pt x="20" y="20"/>
                    </a:lnTo>
                  </a:path>
                </a:pathLst>
              </a:custGeom>
              <a:solidFill>
                <a:srgbClr val="FFFFFF"/>
              </a:solidFill>
              <a:ln w="12700">
                <a:noFill/>
              </a:ln>
            </p:spPr>
            <p:txBody>
              <a:bodyPr/>
              <a:lstStyle/>
              <a:p>
                <a:endParaRPr lang="zh-CN" altLang="en-US"/>
              </a:p>
            </p:txBody>
          </p:sp>
          <p:sp>
            <p:nvSpPr>
              <p:cNvPr id="31890" name="Freeform 147"/>
              <p:cNvSpPr/>
              <p:nvPr/>
            </p:nvSpPr>
            <p:spPr>
              <a:xfrm>
                <a:off x="4152" y="1594"/>
                <a:ext cx="26" cy="30"/>
              </a:xfrm>
              <a:custGeom>
                <a:avLst/>
                <a:gdLst/>
                <a:ahLst/>
                <a:cxnLst>
                  <a:cxn ang="0">
                    <a:pos x="20" y="20"/>
                  </a:cxn>
                  <a:cxn ang="0">
                    <a:pos x="15" y="24"/>
                  </a:cxn>
                  <a:cxn ang="0">
                    <a:pos x="10" y="27"/>
                  </a:cxn>
                  <a:cxn ang="0">
                    <a:pos x="6" y="29"/>
                  </a:cxn>
                  <a:cxn ang="0">
                    <a:pos x="2" y="27"/>
                  </a:cxn>
                  <a:cxn ang="0">
                    <a:pos x="0" y="23"/>
                  </a:cxn>
                  <a:cxn ang="0">
                    <a:pos x="0" y="19"/>
                  </a:cxn>
                  <a:cxn ang="0">
                    <a:pos x="0" y="13"/>
                  </a:cxn>
                  <a:cxn ang="0">
                    <a:pos x="4" y="8"/>
                  </a:cxn>
                  <a:cxn ang="0">
                    <a:pos x="8" y="3"/>
                  </a:cxn>
                  <a:cxn ang="0">
                    <a:pos x="13" y="0"/>
                  </a:cxn>
                  <a:cxn ang="0">
                    <a:pos x="18" y="0"/>
                  </a:cxn>
                  <a:cxn ang="0">
                    <a:pos x="22" y="0"/>
                  </a:cxn>
                  <a:cxn ang="0">
                    <a:pos x="25" y="3"/>
                  </a:cxn>
                  <a:cxn ang="0">
                    <a:pos x="25" y="8"/>
                  </a:cxn>
                  <a:cxn ang="0">
                    <a:pos x="22" y="14"/>
                  </a:cxn>
                  <a:cxn ang="0">
                    <a:pos x="20" y="20"/>
                  </a:cxn>
                </a:cxnLst>
                <a:rect l="0" t="0" r="0" b="0"/>
                <a:pathLst>
                  <a:path w="26" h="30">
                    <a:moveTo>
                      <a:pt x="20" y="20"/>
                    </a:moveTo>
                    <a:lnTo>
                      <a:pt x="15" y="24"/>
                    </a:lnTo>
                    <a:lnTo>
                      <a:pt x="10" y="27"/>
                    </a:lnTo>
                    <a:lnTo>
                      <a:pt x="6" y="29"/>
                    </a:lnTo>
                    <a:lnTo>
                      <a:pt x="2" y="27"/>
                    </a:lnTo>
                    <a:lnTo>
                      <a:pt x="0" y="23"/>
                    </a:lnTo>
                    <a:lnTo>
                      <a:pt x="0" y="19"/>
                    </a:lnTo>
                    <a:lnTo>
                      <a:pt x="0" y="13"/>
                    </a:lnTo>
                    <a:lnTo>
                      <a:pt x="4" y="8"/>
                    </a:lnTo>
                    <a:lnTo>
                      <a:pt x="8" y="3"/>
                    </a:lnTo>
                    <a:lnTo>
                      <a:pt x="13" y="0"/>
                    </a:lnTo>
                    <a:lnTo>
                      <a:pt x="18" y="0"/>
                    </a:lnTo>
                    <a:lnTo>
                      <a:pt x="22" y="0"/>
                    </a:lnTo>
                    <a:lnTo>
                      <a:pt x="25" y="3"/>
                    </a:lnTo>
                    <a:lnTo>
                      <a:pt x="25" y="8"/>
                    </a:lnTo>
                    <a:lnTo>
                      <a:pt x="22" y="14"/>
                    </a:lnTo>
                    <a:lnTo>
                      <a:pt x="20" y="2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91" name="Freeform 148"/>
              <p:cNvSpPr/>
              <p:nvPr/>
            </p:nvSpPr>
            <p:spPr>
              <a:xfrm>
                <a:off x="4159" y="1633"/>
                <a:ext cx="47" cy="90"/>
              </a:xfrm>
              <a:custGeom>
                <a:avLst/>
                <a:gdLst/>
                <a:ahLst/>
                <a:cxnLst>
                  <a:cxn ang="0">
                    <a:pos x="46" y="71"/>
                  </a:cxn>
                  <a:cxn ang="0">
                    <a:pos x="6" y="89"/>
                  </a:cxn>
                  <a:cxn ang="0">
                    <a:pos x="0" y="33"/>
                  </a:cxn>
                  <a:cxn ang="0">
                    <a:pos x="19" y="0"/>
                  </a:cxn>
                  <a:cxn ang="0">
                    <a:pos x="45" y="17"/>
                  </a:cxn>
                  <a:cxn ang="0">
                    <a:pos x="46" y="71"/>
                  </a:cxn>
                </a:cxnLst>
                <a:rect l="0" t="0" r="0" b="0"/>
                <a:pathLst>
                  <a:path w="47" h="90">
                    <a:moveTo>
                      <a:pt x="46" y="71"/>
                    </a:moveTo>
                    <a:lnTo>
                      <a:pt x="6" y="89"/>
                    </a:lnTo>
                    <a:lnTo>
                      <a:pt x="0" y="33"/>
                    </a:lnTo>
                    <a:lnTo>
                      <a:pt x="19" y="0"/>
                    </a:lnTo>
                    <a:lnTo>
                      <a:pt x="45" y="17"/>
                    </a:lnTo>
                    <a:lnTo>
                      <a:pt x="46" y="71"/>
                    </a:lnTo>
                  </a:path>
                </a:pathLst>
              </a:custGeom>
              <a:solidFill>
                <a:srgbClr val="FFFFFF"/>
              </a:solidFill>
              <a:ln w="12700">
                <a:noFill/>
              </a:ln>
            </p:spPr>
            <p:txBody>
              <a:bodyPr/>
              <a:lstStyle/>
              <a:p>
                <a:endParaRPr lang="zh-CN" altLang="en-US"/>
              </a:p>
            </p:txBody>
          </p:sp>
          <p:sp>
            <p:nvSpPr>
              <p:cNvPr id="31892" name="Freeform 149"/>
              <p:cNvSpPr/>
              <p:nvPr/>
            </p:nvSpPr>
            <p:spPr>
              <a:xfrm>
                <a:off x="4159" y="1633"/>
                <a:ext cx="47" cy="90"/>
              </a:xfrm>
              <a:custGeom>
                <a:avLst/>
                <a:gdLst/>
                <a:ahLst/>
                <a:cxnLst>
                  <a:cxn ang="0">
                    <a:pos x="46" y="71"/>
                  </a:cxn>
                  <a:cxn ang="0">
                    <a:pos x="6" y="89"/>
                  </a:cxn>
                  <a:cxn ang="0">
                    <a:pos x="0" y="33"/>
                  </a:cxn>
                  <a:cxn ang="0">
                    <a:pos x="19" y="0"/>
                  </a:cxn>
                  <a:cxn ang="0">
                    <a:pos x="45" y="17"/>
                  </a:cxn>
                  <a:cxn ang="0">
                    <a:pos x="46" y="71"/>
                  </a:cxn>
                </a:cxnLst>
                <a:rect l="0" t="0" r="0" b="0"/>
                <a:pathLst>
                  <a:path w="47" h="90">
                    <a:moveTo>
                      <a:pt x="46" y="71"/>
                    </a:moveTo>
                    <a:lnTo>
                      <a:pt x="6" y="89"/>
                    </a:lnTo>
                    <a:lnTo>
                      <a:pt x="0" y="33"/>
                    </a:lnTo>
                    <a:lnTo>
                      <a:pt x="19" y="0"/>
                    </a:lnTo>
                    <a:lnTo>
                      <a:pt x="45" y="17"/>
                    </a:lnTo>
                    <a:lnTo>
                      <a:pt x="46" y="7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93" name="Freeform 150"/>
              <p:cNvSpPr/>
              <p:nvPr/>
            </p:nvSpPr>
            <p:spPr>
              <a:xfrm>
                <a:off x="4860" y="2819"/>
                <a:ext cx="87" cy="58"/>
              </a:xfrm>
              <a:custGeom>
                <a:avLst/>
                <a:gdLst/>
                <a:ahLst/>
                <a:cxnLst>
                  <a:cxn ang="0">
                    <a:pos x="55" y="0"/>
                  </a:cxn>
                  <a:cxn ang="0">
                    <a:pos x="86" y="27"/>
                  </a:cxn>
                  <a:cxn ang="0">
                    <a:pos x="38" y="57"/>
                  </a:cxn>
                  <a:cxn ang="0">
                    <a:pos x="0" y="51"/>
                  </a:cxn>
                  <a:cxn ang="0">
                    <a:pos x="5" y="22"/>
                  </a:cxn>
                  <a:cxn ang="0">
                    <a:pos x="55" y="0"/>
                  </a:cxn>
                </a:cxnLst>
                <a:rect l="0" t="0" r="0" b="0"/>
                <a:pathLst>
                  <a:path w="87" h="58">
                    <a:moveTo>
                      <a:pt x="55" y="0"/>
                    </a:moveTo>
                    <a:lnTo>
                      <a:pt x="86" y="27"/>
                    </a:lnTo>
                    <a:lnTo>
                      <a:pt x="38" y="57"/>
                    </a:lnTo>
                    <a:lnTo>
                      <a:pt x="0" y="51"/>
                    </a:lnTo>
                    <a:lnTo>
                      <a:pt x="5" y="22"/>
                    </a:lnTo>
                    <a:lnTo>
                      <a:pt x="55" y="0"/>
                    </a:lnTo>
                  </a:path>
                </a:pathLst>
              </a:custGeom>
              <a:solidFill>
                <a:srgbClr val="FFFFFF"/>
              </a:solidFill>
              <a:ln w="12700">
                <a:noFill/>
              </a:ln>
            </p:spPr>
            <p:txBody>
              <a:bodyPr/>
              <a:lstStyle/>
              <a:p>
                <a:endParaRPr lang="zh-CN" altLang="en-US"/>
              </a:p>
            </p:txBody>
          </p:sp>
          <p:sp>
            <p:nvSpPr>
              <p:cNvPr id="31894" name="Freeform 151"/>
              <p:cNvSpPr/>
              <p:nvPr/>
            </p:nvSpPr>
            <p:spPr>
              <a:xfrm>
                <a:off x="4860" y="2819"/>
                <a:ext cx="87" cy="58"/>
              </a:xfrm>
              <a:custGeom>
                <a:avLst/>
                <a:gdLst/>
                <a:ahLst/>
                <a:cxnLst>
                  <a:cxn ang="0">
                    <a:pos x="55" y="0"/>
                  </a:cxn>
                  <a:cxn ang="0">
                    <a:pos x="86" y="27"/>
                  </a:cxn>
                  <a:cxn ang="0">
                    <a:pos x="38" y="57"/>
                  </a:cxn>
                  <a:cxn ang="0">
                    <a:pos x="0" y="51"/>
                  </a:cxn>
                  <a:cxn ang="0">
                    <a:pos x="5" y="22"/>
                  </a:cxn>
                  <a:cxn ang="0">
                    <a:pos x="55" y="0"/>
                  </a:cxn>
                </a:cxnLst>
                <a:rect l="0" t="0" r="0" b="0"/>
                <a:pathLst>
                  <a:path w="87" h="58">
                    <a:moveTo>
                      <a:pt x="55" y="0"/>
                    </a:moveTo>
                    <a:lnTo>
                      <a:pt x="86" y="27"/>
                    </a:lnTo>
                    <a:lnTo>
                      <a:pt x="38" y="57"/>
                    </a:lnTo>
                    <a:lnTo>
                      <a:pt x="0" y="51"/>
                    </a:lnTo>
                    <a:lnTo>
                      <a:pt x="5" y="22"/>
                    </a:lnTo>
                    <a:lnTo>
                      <a:pt x="55"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95" name="Freeform 152"/>
              <p:cNvSpPr/>
              <p:nvPr/>
            </p:nvSpPr>
            <p:spPr>
              <a:xfrm>
                <a:off x="4743" y="2871"/>
                <a:ext cx="87" cy="57"/>
              </a:xfrm>
              <a:custGeom>
                <a:avLst/>
                <a:gdLst/>
                <a:ahLst/>
                <a:cxnLst>
                  <a:cxn ang="0">
                    <a:pos x="29" y="56"/>
                  </a:cxn>
                  <a:cxn ang="0">
                    <a:pos x="0" y="27"/>
                  </a:cxn>
                  <a:cxn ang="0">
                    <a:pos x="46" y="0"/>
                  </a:cxn>
                  <a:cxn ang="0">
                    <a:pos x="86" y="4"/>
                  </a:cxn>
                  <a:cxn ang="0">
                    <a:pos x="78" y="32"/>
                  </a:cxn>
                  <a:cxn ang="0">
                    <a:pos x="29" y="56"/>
                  </a:cxn>
                </a:cxnLst>
                <a:rect l="0" t="0" r="0" b="0"/>
                <a:pathLst>
                  <a:path w="87" h="57">
                    <a:moveTo>
                      <a:pt x="29" y="56"/>
                    </a:moveTo>
                    <a:lnTo>
                      <a:pt x="0" y="27"/>
                    </a:lnTo>
                    <a:lnTo>
                      <a:pt x="46" y="0"/>
                    </a:lnTo>
                    <a:lnTo>
                      <a:pt x="86" y="4"/>
                    </a:lnTo>
                    <a:lnTo>
                      <a:pt x="78" y="32"/>
                    </a:lnTo>
                    <a:lnTo>
                      <a:pt x="29" y="56"/>
                    </a:lnTo>
                  </a:path>
                </a:pathLst>
              </a:custGeom>
              <a:solidFill>
                <a:srgbClr val="FFFFFF"/>
              </a:solidFill>
              <a:ln w="12700">
                <a:noFill/>
              </a:ln>
            </p:spPr>
            <p:txBody>
              <a:bodyPr/>
              <a:lstStyle/>
              <a:p>
                <a:endParaRPr lang="zh-CN" altLang="en-US"/>
              </a:p>
            </p:txBody>
          </p:sp>
          <p:sp>
            <p:nvSpPr>
              <p:cNvPr id="31896" name="Freeform 153"/>
              <p:cNvSpPr/>
              <p:nvPr/>
            </p:nvSpPr>
            <p:spPr>
              <a:xfrm>
                <a:off x="4743" y="2871"/>
                <a:ext cx="87" cy="57"/>
              </a:xfrm>
              <a:custGeom>
                <a:avLst/>
                <a:gdLst/>
                <a:ahLst/>
                <a:cxnLst>
                  <a:cxn ang="0">
                    <a:pos x="29" y="56"/>
                  </a:cxn>
                  <a:cxn ang="0">
                    <a:pos x="0" y="27"/>
                  </a:cxn>
                  <a:cxn ang="0">
                    <a:pos x="46" y="0"/>
                  </a:cxn>
                  <a:cxn ang="0">
                    <a:pos x="86" y="4"/>
                  </a:cxn>
                  <a:cxn ang="0">
                    <a:pos x="78" y="32"/>
                  </a:cxn>
                  <a:cxn ang="0">
                    <a:pos x="29" y="56"/>
                  </a:cxn>
                </a:cxnLst>
                <a:rect l="0" t="0" r="0" b="0"/>
                <a:pathLst>
                  <a:path w="87" h="57">
                    <a:moveTo>
                      <a:pt x="29" y="56"/>
                    </a:moveTo>
                    <a:lnTo>
                      <a:pt x="0" y="27"/>
                    </a:lnTo>
                    <a:lnTo>
                      <a:pt x="46" y="0"/>
                    </a:lnTo>
                    <a:lnTo>
                      <a:pt x="86" y="4"/>
                    </a:lnTo>
                    <a:lnTo>
                      <a:pt x="78" y="32"/>
                    </a:lnTo>
                    <a:lnTo>
                      <a:pt x="29" y="5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97" name="Freeform 154"/>
              <p:cNvSpPr/>
              <p:nvPr/>
            </p:nvSpPr>
            <p:spPr>
              <a:xfrm>
                <a:off x="4736" y="2892"/>
                <a:ext cx="86" cy="57"/>
              </a:xfrm>
              <a:custGeom>
                <a:avLst/>
                <a:gdLst/>
                <a:ahLst/>
                <a:cxnLst>
                  <a:cxn ang="0">
                    <a:pos x="29" y="56"/>
                  </a:cxn>
                  <a:cxn ang="0">
                    <a:pos x="0" y="27"/>
                  </a:cxn>
                  <a:cxn ang="0">
                    <a:pos x="45" y="0"/>
                  </a:cxn>
                  <a:cxn ang="0">
                    <a:pos x="85" y="4"/>
                  </a:cxn>
                  <a:cxn ang="0">
                    <a:pos x="77" y="34"/>
                  </a:cxn>
                  <a:cxn ang="0">
                    <a:pos x="29" y="56"/>
                  </a:cxn>
                </a:cxnLst>
                <a:rect l="0" t="0" r="0" b="0"/>
                <a:pathLst>
                  <a:path w="86" h="57">
                    <a:moveTo>
                      <a:pt x="29" y="56"/>
                    </a:moveTo>
                    <a:lnTo>
                      <a:pt x="0" y="27"/>
                    </a:lnTo>
                    <a:lnTo>
                      <a:pt x="45" y="0"/>
                    </a:lnTo>
                    <a:lnTo>
                      <a:pt x="85" y="4"/>
                    </a:lnTo>
                    <a:lnTo>
                      <a:pt x="77" y="34"/>
                    </a:lnTo>
                    <a:lnTo>
                      <a:pt x="29" y="56"/>
                    </a:lnTo>
                  </a:path>
                </a:pathLst>
              </a:custGeom>
              <a:solidFill>
                <a:srgbClr val="FFFFFF"/>
              </a:solidFill>
              <a:ln w="12700">
                <a:noFill/>
              </a:ln>
            </p:spPr>
            <p:txBody>
              <a:bodyPr/>
              <a:lstStyle/>
              <a:p>
                <a:endParaRPr lang="zh-CN" altLang="en-US"/>
              </a:p>
            </p:txBody>
          </p:sp>
          <p:sp>
            <p:nvSpPr>
              <p:cNvPr id="31898" name="Freeform 155"/>
              <p:cNvSpPr/>
              <p:nvPr/>
            </p:nvSpPr>
            <p:spPr>
              <a:xfrm>
                <a:off x="4736" y="2892"/>
                <a:ext cx="86" cy="57"/>
              </a:xfrm>
              <a:custGeom>
                <a:avLst/>
                <a:gdLst/>
                <a:ahLst/>
                <a:cxnLst>
                  <a:cxn ang="0">
                    <a:pos x="29" y="56"/>
                  </a:cxn>
                  <a:cxn ang="0">
                    <a:pos x="0" y="27"/>
                  </a:cxn>
                  <a:cxn ang="0">
                    <a:pos x="45" y="0"/>
                  </a:cxn>
                  <a:cxn ang="0">
                    <a:pos x="85" y="4"/>
                  </a:cxn>
                  <a:cxn ang="0">
                    <a:pos x="77" y="34"/>
                  </a:cxn>
                  <a:cxn ang="0">
                    <a:pos x="29" y="56"/>
                  </a:cxn>
                </a:cxnLst>
                <a:rect l="0" t="0" r="0" b="0"/>
                <a:pathLst>
                  <a:path w="86" h="57">
                    <a:moveTo>
                      <a:pt x="29" y="56"/>
                    </a:moveTo>
                    <a:lnTo>
                      <a:pt x="0" y="27"/>
                    </a:lnTo>
                    <a:lnTo>
                      <a:pt x="45" y="0"/>
                    </a:lnTo>
                    <a:lnTo>
                      <a:pt x="85" y="4"/>
                    </a:lnTo>
                    <a:lnTo>
                      <a:pt x="77" y="34"/>
                    </a:lnTo>
                    <a:lnTo>
                      <a:pt x="29" y="5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899" name="Freeform 156"/>
              <p:cNvSpPr/>
              <p:nvPr/>
            </p:nvSpPr>
            <p:spPr>
              <a:xfrm>
                <a:off x="4821" y="2852"/>
                <a:ext cx="47" cy="66"/>
              </a:xfrm>
              <a:custGeom>
                <a:avLst/>
                <a:gdLst/>
                <a:ahLst/>
                <a:cxnLst>
                  <a:cxn ang="0">
                    <a:pos x="44" y="13"/>
                  </a:cxn>
                  <a:cxn ang="0">
                    <a:pos x="44" y="12"/>
                  </a:cxn>
                  <a:cxn ang="0">
                    <a:pos x="44" y="11"/>
                  </a:cxn>
                  <a:cxn ang="0">
                    <a:pos x="44" y="10"/>
                  </a:cxn>
                  <a:cxn ang="0">
                    <a:pos x="44" y="9"/>
                  </a:cxn>
                  <a:cxn ang="0">
                    <a:pos x="44" y="8"/>
                  </a:cxn>
                  <a:cxn ang="0">
                    <a:pos x="44" y="7"/>
                  </a:cxn>
                  <a:cxn ang="0">
                    <a:pos x="42" y="7"/>
                  </a:cxn>
                  <a:cxn ang="0">
                    <a:pos x="42" y="6"/>
                  </a:cxn>
                  <a:cxn ang="0">
                    <a:pos x="41" y="5"/>
                  </a:cxn>
                  <a:cxn ang="0">
                    <a:pos x="40" y="5"/>
                  </a:cxn>
                  <a:cxn ang="0">
                    <a:pos x="40" y="4"/>
                  </a:cxn>
                  <a:cxn ang="0">
                    <a:pos x="39" y="3"/>
                  </a:cxn>
                  <a:cxn ang="0">
                    <a:pos x="38" y="3"/>
                  </a:cxn>
                  <a:cxn ang="0">
                    <a:pos x="37" y="2"/>
                  </a:cxn>
                  <a:cxn ang="0">
                    <a:pos x="36" y="2"/>
                  </a:cxn>
                  <a:cxn ang="0">
                    <a:pos x="36" y="1"/>
                  </a:cxn>
                  <a:cxn ang="0">
                    <a:pos x="34" y="1"/>
                  </a:cxn>
                  <a:cxn ang="0">
                    <a:pos x="32" y="1"/>
                  </a:cxn>
                  <a:cxn ang="0">
                    <a:pos x="32" y="0"/>
                  </a:cxn>
                  <a:cxn ang="0">
                    <a:pos x="30" y="0"/>
                  </a:cxn>
                  <a:cxn ang="0">
                    <a:pos x="28" y="0"/>
                  </a:cxn>
                  <a:cxn ang="0">
                    <a:pos x="27" y="0"/>
                  </a:cxn>
                  <a:cxn ang="0">
                    <a:pos x="26" y="0"/>
                  </a:cxn>
                  <a:cxn ang="0">
                    <a:pos x="25" y="0"/>
                  </a:cxn>
                  <a:cxn ang="0">
                    <a:pos x="24" y="0"/>
                  </a:cxn>
                  <a:cxn ang="0">
                    <a:pos x="22" y="0"/>
                  </a:cxn>
                  <a:cxn ang="0">
                    <a:pos x="20" y="0"/>
                  </a:cxn>
                  <a:cxn ang="0">
                    <a:pos x="19" y="0"/>
                  </a:cxn>
                  <a:cxn ang="0">
                    <a:pos x="18" y="0"/>
                  </a:cxn>
                  <a:cxn ang="0">
                    <a:pos x="17" y="0"/>
                  </a:cxn>
                  <a:cxn ang="0">
                    <a:pos x="16" y="1"/>
                  </a:cxn>
                  <a:cxn ang="0">
                    <a:pos x="15" y="1"/>
                  </a:cxn>
                  <a:cxn ang="0">
                    <a:pos x="14" y="1"/>
                  </a:cxn>
                  <a:cxn ang="0">
                    <a:pos x="14" y="2"/>
                  </a:cxn>
                  <a:cxn ang="0">
                    <a:pos x="14" y="3"/>
                  </a:cxn>
                  <a:cxn ang="0">
                    <a:pos x="12" y="3"/>
                  </a:cxn>
                  <a:cxn ang="0">
                    <a:pos x="12" y="4"/>
                  </a:cxn>
                  <a:cxn ang="0">
                    <a:pos x="12" y="5"/>
                  </a:cxn>
                  <a:cxn ang="0">
                    <a:pos x="0" y="56"/>
                  </a:cxn>
                  <a:cxn ang="0">
                    <a:pos x="34" y="65"/>
                  </a:cxn>
                  <a:cxn ang="0">
                    <a:pos x="46" y="13"/>
                  </a:cxn>
                  <a:cxn ang="0">
                    <a:pos x="44" y="13"/>
                  </a:cxn>
                </a:cxnLst>
                <a:rect l="0" t="0" r="0" b="0"/>
                <a:pathLst>
                  <a:path w="47" h="66">
                    <a:moveTo>
                      <a:pt x="44" y="13"/>
                    </a:moveTo>
                    <a:lnTo>
                      <a:pt x="44" y="12"/>
                    </a:lnTo>
                    <a:lnTo>
                      <a:pt x="44" y="11"/>
                    </a:lnTo>
                    <a:lnTo>
                      <a:pt x="44" y="10"/>
                    </a:lnTo>
                    <a:lnTo>
                      <a:pt x="44" y="9"/>
                    </a:lnTo>
                    <a:lnTo>
                      <a:pt x="44" y="8"/>
                    </a:lnTo>
                    <a:lnTo>
                      <a:pt x="44" y="7"/>
                    </a:lnTo>
                    <a:lnTo>
                      <a:pt x="42" y="7"/>
                    </a:lnTo>
                    <a:lnTo>
                      <a:pt x="42" y="6"/>
                    </a:lnTo>
                    <a:lnTo>
                      <a:pt x="41" y="5"/>
                    </a:lnTo>
                    <a:lnTo>
                      <a:pt x="40" y="5"/>
                    </a:lnTo>
                    <a:lnTo>
                      <a:pt x="40" y="4"/>
                    </a:lnTo>
                    <a:lnTo>
                      <a:pt x="39" y="3"/>
                    </a:lnTo>
                    <a:lnTo>
                      <a:pt x="38" y="3"/>
                    </a:lnTo>
                    <a:lnTo>
                      <a:pt x="37" y="2"/>
                    </a:lnTo>
                    <a:lnTo>
                      <a:pt x="36" y="2"/>
                    </a:lnTo>
                    <a:lnTo>
                      <a:pt x="36" y="1"/>
                    </a:lnTo>
                    <a:lnTo>
                      <a:pt x="34" y="1"/>
                    </a:lnTo>
                    <a:lnTo>
                      <a:pt x="32" y="1"/>
                    </a:lnTo>
                    <a:lnTo>
                      <a:pt x="32" y="0"/>
                    </a:lnTo>
                    <a:lnTo>
                      <a:pt x="30" y="0"/>
                    </a:lnTo>
                    <a:lnTo>
                      <a:pt x="28" y="0"/>
                    </a:lnTo>
                    <a:lnTo>
                      <a:pt x="27" y="0"/>
                    </a:lnTo>
                    <a:lnTo>
                      <a:pt x="26" y="0"/>
                    </a:lnTo>
                    <a:lnTo>
                      <a:pt x="25" y="0"/>
                    </a:lnTo>
                    <a:lnTo>
                      <a:pt x="24" y="0"/>
                    </a:lnTo>
                    <a:lnTo>
                      <a:pt x="22" y="0"/>
                    </a:lnTo>
                    <a:lnTo>
                      <a:pt x="20" y="0"/>
                    </a:lnTo>
                    <a:lnTo>
                      <a:pt x="19" y="0"/>
                    </a:lnTo>
                    <a:lnTo>
                      <a:pt x="18" y="0"/>
                    </a:lnTo>
                    <a:lnTo>
                      <a:pt x="17" y="0"/>
                    </a:lnTo>
                    <a:lnTo>
                      <a:pt x="16" y="1"/>
                    </a:lnTo>
                    <a:lnTo>
                      <a:pt x="15" y="1"/>
                    </a:lnTo>
                    <a:lnTo>
                      <a:pt x="14" y="1"/>
                    </a:lnTo>
                    <a:lnTo>
                      <a:pt x="14" y="2"/>
                    </a:lnTo>
                    <a:lnTo>
                      <a:pt x="14" y="3"/>
                    </a:lnTo>
                    <a:lnTo>
                      <a:pt x="12" y="3"/>
                    </a:lnTo>
                    <a:lnTo>
                      <a:pt x="12" y="4"/>
                    </a:lnTo>
                    <a:lnTo>
                      <a:pt x="12" y="5"/>
                    </a:lnTo>
                    <a:lnTo>
                      <a:pt x="0" y="56"/>
                    </a:lnTo>
                    <a:lnTo>
                      <a:pt x="34" y="65"/>
                    </a:lnTo>
                    <a:lnTo>
                      <a:pt x="46" y="13"/>
                    </a:lnTo>
                    <a:lnTo>
                      <a:pt x="44" y="13"/>
                    </a:lnTo>
                  </a:path>
                </a:pathLst>
              </a:custGeom>
              <a:solidFill>
                <a:srgbClr val="FFFFFF"/>
              </a:solidFill>
              <a:ln w="12700">
                <a:noFill/>
              </a:ln>
            </p:spPr>
            <p:txBody>
              <a:bodyPr/>
              <a:lstStyle/>
              <a:p>
                <a:endParaRPr lang="zh-CN" altLang="en-US"/>
              </a:p>
            </p:txBody>
          </p:sp>
          <p:sp>
            <p:nvSpPr>
              <p:cNvPr id="31900" name="Freeform 157"/>
              <p:cNvSpPr/>
              <p:nvPr/>
            </p:nvSpPr>
            <p:spPr>
              <a:xfrm>
                <a:off x="4821" y="2852"/>
                <a:ext cx="47" cy="66"/>
              </a:xfrm>
              <a:custGeom>
                <a:avLst/>
                <a:gdLst/>
                <a:ahLst/>
                <a:cxnLst>
                  <a:cxn ang="0">
                    <a:pos x="44" y="13"/>
                  </a:cxn>
                  <a:cxn ang="0">
                    <a:pos x="44" y="9"/>
                  </a:cxn>
                  <a:cxn ang="0">
                    <a:pos x="41" y="5"/>
                  </a:cxn>
                  <a:cxn ang="0">
                    <a:pos x="36" y="2"/>
                  </a:cxn>
                  <a:cxn ang="0">
                    <a:pos x="30" y="0"/>
                  </a:cxn>
                  <a:cxn ang="0">
                    <a:pos x="24" y="0"/>
                  </a:cxn>
                  <a:cxn ang="0">
                    <a:pos x="18" y="0"/>
                  </a:cxn>
                  <a:cxn ang="0">
                    <a:pos x="14" y="2"/>
                  </a:cxn>
                  <a:cxn ang="0">
                    <a:pos x="12" y="5"/>
                  </a:cxn>
                  <a:cxn ang="0">
                    <a:pos x="0" y="56"/>
                  </a:cxn>
                  <a:cxn ang="0">
                    <a:pos x="34" y="65"/>
                  </a:cxn>
                  <a:cxn ang="0">
                    <a:pos x="46" y="13"/>
                  </a:cxn>
                  <a:cxn ang="0">
                    <a:pos x="44" y="13"/>
                  </a:cxn>
                </a:cxnLst>
                <a:rect l="0" t="0" r="0" b="0"/>
                <a:pathLst>
                  <a:path w="47" h="66">
                    <a:moveTo>
                      <a:pt x="44" y="13"/>
                    </a:moveTo>
                    <a:lnTo>
                      <a:pt x="44" y="9"/>
                    </a:lnTo>
                    <a:lnTo>
                      <a:pt x="41" y="5"/>
                    </a:lnTo>
                    <a:lnTo>
                      <a:pt x="36" y="2"/>
                    </a:lnTo>
                    <a:lnTo>
                      <a:pt x="30" y="0"/>
                    </a:lnTo>
                    <a:lnTo>
                      <a:pt x="24" y="0"/>
                    </a:lnTo>
                    <a:lnTo>
                      <a:pt x="18" y="0"/>
                    </a:lnTo>
                    <a:lnTo>
                      <a:pt x="14" y="2"/>
                    </a:lnTo>
                    <a:lnTo>
                      <a:pt x="12" y="5"/>
                    </a:lnTo>
                    <a:lnTo>
                      <a:pt x="0" y="56"/>
                    </a:lnTo>
                    <a:lnTo>
                      <a:pt x="34" y="65"/>
                    </a:lnTo>
                    <a:lnTo>
                      <a:pt x="46" y="13"/>
                    </a:lnTo>
                    <a:lnTo>
                      <a:pt x="44" y="1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01" name="Freeform 158"/>
              <p:cNvSpPr/>
              <p:nvPr/>
            </p:nvSpPr>
            <p:spPr>
              <a:xfrm>
                <a:off x="4822" y="2904"/>
                <a:ext cx="33" cy="22"/>
              </a:xfrm>
              <a:custGeom>
                <a:avLst/>
                <a:gdLst/>
                <a:ahLst/>
                <a:cxnLst>
                  <a:cxn ang="0">
                    <a:pos x="19" y="0"/>
                  </a:cxn>
                  <a:cxn ang="0">
                    <a:pos x="20" y="2"/>
                  </a:cxn>
                  <a:cxn ang="0">
                    <a:pos x="24" y="3"/>
                  </a:cxn>
                  <a:cxn ang="0">
                    <a:pos x="26" y="4"/>
                  </a:cxn>
                  <a:cxn ang="0">
                    <a:pos x="27" y="5"/>
                  </a:cxn>
                  <a:cxn ang="0">
                    <a:pos x="29" y="6"/>
                  </a:cxn>
                  <a:cxn ang="0">
                    <a:pos x="30" y="8"/>
                  </a:cxn>
                  <a:cxn ang="0">
                    <a:pos x="32" y="10"/>
                  </a:cxn>
                  <a:cxn ang="0">
                    <a:pos x="32" y="12"/>
                  </a:cxn>
                  <a:cxn ang="0">
                    <a:pos x="32" y="14"/>
                  </a:cxn>
                  <a:cxn ang="0">
                    <a:pos x="30" y="15"/>
                  </a:cxn>
                  <a:cxn ang="0">
                    <a:pos x="30" y="17"/>
                  </a:cxn>
                  <a:cxn ang="0">
                    <a:pos x="29" y="18"/>
                  </a:cxn>
                  <a:cxn ang="0">
                    <a:pos x="27" y="19"/>
                  </a:cxn>
                  <a:cxn ang="0">
                    <a:pos x="25" y="19"/>
                  </a:cxn>
                  <a:cxn ang="0">
                    <a:pos x="24" y="21"/>
                  </a:cxn>
                  <a:cxn ang="0">
                    <a:pos x="20" y="21"/>
                  </a:cxn>
                  <a:cxn ang="0">
                    <a:pos x="18" y="21"/>
                  </a:cxn>
                  <a:cxn ang="0">
                    <a:pos x="16" y="21"/>
                  </a:cxn>
                  <a:cxn ang="0">
                    <a:pos x="14" y="21"/>
                  </a:cxn>
                  <a:cxn ang="0">
                    <a:pos x="12" y="19"/>
                  </a:cxn>
                  <a:cxn ang="0">
                    <a:pos x="10" y="19"/>
                  </a:cxn>
                  <a:cxn ang="0">
                    <a:pos x="8" y="18"/>
                  </a:cxn>
                  <a:cxn ang="0">
                    <a:pos x="6" y="16"/>
                  </a:cxn>
                  <a:cxn ang="0">
                    <a:pos x="4" y="15"/>
                  </a:cxn>
                  <a:cxn ang="0">
                    <a:pos x="3" y="14"/>
                  </a:cxn>
                  <a:cxn ang="0">
                    <a:pos x="2" y="13"/>
                  </a:cxn>
                  <a:cxn ang="0">
                    <a:pos x="0" y="12"/>
                  </a:cxn>
                  <a:cxn ang="0">
                    <a:pos x="0" y="10"/>
                  </a:cxn>
                  <a:cxn ang="0">
                    <a:pos x="0" y="7"/>
                  </a:cxn>
                  <a:cxn ang="0">
                    <a:pos x="0" y="5"/>
                  </a:cxn>
                  <a:cxn ang="0">
                    <a:pos x="1" y="4"/>
                  </a:cxn>
                  <a:cxn ang="0">
                    <a:pos x="2" y="3"/>
                  </a:cxn>
                  <a:cxn ang="0">
                    <a:pos x="3" y="2"/>
                  </a:cxn>
                  <a:cxn ang="0">
                    <a:pos x="5" y="0"/>
                  </a:cxn>
                  <a:cxn ang="0">
                    <a:pos x="7" y="0"/>
                  </a:cxn>
                  <a:cxn ang="0">
                    <a:pos x="9" y="0"/>
                  </a:cxn>
                  <a:cxn ang="0">
                    <a:pos x="12" y="0"/>
                  </a:cxn>
                  <a:cxn ang="0">
                    <a:pos x="14" y="0"/>
                  </a:cxn>
                  <a:cxn ang="0">
                    <a:pos x="16" y="0"/>
                  </a:cxn>
                  <a:cxn ang="0">
                    <a:pos x="18" y="0"/>
                  </a:cxn>
                </a:cxnLst>
                <a:rect l="0" t="0" r="0" b="0"/>
                <a:pathLst>
                  <a:path w="33" h="22">
                    <a:moveTo>
                      <a:pt x="18" y="0"/>
                    </a:moveTo>
                    <a:lnTo>
                      <a:pt x="19" y="0"/>
                    </a:lnTo>
                    <a:lnTo>
                      <a:pt x="20" y="0"/>
                    </a:lnTo>
                    <a:lnTo>
                      <a:pt x="20" y="2"/>
                    </a:lnTo>
                    <a:lnTo>
                      <a:pt x="22" y="2"/>
                    </a:lnTo>
                    <a:lnTo>
                      <a:pt x="24" y="3"/>
                    </a:lnTo>
                    <a:lnTo>
                      <a:pt x="25" y="4"/>
                    </a:lnTo>
                    <a:lnTo>
                      <a:pt x="26" y="4"/>
                    </a:lnTo>
                    <a:lnTo>
                      <a:pt x="27" y="4"/>
                    </a:lnTo>
                    <a:lnTo>
                      <a:pt x="27" y="5"/>
                    </a:lnTo>
                    <a:lnTo>
                      <a:pt x="28" y="6"/>
                    </a:lnTo>
                    <a:lnTo>
                      <a:pt x="29" y="6"/>
                    </a:lnTo>
                    <a:lnTo>
                      <a:pt x="30" y="7"/>
                    </a:lnTo>
                    <a:lnTo>
                      <a:pt x="30" y="8"/>
                    </a:lnTo>
                    <a:lnTo>
                      <a:pt x="30" y="10"/>
                    </a:lnTo>
                    <a:lnTo>
                      <a:pt x="32" y="10"/>
                    </a:lnTo>
                    <a:lnTo>
                      <a:pt x="32" y="11"/>
                    </a:lnTo>
                    <a:lnTo>
                      <a:pt x="32" y="12"/>
                    </a:lnTo>
                    <a:lnTo>
                      <a:pt x="32" y="13"/>
                    </a:lnTo>
                    <a:lnTo>
                      <a:pt x="32" y="14"/>
                    </a:lnTo>
                    <a:lnTo>
                      <a:pt x="32" y="15"/>
                    </a:lnTo>
                    <a:lnTo>
                      <a:pt x="30" y="15"/>
                    </a:lnTo>
                    <a:lnTo>
                      <a:pt x="30" y="16"/>
                    </a:lnTo>
                    <a:lnTo>
                      <a:pt x="30" y="17"/>
                    </a:lnTo>
                    <a:lnTo>
                      <a:pt x="29" y="17"/>
                    </a:lnTo>
                    <a:lnTo>
                      <a:pt x="29" y="18"/>
                    </a:lnTo>
                    <a:lnTo>
                      <a:pt x="28" y="18"/>
                    </a:lnTo>
                    <a:lnTo>
                      <a:pt x="27" y="19"/>
                    </a:lnTo>
                    <a:lnTo>
                      <a:pt x="26" y="19"/>
                    </a:lnTo>
                    <a:lnTo>
                      <a:pt x="25" y="19"/>
                    </a:lnTo>
                    <a:lnTo>
                      <a:pt x="24" y="19"/>
                    </a:lnTo>
                    <a:lnTo>
                      <a:pt x="24" y="21"/>
                    </a:lnTo>
                    <a:lnTo>
                      <a:pt x="22" y="21"/>
                    </a:lnTo>
                    <a:lnTo>
                      <a:pt x="20" y="21"/>
                    </a:lnTo>
                    <a:lnTo>
                      <a:pt x="19" y="21"/>
                    </a:lnTo>
                    <a:lnTo>
                      <a:pt x="18" y="21"/>
                    </a:lnTo>
                    <a:lnTo>
                      <a:pt x="17" y="21"/>
                    </a:lnTo>
                    <a:lnTo>
                      <a:pt x="16" y="21"/>
                    </a:lnTo>
                    <a:lnTo>
                      <a:pt x="15" y="21"/>
                    </a:lnTo>
                    <a:lnTo>
                      <a:pt x="14" y="21"/>
                    </a:lnTo>
                    <a:lnTo>
                      <a:pt x="13" y="19"/>
                    </a:lnTo>
                    <a:lnTo>
                      <a:pt x="12" y="19"/>
                    </a:lnTo>
                    <a:lnTo>
                      <a:pt x="11" y="19"/>
                    </a:lnTo>
                    <a:lnTo>
                      <a:pt x="10" y="19"/>
                    </a:lnTo>
                    <a:lnTo>
                      <a:pt x="9" y="18"/>
                    </a:lnTo>
                    <a:lnTo>
                      <a:pt x="8" y="18"/>
                    </a:lnTo>
                    <a:lnTo>
                      <a:pt x="7" y="17"/>
                    </a:lnTo>
                    <a:lnTo>
                      <a:pt x="6" y="16"/>
                    </a:lnTo>
                    <a:lnTo>
                      <a:pt x="5" y="16"/>
                    </a:lnTo>
                    <a:lnTo>
                      <a:pt x="4" y="15"/>
                    </a:lnTo>
                    <a:lnTo>
                      <a:pt x="3" y="15"/>
                    </a:lnTo>
                    <a:lnTo>
                      <a:pt x="3" y="14"/>
                    </a:lnTo>
                    <a:lnTo>
                      <a:pt x="2" y="14"/>
                    </a:lnTo>
                    <a:lnTo>
                      <a:pt x="2" y="13"/>
                    </a:lnTo>
                    <a:lnTo>
                      <a:pt x="1" y="12"/>
                    </a:lnTo>
                    <a:lnTo>
                      <a:pt x="0" y="12"/>
                    </a:lnTo>
                    <a:lnTo>
                      <a:pt x="0" y="11"/>
                    </a:lnTo>
                    <a:lnTo>
                      <a:pt x="0" y="10"/>
                    </a:lnTo>
                    <a:lnTo>
                      <a:pt x="0" y="8"/>
                    </a:lnTo>
                    <a:lnTo>
                      <a:pt x="0" y="7"/>
                    </a:lnTo>
                    <a:lnTo>
                      <a:pt x="0" y="6"/>
                    </a:lnTo>
                    <a:lnTo>
                      <a:pt x="0" y="5"/>
                    </a:lnTo>
                    <a:lnTo>
                      <a:pt x="0" y="4"/>
                    </a:lnTo>
                    <a:lnTo>
                      <a:pt x="1" y="4"/>
                    </a:lnTo>
                    <a:lnTo>
                      <a:pt x="1" y="3"/>
                    </a:lnTo>
                    <a:lnTo>
                      <a:pt x="2" y="3"/>
                    </a:lnTo>
                    <a:lnTo>
                      <a:pt x="2" y="2"/>
                    </a:lnTo>
                    <a:lnTo>
                      <a:pt x="3" y="2"/>
                    </a:lnTo>
                    <a:lnTo>
                      <a:pt x="4" y="0"/>
                    </a:lnTo>
                    <a:lnTo>
                      <a:pt x="5" y="0"/>
                    </a:lnTo>
                    <a:lnTo>
                      <a:pt x="6" y="0"/>
                    </a:lnTo>
                    <a:lnTo>
                      <a:pt x="7" y="0"/>
                    </a:lnTo>
                    <a:lnTo>
                      <a:pt x="8" y="0"/>
                    </a:lnTo>
                    <a:lnTo>
                      <a:pt x="9" y="0"/>
                    </a:lnTo>
                    <a:lnTo>
                      <a:pt x="11" y="0"/>
                    </a:lnTo>
                    <a:lnTo>
                      <a:pt x="12" y="0"/>
                    </a:lnTo>
                    <a:lnTo>
                      <a:pt x="13" y="0"/>
                    </a:lnTo>
                    <a:lnTo>
                      <a:pt x="14" y="0"/>
                    </a:lnTo>
                    <a:lnTo>
                      <a:pt x="15" y="0"/>
                    </a:lnTo>
                    <a:lnTo>
                      <a:pt x="16" y="0"/>
                    </a:lnTo>
                    <a:lnTo>
                      <a:pt x="17" y="0"/>
                    </a:lnTo>
                    <a:lnTo>
                      <a:pt x="18" y="0"/>
                    </a:lnTo>
                  </a:path>
                </a:pathLst>
              </a:custGeom>
              <a:solidFill>
                <a:srgbClr val="FFFFFF"/>
              </a:solidFill>
              <a:ln w="12700">
                <a:noFill/>
              </a:ln>
            </p:spPr>
            <p:txBody>
              <a:bodyPr/>
              <a:lstStyle/>
              <a:p>
                <a:endParaRPr lang="zh-CN" altLang="en-US"/>
              </a:p>
            </p:txBody>
          </p:sp>
          <p:sp>
            <p:nvSpPr>
              <p:cNvPr id="31902" name="Freeform 159"/>
              <p:cNvSpPr/>
              <p:nvPr/>
            </p:nvSpPr>
            <p:spPr>
              <a:xfrm>
                <a:off x="4822" y="2904"/>
                <a:ext cx="33" cy="22"/>
              </a:xfrm>
              <a:custGeom>
                <a:avLst/>
                <a:gdLst/>
                <a:ahLst/>
                <a:cxnLst>
                  <a:cxn ang="0">
                    <a:pos x="18" y="0"/>
                  </a:cxn>
                  <a:cxn ang="0">
                    <a:pos x="24" y="3"/>
                  </a:cxn>
                  <a:cxn ang="0">
                    <a:pos x="28" y="6"/>
                  </a:cxn>
                  <a:cxn ang="0">
                    <a:pos x="32" y="10"/>
                  </a:cxn>
                  <a:cxn ang="0">
                    <a:pos x="32" y="14"/>
                  </a:cxn>
                  <a:cxn ang="0">
                    <a:pos x="29" y="17"/>
                  </a:cxn>
                  <a:cxn ang="0">
                    <a:pos x="25" y="19"/>
                  </a:cxn>
                  <a:cxn ang="0">
                    <a:pos x="19" y="21"/>
                  </a:cxn>
                  <a:cxn ang="0">
                    <a:pos x="12" y="19"/>
                  </a:cxn>
                  <a:cxn ang="0">
                    <a:pos x="7" y="17"/>
                  </a:cxn>
                  <a:cxn ang="0">
                    <a:pos x="2" y="14"/>
                  </a:cxn>
                  <a:cxn ang="0">
                    <a:pos x="0" y="10"/>
                  </a:cxn>
                  <a:cxn ang="0">
                    <a:pos x="0" y="6"/>
                  </a:cxn>
                  <a:cxn ang="0">
                    <a:pos x="2" y="3"/>
                  </a:cxn>
                  <a:cxn ang="0">
                    <a:pos x="6" y="0"/>
                  </a:cxn>
                  <a:cxn ang="0">
                    <a:pos x="12" y="0"/>
                  </a:cxn>
                  <a:cxn ang="0">
                    <a:pos x="18" y="0"/>
                  </a:cxn>
                </a:cxnLst>
                <a:rect l="0" t="0" r="0" b="0"/>
                <a:pathLst>
                  <a:path w="33" h="22">
                    <a:moveTo>
                      <a:pt x="18" y="0"/>
                    </a:moveTo>
                    <a:lnTo>
                      <a:pt x="24" y="3"/>
                    </a:lnTo>
                    <a:lnTo>
                      <a:pt x="28" y="6"/>
                    </a:lnTo>
                    <a:lnTo>
                      <a:pt x="32" y="10"/>
                    </a:lnTo>
                    <a:lnTo>
                      <a:pt x="32" y="14"/>
                    </a:lnTo>
                    <a:lnTo>
                      <a:pt x="29" y="17"/>
                    </a:lnTo>
                    <a:lnTo>
                      <a:pt x="25" y="19"/>
                    </a:lnTo>
                    <a:lnTo>
                      <a:pt x="19" y="21"/>
                    </a:lnTo>
                    <a:lnTo>
                      <a:pt x="12" y="19"/>
                    </a:lnTo>
                    <a:lnTo>
                      <a:pt x="7" y="17"/>
                    </a:lnTo>
                    <a:lnTo>
                      <a:pt x="2" y="14"/>
                    </a:lnTo>
                    <a:lnTo>
                      <a:pt x="0" y="10"/>
                    </a:lnTo>
                    <a:lnTo>
                      <a:pt x="0" y="6"/>
                    </a:lnTo>
                    <a:lnTo>
                      <a:pt x="2" y="3"/>
                    </a:lnTo>
                    <a:lnTo>
                      <a:pt x="6" y="0"/>
                    </a:lnTo>
                    <a:lnTo>
                      <a:pt x="12" y="0"/>
                    </a:lnTo>
                    <a:lnTo>
                      <a:pt x="18"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03" name="Freeform 160"/>
              <p:cNvSpPr/>
              <p:nvPr/>
            </p:nvSpPr>
            <p:spPr>
              <a:xfrm>
                <a:off x="4853" y="2841"/>
                <a:ext cx="88" cy="59"/>
              </a:xfrm>
              <a:custGeom>
                <a:avLst/>
                <a:gdLst/>
                <a:ahLst/>
                <a:cxnLst>
                  <a:cxn ang="0">
                    <a:pos x="56" y="0"/>
                  </a:cxn>
                  <a:cxn ang="0">
                    <a:pos x="87" y="29"/>
                  </a:cxn>
                  <a:cxn ang="0">
                    <a:pos x="38" y="58"/>
                  </a:cxn>
                  <a:cxn ang="0">
                    <a:pos x="0" y="52"/>
                  </a:cxn>
                  <a:cxn ang="0">
                    <a:pos x="6" y="22"/>
                  </a:cxn>
                  <a:cxn ang="0">
                    <a:pos x="56" y="0"/>
                  </a:cxn>
                </a:cxnLst>
                <a:rect l="0" t="0" r="0" b="0"/>
                <a:pathLst>
                  <a:path w="88" h="59">
                    <a:moveTo>
                      <a:pt x="56" y="0"/>
                    </a:moveTo>
                    <a:lnTo>
                      <a:pt x="87" y="29"/>
                    </a:lnTo>
                    <a:lnTo>
                      <a:pt x="38" y="58"/>
                    </a:lnTo>
                    <a:lnTo>
                      <a:pt x="0" y="52"/>
                    </a:lnTo>
                    <a:lnTo>
                      <a:pt x="6" y="22"/>
                    </a:lnTo>
                    <a:lnTo>
                      <a:pt x="56" y="0"/>
                    </a:lnTo>
                  </a:path>
                </a:pathLst>
              </a:custGeom>
              <a:solidFill>
                <a:srgbClr val="FFFFFF"/>
              </a:solidFill>
              <a:ln w="12700">
                <a:noFill/>
              </a:ln>
            </p:spPr>
            <p:txBody>
              <a:bodyPr/>
              <a:lstStyle/>
              <a:p>
                <a:endParaRPr lang="zh-CN" altLang="en-US"/>
              </a:p>
            </p:txBody>
          </p:sp>
          <p:sp>
            <p:nvSpPr>
              <p:cNvPr id="31904" name="Freeform 161"/>
              <p:cNvSpPr/>
              <p:nvPr/>
            </p:nvSpPr>
            <p:spPr>
              <a:xfrm>
                <a:off x="4853" y="2841"/>
                <a:ext cx="88" cy="59"/>
              </a:xfrm>
              <a:custGeom>
                <a:avLst/>
                <a:gdLst/>
                <a:ahLst/>
                <a:cxnLst>
                  <a:cxn ang="0">
                    <a:pos x="56" y="0"/>
                  </a:cxn>
                  <a:cxn ang="0">
                    <a:pos x="87" y="29"/>
                  </a:cxn>
                  <a:cxn ang="0">
                    <a:pos x="38" y="58"/>
                  </a:cxn>
                  <a:cxn ang="0">
                    <a:pos x="0" y="52"/>
                  </a:cxn>
                  <a:cxn ang="0">
                    <a:pos x="6" y="22"/>
                  </a:cxn>
                  <a:cxn ang="0">
                    <a:pos x="56" y="0"/>
                  </a:cxn>
                </a:cxnLst>
                <a:rect l="0" t="0" r="0" b="0"/>
                <a:pathLst>
                  <a:path w="88" h="59">
                    <a:moveTo>
                      <a:pt x="56" y="0"/>
                    </a:moveTo>
                    <a:lnTo>
                      <a:pt x="87" y="29"/>
                    </a:lnTo>
                    <a:lnTo>
                      <a:pt x="38" y="58"/>
                    </a:lnTo>
                    <a:lnTo>
                      <a:pt x="0" y="52"/>
                    </a:lnTo>
                    <a:lnTo>
                      <a:pt x="6" y="22"/>
                    </a:lnTo>
                    <a:lnTo>
                      <a:pt x="56"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05" name="Freeform 162"/>
              <p:cNvSpPr/>
              <p:nvPr/>
            </p:nvSpPr>
            <p:spPr>
              <a:xfrm>
                <a:off x="4218" y="3323"/>
                <a:ext cx="71" cy="76"/>
              </a:xfrm>
              <a:custGeom>
                <a:avLst/>
                <a:gdLst/>
                <a:ahLst/>
                <a:cxnLst>
                  <a:cxn ang="0">
                    <a:pos x="0" y="39"/>
                  </a:cxn>
                  <a:cxn ang="0">
                    <a:pos x="11" y="0"/>
                  </a:cxn>
                  <a:cxn ang="0">
                    <a:pos x="57" y="30"/>
                  </a:cxn>
                  <a:cxn ang="0">
                    <a:pos x="70" y="68"/>
                  </a:cxn>
                  <a:cxn ang="0">
                    <a:pos x="40" y="75"/>
                  </a:cxn>
                  <a:cxn ang="0">
                    <a:pos x="0" y="39"/>
                  </a:cxn>
                </a:cxnLst>
                <a:rect l="0" t="0" r="0" b="0"/>
                <a:pathLst>
                  <a:path w="71" h="76">
                    <a:moveTo>
                      <a:pt x="0" y="39"/>
                    </a:moveTo>
                    <a:lnTo>
                      <a:pt x="11" y="0"/>
                    </a:lnTo>
                    <a:lnTo>
                      <a:pt x="57" y="30"/>
                    </a:lnTo>
                    <a:lnTo>
                      <a:pt x="70" y="68"/>
                    </a:lnTo>
                    <a:lnTo>
                      <a:pt x="40" y="75"/>
                    </a:lnTo>
                    <a:lnTo>
                      <a:pt x="0" y="39"/>
                    </a:lnTo>
                  </a:path>
                </a:pathLst>
              </a:custGeom>
              <a:solidFill>
                <a:srgbClr val="FFFFFF"/>
              </a:solidFill>
              <a:ln w="12700">
                <a:noFill/>
              </a:ln>
            </p:spPr>
            <p:txBody>
              <a:bodyPr/>
              <a:lstStyle/>
              <a:p>
                <a:endParaRPr lang="zh-CN" altLang="en-US"/>
              </a:p>
            </p:txBody>
          </p:sp>
          <p:sp>
            <p:nvSpPr>
              <p:cNvPr id="31906" name="Freeform 163"/>
              <p:cNvSpPr/>
              <p:nvPr/>
            </p:nvSpPr>
            <p:spPr>
              <a:xfrm>
                <a:off x="4218" y="3323"/>
                <a:ext cx="71" cy="76"/>
              </a:xfrm>
              <a:custGeom>
                <a:avLst/>
                <a:gdLst/>
                <a:ahLst/>
                <a:cxnLst>
                  <a:cxn ang="0">
                    <a:pos x="0" y="39"/>
                  </a:cxn>
                  <a:cxn ang="0">
                    <a:pos x="11" y="0"/>
                  </a:cxn>
                  <a:cxn ang="0">
                    <a:pos x="57" y="30"/>
                  </a:cxn>
                  <a:cxn ang="0">
                    <a:pos x="70" y="68"/>
                  </a:cxn>
                  <a:cxn ang="0">
                    <a:pos x="40" y="75"/>
                  </a:cxn>
                  <a:cxn ang="0">
                    <a:pos x="0" y="39"/>
                  </a:cxn>
                </a:cxnLst>
                <a:rect l="0" t="0" r="0" b="0"/>
                <a:pathLst>
                  <a:path w="71" h="76">
                    <a:moveTo>
                      <a:pt x="0" y="39"/>
                    </a:moveTo>
                    <a:lnTo>
                      <a:pt x="11" y="0"/>
                    </a:lnTo>
                    <a:lnTo>
                      <a:pt x="57" y="30"/>
                    </a:lnTo>
                    <a:lnTo>
                      <a:pt x="70" y="68"/>
                    </a:lnTo>
                    <a:lnTo>
                      <a:pt x="40" y="75"/>
                    </a:lnTo>
                    <a:lnTo>
                      <a:pt x="0" y="3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07" name="Freeform 164"/>
              <p:cNvSpPr/>
              <p:nvPr/>
            </p:nvSpPr>
            <p:spPr>
              <a:xfrm>
                <a:off x="4305" y="3411"/>
                <a:ext cx="72" cy="76"/>
              </a:xfrm>
              <a:custGeom>
                <a:avLst/>
                <a:gdLst/>
                <a:ahLst/>
                <a:cxnLst>
                  <a:cxn ang="0">
                    <a:pos x="71" y="34"/>
                  </a:cxn>
                  <a:cxn ang="0">
                    <a:pos x="59" y="75"/>
                  </a:cxn>
                  <a:cxn ang="0">
                    <a:pos x="12" y="44"/>
                  </a:cxn>
                  <a:cxn ang="0">
                    <a:pos x="0" y="6"/>
                  </a:cxn>
                  <a:cxn ang="0">
                    <a:pos x="29" y="0"/>
                  </a:cxn>
                  <a:cxn ang="0">
                    <a:pos x="71" y="34"/>
                  </a:cxn>
                </a:cxnLst>
                <a:rect l="0" t="0" r="0" b="0"/>
                <a:pathLst>
                  <a:path w="72" h="76">
                    <a:moveTo>
                      <a:pt x="71" y="34"/>
                    </a:moveTo>
                    <a:lnTo>
                      <a:pt x="59" y="75"/>
                    </a:lnTo>
                    <a:lnTo>
                      <a:pt x="12" y="44"/>
                    </a:lnTo>
                    <a:lnTo>
                      <a:pt x="0" y="6"/>
                    </a:lnTo>
                    <a:lnTo>
                      <a:pt x="29" y="0"/>
                    </a:lnTo>
                    <a:lnTo>
                      <a:pt x="71" y="34"/>
                    </a:lnTo>
                  </a:path>
                </a:pathLst>
              </a:custGeom>
              <a:solidFill>
                <a:srgbClr val="FFFFFF"/>
              </a:solidFill>
              <a:ln w="12700">
                <a:noFill/>
              </a:ln>
            </p:spPr>
            <p:txBody>
              <a:bodyPr/>
              <a:lstStyle/>
              <a:p>
                <a:endParaRPr lang="zh-CN" altLang="en-US"/>
              </a:p>
            </p:txBody>
          </p:sp>
          <p:sp>
            <p:nvSpPr>
              <p:cNvPr id="31908" name="Freeform 165"/>
              <p:cNvSpPr/>
              <p:nvPr/>
            </p:nvSpPr>
            <p:spPr>
              <a:xfrm>
                <a:off x="4305" y="3411"/>
                <a:ext cx="72" cy="76"/>
              </a:xfrm>
              <a:custGeom>
                <a:avLst/>
                <a:gdLst/>
                <a:ahLst/>
                <a:cxnLst>
                  <a:cxn ang="0">
                    <a:pos x="71" y="34"/>
                  </a:cxn>
                  <a:cxn ang="0">
                    <a:pos x="59" y="75"/>
                  </a:cxn>
                  <a:cxn ang="0">
                    <a:pos x="12" y="44"/>
                  </a:cxn>
                  <a:cxn ang="0">
                    <a:pos x="0" y="6"/>
                  </a:cxn>
                  <a:cxn ang="0">
                    <a:pos x="29" y="0"/>
                  </a:cxn>
                  <a:cxn ang="0">
                    <a:pos x="71" y="34"/>
                  </a:cxn>
                </a:cxnLst>
                <a:rect l="0" t="0" r="0" b="0"/>
                <a:pathLst>
                  <a:path w="72" h="76">
                    <a:moveTo>
                      <a:pt x="71" y="34"/>
                    </a:moveTo>
                    <a:lnTo>
                      <a:pt x="59" y="75"/>
                    </a:lnTo>
                    <a:lnTo>
                      <a:pt x="12" y="44"/>
                    </a:lnTo>
                    <a:lnTo>
                      <a:pt x="0" y="6"/>
                    </a:lnTo>
                    <a:lnTo>
                      <a:pt x="29" y="0"/>
                    </a:lnTo>
                    <a:lnTo>
                      <a:pt x="71"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09" name="Freeform 166"/>
              <p:cNvSpPr/>
              <p:nvPr/>
            </p:nvSpPr>
            <p:spPr>
              <a:xfrm>
                <a:off x="4328" y="3408"/>
                <a:ext cx="71" cy="76"/>
              </a:xfrm>
              <a:custGeom>
                <a:avLst/>
                <a:gdLst/>
                <a:ahLst/>
                <a:cxnLst>
                  <a:cxn ang="0">
                    <a:pos x="70" y="34"/>
                  </a:cxn>
                  <a:cxn ang="0">
                    <a:pos x="57" y="75"/>
                  </a:cxn>
                  <a:cxn ang="0">
                    <a:pos x="12" y="44"/>
                  </a:cxn>
                  <a:cxn ang="0">
                    <a:pos x="0" y="6"/>
                  </a:cxn>
                  <a:cxn ang="0">
                    <a:pos x="28" y="0"/>
                  </a:cxn>
                  <a:cxn ang="0">
                    <a:pos x="70" y="34"/>
                  </a:cxn>
                </a:cxnLst>
                <a:rect l="0" t="0" r="0" b="0"/>
                <a:pathLst>
                  <a:path w="71" h="76">
                    <a:moveTo>
                      <a:pt x="70" y="34"/>
                    </a:moveTo>
                    <a:lnTo>
                      <a:pt x="57" y="75"/>
                    </a:lnTo>
                    <a:lnTo>
                      <a:pt x="12" y="44"/>
                    </a:lnTo>
                    <a:lnTo>
                      <a:pt x="0" y="6"/>
                    </a:lnTo>
                    <a:lnTo>
                      <a:pt x="28" y="0"/>
                    </a:lnTo>
                    <a:lnTo>
                      <a:pt x="70" y="34"/>
                    </a:lnTo>
                  </a:path>
                </a:pathLst>
              </a:custGeom>
              <a:solidFill>
                <a:srgbClr val="FFFFFF"/>
              </a:solidFill>
              <a:ln w="12700">
                <a:noFill/>
              </a:ln>
            </p:spPr>
            <p:txBody>
              <a:bodyPr/>
              <a:lstStyle/>
              <a:p>
                <a:endParaRPr lang="zh-CN" altLang="en-US"/>
              </a:p>
            </p:txBody>
          </p:sp>
          <p:sp>
            <p:nvSpPr>
              <p:cNvPr id="31910" name="Freeform 167"/>
              <p:cNvSpPr/>
              <p:nvPr/>
            </p:nvSpPr>
            <p:spPr>
              <a:xfrm>
                <a:off x="4328" y="3408"/>
                <a:ext cx="71" cy="76"/>
              </a:xfrm>
              <a:custGeom>
                <a:avLst/>
                <a:gdLst/>
                <a:ahLst/>
                <a:cxnLst>
                  <a:cxn ang="0">
                    <a:pos x="70" y="34"/>
                  </a:cxn>
                  <a:cxn ang="0">
                    <a:pos x="57" y="75"/>
                  </a:cxn>
                  <a:cxn ang="0">
                    <a:pos x="12" y="44"/>
                  </a:cxn>
                  <a:cxn ang="0">
                    <a:pos x="0" y="6"/>
                  </a:cxn>
                  <a:cxn ang="0">
                    <a:pos x="28" y="0"/>
                  </a:cxn>
                  <a:cxn ang="0">
                    <a:pos x="70" y="34"/>
                  </a:cxn>
                </a:cxnLst>
                <a:rect l="0" t="0" r="0" b="0"/>
                <a:pathLst>
                  <a:path w="71" h="76">
                    <a:moveTo>
                      <a:pt x="70" y="34"/>
                    </a:moveTo>
                    <a:lnTo>
                      <a:pt x="57" y="75"/>
                    </a:lnTo>
                    <a:lnTo>
                      <a:pt x="12" y="44"/>
                    </a:lnTo>
                    <a:lnTo>
                      <a:pt x="0" y="6"/>
                    </a:lnTo>
                    <a:lnTo>
                      <a:pt x="28" y="0"/>
                    </a:lnTo>
                    <a:lnTo>
                      <a:pt x="70"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11" name="Freeform 168"/>
              <p:cNvSpPr/>
              <p:nvPr/>
            </p:nvSpPr>
            <p:spPr>
              <a:xfrm>
                <a:off x="4275" y="3374"/>
                <a:ext cx="66" cy="47"/>
              </a:xfrm>
              <a:custGeom>
                <a:avLst/>
                <a:gdLst/>
                <a:ahLst/>
                <a:cxnLst>
                  <a:cxn ang="0">
                    <a:pos x="5" y="12"/>
                  </a:cxn>
                  <a:cxn ang="0">
                    <a:pos x="5" y="13"/>
                  </a:cxn>
                  <a:cxn ang="0">
                    <a:pos x="4" y="13"/>
                  </a:cxn>
                  <a:cxn ang="0">
                    <a:pos x="3" y="14"/>
                  </a:cxn>
                  <a:cxn ang="0">
                    <a:pos x="3" y="15"/>
                  </a:cxn>
                  <a:cxn ang="0">
                    <a:pos x="2" y="15"/>
                  </a:cxn>
                  <a:cxn ang="0">
                    <a:pos x="1" y="16"/>
                  </a:cxn>
                  <a:cxn ang="0">
                    <a:pos x="1" y="17"/>
                  </a:cxn>
                  <a:cxn ang="0">
                    <a:pos x="1" y="18"/>
                  </a:cxn>
                  <a:cxn ang="0">
                    <a:pos x="0" y="18"/>
                  </a:cxn>
                  <a:cxn ang="0">
                    <a:pos x="0" y="19"/>
                  </a:cxn>
                  <a:cxn ang="0">
                    <a:pos x="0" y="20"/>
                  </a:cxn>
                  <a:cxn ang="0">
                    <a:pos x="0" y="21"/>
                  </a:cxn>
                  <a:cxn ang="0">
                    <a:pos x="0" y="22"/>
                  </a:cxn>
                  <a:cxn ang="0">
                    <a:pos x="0" y="23"/>
                  </a:cxn>
                  <a:cxn ang="0">
                    <a:pos x="0" y="24"/>
                  </a:cxn>
                  <a:cxn ang="0">
                    <a:pos x="0" y="25"/>
                  </a:cxn>
                  <a:cxn ang="0">
                    <a:pos x="0" y="26"/>
                  </a:cxn>
                  <a:cxn ang="0">
                    <a:pos x="0" y="27"/>
                  </a:cxn>
                  <a:cxn ang="0">
                    <a:pos x="0" y="28"/>
                  </a:cxn>
                  <a:cxn ang="0">
                    <a:pos x="0" y="29"/>
                  </a:cxn>
                  <a:cxn ang="0">
                    <a:pos x="0" y="30"/>
                  </a:cxn>
                  <a:cxn ang="0">
                    <a:pos x="0" y="31"/>
                  </a:cxn>
                  <a:cxn ang="0">
                    <a:pos x="0" y="32"/>
                  </a:cxn>
                  <a:cxn ang="0">
                    <a:pos x="1" y="34"/>
                  </a:cxn>
                  <a:cxn ang="0">
                    <a:pos x="1" y="35"/>
                  </a:cxn>
                  <a:cxn ang="0">
                    <a:pos x="1" y="36"/>
                  </a:cxn>
                  <a:cxn ang="0">
                    <a:pos x="1" y="37"/>
                  </a:cxn>
                  <a:cxn ang="0">
                    <a:pos x="2" y="37"/>
                  </a:cxn>
                  <a:cxn ang="0">
                    <a:pos x="2" y="38"/>
                  </a:cxn>
                  <a:cxn ang="0">
                    <a:pos x="3" y="39"/>
                  </a:cxn>
                  <a:cxn ang="0">
                    <a:pos x="3" y="40"/>
                  </a:cxn>
                  <a:cxn ang="0">
                    <a:pos x="4" y="41"/>
                  </a:cxn>
                  <a:cxn ang="0">
                    <a:pos x="5" y="42"/>
                  </a:cxn>
                  <a:cxn ang="0">
                    <a:pos x="5" y="43"/>
                  </a:cxn>
                  <a:cxn ang="0">
                    <a:pos x="6" y="43"/>
                  </a:cxn>
                  <a:cxn ang="0">
                    <a:pos x="7" y="44"/>
                  </a:cxn>
                  <a:cxn ang="0">
                    <a:pos x="8" y="44"/>
                  </a:cxn>
                  <a:cxn ang="0">
                    <a:pos x="9" y="44"/>
                  </a:cxn>
                  <a:cxn ang="0">
                    <a:pos x="9" y="46"/>
                  </a:cxn>
                  <a:cxn ang="0">
                    <a:pos x="10" y="46"/>
                  </a:cxn>
                  <a:cxn ang="0">
                    <a:pos x="11" y="46"/>
                  </a:cxn>
                  <a:cxn ang="0">
                    <a:pos x="12" y="46"/>
                  </a:cxn>
                  <a:cxn ang="0">
                    <a:pos x="13" y="46"/>
                  </a:cxn>
                  <a:cxn ang="0">
                    <a:pos x="65" y="34"/>
                  </a:cxn>
                  <a:cxn ang="0">
                    <a:pos x="57" y="0"/>
                  </a:cxn>
                  <a:cxn ang="0">
                    <a:pos x="5" y="11"/>
                  </a:cxn>
                  <a:cxn ang="0">
                    <a:pos x="5" y="12"/>
                  </a:cxn>
                </a:cxnLst>
                <a:rect l="0" t="0" r="0" b="0"/>
                <a:pathLst>
                  <a:path w="66" h="47">
                    <a:moveTo>
                      <a:pt x="5" y="12"/>
                    </a:moveTo>
                    <a:lnTo>
                      <a:pt x="5" y="13"/>
                    </a:lnTo>
                    <a:lnTo>
                      <a:pt x="4" y="13"/>
                    </a:lnTo>
                    <a:lnTo>
                      <a:pt x="3" y="14"/>
                    </a:lnTo>
                    <a:lnTo>
                      <a:pt x="3" y="15"/>
                    </a:lnTo>
                    <a:lnTo>
                      <a:pt x="2" y="15"/>
                    </a:lnTo>
                    <a:lnTo>
                      <a:pt x="1" y="16"/>
                    </a:lnTo>
                    <a:lnTo>
                      <a:pt x="1" y="17"/>
                    </a:lnTo>
                    <a:lnTo>
                      <a:pt x="1" y="18"/>
                    </a:lnTo>
                    <a:lnTo>
                      <a:pt x="0" y="18"/>
                    </a:lnTo>
                    <a:lnTo>
                      <a:pt x="0" y="19"/>
                    </a:lnTo>
                    <a:lnTo>
                      <a:pt x="0" y="20"/>
                    </a:lnTo>
                    <a:lnTo>
                      <a:pt x="0" y="21"/>
                    </a:lnTo>
                    <a:lnTo>
                      <a:pt x="0" y="22"/>
                    </a:lnTo>
                    <a:lnTo>
                      <a:pt x="0" y="23"/>
                    </a:lnTo>
                    <a:lnTo>
                      <a:pt x="0" y="24"/>
                    </a:lnTo>
                    <a:lnTo>
                      <a:pt x="0" y="25"/>
                    </a:lnTo>
                    <a:lnTo>
                      <a:pt x="0" y="26"/>
                    </a:lnTo>
                    <a:lnTo>
                      <a:pt x="0" y="27"/>
                    </a:lnTo>
                    <a:lnTo>
                      <a:pt x="0" y="28"/>
                    </a:lnTo>
                    <a:lnTo>
                      <a:pt x="0" y="29"/>
                    </a:lnTo>
                    <a:lnTo>
                      <a:pt x="0" y="30"/>
                    </a:lnTo>
                    <a:lnTo>
                      <a:pt x="0" y="31"/>
                    </a:lnTo>
                    <a:lnTo>
                      <a:pt x="0" y="32"/>
                    </a:lnTo>
                    <a:lnTo>
                      <a:pt x="1" y="34"/>
                    </a:lnTo>
                    <a:lnTo>
                      <a:pt x="1" y="35"/>
                    </a:lnTo>
                    <a:lnTo>
                      <a:pt x="1" y="36"/>
                    </a:lnTo>
                    <a:lnTo>
                      <a:pt x="1" y="37"/>
                    </a:lnTo>
                    <a:lnTo>
                      <a:pt x="2" y="37"/>
                    </a:lnTo>
                    <a:lnTo>
                      <a:pt x="2" y="38"/>
                    </a:lnTo>
                    <a:lnTo>
                      <a:pt x="3" y="39"/>
                    </a:lnTo>
                    <a:lnTo>
                      <a:pt x="3" y="40"/>
                    </a:lnTo>
                    <a:lnTo>
                      <a:pt x="4" y="41"/>
                    </a:lnTo>
                    <a:lnTo>
                      <a:pt x="5" y="42"/>
                    </a:lnTo>
                    <a:lnTo>
                      <a:pt x="5" y="43"/>
                    </a:lnTo>
                    <a:lnTo>
                      <a:pt x="6" y="43"/>
                    </a:lnTo>
                    <a:lnTo>
                      <a:pt x="7" y="44"/>
                    </a:lnTo>
                    <a:lnTo>
                      <a:pt x="8" y="44"/>
                    </a:lnTo>
                    <a:lnTo>
                      <a:pt x="9" y="44"/>
                    </a:lnTo>
                    <a:lnTo>
                      <a:pt x="9" y="46"/>
                    </a:lnTo>
                    <a:lnTo>
                      <a:pt x="10" y="46"/>
                    </a:lnTo>
                    <a:lnTo>
                      <a:pt x="11" y="46"/>
                    </a:lnTo>
                    <a:lnTo>
                      <a:pt x="12" y="46"/>
                    </a:lnTo>
                    <a:lnTo>
                      <a:pt x="13" y="46"/>
                    </a:lnTo>
                    <a:lnTo>
                      <a:pt x="65" y="34"/>
                    </a:lnTo>
                    <a:lnTo>
                      <a:pt x="57" y="0"/>
                    </a:lnTo>
                    <a:lnTo>
                      <a:pt x="5" y="11"/>
                    </a:lnTo>
                    <a:lnTo>
                      <a:pt x="5" y="12"/>
                    </a:lnTo>
                  </a:path>
                </a:pathLst>
              </a:custGeom>
              <a:solidFill>
                <a:srgbClr val="FFFFFF"/>
              </a:solidFill>
              <a:ln w="12700">
                <a:noFill/>
              </a:ln>
            </p:spPr>
            <p:txBody>
              <a:bodyPr/>
              <a:lstStyle/>
              <a:p>
                <a:endParaRPr lang="zh-CN" altLang="en-US"/>
              </a:p>
            </p:txBody>
          </p:sp>
          <p:sp>
            <p:nvSpPr>
              <p:cNvPr id="31912" name="Freeform 169"/>
              <p:cNvSpPr/>
              <p:nvPr/>
            </p:nvSpPr>
            <p:spPr>
              <a:xfrm>
                <a:off x="4275" y="3374"/>
                <a:ext cx="66" cy="47"/>
              </a:xfrm>
              <a:custGeom>
                <a:avLst/>
                <a:gdLst/>
                <a:ahLst/>
                <a:cxnLst>
                  <a:cxn ang="0">
                    <a:pos x="5" y="12"/>
                  </a:cxn>
                  <a:cxn ang="0">
                    <a:pos x="2" y="15"/>
                  </a:cxn>
                  <a:cxn ang="0">
                    <a:pos x="0" y="19"/>
                  </a:cxn>
                  <a:cxn ang="0">
                    <a:pos x="0" y="24"/>
                  </a:cxn>
                  <a:cxn ang="0">
                    <a:pos x="0" y="31"/>
                  </a:cxn>
                  <a:cxn ang="0">
                    <a:pos x="2" y="37"/>
                  </a:cxn>
                  <a:cxn ang="0">
                    <a:pos x="5" y="42"/>
                  </a:cxn>
                  <a:cxn ang="0">
                    <a:pos x="9" y="44"/>
                  </a:cxn>
                  <a:cxn ang="0">
                    <a:pos x="13" y="46"/>
                  </a:cxn>
                  <a:cxn ang="0">
                    <a:pos x="65" y="34"/>
                  </a:cxn>
                  <a:cxn ang="0">
                    <a:pos x="57" y="0"/>
                  </a:cxn>
                  <a:cxn ang="0">
                    <a:pos x="5" y="11"/>
                  </a:cxn>
                  <a:cxn ang="0">
                    <a:pos x="5" y="12"/>
                  </a:cxn>
                </a:cxnLst>
                <a:rect l="0" t="0" r="0" b="0"/>
                <a:pathLst>
                  <a:path w="66" h="47">
                    <a:moveTo>
                      <a:pt x="5" y="12"/>
                    </a:moveTo>
                    <a:lnTo>
                      <a:pt x="2" y="15"/>
                    </a:lnTo>
                    <a:lnTo>
                      <a:pt x="0" y="19"/>
                    </a:lnTo>
                    <a:lnTo>
                      <a:pt x="0" y="24"/>
                    </a:lnTo>
                    <a:lnTo>
                      <a:pt x="0" y="31"/>
                    </a:lnTo>
                    <a:lnTo>
                      <a:pt x="2" y="37"/>
                    </a:lnTo>
                    <a:lnTo>
                      <a:pt x="5" y="42"/>
                    </a:lnTo>
                    <a:lnTo>
                      <a:pt x="9" y="44"/>
                    </a:lnTo>
                    <a:lnTo>
                      <a:pt x="13" y="46"/>
                    </a:lnTo>
                    <a:lnTo>
                      <a:pt x="65" y="34"/>
                    </a:lnTo>
                    <a:lnTo>
                      <a:pt x="57" y="0"/>
                    </a:lnTo>
                    <a:lnTo>
                      <a:pt x="5" y="11"/>
                    </a:lnTo>
                    <a:lnTo>
                      <a:pt x="5" y="1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13" name="Freeform 170"/>
              <p:cNvSpPr/>
              <p:nvPr/>
            </p:nvSpPr>
            <p:spPr>
              <a:xfrm>
                <a:off x="4328" y="3378"/>
                <a:ext cx="22" cy="33"/>
              </a:xfrm>
              <a:custGeom>
                <a:avLst/>
                <a:gdLst/>
                <a:ahLst/>
                <a:cxnLst>
                  <a:cxn ang="0">
                    <a:pos x="0" y="16"/>
                  </a:cxn>
                  <a:cxn ang="0">
                    <a:pos x="0" y="14"/>
                  </a:cxn>
                  <a:cxn ang="0">
                    <a:pos x="0" y="12"/>
                  </a:cxn>
                  <a:cxn ang="0">
                    <a:pos x="0" y="10"/>
                  </a:cxn>
                  <a:cxn ang="0">
                    <a:pos x="0" y="8"/>
                  </a:cxn>
                  <a:cxn ang="0">
                    <a:pos x="0" y="6"/>
                  </a:cxn>
                  <a:cxn ang="0">
                    <a:pos x="1" y="5"/>
                  </a:cxn>
                  <a:cxn ang="0">
                    <a:pos x="1" y="3"/>
                  </a:cxn>
                  <a:cxn ang="0">
                    <a:pos x="2" y="2"/>
                  </a:cxn>
                  <a:cxn ang="0">
                    <a:pos x="3" y="0"/>
                  </a:cxn>
                  <a:cxn ang="0">
                    <a:pos x="7" y="0"/>
                  </a:cxn>
                  <a:cxn ang="0">
                    <a:pos x="9" y="0"/>
                  </a:cxn>
                  <a:cxn ang="0">
                    <a:pos x="11" y="0"/>
                  </a:cxn>
                  <a:cxn ang="0">
                    <a:pos x="12" y="1"/>
                  </a:cxn>
                  <a:cxn ang="0">
                    <a:pos x="14" y="2"/>
                  </a:cxn>
                  <a:cxn ang="0">
                    <a:pos x="15" y="3"/>
                  </a:cxn>
                  <a:cxn ang="0">
                    <a:pos x="16" y="5"/>
                  </a:cxn>
                  <a:cxn ang="0">
                    <a:pos x="17" y="6"/>
                  </a:cxn>
                  <a:cxn ang="0">
                    <a:pos x="18" y="8"/>
                  </a:cxn>
                  <a:cxn ang="0">
                    <a:pos x="19" y="9"/>
                  </a:cxn>
                  <a:cxn ang="0">
                    <a:pos x="19" y="12"/>
                  </a:cxn>
                  <a:cxn ang="0">
                    <a:pos x="19" y="14"/>
                  </a:cxn>
                  <a:cxn ang="0">
                    <a:pos x="21" y="16"/>
                  </a:cxn>
                  <a:cxn ang="0">
                    <a:pos x="21" y="18"/>
                  </a:cxn>
                  <a:cxn ang="0">
                    <a:pos x="21" y="20"/>
                  </a:cxn>
                  <a:cxn ang="0">
                    <a:pos x="19" y="24"/>
                  </a:cxn>
                  <a:cxn ang="0">
                    <a:pos x="19" y="26"/>
                  </a:cxn>
                  <a:cxn ang="0">
                    <a:pos x="18" y="27"/>
                  </a:cxn>
                  <a:cxn ang="0">
                    <a:pos x="17" y="28"/>
                  </a:cxn>
                  <a:cxn ang="0">
                    <a:pos x="16" y="30"/>
                  </a:cxn>
                  <a:cxn ang="0">
                    <a:pos x="14" y="32"/>
                  </a:cxn>
                  <a:cxn ang="0">
                    <a:pos x="12" y="32"/>
                  </a:cxn>
                  <a:cxn ang="0">
                    <a:pos x="10" y="32"/>
                  </a:cxn>
                  <a:cxn ang="0">
                    <a:pos x="8" y="30"/>
                  </a:cxn>
                  <a:cxn ang="0">
                    <a:pos x="7" y="29"/>
                  </a:cxn>
                  <a:cxn ang="0">
                    <a:pos x="5" y="28"/>
                  </a:cxn>
                  <a:cxn ang="0">
                    <a:pos x="3" y="26"/>
                  </a:cxn>
                  <a:cxn ang="0">
                    <a:pos x="3" y="24"/>
                  </a:cxn>
                  <a:cxn ang="0">
                    <a:pos x="1" y="22"/>
                  </a:cxn>
                  <a:cxn ang="0">
                    <a:pos x="1" y="19"/>
                  </a:cxn>
                  <a:cxn ang="0">
                    <a:pos x="0" y="17"/>
                  </a:cxn>
                </a:cxnLst>
                <a:rect l="0" t="0" r="0" b="0"/>
                <a:pathLst>
                  <a:path w="22" h="33">
                    <a:moveTo>
                      <a:pt x="0" y="17"/>
                    </a:moveTo>
                    <a:lnTo>
                      <a:pt x="0" y="16"/>
                    </a:lnTo>
                    <a:lnTo>
                      <a:pt x="0" y="15"/>
                    </a:lnTo>
                    <a:lnTo>
                      <a:pt x="0" y="14"/>
                    </a:lnTo>
                    <a:lnTo>
                      <a:pt x="0" y="13"/>
                    </a:lnTo>
                    <a:lnTo>
                      <a:pt x="0" y="12"/>
                    </a:lnTo>
                    <a:lnTo>
                      <a:pt x="0" y="11"/>
                    </a:lnTo>
                    <a:lnTo>
                      <a:pt x="0" y="10"/>
                    </a:lnTo>
                    <a:lnTo>
                      <a:pt x="0" y="9"/>
                    </a:lnTo>
                    <a:lnTo>
                      <a:pt x="0" y="8"/>
                    </a:lnTo>
                    <a:lnTo>
                      <a:pt x="0" y="7"/>
                    </a:lnTo>
                    <a:lnTo>
                      <a:pt x="0" y="6"/>
                    </a:lnTo>
                    <a:lnTo>
                      <a:pt x="0" y="5"/>
                    </a:lnTo>
                    <a:lnTo>
                      <a:pt x="1" y="5"/>
                    </a:lnTo>
                    <a:lnTo>
                      <a:pt x="1" y="4"/>
                    </a:lnTo>
                    <a:lnTo>
                      <a:pt x="1" y="3"/>
                    </a:lnTo>
                    <a:lnTo>
                      <a:pt x="1" y="2"/>
                    </a:lnTo>
                    <a:lnTo>
                      <a:pt x="2" y="2"/>
                    </a:lnTo>
                    <a:lnTo>
                      <a:pt x="2" y="1"/>
                    </a:lnTo>
                    <a:lnTo>
                      <a:pt x="3" y="0"/>
                    </a:lnTo>
                    <a:lnTo>
                      <a:pt x="5" y="0"/>
                    </a:lnTo>
                    <a:lnTo>
                      <a:pt x="7" y="0"/>
                    </a:lnTo>
                    <a:lnTo>
                      <a:pt x="8" y="0"/>
                    </a:lnTo>
                    <a:lnTo>
                      <a:pt x="9" y="0"/>
                    </a:lnTo>
                    <a:lnTo>
                      <a:pt x="10" y="0"/>
                    </a:lnTo>
                    <a:lnTo>
                      <a:pt x="11" y="0"/>
                    </a:lnTo>
                    <a:lnTo>
                      <a:pt x="12" y="0"/>
                    </a:lnTo>
                    <a:lnTo>
                      <a:pt x="12" y="1"/>
                    </a:lnTo>
                    <a:lnTo>
                      <a:pt x="13" y="1"/>
                    </a:lnTo>
                    <a:lnTo>
                      <a:pt x="14" y="2"/>
                    </a:lnTo>
                    <a:lnTo>
                      <a:pt x="14" y="3"/>
                    </a:lnTo>
                    <a:lnTo>
                      <a:pt x="15" y="3"/>
                    </a:lnTo>
                    <a:lnTo>
                      <a:pt x="15" y="4"/>
                    </a:lnTo>
                    <a:lnTo>
                      <a:pt x="16" y="5"/>
                    </a:lnTo>
                    <a:lnTo>
                      <a:pt x="17" y="5"/>
                    </a:lnTo>
                    <a:lnTo>
                      <a:pt x="17" y="6"/>
                    </a:lnTo>
                    <a:lnTo>
                      <a:pt x="17" y="7"/>
                    </a:lnTo>
                    <a:lnTo>
                      <a:pt x="18" y="8"/>
                    </a:lnTo>
                    <a:lnTo>
                      <a:pt x="18" y="9"/>
                    </a:lnTo>
                    <a:lnTo>
                      <a:pt x="19" y="9"/>
                    </a:lnTo>
                    <a:lnTo>
                      <a:pt x="19" y="11"/>
                    </a:lnTo>
                    <a:lnTo>
                      <a:pt x="19" y="12"/>
                    </a:lnTo>
                    <a:lnTo>
                      <a:pt x="19" y="13"/>
                    </a:lnTo>
                    <a:lnTo>
                      <a:pt x="19" y="14"/>
                    </a:lnTo>
                    <a:lnTo>
                      <a:pt x="19" y="15"/>
                    </a:lnTo>
                    <a:lnTo>
                      <a:pt x="21" y="16"/>
                    </a:lnTo>
                    <a:lnTo>
                      <a:pt x="21" y="17"/>
                    </a:lnTo>
                    <a:lnTo>
                      <a:pt x="21" y="18"/>
                    </a:lnTo>
                    <a:lnTo>
                      <a:pt x="21" y="19"/>
                    </a:lnTo>
                    <a:lnTo>
                      <a:pt x="21" y="20"/>
                    </a:lnTo>
                    <a:lnTo>
                      <a:pt x="19" y="22"/>
                    </a:lnTo>
                    <a:lnTo>
                      <a:pt x="19" y="24"/>
                    </a:lnTo>
                    <a:lnTo>
                      <a:pt x="19" y="25"/>
                    </a:lnTo>
                    <a:lnTo>
                      <a:pt x="19" y="26"/>
                    </a:lnTo>
                    <a:lnTo>
                      <a:pt x="18" y="26"/>
                    </a:lnTo>
                    <a:lnTo>
                      <a:pt x="18" y="27"/>
                    </a:lnTo>
                    <a:lnTo>
                      <a:pt x="18" y="28"/>
                    </a:lnTo>
                    <a:lnTo>
                      <a:pt x="17" y="28"/>
                    </a:lnTo>
                    <a:lnTo>
                      <a:pt x="17" y="29"/>
                    </a:lnTo>
                    <a:lnTo>
                      <a:pt x="16" y="30"/>
                    </a:lnTo>
                    <a:lnTo>
                      <a:pt x="15" y="30"/>
                    </a:lnTo>
                    <a:lnTo>
                      <a:pt x="14" y="32"/>
                    </a:lnTo>
                    <a:lnTo>
                      <a:pt x="13" y="32"/>
                    </a:lnTo>
                    <a:lnTo>
                      <a:pt x="12" y="32"/>
                    </a:lnTo>
                    <a:lnTo>
                      <a:pt x="11" y="32"/>
                    </a:lnTo>
                    <a:lnTo>
                      <a:pt x="10" y="32"/>
                    </a:lnTo>
                    <a:lnTo>
                      <a:pt x="9" y="30"/>
                    </a:lnTo>
                    <a:lnTo>
                      <a:pt x="8" y="30"/>
                    </a:lnTo>
                    <a:lnTo>
                      <a:pt x="7" y="30"/>
                    </a:lnTo>
                    <a:lnTo>
                      <a:pt x="7" y="29"/>
                    </a:lnTo>
                    <a:lnTo>
                      <a:pt x="7" y="28"/>
                    </a:lnTo>
                    <a:lnTo>
                      <a:pt x="5" y="28"/>
                    </a:lnTo>
                    <a:lnTo>
                      <a:pt x="5" y="27"/>
                    </a:lnTo>
                    <a:lnTo>
                      <a:pt x="3" y="26"/>
                    </a:lnTo>
                    <a:lnTo>
                      <a:pt x="3" y="25"/>
                    </a:lnTo>
                    <a:lnTo>
                      <a:pt x="3" y="24"/>
                    </a:lnTo>
                    <a:lnTo>
                      <a:pt x="2" y="24"/>
                    </a:lnTo>
                    <a:lnTo>
                      <a:pt x="1" y="22"/>
                    </a:lnTo>
                    <a:lnTo>
                      <a:pt x="1" y="20"/>
                    </a:lnTo>
                    <a:lnTo>
                      <a:pt x="1" y="19"/>
                    </a:lnTo>
                    <a:lnTo>
                      <a:pt x="0" y="18"/>
                    </a:lnTo>
                    <a:lnTo>
                      <a:pt x="0" y="17"/>
                    </a:lnTo>
                  </a:path>
                </a:pathLst>
              </a:custGeom>
              <a:solidFill>
                <a:srgbClr val="FFFFFF"/>
              </a:solidFill>
              <a:ln w="12700">
                <a:noFill/>
              </a:ln>
            </p:spPr>
            <p:txBody>
              <a:bodyPr/>
              <a:lstStyle/>
              <a:p>
                <a:endParaRPr lang="zh-CN" altLang="en-US"/>
              </a:p>
            </p:txBody>
          </p:sp>
          <p:sp>
            <p:nvSpPr>
              <p:cNvPr id="31914" name="Freeform 171"/>
              <p:cNvSpPr/>
              <p:nvPr/>
            </p:nvSpPr>
            <p:spPr>
              <a:xfrm>
                <a:off x="4328" y="3378"/>
                <a:ext cx="22" cy="33"/>
              </a:xfrm>
              <a:custGeom>
                <a:avLst/>
                <a:gdLst/>
                <a:ahLst/>
                <a:cxnLst>
                  <a:cxn ang="0">
                    <a:pos x="0" y="17"/>
                  </a:cxn>
                  <a:cxn ang="0">
                    <a:pos x="0" y="11"/>
                  </a:cxn>
                  <a:cxn ang="0">
                    <a:pos x="0" y="5"/>
                  </a:cxn>
                  <a:cxn ang="0">
                    <a:pos x="2" y="1"/>
                  </a:cxn>
                  <a:cxn ang="0">
                    <a:pos x="5" y="0"/>
                  </a:cxn>
                  <a:cxn ang="0">
                    <a:pos x="10" y="0"/>
                  </a:cxn>
                  <a:cxn ang="0">
                    <a:pos x="14" y="3"/>
                  </a:cxn>
                  <a:cxn ang="0">
                    <a:pos x="17" y="7"/>
                  </a:cxn>
                  <a:cxn ang="0">
                    <a:pos x="19" y="13"/>
                  </a:cxn>
                  <a:cxn ang="0">
                    <a:pos x="21" y="19"/>
                  </a:cxn>
                  <a:cxn ang="0">
                    <a:pos x="19" y="25"/>
                  </a:cxn>
                  <a:cxn ang="0">
                    <a:pos x="17" y="29"/>
                  </a:cxn>
                  <a:cxn ang="0">
                    <a:pos x="13" y="32"/>
                  </a:cxn>
                  <a:cxn ang="0">
                    <a:pos x="9" y="30"/>
                  </a:cxn>
                  <a:cxn ang="0">
                    <a:pos x="5" y="28"/>
                  </a:cxn>
                  <a:cxn ang="0">
                    <a:pos x="2" y="24"/>
                  </a:cxn>
                  <a:cxn ang="0">
                    <a:pos x="0" y="17"/>
                  </a:cxn>
                </a:cxnLst>
                <a:rect l="0" t="0" r="0" b="0"/>
                <a:pathLst>
                  <a:path w="22" h="33">
                    <a:moveTo>
                      <a:pt x="0" y="17"/>
                    </a:moveTo>
                    <a:lnTo>
                      <a:pt x="0" y="11"/>
                    </a:lnTo>
                    <a:lnTo>
                      <a:pt x="0" y="5"/>
                    </a:lnTo>
                    <a:lnTo>
                      <a:pt x="2" y="1"/>
                    </a:lnTo>
                    <a:lnTo>
                      <a:pt x="5" y="0"/>
                    </a:lnTo>
                    <a:lnTo>
                      <a:pt x="10" y="0"/>
                    </a:lnTo>
                    <a:lnTo>
                      <a:pt x="14" y="3"/>
                    </a:lnTo>
                    <a:lnTo>
                      <a:pt x="17" y="7"/>
                    </a:lnTo>
                    <a:lnTo>
                      <a:pt x="19" y="13"/>
                    </a:lnTo>
                    <a:lnTo>
                      <a:pt x="21" y="19"/>
                    </a:lnTo>
                    <a:lnTo>
                      <a:pt x="19" y="25"/>
                    </a:lnTo>
                    <a:lnTo>
                      <a:pt x="17" y="29"/>
                    </a:lnTo>
                    <a:lnTo>
                      <a:pt x="13" y="32"/>
                    </a:lnTo>
                    <a:lnTo>
                      <a:pt x="9" y="30"/>
                    </a:lnTo>
                    <a:lnTo>
                      <a:pt x="5" y="28"/>
                    </a:lnTo>
                    <a:lnTo>
                      <a:pt x="2" y="24"/>
                    </a:lnTo>
                    <a:lnTo>
                      <a:pt x="0" y="1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15" name="Freeform 172"/>
              <p:cNvSpPr/>
              <p:nvPr/>
            </p:nvSpPr>
            <p:spPr>
              <a:xfrm>
                <a:off x="4240" y="3319"/>
                <a:ext cx="71" cy="76"/>
              </a:xfrm>
              <a:custGeom>
                <a:avLst/>
                <a:gdLst/>
                <a:ahLst/>
                <a:cxnLst>
                  <a:cxn ang="0">
                    <a:pos x="0" y="39"/>
                  </a:cxn>
                  <a:cxn ang="0">
                    <a:pos x="11" y="0"/>
                  </a:cxn>
                  <a:cxn ang="0">
                    <a:pos x="56" y="30"/>
                  </a:cxn>
                  <a:cxn ang="0">
                    <a:pos x="70" y="68"/>
                  </a:cxn>
                  <a:cxn ang="0">
                    <a:pos x="41" y="75"/>
                  </a:cxn>
                  <a:cxn ang="0">
                    <a:pos x="0" y="39"/>
                  </a:cxn>
                </a:cxnLst>
                <a:rect l="0" t="0" r="0" b="0"/>
                <a:pathLst>
                  <a:path w="71" h="76">
                    <a:moveTo>
                      <a:pt x="0" y="39"/>
                    </a:moveTo>
                    <a:lnTo>
                      <a:pt x="11" y="0"/>
                    </a:lnTo>
                    <a:lnTo>
                      <a:pt x="56" y="30"/>
                    </a:lnTo>
                    <a:lnTo>
                      <a:pt x="70" y="68"/>
                    </a:lnTo>
                    <a:lnTo>
                      <a:pt x="41" y="75"/>
                    </a:lnTo>
                    <a:lnTo>
                      <a:pt x="0" y="39"/>
                    </a:lnTo>
                  </a:path>
                </a:pathLst>
              </a:custGeom>
              <a:solidFill>
                <a:srgbClr val="FFFFFF"/>
              </a:solidFill>
              <a:ln w="12700">
                <a:noFill/>
              </a:ln>
            </p:spPr>
            <p:txBody>
              <a:bodyPr/>
              <a:lstStyle/>
              <a:p>
                <a:endParaRPr lang="zh-CN" altLang="en-US"/>
              </a:p>
            </p:txBody>
          </p:sp>
          <p:sp>
            <p:nvSpPr>
              <p:cNvPr id="31916" name="Freeform 173"/>
              <p:cNvSpPr/>
              <p:nvPr/>
            </p:nvSpPr>
            <p:spPr>
              <a:xfrm>
                <a:off x="4240" y="3319"/>
                <a:ext cx="71" cy="76"/>
              </a:xfrm>
              <a:custGeom>
                <a:avLst/>
                <a:gdLst/>
                <a:ahLst/>
                <a:cxnLst>
                  <a:cxn ang="0">
                    <a:pos x="0" y="39"/>
                  </a:cxn>
                  <a:cxn ang="0">
                    <a:pos x="11" y="0"/>
                  </a:cxn>
                  <a:cxn ang="0">
                    <a:pos x="56" y="30"/>
                  </a:cxn>
                  <a:cxn ang="0">
                    <a:pos x="70" y="68"/>
                  </a:cxn>
                  <a:cxn ang="0">
                    <a:pos x="41" y="75"/>
                  </a:cxn>
                  <a:cxn ang="0">
                    <a:pos x="0" y="39"/>
                  </a:cxn>
                </a:cxnLst>
                <a:rect l="0" t="0" r="0" b="0"/>
                <a:pathLst>
                  <a:path w="71" h="76">
                    <a:moveTo>
                      <a:pt x="0" y="39"/>
                    </a:moveTo>
                    <a:lnTo>
                      <a:pt x="11" y="0"/>
                    </a:lnTo>
                    <a:lnTo>
                      <a:pt x="56" y="30"/>
                    </a:lnTo>
                    <a:lnTo>
                      <a:pt x="70" y="68"/>
                    </a:lnTo>
                    <a:lnTo>
                      <a:pt x="41" y="75"/>
                    </a:lnTo>
                    <a:lnTo>
                      <a:pt x="0" y="3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17" name="Freeform 174"/>
              <p:cNvSpPr/>
              <p:nvPr/>
            </p:nvSpPr>
            <p:spPr>
              <a:xfrm>
                <a:off x="4545" y="3126"/>
                <a:ext cx="63" cy="80"/>
              </a:xfrm>
              <a:custGeom>
                <a:avLst/>
                <a:gdLst/>
                <a:ahLst/>
                <a:cxnLst>
                  <a:cxn ang="0">
                    <a:pos x="0" y="43"/>
                  </a:cxn>
                  <a:cxn ang="0">
                    <a:pos x="20" y="79"/>
                  </a:cxn>
                  <a:cxn ang="0">
                    <a:pos x="57" y="38"/>
                  </a:cxn>
                  <a:cxn ang="0">
                    <a:pos x="62" y="0"/>
                  </a:cxn>
                  <a:cxn ang="0">
                    <a:pos x="31" y="0"/>
                  </a:cxn>
                  <a:cxn ang="0">
                    <a:pos x="0" y="43"/>
                  </a:cxn>
                </a:cxnLst>
                <a:rect l="0" t="0" r="0" b="0"/>
                <a:pathLst>
                  <a:path w="63" h="80">
                    <a:moveTo>
                      <a:pt x="0" y="43"/>
                    </a:moveTo>
                    <a:lnTo>
                      <a:pt x="20" y="79"/>
                    </a:lnTo>
                    <a:lnTo>
                      <a:pt x="57" y="38"/>
                    </a:lnTo>
                    <a:lnTo>
                      <a:pt x="62" y="0"/>
                    </a:lnTo>
                    <a:lnTo>
                      <a:pt x="31" y="0"/>
                    </a:lnTo>
                    <a:lnTo>
                      <a:pt x="0" y="43"/>
                    </a:lnTo>
                  </a:path>
                </a:pathLst>
              </a:custGeom>
              <a:solidFill>
                <a:srgbClr val="FFFFFF"/>
              </a:solidFill>
              <a:ln w="12700">
                <a:noFill/>
              </a:ln>
            </p:spPr>
            <p:txBody>
              <a:bodyPr/>
              <a:lstStyle/>
              <a:p>
                <a:endParaRPr lang="zh-CN" altLang="en-US"/>
              </a:p>
            </p:txBody>
          </p:sp>
          <p:sp>
            <p:nvSpPr>
              <p:cNvPr id="31918" name="Freeform 175"/>
              <p:cNvSpPr/>
              <p:nvPr/>
            </p:nvSpPr>
            <p:spPr>
              <a:xfrm>
                <a:off x="4545" y="3126"/>
                <a:ext cx="63" cy="80"/>
              </a:xfrm>
              <a:custGeom>
                <a:avLst/>
                <a:gdLst/>
                <a:ahLst/>
                <a:cxnLst>
                  <a:cxn ang="0">
                    <a:pos x="0" y="43"/>
                  </a:cxn>
                  <a:cxn ang="0">
                    <a:pos x="20" y="79"/>
                  </a:cxn>
                  <a:cxn ang="0">
                    <a:pos x="57" y="38"/>
                  </a:cxn>
                  <a:cxn ang="0">
                    <a:pos x="62" y="0"/>
                  </a:cxn>
                  <a:cxn ang="0">
                    <a:pos x="31" y="0"/>
                  </a:cxn>
                  <a:cxn ang="0">
                    <a:pos x="0" y="43"/>
                  </a:cxn>
                </a:cxnLst>
                <a:rect l="0" t="0" r="0" b="0"/>
                <a:pathLst>
                  <a:path w="63" h="80">
                    <a:moveTo>
                      <a:pt x="0" y="43"/>
                    </a:moveTo>
                    <a:lnTo>
                      <a:pt x="20" y="79"/>
                    </a:lnTo>
                    <a:lnTo>
                      <a:pt x="57" y="38"/>
                    </a:lnTo>
                    <a:lnTo>
                      <a:pt x="62" y="0"/>
                    </a:lnTo>
                    <a:lnTo>
                      <a:pt x="31" y="0"/>
                    </a:lnTo>
                    <a:lnTo>
                      <a:pt x="0" y="4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19" name="Freeform 176"/>
              <p:cNvSpPr/>
              <p:nvPr/>
            </p:nvSpPr>
            <p:spPr>
              <a:xfrm>
                <a:off x="4616" y="3016"/>
                <a:ext cx="64" cy="80"/>
              </a:xfrm>
              <a:custGeom>
                <a:avLst/>
                <a:gdLst/>
                <a:ahLst/>
                <a:cxnLst>
                  <a:cxn ang="0">
                    <a:pos x="63" y="35"/>
                  </a:cxn>
                  <a:cxn ang="0">
                    <a:pos x="41" y="0"/>
                  </a:cxn>
                  <a:cxn ang="0">
                    <a:pos x="3" y="40"/>
                  </a:cxn>
                  <a:cxn ang="0">
                    <a:pos x="0" y="79"/>
                  </a:cxn>
                  <a:cxn ang="0">
                    <a:pos x="30" y="79"/>
                  </a:cxn>
                  <a:cxn ang="0">
                    <a:pos x="63" y="35"/>
                  </a:cxn>
                </a:cxnLst>
                <a:rect l="0" t="0" r="0" b="0"/>
                <a:pathLst>
                  <a:path w="64" h="80">
                    <a:moveTo>
                      <a:pt x="63" y="35"/>
                    </a:moveTo>
                    <a:lnTo>
                      <a:pt x="41" y="0"/>
                    </a:lnTo>
                    <a:lnTo>
                      <a:pt x="3" y="40"/>
                    </a:lnTo>
                    <a:lnTo>
                      <a:pt x="0" y="79"/>
                    </a:lnTo>
                    <a:lnTo>
                      <a:pt x="30" y="79"/>
                    </a:lnTo>
                    <a:lnTo>
                      <a:pt x="63" y="35"/>
                    </a:lnTo>
                  </a:path>
                </a:pathLst>
              </a:custGeom>
              <a:solidFill>
                <a:srgbClr val="FFFFFF"/>
              </a:solidFill>
              <a:ln w="12700">
                <a:noFill/>
              </a:ln>
            </p:spPr>
            <p:txBody>
              <a:bodyPr/>
              <a:lstStyle/>
              <a:p>
                <a:endParaRPr lang="zh-CN" altLang="en-US"/>
              </a:p>
            </p:txBody>
          </p:sp>
          <p:sp>
            <p:nvSpPr>
              <p:cNvPr id="31920" name="Freeform 177"/>
              <p:cNvSpPr/>
              <p:nvPr/>
            </p:nvSpPr>
            <p:spPr>
              <a:xfrm>
                <a:off x="4616" y="3016"/>
                <a:ext cx="64" cy="80"/>
              </a:xfrm>
              <a:custGeom>
                <a:avLst/>
                <a:gdLst/>
                <a:ahLst/>
                <a:cxnLst>
                  <a:cxn ang="0">
                    <a:pos x="63" y="35"/>
                  </a:cxn>
                  <a:cxn ang="0">
                    <a:pos x="41" y="0"/>
                  </a:cxn>
                  <a:cxn ang="0">
                    <a:pos x="3" y="40"/>
                  </a:cxn>
                  <a:cxn ang="0">
                    <a:pos x="0" y="79"/>
                  </a:cxn>
                  <a:cxn ang="0">
                    <a:pos x="30" y="79"/>
                  </a:cxn>
                  <a:cxn ang="0">
                    <a:pos x="63" y="35"/>
                  </a:cxn>
                </a:cxnLst>
                <a:rect l="0" t="0" r="0" b="0"/>
                <a:pathLst>
                  <a:path w="64" h="80">
                    <a:moveTo>
                      <a:pt x="63" y="35"/>
                    </a:moveTo>
                    <a:lnTo>
                      <a:pt x="41" y="0"/>
                    </a:lnTo>
                    <a:lnTo>
                      <a:pt x="3" y="40"/>
                    </a:lnTo>
                    <a:lnTo>
                      <a:pt x="0" y="79"/>
                    </a:lnTo>
                    <a:lnTo>
                      <a:pt x="30" y="79"/>
                    </a:lnTo>
                    <a:lnTo>
                      <a:pt x="63" y="3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21" name="Freeform 178"/>
              <p:cNvSpPr/>
              <p:nvPr/>
            </p:nvSpPr>
            <p:spPr>
              <a:xfrm>
                <a:off x="4639" y="3015"/>
                <a:ext cx="64" cy="80"/>
              </a:xfrm>
              <a:custGeom>
                <a:avLst/>
                <a:gdLst/>
                <a:ahLst/>
                <a:cxnLst>
                  <a:cxn ang="0">
                    <a:pos x="63" y="34"/>
                  </a:cxn>
                  <a:cxn ang="0">
                    <a:pos x="41" y="0"/>
                  </a:cxn>
                  <a:cxn ang="0">
                    <a:pos x="3" y="40"/>
                  </a:cxn>
                  <a:cxn ang="0">
                    <a:pos x="0" y="79"/>
                  </a:cxn>
                  <a:cxn ang="0">
                    <a:pos x="29" y="79"/>
                  </a:cxn>
                  <a:cxn ang="0">
                    <a:pos x="63" y="34"/>
                  </a:cxn>
                </a:cxnLst>
                <a:rect l="0" t="0" r="0" b="0"/>
                <a:pathLst>
                  <a:path w="64" h="80">
                    <a:moveTo>
                      <a:pt x="63" y="34"/>
                    </a:moveTo>
                    <a:lnTo>
                      <a:pt x="41" y="0"/>
                    </a:lnTo>
                    <a:lnTo>
                      <a:pt x="3" y="40"/>
                    </a:lnTo>
                    <a:lnTo>
                      <a:pt x="0" y="79"/>
                    </a:lnTo>
                    <a:lnTo>
                      <a:pt x="29" y="79"/>
                    </a:lnTo>
                    <a:lnTo>
                      <a:pt x="63" y="34"/>
                    </a:lnTo>
                  </a:path>
                </a:pathLst>
              </a:custGeom>
              <a:solidFill>
                <a:srgbClr val="FFFFFF"/>
              </a:solidFill>
              <a:ln w="12700">
                <a:noFill/>
              </a:ln>
            </p:spPr>
            <p:txBody>
              <a:bodyPr/>
              <a:lstStyle/>
              <a:p>
                <a:endParaRPr lang="zh-CN" altLang="en-US"/>
              </a:p>
            </p:txBody>
          </p:sp>
          <p:sp>
            <p:nvSpPr>
              <p:cNvPr id="31922" name="Freeform 179"/>
              <p:cNvSpPr/>
              <p:nvPr/>
            </p:nvSpPr>
            <p:spPr>
              <a:xfrm>
                <a:off x="4639" y="3015"/>
                <a:ext cx="64" cy="80"/>
              </a:xfrm>
              <a:custGeom>
                <a:avLst/>
                <a:gdLst/>
                <a:ahLst/>
                <a:cxnLst>
                  <a:cxn ang="0">
                    <a:pos x="63" y="34"/>
                  </a:cxn>
                  <a:cxn ang="0">
                    <a:pos x="41" y="0"/>
                  </a:cxn>
                  <a:cxn ang="0">
                    <a:pos x="3" y="40"/>
                  </a:cxn>
                  <a:cxn ang="0">
                    <a:pos x="0" y="79"/>
                  </a:cxn>
                  <a:cxn ang="0">
                    <a:pos x="29" y="79"/>
                  </a:cxn>
                  <a:cxn ang="0">
                    <a:pos x="63" y="34"/>
                  </a:cxn>
                </a:cxnLst>
                <a:rect l="0" t="0" r="0" b="0"/>
                <a:pathLst>
                  <a:path w="64" h="80">
                    <a:moveTo>
                      <a:pt x="63" y="34"/>
                    </a:moveTo>
                    <a:lnTo>
                      <a:pt x="41" y="0"/>
                    </a:lnTo>
                    <a:lnTo>
                      <a:pt x="3" y="40"/>
                    </a:lnTo>
                    <a:lnTo>
                      <a:pt x="0" y="79"/>
                    </a:lnTo>
                    <a:lnTo>
                      <a:pt x="29" y="79"/>
                    </a:lnTo>
                    <a:lnTo>
                      <a:pt x="63"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23" name="Freeform 180"/>
              <p:cNvSpPr/>
              <p:nvPr/>
            </p:nvSpPr>
            <p:spPr>
              <a:xfrm>
                <a:off x="4591" y="3096"/>
                <a:ext cx="63" cy="38"/>
              </a:xfrm>
              <a:custGeom>
                <a:avLst/>
                <a:gdLst/>
                <a:ahLst/>
                <a:cxnLst>
                  <a:cxn ang="0">
                    <a:pos x="9" y="34"/>
                  </a:cxn>
                  <a:cxn ang="0">
                    <a:pos x="8" y="34"/>
                  </a:cxn>
                  <a:cxn ang="0">
                    <a:pos x="7" y="34"/>
                  </a:cxn>
                  <a:cxn ang="0">
                    <a:pos x="6" y="34"/>
                  </a:cxn>
                  <a:cxn ang="0">
                    <a:pos x="6" y="33"/>
                  </a:cxn>
                  <a:cxn ang="0">
                    <a:pos x="5" y="33"/>
                  </a:cxn>
                  <a:cxn ang="0">
                    <a:pos x="5" y="32"/>
                  </a:cxn>
                  <a:cxn ang="0">
                    <a:pos x="4" y="32"/>
                  </a:cxn>
                  <a:cxn ang="0">
                    <a:pos x="3" y="31"/>
                  </a:cxn>
                  <a:cxn ang="0">
                    <a:pos x="3" y="30"/>
                  </a:cxn>
                  <a:cxn ang="0">
                    <a:pos x="2" y="29"/>
                  </a:cxn>
                  <a:cxn ang="0">
                    <a:pos x="2" y="28"/>
                  </a:cxn>
                  <a:cxn ang="0">
                    <a:pos x="1" y="27"/>
                  </a:cxn>
                  <a:cxn ang="0">
                    <a:pos x="0" y="26"/>
                  </a:cxn>
                  <a:cxn ang="0">
                    <a:pos x="0" y="25"/>
                  </a:cxn>
                  <a:cxn ang="0">
                    <a:pos x="0" y="23"/>
                  </a:cxn>
                  <a:cxn ang="0">
                    <a:pos x="0" y="22"/>
                  </a:cxn>
                  <a:cxn ang="0">
                    <a:pos x="0" y="21"/>
                  </a:cxn>
                  <a:cxn ang="0">
                    <a:pos x="0" y="20"/>
                  </a:cxn>
                  <a:cxn ang="0">
                    <a:pos x="0" y="19"/>
                  </a:cxn>
                  <a:cxn ang="0">
                    <a:pos x="0" y="18"/>
                  </a:cxn>
                  <a:cxn ang="0">
                    <a:pos x="0" y="17"/>
                  </a:cxn>
                  <a:cxn ang="0">
                    <a:pos x="0" y="16"/>
                  </a:cxn>
                  <a:cxn ang="0">
                    <a:pos x="0" y="15"/>
                  </a:cxn>
                  <a:cxn ang="0">
                    <a:pos x="0" y="14"/>
                  </a:cxn>
                  <a:cxn ang="0">
                    <a:pos x="0" y="13"/>
                  </a:cxn>
                  <a:cxn ang="0">
                    <a:pos x="0" y="10"/>
                  </a:cxn>
                  <a:cxn ang="0">
                    <a:pos x="0" y="8"/>
                  </a:cxn>
                  <a:cxn ang="0">
                    <a:pos x="0" y="7"/>
                  </a:cxn>
                  <a:cxn ang="0">
                    <a:pos x="1" y="7"/>
                  </a:cxn>
                  <a:cxn ang="0">
                    <a:pos x="1" y="6"/>
                  </a:cxn>
                  <a:cxn ang="0">
                    <a:pos x="2" y="6"/>
                  </a:cxn>
                  <a:cxn ang="0">
                    <a:pos x="2" y="5"/>
                  </a:cxn>
                  <a:cxn ang="0">
                    <a:pos x="3" y="4"/>
                  </a:cxn>
                  <a:cxn ang="0">
                    <a:pos x="3" y="3"/>
                  </a:cxn>
                  <a:cxn ang="0">
                    <a:pos x="4" y="2"/>
                  </a:cxn>
                  <a:cxn ang="0">
                    <a:pos x="5" y="2"/>
                  </a:cxn>
                  <a:cxn ang="0">
                    <a:pos x="5" y="0"/>
                  </a:cxn>
                  <a:cxn ang="0">
                    <a:pos x="6" y="0"/>
                  </a:cxn>
                  <a:cxn ang="0">
                    <a:pos x="7" y="0"/>
                  </a:cxn>
                  <a:cxn ang="0">
                    <a:pos x="8" y="0"/>
                  </a:cxn>
                  <a:cxn ang="0">
                    <a:pos x="9" y="0"/>
                  </a:cxn>
                  <a:cxn ang="0">
                    <a:pos x="60" y="0"/>
                  </a:cxn>
                  <a:cxn ang="0">
                    <a:pos x="62" y="35"/>
                  </a:cxn>
                  <a:cxn ang="0">
                    <a:pos x="9" y="37"/>
                  </a:cxn>
                  <a:cxn ang="0">
                    <a:pos x="9" y="34"/>
                  </a:cxn>
                </a:cxnLst>
                <a:rect l="0" t="0" r="0" b="0"/>
                <a:pathLst>
                  <a:path w="63" h="38">
                    <a:moveTo>
                      <a:pt x="9" y="34"/>
                    </a:moveTo>
                    <a:lnTo>
                      <a:pt x="8" y="34"/>
                    </a:lnTo>
                    <a:lnTo>
                      <a:pt x="7" y="34"/>
                    </a:lnTo>
                    <a:lnTo>
                      <a:pt x="6" y="34"/>
                    </a:lnTo>
                    <a:lnTo>
                      <a:pt x="6" y="33"/>
                    </a:lnTo>
                    <a:lnTo>
                      <a:pt x="5" y="33"/>
                    </a:lnTo>
                    <a:lnTo>
                      <a:pt x="5" y="32"/>
                    </a:lnTo>
                    <a:lnTo>
                      <a:pt x="4" y="32"/>
                    </a:lnTo>
                    <a:lnTo>
                      <a:pt x="3" y="31"/>
                    </a:lnTo>
                    <a:lnTo>
                      <a:pt x="3" y="30"/>
                    </a:lnTo>
                    <a:lnTo>
                      <a:pt x="2" y="29"/>
                    </a:lnTo>
                    <a:lnTo>
                      <a:pt x="2" y="28"/>
                    </a:lnTo>
                    <a:lnTo>
                      <a:pt x="1" y="27"/>
                    </a:lnTo>
                    <a:lnTo>
                      <a:pt x="0" y="26"/>
                    </a:lnTo>
                    <a:lnTo>
                      <a:pt x="0" y="25"/>
                    </a:lnTo>
                    <a:lnTo>
                      <a:pt x="0" y="23"/>
                    </a:lnTo>
                    <a:lnTo>
                      <a:pt x="0" y="22"/>
                    </a:lnTo>
                    <a:lnTo>
                      <a:pt x="0" y="21"/>
                    </a:lnTo>
                    <a:lnTo>
                      <a:pt x="0" y="20"/>
                    </a:lnTo>
                    <a:lnTo>
                      <a:pt x="0" y="19"/>
                    </a:lnTo>
                    <a:lnTo>
                      <a:pt x="0" y="18"/>
                    </a:lnTo>
                    <a:lnTo>
                      <a:pt x="0" y="17"/>
                    </a:lnTo>
                    <a:lnTo>
                      <a:pt x="0" y="16"/>
                    </a:lnTo>
                    <a:lnTo>
                      <a:pt x="0" y="15"/>
                    </a:lnTo>
                    <a:lnTo>
                      <a:pt x="0" y="14"/>
                    </a:lnTo>
                    <a:lnTo>
                      <a:pt x="0" y="13"/>
                    </a:lnTo>
                    <a:lnTo>
                      <a:pt x="0" y="10"/>
                    </a:lnTo>
                    <a:lnTo>
                      <a:pt x="0" y="8"/>
                    </a:lnTo>
                    <a:lnTo>
                      <a:pt x="0" y="7"/>
                    </a:lnTo>
                    <a:lnTo>
                      <a:pt x="1" y="7"/>
                    </a:lnTo>
                    <a:lnTo>
                      <a:pt x="1" y="6"/>
                    </a:lnTo>
                    <a:lnTo>
                      <a:pt x="2" y="6"/>
                    </a:lnTo>
                    <a:lnTo>
                      <a:pt x="2" y="5"/>
                    </a:lnTo>
                    <a:lnTo>
                      <a:pt x="3" y="4"/>
                    </a:lnTo>
                    <a:lnTo>
                      <a:pt x="3" y="3"/>
                    </a:lnTo>
                    <a:lnTo>
                      <a:pt x="4" y="2"/>
                    </a:lnTo>
                    <a:lnTo>
                      <a:pt x="5" y="2"/>
                    </a:lnTo>
                    <a:lnTo>
                      <a:pt x="5" y="0"/>
                    </a:lnTo>
                    <a:lnTo>
                      <a:pt x="6" y="0"/>
                    </a:lnTo>
                    <a:lnTo>
                      <a:pt x="7" y="0"/>
                    </a:lnTo>
                    <a:lnTo>
                      <a:pt x="8" y="0"/>
                    </a:lnTo>
                    <a:lnTo>
                      <a:pt x="9" y="0"/>
                    </a:lnTo>
                    <a:lnTo>
                      <a:pt x="60" y="0"/>
                    </a:lnTo>
                    <a:lnTo>
                      <a:pt x="62" y="35"/>
                    </a:lnTo>
                    <a:lnTo>
                      <a:pt x="9" y="37"/>
                    </a:lnTo>
                    <a:lnTo>
                      <a:pt x="9" y="34"/>
                    </a:lnTo>
                  </a:path>
                </a:pathLst>
              </a:custGeom>
              <a:solidFill>
                <a:srgbClr val="FFFFFF"/>
              </a:solidFill>
              <a:ln w="12700">
                <a:noFill/>
              </a:ln>
            </p:spPr>
            <p:txBody>
              <a:bodyPr/>
              <a:lstStyle/>
              <a:p>
                <a:endParaRPr lang="zh-CN" altLang="en-US"/>
              </a:p>
            </p:txBody>
          </p:sp>
          <p:sp>
            <p:nvSpPr>
              <p:cNvPr id="31924" name="Freeform 181"/>
              <p:cNvSpPr/>
              <p:nvPr/>
            </p:nvSpPr>
            <p:spPr>
              <a:xfrm>
                <a:off x="4591" y="3096"/>
                <a:ext cx="63" cy="38"/>
              </a:xfrm>
              <a:custGeom>
                <a:avLst/>
                <a:gdLst/>
                <a:ahLst/>
                <a:cxnLst>
                  <a:cxn ang="0">
                    <a:pos x="9" y="34"/>
                  </a:cxn>
                  <a:cxn ang="0">
                    <a:pos x="5" y="33"/>
                  </a:cxn>
                  <a:cxn ang="0">
                    <a:pos x="3" y="30"/>
                  </a:cxn>
                  <a:cxn ang="0">
                    <a:pos x="0" y="23"/>
                  </a:cxn>
                  <a:cxn ang="0">
                    <a:pos x="0" y="17"/>
                  </a:cxn>
                  <a:cxn ang="0">
                    <a:pos x="0" y="10"/>
                  </a:cxn>
                  <a:cxn ang="0">
                    <a:pos x="2" y="5"/>
                  </a:cxn>
                  <a:cxn ang="0">
                    <a:pos x="5" y="2"/>
                  </a:cxn>
                  <a:cxn ang="0">
                    <a:pos x="9" y="0"/>
                  </a:cxn>
                  <a:cxn ang="0">
                    <a:pos x="60" y="0"/>
                  </a:cxn>
                  <a:cxn ang="0">
                    <a:pos x="62" y="35"/>
                  </a:cxn>
                  <a:cxn ang="0">
                    <a:pos x="9" y="37"/>
                  </a:cxn>
                  <a:cxn ang="0">
                    <a:pos x="9" y="34"/>
                  </a:cxn>
                </a:cxnLst>
                <a:rect l="0" t="0" r="0" b="0"/>
                <a:pathLst>
                  <a:path w="63" h="38">
                    <a:moveTo>
                      <a:pt x="9" y="34"/>
                    </a:moveTo>
                    <a:lnTo>
                      <a:pt x="5" y="33"/>
                    </a:lnTo>
                    <a:lnTo>
                      <a:pt x="3" y="30"/>
                    </a:lnTo>
                    <a:lnTo>
                      <a:pt x="0" y="23"/>
                    </a:lnTo>
                    <a:lnTo>
                      <a:pt x="0" y="17"/>
                    </a:lnTo>
                    <a:lnTo>
                      <a:pt x="0" y="10"/>
                    </a:lnTo>
                    <a:lnTo>
                      <a:pt x="2" y="5"/>
                    </a:lnTo>
                    <a:lnTo>
                      <a:pt x="5" y="2"/>
                    </a:lnTo>
                    <a:lnTo>
                      <a:pt x="9" y="0"/>
                    </a:lnTo>
                    <a:lnTo>
                      <a:pt x="60" y="0"/>
                    </a:lnTo>
                    <a:lnTo>
                      <a:pt x="62" y="35"/>
                    </a:lnTo>
                    <a:lnTo>
                      <a:pt x="9" y="37"/>
                    </a:lnTo>
                    <a:lnTo>
                      <a:pt x="9"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25" name="Freeform 182"/>
              <p:cNvSpPr/>
              <p:nvPr/>
            </p:nvSpPr>
            <p:spPr>
              <a:xfrm>
                <a:off x="4645" y="3096"/>
                <a:ext cx="18" cy="36"/>
              </a:xfrm>
              <a:custGeom>
                <a:avLst/>
                <a:gdLst/>
                <a:ahLst/>
                <a:cxnLst>
                  <a:cxn ang="0">
                    <a:pos x="0" y="18"/>
                  </a:cxn>
                  <a:cxn ang="0">
                    <a:pos x="0" y="21"/>
                  </a:cxn>
                  <a:cxn ang="0">
                    <a:pos x="0" y="25"/>
                  </a:cxn>
                  <a:cxn ang="0">
                    <a:pos x="1" y="27"/>
                  </a:cxn>
                  <a:cxn ang="0">
                    <a:pos x="2" y="28"/>
                  </a:cxn>
                  <a:cxn ang="0">
                    <a:pos x="2" y="30"/>
                  </a:cxn>
                  <a:cxn ang="0">
                    <a:pos x="4" y="31"/>
                  </a:cxn>
                  <a:cxn ang="0">
                    <a:pos x="5" y="33"/>
                  </a:cxn>
                  <a:cxn ang="0">
                    <a:pos x="6" y="34"/>
                  </a:cxn>
                  <a:cxn ang="0">
                    <a:pos x="8" y="35"/>
                  </a:cxn>
                  <a:cxn ang="0">
                    <a:pos x="10" y="34"/>
                  </a:cxn>
                  <a:cxn ang="0">
                    <a:pos x="11" y="33"/>
                  </a:cxn>
                  <a:cxn ang="0">
                    <a:pos x="12" y="32"/>
                  </a:cxn>
                  <a:cxn ang="0">
                    <a:pos x="13" y="30"/>
                  </a:cxn>
                  <a:cxn ang="0">
                    <a:pos x="14" y="29"/>
                  </a:cxn>
                  <a:cxn ang="0">
                    <a:pos x="15" y="28"/>
                  </a:cxn>
                  <a:cxn ang="0">
                    <a:pos x="15" y="26"/>
                  </a:cxn>
                  <a:cxn ang="0">
                    <a:pos x="16" y="23"/>
                  </a:cxn>
                  <a:cxn ang="0">
                    <a:pos x="17" y="21"/>
                  </a:cxn>
                  <a:cxn ang="0">
                    <a:pos x="17" y="18"/>
                  </a:cxn>
                  <a:cxn ang="0">
                    <a:pos x="17" y="16"/>
                  </a:cxn>
                  <a:cxn ang="0">
                    <a:pos x="17" y="14"/>
                  </a:cxn>
                  <a:cxn ang="0">
                    <a:pos x="16" y="12"/>
                  </a:cxn>
                  <a:cxn ang="0">
                    <a:pos x="16" y="10"/>
                  </a:cxn>
                  <a:cxn ang="0">
                    <a:pos x="15" y="8"/>
                  </a:cxn>
                  <a:cxn ang="0">
                    <a:pos x="15" y="6"/>
                  </a:cxn>
                  <a:cxn ang="0">
                    <a:pos x="14" y="4"/>
                  </a:cxn>
                  <a:cxn ang="0">
                    <a:pos x="13" y="3"/>
                  </a:cxn>
                  <a:cxn ang="0">
                    <a:pos x="12" y="2"/>
                  </a:cxn>
                  <a:cxn ang="0">
                    <a:pos x="10" y="0"/>
                  </a:cxn>
                  <a:cxn ang="0">
                    <a:pos x="8" y="0"/>
                  </a:cxn>
                  <a:cxn ang="0">
                    <a:pos x="6" y="0"/>
                  </a:cxn>
                  <a:cxn ang="0">
                    <a:pos x="4" y="0"/>
                  </a:cxn>
                  <a:cxn ang="0">
                    <a:pos x="2" y="2"/>
                  </a:cxn>
                  <a:cxn ang="0">
                    <a:pos x="2" y="4"/>
                  </a:cxn>
                  <a:cxn ang="0">
                    <a:pos x="1" y="6"/>
                  </a:cxn>
                  <a:cxn ang="0">
                    <a:pos x="0" y="8"/>
                  </a:cxn>
                  <a:cxn ang="0">
                    <a:pos x="0" y="10"/>
                  </a:cxn>
                  <a:cxn ang="0">
                    <a:pos x="0" y="13"/>
                  </a:cxn>
                  <a:cxn ang="0">
                    <a:pos x="0" y="15"/>
                  </a:cxn>
                </a:cxnLst>
                <a:rect l="0" t="0" r="0" b="0"/>
                <a:pathLst>
                  <a:path w="18" h="36">
                    <a:moveTo>
                      <a:pt x="0" y="16"/>
                    </a:moveTo>
                    <a:lnTo>
                      <a:pt x="0" y="18"/>
                    </a:lnTo>
                    <a:lnTo>
                      <a:pt x="0" y="19"/>
                    </a:lnTo>
                    <a:lnTo>
                      <a:pt x="0" y="21"/>
                    </a:lnTo>
                    <a:lnTo>
                      <a:pt x="0" y="23"/>
                    </a:lnTo>
                    <a:lnTo>
                      <a:pt x="0" y="25"/>
                    </a:lnTo>
                    <a:lnTo>
                      <a:pt x="1" y="26"/>
                    </a:lnTo>
                    <a:lnTo>
                      <a:pt x="1" y="27"/>
                    </a:lnTo>
                    <a:lnTo>
                      <a:pt x="1" y="28"/>
                    </a:lnTo>
                    <a:lnTo>
                      <a:pt x="2" y="28"/>
                    </a:lnTo>
                    <a:lnTo>
                      <a:pt x="2" y="29"/>
                    </a:lnTo>
                    <a:lnTo>
                      <a:pt x="2" y="30"/>
                    </a:lnTo>
                    <a:lnTo>
                      <a:pt x="2" y="31"/>
                    </a:lnTo>
                    <a:lnTo>
                      <a:pt x="4" y="31"/>
                    </a:lnTo>
                    <a:lnTo>
                      <a:pt x="4" y="32"/>
                    </a:lnTo>
                    <a:lnTo>
                      <a:pt x="5" y="33"/>
                    </a:lnTo>
                    <a:lnTo>
                      <a:pt x="5" y="34"/>
                    </a:lnTo>
                    <a:lnTo>
                      <a:pt x="6" y="34"/>
                    </a:lnTo>
                    <a:lnTo>
                      <a:pt x="7" y="34"/>
                    </a:lnTo>
                    <a:lnTo>
                      <a:pt x="8" y="35"/>
                    </a:lnTo>
                    <a:lnTo>
                      <a:pt x="9" y="34"/>
                    </a:lnTo>
                    <a:lnTo>
                      <a:pt x="10" y="34"/>
                    </a:lnTo>
                    <a:lnTo>
                      <a:pt x="10" y="33"/>
                    </a:lnTo>
                    <a:lnTo>
                      <a:pt x="11" y="33"/>
                    </a:lnTo>
                    <a:lnTo>
                      <a:pt x="11" y="32"/>
                    </a:lnTo>
                    <a:lnTo>
                      <a:pt x="12" y="32"/>
                    </a:lnTo>
                    <a:lnTo>
                      <a:pt x="12" y="31"/>
                    </a:lnTo>
                    <a:lnTo>
                      <a:pt x="13" y="30"/>
                    </a:lnTo>
                    <a:lnTo>
                      <a:pt x="13" y="29"/>
                    </a:lnTo>
                    <a:lnTo>
                      <a:pt x="14" y="29"/>
                    </a:lnTo>
                    <a:lnTo>
                      <a:pt x="14" y="28"/>
                    </a:lnTo>
                    <a:lnTo>
                      <a:pt x="15" y="28"/>
                    </a:lnTo>
                    <a:lnTo>
                      <a:pt x="15" y="27"/>
                    </a:lnTo>
                    <a:lnTo>
                      <a:pt x="15" y="26"/>
                    </a:lnTo>
                    <a:lnTo>
                      <a:pt x="15" y="25"/>
                    </a:lnTo>
                    <a:lnTo>
                      <a:pt x="16" y="23"/>
                    </a:lnTo>
                    <a:lnTo>
                      <a:pt x="16" y="21"/>
                    </a:lnTo>
                    <a:lnTo>
                      <a:pt x="17" y="21"/>
                    </a:lnTo>
                    <a:lnTo>
                      <a:pt x="17" y="19"/>
                    </a:lnTo>
                    <a:lnTo>
                      <a:pt x="17" y="18"/>
                    </a:lnTo>
                    <a:lnTo>
                      <a:pt x="17" y="17"/>
                    </a:lnTo>
                    <a:lnTo>
                      <a:pt x="17" y="16"/>
                    </a:lnTo>
                    <a:lnTo>
                      <a:pt x="17" y="15"/>
                    </a:lnTo>
                    <a:lnTo>
                      <a:pt x="17" y="14"/>
                    </a:lnTo>
                    <a:lnTo>
                      <a:pt x="16" y="13"/>
                    </a:lnTo>
                    <a:lnTo>
                      <a:pt x="16" y="12"/>
                    </a:lnTo>
                    <a:lnTo>
                      <a:pt x="16" y="11"/>
                    </a:lnTo>
                    <a:lnTo>
                      <a:pt x="16" y="10"/>
                    </a:lnTo>
                    <a:lnTo>
                      <a:pt x="15" y="9"/>
                    </a:lnTo>
                    <a:lnTo>
                      <a:pt x="15" y="8"/>
                    </a:lnTo>
                    <a:lnTo>
                      <a:pt x="15" y="7"/>
                    </a:lnTo>
                    <a:lnTo>
                      <a:pt x="15" y="6"/>
                    </a:lnTo>
                    <a:lnTo>
                      <a:pt x="14" y="5"/>
                    </a:lnTo>
                    <a:lnTo>
                      <a:pt x="14" y="4"/>
                    </a:lnTo>
                    <a:lnTo>
                      <a:pt x="13" y="4"/>
                    </a:lnTo>
                    <a:lnTo>
                      <a:pt x="13" y="3"/>
                    </a:lnTo>
                    <a:lnTo>
                      <a:pt x="13" y="2"/>
                    </a:lnTo>
                    <a:lnTo>
                      <a:pt x="12" y="2"/>
                    </a:lnTo>
                    <a:lnTo>
                      <a:pt x="11" y="0"/>
                    </a:lnTo>
                    <a:lnTo>
                      <a:pt x="10" y="0"/>
                    </a:lnTo>
                    <a:lnTo>
                      <a:pt x="9" y="0"/>
                    </a:lnTo>
                    <a:lnTo>
                      <a:pt x="8" y="0"/>
                    </a:lnTo>
                    <a:lnTo>
                      <a:pt x="7" y="0"/>
                    </a:lnTo>
                    <a:lnTo>
                      <a:pt x="6" y="0"/>
                    </a:lnTo>
                    <a:lnTo>
                      <a:pt x="5" y="0"/>
                    </a:lnTo>
                    <a:lnTo>
                      <a:pt x="4" y="0"/>
                    </a:lnTo>
                    <a:lnTo>
                      <a:pt x="4" y="2"/>
                    </a:lnTo>
                    <a:lnTo>
                      <a:pt x="2" y="2"/>
                    </a:lnTo>
                    <a:lnTo>
                      <a:pt x="2" y="3"/>
                    </a:lnTo>
                    <a:lnTo>
                      <a:pt x="2" y="4"/>
                    </a:lnTo>
                    <a:lnTo>
                      <a:pt x="1" y="5"/>
                    </a:lnTo>
                    <a:lnTo>
                      <a:pt x="1" y="6"/>
                    </a:lnTo>
                    <a:lnTo>
                      <a:pt x="0" y="7"/>
                    </a:lnTo>
                    <a:lnTo>
                      <a:pt x="0" y="8"/>
                    </a:lnTo>
                    <a:lnTo>
                      <a:pt x="0" y="9"/>
                    </a:lnTo>
                    <a:lnTo>
                      <a:pt x="0" y="10"/>
                    </a:lnTo>
                    <a:lnTo>
                      <a:pt x="0" y="11"/>
                    </a:lnTo>
                    <a:lnTo>
                      <a:pt x="0" y="13"/>
                    </a:lnTo>
                    <a:lnTo>
                      <a:pt x="0" y="14"/>
                    </a:lnTo>
                    <a:lnTo>
                      <a:pt x="0" y="15"/>
                    </a:lnTo>
                    <a:lnTo>
                      <a:pt x="0" y="16"/>
                    </a:lnTo>
                  </a:path>
                </a:pathLst>
              </a:custGeom>
              <a:solidFill>
                <a:srgbClr val="FFFFFF"/>
              </a:solidFill>
              <a:ln w="12700">
                <a:noFill/>
              </a:ln>
            </p:spPr>
            <p:txBody>
              <a:bodyPr/>
              <a:lstStyle/>
              <a:p>
                <a:endParaRPr lang="zh-CN" altLang="en-US"/>
              </a:p>
            </p:txBody>
          </p:sp>
          <p:sp>
            <p:nvSpPr>
              <p:cNvPr id="31926" name="Freeform 183"/>
              <p:cNvSpPr/>
              <p:nvPr/>
            </p:nvSpPr>
            <p:spPr>
              <a:xfrm>
                <a:off x="4645" y="3096"/>
                <a:ext cx="18" cy="36"/>
              </a:xfrm>
              <a:custGeom>
                <a:avLst/>
                <a:gdLst/>
                <a:ahLst/>
                <a:cxnLst>
                  <a:cxn ang="0">
                    <a:pos x="0" y="16"/>
                  </a:cxn>
                  <a:cxn ang="0">
                    <a:pos x="0" y="23"/>
                  </a:cxn>
                  <a:cxn ang="0">
                    <a:pos x="2" y="29"/>
                  </a:cxn>
                  <a:cxn ang="0">
                    <a:pos x="5" y="33"/>
                  </a:cxn>
                  <a:cxn ang="0">
                    <a:pos x="8" y="35"/>
                  </a:cxn>
                  <a:cxn ang="0">
                    <a:pos x="11" y="33"/>
                  </a:cxn>
                  <a:cxn ang="0">
                    <a:pos x="14" y="29"/>
                  </a:cxn>
                  <a:cxn ang="0">
                    <a:pos x="16" y="23"/>
                  </a:cxn>
                  <a:cxn ang="0">
                    <a:pos x="17" y="16"/>
                  </a:cxn>
                  <a:cxn ang="0">
                    <a:pos x="16" y="10"/>
                  </a:cxn>
                  <a:cxn ang="0">
                    <a:pos x="13" y="4"/>
                  </a:cxn>
                  <a:cxn ang="0">
                    <a:pos x="11" y="0"/>
                  </a:cxn>
                  <a:cxn ang="0">
                    <a:pos x="8" y="0"/>
                  </a:cxn>
                  <a:cxn ang="0">
                    <a:pos x="4" y="0"/>
                  </a:cxn>
                  <a:cxn ang="0">
                    <a:pos x="2" y="4"/>
                  </a:cxn>
                  <a:cxn ang="0">
                    <a:pos x="0" y="10"/>
                  </a:cxn>
                  <a:cxn ang="0">
                    <a:pos x="0" y="16"/>
                  </a:cxn>
                </a:cxnLst>
                <a:rect l="0" t="0" r="0" b="0"/>
                <a:pathLst>
                  <a:path w="18" h="36">
                    <a:moveTo>
                      <a:pt x="0" y="16"/>
                    </a:moveTo>
                    <a:lnTo>
                      <a:pt x="0" y="23"/>
                    </a:lnTo>
                    <a:lnTo>
                      <a:pt x="2" y="29"/>
                    </a:lnTo>
                    <a:lnTo>
                      <a:pt x="5" y="33"/>
                    </a:lnTo>
                    <a:lnTo>
                      <a:pt x="8" y="35"/>
                    </a:lnTo>
                    <a:lnTo>
                      <a:pt x="11" y="33"/>
                    </a:lnTo>
                    <a:lnTo>
                      <a:pt x="14" y="29"/>
                    </a:lnTo>
                    <a:lnTo>
                      <a:pt x="16" y="23"/>
                    </a:lnTo>
                    <a:lnTo>
                      <a:pt x="17" y="16"/>
                    </a:lnTo>
                    <a:lnTo>
                      <a:pt x="16" y="10"/>
                    </a:lnTo>
                    <a:lnTo>
                      <a:pt x="13" y="4"/>
                    </a:lnTo>
                    <a:lnTo>
                      <a:pt x="11" y="0"/>
                    </a:lnTo>
                    <a:lnTo>
                      <a:pt x="8" y="0"/>
                    </a:lnTo>
                    <a:lnTo>
                      <a:pt x="4" y="0"/>
                    </a:lnTo>
                    <a:lnTo>
                      <a:pt x="2" y="4"/>
                    </a:lnTo>
                    <a:lnTo>
                      <a:pt x="0" y="10"/>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27" name="Freeform 184"/>
              <p:cNvSpPr/>
              <p:nvPr/>
            </p:nvSpPr>
            <p:spPr>
              <a:xfrm>
                <a:off x="4567" y="3125"/>
                <a:ext cx="63" cy="80"/>
              </a:xfrm>
              <a:custGeom>
                <a:avLst/>
                <a:gdLst/>
                <a:ahLst/>
                <a:cxnLst>
                  <a:cxn ang="0">
                    <a:pos x="0" y="42"/>
                  </a:cxn>
                  <a:cxn ang="0">
                    <a:pos x="20" y="79"/>
                  </a:cxn>
                  <a:cxn ang="0">
                    <a:pos x="57" y="38"/>
                  </a:cxn>
                  <a:cxn ang="0">
                    <a:pos x="62" y="0"/>
                  </a:cxn>
                  <a:cxn ang="0">
                    <a:pos x="31" y="0"/>
                  </a:cxn>
                  <a:cxn ang="0">
                    <a:pos x="0" y="42"/>
                  </a:cxn>
                </a:cxnLst>
                <a:rect l="0" t="0" r="0" b="0"/>
                <a:pathLst>
                  <a:path w="63" h="80">
                    <a:moveTo>
                      <a:pt x="0" y="42"/>
                    </a:moveTo>
                    <a:lnTo>
                      <a:pt x="20" y="79"/>
                    </a:lnTo>
                    <a:lnTo>
                      <a:pt x="57" y="38"/>
                    </a:lnTo>
                    <a:lnTo>
                      <a:pt x="62" y="0"/>
                    </a:lnTo>
                    <a:lnTo>
                      <a:pt x="31" y="0"/>
                    </a:lnTo>
                    <a:lnTo>
                      <a:pt x="0" y="42"/>
                    </a:lnTo>
                  </a:path>
                </a:pathLst>
              </a:custGeom>
              <a:solidFill>
                <a:srgbClr val="FFFFFF"/>
              </a:solidFill>
              <a:ln w="12700">
                <a:noFill/>
              </a:ln>
            </p:spPr>
            <p:txBody>
              <a:bodyPr/>
              <a:lstStyle/>
              <a:p>
                <a:endParaRPr lang="zh-CN" altLang="en-US"/>
              </a:p>
            </p:txBody>
          </p:sp>
          <p:sp>
            <p:nvSpPr>
              <p:cNvPr id="31928" name="Freeform 185"/>
              <p:cNvSpPr/>
              <p:nvPr/>
            </p:nvSpPr>
            <p:spPr>
              <a:xfrm>
                <a:off x="4567" y="3125"/>
                <a:ext cx="63" cy="80"/>
              </a:xfrm>
              <a:custGeom>
                <a:avLst/>
                <a:gdLst/>
                <a:ahLst/>
                <a:cxnLst>
                  <a:cxn ang="0">
                    <a:pos x="0" y="42"/>
                  </a:cxn>
                  <a:cxn ang="0">
                    <a:pos x="20" y="79"/>
                  </a:cxn>
                  <a:cxn ang="0">
                    <a:pos x="57" y="38"/>
                  </a:cxn>
                  <a:cxn ang="0">
                    <a:pos x="62" y="0"/>
                  </a:cxn>
                  <a:cxn ang="0">
                    <a:pos x="31" y="0"/>
                  </a:cxn>
                  <a:cxn ang="0">
                    <a:pos x="0" y="42"/>
                  </a:cxn>
                </a:cxnLst>
                <a:rect l="0" t="0" r="0" b="0"/>
                <a:pathLst>
                  <a:path w="63" h="80">
                    <a:moveTo>
                      <a:pt x="0" y="42"/>
                    </a:moveTo>
                    <a:lnTo>
                      <a:pt x="20" y="79"/>
                    </a:lnTo>
                    <a:lnTo>
                      <a:pt x="57" y="38"/>
                    </a:lnTo>
                    <a:lnTo>
                      <a:pt x="62" y="0"/>
                    </a:lnTo>
                    <a:lnTo>
                      <a:pt x="31" y="0"/>
                    </a:lnTo>
                    <a:lnTo>
                      <a:pt x="0" y="4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29" name="Freeform 186"/>
              <p:cNvSpPr/>
              <p:nvPr/>
            </p:nvSpPr>
            <p:spPr>
              <a:xfrm>
                <a:off x="4506" y="2256"/>
                <a:ext cx="85" cy="55"/>
              </a:xfrm>
              <a:custGeom>
                <a:avLst/>
                <a:gdLst/>
                <a:ahLst/>
                <a:cxnLst>
                  <a:cxn ang="0">
                    <a:pos x="7" y="10"/>
                  </a:cxn>
                  <a:cxn ang="0">
                    <a:pos x="0" y="54"/>
                  </a:cxn>
                  <a:cxn ang="0">
                    <a:pos x="54" y="48"/>
                  </a:cxn>
                  <a:cxn ang="0">
                    <a:pos x="84" y="20"/>
                  </a:cxn>
                  <a:cxn ang="0">
                    <a:pos x="60" y="0"/>
                  </a:cxn>
                  <a:cxn ang="0">
                    <a:pos x="7" y="10"/>
                  </a:cxn>
                </a:cxnLst>
                <a:rect l="0" t="0" r="0" b="0"/>
                <a:pathLst>
                  <a:path w="85" h="55">
                    <a:moveTo>
                      <a:pt x="7" y="10"/>
                    </a:moveTo>
                    <a:lnTo>
                      <a:pt x="0" y="54"/>
                    </a:lnTo>
                    <a:lnTo>
                      <a:pt x="54" y="48"/>
                    </a:lnTo>
                    <a:lnTo>
                      <a:pt x="84" y="20"/>
                    </a:lnTo>
                    <a:lnTo>
                      <a:pt x="60" y="0"/>
                    </a:lnTo>
                    <a:lnTo>
                      <a:pt x="7" y="10"/>
                    </a:lnTo>
                  </a:path>
                </a:pathLst>
              </a:custGeom>
              <a:solidFill>
                <a:srgbClr val="FFFFFF"/>
              </a:solidFill>
              <a:ln w="12700">
                <a:noFill/>
              </a:ln>
            </p:spPr>
            <p:txBody>
              <a:bodyPr/>
              <a:lstStyle/>
              <a:p>
                <a:endParaRPr lang="zh-CN" altLang="en-US"/>
              </a:p>
            </p:txBody>
          </p:sp>
          <p:sp>
            <p:nvSpPr>
              <p:cNvPr id="31930" name="Freeform 187"/>
              <p:cNvSpPr/>
              <p:nvPr/>
            </p:nvSpPr>
            <p:spPr>
              <a:xfrm>
                <a:off x="4506" y="2256"/>
                <a:ext cx="85" cy="55"/>
              </a:xfrm>
              <a:custGeom>
                <a:avLst/>
                <a:gdLst/>
                <a:ahLst/>
                <a:cxnLst>
                  <a:cxn ang="0">
                    <a:pos x="7" y="10"/>
                  </a:cxn>
                  <a:cxn ang="0">
                    <a:pos x="0" y="54"/>
                  </a:cxn>
                  <a:cxn ang="0">
                    <a:pos x="54" y="48"/>
                  </a:cxn>
                  <a:cxn ang="0">
                    <a:pos x="84" y="20"/>
                  </a:cxn>
                  <a:cxn ang="0">
                    <a:pos x="60" y="0"/>
                  </a:cxn>
                  <a:cxn ang="0">
                    <a:pos x="7" y="10"/>
                  </a:cxn>
                </a:cxnLst>
                <a:rect l="0" t="0" r="0" b="0"/>
                <a:pathLst>
                  <a:path w="85" h="55">
                    <a:moveTo>
                      <a:pt x="7" y="10"/>
                    </a:moveTo>
                    <a:lnTo>
                      <a:pt x="0" y="54"/>
                    </a:lnTo>
                    <a:lnTo>
                      <a:pt x="54" y="48"/>
                    </a:lnTo>
                    <a:lnTo>
                      <a:pt x="84" y="20"/>
                    </a:lnTo>
                    <a:lnTo>
                      <a:pt x="60" y="0"/>
                    </a:lnTo>
                    <a:lnTo>
                      <a:pt x="7" y="1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31" name="Freeform 188"/>
              <p:cNvSpPr/>
              <p:nvPr/>
            </p:nvSpPr>
            <p:spPr>
              <a:xfrm>
                <a:off x="4617" y="2231"/>
                <a:ext cx="86" cy="51"/>
              </a:xfrm>
              <a:custGeom>
                <a:avLst/>
                <a:gdLst/>
                <a:ahLst/>
                <a:cxnLst>
                  <a:cxn ang="0">
                    <a:pos x="76" y="39"/>
                  </a:cxn>
                  <a:cxn ang="0">
                    <a:pos x="85" y="0"/>
                  </a:cxn>
                  <a:cxn ang="0">
                    <a:pos x="28" y="4"/>
                  </a:cxn>
                  <a:cxn ang="0">
                    <a:pos x="0" y="30"/>
                  </a:cxn>
                  <a:cxn ang="0">
                    <a:pos x="22" y="50"/>
                  </a:cxn>
                  <a:cxn ang="0">
                    <a:pos x="76" y="39"/>
                  </a:cxn>
                </a:cxnLst>
                <a:rect l="0" t="0" r="0" b="0"/>
                <a:pathLst>
                  <a:path w="86" h="51">
                    <a:moveTo>
                      <a:pt x="76" y="39"/>
                    </a:moveTo>
                    <a:lnTo>
                      <a:pt x="85" y="0"/>
                    </a:lnTo>
                    <a:lnTo>
                      <a:pt x="28" y="4"/>
                    </a:lnTo>
                    <a:lnTo>
                      <a:pt x="0" y="30"/>
                    </a:lnTo>
                    <a:lnTo>
                      <a:pt x="22" y="50"/>
                    </a:lnTo>
                    <a:lnTo>
                      <a:pt x="76" y="39"/>
                    </a:lnTo>
                  </a:path>
                </a:pathLst>
              </a:custGeom>
              <a:solidFill>
                <a:srgbClr val="FFFFFF"/>
              </a:solidFill>
              <a:ln w="12700">
                <a:noFill/>
              </a:ln>
            </p:spPr>
            <p:txBody>
              <a:bodyPr/>
              <a:lstStyle/>
              <a:p>
                <a:endParaRPr lang="zh-CN" altLang="en-US"/>
              </a:p>
            </p:txBody>
          </p:sp>
          <p:sp>
            <p:nvSpPr>
              <p:cNvPr id="31932" name="Freeform 189"/>
              <p:cNvSpPr/>
              <p:nvPr/>
            </p:nvSpPr>
            <p:spPr>
              <a:xfrm>
                <a:off x="4617" y="2231"/>
                <a:ext cx="86" cy="51"/>
              </a:xfrm>
              <a:custGeom>
                <a:avLst/>
                <a:gdLst/>
                <a:ahLst/>
                <a:cxnLst>
                  <a:cxn ang="0">
                    <a:pos x="76" y="39"/>
                  </a:cxn>
                  <a:cxn ang="0">
                    <a:pos x="85" y="0"/>
                  </a:cxn>
                  <a:cxn ang="0">
                    <a:pos x="28" y="4"/>
                  </a:cxn>
                  <a:cxn ang="0">
                    <a:pos x="0" y="30"/>
                  </a:cxn>
                  <a:cxn ang="0">
                    <a:pos x="22" y="50"/>
                  </a:cxn>
                  <a:cxn ang="0">
                    <a:pos x="76" y="39"/>
                  </a:cxn>
                </a:cxnLst>
                <a:rect l="0" t="0" r="0" b="0"/>
                <a:pathLst>
                  <a:path w="86" h="51">
                    <a:moveTo>
                      <a:pt x="76" y="39"/>
                    </a:moveTo>
                    <a:lnTo>
                      <a:pt x="85" y="0"/>
                    </a:lnTo>
                    <a:lnTo>
                      <a:pt x="28" y="4"/>
                    </a:lnTo>
                    <a:lnTo>
                      <a:pt x="0" y="30"/>
                    </a:lnTo>
                    <a:lnTo>
                      <a:pt x="22" y="50"/>
                    </a:lnTo>
                    <a:lnTo>
                      <a:pt x="76" y="39"/>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33" name="Freeform 190"/>
              <p:cNvSpPr/>
              <p:nvPr/>
            </p:nvSpPr>
            <p:spPr>
              <a:xfrm>
                <a:off x="4635" y="2242"/>
                <a:ext cx="86" cy="54"/>
              </a:xfrm>
              <a:custGeom>
                <a:avLst/>
                <a:gdLst/>
                <a:ahLst/>
                <a:cxnLst>
                  <a:cxn ang="0">
                    <a:pos x="75" y="41"/>
                  </a:cxn>
                  <a:cxn ang="0">
                    <a:pos x="85" y="0"/>
                  </a:cxn>
                  <a:cxn ang="0">
                    <a:pos x="28" y="4"/>
                  </a:cxn>
                  <a:cxn ang="0">
                    <a:pos x="0" y="31"/>
                  </a:cxn>
                  <a:cxn ang="0">
                    <a:pos x="22" y="53"/>
                  </a:cxn>
                  <a:cxn ang="0">
                    <a:pos x="75" y="41"/>
                  </a:cxn>
                </a:cxnLst>
                <a:rect l="0" t="0" r="0" b="0"/>
                <a:pathLst>
                  <a:path w="86" h="54">
                    <a:moveTo>
                      <a:pt x="75" y="41"/>
                    </a:moveTo>
                    <a:lnTo>
                      <a:pt x="85" y="0"/>
                    </a:lnTo>
                    <a:lnTo>
                      <a:pt x="28" y="4"/>
                    </a:lnTo>
                    <a:lnTo>
                      <a:pt x="0" y="31"/>
                    </a:lnTo>
                    <a:lnTo>
                      <a:pt x="22" y="53"/>
                    </a:lnTo>
                    <a:lnTo>
                      <a:pt x="75" y="41"/>
                    </a:lnTo>
                  </a:path>
                </a:pathLst>
              </a:custGeom>
              <a:solidFill>
                <a:srgbClr val="FFFFFF"/>
              </a:solidFill>
              <a:ln w="12700">
                <a:noFill/>
              </a:ln>
            </p:spPr>
            <p:txBody>
              <a:bodyPr/>
              <a:lstStyle/>
              <a:p>
                <a:endParaRPr lang="zh-CN" altLang="en-US"/>
              </a:p>
            </p:txBody>
          </p:sp>
          <p:sp>
            <p:nvSpPr>
              <p:cNvPr id="31934" name="Freeform 191"/>
              <p:cNvSpPr/>
              <p:nvPr/>
            </p:nvSpPr>
            <p:spPr>
              <a:xfrm>
                <a:off x="4635" y="2242"/>
                <a:ext cx="86" cy="54"/>
              </a:xfrm>
              <a:custGeom>
                <a:avLst/>
                <a:gdLst/>
                <a:ahLst/>
                <a:cxnLst>
                  <a:cxn ang="0">
                    <a:pos x="75" y="41"/>
                  </a:cxn>
                  <a:cxn ang="0">
                    <a:pos x="85" y="0"/>
                  </a:cxn>
                  <a:cxn ang="0">
                    <a:pos x="28" y="4"/>
                  </a:cxn>
                  <a:cxn ang="0">
                    <a:pos x="0" y="31"/>
                  </a:cxn>
                  <a:cxn ang="0">
                    <a:pos x="22" y="53"/>
                  </a:cxn>
                  <a:cxn ang="0">
                    <a:pos x="75" y="41"/>
                  </a:cxn>
                </a:cxnLst>
                <a:rect l="0" t="0" r="0" b="0"/>
                <a:pathLst>
                  <a:path w="86" h="54">
                    <a:moveTo>
                      <a:pt x="75" y="41"/>
                    </a:moveTo>
                    <a:lnTo>
                      <a:pt x="85" y="0"/>
                    </a:lnTo>
                    <a:lnTo>
                      <a:pt x="28" y="4"/>
                    </a:lnTo>
                    <a:lnTo>
                      <a:pt x="0" y="31"/>
                    </a:lnTo>
                    <a:lnTo>
                      <a:pt x="22" y="53"/>
                    </a:lnTo>
                    <a:lnTo>
                      <a:pt x="75" y="4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35" name="Freeform 192"/>
              <p:cNvSpPr/>
              <p:nvPr/>
            </p:nvSpPr>
            <p:spPr>
              <a:xfrm>
                <a:off x="4580" y="2248"/>
                <a:ext cx="65" cy="64"/>
              </a:xfrm>
              <a:custGeom>
                <a:avLst/>
                <a:gdLst/>
                <a:ahLst/>
                <a:cxnLst>
                  <a:cxn ang="0">
                    <a:pos x="2" y="26"/>
                  </a:cxn>
                  <a:cxn ang="0">
                    <a:pos x="0" y="26"/>
                  </a:cxn>
                  <a:cxn ang="0">
                    <a:pos x="0" y="25"/>
                  </a:cxn>
                  <a:cxn ang="0">
                    <a:pos x="0" y="24"/>
                  </a:cxn>
                  <a:cxn ang="0">
                    <a:pos x="0" y="23"/>
                  </a:cxn>
                  <a:cxn ang="0">
                    <a:pos x="0" y="22"/>
                  </a:cxn>
                  <a:cxn ang="0">
                    <a:pos x="0" y="21"/>
                  </a:cxn>
                  <a:cxn ang="0">
                    <a:pos x="0" y="20"/>
                  </a:cxn>
                  <a:cxn ang="0">
                    <a:pos x="0" y="19"/>
                  </a:cxn>
                  <a:cxn ang="0">
                    <a:pos x="0" y="18"/>
                  </a:cxn>
                  <a:cxn ang="0">
                    <a:pos x="0" y="17"/>
                  </a:cxn>
                  <a:cxn ang="0">
                    <a:pos x="0" y="16"/>
                  </a:cxn>
                  <a:cxn ang="0">
                    <a:pos x="0" y="15"/>
                  </a:cxn>
                  <a:cxn ang="0">
                    <a:pos x="0" y="14"/>
                  </a:cxn>
                  <a:cxn ang="0">
                    <a:pos x="0" y="13"/>
                  </a:cxn>
                  <a:cxn ang="0">
                    <a:pos x="2" y="12"/>
                  </a:cxn>
                  <a:cxn ang="0">
                    <a:pos x="2" y="11"/>
                  </a:cxn>
                  <a:cxn ang="0">
                    <a:pos x="2" y="10"/>
                  </a:cxn>
                  <a:cxn ang="0">
                    <a:pos x="3" y="9"/>
                  </a:cxn>
                  <a:cxn ang="0">
                    <a:pos x="3" y="8"/>
                  </a:cxn>
                  <a:cxn ang="0">
                    <a:pos x="4" y="8"/>
                  </a:cxn>
                  <a:cxn ang="0">
                    <a:pos x="5" y="7"/>
                  </a:cxn>
                  <a:cxn ang="0">
                    <a:pos x="5" y="6"/>
                  </a:cxn>
                  <a:cxn ang="0">
                    <a:pos x="6" y="6"/>
                  </a:cxn>
                  <a:cxn ang="0">
                    <a:pos x="6" y="5"/>
                  </a:cxn>
                  <a:cxn ang="0">
                    <a:pos x="7" y="4"/>
                  </a:cxn>
                  <a:cxn ang="0">
                    <a:pos x="8" y="4"/>
                  </a:cxn>
                  <a:cxn ang="0">
                    <a:pos x="10" y="3"/>
                  </a:cxn>
                  <a:cxn ang="0">
                    <a:pos x="10" y="2"/>
                  </a:cxn>
                  <a:cxn ang="0">
                    <a:pos x="10" y="1"/>
                  </a:cxn>
                  <a:cxn ang="0">
                    <a:pos x="12" y="1"/>
                  </a:cxn>
                  <a:cxn ang="0">
                    <a:pos x="13" y="1"/>
                  </a:cxn>
                  <a:cxn ang="0">
                    <a:pos x="14" y="0"/>
                  </a:cxn>
                  <a:cxn ang="0">
                    <a:pos x="15" y="0"/>
                  </a:cxn>
                  <a:cxn ang="0">
                    <a:pos x="16" y="0"/>
                  </a:cxn>
                  <a:cxn ang="0">
                    <a:pos x="17" y="0"/>
                  </a:cxn>
                  <a:cxn ang="0">
                    <a:pos x="18" y="0"/>
                  </a:cxn>
                  <a:cxn ang="0">
                    <a:pos x="20" y="0"/>
                  </a:cxn>
                  <a:cxn ang="0">
                    <a:pos x="22" y="0"/>
                  </a:cxn>
                  <a:cxn ang="0">
                    <a:pos x="22" y="1"/>
                  </a:cxn>
                  <a:cxn ang="0">
                    <a:pos x="64" y="36"/>
                  </a:cxn>
                  <a:cxn ang="0">
                    <a:pos x="40" y="63"/>
                  </a:cxn>
                  <a:cxn ang="0">
                    <a:pos x="0" y="27"/>
                  </a:cxn>
                  <a:cxn ang="0">
                    <a:pos x="2" y="26"/>
                  </a:cxn>
                </a:cxnLst>
                <a:rect l="0" t="0" r="0" b="0"/>
                <a:pathLst>
                  <a:path w="65" h="64">
                    <a:moveTo>
                      <a:pt x="2" y="26"/>
                    </a:moveTo>
                    <a:lnTo>
                      <a:pt x="0" y="26"/>
                    </a:lnTo>
                    <a:lnTo>
                      <a:pt x="0" y="25"/>
                    </a:lnTo>
                    <a:lnTo>
                      <a:pt x="0" y="24"/>
                    </a:lnTo>
                    <a:lnTo>
                      <a:pt x="0" y="23"/>
                    </a:lnTo>
                    <a:lnTo>
                      <a:pt x="0" y="22"/>
                    </a:lnTo>
                    <a:lnTo>
                      <a:pt x="0" y="21"/>
                    </a:lnTo>
                    <a:lnTo>
                      <a:pt x="0" y="20"/>
                    </a:lnTo>
                    <a:lnTo>
                      <a:pt x="0" y="19"/>
                    </a:lnTo>
                    <a:lnTo>
                      <a:pt x="0" y="18"/>
                    </a:lnTo>
                    <a:lnTo>
                      <a:pt x="0" y="17"/>
                    </a:lnTo>
                    <a:lnTo>
                      <a:pt x="0" y="16"/>
                    </a:lnTo>
                    <a:lnTo>
                      <a:pt x="0" y="15"/>
                    </a:lnTo>
                    <a:lnTo>
                      <a:pt x="0" y="14"/>
                    </a:lnTo>
                    <a:lnTo>
                      <a:pt x="0" y="13"/>
                    </a:lnTo>
                    <a:lnTo>
                      <a:pt x="2" y="12"/>
                    </a:lnTo>
                    <a:lnTo>
                      <a:pt x="2" y="11"/>
                    </a:lnTo>
                    <a:lnTo>
                      <a:pt x="2" y="10"/>
                    </a:lnTo>
                    <a:lnTo>
                      <a:pt x="3" y="9"/>
                    </a:lnTo>
                    <a:lnTo>
                      <a:pt x="3" y="8"/>
                    </a:lnTo>
                    <a:lnTo>
                      <a:pt x="4" y="8"/>
                    </a:lnTo>
                    <a:lnTo>
                      <a:pt x="5" y="7"/>
                    </a:lnTo>
                    <a:lnTo>
                      <a:pt x="5" y="6"/>
                    </a:lnTo>
                    <a:lnTo>
                      <a:pt x="6" y="6"/>
                    </a:lnTo>
                    <a:lnTo>
                      <a:pt x="6" y="5"/>
                    </a:lnTo>
                    <a:lnTo>
                      <a:pt x="7" y="4"/>
                    </a:lnTo>
                    <a:lnTo>
                      <a:pt x="8" y="4"/>
                    </a:lnTo>
                    <a:lnTo>
                      <a:pt x="10" y="3"/>
                    </a:lnTo>
                    <a:lnTo>
                      <a:pt x="10" y="2"/>
                    </a:lnTo>
                    <a:lnTo>
                      <a:pt x="10" y="1"/>
                    </a:lnTo>
                    <a:lnTo>
                      <a:pt x="12" y="1"/>
                    </a:lnTo>
                    <a:lnTo>
                      <a:pt x="13" y="1"/>
                    </a:lnTo>
                    <a:lnTo>
                      <a:pt x="14" y="0"/>
                    </a:lnTo>
                    <a:lnTo>
                      <a:pt x="15" y="0"/>
                    </a:lnTo>
                    <a:lnTo>
                      <a:pt x="16" y="0"/>
                    </a:lnTo>
                    <a:lnTo>
                      <a:pt x="17" y="0"/>
                    </a:lnTo>
                    <a:lnTo>
                      <a:pt x="18" y="0"/>
                    </a:lnTo>
                    <a:lnTo>
                      <a:pt x="20" y="0"/>
                    </a:lnTo>
                    <a:lnTo>
                      <a:pt x="22" y="0"/>
                    </a:lnTo>
                    <a:lnTo>
                      <a:pt x="22" y="1"/>
                    </a:lnTo>
                    <a:lnTo>
                      <a:pt x="64" y="36"/>
                    </a:lnTo>
                    <a:lnTo>
                      <a:pt x="40" y="63"/>
                    </a:lnTo>
                    <a:lnTo>
                      <a:pt x="0" y="27"/>
                    </a:lnTo>
                    <a:lnTo>
                      <a:pt x="2" y="26"/>
                    </a:lnTo>
                  </a:path>
                </a:pathLst>
              </a:custGeom>
              <a:solidFill>
                <a:srgbClr val="FFFFFF"/>
              </a:solidFill>
              <a:ln w="12700">
                <a:noFill/>
              </a:ln>
            </p:spPr>
            <p:txBody>
              <a:bodyPr/>
              <a:lstStyle/>
              <a:p>
                <a:endParaRPr lang="zh-CN" altLang="en-US"/>
              </a:p>
            </p:txBody>
          </p:sp>
          <p:sp>
            <p:nvSpPr>
              <p:cNvPr id="31936" name="Freeform 193"/>
              <p:cNvSpPr/>
              <p:nvPr/>
            </p:nvSpPr>
            <p:spPr>
              <a:xfrm>
                <a:off x="4580" y="2248"/>
                <a:ext cx="65" cy="64"/>
              </a:xfrm>
              <a:custGeom>
                <a:avLst/>
                <a:gdLst/>
                <a:ahLst/>
                <a:cxnLst>
                  <a:cxn ang="0">
                    <a:pos x="2" y="26"/>
                  </a:cxn>
                  <a:cxn ang="0">
                    <a:pos x="0" y="22"/>
                  </a:cxn>
                  <a:cxn ang="0">
                    <a:pos x="0" y="18"/>
                  </a:cxn>
                  <a:cxn ang="0">
                    <a:pos x="2" y="12"/>
                  </a:cxn>
                  <a:cxn ang="0">
                    <a:pos x="5" y="7"/>
                  </a:cxn>
                  <a:cxn ang="0">
                    <a:pos x="10" y="2"/>
                  </a:cxn>
                  <a:cxn ang="0">
                    <a:pos x="14" y="0"/>
                  </a:cxn>
                  <a:cxn ang="0">
                    <a:pos x="20" y="0"/>
                  </a:cxn>
                  <a:cxn ang="0">
                    <a:pos x="22" y="1"/>
                  </a:cxn>
                  <a:cxn ang="0">
                    <a:pos x="64" y="36"/>
                  </a:cxn>
                  <a:cxn ang="0">
                    <a:pos x="40" y="63"/>
                  </a:cxn>
                  <a:cxn ang="0">
                    <a:pos x="0" y="27"/>
                  </a:cxn>
                  <a:cxn ang="0">
                    <a:pos x="2" y="26"/>
                  </a:cxn>
                </a:cxnLst>
                <a:rect l="0" t="0" r="0" b="0"/>
                <a:pathLst>
                  <a:path w="65" h="64">
                    <a:moveTo>
                      <a:pt x="2" y="26"/>
                    </a:moveTo>
                    <a:lnTo>
                      <a:pt x="0" y="22"/>
                    </a:lnTo>
                    <a:lnTo>
                      <a:pt x="0" y="18"/>
                    </a:lnTo>
                    <a:lnTo>
                      <a:pt x="2" y="12"/>
                    </a:lnTo>
                    <a:lnTo>
                      <a:pt x="5" y="7"/>
                    </a:lnTo>
                    <a:lnTo>
                      <a:pt x="10" y="2"/>
                    </a:lnTo>
                    <a:lnTo>
                      <a:pt x="14" y="0"/>
                    </a:lnTo>
                    <a:lnTo>
                      <a:pt x="20" y="0"/>
                    </a:lnTo>
                    <a:lnTo>
                      <a:pt x="22" y="1"/>
                    </a:lnTo>
                    <a:lnTo>
                      <a:pt x="64" y="36"/>
                    </a:lnTo>
                    <a:lnTo>
                      <a:pt x="40" y="63"/>
                    </a:lnTo>
                    <a:lnTo>
                      <a:pt x="0" y="27"/>
                    </a:lnTo>
                    <a:lnTo>
                      <a:pt x="2" y="2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37" name="Freeform 194"/>
              <p:cNvSpPr/>
              <p:nvPr/>
            </p:nvSpPr>
            <p:spPr>
              <a:xfrm>
                <a:off x="4621" y="2285"/>
                <a:ext cx="27" cy="29"/>
              </a:xfrm>
              <a:custGeom>
                <a:avLst/>
                <a:gdLst/>
                <a:ahLst/>
                <a:cxnLst>
                  <a:cxn ang="0">
                    <a:pos x="4" y="8"/>
                  </a:cxn>
                  <a:cxn ang="0">
                    <a:pos x="3" y="10"/>
                  </a:cxn>
                  <a:cxn ang="0">
                    <a:pos x="1" y="11"/>
                  </a:cxn>
                  <a:cxn ang="0">
                    <a:pos x="0" y="13"/>
                  </a:cxn>
                  <a:cxn ang="0">
                    <a:pos x="0" y="15"/>
                  </a:cxn>
                  <a:cxn ang="0">
                    <a:pos x="0" y="17"/>
                  </a:cxn>
                  <a:cxn ang="0">
                    <a:pos x="0" y="19"/>
                  </a:cxn>
                  <a:cxn ang="0">
                    <a:pos x="0" y="21"/>
                  </a:cxn>
                  <a:cxn ang="0">
                    <a:pos x="0" y="23"/>
                  </a:cxn>
                  <a:cxn ang="0">
                    <a:pos x="0" y="26"/>
                  </a:cxn>
                  <a:cxn ang="0">
                    <a:pos x="2" y="26"/>
                  </a:cxn>
                  <a:cxn ang="0">
                    <a:pos x="4" y="26"/>
                  </a:cxn>
                  <a:cxn ang="0">
                    <a:pos x="6" y="28"/>
                  </a:cxn>
                  <a:cxn ang="0">
                    <a:pos x="8" y="28"/>
                  </a:cxn>
                  <a:cxn ang="0">
                    <a:pos x="9" y="26"/>
                  </a:cxn>
                  <a:cxn ang="0">
                    <a:pos x="11" y="26"/>
                  </a:cxn>
                  <a:cxn ang="0">
                    <a:pos x="13" y="26"/>
                  </a:cxn>
                  <a:cxn ang="0">
                    <a:pos x="14" y="24"/>
                  </a:cxn>
                  <a:cxn ang="0">
                    <a:pos x="16" y="23"/>
                  </a:cxn>
                  <a:cxn ang="0">
                    <a:pos x="18" y="22"/>
                  </a:cxn>
                  <a:cxn ang="0">
                    <a:pos x="19" y="20"/>
                  </a:cxn>
                  <a:cxn ang="0">
                    <a:pos x="20" y="19"/>
                  </a:cxn>
                  <a:cxn ang="0">
                    <a:pos x="21" y="18"/>
                  </a:cxn>
                  <a:cxn ang="0">
                    <a:pos x="22" y="16"/>
                  </a:cxn>
                  <a:cxn ang="0">
                    <a:pos x="23" y="14"/>
                  </a:cxn>
                  <a:cxn ang="0">
                    <a:pos x="24" y="12"/>
                  </a:cxn>
                  <a:cxn ang="0">
                    <a:pos x="24" y="10"/>
                  </a:cxn>
                  <a:cxn ang="0">
                    <a:pos x="26" y="8"/>
                  </a:cxn>
                  <a:cxn ang="0">
                    <a:pos x="26" y="6"/>
                  </a:cxn>
                  <a:cxn ang="0">
                    <a:pos x="24" y="4"/>
                  </a:cxn>
                  <a:cxn ang="0">
                    <a:pos x="24" y="2"/>
                  </a:cxn>
                  <a:cxn ang="0">
                    <a:pos x="23" y="1"/>
                  </a:cxn>
                  <a:cxn ang="0">
                    <a:pos x="22" y="0"/>
                  </a:cxn>
                  <a:cxn ang="0">
                    <a:pos x="20" y="0"/>
                  </a:cxn>
                  <a:cxn ang="0">
                    <a:pos x="18" y="0"/>
                  </a:cxn>
                  <a:cxn ang="0">
                    <a:pos x="16" y="0"/>
                  </a:cxn>
                  <a:cxn ang="0">
                    <a:pos x="14" y="0"/>
                  </a:cxn>
                  <a:cxn ang="0">
                    <a:pos x="12" y="1"/>
                  </a:cxn>
                  <a:cxn ang="0">
                    <a:pos x="10" y="1"/>
                  </a:cxn>
                  <a:cxn ang="0">
                    <a:pos x="10" y="3"/>
                  </a:cxn>
                  <a:cxn ang="0">
                    <a:pos x="8" y="4"/>
                  </a:cxn>
                  <a:cxn ang="0">
                    <a:pos x="6" y="5"/>
                  </a:cxn>
                  <a:cxn ang="0">
                    <a:pos x="5" y="7"/>
                  </a:cxn>
                </a:cxnLst>
                <a:rect l="0" t="0" r="0" b="0"/>
                <a:pathLst>
                  <a:path w="27" h="29">
                    <a:moveTo>
                      <a:pt x="5" y="7"/>
                    </a:moveTo>
                    <a:lnTo>
                      <a:pt x="4" y="8"/>
                    </a:lnTo>
                    <a:lnTo>
                      <a:pt x="4" y="9"/>
                    </a:lnTo>
                    <a:lnTo>
                      <a:pt x="3" y="10"/>
                    </a:lnTo>
                    <a:lnTo>
                      <a:pt x="2" y="10"/>
                    </a:lnTo>
                    <a:lnTo>
                      <a:pt x="1" y="11"/>
                    </a:lnTo>
                    <a:lnTo>
                      <a:pt x="1" y="12"/>
                    </a:lnTo>
                    <a:lnTo>
                      <a:pt x="0" y="13"/>
                    </a:lnTo>
                    <a:lnTo>
                      <a:pt x="0" y="14"/>
                    </a:lnTo>
                    <a:lnTo>
                      <a:pt x="0" y="15"/>
                    </a:lnTo>
                    <a:lnTo>
                      <a:pt x="0" y="16"/>
                    </a:lnTo>
                    <a:lnTo>
                      <a:pt x="0" y="17"/>
                    </a:lnTo>
                    <a:lnTo>
                      <a:pt x="0" y="18"/>
                    </a:lnTo>
                    <a:lnTo>
                      <a:pt x="0" y="19"/>
                    </a:lnTo>
                    <a:lnTo>
                      <a:pt x="0" y="20"/>
                    </a:lnTo>
                    <a:lnTo>
                      <a:pt x="0" y="21"/>
                    </a:lnTo>
                    <a:lnTo>
                      <a:pt x="0" y="22"/>
                    </a:lnTo>
                    <a:lnTo>
                      <a:pt x="0" y="23"/>
                    </a:lnTo>
                    <a:lnTo>
                      <a:pt x="0" y="24"/>
                    </a:lnTo>
                    <a:lnTo>
                      <a:pt x="0" y="26"/>
                    </a:lnTo>
                    <a:lnTo>
                      <a:pt x="1" y="26"/>
                    </a:lnTo>
                    <a:lnTo>
                      <a:pt x="2" y="26"/>
                    </a:lnTo>
                    <a:lnTo>
                      <a:pt x="3" y="26"/>
                    </a:lnTo>
                    <a:lnTo>
                      <a:pt x="4" y="26"/>
                    </a:lnTo>
                    <a:lnTo>
                      <a:pt x="5" y="28"/>
                    </a:lnTo>
                    <a:lnTo>
                      <a:pt x="6" y="28"/>
                    </a:lnTo>
                    <a:lnTo>
                      <a:pt x="7" y="28"/>
                    </a:lnTo>
                    <a:lnTo>
                      <a:pt x="8" y="28"/>
                    </a:lnTo>
                    <a:lnTo>
                      <a:pt x="8" y="26"/>
                    </a:lnTo>
                    <a:lnTo>
                      <a:pt x="9" y="26"/>
                    </a:lnTo>
                    <a:lnTo>
                      <a:pt x="10" y="26"/>
                    </a:lnTo>
                    <a:lnTo>
                      <a:pt x="11" y="26"/>
                    </a:lnTo>
                    <a:lnTo>
                      <a:pt x="12" y="26"/>
                    </a:lnTo>
                    <a:lnTo>
                      <a:pt x="13" y="26"/>
                    </a:lnTo>
                    <a:lnTo>
                      <a:pt x="13" y="24"/>
                    </a:lnTo>
                    <a:lnTo>
                      <a:pt x="14" y="24"/>
                    </a:lnTo>
                    <a:lnTo>
                      <a:pt x="15" y="24"/>
                    </a:lnTo>
                    <a:lnTo>
                      <a:pt x="16" y="23"/>
                    </a:lnTo>
                    <a:lnTo>
                      <a:pt x="17" y="22"/>
                    </a:lnTo>
                    <a:lnTo>
                      <a:pt x="18" y="22"/>
                    </a:lnTo>
                    <a:lnTo>
                      <a:pt x="18" y="21"/>
                    </a:lnTo>
                    <a:lnTo>
                      <a:pt x="19" y="20"/>
                    </a:lnTo>
                    <a:lnTo>
                      <a:pt x="20" y="20"/>
                    </a:lnTo>
                    <a:lnTo>
                      <a:pt x="20" y="19"/>
                    </a:lnTo>
                    <a:lnTo>
                      <a:pt x="20" y="18"/>
                    </a:lnTo>
                    <a:lnTo>
                      <a:pt x="21" y="18"/>
                    </a:lnTo>
                    <a:lnTo>
                      <a:pt x="22" y="17"/>
                    </a:lnTo>
                    <a:lnTo>
                      <a:pt x="22" y="16"/>
                    </a:lnTo>
                    <a:lnTo>
                      <a:pt x="22" y="15"/>
                    </a:lnTo>
                    <a:lnTo>
                      <a:pt x="23" y="14"/>
                    </a:lnTo>
                    <a:lnTo>
                      <a:pt x="24" y="13"/>
                    </a:lnTo>
                    <a:lnTo>
                      <a:pt x="24" y="12"/>
                    </a:lnTo>
                    <a:lnTo>
                      <a:pt x="24" y="11"/>
                    </a:lnTo>
                    <a:lnTo>
                      <a:pt x="24" y="10"/>
                    </a:lnTo>
                    <a:lnTo>
                      <a:pt x="26" y="9"/>
                    </a:lnTo>
                    <a:lnTo>
                      <a:pt x="26" y="8"/>
                    </a:lnTo>
                    <a:lnTo>
                      <a:pt x="26" y="7"/>
                    </a:lnTo>
                    <a:lnTo>
                      <a:pt x="26" y="6"/>
                    </a:lnTo>
                    <a:lnTo>
                      <a:pt x="26" y="5"/>
                    </a:lnTo>
                    <a:lnTo>
                      <a:pt x="24" y="4"/>
                    </a:lnTo>
                    <a:lnTo>
                      <a:pt x="24" y="3"/>
                    </a:lnTo>
                    <a:lnTo>
                      <a:pt x="24" y="2"/>
                    </a:lnTo>
                    <a:lnTo>
                      <a:pt x="24" y="1"/>
                    </a:lnTo>
                    <a:lnTo>
                      <a:pt x="23" y="1"/>
                    </a:lnTo>
                    <a:lnTo>
                      <a:pt x="22" y="1"/>
                    </a:lnTo>
                    <a:lnTo>
                      <a:pt x="22" y="0"/>
                    </a:lnTo>
                    <a:lnTo>
                      <a:pt x="21" y="0"/>
                    </a:lnTo>
                    <a:lnTo>
                      <a:pt x="20" y="0"/>
                    </a:lnTo>
                    <a:lnTo>
                      <a:pt x="19" y="0"/>
                    </a:lnTo>
                    <a:lnTo>
                      <a:pt x="18" y="0"/>
                    </a:lnTo>
                    <a:lnTo>
                      <a:pt x="17" y="0"/>
                    </a:lnTo>
                    <a:lnTo>
                      <a:pt x="16" y="0"/>
                    </a:lnTo>
                    <a:lnTo>
                      <a:pt x="15" y="0"/>
                    </a:lnTo>
                    <a:lnTo>
                      <a:pt x="14" y="0"/>
                    </a:lnTo>
                    <a:lnTo>
                      <a:pt x="13" y="1"/>
                    </a:lnTo>
                    <a:lnTo>
                      <a:pt x="12" y="1"/>
                    </a:lnTo>
                    <a:lnTo>
                      <a:pt x="11" y="1"/>
                    </a:lnTo>
                    <a:lnTo>
                      <a:pt x="10" y="1"/>
                    </a:lnTo>
                    <a:lnTo>
                      <a:pt x="10" y="2"/>
                    </a:lnTo>
                    <a:lnTo>
                      <a:pt x="10" y="3"/>
                    </a:lnTo>
                    <a:lnTo>
                      <a:pt x="9" y="3"/>
                    </a:lnTo>
                    <a:lnTo>
                      <a:pt x="8" y="4"/>
                    </a:lnTo>
                    <a:lnTo>
                      <a:pt x="7" y="4"/>
                    </a:lnTo>
                    <a:lnTo>
                      <a:pt x="6" y="5"/>
                    </a:lnTo>
                    <a:lnTo>
                      <a:pt x="6" y="6"/>
                    </a:lnTo>
                    <a:lnTo>
                      <a:pt x="5" y="7"/>
                    </a:lnTo>
                  </a:path>
                </a:pathLst>
              </a:custGeom>
              <a:solidFill>
                <a:srgbClr val="FFFFFF"/>
              </a:solidFill>
              <a:ln w="12700">
                <a:noFill/>
              </a:ln>
            </p:spPr>
            <p:txBody>
              <a:bodyPr/>
              <a:lstStyle/>
              <a:p>
                <a:endParaRPr lang="zh-CN" altLang="en-US"/>
              </a:p>
            </p:txBody>
          </p:sp>
          <p:sp>
            <p:nvSpPr>
              <p:cNvPr id="31938" name="Freeform 195"/>
              <p:cNvSpPr/>
              <p:nvPr/>
            </p:nvSpPr>
            <p:spPr>
              <a:xfrm>
                <a:off x="4621" y="2285"/>
                <a:ext cx="27" cy="29"/>
              </a:xfrm>
              <a:custGeom>
                <a:avLst/>
                <a:gdLst/>
                <a:ahLst/>
                <a:cxnLst>
                  <a:cxn ang="0">
                    <a:pos x="5" y="7"/>
                  </a:cxn>
                  <a:cxn ang="0">
                    <a:pos x="1" y="12"/>
                  </a:cxn>
                  <a:cxn ang="0">
                    <a:pos x="0" y="18"/>
                  </a:cxn>
                  <a:cxn ang="0">
                    <a:pos x="0" y="22"/>
                  </a:cxn>
                  <a:cxn ang="0">
                    <a:pos x="1" y="26"/>
                  </a:cxn>
                  <a:cxn ang="0">
                    <a:pos x="5" y="28"/>
                  </a:cxn>
                  <a:cxn ang="0">
                    <a:pos x="10" y="26"/>
                  </a:cxn>
                  <a:cxn ang="0">
                    <a:pos x="15" y="24"/>
                  </a:cxn>
                  <a:cxn ang="0">
                    <a:pos x="20" y="20"/>
                  </a:cxn>
                  <a:cxn ang="0">
                    <a:pos x="23" y="14"/>
                  </a:cxn>
                  <a:cxn ang="0">
                    <a:pos x="26" y="9"/>
                  </a:cxn>
                  <a:cxn ang="0">
                    <a:pos x="24" y="4"/>
                  </a:cxn>
                  <a:cxn ang="0">
                    <a:pos x="23" y="1"/>
                  </a:cxn>
                  <a:cxn ang="0">
                    <a:pos x="19" y="0"/>
                  </a:cxn>
                  <a:cxn ang="0">
                    <a:pos x="15" y="0"/>
                  </a:cxn>
                  <a:cxn ang="0">
                    <a:pos x="10" y="3"/>
                  </a:cxn>
                  <a:cxn ang="0">
                    <a:pos x="5" y="7"/>
                  </a:cxn>
                </a:cxnLst>
                <a:rect l="0" t="0" r="0" b="0"/>
                <a:pathLst>
                  <a:path w="27" h="29">
                    <a:moveTo>
                      <a:pt x="5" y="7"/>
                    </a:moveTo>
                    <a:lnTo>
                      <a:pt x="1" y="12"/>
                    </a:lnTo>
                    <a:lnTo>
                      <a:pt x="0" y="18"/>
                    </a:lnTo>
                    <a:lnTo>
                      <a:pt x="0" y="22"/>
                    </a:lnTo>
                    <a:lnTo>
                      <a:pt x="1" y="26"/>
                    </a:lnTo>
                    <a:lnTo>
                      <a:pt x="5" y="28"/>
                    </a:lnTo>
                    <a:lnTo>
                      <a:pt x="10" y="26"/>
                    </a:lnTo>
                    <a:lnTo>
                      <a:pt x="15" y="24"/>
                    </a:lnTo>
                    <a:lnTo>
                      <a:pt x="20" y="20"/>
                    </a:lnTo>
                    <a:lnTo>
                      <a:pt x="23" y="14"/>
                    </a:lnTo>
                    <a:lnTo>
                      <a:pt x="26" y="9"/>
                    </a:lnTo>
                    <a:lnTo>
                      <a:pt x="24" y="4"/>
                    </a:lnTo>
                    <a:lnTo>
                      <a:pt x="23" y="1"/>
                    </a:lnTo>
                    <a:lnTo>
                      <a:pt x="19" y="0"/>
                    </a:lnTo>
                    <a:lnTo>
                      <a:pt x="15" y="0"/>
                    </a:lnTo>
                    <a:lnTo>
                      <a:pt x="10" y="3"/>
                    </a:lnTo>
                    <a:lnTo>
                      <a:pt x="5" y="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39" name="Freeform 196"/>
              <p:cNvSpPr/>
              <p:nvPr/>
            </p:nvSpPr>
            <p:spPr>
              <a:xfrm>
                <a:off x="4524" y="2271"/>
                <a:ext cx="84" cy="53"/>
              </a:xfrm>
              <a:custGeom>
                <a:avLst/>
                <a:gdLst/>
                <a:ahLst/>
                <a:cxnLst>
                  <a:cxn ang="0">
                    <a:pos x="7" y="10"/>
                  </a:cxn>
                  <a:cxn ang="0">
                    <a:pos x="0" y="52"/>
                  </a:cxn>
                  <a:cxn ang="0">
                    <a:pos x="54" y="46"/>
                  </a:cxn>
                  <a:cxn ang="0">
                    <a:pos x="83" y="20"/>
                  </a:cxn>
                  <a:cxn ang="0">
                    <a:pos x="60" y="0"/>
                  </a:cxn>
                  <a:cxn ang="0">
                    <a:pos x="7" y="10"/>
                  </a:cxn>
                </a:cxnLst>
                <a:rect l="0" t="0" r="0" b="0"/>
                <a:pathLst>
                  <a:path w="84" h="53">
                    <a:moveTo>
                      <a:pt x="7" y="10"/>
                    </a:moveTo>
                    <a:lnTo>
                      <a:pt x="0" y="52"/>
                    </a:lnTo>
                    <a:lnTo>
                      <a:pt x="54" y="46"/>
                    </a:lnTo>
                    <a:lnTo>
                      <a:pt x="83" y="20"/>
                    </a:lnTo>
                    <a:lnTo>
                      <a:pt x="60" y="0"/>
                    </a:lnTo>
                    <a:lnTo>
                      <a:pt x="7" y="10"/>
                    </a:lnTo>
                  </a:path>
                </a:pathLst>
              </a:custGeom>
              <a:solidFill>
                <a:srgbClr val="FFFFFF"/>
              </a:solidFill>
              <a:ln w="12700">
                <a:noFill/>
              </a:ln>
            </p:spPr>
            <p:txBody>
              <a:bodyPr/>
              <a:lstStyle/>
              <a:p>
                <a:endParaRPr lang="zh-CN" altLang="en-US"/>
              </a:p>
            </p:txBody>
          </p:sp>
          <p:sp>
            <p:nvSpPr>
              <p:cNvPr id="31940" name="Freeform 197"/>
              <p:cNvSpPr/>
              <p:nvPr/>
            </p:nvSpPr>
            <p:spPr>
              <a:xfrm>
                <a:off x="4524" y="2271"/>
                <a:ext cx="84" cy="53"/>
              </a:xfrm>
              <a:custGeom>
                <a:avLst/>
                <a:gdLst/>
                <a:ahLst/>
                <a:cxnLst>
                  <a:cxn ang="0">
                    <a:pos x="7" y="10"/>
                  </a:cxn>
                  <a:cxn ang="0">
                    <a:pos x="0" y="52"/>
                  </a:cxn>
                  <a:cxn ang="0">
                    <a:pos x="54" y="46"/>
                  </a:cxn>
                  <a:cxn ang="0">
                    <a:pos x="83" y="20"/>
                  </a:cxn>
                  <a:cxn ang="0">
                    <a:pos x="60" y="0"/>
                  </a:cxn>
                  <a:cxn ang="0">
                    <a:pos x="7" y="10"/>
                  </a:cxn>
                </a:cxnLst>
                <a:rect l="0" t="0" r="0" b="0"/>
                <a:pathLst>
                  <a:path w="84" h="53">
                    <a:moveTo>
                      <a:pt x="7" y="10"/>
                    </a:moveTo>
                    <a:lnTo>
                      <a:pt x="0" y="52"/>
                    </a:lnTo>
                    <a:lnTo>
                      <a:pt x="54" y="46"/>
                    </a:lnTo>
                    <a:lnTo>
                      <a:pt x="83" y="20"/>
                    </a:lnTo>
                    <a:lnTo>
                      <a:pt x="60" y="0"/>
                    </a:lnTo>
                    <a:lnTo>
                      <a:pt x="7" y="1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41" name="Freeform 198"/>
              <p:cNvSpPr/>
              <p:nvPr/>
            </p:nvSpPr>
            <p:spPr>
              <a:xfrm>
                <a:off x="3303" y="2648"/>
                <a:ext cx="91" cy="47"/>
              </a:xfrm>
              <a:custGeom>
                <a:avLst/>
                <a:gdLst/>
                <a:ahLst/>
                <a:cxnLst>
                  <a:cxn ang="0">
                    <a:pos x="14" y="2"/>
                  </a:cxn>
                  <a:cxn ang="0">
                    <a:pos x="0" y="41"/>
                  </a:cxn>
                  <a:cxn ang="0">
                    <a:pos x="57" y="46"/>
                  </a:cxn>
                  <a:cxn ang="0">
                    <a:pos x="90" y="23"/>
                  </a:cxn>
                  <a:cxn ang="0">
                    <a:pos x="70" y="0"/>
                  </a:cxn>
                  <a:cxn ang="0">
                    <a:pos x="14" y="2"/>
                  </a:cxn>
                </a:cxnLst>
                <a:rect l="0" t="0" r="0" b="0"/>
                <a:pathLst>
                  <a:path w="91" h="47">
                    <a:moveTo>
                      <a:pt x="14" y="2"/>
                    </a:moveTo>
                    <a:lnTo>
                      <a:pt x="0" y="41"/>
                    </a:lnTo>
                    <a:lnTo>
                      <a:pt x="57" y="46"/>
                    </a:lnTo>
                    <a:lnTo>
                      <a:pt x="90" y="23"/>
                    </a:lnTo>
                    <a:lnTo>
                      <a:pt x="70" y="0"/>
                    </a:lnTo>
                    <a:lnTo>
                      <a:pt x="14" y="2"/>
                    </a:lnTo>
                  </a:path>
                </a:pathLst>
              </a:custGeom>
              <a:solidFill>
                <a:srgbClr val="FFFFFF"/>
              </a:solidFill>
              <a:ln w="12700">
                <a:noFill/>
              </a:ln>
            </p:spPr>
            <p:txBody>
              <a:bodyPr/>
              <a:lstStyle/>
              <a:p>
                <a:endParaRPr lang="zh-CN" altLang="en-US"/>
              </a:p>
            </p:txBody>
          </p:sp>
          <p:sp>
            <p:nvSpPr>
              <p:cNvPr id="31942" name="Freeform 199"/>
              <p:cNvSpPr/>
              <p:nvPr/>
            </p:nvSpPr>
            <p:spPr>
              <a:xfrm>
                <a:off x="3303" y="2648"/>
                <a:ext cx="91" cy="47"/>
              </a:xfrm>
              <a:custGeom>
                <a:avLst/>
                <a:gdLst/>
                <a:ahLst/>
                <a:cxnLst>
                  <a:cxn ang="0">
                    <a:pos x="14" y="2"/>
                  </a:cxn>
                  <a:cxn ang="0">
                    <a:pos x="0" y="41"/>
                  </a:cxn>
                  <a:cxn ang="0">
                    <a:pos x="57" y="46"/>
                  </a:cxn>
                  <a:cxn ang="0">
                    <a:pos x="90" y="23"/>
                  </a:cxn>
                  <a:cxn ang="0">
                    <a:pos x="70" y="0"/>
                  </a:cxn>
                  <a:cxn ang="0">
                    <a:pos x="14" y="2"/>
                  </a:cxn>
                </a:cxnLst>
                <a:rect l="0" t="0" r="0" b="0"/>
                <a:pathLst>
                  <a:path w="91" h="47">
                    <a:moveTo>
                      <a:pt x="14" y="2"/>
                    </a:moveTo>
                    <a:lnTo>
                      <a:pt x="0" y="41"/>
                    </a:lnTo>
                    <a:lnTo>
                      <a:pt x="57" y="46"/>
                    </a:lnTo>
                    <a:lnTo>
                      <a:pt x="90" y="23"/>
                    </a:lnTo>
                    <a:lnTo>
                      <a:pt x="70" y="0"/>
                    </a:lnTo>
                    <a:lnTo>
                      <a:pt x="14" y="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43" name="Freeform 200"/>
              <p:cNvSpPr/>
              <p:nvPr/>
            </p:nvSpPr>
            <p:spPr>
              <a:xfrm>
                <a:off x="3421" y="2637"/>
                <a:ext cx="89" cy="47"/>
              </a:xfrm>
              <a:custGeom>
                <a:avLst/>
                <a:gdLst/>
                <a:ahLst/>
                <a:cxnLst>
                  <a:cxn ang="0">
                    <a:pos x="72" y="43"/>
                  </a:cxn>
                  <a:cxn ang="0">
                    <a:pos x="88" y="3"/>
                  </a:cxn>
                  <a:cxn ang="0">
                    <a:pos x="32" y="0"/>
                  </a:cxn>
                  <a:cxn ang="0">
                    <a:pos x="0" y="23"/>
                  </a:cxn>
                  <a:cxn ang="0">
                    <a:pos x="18" y="46"/>
                  </a:cxn>
                  <a:cxn ang="0">
                    <a:pos x="72" y="43"/>
                  </a:cxn>
                </a:cxnLst>
                <a:rect l="0" t="0" r="0" b="0"/>
                <a:pathLst>
                  <a:path w="89" h="47">
                    <a:moveTo>
                      <a:pt x="72" y="43"/>
                    </a:moveTo>
                    <a:lnTo>
                      <a:pt x="88" y="3"/>
                    </a:lnTo>
                    <a:lnTo>
                      <a:pt x="32" y="0"/>
                    </a:lnTo>
                    <a:lnTo>
                      <a:pt x="0" y="23"/>
                    </a:lnTo>
                    <a:lnTo>
                      <a:pt x="18" y="46"/>
                    </a:lnTo>
                    <a:lnTo>
                      <a:pt x="72" y="43"/>
                    </a:lnTo>
                  </a:path>
                </a:pathLst>
              </a:custGeom>
              <a:solidFill>
                <a:srgbClr val="FFFFFF"/>
              </a:solidFill>
              <a:ln w="12700">
                <a:noFill/>
              </a:ln>
            </p:spPr>
            <p:txBody>
              <a:bodyPr/>
              <a:lstStyle/>
              <a:p>
                <a:endParaRPr lang="zh-CN" altLang="en-US"/>
              </a:p>
            </p:txBody>
          </p:sp>
          <p:sp>
            <p:nvSpPr>
              <p:cNvPr id="31944" name="Freeform 201"/>
              <p:cNvSpPr/>
              <p:nvPr/>
            </p:nvSpPr>
            <p:spPr>
              <a:xfrm>
                <a:off x="3421" y="2637"/>
                <a:ext cx="89" cy="47"/>
              </a:xfrm>
              <a:custGeom>
                <a:avLst/>
                <a:gdLst/>
                <a:ahLst/>
                <a:cxnLst>
                  <a:cxn ang="0">
                    <a:pos x="72" y="43"/>
                  </a:cxn>
                  <a:cxn ang="0">
                    <a:pos x="88" y="3"/>
                  </a:cxn>
                  <a:cxn ang="0">
                    <a:pos x="32" y="0"/>
                  </a:cxn>
                  <a:cxn ang="0">
                    <a:pos x="0" y="23"/>
                  </a:cxn>
                  <a:cxn ang="0">
                    <a:pos x="18" y="46"/>
                  </a:cxn>
                  <a:cxn ang="0">
                    <a:pos x="72" y="43"/>
                  </a:cxn>
                </a:cxnLst>
                <a:rect l="0" t="0" r="0" b="0"/>
                <a:pathLst>
                  <a:path w="89" h="47">
                    <a:moveTo>
                      <a:pt x="72" y="43"/>
                    </a:moveTo>
                    <a:lnTo>
                      <a:pt x="88" y="3"/>
                    </a:lnTo>
                    <a:lnTo>
                      <a:pt x="32" y="0"/>
                    </a:lnTo>
                    <a:lnTo>
                      <a:pt x="0" y="23"/>
                    </a:lnTo>
                    <a:lnTo>
                      <a:pt x="18" y="46"/>
                    </a:lnTo>
                    <a:lnTo>
                      <a:pt x="72" y="4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45" name="Freeform 202"/>
              <p:cNvSpPr/>
              <p:nvPr/>
            </p:nvSpPr>
            <p:spPr>
              <a:xfrm>
                <a:off x="3438" y="2654"/>
                <a:ext cx="88" cy="45"/>
              </a:xfrm>
              <a:custGeom>
                <a:avLst/>
                <a:gdLst/>
                <a:ahLst/>
                <a:cxnLst>
                  <a:cxn ang="0">
                    <a:pos x="72" y="41"/>
                  </a:cxn>
                  <a:cxn ang="0">
                    <a:pos x="87" y="3"/>
                  </a:cxn>
                  <a:cxn ang="0">
                    <a:pos x="32" y="0"/>
                  </a:cxn>
                  <a:cxn ang="0">
                    <a:pos x="0" y="22"/>
                  </a:cxn>
                  <a:cxn ang="0">
                    <a:pos x="18" y="44"/>
                  </a:cxn>
                  <a:cxn ang="0">
                    <a:pos x="72" y="41"/>
                  </a:cxn>
                </a:cxnLst>
                <a:rect l="0" t="0" r="0" b="0"/>
                <a:pathLst>
                  <a:path w="88" h="45">
                    <a:moveTo>
                      <a:pt x="72" y="41"/>
                    </a:moveTo>
                    <a:lnTo>
                      <a:pt x="87" y="3"/>
                    </a:lnTo>
                    <a:lnTo>
                      <a:pt x="32" y="0"/>
                    </a:lnTo>
                    <a:lnTo>
                      <a:pt x="0" y="22"/>
                    </a:lnTo>
                    <a:lnTo>
                      <a:pt x="18" y="44"/>
                    </a:lnTo>
                    <a:lnTo>
                      <a:pt x="72" y="41"/>
                    </a:lnTo>
                  </a:path>
                </a:pathLst>
              </a:custGeom>
              <a:solidFill>
                <a:srgbClr val="FFFFFF"/>
              </a:solidFill>
              <a:ln w="12700">
                <a:noFill/>
              </a:ln>
            </p:spPr>
            <p:txBody>
              <a:bodyPr/>
              <a:lstStyle/>
              <a:p>
                <a:endParaRPr lang="zh-CN" altLang="en-US"/>
              </a:p>
            </p:txBody>
          </p:sp>
          <p:sp>
            <p:nvSpPr>
              <p:cNvPr id="31946" name="Freeform 203"/>
              <p:cNvSpPr/>
              <p:nvPr/>
            </p:nvSpPr>
            <p:spPr>
              <a:xfrm>
                <a:off x="3438" y="2654"/>
                <a:ext cx="88" cy="45"/>
              </a:xfrm>
              <a:custGeom>
                <a:avLst/>
                <a:gdLst/>
                <a:ahLst/>
                <a:cxnLst>
                  <a:cxn ang="0">
                    <a:pos x="72" y="41"/>
                  </a:cxn>
                  <a:cxn ang="0">
                    <a:pos x="87" y="3"/>
                  </a:cxn>
                  <a:cxn ang="0">
                    <a:pos x="32" y="0"/>
                  </a:cxn>
                  <a:cxn ang="0">
                    <a:pos x="0" y="22"/>
                  </a:cxn>
                  <a:cxn ang="0">
                    <a:pos x="18" y="44"/>
                  </a:cxn>
                  <a:cxn ang="0">
                    <a:pos x="72" y="41"/>
                  </a:cxn>
                </a:cxnLst>
                <a:rect l="0" t="0" r="0" b="0"/>
                <a:pathLst>
                  <a:path w="88" h="45">
                    <a:moveTo>
                      <a:pt x="72" y="41"/>
                    </a:moveTo>
                    <a:lnTo>
                      <a:pt x="87" y="3"/>
                    </a:lnTo>
                    <a:lnTo>
                      <a:pt x="32" y="0"/>
                    </a:lnTo>
                    <a:lnTo>
                      <a:pt x="0" y="22"/>
                    </a:lnTo>
                    <a:lnTo>
                      <a:pt x="18" y="44"/>
                    </a:lnTo>
                    <a:lnTo>
                      <a:pt x="72" y="4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47" name="Freeform 204"/>
              <p:cNvSpPr/>
              <p:nvPr/>
            </p:nvSpPr>
            <p:spPr>
              <a:xfrm>
                <a:off x="3384" y="2644"/>
                <a:ext cx="61" cy="67"/>
              </a:xfrm>
              <a:custGeom>
                <a:avLst/>
                <a:gdLst/>
                <a:ahLst/>
                <a:cxnLst>
                  <a:cxn ang="0">
                    <a:pos x="1" y="24"/>
                  </a:cxn>
                  <a:cxn ang="0">
                    <a:pos x="0" y="23"/>
                  </a:cxn>
                  <a:cxn ang="0">
                    <a:pos x="0" y="22"/>
                  </a:cxn>
                  <a:cxn ang="0">
                    <a:pos x="0" y="21"/>
                  </a:cxn>
                  <a:cxn ang="0">
                    <a:pos x="0" y="20"/>
                  </a:cxn>
                  <a:cxn ang="0">
                    <a:pos x="0" y="18"/>
                  </a:cxn>
                  <a:cxn ang="0">
                    <a:pos x="0" y="16"/>
                  </a:cxn>
                  <a:cxn ang="0">
                    <a:pos x="0" y="14"/>
                  </a:cxn>
                  <a:cxn ang="0">
                    <a:pos x="1" y="14"/>
                  </a:cxn>
                  <a:cxn ang="0">
                    <a:pos x="1" y="13"/>
                  </a:cxn>
                  <a:cxn ang="0">
                    <a:pos x="1" y="12"/>
                  </a:cxn>
                  <a:cxn ang="0">
                    <a:pos x="2" y="11"/>
                  </a:cxn>
                  <a:cxn ang="0">
                    <a:pos x="2" y="10"/>
                  </a:cxn>
                  <a:cxn ang="0">
                    <a:pos x="3" y="10"/>
                  </a:cxn>
                  <a:cxn ang="0">
                    <a:pos x="3" y="9"/>
                  </a:cxn>
                  <a:cxn ang="0">
                    <a:pos x="3" y="8"/>
                  </a:cxn>
                  <a:cxn ang="0">
                    <a:pos x="4" y="8"/>
                  </a:cxn>
                  <a:cxn ang="0">
                    <a:pos x="5" y="8"/>
                  </a:cxn>
                  <a:cxn ang="0">
                    <a:pos x="5" y="6"/>
                  </a:cxn>
                  <a:cxn ang="0">
                    <a:pos x="6" y="6"/>
                  </a:cxn>
                  <a:cxn ang="0">
                    <a:pos x="7" y="6"/>
                  </a:cxn>
                  <a:cxn ang="0">
                    <a:pos x="8" y="4"/>
                  </a:cxn>
                  <a:cxn ang="0">
                    <a:pos x="9" y="4"/>
                  </a:cxn>
                  <a:cxn ang="0">
                    <a:pos x="10" y="3"/>
                  </a:cxn>
                  <a:cxn ang="0">
                    <a:pos x="11" y="2"/>
                  </a:cxn>
                  <a:cxn ang="0">
                    <a:pos x="12" y="2"/>
                  </a:cxn>
                  <a:cxn ang="0">
                    <a:pos x="13" y="2"/>
                  </a:cxn>
                  <a:cxn ang="0">
                    <a:pos x="13" y="1"/>
                  </a:cxn>
                  <a:cxn ang="0">
                    <a:pos x="14" y="1"/>
                  </a:cxn>
                  <a:cxn ang="0">
                    <a:pos x="15" y="1"/>
                  </a:cxn>
                  <a:cxn ang="0">
                    <a:pos x="15" y="0"/>
                  </a:cxn>
                  <a:cxn ang="0">
                    <a:pos x="16" y="0"/>
                  </a:cxn>
                  <a:cxn ang="0">
                    <a:pos x="17" y="0"/>
                  </a:cxn>
                  <a:cxn ang="0">
                    <a:pos x="18" y="0"/>
                  </a:cxn>
                  <a:cxn ang="0">
                    <a:pos x="19" y="0"/>
                  </a:cxn>
                  <a:cxn ang="0">
                    <a:pos x="20" y="0"/>
                  </a:cxn>
                  <a:cxn ang="0">
                    <a:pos x="21" y="0"/>
                  </a:cxn>
                  <a:cxn ang="0">
                    <a:pos x="22" y="0"/>
                  </a:cxn>
                  <a:cxn ang="0">
                    <a:pos x="23" y="0"/>
                  </a:cxn>
                  <a:cxn ang="0">
                    <a:pos x="24" y="1"/>
                  </a:cxn>
                  <a:cxn ang="0">
                    <a:pos x="24" y="2"/>
                  </a:cxn>
                  <a:cxn ang="0">
                    <a:pos x="25" y="2"/>
                  </a:cxn>
                  <a:cxn ang="0">
                    <a:pos x="60" y="42"/>
                  </a:cxn>
                  <a:cxn ang="0">
                    <a:pos x="33" y="66"/>
                  </a:cxn>
                  <a:cxn ang="0">
                    <a:pos x="0" y="25"/>
                  </a:cxn>
                  <a:cxn ang="0">
                    <a:pos x="1" y="24"/>
                  </a:cxn>
                </a:cxnLst>
                <a:rect l="0" t="0" r="0" b="0"/>
                <a:pathLst>
                  <a:path w="61" h="67">
                    <a:moveTo>
                      <a:pt x="1" y="24"/>
                    </a:moveTo>
                    <a:lnTo>
                      <a:pt x="0" y="23"/>
                    </a:lnTo>
                    <a:lnTo>
                      <a:pt x="0" y="22"/>
                    </a:lnTo>
                    <a:lnTo>
                      <a:pt x="0" y="21"/>
                    </a:lnTo>
                    <a:lnTo>
                      <a:pt x="0" y="20"/>
                    </a:lnTo>
                    <a:lnTo>
                      <a:pt x="0" y="18"/>
                    </a:lnTo>
                    <a:lnTo>
                      <a:pt x="0" y="16"/>
                    </a:lnTo>
                    <a:lnTo>
                      <a:pt x="0" y="14"/>
                    </a:lnTo>
                    <a:lnTo>
                      <a:pt x="1" y="14"/>
                    </a:lnTo>
                    <a:lnTo>
                      <a:pt x="1" y="13"/>
                    </a:lnTo>
                    <a:lnTo>
                      <a:pt x="1" y="12"/>
                    </a:lnTo>
                    <a:lnTo>
                      <a:pt x="2" y="11"/>
                    </a:lnTo>
                    <a:lnTo>
                      <a:pt x="2" y="10"/>
                    </a:lnTo>
                    <a:lnTo>
                      <a:pt x="3" y="10"/>
                    </a:lnTo>
                    <a:lnTo>
                      <a:pt x="3" y="9"/>
                    </a:lnTo>
                    <a:lnTo>
                      <a:pt x="3" y="8"/>
                    </a:lnTo>
                    <a:lnTo>
                      <a:pt x="4" y="8"/>
                    </a:lnTo>
                    <a:lnTo>
                      <a:pt x="5" y="8"/>
                    </a:lnTo>
                    <a:lnTo>
                      <a:pt x="5" y="6"/>
                    </a:lnTo>
                    <a:lnTo>
                      <a:pt x="6" y="6"/>
                    </a:lnTo>
                    <a:lnTo>
                      <a:pt x="7" y="6"/>
                    </a:lnTo>
                    <a:lnTo>
                      <a:pt x="8" y="4"/>
                    </a:lnTo>
                    <a:lnTo>
                      <a:pt x="9" y="4"/>
                    </a:lnTo>
                    <a:lnTo>
                      <a:pt x="10" y="3"/>
                    </a:lnTo>
                    <a:lnTo>
                      <a:pt x="11" y="2"/>
                    </a:lnTo>
                    <a:lnTo>
                      <a:pt x="12" y="2"/>
                    </a:lnTo>
                    <a:lnTo>
                      <a:pt x="13" y="2"/>
                    </a:lnTo>
                    <a:lnTo>
                      <a:pt x="13" y="1"/>
                    </a:lnTo>
                    <a:lnTo>
                      <a:pt x="14" y="1"/>
                    </a:lnTo>
                    <a:lnTo>
                      <a:pt x="15" y="1"/>
                    </a:lnTo>
                    <a:lnTo>
                      <a:pt x="15" y="0"/>
                    </a:lnTo>
                    <a:lnTo>
                      <a:pt x="16" y="0"/>
                    </a:lnTo>
                    <a:lnTo>
                      <a:pt x="17" y="0"/>
                    </a:lnTo>
                    <a:lnTo>
                      <a:pt x="18" y="0"/>
                    </a:lnTo>
                    <a:lnTo>
                      <a:pt x="19" y="0"/>
                    </a:lnTo>
                    <a:lnTo>
                      <a:pt x="20" y="0"/>
                    </a:lnTo>
                    <a:lnTo>
                      <a:pt x="21" y="0"/>
                    </a:lnTo>
                    <a:lnTo>
                      <a:pt x="22" y="0"/>
                    </a:lnTo>
                    <a:lnTo>
                      <a:pt x="23" y="0"/>
                    </a:lnTo>
                    <a:lnTo>
                      <a:pt x="24" y="1"/>
                    </a:lnTo>
                    <a:lnTo>
                      <a:pt x="24" y="2"/>
                    </a:lnTo>
                    <a:lnTo>
                      <a:pt x="25" y="2"/>
                    </a:lnTo>
                    <a:lnTo>
                      <a:pt x="60" y="42"/>
                    </a:lnTo>
                    <a:lnTo>
                      <a:pt x="33" y="66"/>
                    </a:lnTo>
                    <a:lnTo>
                      <a:pt x="0" y="25"/>
                    </a:lnTo>
                    <a:lnTo>
                      <a:pt x="1" y="24"/>
                    </a:lnTo>
                  </a:path>
                </a:pathLst>
              </a:custGeom>
              <a:solidFill>
                <a:srgbClr val="FFFFFF"/>
              </a:solidFill>
              <a:ln w="12700">
                <a:noFill/>
              </a:ln>
            </p:spPr>
            <p:txBody>
              <a:bodyPr/>
              <a:lstStyle/>
              <a:p>
                <a:endParaRPr lang="zh-CN" altLang="en-US"/>
              </a:p>
            </p:txBody>
          </p:sp>
          <p:sp>
            <p:nvSpPr>
              <p:cNvPr id="31948" name="Freeform 205"/>
              <p:cNvSpPr/>
              <p:nvPr/>
            </p:nvSpPr>
            <p:spPr>
              <a:xfrm>
                <a:off x="3384" y="2645"/>
                <a:ext cx="61" cy="66"/>
              </a:xfrm>
              <a:custGeom>
                <a:avLst/>
                <a:gdLst/>
                <a:ahLst/>
                <a:cxnLst>
                  <a:cxn ang="0">
                    <a:pos x="1" y="23"/>
                  </a:cxn>
                  <a:cxn ang="0">
                    <a:pos x="0" y="19"/>
                  </a:cxn>
                  <a:cxn ang="0">
                    <a:pos x="0" y="14"/>
                  </a:cxn>
                  <a:cxn ang="0">
                    <a:pos x="2" y="9"/>
                  </a:cxn>
                  <a:cxn ang="0">
                    <a:pos x="7" y="4"/>
                  </a:cxn>
                  <a:cxn ang="0">
                    <a:pos x="12" y="1"/>
                  </a:cxn>
                  <a:cxn ang="0">
                    <a:pos x="18" y="0"/>
                  </a:cxn>
                  <a:cxn ang="0">
                    <a:pos x="22" y="0"/>
                  </a:cxn>
                  <a:cxn ang="0">
                    <a:pos x="25" y="2"/>
                  </a:cxn>
                  <a:cxn ang="0">
                    <a:pos x="60" y="41"/>
                  </a:cxn>
                  <a:cxn ang="0">
                    <a:pos x="33" y="65"/>
                  </a:cxn>
                  <a:cxn ang="0">
                    <a:pos x="0" y="24"/>
                  </a:cxn>
                  <a:cxn ang="0">
                    <a:pos x="1" y="23"/>
                  </a:cxn>
                </a:cxnLst>
                <a:rect l="0" t="0" r="0" b="0"/>
                <a:pathLst>
                  <a:path w="61" h="66">
                    <a:moveTo>
                      <a:pt x="1" y="23"/>
                    </a:moveTo>
                    <a:lnTo>
                      <a:pt x="0" y="19"/>
                    </a:lnTo>
                    <a:lnTo>
                      <a:pt x="0" y="14"/>
                    </a:lnTo>
                    <a:lnTo>
                      <a:pt x="2" y="9"/>
                    </a:lnTo>
                    <a:lnTo>
                      <a:pt x="7" y="4"/>
                    </a:lnTo>
                    <a:lnTo>
                      <a:pt x="12" y="1"/>
                    </a:lnTo>
                    <a:lnTo>
                      <a:pt x="18" y="0"/>
                    </a:lnTo>
                    <a:lnTo>
                      <a:pt x="22" y="0"/>
                    </a:lnTo>
                    <a:lnTo>
                      <a:pt x="25" y="2"/>
                    </a:lnTo>
                    <a:lnTo>
                      <a:pt x="60" y="41"/>
                    </a:lnTo>
                    <a:lnTo>
                      <a:pt x="33" y="65"/>
                    </a:lnTo>
                    <a:lnTo>
                      <a:pt x="0" y="24"/>
                    </a:lnTo>
                    <a:lnTo>
                      <a:pt x="1" y="2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49" name="Freeform 206"/>
              <p:cNvSpPr/>
              <p:nvPr/>
            </p:nvSpPr>
            <p:spPr>
              <a:xfrm>
                <a:off x="3419" y="2686"/>
                <a:ext cx="29" cy="27"/>
              </a:xfrm>
              <a:custGeom>
                <a:avLst/>
                <a:gdLst/>
                <a:ahLst/>
                <a:cxnLst>
                  <a:cxn ang="0">
                    <a:pos x="5" y="6"/>
                  </a:cxn>
                  <a:cxn ang="0">
                    <a:pos x="4" y="8"/>
                  </a:cxn>
                  <a:cxn ang="0">
                    <a:pos x="2" y="9"/>
                  </a:cxn>
                  <a:cxn ang="0">
                    <a:pos x="2" y="11"/>
                  </a:cxn>
                  <a:cxn ang="0">
                    <a:pos x="1" y="13"/>
                  </a:cxn>
                  <a:cxn ang="0">
                    <a:pos x="0" y="14"/>
                  </a:cxn>
                  <a:cxn ang="0">
                    <a:pos x="0" y="16"/>
                  </a:cxn>
                  <a:cxn ang="0">
                    <a:pos x="0" y="18"/>
                  </a:cxn>
                  <a:cxn ang="0">
                    <a:pos x="0" y="20"/>
                  </a:cxn>
                  <a:cxn ang="0">
                    <a:pos x="0" y="22"/>
                  </a:cxn>
                  <a:cxn ang="0">
                    <a:pos x="1" y="23"/>
                  </a:cxn>
                  <a:cxn ang="0">
                    <a:pos x="2" y="24"/>
                  </a:cxn>
                  <a:cxn ang="0">
                    <a:pos x="4" y="24"/>
                  </a:cxn>
                  <a:cxn ang="0">
                    <a:pos x="5" y="26"/>
                  </a:cxn>
                  <a:cxn ang="0">
                    <a:pos x="8" y="26"/>
                  </a:cxn>
                  <a:cxn ang="0">
                    <a:pos x="10" y="24"/>
                  </a:cxn>
                  <a:cxn ang="0">
                    <a:pos x="12" y="24"/>
                  </a:cxn>
                  <a:cxn ang="0">
                    <a:pos x="14" y="23"/>
                  </a:cxn>
                  <a:cxn ang="0">
                    <a:pos x="16" y="22"/>
                  </a:cxn>
                  <a:cxn ang="0">
                    <a:pos x="18" y="21"/>
                  </a:cxn>
                  <a:cxn ang="0">
                    <a:pos x="20" y="20"/>
                  </a:cxn>
                  <a:cxn ang="0">
                    <a:pos x="21" y="18"/>
                  </a:cxn>
                  <a:cxn ang="0">
                    <a:pos x="22" y="17"/>
                  </a:cxn>
                  <a:cxn ang="0">
                    <a:pos x="23" y="16"/>
                  </a:cxn>
                  <a:cxn ang="0">
                    <a:pos x="24" y="14"/>
                  </a:cxn>
                  <a:cxn ang="0">
                    <a:pos x="26" y="12"/>
                  </a:cxn>
                  <a:cxn ang="0">
                    <a:pos x="26" y="10"/>
                  </a:cxn>
                  <a:cxn ang="0">
                    <a:pos x="28" y="8"/>
                  </a:cxn>
                  <a:cxn ang="0">
                    <a:pos x="28" y="6"/>
                  </a:cxn>
                  <a:cxn ang="0">
                    <a:pos x="28" y="4"/>
                  </a:cxn>
                  <a:cxn ang="0">
                    <a:pos x="26" y="3"/>
                  </a:cxn>
                  <a:cxn ang="0">
                    <a:pos x="26" y="1"/>
                  </a:cxn>
                  <a:cxn ang="0">
                    <a:pos x="24" y="0"/>
                  </a:cxn>
                  <a:cxn ang="0">
                    <a:pos x="22" y="0"/>
                  </a:cxn>
                  <a:cxn ang="0">
                    <a:pos x="20" y="0"/>
                  </a:cxn>
                  <a:cxn ang="0">
                    <a:pos x="16" y="0"/>
                  </a:cxn>
                  <a:cxn ang="0">
                    <a:pos x="14" y="0"/>
                  </a:cxn>
                  <a:cxn ang="0">
                    <a:pos x="13" y="1"/>
                  </a:cxn>
                  <a:cxn ang="0">
                    <a:pos x="11" y="2"/>
                  </a:cxn>
                  <a:cxn ang="0">
                    <a:pos x="10" y="3"/>
                  </a:cxn>
                  <a:cxn ang="0">
                    <a:pos x="8" y="4"/>
                  </a:cxn>
                </a:cxnLst>
                <a:rect l="0" t="0" r="0" b="0"/>
                <a:pathLst>
                  <a:path w="29" h="27">
                    <a:moveTo>
                      <a:pt x="6" y="5"/>
                    </a:moveTo>
                    <a:lnTo>
                      <a:pt x="5" y="6"/>
                    </a:lnTo>
                    <a:lnTo>
                      <a:pt x="4" y="7"/>
                    </a:lnTo>
                    <a:lnTo>
                      <a:pt x="4" y="8"/>
                    </a:lnTo>
                    <a:lnTo>
                      <a:pt x="3" y="9"/>
                    </a:lnTo>
                    <a:lnTo>
                      <a:pt x="2" y="9"/>
                    </a:lnTo>
                    <a:lnTo>
                      <a:pt x="2" y="10"/>
                    </a:lnTo>
                    <a:lnTo>
                      <a:pt x="2" y="11"/>
                    </a:lnTo>
                    <a:lnTo>
                      <a:pt x="1" y="12"/>
                    </a:lnTo>
                    <a:lnTo>
                      <a:pt x="1" y="13"/>
                    </a:lnTo>
                    <a:lnTo>
                      <a:pt x="0" y="13"/>
                    </a:lnTo>
                    <a:lnTo>
                      <a:pt x="0" y="14"/>
                    </a:lnTo>
                    <a:lnTo>
                      <a:pt x="0" y="15"/>
                    </a:lnTo>
                    <a:lnTo>
                      <a:pt x="0" y="16"/>
                    </a:lnTo>
                    <a:lnTo>
                      <a:pt x="0" y="17"/>
                    </a:lnTo>
                    <a:lnTo>
                      <a:pt x="0" y="18"/>
                    </a:lnTo>
                    <a:lnTo>
                      <a:pt x="0" y="19"/>
                    </a:lnTo>
                    <a:lnTo>
                      <a:pt x="0" y="20"/>
                    </a:lnTo>
                    <a:lnTo>
                      <a:pt x="0" y="21"/>
                    </a:lnTo>
                    <a:lnTo>
                      <a:pt x="0" y="22"/>
                    </a:lnTo>
                    <a:lnTo>
                      <a:pt x="1" y="22"/>
                    </a:lnTo>
                    <a:lnTo>
                      <a:pt x="1" y="23"/>
                    </a:lnTo>
                    <a:lnTo>
                      <a:pt x="2" y="23"/>
                    </a:lnTo>
                    <a:lnTo>
                      <a:pt x="2" y="24"/>
                    </a:lnTo>
                    <a:lnTo>
                      <a:pt x="3" y="24"/>
                    </a:lnTo>
                    <a:lnTo>
                      <a:pt x="4" y="24"/>
                    </a:lnTo>
                    <a:lnTo>
                      <a:pt x="4" y="26"/>
                    </a:lnTo>
                    <a:lnTo>
                      <a:pt x="5" y="26"/>
                    </a:lnTo>
                    <a:lnTo>
                      <a:pt x="6" y="26"/>
                    </a:lnTo>
                    <a:lnTo>
                      <a:pt x="8" y="26"/>
                    </a:lnTo>
                    <a:lnTo>
                      <a:pt x="8" y="24"/>
                    </a:lnTo>
                    <a:lnTo>
                      <a:pt x="10" y="24"/>
                    </a:lnTo>
                    <a:lnTo>
                      <a:pt x="11" y="24"/>
                    </a:lnTo>
                    <a:lnTo>
                      <a:pt x="12" y="24"/>
                    </a:lnTo>
                    <a:lnTo>
                      <a:pt x="13" y="24"/>
                    </a:lnTo>
                    <a:lnTo>
                      <a:pt x="14" y="23"/>
                    </a:lnTo>
                    <a:lnTo>
                      <a:pt x="15" y="22"/>
                    </a:lnTo>
                    <a:lnTo>
                      <a:pt x="16" y="22"/>
                    </a:lnTo>
                    <a:lnTo>
                      <a:pt x="18" y="22"/>
                    </a:lnTo>
                    <a:lnTo>
                      <a:pt x="18" y="21"/>
                    </a:lnTo>
                    <a:lnTo>
                      <a:pt x="18" y="20"/>
                    </a:lnTo>
                    <a:lnTo>
                      <a:pt x="20" y="20"/>
                    </a:lnTo>
                    <a:lnTo>
                      <a:pt x="20" y="19"/>
                    </a:lnTo>
                    <a:lnTo>
                      <a:pt x="21" y="18"/>
                    </a:lnTo>
                    <a:lnTo>
                      <a:pt x="22" y="18"/>
                    </a:lnTo>
                    <a:lnTo>
                      <a:pt x="22" y="17"/>
                    </a:lnTo>
                    <a:lnTo>
                      <a:pt x="23" y="17"/>
                    </a:lnTo>
                    <a:lnTo>
                      <a:pt x="23" y="16"/>
                    </a:lnTo>
                    <a:lnTo>
                      <a:pt x="24" y="15"/>
                    </a:lnTo>
                    <a:lnTo>
                      <a:pt x="24" y="14"/>
                    </a:lnTo>
                    <a:lnTo>
                      <a:pt x="25" y="13"/>
                    </a:lnTo>
                    <a:lnTo>
                      <a:pt x="26" y="12"/>
                    </a:lnTo>
                    <a:lnTo>
                      <a:pt x="26" y="11"/>
                    </a:lnTo>
                    <a:lnTo>
                      <a:pt x="26" y="10"/>
                    </a:lnTo>
                    <a:lnTo>
                      <a:pt x="28" y="9"/>
                    </a:lnTo>
                    <a:lnTo>
                      <a:pt x="28" y="8"/>
                    </a:lnTo>
                    <a:lnTo>
                      <a:pt x="28" y="7"/>
                    </a:lnTo>
                    <a:lnTo>
                      <a:pt x="28" y="6"/>
                    </a:lnTo>
                    <a:lnTo>
                      <a:pt x="28" y="5"/>
                    </a:lnTo>
                    <a:lnTo>
                      <a:pt x="28" y="4"/>
                    </a:lnTo>
                    <a:lnTo>
                      <a:pt x="28" y="3"/>
                    </a:lnTo>
                    <a:lnTo>
                      <a:pt x="26" y="3"/>
                    </a:lnTo>
                    <a:lnTo>
                      <a:pt x="26" y="2"/>
                    </a:lnTo>
                    <a:lnTo>
                      <a:pt x="26" y="1"/>
                    </a:lnTo>
                    <a:lnTo>
                      <a:pt x="25" y="1"/>
                    </a:lnTo>
                    <a:lnTo>
                      <a:pt x="24" y="0"/>
                    </a:lnTo>
                    <a:lnTo>
                      <a:pt x="23" y="0"/>
                    </a:lnTo>
                    <a:lnTo>
                      <a:pt x="22" y="0"/>
                    </a:lnTo>
                    <a:lnTo>
                      <a:pt x="21" y="0"/>
                    </a:lnTo>
                    <a:lnTo>
                      <a:pt x="20" y="0"/>
                    </a:lnTo>
                    <a:lnTo>
                      <a:pt x="18" y="0"/>
                    </a:lnTo>
                    <a:lnTo>
                      <a:pt x="16" y="0"/>
                    </a:lnTo>
                    <a:lnTo>
                      <a:pt x="15" y="0"/>
                    </a:lnTo>
                    <a:lnTo>
                      <a:pt x="14" y="0"/>
                    </a:lnTo>
                    <a:lnTo>
                      <a:pt x="14" y="1"/>
                    </a:lnTo>
                    <a:lnTo>
                      <a:pt x="13" y="1"/>
                    </a:lnTo>
                    <a:lnTo>
                      <a:pt x="12" y="1"/>
                    </a:lnTo>
                    <a:lnTo>
                      <a:pt x="11" y="2"/>
                    </a:lnTo>
                    <a:lnTo>
                      <a:pt x="10" y="2"/>
                    </a:lnTo>
                    <a:lnTo>
                      <a:pt x="10" y="3"/>
                    </a:lnTo>
                    <a:lnTo>
                      <a:pt x="8" y="3"/>
                    </a:lnTo>
                    <a:lnTo>
                      <a:pt x="8" y="4"/>
                    </a:lnTo>
                    <a:lnTo>
                      <a:pt x="6" y="5"/>
                    </a:lnTo>
                  </a:path>
                </a:pathLst>
              </a:custGeom>
              <a:solidFill>
                <a:srgbClr val="FFFFFF"/>
              </a:solidFill>
              <a:ln w="12700">
                <a:noFill/>
              </a:ln>
            </p:spPr>
            <p:txBody>
              <a:bodyPr/>
              <a:lstStyle/>
              <a:p>
                <a:endParaRPr lang="zh-CN" altLang="en-US"/>
              </a:p>
            </p:txBody>
          </p:sp>
          <p:sp>
            <p:nvSpPr>
              <p:cNvPr id="31950" name="Freeform 207"/>
              <p:cNvSpPr/>
              <p:nvPr/>
            </p:nvSpPr>
            <p:spPr>
              <a:xfrm>
                <a:off x="3419" y="2686"/>
                <a:ext cx="29" cy="26"/>
              </a:xfrm>
              <a:custGeom>
                <a:avLst/>
                <a:gdLst/>
                <a:ahLst/>
                <a:cxnLst>
                  <a:cxn ang="0">
                    <a:pos x="6" y="5"/>
                  </a:cxn>
                  <a:cxn ang="0">
                    <a:pos x="2" y="9"/>
                  </a:cxn>
                  <a:cxn ang="0">
                    <a:pos x="0" y="14"/>
                  </a:cxn>
                  <a:cxn ang="0">
                    <a:pos x="0" y="19"/>
                  </a:cxn>
                  <a:cxn ang="0">
                    <a:pos x="1" y="22"/>
                  </a:cxn>
                  <a:cxn ang="0">
                    <a:pos x="4" y="25"/>
                  </a:cxn>
                  <a:cxn ang="0">
                    <a:pos x="8" y="25"/>
                  </a:cxn>
                  <a:cxn ang="0">
                    <a:pos x="14" y="23"/>
                  </a:cxn>
                  <a:cxn ang="0">
                    <a:pos x="20" y="19"/>
                  </a:cxn>
                  <a:cxn ang="0">
                    <a:pos x="24" y="14"/>
                  </a:cxn>
                  <a:cxn ang="0">
                    <a:pos x="26" y="10"/>
                  </a:cxn>
                  <a:cxn ang="0">
                    <a:pos x="28" y="5"/>
                  </a:cxn>
                  <a:cxn ang="0">
                    <a:pos x="26" y="1"/>
                  </a:cxn>
                  <a:cxn ang="0">
                    <a:pos x="22" y="0"/>
                  </a:cxn>
                  <a:cxn ang="0">
                    <a:pos x="18" y="0"/>
                  </a:cxn>
                  <a:cxn ang="0">
                    <a:pos x="12" y="1"/>
                  </a:cxn>
                  <a:cxn ang="0">
                    <a:pos x="6" y="5"/>
                  </a:cxn>
                </a:cxnLst>
                <a:rect l="0" t="0" r="0" b="0"/>
                <a:pathLst>
                  <a:path w="29" h="26">
                    <a:moveTo>
                      <a:pt x="6" y="5"/>
                    </a:moveTo>
                    <a:lnTo>
                      <a:pt x="2" y="9"/>
                    </a:lnTo>
                    <a:lnTo>
                      <a:pt x="0" y="14"/>
                    </a:lnTo>
                    <a:lnTo>
                      <a:pt x="0" y="19"/>
                    </a:lnTo>
                    <a:lnTo>
                      <a:pt x="1" y="22"/>
                    </a:lnTo>
                    <a:lnTo>
                      <a:pt x="4" y="25"/>
                    </a:lnTo>
                    <a:lnTo>
                      <a:pt x="8" y="25"/>
                    </a:lnTo>
                    <a:lnTo>
                      <a:pt x="14" y="23"/>
                    </a:lnTo>
                    <a:lnTo>
                      <a:pt x="20" y="19"/>
                    </a:lnTo>
                    <a:lnTo>
                      <a:pt x="24" y="14"/>
                    </a:lnTo>
                    <a:lnTo>
                      <a:pt x="26" y="10"/>
                    </a:lnTo>
                    <a:lnTo>
                      <a:pt x="28" y="5"/>
                    </a:lnTo>
                    <a:lnTo>
                      <a:pt x="26" y="1"/>
                    </a:lnTo>
                    <a:lnTo>
                      <a:pt x="22" y="0"/>
                    </a:lnTo>
                    <a:lnTo>
                      <a:pt x="18" y="0"/>
                    </a:lnTo>
                    <a:lnTo>
                      <a:pt x="12" y="1"/>
                    </a:lnTo>
                    <a:lnTo>
                      <a:pt x="6"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51" name="Freeform 208"/>
              <p:cNvSpPr/>
              <p:nvPr/>
            </p:nvSpPr>
            <p:spPr>
              <a:xfrm>
                <a:off x="3320" y="2663"/>
                <a:ext cx="89" cy="47"/>
              </a:xfrm>
              <a:custGeom>
                <a:avLst/>
                <a:gdLst/>
                <a:ahLst/>
                <a:cxnLst>
                  <a:cxn ang="0">
                    <a:pos x="14" y="2"/>
                  </a:cxn>
                  <a:cxn ang="0">
                    <a:pos x="0" y="42"/>
                  </a:cxn>
                  <a:cxn ang="0">
                    <a:pos x="55" y="46"/>
                  </a:cxn>
                  <a:cxn ang="0">
                    <a:pos x="88" y="23"/>
                  </a:cxn>
                  <a:cxn ang="0">
                    <a:pos x="68" y="0"/>
                  </a:cxn>
                  <a:cxn ang="0">
                    <a:pos x="14" y="2"/>
                  </a:cxn>
                </a:cxnLst>
                <a:rect l="0" t="0" r="0" b="0"/>
                <a:pathLst>
                  <a:path w="89" h="47">
                    <a:moveTo>
                      <a:pt x="14" y="2"/>
                    </a:moveTo>
                    <a:lnTo>
                      <a:pt x="0" y="42"/>
                    </a:lnTo>
                    <a:lnTo>
                      <a:pt x="55" y="46"/>
                    </a:lnTo>
                    <a:lnTo>
                      <a:pt x="88" y="23"/>
                    </a:lnTo>
                    <a:lnTo>
                      <a:pt x="68" y="0"/>
                    </a:lnTo>
                    <a:lnTo>
                      <a:pt x="14" y="2"/>
                    </a:lnTo>
                  </a:path>
                </a:pathLst>
              </a:custGeom>
              <a:solidFill>
                <a:srgbClr val="FFFFFF"/>
              </a:solidFill>
              <a:ln w="12700">
                <a:noFill/>
              </a:ln>
            </p:spPr>
            <p:txBody>
              <a:bodyPr/>
              <a:lstStyle/>
              <a:p>
                <a:endParaRPr lang="zh-CN" altLang="en-US"/>
              </a:p>
            </p:txBody>
          </p:sp>
          <p:sp>
            <p:nvSpPr>
              <p:cNvPr id="31952" name="Freeform 209"/>
              <p:cNvSpPr/>
              <p:nvPr/>
            </p:nvSpPr>
            <p:spPr>
              <a:xfrm>
                <a:off x="3320" y="2663"/>
                <a:ext cx="89" cy="47"/>
              </a:xfrm>
              <a:custGeom>
                <a:avLst/>
                <a:gdLst/>
                <a:ahLst/>
                <a:cxnLst>
                  <a:cxn ang="0">
                    <a:pos x="14" y="2"/>
                  </a:cxn>
                  <a:cxn ang="0">
                    <a:pos x="0" y="42"/>
                  </a:cxn>
                  <a:cxn ang="0">
                    <a:pos x="55" y="46"/>
                  </a:cxn>
                  <a:cxn ang="0">
                    <a:pos x="88" y="23"/>
                  </a:cxn>
                  <a:cxn ang="0">
                    <a:pos x="68" y="0"/>
                  </a:cxn>
                  <a:cxn ang="0">
                    <a:pos x="14" y="2"/>
                  </a:cxn>
                </a:cxnLst>
                <a:rect l="0" t="0" r="0" b="0"/>
                <a:pathLst>
                  <a:path w="89" h="47">
                    <a:moveTo>
                      <a:pt x="14" y="2"/>
                    </a:moveTo>
                    <a:lnTo>
                      <a:pt x="0" y="42"/>
                    </a:lnTo>
                    <a:lnTo>
                      <a:pt x="55" y="46"/>
                    </a:lnTo>
                    <a:lnTo>
                      <a:pt x="88" y="23"/>
                    </a:lnTo>
                    <a:lnTo>
                      <a:pt x="68" y="0"/>
                    </a:lnTo>
                    <a:lnTo>
                      <a:pt x="14" y="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53" name="Freeform 210"/>
              <p:cNvSpPr/>
              <p:nvPr/>
            </p:nvSpPr>
            <p:spPr>
              <a:xfrm>
                <a:off x="3307" y="1809"/>
                <a:ext cx="60" cy="83"/>
              </a:xfrm>
              <a:custGeom>
                <a:avLst/>
                <a:gdLst/>
                <a:ahLst/>
                <a:cxnLst>
                  <a:cxn ang="0">
                    <a:pos x="0" y="47"/>
                  </a:cxn>
                  <a:cxn ang="0">
                    <a:pos x="23" y="82"/>
                  </a:cxn>
                  <a:cxn ang="0">
                    <a:pos x="57" y="39"/>
                  </a:cxn>
                  <a:cxn ang="0">
                    <a:pos x="59" y="0"/>
                  </a:cxn>
                  <a:cxn ang="0">
                    <a:pos x="28" y="1"/>
                  </a:cxn>
                  <a:cxn ang="0">
                    <a:pos x="0" y="47"/>
                  </a:cxn>
                </a:cxnLst>
                <a:rect l="0" t="0" r="0" b="0"/>
                <a:pathLst>
                  <a:path w="60" h="83">
                    <a:moveTo>
                      <a:pt x="0" y="47"/>
                    </a:moveTo>
                    <a:lnTo>
                      <a:pt x="23" y="82"/>
                    </a:lnTo>
                    <a:lnTo>
                      <a:pt x="57" y="39"/>
                    </a:lnTo>
                    <a:lnTo>
                      <a:pt x="59" y="0"/>
                    </a:lnTo>
                    <a:lnTo>
                      <a:pt x="28" y="1"/>
                    </a:lnTo>
                    <a:lnTo>
                      <a:pt x="0" y="47"/>
                    </a:lnTo>
                  </a:path>
                </a:pathLst>
              </a:custGeom>
              <a:solidFill>
                <a:srgbClr val="FFFFFF"/>
              </a:solidFill>
              <a:ln w="12700">
                <a:noFill/>
              </a:ln>
            </p:spPr>
            <p:txBody>
              <a:bodyPr/>
              <a:lstStyle/>
              <a:p>
                <a:endParaRPr lang="zh-CN" altLang="en-US"/>
              </a:p>
            </p:txBody>
          </p:sp>
          <p:sp>
            <p:nvSpPr>
              <p:cNvPr id="31954" name="Freeform 211"/>
              <p:cNvSpPr/>
              <p:nvPr/>
            </p:nvSpPr>
            <p:spPr>
              <a:xfrm>
                <a:off x="3307" y="1809"/>
                <a:ext cx="60" cy="83"/>
              </a:xfrm>
              <a:custGeom>
                <a:avLst/>
                <a:gdLst/>
                <a:ahLst/>
                <a:cxnLst>
                  <a:cxn ang="0">
                    <a:pos x="0" y="47"/>
                  </a:cxn>
                  <a:cxn ang="0">
                    <a:pos x="23" y="82"/>
                  </a:cxn>
                  <a:cxn ang="0">
                    <a:pos x="57" y="39"/>
                  </a:cxn>
                  <a:cxn ang="0">
                    <a:pos x="59" y="0"/>
                  </a:cxn>
                  <a:cxn ang="0">
                    <a:pos x="28" y="1"/>
                  </a:cxn>
                  <a:cxn ang="0">
                    <a:pos x="0" y="47"/>
                  </a:cxn>
                </a:cxnLst>
                <a:rect l="0" t="0" r="0" b="0"/>
                <a:pathLst>
                  <a:path w="60" h="83">
                    <a:moveTo>
                      <a:pt x="0" y="47"/>
                    </a:moveTo>
                    <a:lnTo>
                      <a:pt x="23" y="82"/>
                    </a:lnTo>
                    <a:lnTo>
                      <a:pt x="57" y="39"/>
                    </a:lnTo>
                    <a:lnTo>
                      <a:pt x="59" y="0"/>
                    </a:lnTo>
                    <a:lnTo>
                      <a:pt x="28" y="1"/>
                    </a:lnTo>
                    <a:lnTo>
                      <a:pt x="0" y="4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55" name="Freeform 212"/>
              <p:cNvSpPr/>
              <p:nvPr/>
            </p:nvSpPr>
            <p:spPr>
              <a:xfrm>
                <a:off x="3374" y="1694"/>
                <a:ext cx="62" cy="84"/>
              </a:xfrm>
              <a:custGeom>
                <a:avLst/>
                <a:gdLst/>
                <a:ahLst/>
                <a:cxnLst>
                  <a:cxn ang="0">
                    <a:pos x="61" y="34"/>
                  </a:cxn>
                  <a:cxn ang="0">
                    <a:pos x="36" y="0"/>
                  </a:cxn>
                  <a:cxn ang="0">
                    <a:pos x="0" y="42"/>
                  </a:cxn>
                  <a:cxn ang="0">
                    <a:pos x="0" y="83"/>
                  </a:cxn>
                  <a:cxn ang="0">
                    <a:pos x="30" y="80"/>
                  </a:cxn>
                  <a:cxn ang="0">
                    <a:pos x="61" y="34"/>
                  </a:cxn>
                </a:cxnLst>
                <a:rect l="0" t="0" r="0" b="0"/>
                <a:pathLst>
                  <a:path w="62" h="84">
                    <a:moveTo>
                      <a:pt x="61" y="34"/>
                    </a:moveTo>
                    <a:lnTo>
                      <a:pt x="36" y="0"/>
                    </a:lnTo>
                    <a:lnTo>
                      <a:pt x="0" y="42"/>
                    </a:lnTo>
                    <a:lnTo>
                      <a:pt x="0" y="83"/>
                    </a:lnTo>
                    <a:lnTo>
                      <a:pt x="30" y="80"/>
                    </a:lnTo>
                    <a:lnTo>
                      <a:pt x="61" y="34"/>
                    </a:lnTo>
                  </a:path>
                </a:pathLst>
              </a:custGeom>
              <a:solidFill>
                <a:srgbClr val="FFFFFF"/>
              </a:solidFill>
              <a:ln w="12700">
                <a:noFill/>
              </a:ln>
            </p:spPr>
            <p:txBody>
              <a:bodyPr/>
              <a:lstStyle/>
              <a:p>
                <a:endParaRPr lang="zh-CN" altLang="en-US"/>
              </a:p>
            </p:txBody>
          </p:sp>
          <p:sp>
            <p:nvSpPr>
              <p:cNvPr id="31956" name="Freeform 213"/>
              <p:cNvSpPr/>
              <p:nvPr/>
            </p:nvSpPr>
            <p:spPr>
              <a:xfrm>
                <a:off x="3374" y="1694"/>
                <a:ext cx="62" cy="84"/>
              </a:xfrm>
              <a:custGeom>
                <a:avLst/>
                <a:gdLst/>
                <a:ahLst/>
                <a:cxnLst>
                  <a:cxn ang="0">
                    <a:pos x="61" y="34"/>
                  </a:cxn>
                  <a:cxn ang="0">
                    <a:pos x="36" y="0"/>
                  </a:cxn>
                  <a:cxn ang="0">
                    <a:pos x="0" y="42"/>
                  </a:cxn>
                  <a:cxn ang="0">
                    <a:pos x="0" y="83"/>
                  </a:cxn>
                  <a:cxn ang="0">
                    <a:pos x="30" y="80"/>
                  </a:cxn>
                  <a:cxn ang="0">
                    <a:pos x="61" y="34"/>
                  </a:cxn>
                </a:cxnLst>
                <a:rect l="0" t="0" r="0" b="0"/>
                <a:pathLst>
                  <a:path w="62" h="84">
                    <a:moveTo>
                      <a:pt x="61" y="34"/>
                    </a:moveTo>
                    <a:lnTo>
                      <a:pt x="36" y="0"/>
                    </a:lnTo>
                    <a:lnTo>
                      <a:pt x="0" y="42"/>
                    </a:lnTo>
                    <a:lnTo>
                      <a:pt x="0" y="83"/>
                    </a:lnTo>
                    <a:lnTo>
                      <a:pt x="30" y="80"/>
                    </a:lnTo>
                    <a:lnTo>
                      <a:pt x="61"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57" name="Freeform 214"/>
              <p:cNvSpPr/>
              <p:nvPr/>
            </p:nvSpPr>
            <p:spPr>
              <a:xfrm>
                <a:off x="3396" y="1692"/>
                <a:ext cx="62" cy="85"/>
              </a:xfrm>
              <a:custGeom>
                <a:avLst/>
                <a:gdLst/>
                <a:ahLst/>
                <a:cxnLst>
                  <a:cxn ang="0">
                    <a:pos x="61" y="34"/>
                  </a:cxn>
                  <a:cxn ang="0">
                    <a:pos x="36" y="0"/>
                  </a:cxn>
                  <a:cxn ang="0">
                    <a:pos x="0" y="43"/>
                  </a:cxn>
                  <a:cxn ang="0">
                    <a:pos x="0" y="84"/>
                  </a:cxn>
                  <a:cxn ang="0">
                    <a:pos x="31" y="81"/>
                  </a:cxn>
                  <a:cxn ang="0">
                    <a:pos x="61" y="34"/>
                  </a:cxn>
                </a:cxnLst>
                <a:rect l="0" t="0" r="0" b="0"/>
                <a:pathLst>
                  <a:path w="62" h="85">
                    <a:moveTo>
                      <a:pt x="61" y="34"/>
                    </a:moveTo>
                    <a:lnTo>
                      <a:pt x="36" y="0"/>
                    </a:lnTo>
                    <a:lnTo>
                      <a:pt x="0" y="43"/>
                    </a:lnTo>
                    <a:lnTo>
                      <a:pt x="0" y="84"/>
                    </a:lnTo>
                    <a:lnTo>
                      <a:pt x="31" y="81"/>
                    </a:lnTo>
                    <a:lnTo>
                      <a:pt x="61" y="34"/>
                    </a:lnTo>
                  </a:path>
                </a:pathLst>
              </a:custGeom>
              <a:solidFill>
                <a:srgbClr val="FFFFFF"/>
              </a:solidFill>
              <a:ln w="12700">
                <a:noFill/>
              </a:ln>
            </p:spPr>
            <p:txBody>
              <a:bodyPr/>
              <a:lstStyle/>
              <a:p>
                <a:endParaRPr lang="zh-CN" altLang="en-US"/>
              </a:p>
            </p:txBody>
          </p:sp>
          <p:sp>
            <p:nvSpPr>
              <p:cNvPr id="31958" name="Freeform 215"/>
              <p:cNvSpPr/>
              <p:nvPr/>
            </p:nvSpPr>
            <p:spPr>
              <a:xfrm>
                <a:off x="3396" y="1692"/>
                <a:ext cx="62" cy="85"/>
              </a:xfrm>
              <a:custGeom>
                <a:avLst/>
                <a:gdLst/>
                <a:ahLst/>
                <a:cxnLst>
                  <a:cxn ang="0">
                    <a:pos x="61" y="34"/>
                  </a:cxn>
                  <a:cxn ang="0">
                    <a:pos x="36" y="0"/>
                  </a:cxn>
                  <a:cxn ang="0">
                    <a:pos x="0" y="43"/>
                  </a:cxn>
                  <a:cxn ang="0">
                    <a:pos x="0" y="84"/>
                  </a:cxn>
                  <a:cxn ang="0">
                    <a:pos x="31" y="81"/>
                  </a:cxn>
                  <a:cxn ang="0">
                    <a:pos x="61" y="34"/>
                  </a:cxn>
                </a:cxnLst>
                <a:rect l="0" t="0" r="0" b="0"/>
                <a:pathLst>
                  <a:path w="62" h="85">
                    <a:moveTo>
                      <a:pt x="61" y="34"/>
                    </a:moveTo>
                    <a:lnTo>
                      <a:pt x="36" y="0"/>
                    </a:lnTo>
                    <a:lnTo>
                      <a:pt x="0" y="43"/>
                    </a:lnTo>
                    <a:lnTo>
                      <a:pt x="0" y="84"/>
                    </a:lnTo>
                    <a:lnTo>
                      <a:pt x="31" y="81"/>
                    </a:lnTo>
                    <a:lnTo>
                      <a:pt x="61"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59" name="Freeform 216"/>
              <p:cNvSpPr/>
              <p:nvPr/>
            </p:nvSpPr>
            <p:spPr>
              <a:xfrm>
                <a:off x="3350" y="1776"/>
                <a:ext cx="64" cy="38"/>
              </a:xfrm>
              <a:custGeom>
                <a:avLst/>
                <a:gdLst/>
                <a:ahLst/>
                <a:cxnLst>
                  <a:cxn ang="0">
                    <a:pos x="10" y="35"/>
                  </a:cxn>
                  <a:cxn ang="0">
                    <a:pos x="9" y="35"/>
                  </a:cxn>
                  <a:cxn ang="0">
                    <a:pos x="8" y="35"/>
                  </a:cxn>
                  <a:cxn ang="0">
                    <a:pos x="7" y="35"/>
                  </a:cxn>
                  <a:cxn ang="0">
                    <a:pos x="6" y="35"/>
                  </a:cxn>
                  <a:cxn ang="0">
                    <a:pos x="6" y="33"/>
                  </a:cxn>
                  <a:cxn ang="0">
                    <a:pos x="5" y="33"/>
                  </a:cxn>
                  <a:cxn ang="0">
                    <a:pos x="4" y="32"/>
                  </a:cxn>
                  <a:cxn ang="0">
                    <a:pos x="3" y="31"/>
                  </a:cxn>
                  <a:cxn ang="0">
                    <a:pos x="3" y="30"/>
                  </a:cxn>
                  <a:cxn ang="0">
                    <a:pos x="2" y="30"/>
                  </a:cxn>
                  <a:cxn ang="0">
                    <a:pos x="2" y="29"/>
                  </a:cxn>
                  <a:cxn ang="0">
                    <a:pos x="1" y="29"/>
                  </a:cxn>
                  <a:cxn ang="0">
                    <a:pos x="1" y="28"/>
                  </a:cxn>
                  <a:cxn ang="0">
                    <a:pos x="1" y="27"/>
                  </a:cxn>
                  <a:cxn ang="0">
                    <a:pos x="1" y="26"/>
                  </a:cxn>
                  <a:cxn ang="0">
                    <a:pos x="0" y="25"/>
                  </a:cxn>
                  <a:cxn ang="0">
                    <a:pos x="0" y="24"/>
                  </a:cxn>
                  <a:cxn ang="0">
                    <a:pos x="0" y="23"/>
                  </a:cxn>
                  <a:cxn ang="0">
                    <a:pos x="0" y="22"/>
                  </a:cxn>
                  <a:cxn ang="0">
                    <a:pos x="0" y="21"/>
                  </a:cxn>
                  <a:cxn ang="0">
                    <a:pos x="0" y="20"/>
                  </a:cxn>
                  <a:cxn ang="0">
                    <a:pos x="0" y="19"/>
                  </a:cxn>
                  <a:cxn ang="0">
                    <a:pos x="0" y="18"/>
                  </a:cxn>
                  <a:cxn ang="0">
                    <a:pos x="0" y="17"/>
                  </a:cxn>
                  <a:cxn ang="0">
                    <a:pos x="0" y="16"/>
                  </a:cxn>
                  <a:cxn ang="0">
                    <a:pos x="0" y="15"/>
                  </a:cxn>
                  <a:cxn ang="0">
                    <a:pos x="0" y="14"/>
                  </a:cxn>
                  <a:cxn ang="0">
                    <a:pos x="0" y="13"/>
                  </a:cxn>
                  <a:cxn ang="0">
                    <a:pos x="0" y="12"/>
                  </a:cxn>
                  <a:cxn ang="0">
                    <a:pos x="0" y="11"/>
                  </a:cxn>
                  <a:cxn ang="0">
                    <a:pos x="0" y="10"/>
                  </a:cxn>
                  <a:cxn ang="0">
                    <a:pos x="1" y="10"/>
                  </a:cxn>
                  <a:cxn ang="0">
                    <a:pos x="1" y="9"/>
                  </a:cxn>
                  <a:cxn ang="0">
                    <a:pos x="1" y="8"/>
                  </a:cxn>
                  <a:cxn ang="0">
                    <a:pos x="2" y="8"/>
                  </a:cxn>
                  <a:cxn ang="0">
                    <a:pos x="2" y="7"/>
                  </a:cxn>
                  <a:cxn ang="0">
                    <a:pos x="3" y="7"/>
                  </a:cxn>
                  <a:cxn ang="0">
                    <a:pos x="3" y="6"/>
                  </a:cxn>
                  <a:cxn ang="0">
                    <a:pos x="3" y="5"/>
                  </a:cxn>
                  <a:cxn ang="0">
                    <a:pos x="4" y="5"/>
                  </a:cxn>
                  <a:cxn ang="0">
                    <a:pos x="5" y="5"/>
                  </a:cxn>
                  <a:cxn ang="0">
                    <a:pos x="5" y="4"/>
                  </a:cxn>
                  <a:cxn ang="0">
                    <a:pos x="6" y="4"/>
                  </a:cxn>
                  <a:cxn ang="0">
                    <a:pos x="7" y="4"/>
                  </a:cxn>
                  <a:cxn ang="0">
                    <a:pos x="59" y="0"/>
                  </a:cxn>
                  <a:cxn ang="0">
                    <a:pos x="63" y="32"/>
                  </a:cxn>
                  <a:cxn ang="0">
                    <a:pos x="10" y="37"/>
                  </a:cxn>
                  <a:cxn ang="0">
                    <a:pos x="10" y="35"/>
                  </a:cxn>
                </a:cxnLst>
                <a:rect l="0" t="0" r="0" b="0"/>
                <a:pathLst>
                  <a:path w="64" h="38">
                    <a:moveTo>
                      <a:pt x="10" y="35"/>
                    </a:moveTo>
                    <a:lnTo>
                      <a:pt x="9" y="35"/>
                    </a:lnTo>
                    <a:lnTo>
                      <a:pt x="8" y="35"/>
                    </a:lnTo>
                    <a:lnTo>
                      <a:pt x="7" y="35"/>
                    </a:lnTo>
                    <a:lnTo>
                      <a:pt x="6" y="35"/>
                    </a:lnTo>
                    <a:lnTo>
                      <a:pt x="6" y="33"/>
                    </a:lnTo>
                    <a:lnTo>
                      <a:pt x="5" y="33"/>
                    </a:lnTo>
                    <a:lnTo>
                      <a:pt x="4" y="32"/>
                    </a:lnTo>
                    <a:lnTo>
                      <a:pt x="3" y="31"/>
                    </a:lnTo>
                    <a:lnTo>
                      <a:pt x="3" y="30"/>
                    </a:lnTo>
                    <a:lnTo>
                      <a:pt x="2" y="30"/>
                    </a:lnTo>
                    <a:lnTo>
                      <a:pt x="2" y="29"/>
                    </a:lnTo>
                    <a:lnTo>
                      <a:pt x="1" y="29"/>
                    </a:lnTo>
                    <a:lnTo>
                      <a:pt x="1" y="28"/>
                    </a:lnTo>
                    <a:lnTo>
                      <a:pt x="1" y="27"/>
                    </a:lnTo>
                    <a:lnTo>
                      <a:pt x="1" y="26"/>
                    </a:lnTo>
                    <a:lnTo>
                      <a:pt x="0" y="25"/>
                    </a:lnTo>
                    <a:lnTo>
                      <a:pt x="0" y="24"/>
                    </a:lnTo>
                    <a:lnTo>
                      <a:pt x="0" y="23"/>
                    </a:lnTo>
                    <a:lnTo>
                      <a:pt x="0" y="22"/>
                    </a:lnTo>
                    <a:lnTo>
                      <a:pt x="0" y="21"/>
                    </a:lnTo>
                    <a:lnTo>
                      <a:pt x="0" y="20"/>
                    </a:lnTo>
                    <a:lnTo>
                      <a:pt x="0" y="19"/>
                    </a:lnTo>
                    <a:lnTo>
                      <a:pt x="0" y="18"/>
                    </a:lnTo>
                    <a:lnTo>
                      <a:pt x="0" y="17"/>
                    </a:lnTo>
                    <a:lnTo>
                      <a:pt x="0" y="16"/>
                    </a:lnTo>
                    <a:lnTo>
                      <a:pt x="0" y="15"/>
                    </a:lnTo>
                    <a:lnTo>
                      <a:pt x="0" y="14"/>
                    </a:lnTo>
                    <a:lnTo>
                      <a:pt x="0" y="13"/>
                    </a:lnTo>
                    <a:lnTo>
                      <a:pt x="0" y="12"/>
                    </a:lnTo>
                    <a:lnTo>
                      <a:pt x="0" y="11"/>
                    </a:lnTo>
                    <a:lnTo>
                      <a:pt x="0" y="10"/>
                    </a:lnTo>
                    <a:lnTo>
                      <a:pt x="1" y="10"/>
                    </a:lnTo>
                    <a:lnTo>
                      <a:pt x="1" y="9"/>
                    </a:lnTo>
                    <a:lnTo>
                      <a:pt x="1" y="8"/>
                    </a:lnTo>
                    <a:lnTo>
                      <a:pt x="2" y="8"/>
                    </a:lnTo>
                    <a:lnTo>
                      <a:pt x="2" y="7"/>
                    </a:lnTo>
                    <a:lnTo>
                      <a:pt x="3" y="7"/>
                    </a:lnTo>
                    <a:lnTo>
                      <a:pt x="3" y="6"/>
                    </a:lnTo>
                    <a:lnTo>
                      <a:pt x="3" y="5"/>
                    </a:lnTo>
                    <a:lnTo>
                      <a:pt x="4" y="5"/>
                    </a:lnTo>
                    <a:lnTo>
                      <a:pt x="5" y="5"/>
                    </a:lnTo>
                    <a:lnTo>
                      <a:pt x="5" y="4"/>
                    </a:lnTo>
                    <a:lnTo>
                      <a:pt x="6" y="4"/>
                    </a:lnTo>
                    <a:lnTo>
                      <a:pt x="7" y="4"/>
                    </a:lnTo>
                    <a:lnTo>
                      <a:pt x="59" y="0"/>
                    </a:lnTo>
                    <a:lnTo>
                      <a:pt x="63" y="32"/>
                    </a:lnTo>
                    <a:lnTo>
                      <a:pt x="10" y="37"/>
                    </a:lnTo>
                    <a:lnTo>
                      <a:pt x="10" y="35"/>
                    </a:lnTo>
                  </a:path>
                </a:pathLst>
              </a:custGeom>
              <a:solidFill>
                <a:srgbClr val="FFFFFF"/>
              </a:solidFill>
              <a:ln w="12700">
                <a:noFill/>
              </a:ln>
            </p:spPr>
            <p:txBody>
              <a:bodyPr/>
              <a:lstStyle/>
              <a:p>
                <a:endParaRPr lang="zh-CN" altLang="en-US"/>
              </a:p>
            </p:txBody>
          </p:sp>
          <p:sp>
            <p:nvSpPr>
              <p:cNvPr id="31960" name="Freeform 217"/>
              <p:cNvSpPr/>
              <p:nvPr/>
            </p:nvSpPr>
            <p:spPr>
              <a:xfrm>
                <a:off x="3350" y="1776"/>
                <a:ext cx="64" cy="38"/>
              </a:xfrm>
              <a:custGeom>
                <a:avLst/>
                <a:gdLst/>
                <a:ahLst/>
                <a:cxnLst>
                  <a:cxn ang="0">
                    <a:pos x="10" y="35"/>
                  </a:cxn>
                  <a:cxn ang="0">
                    <a:pos x="6" y="35"/>
                  </a:cxn>
                  <a:cxn ang="0">
                    <a:pos x="3" y="31"/>
                  </a:cxn>
                  <a:cxn ang="0">
                    <a:pos x="1" y="26"/>
                  </a:cxn>
                  <a:cxn ang="0">
                    <a:pos x="0" y="20"/>
                  </a:cxn>
                  <a:cxn ang="0">
                    <a:pos x="0" y="14"/>
                  </a:cxn>
                  <a:cxn ang="0">
                    <a:pos x="1" y="8"/>
                  </a:cxn>
                  <a:cxn ang="0">
                    <a:pos x="3" y="5"/>
                  </a:cxn>
                  <a:cxn ang="0">
                    <a:pos x="7" y="4"/>
                  </a:cxn>
                  <a:cxn ang="0">
                    <a:pos x="59" y="0"/>
                  </a:cxn>
                  <a:cxn ang="0">
                    <a:pos x="63" y="32"/>
                  </a:cxn>
                  <a:cxn ang="0">
                    <a:pos x="10" y="37"/>
                  </a:cxn>
                  <a:cxn ang="0">
                    <a:pos x="10" y="35"/>
                  </a:cxn>
                </a:cxnLst>
                <a:rect l="0" t="0" r="0" b="0"/>
                <a:pathLst>
                  <a:path w="64" h="38">
                    <a:moveTo>
                      <a:pt x="10" y="35"/>
                    </a:moveTo>
                    <a:lnTo>
                      <a:pt x="6" y="35"/>
                    </a:lnTo>
                    <a:lnTo>
                      <a:pt x="3" y="31"/>
                    </a:lnTo>
                    <a:lnTo>
                      <a:pt x="1" y="26"/>
                    </a:lnTo>
                    <a:lnTo>
                      <a:pt x="0" y="20"/>
                    </a:lnTo>
                    <a:lnTo>
                      <a:pt x="0" y="14"/>
                    </a:lnTo>
                    <a:lnTo>
                      <a:pt x="1" y="8"/>
                    </a:lnTo>
                    <a:lnTo>
                      <a:pt x="3" y="5"/>
                    </a:lnTo>
                    <a:lnTo>
                      <a:pt x="7" y="4"/>
                    </a:lnTo>
                    <a:lnTo>
                      <a:pt x="59" y="0"/>
                    </a:lnTo>
                    <a:lnTo>
                      <a:pt x="63" y="32"/>
                    </a:lnTo>
                    <a:lnTo>
                      <a:pt x="10" y="37"/>
                    </a:lnTo>
                    <a:lnTo>
                      <a:pt x="10" y="3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61" name="Freeform 218"/>
              <p:cNvSpPr/>
              <p:nvPr/>
            </p:nvSpPr>
            <p:spPr>
              <a:xfrm>
                <a:off x="3405" y="1778"/>
                <a:ext cx="19" cy="33"/>
              </a:xfrm>
              <a:custGeom>
                <a:avLst/>
                <a:gdLst/>
                <a:ahLst/>
                <a:cxnLst>
                  <a:cxn ang="0">
                    <a:pos x="0" y="17"/>
                  </a:cxn>
                  <a:cxn ang="0">
                    <a:pos x="0" y="20"/>
                  </a:cxn>
                  <a:cxn ang="0">
                    <a:pos x="1" y="22"/>
                  </a:cxn>
                  <a:cxn ang="0">
                    <a:pos x="1" y="24"/>
                  </a:cxn>
                  <a:cxn ang="0">
                    <a:pos x="2" y="25"/>
                  </a:cxn>
                  <a:cxn ang="0">
                    <a:pos x="3" y="26"/>
                  </a:cxn>
                  <a:cxn ang="0">
                    <a:pos x="4" y="28"/>
                  </a:cxn>
                  <a:cxn ang="0">
                    <a:pos x="5" y="30"/>
                  </a:cxn>
                  <a:cxn ang="0">
                    <a:pos x="7" y="30"/>
                  </a:cxn>
                  <a:cxn ang="0">
                    <a:pos x="9" y="32"/>
                  </a:cxn>
                  <a:cxn ang="0">
                    <a:pos x="11" y="32"/>
                  </a:cxn>
                  <a:cxn ang="0">
                    <a:pos x="12" y="30"/>
                  </a:cxn>
                  <a:cxn ang="0">
                    <a:pos x="14" y="30"/>
                  </a:cxn>
                  <a:cxn ang="0">
                    <a:pos x="15" y="28"/>
                  </a:cxn>
                  <a:cxn ang="0">
                    <a:pos x="16" y="26"/>
                  </a:cxn>
                  <a:cxn ang="0">
                    <a:pos x="16" y="24"/>
                  </a:cxn>
                  <a:cxn ang="0">
                    <a:pos x="16" y="22"/>
                  </a:cxn>
                  <a:cxn ang="0">
                    <a:pos x="18" y="20"/>
                  </a:cxn>
                  <a:cxn ang="0">
                    <a:pos x="18" y="16"/>
                  </a:cxn>
                  <a:cxn ang="0">
                    <a:pos x="18" y="14"/>
                  </a:cxn>
                  <a:cxn ang="0">
                    <a:pos x="18" y="12"/>
                  </a:cxn>
                  <a:cxn ang="0">
                    <a:pos x="16" y="10"/>
                  </a:cxn>
                  <a:cxn ang="0">
                    <a:pos x="16" y="8"/>
                  </a:cxn>
                  <a:cxn ang="0">
                    <a:pos x="16" y="6"/>
                  </a:cxn>
                  <a:cxn ang="0">
                    <a:pos x="15" y="5"/>
                  </a:cxn>
                  <a:cxn ang="0">
                    <a:pos x="14" y="4"/>
                  </a:cxn>
                  <a:cxn ang="0">
                    <a:pos x="13" y="3"/>
                  </a:cxn>
                  <a:cxn ang="0">
                    <a:pos x="12" y="1"/>
                  </a:cxn>
                  <a:cxn ang="0">
                    <a:pos x="11" y="0"/>
                  </a:cxn>
                  <a:cxn ang="0">
                    <a:pos x="9" y="0"/>
                  </a:cxn>
                  <a:cxn ang="0">
                    <a:pos x="6" y="0"/>
                  </a:cxn>
                  <a:cxn ang="0">
                    <a:pos x="4" y="0"/>
                  </a:cxn>
                  <a:cxn ang="0">
                    <a:pos x="3" y="1"/>
                  </a:cxn>
                  <a:cxn ang="0">
                    <a:pos x="2" y="3"/>
                  </a:cxn>
                  <a:cxn ang="0">
                    <a:pos x="1" y="5"/>
                  </a:cxn>
                  <a:cxn ang="0">
                    <a:pos x="1" y="7"/>
                  </a:cxn>
                  <a:cxn ang="0">
                    <a:pos x="0" y="9"/>
                  </a:cxn>
                  <a:cxn ang="0">
                    <a:pos x="0" y="11"/>
                  </a:cxn>
                  <a:cxn ang="0">
                    <a:pos x="0" y="13"/>
                  </a:cxn>
                  <a:cxn ang="0">
                    <a:pos x="0" y="15"/>
                  </a:cxn>
                </a:cxnLst>
                <a:rect l="0" t="0" r="0" b="0"/>
                <a:pathLst>
                  <a:path w="19" h="33">
                    <a:moveTo>
                      <a:pt x="0" y="16"/>
                    </a:moveTo>
                    <a:lnTo>
                      <a:pt x="0" y="17"/>
                    </a:lnTo>
                    <a:lnTo>
                      <a:pt x="0" y="18"/>
                    </a:lnTo>
                    <a:lnTo>
                      <a:pt x="0" y="20"/>
                    </a:lnTo>
                    <a:lnTo>
                      <a:pt x="1" y="20"/>
                    </a:lnTo>
                    <a:lnTo>
                      <a:pt x="1" y="22"/>
                    </a:lnTo>
                    <a:lnTo>
                      <a:pt x="1" y="23"/>
                    </a:lnTo>
                    <a:lnTo>
                      <a:pt x="1" y="24"/>
                    </a:lnTo>
                    <a:lnTo>
                      <a:pt x="2" y="24"/>
                    </a:lnTo>
                    <a:lnTo>
                      <a:pt x="2" y="25"/>
                    </a:lnTo>
                    <a:lnTo>
                      <a:pt x="2" y="26"/>
                    </a:lnTo>
                    <a:lnTo>
                      <a:pt x="3" y="26"/>
                    </a:lnTo>
                    <a:lnTo>
                      <a:pt x="3" y="27"/>
                    </a:lnTo>
                    <a:lnTo>
                      <a:pt x="4" y="28"/>
                    </a:lnTo>
                    <a:lnTo>
                      <a:pt x="4" y="30"/>
                    </a:lnTo>
                    <a:lnTo>
                      <a:pt x="5" y="30"/>
                    </a:lnTo>
                    <a:lnTo>
                      <a:pt x="6" y="30"/>
                    </a:lnTo>
                    <a:lnTo>
                      <a:pt x="7" y="30"/>
                    </a:lnTo>
                    <a:lnTo>
                      <a:pt x="7" y="32"/>
                    </a:lnTo>
                    <a:lnTo>
                      <a:pt x="9" y="32"/>
                    </a:lnTo>
                    <a:lnTo>
                      <a:pt x="10" y="32"/>
                    </a:lnTo>
                    <a:lnTo>
                      <a:pt x="11" y="32"/>
                    </a:lnTo>
                    <a:lnTo>
                      <a:pt x="12" y="32"/>
                    </a:lnTo>
                    <a:lnTo>
                      <a:pt x="12" y="30"/>
                    </a:lnTo>
                    <a:lnTo>
                      <a:pt x="13" y="30"/>
                    </a:lnTo>
                    <a:lnTo>
                      <a:pt x="14" y="30"/>
                    </a:lnTo>
                    <a:lnTo>
                      <a:pt x="14" y="28"/>
                    </a:lnTo>
                    <a:lnTo>
                      <a:pt x="15" y="28"/>
                    </a:lnTo>
                    <a:lnTo>
                      <a:pt x="16" y="27"/>
                    </a:lnTo>
                    <a:lnTo>
                      <a:pt x="16" y="26"/>
                    </a:lnTo>
                    <a:lnTo>
                      <a:pt x="16" y="25"/>
                    </a:lnTo>
                    <a:lnTo>
                      <a:pt x="16" y="24"/>
                    </a:lnTo>
                    <a:lnTo>
                      <a:pt x="16" y="23"/>
                    </a:lnTo>
                    <a:lnTo>
                      <a:pt x="16" y="22"/>
                    </a:lnTo>
                    <a:lnTo>
                      <a:pt x="18" y="22"/>
                    </a:lnTo>
                    <a:lnTo>
                      <a:pt x="18" y="20"/>
                    </a:lnTo>
                    <a:lnTo>
                      <a:pt x="18" y="18"/>
                    </a:lnTo>
                    <a:lnTo>
                      <a:pt x="18" y="16"/>
                    </a:lnTo>
                    <a:lnTo>
                      <a:pt x="18" y="15"/>
                    </a:lnTo>
                    <a:lnTo>
                      <a:pt x="18" y="14"/>
                    </a:lnTo>
                    <a:lnTo>
                      <a:pt x="18" y="13"/>
                    </a:lnTo>
                    <a:lnTo>
                      <a:pt x="18" y="12"/>
                    </a:lnTo>
                    <a:lnTo>
                      <a:pt x="16" y="11"/>
                    </a:lnTo>
                    <a:lnTo>
                      <a:pt x="16" y="10"/>
                    </a:lnTo>
                    <a:lnTo>
                      <a:pt x="16" y="9"/>
                    </a:lnTo>
                    <a:lnTo>
                      <a:pt x="16" y="8"/>
                    </a:lnTo>
                    <a:lnTo>
                      <a:pt x="16" y="7"/>
                    </a:lnTo>
                    <a:lnTo>
                      <a:pt x="16" y="6"/>
                    </a:lnTo>
                    <a:lnTo>
                      <a:pt x="16" y="5"/>
                    </a:lnTo>
                    <a:lnTo>
                      <a:pt x="15" y="5"/>
                    </a:lnTo>
                    <a:lnTo>
                      <a:pt x="15" y="4"/>
                    </a:lnTo>
                    <a:lnTo>
                      <a:pt x="14" y="4"/>
                    </a:lnTo>
                    <a:lnTo>
                      <a:pt x="14" y="3"/>
                    </a:lnTo>
                    <a:lnTo>
                      <a:pt x="13" y="3"/>
                    </a:lnTo>
                    <a:lnTo>
                      <a:pt x="13" y="2"/>
                    </a:lnTo>
                    <a:lnTo>
                      <a:pt x="12" y="1"/>
                    </a:lnTo>
                    <a:lnTo>
                      <a:pt x="11" y="1"/>
                    </a:lnTo>
                    <a:lnTo>
                      <a:pt x="11" y="0"/>
                    </a:lnTo>
                    <a:lnTo>
                      <a:pt x="10" y="0"/>
                    </a:lnTo>
                    <a:lnTo>
                      <a:pt x="9" y="0"/>
                    </a:lnTo>
                    <a:lnTo>
                      <a:pt x="7" y="0"/>
                    </a:lnTo>
                    <a:lnTo>
                      <a:pt x="6" y="0"/>
                    </a:lnTo>
                    <a:lnTo>
                      <a:pt x="5" y="0"/>
                    </a:lnTo>
                    <a:lnTo>
                      <a:pt x="4" y="0"/>
                    </a:lnTo>
                    <a:lnTo>
                      <a:pt x="4" y="1"/>
                    </a:lnTo>
                    <a:lnTo>
                      <a:pt x="3" y="1"/>
                    </a:lnTo>
                    <a:lnTo>
                      <a:pt x="3" y="2"/>
                    </a:lnTo>
                    <a:lnTo>
                      <a:pt x="2" y="3"/>
                    </a:lnTo>
                    <a:lnTo>
                      <a:pt x="1" y="4"/>
                    </a:lnTo>
                    <a:lnTo>
                      <a:pt x="1" y="5"/>
                    </a:lnTo>
                    <a:lnTo>
                      <a:pt x="1" y="6"/>
                    </a:lnTo>
                    <a:lnTo>
                      <a:pt x="1" y="7"/>
                    </a:lnTo>
                    <a:lnTo>
                      <a:pt x="0" y="8"/>
                    </a:lnTo>
                    <a:lnTo>
                      <a:pt x="0" y="9"/>
                    </a:lnTo>
                    <a:lnTo>
                      <a:pt x="0" y="10"/>
                    </a:lnTo>
                    <a:lnTo>
                      <a:pt x="0" y="11"/>
                    </a:lnTo>
                    <a:lnTo>
                      <a:pt x="0" y="12"/>
                    </a:lnTo>
                    <a:lnTo>
                      <a:pt x="0" y="13"/>
                    </a:lnTo>
                    <a:lnTo>
                      <a:pt x="0" y="14"/>
                    </a:lnTo>
                    <a:lnTo>
                      <a:pt x="0" y="15"/>
                    </a:lnTo>
                    <a:lnTo>
                      <a:pt x="0" y="16"/>
                    </a:lnTo>
                  </a:path>
                </a:pathLst>
              </a:custGeom>
              <a:solidFill>
                <a:srgbClr val="FFFFFF"/>
              </a:solidFill>
              <a:ln w="12700">
                <a:noFill/>
              </a:ln>
            </p:spPr>
            <p:txBody>
              <a:bodyPr/>
              <a:lstStyle/>
              <a:p>
                <a:endParaRPr lang="zh-CN" altLang="en-US"/>
              </a:p>
            </p:txBody>
          </p:sp>
          <p:sp>
            <p:nvSpPr>
              <p:cNvPr id="31962" name="Freeform 219"/>
              <p:cNvSpPr/>
              <p:nvPr/>
            </p:nvSpPr>
            <p:spPr>
              <a:xfrm>
                <a:off x="3405" y="1778"/>
                <a:ext cx="19" cy="33"/>
              </a:xfrm>
              <a:custGeom>
                <a:avLst/>
                <a:gdLst/>
                <a:ahLst/>
                <a:cxnLst>
                  <a:cxn ang="0">
                    <a:pos x="0" y="16"/>
                  </a:cxn>
                  <a:cxn ang="0">
                    <a:pos x="1" y="22"/>
                  </a:cxn>
                  <a:cxn ang="0">
                    <a:pos x="3" y="27"/>
                  </a:cxn>
                  <a:cxn ang="0">
                    <a:pos x="7" y="30"/>
                  </a:cxn>
                  <a:cxn ang="0">
                    <a:pos x="10" y="32"/>
                  </a:cxn>
                  <a:cxn ang="0">
                    <a:pos x="13" y="30"/>
                  </a:cxn>
                  <a:cxn ang="0">
                    <a:pos x="16" y="26"/>
                  </a:cxn>
                  <a:cxn ang="0">
                    <a:pos x="18" y="20"/>
                  </a:cxn>
                  <a:cxn ang="0">
                    <a:pos x="18" y="15"/>
                  </a:cxn>
                  <a:cxn ang="0">
                    <a:pos x="16" y="8"/>
                  </a:cxn>
                  <a:cxn ang="0">
                    <a:pos x="14" y="3"/>
                  </a:cxn>
                  <a:cxn ang="0">
                    <a:pos x="11" y="0"/>
                  </a:cxn>
                  <a:cxn ang="0">
                    <a:pos x="7" y="0"/>
                  </a:cxn>
                  <a:cxn ang="0">
                    <a:pos x="4" y="1"/>
                  </a:cxn>
                  <a:cxn ang="0">
                    <a:pos x="1" y="4"/>
                  </a:cxn>
                  <a:cxn ang="0">
                    <a:pos x="0" y="10"/>
                  </a:cxn>
                  <a:cxn ang="0">
                    <a:pos x="0" y="16"/>
                  </a:cxn>
                </a:cxnLst>
                <a:rect l="0" t="0" r="0" b="0"/>
                <a:pathLst>
                  <a:path w="19" h="33">
                    <a:moveTo>
                      <a:pt x="0" y="16"/>
                    </a:moveTo>
                    <a:lnTo>
                      <a:pt x="1" y="22"/>
                    </a:lnTo>
                    <a:lnTo>
                      <a:pt x="3" y="27"/>
                    </a:lnTo>
                    <a:lnTo>
                      <a:pt x="7" y="30"/>
                    </a:lnTo>
                    <a:lnTo>
                      <a:pt x="10" y="32"/>
                    </a:lnTo>
                    <a:lnTo>
                      <a:pt x="13" y="30"/>
                    </a:lnTo>
                    <a:lnTo>
                      <a:pt x="16" y="26"/>
                    </a:lnTo>
                    <a:lnTo>
                      <a:pt x="18" y="20"/>
                    </a:lnTo>
                    <a:lnTo>
                      <a:pt x="18" y="15"/>
                    </a:lnTo>
                    <a:lnTo>
                      <a:pt x="16" y="8"/>
                    </a:lnTo>
                    <a:lnTo>
                      <a:pt x="14" y="3"/>
                    </a:lnTo>
                    <a:lnTo>
                      <a:pt x="11" y="0"/>
                    </a:lnTo>
                    <a:lnTo>
                      <a:pt x="7" y="0"/>
                    </a:lnTo>
                    <a:lnTo>
                      <a:pt x="4" y="1"/>
                    </a:lnTo>
                    <a:lnTo>
                      <a:pt x="1" y="4"/>
                    </a:lnTo>
                    <a:lnTo>
                      <a:pt x="0" y="10"/>
                    </a:lnTo>
                    <a:lnTo>
                      <a:pt x="0" y="1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63" name="Freeform 220"/>
              <p:cNvSpPr/>
              <p:nvPr/>
            </p:nvSpPr>
            <p:spPr>
              <a:xfrm>
                <a:off x="3330" y="1803"/>
                <a:ext cx="61" cy="84"/>
              </a:xfrm>
              <a:custGeom>
                <a:avLst/>
                <a:gdLst/>
                <a:ahLst/>
                <a:cxnLst>
                  <a:cxn ang="0">
                    <a:pos x="0" y="47"/>
                  </a:cxn>
                  <a:cxn ang="0">
                    <a:pos x="23" y="83"/>
                  </a:cxn>
                  <a:cxn ang="0">
                    <a:pos x="58" y="39"/>
                  </a:cxn>
                  <a:cxn ang="0">
                    <a:pos x="60" y="0"/>
                  </a:cxn>
                  <a:cxn ang="0">
                    <a:pos x="30" y="1"/>
                  </a:cxn>
                  <a:cxn ang="0">
                    <a:pos x="0" y="47"/>
                  </a:cxn>
                </a:cxnLst>
                <a:rect l="0" t="0" r="0" b="0"/>
                <a:pathLst>
                  <a:path w="61" h="84">
                    <a:moveTo>
                      <a:pt x="0" y="47"/>
                    </a:moveTo>
                    <a:lnTo>
                      <a:pt x="23" y="83"/>
                    </a:lnTo>
                    <a:lnTo>
                      <a:pt x="58" y="39"/>
                    </a:lnTo>
                    <a:lnTo>
                      <a:pt x="60" y="0"/>
                    </a:lnTo>
                    <a:lnTo>
                      <a:pt x="30" y="1"/>
                    </a:lnTo>
                    <a:lnTo>
                      <a:pt x="0" y="47"/>
                    </a:lnTo>
                  </a:path>
                </a:pathLst>
              </a:custGeom>
              <a:solidFill>
                <a:srgbClr val="FFFFFF"/>
              </a:solidFill>
              <a:ln w="12700">
                <a:noFill/>
              </a:ln>
            </p:spPr>
            <p:txBody>
              <a:bodyPr/>
              <a:lstStyle/>
              <a:p>
                <a:endParaRPr lang="zh-CN" altLang="en-US"/>
              </a:p>
            </p:txBody>
          </p:sp>
          <p:sp>
            <p:nvSpPr>
              <p:cNvPr id="31964" name="Freeform 221"/>
              <p:cNvSpPr/>
              <p:nvPr/>
            </p:nvSpPr>
            <p:spPr>
              <a:xfrm>
                <a:off x="3330" y="1803"/>
                <a:ext cx="61" cy="84"/>
              </a:xfrm>
              <a:custGeom>
                <a:avLst/>
                <a:gdLst/>
                <a:ahLst/>
                <a:cxnLst>
                  <a:cxn ang="0">
                    <a:pos x="0" y="47"/>
                  </a:cxn>
                  <a:cxn ang="0">
                    <a:pos x="23" y="83"/>
                  </a:cxn>
                  <a:cxn ang="0">
                    <a:pos x="58" y="39"/>
                  </a:cxn>
                  <a:cxn ang="0">
                    <a:pos x="60" y="0"/>
                  </a:cxn>
                  <a:cxn ang="0">
                    <a:pos x="30" y="1"/>
                  </a:cxn>
                  <a:cxn ang="0">
                    <a:pos x="0" y="47"/>
                  </a:cxn>
                </a:cxnLst>
                <a:rect l="0" t="0" r="0" b="0"/>
                <a:pathLst>
                  <a:path w="61" h="84">
                    <a:moveTo>
                      <a:pt x="0" y="47"/>
                    </a:moveTo>
                    <a:lnTo>
                      <a:pt x="23" y="83"/>
                    </a:lnTo>
                    <a:lnTo>
                      <a:pt x="58" y="39"/>
                    </a:lnTo>
                    <a:lnTo>
                      <a:pt x="60" y="0"/>
                    </a:lnTo>
                    <a:lnTo>
                      <a:pt x="30" y="1"/>
                    </a:lnTo>
                    <a:lnTo>
                      <a:pt x="0" y="4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65" name="Freeform 222"/>
              <p:cNvSpPr/>
              <p:nvPr/>
            </p:nvSpPr>
            <p:spPr>
              <a:xfrm>
                <a:off x="3383" y="3136"/>
                <a:ext cx="59" cy="84"/>
              </a:xfrm>
              <a:custGeom>
                <a:avLst/>
                <a:gdLst/>
                <a:ahLst/>
                <a:cxnLst>
                  <a:cxn ang="0">
                    <a:pos x="58" y="47"/>
                  </a:cxn>
                  <a:cxn ang="0">
                    <a:pos x="34" y="83"/>
                  </a:cxn>
                  <a:cxn ang="0">
                    <a:pos x="0" y="38"/>
                  </a:cxn>
                  <a:cxn ang="0">
                    <a:pos x="0" y="0"/>
                  </a:cxn>
                  <a:cxn ang="0">
                    <a:pos x="29" y="1"/>
                  </a:cxn>
                  <a:cxn ang="0">
                    <a:pos x="58" y="47"/>
                  </a:cxn>
                </a:cxnLst>
                <a:rect l="0" t="0" r="0" b="0"/>
                <a:pathLst>
                  <a:path w="59" h="84">
                    <a:moveTo>
                      <a:pt x="58" y="47"/>
                    </a:moveTo>
                    <a:lnTo>
                      <a:pt x="34" y="83"/>
                    </a:lnTo>
                    <a:lnTo>
                      <a:pt x="0" y="38"/>
                    </a:lnTo>
                    <a:lnTo>
                      <a:pt x="0" y="0"/>
                    </a:lnTo>
                    <a:lnTo>
                      <a:pt x="29" y="1"/>
                    </a:lnTo>
                    <a:lnTo>
                      <a:pt x="58" y="47"/>
                    </a:lnTo>
                  </a:path>
                </a:pathLst>
              </a:custGeom>
              <a:solidFill>
                <a:srgbClr val="FFFFFF"/>
              </a:solidFill>
              <a:ln w="12700">
                <a:noFill/>
              </a:ln>
            </p:spPr>
            <p:txBody>
              <a:bodyPr/>
              <a:lstStyle/>
              <a:p>
                <a:endParaRPr lang="zh-CN" altLang="en-US"/>
              </a:p>
            </p:txBody>
          </p:sp>
          <p:sp>
            <p:nvSpPr>
              <p:cNvPr id="31966" name="Freeform 223"/>
              <p:cNvSpPr/>
              <p:nvPr/>
            </p:nvSpPr>
            <p:spPr>
              <a:xfrm>
                <a:off x="3383" y="3136"/>
                <a:ext cx="59" cy="84"/>
              </a:xfrm>
              <a:custGeom>
                <a:avLst/>
                <a:gdLst/>
                <a:ahLst/>
                <a:cxnLst>
                  <a:cxn ang="0">
                    <a:pos x="58" y="47"/>
                  </a:cxn>
                  <a:cxn ang="0">
                    <a:pos x="34" y="83"/>
                  </a:cxn>
                  <a:cxn ang="0">
                    <a:pos x="0" y="38"/>
                  </a:cxn>
                  <a:cxn ang="0">
                    <a:pos x="0" y="0"/>
                  </a:cxn>
                  <a:cxn ang="0">
                    <a:pos x="29" y="1"/>
                  </a:cxn>
                  <a:cxn ang="0">
                    <a:pos x="58" y="47"/>
                  </a:cxn>
                </a:cxnLst>
                <a:rect l="0" t="0" r="0" b="0"/>
                <a:pathLst>
                  <a:path w="59" h="84">
                    <a:moveTo>
                      <a:pt x="58" y="47"/>
                    </a:moveTo>
                    <a:lnTo>
                      <a:pt x="34" y="83"/>
                    </a:lnTo>
                    <a:lnTo>
                      <a:pt x="0" y="38"/>
                    </a:lnTo>
                    <a:lnTo>
                      <a:pt x="0" y="0"/>
                    </a:lnTo>
                    <a:lnTo>
                      <a:pt x="29" y="1"/>
                    </a:lnTo>
                    <a:lnTo>
                      <a:pt x="58" y="4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67" name="Freeform 224"/>
              <p:cNvSpPr/>
              <p:nvPr/>
            </p:nvSpPr>
            <p:spPr>
              <a:xfrm>
                <a:off x="3317" y="3023"/>
                <a:ext cx="59" cy="82"/>
              </a:xfrm>
              <a:custGeom>
                <a:avLst/>
                <a:gdLst/>
                <a:ahLst/>
                <a:cxnLst>
                  <a:cxn ang="0">
                    <a:pos x="0" y="33"/>
                  </a:cxn>
                  <a:cxn ang="0">
                    <a:pos x="22" y="0"/>
                  </a:cxn>
                  <a:cxn ang="0">
                    <a:pos x="56" y="42"/>
                  </a:cxn>
                  <a:cxn ang="0">
                    <a:pos x="58" y="81"/>
                  </a:cxn>
                  <a:cxn ang="0">
                    <a:pos x="28" y="77"/>
                  </a:cxn>
                  <a:cxn ang="0">
                    <a:pos x="0" y="33"/>
                  </a:cxn>
                </a:cxnLst>
                <a:rect l="0" t="0" r="0" b="0"/>
                <a:pathLst>
                  <a:path w="59" h="82">
                    <a:moveTo>
                      <a:pt x="0" y="33"/>
                    </a:moveTo>
                    <a:lnTo>
                      <a:pt x="22" y="0"/>
                    </a:lnTo>
                    <a:lnTo>
                      <a:pt x="56" y="42"/>
                    </a:lnTo>
                    <a:lnTo>
                      <a:pt x="58" y="81"/>
                    </a:lnTo>
                    <a:lnTo>
                      <a:pt x="28" y="77"/>
                    </a:lnTo>
                    <a:lnTo>
                      <a:pt x="0" y="33"/>
                    </a:lnTo>
                  </a:path>
                </a:pathLst>
              </a:custGeom>
              <a:solidFill>
                <a:srgbClr val="FFFFFF"/>
              </a:solidFill>
              <a:ln w="12700">
                <a:noFill/>
              </a:ln>
            </p:spPr>
            <p:txBody>
              <a:bodyPr/>
              <a:lstStyle/>
              <a:p>
                <a:endParaRPr lang="zh-CN" altLang="en-US"/>
              </a:p>
            </p:txBody>
          </p:sp>
          <p:sp>
            <p:nvSpPr>
              <p:cNvPr id="31968" name="Freeform 225"/>
              <p:cNvSpPr/>
              <p:nvPr/>
            </p:nvSpPr>
            <p:spPr>
              <a:xfrm>
                <a:off x="3317" y="3023"/>
                <a:ext cx="59" cy="82"/>
              </a:xfrm>
              <a:custGeom>
                <a:avLst/>
                <a:gdLst/>
                <a:ahLst/>
                <a:cxnLst>
                  <a:cxn ang="0">
                    <a:pos x="0" y="33"/>
                  </a:cxn>
                  <a:cxn ang="0">
                    <a:pos x="22" y="0"/>
                  </a:cxn>
                  <a:cxn ang="0">
                    <a:pos x="56" y="42"/>
                  </a:cxn>
                  <a:cxn ang="0">
                    <a:pos x="58" y="81"/>
                  </a:cxn>
                  <a:cxn ang="0">
                    <a:pos x="28" y="77"/>
                  </a:cxn>
                  <a:cxn ang="0">
                    <a:pos x="0" y="33"/>
                  </a:cxn>
                </a:cxnLst>
                <a:rect l="0" t="0" r="0" b="0"/>
                <a:pathLst>
                  <a:path w="59" h="82">
                    <a:moveTo>
                      <a:pt x="0" y="33"/>
                    </a:moveTo>
                    <a:lnTo>
                      <a:pt x="22" y="0"/>
                    </a:lnTo>
                    <a:lnTo>
                      <a:pt x="56" y="42"/>
                    </a:lnTo>
                    <a:lnTo>
                      <a:pt x="58" y="81"/>
                    </a:lnTo>
                    <a:lnTo>
                      <a:pt x="28" y="77"/>
                    </a:lnTo>
                    <a:lnTo>
                      <a:pt x="0" y="3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69" name="Freeform 226"/>
              <p:cNvSpPr/>
              <p:nvPr/>
            </p:nvSpPr>
            <p:spPr>
              <a:xfrm>
                <a:off x="3294" y="3019"/>
                <a:ext cx="58" cy="83"/>
              </a:xfrm>
              <a:custGeom>
                <a:avLst/>
                <a:gdLst/>
                <a:ahLst/>
                <a:cxnLst>
                  <a:cxn ang="0">
                    <a:pos x="0" y="34"/>
                  </a:cxn>
                  <a:cxn ang="0">
                    <a:pos x="22" y="0"/>
                  </a:cxn>
                  <a:cxn ang="0">
                    <a:pos x="56" y="42"/>
                  </a:cxn>
                  <a:cxn ang="0">
                    <a:pos x="57" y="82"/>
                  </a:cxn>
                  <a:cxn ang="0">
                    <a:pos x="27" y="80"/>
                  </a:cxn>
                  <a:cxn ang="0">
                    <a:pos x="0" y="34"/>
                  </a:cxn>
                </a:cxnLst>
                <a:rect l="0" t="0" r="0" b="0"/>
                <a:pathLst>
                  <a:path w="58" h="83">
                    <a:moveTo>
                      <a:pt x="0" y="34"/>
                    </a:moveTo>
                    <a:lnTo>
                      <a:pt x="22" y="0"/>
                    </a:lnTo>
                    <a:lnTo>
                      <a:pt x="56" y="42"/>
                    </a:lnTo>
                    <a:lnTo>
                      <a:pt x="57" y="82"/>
                    </a:lnTo>
                    <a:lnTo>
                      <a:pt x="27" y="80"/>
                    </a:lnTo>
                    <a:lnTo>
                      <a:pt x="0" y="34"/>
                    </a:lnTo>
                  </a:path>
                </a:pathLst>
              </a:custGeom>
              <a:solidFill>
                <a:srgbClr val="FFFFFF"/>
              </a:solidFill>
              <a:ln w="12700">
                <a:noFill/>
              </a:ln>
            </p:spPr>
            <p:txBody>
              <a:bodyPr/>
              <a:lstStyle/>
              <a:p>
                <a:endParaRPr lang="zh-CN" altLang="en-US"/>
              </a:p>
            </p:txBody>
          </p:sp>
          <p:sp>
            <p:nvSpPr>
              <p:cNvPr id="31970" name="Freeform 227"/>
              <p:cNvSpPr/>
              <p:nvPr/>
            </p:nvSpPr>
            <p:spPr>
              <a:xfrm>
                <a:off x="3294" y="3019"/>
                <a:ext cx="58" cy="83"/>
              </a:xfrm>
              <a:custGeom>
                <a:avLst/>
                <a:gdLst/>
                <a:ahLst/>
                <a:cxnLst>
                  <a:cxn ang="0">
                    <a:pos x="0" y="34"/>
                  </a:cxn>
                  <a:cxn ang="0">
                    <a:pos x="22" y="0"/>
                  </a:cxn>
                  <a:cxn ang="0">
                    <a:pos x="56" y="42"/>
                  </a:cxn>
                  <a:cxn ang="0">
                    <a:pos x="57" y="82"/>
                  </a:cxn>
                  <a:cxn ang="0">
                    <a:pos x="27" y="80"/>
                  </a:cxn>
                  <a:cxn ang="0">
                    <a:pos x="0" y="34"/>
                  </a:cxn>
                </a:cxnLst>
                <a:rect l="0" t="0" r="0" b="0"/>
                <a:pathLst>
                  <a:path w="58" h="83">
                    <a:moveTo>
                      <a:pt x="0" y="34"/>
                    </a:moveTo>
                    <a:lnTo>
                      <a:pt x="22" y="0"/>
                    </a:lnTo>
                    <a:lnTo>
                      <a:pt x="56" y="42"/>
                    </a:lnTo>
                    <a:lnTo>
                      <a:pt x="57" y="82"/>
                    </a:lnTo>
                    <a:lnTo>
                      <a:pt x="27" y="80"/>
                    </a:lnTo>
                    <a:lnTo>
                      <a:pt x="0"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71" name="Freeform 228"/>
              <p:cNvSpPr/>
              <p:nvPr/>
            </p:nvSpPr>
            <p:spPr>
              <a:xfrm>
                <a:off x="3334" y="3103"/>
                <a:ext cx="65" cy="41"/>
              </a:xfrm>
              <a:custGeom>
                <a:avLst/>
                <a:gdLst/>
                <a:ahLst/>
                <a:cxnLst>
                  <a:cxn ang="0">
                    <a:pos x="52" y="38"/>
                  </a:cxn>
                  <a:cxn ang="0">
                    <a:pos x="53" y="38"/>
                  </a:cxn>
                  <a:cxn ang="0">
                    <a:pos x="54" y="38"/>
                  </a:cxn>
                  <a:cxn ang="0">
                    <a:pos x="55" y="38"/>
                  </a:cxn>
                  <a:cxn ang="0">
                    <a:pos x="55" y="37"/>
                  </a:cxn>
                  <a:cxn ang="0">
                    <a:pos x="56" y="37"/>
                  </a:cxn>
                  <a:cxn ang="0">
                    <a:pos x="56" y="36"/>
                  </a:cxn>
                  <a:cxn ang="0">
                    <a:pos x="57" y="36"/>
                  </a:cxn>
                  <a:cxn ang="0">
                    <a:pos x="58" y="36"/>
                  </a:cxn>
                  <a:cxn ang="0">
                    <a:pos x="58" y="35"/>
                  </a:cxn>
                  <a:cxn ang="0">
                    <a:pos x="58" y="34"/>
                  </a:cxn>
                  <a:cxn ang="0">
                    <a:pos x="60" y="34"/>
                  </a:cxn>
                  <a:cxn ang="0">
                    <a:pos x="60" y="33"/>
                  </a:cxn>
                  <a:cxn ang="0">
                    <a:pos x="60" y="32"/>
                  </a:cxn>
                  <a:cxn ang="0">
                    <a:pos x="62" y="32"/>
                  </a:cxn>
                  <a:cxn ang="0">
                    <a:pos x="62" y="30"/>
                  </a:cxn>
                  <a:cxn ang="0">
                    <a:pos x="62" y="28"/>
                  </a:cxn>
                  <a:cxn ang="0">
                    <a:pos x="63" y="27"/>
                  </a:cxn>
                  <a:cxn ang="0">
                    <a:pos x="63" y="26"/>
                  </a:cxn>
                  <a:cxn ang="0">
                    <a:pos x="64" y="25"/>
                  </a:cxn>
                  <a:cxn ang="0">
                    <a:pos x="64" y="24"/>
                  </a:cxn>
                  <a:cxn ang="0">
                    <a:pos x="64" y="23"/>
                  </a:cxn>
                  <a:cxn ang="0">
                    <a:pos x="64" y="22"/>
                  </a:cxn>
                  <a:cxn ang="0">
                    <a:pos x="64" y="20"/>
                  </a:cxn>
                  <a:cxn ang="0">
                    <a:pos x="64" y="18"/>
                  </a:cxn>
                  <a:cxn ang="0">
                    <a:pos x="64" y="17"/>
                  </a:cxn>
                  <a:cxn ang="0">
                    <a:pos x="64" y="16"/>
                  </a:cxn>
                  <a:cxn ang="0">
                    <a:pos x="64" y="15"/>
                  </a:cxn>
                  <a:cxn ang="0">
                    <a:pos x="63" y="14"/>
                  </a:cxn>
                  <a:cxn ang="0">
                    <a:pos x="63" y="13"/>
                  </a:cxn>
                  <a:cxn ang="0">
                    <a:pos x="63" y="12"/>
                  </a:cxn>
                  <a:cxn ang="0">
                    <a:pos x="62" y="12"/>
                  </a:cxn>
                  <a:cxn ang="0">
                    <a:pos x="62" y="10"/>
                  </a:cxn>
                  <a:cxn ang="0">
                    <a:pos x="60" y="8"/>
                  </a:cxn>
                  <a:cxn ang="0">
                    <a:pos x="60" y="6"/>
                  </a:cxn>
                  <a:cxn ang="0">
                    <a:pos x="58" y="6"/>
                  </a:cxn>
                  <a:cxn ang="0">
                    <a:pos x="57" y="5"/>
                  </a:cxn>
                  <a:cxn ang="0">
                    <a:pos x="56" y="5"/>
                  </a:cxn>
                  <a:cxn ang="0">
                    <a:pos x="56" y="4"/>
                  </a:cxn>
                  <a:cxn ang="0">
                    <a:pos x="2" y="0"/>
                  </a:cxn>
                  <a:cxn ang="0">
                    <a:pos x="0" y="34"/>
                  </a:cxn>
                  <a:cxn ang="0">
                    <a:pos x="52" y="40"/>
                  </a:cxn>
                  <a:cxn ang="0">
                    <a:pos x="52" y="38"/>
                  </a:cxn>
                </a:cxnLst>
                <a:rect l="0" t="0" r="0" b="0"/>
                <a:pathLst>
                  <a:path w="65" h="41">
                    <a:moveTo>
                      <a:pt x="52" y="38"/>
                    </a:moveTo>
                    <a:lnTo>
                      <a:pt x="53" y="38"/>
                    </a:lnTo>
                    <a:lnTo>
                      <a:pt x="54" y="38"/>
                    </a:lnTo>
                    <a:lnTo>
                      <a:pt x="55" y="38"/>
                    </a:lnTo>
                    <a:lnTo>
                      <a:pt x="55" y="37"/>
                    </a:lnTo>
                    <a:lnTo>
                      <a:pt x="56" y="37"/>
                    </a:lnTo>
                    <a:lnTo>
                      <a:pt x="56" y="36"/>
                    </a:lnTo>
                    <a:lnTo>
                      <a:pt x="57" y="36"/>
                    </a:lnTo>
                    <a:lnTo>
                      <a:pt x="58" y="36"/>
                    </a:lnTo>
                    <a:lnTo>
                      <a:pt x="58" y="35"/>
                    </a:lnTo>
                    <a:lnTo>
                      <a:pt x="58" y="34"/>
                    </a:lnTo>
                    <a:lnTo>
                      <a:pt x="60" y="34"/>
                    </a:lnTo>
                    <a:lnTo>
                      <a:pt x="60" y="33"/>
                    </a:lnTo>
                    <a:lnTo>
                      <a:pt x="60" y="32"/>
                    </a:lnTo>
                    <a:lnTo>
                      <a:pt x="62" y="32"/>
                    </a:lnTo>
                    <a:lnTo>
                      <a:pt x="62" y="30"/>
                    </a:lnTo>
                    <a:lnTo>
                      <a:pt x="62" y="28"/>
                    </a:lnTo>
                    <a:lnTo>
                      <a:pt x="63" y="27"/>
                    </a:lnTo>
                    <a:lnTo>
                      <a:pt x="63" y="26"/>
                    </a:lnTo>
                    <a:lnTo>
                      <a:pt x="64" y="25"/>
                    </a:lnTo>
                    <a:lnTo>
                      <a:pt x="64" y="24"/>
                    </a:lnTo>
                    <a:lnTo>
                      <a:pt x="64" y="23"/>
                    </a:lnTo>
                    <a:lnTo>
                      <a:pt x="64" y="22"/>
                    </a:lnTo>
                    <a:lnTo>
                      <a:pt x="64" y="20"/>
                    </a:lnTo>
                    <a:lnTo>
                      <a:pt x="64" y="18"/>
                    </a:lnTo>
                    <a:lnTo>
                      <a:pt x="64" y="17"/>
                    </a:lnTo>
                    <a:lnTo>
                      <a:pt x="64" y="16"/>
                    </a:lnTo>
                    <a:lnTo>
                      <a:pt x="64" y="15"/>
                    </a:lnTo>
                    <a:lnTo>
                      <a:pt x="63" y="14"/>
                    </a:lnTo>
                    <a:lnTo>
                      <a:pt x="63" y="13"/>
                    </a:lnTo>
                    <a:lnTo>
                      <a:pt x="63" y="12"/>
                    </a:lnTo>
                    <a:lnTo>
                      <a:pt x="62" y="12"/>
                    </a:lnTo>
                    <a:lnTo>
                      <a:pt x="62" y="10"/>
                    </a:lnTo>
                    <a:lnTo>
                      <a:pt x="60" y="8"/>
                    </a:lnTo>
                    <a:lnTo>
                      <a:pt x="60" y="6"/>
                    </a:lnTo>
                    <a:lnTo>
                      <a:pt x="58" y="6"/>
                    </a:lnTo>
                    <a:lnTo>
                      <a:pt x="57" y="5"/>
                    </a:lnTo>
                    <a:lnTo>
                      <a:pt x="56" y="5"/>
                    </a:lnTo>
                    <a:lnTo>
                      <a:pt x="56" y="4"/>
                    </a:lnTo>
                    <a:lnTo>
                      <a:pt x="2" y="0"/>
                    </a:lnTo>
                    <a:lnTo>
                      <a:pt x="0" y="34"/>
                    </a:lnTo>
                    <a:lnTo>
                      <a:pt x="52" y="40"/>
                    </a:lnTo>
                    <a:lnTo>
                      <a:pt x="52" y="38"/>
                    </a:lnTo>
                  </a:path>
                </a:pathLst>
              </a:custGeom>
              <a:solidFill>
                <a:srgbClr val="FFFFFF"/>
              </a:solidFill>
              <a:ln w="12700">
                <a:noFill/>
              </a:ln>
            </p:spPr>
            <p:txBody>
              <a:bodyPr/>
              <a:lstStyle/>
              <a:p>
                <a:endParaRPr lang="zh-CN" altLang="en-US"/>
              </a:p>
            </p:txBody>
          </p:sp>
          <p:sp>
            <p:nvSpPr>
              <p:cNvPr id="31972" name="Freeform 229"/>
              <p:cNvSpPr/>
              <p:nvPr/>
            </p:nvSpPr>
            <p:spPr>
              <a:xfrm>
                <a:off x="3334" y="3103"/>
                <a:ext cx="65" cy="41"/>
              </a:xfrm>
              <a:custGeom>
                <a:avLst/>
                <a:gdLst/>
                <a:ahLst/>
                <a:cxnLst>
                  <a:cxn ang="0">
                    <a:pos x="52" y="38"/>
                  </a:cxn>
                  <a:cxn ang="0">
                    <a:pos x="56" y="37"/>
                  </a:cxn>
                  <a:cxn ang="0">
                    <a:pos x="60" y="34"/>
                  </a:cxn>
                  <a:cxn ang="0">
                    <a:pos x="62" y="28"/>
                  </a:cxn>
                  <a:cxn ang="0">
                    <a:pos x="64" y="22"/>
                  </a:cxn>
                  <a:cxn ang="0">
                    <a:pos x="64" y="16"/>
                  </a:cxn>
                  <a:cxn ang="0">
                    <a:pos x="62" y="10"/>
                  </a:cxn>
                  <a:cxn ang="0">
                    <a:pos x="60" y="6"/>
                  </a:cxn>
                  <a:cxn ang="0">
                    <a:pos x="56" y="4"/>
                  </a:cxn>
                  <a:cxn ang="0">
                    <a:pos x="2" y="0"/>
                  </a:cxn>
                  <a:cxn ang="0">
                    <a:pos x="0" y="34"/>
                  </a:cxn>
                  <a:cxn ang="0">
                    <a:pos x="52" y="40"/>
                  </a:cxn>
                  <a:cxn ang="0">
                    <a:pos x="52" y="38"/>
                  </a:cxn>
                </a:cxnLst>
                <a:rect l="0" t="0" r="0" b="0"/>
                <a:pathLst>
                  <a:path w="65" h="41">
                    <a:moveTo>
                      <a:pt x="52" y="38"/>
                    </a:moveTo>
                    <a:lnTo>
                      <a:pt x="56" y="37"/>
                    </a:lnTo>
                    <a:lnTo>
                      <a:pt x="60" y="34"/>
                    </a:lnTo>
                    <a:lnTo>
                      <a:pt x="62" y="28"/>
                    </a:lnTo>
                    <a:lnTo>
                      <a:pt x="64" y="22"/>
                    </a:lnTo>
                    <a:lnTo>
                      <a:pt x="64" y="16"/>
                    </a:lnTo>
                    <a:lnTo>
                      <a:pt x="62" y="10"/>
                    </a:lnTo>
                    <a:lnTo>
                      <a:pt x="60" y="6"/>
                    </a:lnTo>
                    <a:lnTo>
                      <a:pt x="56" y="4"/>
                    </a:lnTo>
                    <a:lnTo>
                      <a:pt x="2" y="0"/>
                    </a:lnTo>
                    <a:lnTo>
                      <a:pt x="0" y="34"/>
                    </a:lnTo>
                    <a:lnTo>
                      <a:pt x="52" y="40"/>
                    </a:lnTo>
                    <a:lnTo>
                      <a:pt x="52" y="3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73" name="Freeform 230"/>
              <p:cNvSpPr/>
              <p:nvPr/>
            </p:nvSpPr>
            <p:spPr>
              <a:xfrm>
                <a:off x="3326" y="3103"/>
                <a:ext cx="20" cy="34"/>
              </a:xfrm>
              <a:custGeom>
                <a:avLst/>
                <a:gdLst/>
                <a:ahLst/>
                <a:cxnLst>
                  <a:cxn ang="0">
                    <a:pos x="18" y="18"/>
                  </a:cxn>
                  <a:cxn ang="0">
                    <a:pos x="18" y="20"/>
                  </a:cxn>
                  <a:cxn ang="0">
                    <a:pos x="17" y="23"/>
                  </a:cxn>
                  <a:cxn ang="0">
                    <a:pos x="15" y="26"/>
                  </a:cxn>
                  <a:cxn ang="0">
                    <a:pos x="15" y="28"/>
                  </a:cxn>
                  <a:cxn ang="0">
                    <a:pos x="12" y="30"/>
                  </a:cxn>
                  <a:cxn ang="0">
                    <a:pos x="10" y="31"/>
                  </a:cxn>
                  <a:cxn ang="0">
                    <a:pos x="9" y="33"/>
                  </a:cxn>
                  <a:cxn ang="0">
                    <a:pos x="7" y="33"/>
                  </a:cxn>
                  <a:cxn ang="0">
                    <a:pos x="5" y="31"/>
                  </a:cxn>
                  <a:cxn ang="0">
                    <a:pos x="3" y="30"/>
                  </a:cxn>
                  <a:cxn ang="0">
                    <a:pos x="2" y="28"/>
                  </a:cxn>
                  <a:cxn ang="0">
                    <a:pos x="1" y="27"/>
                  </a:cxn>
                  <a:cxn ang="0">
                    <a:pos x="0" y="25"/>
                  </a:cxn>
                  <a:cxn ang="0">
                    <a:pos x="0" y="21"/>
                  </a:cxn>
                  <a:cxn ang="0">
                    <a:pos x="0" y="19"/>
                  </a:cxn>
                  <a:cxn ang="0">
                    <a:pos x="0" y="17"/>
                  </a:cxn>
                  <a:cxn ang="0">
                    <a:pos x="0" y="15"/>
                  </a:cxn>
                  <a:cxn ang="0">
                    <a:pos x="0" y="13"/>
                  </a:cxn>
                  <a:cxn ang="0">
                    <a:pos x="0" y="10"/>
                  </a:cxn>
                  <a:cxn ang="0">
                    <a:pos x="0" y="8"/>
                  </a:cxn>
                  <a:cxn ang="0">
                    <a:pos x="1" y="7"/>
                  </a:cxn>
                  <a:cxn ang="0">
                    <a:pos x="2" y="5"/>
                  </a:cxn>
                  <a:cxn ang="0">
                    <a:pos x="3" y="3"/>
                  </a:cxn>
                  <a:cxn ang="0">
                    <a:pos x="4" y="2"/>
                  </a:cxn>
                  <a:cxn ang="0">
                    <a:pos x="6" y="1"/>
                  </a:cxn>
                  <a:cxn ang="0">
                    <a:pos x="8" y="0"/>
                  </a:cxn>
                  <a:cxn ang="0">
                    <a:pos x="10" y="0"/>
                  </a:cxn>
                  <a:cxn ang="0">
                    <a:pos x="12" y="0"/>
                  </a:cxn>
                  <a:cxn ang="0">
                    <a:pos x="15" y="1"/>
                  </a:cxn>
                  <a:cxn ang="0">
                    <a:pos x="15" y="3"/>
                  </a:cxn>
                  <a:cxn ang="0">
                    <a:pos x="17" y="5"/>
                  </a:cxn>
                  <a:cxn ang="0">
                    <a:pos x="17" y="7"/>
                  </a:cxn>
                  <a:cxn ang="0">
                    <a:pos x="18" y="8"/>
                  </a:cxn>
                  <a:cxn ang="0">
                    <a:pos x="19" y="11"/>
                  </a:cxn>
                  <a:cxn ang="0">
                    <a:pos x="19" y="13"/>
                  </a:cxn>
                  <a:cxn ang="0">
                    <a:pos x="19" y="15"/>
                  </a:cxn>
                  <a:cxn ang="0">
                    <a:pos x="19" y="17"/>
                  </a:cxn>
                </a:cxnLst>
                <a:rect l="0" t="0" r="0" b="0"/>
                <a:pathLst>
                  <a:path w="20" h="34">
                    <a:moveTo>
                      <a:pt x="19" y="17"/>
                    </a:moveTo>
                    <a:lnTo>
                      <a:pt x="18" y="18"/>
                    </a:lnTo>
                    <a:lnTo>
                      <a:pt x="18" y="19"/>
                    </a:lnTo>
                    <a:lnTo>
                      <a:pt x="18" y="20"/>
                    </a:lnTo>
                    <a:lnTo>
                      <a:pt x="17" y="21"/>
                    </a:lnTo>
                    <a:lnTo>
                      <a:pt x="17" y="23"/>
                    </a:lnTo>
                    <a:lnTo>
                      <a:pt x="17" y="25"/>
                    </a:lnTo>
                    <a:lnTo>
                      <a:pt x="15" y="26"/>
                    </a:lnTo>
                    <a:lnTo>
                      <a:pt x="15" y="27"/>
                    </a:lnTo>
                    <a:lnTo>
                      <a:pt x="15" y="28"/>
                    </a:lnTo>
                    <a:lnTo>
                      <a:pt x="13" y="29"/>
                    </a:lnTo>
                    <a:lnTo>
                      <a:pt x="12" y="30"/>
                    </a:lnTo>
                    <a:lnTo>
                      <a:pt x="11" y="31"/>
                    </a:lnTo>
                    <a:lnTo>
                      <a:pt x="10" y="31"/>
                    </a:lnTo>
                    <a:lnTo>
                      <a:pt x="9" y="31"/>
                    </a:lnTo>
                    <a:lnTo>
                      <a:pt x="9" y="33"/>
                    </a:lnTo>
                    <a:lnTo>
                      <a:pt x="8" y="33"/>
                    </a:lnTo>
                    <a:lnTo>
                      <a:pt x="7" y="33"/>
                    </a:lnTo>
                    <a:lnTo>
                      <a:pt x="6" y="31"/>
                    </a:lnTo>
                    <a:lnTo>
                      <a:pt x="5" y="31"/>
                    </a:lnTo>
                    <a:lnTo>
                      <a:pt x="4" y="31"/>
                    </a:lnTo>
                    <a:lnTo>
                      <a:pt x="3" y="30"/>
                    </a:lnTo>
                    <a:lnTo>
                      <a:pt x="2" y="29"/>
                    </a:lnTo>
                    <a:lnTo>
                      <a:pt x="2" y="28"/>
                    </a:lnTo>
                    <a:lnTo>
                      <a:pt x="1" y="28"/>
                    </a:lnTo>
                    <a:lnTo>
                      <a:pt x="1" y="27"/>
                    </a:lnTo>
                    <a:lnTo>
                      <a:pt x="0" y="26"/>
                    </a:lnTo>
                    <a:lnTo>
                      <a:pt x="0" y="25"/>
                    </a:lnTo>
                    <a:lnTo>
                      <a:pt x="0" y="23"/>
                    </a:lnTo>
                    <a:lnTo>
                      <a:pt x="0" y="21"/>
                    </a:lnTo>
                    <a:lnTo>
                      <a:pt x="0" y="20"/>
                    </a:lnTo>
                    <a:lnTo>
                      <a:pt x="0" y="19"/>
                    </a:lnTo>
                    <a:lnTo>
                      <a:pt x="0" y="18"/>
                    </a:lnTo>
                    <a:lnTo>
                      <a:pt x="0" y="17"/>
                    </a:lnTo>
                    <a:lnTo>
                      <a:pt x="0" y="16"/>
                    </a:lnTo>
                    <a:lnTo>
                      <a:pt x="0" y="15"/>
                    </a:lnTo>
                    <a:lnTo>
                      <a:pt x="0" y="14"/>
                    </a:lnTo>
                    <a:lnTo>
                      <a:pt x="0" y="13"/>
                    </a:lnTo>
                    <a:lnTo>
                      <a:pt x="0" y="11"/>
                    </a:lnTo>
                    <a:lnTo>
                      <a:pt x="0" y="10"/>
                    </a:lnTo>
                    <a:lnTo>
                      <a:pt x="0" y="9"/>
                    </a:lnTo>
                    <a:lnTo>
                      <a:pt x="0" y="8"/>
                    </a:lnTo>
                    <a:lnTo>
                      <a:pt x="0" y="7"/>
                    </a:lnTo>
                    <a:lnTo>
                      <a:pt x="1" y="7"/>
                    </a:lnTo>
                    <a:lnTo>
                      <a:pt x="1" y="6"/>
                    </a:lnTo>
                    <a:lnTo>
                      <a:pt x="2" y="5"/>
                    </a:lnTo>
                    <a:lnTo>
                      <a:pt x="2" y="4"/>
                    </a:lnTo>
                    <a:lnTo>
                      <a:pt x="3" y="3"/>
                    </a:lnTo>
                    <a:lnTo>
                      <a:pt x="4" y="3"/>
                    </a:lnTo>
                    <a:lnTo>
                      <a:pt x="4" y="2"/>
                    </a:lnTo>
                    <a:lnTo>
                      <a:pt x="5" y="1"/>
                    </a:lnTo>
                    <a:lnTo>
                      <a:pt x="6" y="1"/>
                    </a:lnTo>
                    <a:lnTo>
                      <a:pt x="7" y="0"/>
                    </a:lnTo>
                    <a:lnTo>
                      <a:pt x="8" y="0"/>
                    </a:lnTo>
                    <a:lnTo>
                      <a:pt x="9" y="0"/>
                    </a:lnTo>
                    <a:lnTo>
                      <a:pt x="10" y="0"/>
                    </a:lnTo>
                    <a:lnTo>
                      <a:pt x="11" y="0"/>
                    </a:lnTo>
                    <a:lnTo>
                      <a:pt x="12" y="0"/>
                    </a:lnTo>
                    <a:lnTo>
                      <a:pt x="13" y="1"/>
                    </a:lnTo>
                    <a:lnTo>
                      <a:pt x="15" y="1"/>
                    </a:lnTo>
                    <a:lnTo>
                      <a:pt x="15" y="2"/>
                    </a:lnTo>
                    <a:lnTo>
                      <a:pt x="15" y="3"/>
                    </a:lnTo>
                    <a:lnTo>
                      <a:pt x="17" y="4"/>
                    </a:lnTo>
                    <a:lnTo>
                      <a:pt x="17" y="5"/>
                    </a:lnTo>
                    <a:lnTo>
                      <a:pt x="17" y="6"/>
                    </a:lnTo>
                    <a:lnTo>
                      <a:pt x="17" y="7"/>
                    </a:lnTo>
                    <a:lnTo>
                      <a:pt x="18" y="7"/>
                    </a:lnTo>
                    <a:lnTo>
                      <a:pt x="18" y="8"/>
                    </a:lnTo>
                    <a:lnTo>
                      <a:pt x="18" y="10"/>
                    </a:lnTo>
                    <a:lnTo>
                      <a:pt x="19" y="11"/>
                    </a:lnTo>
                    <a:lnTo>
                      <a:pt x="19" y="12"/>
                    </a:lnTo>
                    <a:lnTo>
                      <a:pt x="19" y="13"/>
                    </a:lnTo>
                    <a:lnTo>
                      <a:pt x="19" y="14"/>
                    </a:lnTo>
                    <a:lnTo>
                      <a:pt x="19" y="15"/>
                    </a:lnTo>
                    <a:lnTo>
                      <a:pt x="19" y="16"/>
                    </a:lnTo>
                    <a:lnTo>
                      <a:pt x="19" y="17"/>
                    </a:lnTo>
                  </a:path>
                </a:pathLst>
              </a:custGeom>
              <a:solidFill>
                <a:srgbClr val="FFFFFF"/>
              </a:solidFill>
              <a:ln w="12700">
                <a:noFill/>
              </a:ln>
            </p:spPr>
            <p:txBody>
              <a:bodyPr/>
              <a:lstStyle/>
              <a:p>
                <a:endParaRPr lang="zh-CN" altLang="en-US"/>
              </a:p>
            </p:txBody>
          </p:sp>
          <p:sp>
            <p:nvSpPr>
              <p:cNvPr id="31974" name="Freeform 231"/>
              <p:cNvSpPr/>
              <p:nvPr/>
            </p:nvSpPr>
            <p:spPr>
              <a:xfrm>
                <a:off x="3326" y="3103"/>
                <a:ext cx="20" cy="34"/>
              </a:xfrm>
              <a:custGeom>
                <a:avLst/>
                <a:gdLst/>
                <a:ahLst/>
                <a:cxnLst>
                  <a:cxn ang="0">
                    <a:pos x="19" y="17"/>
                  </a:cxn>
                  <a:cxn ang="0">
                    <a:pos x="17" y="23"/>
                  </a:cxn>
                  <a:cxn ang="0">
                    <a:pos x="15" y="28"/>
                  </a:cxn>
                  <a:cxn ang="0">
                    <a:pos x="11" y="31"/>
                  </a:cxn>
                  <a:cxn ang="0">
                    <a:pos x="7" y="33"/>
                  </a:cxn>
                  <a:cxn ang="0">
                    <a:pos x="3" y="30"/>
                  </a:cxn>
                  <a:cxn ang="0">
                    <a:pos x="1" y="27"/>
                  </a:cxn>
                  <a:cxn ang="0">
                    <a:pos x="0" y="21"/>
                  </a:cxn>
                  <a:cxn ang="0">
                    <a:pos x="0" y="15"/>
                  </a:cxn>
                  <a:cxn ang="0">
                    <a:pos x="0" y="8"/>
                  </a:cxn>
                  <a:cxn ang="0">
                    <a:pos x="3" y="3"/>
                  </a:cxn>
                  <a:cxn ang="0">
                    <a:pos x="7" y="0"/>
                  </a:cxn>
                  <a:cxn ang="0">
                    <a:pos x="10" y="0"/>
                  </a:cxn>
                  <a:cxn ang="0">
                    <a:pos x="13" y="1"/>
                  </a:cxn>
                  <a:cxn ang="0">
                    <a:pos x="17" y="5"/>
                  </a:cxn>
                  <a:cxn ang="0">
                    <a:pos x="18" y="10"/>
                  </a:cxn>
                  <a:cxn ang="0">
                    <a:pos x="19" y="17"/>
                  </a:cxn>
                </a:cxnLst>
                <a:rect l="0" t="0" r="0" b="0"/>
                <a:pathLst>
                  <a:path w="20" h="34">
                    <a:moveTo>
                      <a:pt x="19" y="17"/>
                    </a:moveTo>
                    <a:lnTo>
                      <a:pt x="17" y="23"/>
                    </a:lnTo>
                    <a:lnTo>
                      <a:pt x="15" y="28"/>
                    </a:lnTo>
                    <a:lnTo>
                      <a:pt x="11" y="31"/>
                    </a:lnTo>
                    <a:lnTo>
                      <a:pt x="7" y="33"/>
                    </a:lnTo>
                    <a:lnTo>
                      <a:pt x="3" y="30"/>
                    </a:lnTo>
                    <a:lnTo>
                      <a:pt x="1" y="27"/>
                    </a:lnTo>
                    <a:lnTo>
                      <a:pt x="0" y="21"/>
                    </a:lnTo>
                    <a:lnTo>
                      <a:pt x="0" y="15"/>
                    </a:lnTo>
                    <a:lnTo>
                      <a:pt x="0" y="8"/>
                    </a:lnTo>
                    <a:lnTo>
                      <a:pt x="3" y="3"/>
                    </a:lnTo>
                    <a:lnTo>
                      <a:pt x="7" y="0"/>
                    </a:lnTo>
                    <a:lnTo>
                      <a:pt x="10" y="0"/>
                    </a:lnTo>
                    <a:lnTo>
                      <a:pt x="13" y="1"/>
                    </a:lnTo>
                    <a:lnTo>
                      <a:pt x="17" y="5"/>
                    </a:lnTo>
                    <a:lnTo>
                      <a:pt x="18" y="10"/>
                    </a:lnTo>
                    <a:lnTo>
                      <a:pt x="19" y="1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75" name="Freeform 232"/>
              <p:cNvSpPr/>
              <p:nvPr/>
            </p:nvSpPr>
            <p:spPr>
              <a:xfrm>
                <a:off x="3361" y="3134"/>
                <a:ext cx="59" cy="83"/>
              </a:xfrm>
              <a:custGeom>
                <a:avLst/>
                <a:gdLst/>
                <a:ahLst/>
                <a:cxnLst>
                  <a:cxn ang="0">
                    <a:pos x="58" y="47"/>
                  </a:cxn>
                  <a:cxn ang="0">
                    <a:pos x="34" y="82"/>
                  </a:cxn>
                  <a:cxn ang="0">
                    <a:pos x="0" y="38"/>
                  </a:cxn>
                  <a:cxn ang="0">
                    <a:pos x="0" y="0"/>
                  </a:cxn>
                  <a:cxn ang="0">
                    <a:pos x="28" y="1"/>
                  </a:cxn>
                  <a:cxn ang="0">
                    <a:pos x="58" y="47"/>
                  </a:cxn>
                </a:cxnLst>
                <a:rect l="0" t="0" r="0" b="0"/>
                <a:pathLst>
                  <a:path w="59" h="83">
                    <a:moveTo>
                      <a:pt x="58" y="47"/>
                    </a:moveTo>
                    <a:lnTo>
                      <a:pt x="34" y="82"/>
                    </a:lnTo>
                    <a:lnTo>
                      <a:pt x="0" y="38"/>
                    </a:lnTo>
                    <a:lnTo>
                      <a:pt x="0" y="0"/>
                    </a:lnTo>
                    <a:lnTo>
                      <a:pt x="28" y="1"/>
                    </a:lnTo>
                    <a:lnTo>
                      <a:pt x="58" y="47"/>
                    </a:lnTo>
                  </a:path>
                </a:pathLst>
              </a:custGeom>
              <a:solidFill>
                <a:srgbClr val="FFFFFF"/>
              </a:solidFill>
              <a:ln w="12700">
                <a:noFill/>
              </a:ln>
            </p:spPr>
            <p:txBody>
              <a:bodyPr/>
              <a:lstStyle/>
              <a:p>
                <a:endParaRPr lang="zh-CN" altLang="en-US"/>
              </a:p>
            </p:txBody>
          </p:sp>
          <p:sp>
            <p:nvSpPr>
              <p:cNvPr id="31976" name="Freeform 233"/>
              <p:cNvSpPr/>
              <p:nvPr/>
            </p:nvSpPr>
            <p:spPr>
              <a:xfrm>
                <a:off x="3361" y="3134"/>
                <a:ext cx="59" cy="83"/>
              </a:xfrm>
              <a:custGeom>
                <a:avLst/>
                <a:gdLst/>
                <a:ahLst/>
                <a:cxnLst>
                  <a:cxn ang="0">
                    <a:pos x="58" y="47"/>
                  </a:cxn>
                  <a:cxn ang="0">
                    <a:pos x="34" y="82"/>
                  </a:cxn>
                  <a:cxn ang="0">
                    <a:pos x="0" y="38"/>
                  </a:cxn>
                  <a:cxn ang="0">
                    <a:pos x="0" y="0"/>
                  </a:cxn>
                  <a:cxn ang="0">
                    <a:pos x="28" y="1"/>
                  </a:cxn>
                  <a:cxn ang="0">
                    <a:pos x="58" y="47"/>
                  </a:cxn>
                </a:cxnLst>
                <a:rect l="0" t="0" r="0" b="0"/>
                <a:pathLst>
                  <a:path w="59" h="83">
                    <a:moveTo>
                      <a:pt x="58" y="47"/>
                    </a:moveTo>
                    <a:lnTo>
                      <a:pt x="34" y="82"/>
                    </a:lnTo>
                    <a:lnTo>
                      <a:pt x="0" y="38"/>
                    </a:lnTo>
                    <a:lnTo>
                      <a:pt x="0" y="0"/>
                    </a:lnTo>
                    <a:lnTo>
                      <a:pt x="28" y="1"/>
                    </a:lnTo>
                    <a:lnTo>
                      <a:pt x="58" y="4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77" name="Freeform 234"/>
              <p:cNvSpPr/>
              <p:nvPr/>
            </p:nvSpPr>
            <p:spPr>
              <a:xfrm>
                <a:off x="3415" y="2250"/>
                <a:ext cx="85" cy="53"/>
              </a:xfrm>
              <a:custGeom>
                <a:avLst/>
                <a:gdLst/>
                <a:ahLst/>
                <a:cxnLst>
                  <a:cxn ang="0">
                    <a:pos x="75" y="10"/>
                  </a:cxn>
                  <a:cxn ang="0">
                    <a:pos x="84" y="52"/>
                  </a:cxn>
                  <a:cxn ang="0">
                    <a:pos x="28" y="46"/>
                  </a:cxn>
                  <a:cxn ang="0">
                    <a:pos x="0" y="19"/>
                  </a:cxn>
                  <a:cxn ang="0">
                    <a:pos x="22" y="0"/>
                  </a:cxn>
                  <a:cxn ang="0">
                    <a:pos x="75" y="10"/>
                  </a:cxn>
                </a:cxnLst>
                <a:rect l="0" t="0" r="0" b="0"/>
                <a:pathLst>
                  <a:path w="85" h="53">
                    <a:moveTo>
                      <a:pt x="75" y="10"/>
                    </a:moveTo>
                    <a:lnTo>
                      <a:pt x="84" y="52"/>
                    </a:lnTo>
                    <a:lnTo>
                      <a:pt x="28" y="46"/>
                    </a:lnTo>
                    <a:lnTo>
                      <a:pt x="0" y="19"/>
                    </a:lnTo>
                    <a:lnTo>
                      <a:pt x="22" y="0"/>
                    </a:lnTo>
                    <a:lnTo>
                      <a:pt x="75" y="10"/>
                    </a:lnTo>
                  </a:path>
                </a:pathLst>
              </a:custGeom>
              <a:solidFill>
                <a:srgbClr val="FFFFFF"/>
              </a:solidFill>
              <a:ln w="12700">
                <a:noFill/>
              </a:ln>
            </p:spPr>
            <p:txBody>
              <a:bodyPr/>
              <a:lstStyle/>
              <a:p>
                <a:endParaRPr lang="zh-CN" altLang="en-US"/>
              </a:p>
            </p:txBody>
          </p:sp>
          <p:sp>
            <p:nvSpPr>
              <p:cNvPr id="31978" name="Freeform 235"/>
              <p:cNvSpPr/>
              <p:nvPr/>
            </p:nvSpPr>
            <p:spPr>
              <a:xfrm>
                <a:off x="3415" y="2250"/>
                <a:ext cx="85" cy="53"/>
              </a:xfrm>
              <a:custGeom>
                <a:avLst/>
                <a:gdLst/>
                <a:ahLst/>
                <a:cxnLst>
                  <a:cxn ang="0">
                    <a:pos x="75" y="10"/>
                  </a:cxn>
                  <a:cxn ang="0">
                    <a:pos x="84" y="52"/>
                  </a:cxn>
                  <a:cxn ang="0">
                    <a:pos x="28" y="46"/>
                  </a:cxn>
                  <a:cxn ang="0">
                    <a:pos x="0" y="19"/>
                  </a:cxn>
                  <a:cxn ang="0">
                    <a:pos x="22" y="0"/>
                  </a:cxn>
                  <a:cxn ang="0">
                    <a:pos x="75" y="10"/>
                  </a:cxn>
                </a:cxnLst>
                <a:rect l="0" t="0" r="0" b="0"/>
                <a:pathLst>
                  <a:path w="85" h="53">
                    <a:moveTo>
                      <a:pt x="75" y="10"/>
                    </a:moveTo>
                    <a:lnTo>
                      <a:pt x="84" y="52"/>
                    </a:lnTo>
                    <a:lnTo>
                      <a:pt x="28" y="46"/>
                    </a:lnTo>
                    <a:lnTo>
                      <a:pt x="0" y="19"/>
                    </a:lnTo>
                    <a:lnTo>
                      <a:pt x="22" y="0"/>
                    </a:lnTo>
                    <a:lnTo>
                      <a:pt x="75" y="1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79" name="Freeform 236"/>
              <p:cNvSpPr/>
              <p:nvPr/>
            </p:nvSpPr>
            <p:spPr>
              <a:xfrm>
                <a:off x="3303" y="2223"/>
                <a:ext cx="84" cy="54"/>
              </a:xfrm>
              <a:custGeom>
                <a:avLst/>
                <a:gdLst/>
                <a:ahLst/>
                <a:cxnLst>
                  <a:cxn ang="0">
                    <a:pos x="7" y="41"/>
                  </a:cxn>
                  <a:cxn ang="0">
                    <a:pos x="0" y="0"/>
                  </a:cxn>
                  <a:cxn ang="0">
                    <a:pos x="54" y="4"/>
                  </a:cxn>
                  <a:cxn ang="0">
                    <a:pos x="83" y="32"/>
                  </a:cxn>
                  <a:cxn ang="0">
                    <a:pos x="60" y="53"/>
                  </a:cxn>
                  <a:cxn ang="0">
                    <a:pos x="7" y="41"/>
                  </a:cxn>
                </a:cxnLst>
                <a:rect l="0" t="0" r="0" b="0"/>
                <a:pathLst>
                  <a:path w="84" h="54">
                    <a:moveTo>
                      <a:pt x="7" y="41"/>
                    </a:moveTo>
                    <a:lnTo>
                      <a:pt x="0" y="0"/>
                    </a:lnTo>
                    <a:lnTo>
                      <a:pt x="54" y="4"/>
                    </a:lnTo>
                    <a:lnTo>
                      <a:pt x="83" y="32"/>
                    </a:lnTo>
                    <a:lnTo>
                      <a:pt x="60" y="53"/>
                    </a:lnTo>
                    <a:lnTo>
                      <a:pt x="7" y="41"/>
                    </a:lnTo>
                  </a:path>
                </a:pathLst>
              </a:custGeom>
              <a:solidFill>
                <a:srgbClr val="FFFFFF"/>
              </a:solidFill>
              <a:ln w="12700">
                <a:noFill/>
              </a:ln>
            </p:spPr>
            <p:txBody>
              <a:bodyPr/>
              <a:lstStyle/>
              <a:p>
                <a:endParaRPr lang="zh-CN" altLang="en-US"/>
              </a:p>
            </p:txBody>
          </p:sp>
          <p:sp>
            <p:nvSpPr>
              <p:cNvPr id="31980" name="Freeform 237"/>
              <p:cNvSpPr/>
              <p:nvPr/>
            </p:nvSpPr>
            <p:spPr>
              <a:xfrm>
                <a:off x="3303" y="2223"/>
                <a:ext cx="84" cy="54"/>
              </a:xfrm>
              <a:custGeom>
                <a:avLst/>
                <a:gdLst/>
                <a:ahLst/>
                <a:cxnLst>
                  <a:cxn ang="0">
                    <a:pos x="7" y="41"/>
                  </a:cxn>
                  <a:cxn ang="0">
                    <a:pos x="0" y="0"/>
                  </a:cxn>
                  <a:cxn ang="0">
                    <a:pos x="54" y="4"/>
                  </a:cxn>
                  <a:cxn ang="0">
                    <a:pos x="83" y="32"/>
                  </a:cxn>
                  <a:cxn ang="0">
                    <a:pos x="60" y="53"/>
                  </a:cxn>
                  <a:cxn ang="0">
                    <a:pos x="7" y="41"/>
                  </a:cxn>
                </a:cxnLst>
                <a:rect l="0" t="0" r="0" b="0"/>
                <a:pathLst>
                  <a:path w="84" h="54">
                    <a:moveTo>
                      <a:pt x="7" y="41"/>
                    </a:moveTo>
                    <a:lnTo>
                      <a:pt x="0" y="0"/>
                    </a:lnTo>
                    <a:lnTo>
                      <a:pt x="54" y="4"/>
                    </a:lnTo>
                    <a:lnTo>
                      <a:pt x="83" y="32"/>
                    </a:lnTo>
                    <a:lnTo>
                      <a:pt x="60" y="53"/>
                    </a:lnTo>
                    <a:lnTo>
                      <a:pt x="7" y="4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81" name="Freeform 238"/>
              <p:cNvSpPr/>
              <p:nvPr/>
            </p:nvSpPr>
            <p:spPr>
              <a:xfrm>
                <a:off x="3285" y="2237"/>
                <a:ext cx="85" cy="53"/>
              </a:xfrm>
              <a:custGeom>
                <a:avLst/>
                <a:gdLst/>
                <a:ahLst/>
                <a:cxnLst>
                  <a:cxn ang="0">
                    <a:pos x="8" y="40"/>
                  </a:cxn>
                  <a:cxn ang="0">
                    <a:pos x="0" y="0"/>
                  </a:cxn>
                  <a:cxn ang="0">
                    <a:pos x="54" y="4"/>
                  </a:cxn>
                  <a:cxn ang="0">
                    <a:pos x="84" y="32"/>
                  </a:cxn>
                  <a:cxn ang="0">
                    <a:pos x="61" y="52"/>
                  </a:cxn>
                  <a:cxn ang="0">
                    <a:pos x="8" y="40"/>
                  </a:cxn>
                </a:cxnLst>
                <a:rect l="0" t="0" r="0" b="0"/>
                <a:pathLst>
                  <a:path w="85" h="53">
                    <a:moveTo>
                      <a:pt x="8" y="40"/>
                    </a:moveTo>
                    <a:lnTo>
                      <a:pt x="0" y="0"/>
                    </a:lnTo>
                    <a:lnTo>
                      <a:pt x="54" y="4"/>
                    </a:lnTo>
                    <a:lnTo>
                      <a:pt x="84" y="32"/>
                    </a:lnTo>
                    <a:lnTo>
                      <a:pt x="61" y="52"/>
                    </a:lnTo>
                    <a:lnTo>
                      <a:pt x="8" y="40"/>
                    </a:lnTo>
                  </a:path>
                </a:pathLst>
              </a:custGeom>
              <a:solidFill>
                <a:srgbClr val="FFFFFF"/>
              </a:solidFill>
              <a:ln w="12700">
                <a:noFill/>
              </a:ln>
            </p:spPr>
            <p:txBody>
              <a:bodyPr/>
              <a:lstStyle/>
              <a:p>
                <a:endParaRPr lang="zh-CN" altLang="en-US"/>
              </a:p>
            </p:txBody>
          </p:sp>
          <p:sp>
            <p:nvSpPr>
              <p:cNvPr id="31982" name="Freeform 239"/>
              <p:cNvSpPr/>
              <p:nvPr/>
            </p:nvSpPr>
            <p:spPr>
              <a:xfrm>
                <a:off x="3285" y="2237"/>
                <a:ext cx="85" cy="53"/>
              </a:xfrm>
              <a:custGeom>
                <a:avLst/>
                <a:gdLst/>
                <a:ahLst/>
                <a:cxnLst>
                  <a:cxn ang="0">
                    <a:pos x="8" y="40"/>
                  </a:cxn>
                  <a:cxn ang="0">
                    <a:pos x="0" y="0"/>
                  </a:cxn>
                  <a:cxn ang="0">
                    <a:pos x="54" y="4"/>
                  </a:cxn>
                  <a:cxn ang="0">
                    <a:pos x="84" y="32"/>
                  </a:cxn>
                  <a:cxn ang="0">
                    <a:pos x="61" y="52"/>
                  </a:cxn>
                  <a:cxn ang="0">
                    <a:pos x="8" y="40"/>
                  </a:cxn>
                </a:cxnLst>
                <a:rect l="0" t="0" r="0" b="0"/>
                <a:pathLst>
                  <a:path w="85" h="53">
                    <a:moveTo>
                      <a:pt x="8" y="40"/>
                    </a:moveTo>
                    <a:lnTo>
                      <a:pt x="0" y="0"/>
                    </a:lnTo>
                    <a:lnTo>
                      <a:pt x="54" y="4"/>
                    </a:lnTo>
                    <a:lnTo>
                      <a:pt x="84" y="32"/>
                    </a:lnTo>
                    <a:lnTo>
                      <a:pt x="61" y="52"/>
                    </a:lnTo>
                    <a:lnTo>
                      <a:pt x="8" y="4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83" name="Freeform 240"/>
              <p:cNvSpPr/>
              <p:nvPr/>
            </p:nvSpPr>
            <p:spPr>
              <a:xfrm>
                <a:off x="3361" y="2242"/>
                <a:ext cx="65" cy="64"/>
              </a:xfrm>
              <a:custGeom>
                <a:avLst/>
                <a:gdLst/>
                <a:ahLst/>
                <a:cxnLst>
                  <a:cxn ang="0">
                    <a:pos x="62" y="26"/>
                  </a:cxn>
                  <a:cxn ang="0">
                    <a:pos x="62" y="25"/>
                  </a:cxn>
                  <a:cxn ang="0">
                    <a:pos x="63" y="24"/>
                  </a:cxn>
                  <a:cxn ang="0">
                    <a:pos x="64" y="23"/>
                  </a:cxn>
                  <a:cxn ang="0">
                    <a:pos x="64" y="22"/>
                  </a:cxn>
                  <a:cxn ang="0">
                    <a:pos x="64" y="21"/>
                  </a:cxn>
                  <a:cxn ang="0">
                    <a:pos x="64" y="20"/>
                  </a:cxn>
                  <a:cxn ang="0">
                    <a:pos x="64" y="19"/>
                  </a:cxn>
                  <a:cxn ang="0">
                    <a:pos x="64" y="18"/>
                  </a:cxn>
                  <a:cxn ang="0">
                    <a:pos x="64" y="17"/>
                  </a:cxn>
                  <a:cxn ang="0">
                    <a:pos x="63" y="16"/>
                  </a:cxn>
                  <a:cxn ang="0">
                    <a:pos x="63" y="15"/>
                  </a:cxn>
                  <a:cxn ang="0">
                    <a:pos x="63" y="14"/>
                  </a:cxn>
                  <a:cxn ang="0">
                    <a:pos x="62" y="14"/>
                  </a:cxn>
                  <a:cxn ang="0">
                    <a:pos x="62" y="13"/>
                  </a:cxn>
                  <a:cxn ang="0">
                    <a:pos x="62" y="12"/>
                  </a:cxn>
                  <a:cxn ang="0">
                    <a:pos x="60" y="11"/>
                  </a:cxn>
                  <a:cxn ang="0">
                    <a:pos x="60" y="10"/>
                  </a:cxn>
                  <a:cxn ang="0">
                    <a:pos x="60" y="9"/>
                  </a:cxn>
                  <a:cxn ang="0">
                    <a:pos x="60" y="8"/>
                  </a:cxn>
                  <a:cxn ang="0">
                    <a:pos x="58" y="8"/>
                  </a:cxn>
                  <a:cxn ang="0">
                    <a:pos x="58" y="7"/>
                  </a:cxn>
                  <a:cxn ang="0">
                    <a:pos x="57" y="6"/>
                  </a:cxn>
                  <a:cxn ang="0">
                    <a:pos x="56" y="5"/>
                  </a:cxn>
                  <a:cxn ang="0">
                    <a:pos x="55" y="4"/>
                  </a:cxn>
                  <a:cxn ang="0">
                    <a:pos x="54" y="4"/>
                  </a:cxn>
                  <a:cxn ang="0">
                    <a:pos x="54" y="3"/>
                  </a:cxn>
                  <a:cxn ang="0">
                    <a:pos x="53" y="3"/>
                  </a:cxn>
                  <a:cxn ang="0">
                    <a:pos x="53" y="2"/>
                  </a:cxn>
                  <a:cxn ang="0">
                    <a:pos x="52" y="2"/>
                  </a:cxn>
                  <a:cxn ang="0">
                    <a:pos x="52" y="1"/>
                  </a:cxn>
                  <a:cxn ang="0">
                    <a:pos x="50" y="1"/>
                  </a:cxn>
                  <a:cxn ang="0">
                    <a:pos x="48" y="0"/>
                  </a:cxn>
                  <a:cxn ang="0">
                    <a:pos x="46" y="0"/>
                  </a:cxn>
                  <a:cxn ang="0">
                    <a:pos x="45" y="0"/>
                  </a:cxn>
                  <a:cxn ang="0">
                    <a:pos x="44" y="0"/>
                  </a:cxn>
                  <a:cxn ang="0">
                    <a:pos x="43" y="0"/>
                  </a:cxn>
                  <a:cxn ang="0">
                    <a:pos x="42" y="0"/>
                  </a:cxn>
                  <a:cxn ang="0">
                    <a:pos x="41" y="0"/>
                  </a:cxn>
                  <a:cxn ang="0">
                    <a:pos x="40" y="1"/>
                  </a:cxn>
                  <a:cxn ang="0">
                    <a:pos x="0" y="36"/>
                  </a:cxn>
                  <a:cxn ang="0">
                    <a:pos x="22" y="63"/>
                  </a:cxn>
                  <a:cxn ang="0">
                    <a:pos x="62" y="27"/>
                  </a:cxn>
                  <a:cxn ang="0">
                    <a:pos x="62" y="26"/>
                  </a:cxn>
                </a:cxnLst>
                <a:rect l="0" t="0" r="0" b="0"/>
                <a:pathLst>
                  <a:path w="65" h="64">
                    <a:moveTo>
                      <a:pt x="62" y="26"/>
                    </a:moveTo>
                    <a:lnTo>
                      <a:pt x="62" y="25"/>
                    </a:lnTo>
                    <a:lnTo>
                      <a:pt x="63" y="24"/>
                    </a:lnTo>
                    <a:lnTo>
                      <a:pt x="64" y="23"/>
                    </a:lnTo>
                    <a:lnTo>
                      <a:pt x="64" y="22"/>
                    </a:lnTo>
                    <a:lnTo>
                      <a:pt x="64" y="21"/>
                    </a:lnTo>
                    <a:lnTo>
                      <a:pt x="64" y="20"/>
                    </a:lnTo>
                    <a:lnTo>
                      <a:pt x="64" y="19"/>
                    </a:lnTo>
                    <a:lnTo>
                      <a:pt x="64" y="18"/>
                    </a:lnTo>
                    <a:lnTo>
                      <a:pt x="64" y="17"/>
                    </a:lnTo>
                    <a:lnTo>
                      <a:pt x="63" y="16"/>
                    </a:lnTo>
                    <a:lnTo>
                      <a:pt x="63" y="15"/>
                    </a:lnTo>
                    <a:lnTo>
                      <a:pt x="63" y="14"/>
                    </a:lnTo>
                    <a:lnTo>
                      <a:pt x="62" y="14"/>
                    </a:lnTo>
                    <a:lnTo>
                      <a:pt x="62" y="13"/>
                    </a:lnTo>
                    <a:lnTo>
                      <a:pt x="62" y="12"/>
                    </a:lnTo>
                    <a:lnTo>
                      <a:pt x="60" y="11"/>
                    </a:lnTo>
                    <a:lnTo>
                      <a:pt x="60" y="10"/>
                    </a:lnTo>
                    <a:lnTo>
                      <a:pt x="60" y="9"/>
                    </a:lnTo>
                    <a:lnTo>
                      <a:pt x="60" y="8"/>
                    </a:lnTo>
                    <a:lnTo>
                      <a:pt x="58" y="8"/>
                    </a:lnTo>
                    <a:lnTo>
                      <a:pt x="58" y="7"/>
                    </a:lnTo>
                    <a:lnTo>
                      <a:pt x="57" y="6"/>
                    </a:lnTo>
                    <a:lnTo>
                      <a:pt x="56" y="5"/>
                    </a:lnTo>
                    <a:lnTo>
                      <a:pt x="55" y="4"/>
                    </a:lnTo>
                    <a:lnTo>
                      <a:pt x="54" y="4"/>
                    </a:lnTo>
                    <a:lnTo>
                      <a:pt x="54" y="3"/>
                    </a:lnTo>
                    <a:lnTo>
                      <a:pt x="53" y="3"/>
                    </a:lnTo>
                    <a:lnTo>
                      <a:pt x="53" y="2"/>
                    </a:lnTo>
                    <a:lnTo>
                      <a:pt x="52" y="2"/>
                    </a:lnTo>
                    <a:lnTo>
                      <a:pt x="52" y="1"/>
                    </a:lnTo>
                    <a:lnTo>
                      <a:pt x="50" y="1"/>
                    </a:lnTo>
                    <a:lnTo>
                      <a:pt x="48" y="0"/>
                    </a:lnTo>
                    <a:lnTo>
                      <a:pt x="46" y="0"/>
                    </a:lnTo>
                    <a:lnTo>
                      <a:pt x="45" y="0"/>
                    </a:lnTo>
                    <a:lnTo>
                      <a:pt x="44" y="0"/>
                    </a:lnTo>
                    <a:lnTo>
                      <a:pt x="43" y="0"/>
                    </a:lnTo>
                    <a:lnTo>
                      <a:pt x="42" y="0"/>
                    </a:lnTo>
                    <a:lnTo>
                      <a:pt x="41" y="0"/>
                    </a:lnTo>
                    <a:lnTo>
                      <a:pt x="40" y="1"/>
                    </a:lnTo>
                    <a:lnTo>
                      <a:pt x="0" y="36"/>
                    </a:lnTo>
                    <a:lnTo>
                      <a:pt x="22" y="63"/>
                    </a:lnTo>
                    <a:lnTo>
                      <a:pt x="62" y="27"/>
                    </a:lnTo>
                    <a:lnTo>
                      <a:pt x="62" y="26"/>
                    </a:lnTo>
                  </a:path>
                </a:pathLst>
              </a:custGeom>
              <a:solidFill>
                <a:srgbClr val="FFFFFF"/>
              </a:solidFill>
              <a:ln w="12700">
                <a:noFill/>
              </a:ln>
            </p:spPr>
            <p:txBody>
              <a:bodyPr/>
              <a:lstStyle/>
              <a:p>
                <a:endParaRPr lang="zh-CN" altLang="en-US"/>
              </a:p>
            </p:txBody>
          </p:sp>
          <p:sp>
            <p:nvSpPr>
              <p:cNvPr id="31984" name="Freeform 241"/>
              <p:cNvSpPr/>
              <p:nvPr/>
            </p:nvSpPr>
            <p:spPr>
              <a:xfrm>
                <a:off x="3361" y="2242"/>
                <a:ext cx="65" cy="64"/>
              </a:xfrm>
              <a:custGeom>
                <a:avLst/>
                <a:gdLst/>
                <a:ahLst/>
                <a:cxnLst>
                  <a:cxn ang="0">
                    <a:pos x="62" y="26"/>
                  </a:cxn>
                  <a:cxn ang="0">
                    <a:pos x="64" y="23"/>
                  </a:cxn>
                  <a:cxn ang="0">
                    <a:pos x="64" y="18"/>
                  </a:cxn>
                  <a:cxn ang="0">
                    <a:pos x="62" y="13"/>
                  </a:cxn>
                  <a:cxn ang="0">
                    <a:pos x="58" y="7"/>
                  </a:cxn>
                  <a:cxn ang="0">
                    <a:pos x="53" y="3"/>
                  </a:cxn>
                  <a:cxn ang="0">
                    <a:pos x="48" y="0"/>
                  </a:cxn>
                  <a:cxn ang="0">
                    <a:pos x="44" y="0"/>
                  </a:cxn>
                  <a:cxn ang="0">
                    <a:pos x="40" y="1"/>
                  </a:cxn>
                  <a:cxn ang="0">
                    <a:pos x="0" y="36"/>
                  </a:cxn>
                  <a:cxn ang="0">
                    <a:pos x="22" y="63"/>
                  </a:cxn>
                  <a:cxn ang="0">
                    <a:pos x="62" y="27"/>
                  </a:cxn>
                  <a:cxn ang="0">
                    <a:pos x="62" y="26"/>
                  </a:cxn>
                </a:cxnLst>
                <a:rect l="0" t="0" r="0" b="0"/>
                <a:pathLst>
                  <a:path w="65" h="64">
                    <a:moveTo>
                      <a:pt x="62" y="26"/>
                    </a:moveTo>
                    <a:lnTo>
                      <a:pt x="64" y="23"/>
                    </a:lnTo>
                    <a:lnTo>
                      <a:pt x="64" y="18"/>
                    </a:lnTo>
                    <a:lnTo>
                      <a:pt x="62" y="13"/>
                    </a:lnTo>
                    <a:lnTo>
                      <a:pt x="58" y="7"/>
                    </a:lnTo>
                    <a:lnTo>
                      <a:pt x="53" y="3"/>
                    </a:lnTo>
                    <a:lnTo>
                      <a:pt x="48" y="0"/>
                    </a:lnTo>
                    <a:lnTo>
                      <a:pt x="44" y="0"/>
                    </a:lnTo>
                    <a:lnTo>
                      <a:pt x="40" y="1"/>
                    </a:lnTo>
                    <a:lnTo>
                      <a:pt x="0" y="36"/>
                    </a:lnTo>
                    <a:lnTo>
                      <a:pt x="22" y="63"/>
                    </a:lnTo>
                    <a:lnTo>
                      <a:pt x="62" y="27"/>
                    </a:lnTo>
                    <a:lnTo>
                      <a:pt x="62" y="2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85" name="Freeform 242"/>
              <p:cNvSpPr/>
              <p:nvPr/>
            </p:nvSpPr>
            <p:spPr>
              <a:xfrm>
                <a:off x="3358" y="2278"/>
                <a:ext cx="26" cy="28"/>
              </a:xfrm>
              <a:custGeom>
                <a:avLst/>
                <a:gdLst/>
                <a:ahLst/>
                <a:cxnLst>
                  <a:cxn ang="0">
                    <a:pos x="19" y="8"/>
                  </a:cxn>
                  <a:cxn ang="0">
                    <a:pos x="21" y="10"/>
                  </a:cxn>
                  <a:cxn ang="0">
                    <a:pos x="23" y="11"/>
                  </a:cxn>
                  <a:cxn ang="0">
                    <a:pos x="23" y="13"/>
                  </a:cxn>
                  <a:cxn ang="0">
                    <a:pos x="24" y="15"/>
                  </a:cxn>
                  <a:cxn ang="0">
                    <a:pos x="25" y="16"/>
                  </a:cxn>
                  <a:cxn ang="0">
                    <a:pos x="25" y="19"/>
                  </a:cxn>
                  <a:cxn ang="0">
                    <a:pos x="25" y="21"/>
                  </a:cxn>
                  <a:cxn ang="0">
                    <a:pos x="24" y="23"/>
                  </a:cxn>
                  <a:cxn ang="0">
                    <a:pos x="23" y="24"/>
                  </a:cxn>
                  <a:cxn ang="0">
                    <a:pos x="21" y="25"/>
                  </a:cxn>
                  <a:cxn ang="0">
                    <a:pos x="19" y="27"/>
                  </a:cxn>
                  <a:cxn ang="0">
                    <a:pos x="17" y="27"/>
                  </a:cxn>
                  <a:cxn ang="0">
                    <a:pos x="15" y="25"/>
                  </a:cxn>
                  <a:cxn ang="0">
                    <a:pos x="13" y="25"/>
                  </a:cxn>
                  <a:cxn ang="0">
                    <a:pos x="11" y="24"/>
                  </a:cxn>
                  <a:cxn ang="0">
                    <a:pos x="9" y="23"/>
                  </a:cxn>
                  <a:cxn ang="0">
                    <a:pos x="8" y="22"/>
                  </a:cxn>
                  <a:cxn ang="0">
                    <a:pos x="6" y="21"/>
                  </a:cxn>
                  <a:cxn ang="0">
                    <a:pos x="5" y="20"/>
                  </a:cxn>
                  <a:cxn ang="0">
                    <a:pos x="4" y="18"/>
                  </a:cxn>
                  <a:cxn ang="0">
                    <a:pos x="3" y="16"/>
                  </a:cxn>
                  <a:cxn ang="0">
                    <a:pos x="1" y="15"/>
                  </a:cxn>
                  <a:cxn ang="0">
                    <a:pos x="0" y="13"/>
                  </a:cxn>
                  <a:cxn ang="0">
                    <a:pos x="0" y="11"/>
                  </a:cxn>
                  <a:cxn ang="0">
                    <a:pos x="0" y="9"/>
                  </a:cxn>
                  <a:cxn ang="0">
                    <a:pos x="0" y="7"/>
                  </a:cxn>
                  <a:cxn ang="0">
                    <a:pos x="0" y="5"/>
                  </a:cxn>
                  <a:cxn ang="0">
                    <a:pos x="0" y="3"/>
                  </a:cxn>
                  <a:cxn ang="0">
                    <a:pos x="0" y="1"/>
                  </a:cxn>
                  <a:cxn ang="0">
                    <a:pos x="2" y="1"/>
                  </a:cxn>
                  <a:cxn ang="0">
                    <a:pos x="3" y="0"/>
                  </a:cxn>
                  <a:cxn ang="0">
                    <a:pos x="5" y="0"/>
                  </a:cxn>
                  <a:cxn ang="0">
                    <a:pos x="7" y="0"/>
                  </a:cxn>
                  <a:cxn ang="0">
                    <a:pos x="9" y="0"/>
                  </a:cxn>
                  <a:cxn ang="0">
                    <a:pos x="11" y="1"/>
                  </a:cxn>
                  <a:cxn ang="0">
                    <a:pos x="13" y="1"/>
                  </a:cxn>
                  <a:cxn ang="0">
                    <a:pos x="14" y="2"/>
                  </a:cxn>
                  <a:cxn ang="0">
                    <a:pos x="15" y="3"/>
                  </a:cxn>
                  <a:cxn ang="0">
                    <a:pos x="16" y="4"/>
                  </a:cxn>
                  <a:cxn ang="0">
                    <a:pos x="18" y="6"/>
                  </a:cxn>
                </a:cxnLst>
                <a:rect l="0" t="0" r="0" b="0"/>
                <a:pathLst>
                  <a:path w="26" h="28">
                    <a:moveTo>
                      <a:pt x="19" y="7"/>
                    </a:moveTo>
                    <a:lnTo>
                      <a:pt x="19" y="8"/>
                    </a:lnTo>
                    <a:lnTo>
                      <a:pt x="21" y="9"/>
                    </a:lnTo>
                    <a:lnTo>
                      <a:pt x="21" y="10"/>
                    </a:lnTo>
                    <a:lnTo>
                      <a:pt x="21" y="11"/>
                    </a:lnTo>
                    <a:lnTo>
                      <a:pt x="23" y="11"/>
                    </a:lnTo>
                    <a:lnTo>
                      <a:pt x="23" y="12"/>
                    </a:lnTo>
                    <a:lnTo>
                      <a:pt x="23" y="13"/>
                    </a:lnTo>
                    <a:lnTo>
                      <a:pt x="23" y="14"/>
                    </a:lnTo>
                    <a:lnTo>
                      <a:pt x="24" y="15"/>
                    </a:lnTo>
                    <a:lnTo>
                      <a:pt x="24" y="16"/>
                    </a:lnTo>
                    <a:lnTo>
                      <a:pt x="25" y="16"/>
                    </a:lnTo>
                    <a:lnTo>
                      <a:pt x="25" y="18"/>
                    </a:lnTo>
                    <a:lnTo>
                      <a:pt x="25" y="19"/>
                    </a:lnTo>
                    <a:lnTo>
                      <a:pt x="25" y="20"/>
                    </a:lnTo>
                    <a:lnTo>
                      <a:pt x="25" y="21"/>
                    </a:lnTo>
                    <a:lnTo>
                      <a:pt x="24" y="22"/>
                    </a:lnTo>
                    <a:lnTo>
                      <a:pt x="24" y="23"/>
                    </a:lnTo>
                    <a:lnTo>
                      <a:pt x="23" y="23"/>
                    </a:lnTo>
                    <a:lnTo>
                      <a:pt x="23" y="24"/>
                    </a:lnTo>
                    <a:lnTo>
                      <a:pt x="23" y="25"/>
                    </a:lnTo>
                    <a:lnTo>
                      <a:pt x="21" y="25"/>
                    </a:lnTo>
                    <a:lnTo>
                      <a:pt x="21" y="27"/>
                    </a:lnTo>
                    <a:lnTo>
                      <a:pt x="19" y="27"/>
                    </a:lnTo>
                    <a:lnTo>
                      <a:pt x="18" y="27"/>
                    </a:lnTo>
                    <a:lnTo>
                      <a:pt x="17" y="27"/>
                    </a:lnTo>
                    <a:lnTo>
                      <a:pt x="16" y="27"/>
                    </a:lnTo>
                    <a:lnTo>
                      <a:pt x="15" y="25"/>
                    </a:lnTo>
                    <a:lnTo>
                      <a:pt x="14" y="25"/>
                    </a:lnTo>
                    <a:lnTo>
                      <a:pt x="13" y="25"/>
                    </a:lnTo>
                    <a:lnTo>
                      <a:pt x="12" y="25"/>
                    </a:lnTo>
                    <a:lnTo>
                      <a:pt x="11" y="24"/>
                    </a:lnTo>
                    <a:lnTo>
                      <a:pt x="10" y="23"/>
                    </a:lnTo>
                    <a:lnTo>
                      <a:pt x="9" y="23"/>
                    </a:lnTo>
                    <a:lnTo>
                      <a:pt x="8" y="23"/>
                    </a:lnTo>
                    <a:lnTo>
                      <a:pt x="8" y="22"/>
                    </a:lnTo>
                    <a:lnTo>
                      <a:pt x="7" y="21"/>
                    </a:lnTo>
                    <a:lnTo>
                      <a:pt x="6" y="21"/>
                    </a:lnTo>
                    <a:lnTo>
                      <a:pt x="6" y="20"/>
                    </a:lnTo>
                    <a:lnTo>
                      <a:pt x="5" y="20"/>
                    </a:lnTo>
                    <a:lnTo>
                      <a:pt x="5" y="19"/>
                    </a:lnTo>
                    <a:lnTo>
                      <a:pt x="4" y="18"/>
                    </a:lnTo>
                    <a:lnTo>
                      <a:pt x="3" y="18"/>
                    </a:lnTo>
                    <a:lnTo>
                      <a:pt x="3" y="16"/>
                    </a:lnTo>
                    <a:lnTo>
                      <a:pt x="2" y="16"/>
                    </a:lnTo>
                    <a:lnTo>
                      <a:pt x="1" y="15"/>
                    </a:lnTo>
                    <a:lnTo>
                      <a:pt x="1" y="14"/>
                    </a:lnTo>
                    <a:lnTo>
                      <a:pt x="0" y="13"/>
                    </a:lnTo>
                    <a:lnTo>
                      <a:pt x="0" y="12"/>
                    </a:lnTo>
                    <a:lnTo>
                      <a:pt x="0" y="11"/>
                    </a:lnTo>
                    <a:lnTo>
                      <a:pt x="0" y="10"/>
                    </a:lnTo>
                    <a:lnTo>
                      <a:pt x="0" y="9"/>
                    </a:lnTo>
                    <a:lnTo>
                      <a:pt x="0" y="8"/>
                    </a:lnTo>
                    <a:lnTo>
                      <a:pt x="0" y="7"/>
                    </a:lnTo>
                    <a:lnTo>
                      <a:pt x="0" y="6"/>
                    </a:lnTo>
                    <a:lnTo>
                      <a:pt x="0" y="5"/>
                    </a:lnTo>
                    <a:lnTo>
                      <a:pt x="0" y="4"/>
                    </a:lnTo>
                    <a:lnTo>
                      <a:pt x="0" y="3"/>
                    </a:lnTo>
                    <a:lnTo>
                      <a:pt x="0" y="2"/>
                    </a:lnTo>
                    <a:lnTo>
                      <a:pt x="0" y="1"/>
                    </a:lnTo>
                    <a:lnTo>
                      <a:pt x="1" y="1"/>
                    </a:lnTo>
                    <a:lnTo>
                      <a:pt x="2" y="1"/>
                    </a:lnTo>
                    <a:lnTo>
                      <a:pt x="2" y="0"/>
                    </a:lnTo>
                    <a:lnTo>
                      <a:pt x="3" y="0"/>
                    </a:lnTo>
                    <a:lnTo>
                      <a:pt x="4" y="0"/>
                    </a:lnTo>
                    <a:lnTo>
                      <a:pt x="5" y="0"/>
                    </a:lnTo>
                    <a:lnTo>
                      <a:pt x="6" y="0"/>
                    </a:lnTo>
                    <a:lnTo>
                      <a:pt x="7" y="0"/>
                    </a:lnTo>
                    <a:lnTo>
                      <a:pt x="8" y="0"/>
                    </a:lnTo>
                    <a:lnTo>
                      <a:pt x="9" y="0"/>
                    </a:lnTo>
                    <a:lnTo>
                      <a:pt x="10" y="1"/>
                    </a:lnTo>
                    <a:lnTo>
                      <a:pt x="11" y="1"/>
                    </a:lnTo>
                    <a:lnTo>
                      <a:pt x="12" y="1"/>
                    </a:lnTo>
                    <a:lnTo>
                      <a:pt x="13" y="1"/>
                    </a:lnTo>
                    <a:lnTo>
                      <a:pt x="13" y="2"/>
                    </a:lnTo>
                    <a:lnTo>
                      <a:pt x="14" y="2"/>
                    </a:lnTo>
                    <a:lnTo>
                      <a:pt x="14" y="3"/>
                    </a:lnTo>
                    <a:lnTo>
                      <a:pt x="15" y="3"/>
                    </a:lnTo>
                    <a:lnTo>
                      <a:pt x="16" y="3"/>
                    </a:lnTo>
                    <a:lnTo>
                      <a:pt x="16" y="4"/>
                    </a:lnTo>
                    <a:lnTo>
                      <a:pt x="17" y="5"/>
                    </a:lnTo>
                    <a:lnTo>
                      <a:pt x="18" y="6"/>
                    </a:lnTo>
                    <a:lnTo>
                      <a:pt x="19" y="7"/>
                    </a:lnTo>
                  </a:path>
                </a:pathLst>
              </a:custGeom>
              <a:solidFill>
                <a:srgbClr val="FFFFFF"/>
              </a:solidFill>
              <a:ln w="12700">
                <a:noFill/>
              </a:ln>
            </p:spPr>
            <p:txBody>
              <a:bodyPr/>
              <a:lstStyle/>
              <a:p>
                <a:endParaRPr lang="zh-CN" altLang="en-US"/>
              </a:p>
            </p:txBody>
          </p:sp>
          <p:sp>
            <p:nvSpPr>
              <p:cNvPr id="31986" name="Freeform 243"/>
              <p:cNvSpPr/>
              <p:nvPr/>
            </p:nvSpPr>
            <p:spPr>
              <a:xfrm>
                <a:off x="3358" y="2278"/>
                <a:ext cx="26" cy="28"/>
              </a:xfrm>
              <a:custGeom>
                <a:avLst/>
                <a:gdLst/>
                <a:ahLst/>
                <a:cxnLst>
                  <a:cxn ang="0">
                    <a:pos x="19" y="7"/>
                  </a:cxn>
                  <a:cxn ang="0">
                    <a:pos x="23" y="12"/>
                  </a:cxn>
                  <a:cxn ang="0">
                    <a:pos x="25" y="16"/>
                  </a:cxn>
                  <a:cxn ang="0">
                    <a:pos x="25" y="21"/>
                  </a:cxn>
                  <a:cxn ang="0">
                    <a:pos x="23" y="25"/>
                  </a:cxn>
                  <a:cxn ang="0">
                    <a:pos x="18" y="27"/>
                  </a:cxn>
                  <a:cxn ang="0">
                    <a:pos x="14" y="25"/>
                  </a:cxn>
                  <a:cxn ang="0">
                    <a:pos x="9" y="23"/>
                  </a:cxn>
                  <a:cxn ang="0">
                    <a:pos x="5" y="19"/>
                  </a:cxn>
                  <a:cxn ang="0">
                    <a:pos x="1" y="14"/>
                  </a:cxn>
                  <a:cxn ang="0">
                    <a:pos x="0" y="9"/>
                  </a:cxn>
                  <a:cxn ang="0">
                    <a:pos x="0" y="4"/>
                  </a:cxn>
                  <a:cxn ang="0">
                    <a:pos x="1" y="1"/>
                  </a:cxn>
                  <a:cxn ang="0">
                    <a:pos x="5" y="0"/>
                  </a:cxn>
                  <a:cxn ang="0">
                    <a:pos x="9" y="0"/>
                  </a:cxn>
                  <a:cxn ang="0">
                    <a:pos x="14" y="3"/>
                  </a:cxn>
                  <a:cxn ang="0">
                    <a:pos x="19" y="7"/>
                  </a:cxn>
                </a:cxnLst>
                <a:rect l="0" t="0" r="0" b="0"/>
                <a:pathLst>
                  <a:path w="26" h="28">
                    <a:moveTo>
                      <a:pt x="19" y="7"/>
                    </a:moveTo>
                    <a:lnTo>
                      <a:pt x="23" y="12"/>
                    </a:lnTo>
                    <a:lnTo>
                      <a:pt x="25" y="16"/>
                    </a:lnTo>
                    <a:lnTo>
                      <a:pt x="25" y="21"/>
                    </a:lnTo>
                    <a:lnTo>
                      <a:pt x="23" y="25"/>
                    </a:lnTo>
                    <a:lnTo>
                      <a:pt x="18" y="27"/>
                    </a:lnTo>
                    <a:lnTo>
                      <a:pt x="14" y="25"/>
                    </a:lnTo>
                    <a:lnTo>
                      <a:pt x="9" y="23"/>
                    </a:lnTo>
                    <a:lnTo>
                      <a:pt x="5" y="19"/>
                    </a:lnTo>
                    <a:lnTo>
                      <a:pt x="1" y="14"/>
                    </a:lnTo>
                    <a:lnTo>
                      <a:pt x="0" y="9"/>
                    </a:lnTo>
                    <a:lnTo>
                      <a:pt x="0" y="4"/>
                    </a:lnTo>
                    <a:lnTo>
                      <a:pt x="1" y="1"/>
                    </a:lnTo>
                    <a:lnTo>
                      <a:pt x="5" y="0"/>
                    </a:lnTo>
                    <a:lnTo>
                      <a:pt x="9" y="0"/>
                    </a:lnTo>
                    <a:lnTo>
                      <a:pt x="14" y="3"/>
                    </a:lnTo>
                    <a:lnTo>
                      <a:pt x="19" y="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87" name="Freeform 244"/>
              <p:cNvSpPr/>
              <p:nvPr/>
            </p:nvSpPr>
            <p:spPr>
              <a:xfrm>
                <a:off x="3395" y="2265"/>
                <a:ext cx="86" cy="51"/>
              </a:xfrm>
              <a:custGeom>
                <a:avLst/>
                <a:gdLst/>
                <a:ahLst/>
                <a:cxnLst>
                  <a:cxn ang="0">
                    <a:pos x="75" y="10"/>
                  </a:cxn>
                  <a:cxn ang="0">
                    <a:pos x="85" y="50"/>
                  </a:cxn>
                  <a:cxn ang="0">
                    <a:pos x="28" y="44"/>
                  </a:cxn>
                  <a:cxn ang="0">
                    <a:pos x="0" y="19"/>
                  </a:cxn>
                  <a:cxn ang="0">
                    <a:pos x="22" y="0"/>
                  </a:cxn>
                  <a:cxn ang="0">
                    <a:pos x="75" y="10"/>
                  </a:cxn>
                </a:cxnLst>
                <a:rect l="0" t="0" r="0" b="0"/>
                <a:pathLst>
                  <a:path w="86" h="51">
                    <a:moveTo>
                      <a:pt x="75" y="10"/>
                    </a:moveTo>
                    <a:lnTo>
                      <a:pt x="85" y="50"/>
                    </a:lnTo>
                    <a:lnTo>
                      <a:pt x="28" y="44"/>
                    </a:lnTo>
                    <a:lnTo>
                      <a:pt x="0" y="19"/>
                    </a:lnTo>
                    <a:lnTo>
                      <a:pt x="22" y="0"/>
                    </a:lnTo>
                    <a:lnTo>
                      <a:pt x="75" y="10"/>
                    </a:lnTo>
                  </a:path>
                </a:pathLst>
              </a:custGeom>
              <a:solidFill>
                <a:srgbClr val="FFFFFF"/>
              </a:solidFill>
              <a:ln w="12700">
                <a:noFill/>
              </a:ln>
            </p:spPr>
            <p:txBody>
              <a:bodyPr/>
              <a:lstStyle/>
              <a:p>
                <a:endParaRPr lang="zh-CN" altLang="en-US"/>
              </a:p>
            </p:txBody>
          </p:sp>
          <p:sp>
            <p:nvSpPr>
              <p:cNvPr id="31988" name="Freeform 245"/>
              <p:cNvSpPr/>
              <p:nvPr/>
            </p:nvSpPr>
            <p:spPr>
              <a:xfrm>
                <a:off x="3395" y="2265"/>
                <a:ext cx="86" cy="51"/>
              </a:xfrm>
              <a:custGeom>
                <a:avLst/>
                <a:gdLst/>
                <a:ahLst/>
                <a:cxnLst>
                  <a:cxn ang="0">
                    <a:pos x="75" y="10"/>
                  </a:cxn>
                  <a:cxn ang="0">
                    <a:pos x="85" y="50"/>
                  </a:cxn>
                  <a:cxn ang="0">
                    <a:pos x="28" y="44"/>
                  </a:cxn>
                  <a:cxn ang="0">
                    <a:pos x="0" y="19"/>
                  </a:cxn>
                  <a:cxn ang="0">
                    <a:pos x="22" y="0"/>
                  </a:cxn>
                  <a:cxn ang="0">
                    <a:pos x="75" y="10"/>
                  </a:cxn>
                </a:cxnLst>
                <a:rect l="0" t="0" r="0" b="0"/>
                <a:pathLst>
                  <a:path w="86" h="51">
                    <a:moveTo>
                      <a:pt x="75" y="10"/>
                    </a:moveTo>
                    <a:lnTo>
                      <a:pt x="85" y="50"/>
                    </a:lnTo>
                    <a:lnTo>
                      <a:pt x="28" y="44"/>
                    </a:lnTo>
                    <a:lnTo>
                      <a:pt x="0" y="19"/>
                    </a:lnTo>
                    <a:lnTo>
                      <a:pt x="22" y="0"/>
                    </a:lnTo>
                    <a:lnTo>
                      <a:pt x="75" y="1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89" name="Freeform 246"/>
              <p:cNvSpPr/>
              <p:nvPr/>
            </p:nvSpPr>
            <p:spPr>
              <a:xfrm>
                <a:off x="4602" y="2642"/>
                <a:ext cx="89" cy="46"/>
              </a:xfrm>
              <a:custGeom>
                <a:avLst/>
                <a:gdLst/>
                <a:ahLst/>
                <a:cxnLst>
                  <a:cxn ang="0">
                    <a:pos x="72" y="1"/>
                  </a:cxn>
                  <a:cxn ang="0">
                    <a:pos x="88" y="41"/>
                  </a:cxn>
                  <a:cxn ang="0">
                    <a:pos x="31" y="45"/>
                  </a:cxn>
                  <a:cxn ang="0">
                    <a:pos x="0" y="22"/>
                  </a:cxn>
                  <a:cxn ang="0">
                    <a:pos x="18" y="0"/>
                  </a:cxn>
                  <a:cxn ang="0">
                    <a:pos x="72" y="1"/>
                  </a:cxn>
                </a:cxnLst>
                <a:rect l="0" t="0" r="0" b="0"/>
                <a:pathLst>
                  <a:path w="89" h="46">
                    <a:moveTo>
                      <a:pt x="72" y="1"/>
                    </a:moveTo>
                    <a:lnTo>
                      <a:pt x="88" y="41"/>
                    </a:lnTo>
                    <a:lnTo>
                      <a:pt x="31" y="45"/>
                    </a:lnTo>
                    <a:lnTo>
                      <a:pt x="0" y="22"/>
                    </a:lnTo>
                    <a:lnTo>
                      <a:pt x="18" y="0"/>
                    </a:lnTo>
                    <a:lnTo>
                      <a:pt x="72" y="1"/>
                    </a:lnTo>
                  </a:path>
                </a:pathLst>
              </a:custGeom>
              <a:solidFill>
                <a:srgbClr val="FFFFFF"/>
              </a:solidFill>
              <a:ln w="12700">
                <a:noFill/>
              </a:ln>
            </p:spPr>
            <p:txBody>
              <a:bodyPr/>
              <a:lstStyle/>
              <a:p>
                <a:endParaRPr lang="zh-CN" altLang="en-US"/>
              </a:p>
            </p:txBody>
          </p:sp>
          <p:sp>
            <p:nvSpPr>
              <p:cNvPr id="31990" name="Freeform 247"/>
              <p:cNvSpPr/>
              <p:nvPr/>
            </p:nvSpPr>
            <p:spPr>
              <a:xfrm>
                <a:off x="4602" y="2642"/>
                <a:ext cx="89" cy="46"/>
              </a:xfrm>
              <a:custGeom>
                <a:avLst/>
                <a:gdLst/>
                <a:ahLst/>
                <a:cxnLst>
                  <a:cxn ang="0">
                    <a:pos x="72" y="1"/>
                  </a:cxn>
                  <a:cxn ang="0">
                    <a:pos x="88" y="41"/>
                  </a:cxn>
                  <a:cxn ang="0">
                    <a:pos x="31" y="45"/>
                  </a:cxn>
                  <a:cxn ang="0">
                    <a:pos x="0" y="22"/>
                  </a:cxn>
                  <a:cxn ang="0">
                    <a:pos x="18" y="0"/>
                  </a:cxn>
                  <a:cxn ang="0">
                    <a:pos x="72" y="1"/>
                  </a:cxn>
                </a:cxnLst>
                <a:rect l="0" t="0" r="0" b="0"/>
                <a:pathLst>
                  <a:path w="89" h="46">
                    <a:moveTo>
                      <a:pt x="72" y="1"/>
                    </a:moveTo>
                    <a:lnTo>
                      <a:pt x="88" y="41"/>
                    </a:lnTo>
                    <a:lnTo>
                      <a:pt x="31" y="45"/>
                    </a:lnTo>
                    <a:lnTo>
                      <a:pt x="0" y="22"/>
                    </a:lnTo>
                    <a:lnTo>
                      <a:pt x="18" y="0"/>
                    </a:lnTo>
                    <a:lnTo>
                      <a:pt x="72"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91" name="Freeform 248"/>
              <p:cNvSpPr/>
              <p:nvPr/>
            </p:nvSpPr>
            <p:spPr>
              <a:xfrm>
                <a:off x="4485" y="2632"/>
                <a:ext cx="89" cy="45"/>
              </a:xfrm>
              <a:custGeom>
                <a:avLst/>
                <a:gdLst/>
                <a:ahLst/>
                <a:cxnLst>
                  <a:cxn ang="0">
                    <a:pos x="14" y="40"/>
                  </a:cxn>
                  <a:cxn ang="0">
                    <a:pos x="0" y="3"/>
                  </a:cxn>
                  <a:cxn ang="0">
                    <a:pos x="54" y="0"/>
                  </a:cxn>
                  <a:cxn ang="0">
                    <a:pos x="88" y="21"/>
                  </a:cxn>
                  <a:cxn ang="0">
                    <a:pos x="68" y="44"/>
                  </a:cxn>
                  <a:cxn ang="0">
                    <a:pos x="14" y="40"/>
                  </a:cxn>
                </a:cxnLst>
                <a:rect l="0" t="0" r="0" b="0"/>
                <a:pathLst>
                  <a:path w="89" h="45">
                    <a:moveTo>
                      <a:pt x="14" y="40"/>
                    </a:moveTo>
                    <a:lnTo>
                      <a:pt x="0" y="3"/>
                    </a:lnTo>
                    <a:lnTo>
                      <a:pt x="54" y="0"/>
                    </a:lnTo>
                    <a:lnTo>
                      <a:pt x="88" y="21"/>
                    </a:lnTo>
                    <a:lnTo>
                      <a:pt x="68" y="44"/>
                    </a:lnTo>
                    <a:lnTo>
                      <a:pt x="14" y="40"/>
                    </a:lnTo>
                  </a:path>
                </a:pathLst>
              </a:custGeom>
              <a:solidFill>
                <a:srgbClr val="FFFFFF"/>
              </a:solidFill>
              <a:ln w="12700">
                <a:noFill/>
              </a:ln>
            </p:spPr>
            <p:txBody>
              <a:bodyPr/>
              <a:lstStyle/>
              <a:p>
                <a:endParaRPr lang="zh-CN" altLang="en-US"/>
              </a:p>
            </p:txBody>
          </p:sp>
          <p:sp>
            <p:nvSpPr>
              <p:cNvPr id="31992" name="Freeform 249"/>
              <p:cNvSpPr/>
              <p:nvPr/>
            </p:nvSpPr>
            <p:spPr>
              <a:xfrm>
                <a:off x="4485" y="2632"/>
                <a:ext cx="89" cy="45"/>
              </a:xfrm>
              <a:custGeom>
                <a:avLst/>
                <a:gdLst/>
                <a:ahLst/>
                <a:cxnLst>
                  <a:cxn ang="0">
                    <a:pos x="14" y="40"/>
                  </a:cxn>
                  <a:cxn ang="0">
                    <a:pos x="0" y="3"/>
                  </a:cxn>
                  <a:cxn ang="0">
                    <a:pos x="54" y="0"/>
                  </a:cxn>
                  <a:cxn ang="0">
                    <a:pos x="88" y="21"/>
                  </a:cxn>
                  <a:cxn ang="0">
                    <a:pos x="68" y="44"/>
                  </a:cxn>
                  <a:cxn ang="0">
                    <a:pos x="14" y="40"/>
                  </a:cxn>
                </a:cxnLst>
                <a:rect l="0" t="0" r="0" b="0"/>
                <a:pathLst>
                  <a:path w="89" h="45">
                    <a:moveTo>
                      <a:pt x="14" y="40"/>
                    </a:moveTo>
                    <a:lnTo>
                      <a:pt x="0" y="3"/>
                    </a:lnTo>
                    <a:lnTo>
                      <a:pt x="54" y="0"/>
                    </a:lnTo>
                    <a:lnTo>
                      <a:pt x="88" y="21"/>
                    </a:lnTo>
                    <a:lnTo>
                      <a:pt x="68" y="44"/>
                    </a:lnTo>
                    <a:lnTo>
                      <a:pt x="14" y="4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93" name="Freeform 250"/>
              <p:cNvSpPr/>
              <p:nvPr/>
            </p:nvSpPr>
            <p:spPr>
              <a:xfrm>
                <a:off x="4469" y="2648"/>
                <a:ext cx="89" cy="47"/>
              </a:xfrm>
              <a:custGeom>
                <a:avLst/>
                <a:gdLst/>
                <a:ahLst/>
                <a:cxnLst>
                  <a:cxn ang="0">
                    <a:pos x="14" y="42"/>
                  </a:cxn>
                  <a:cxn ang="0">
                    <a:pos x="0" y="2"/>
                  </a:cxn>
                  <a:cxn ang="0">
                    <a:pos x="55" y="0"/>
                  </a:cxn>
                  <a:cxn ang="0">
                    <a:pos x="88" y="22"/>
                  </a:cxn>
                  <a:cxn ang="0">
                    <a:pos x="68" y="46"/>
                  </a:cxn>
                  <a:cxn ang="0">
                    <a:pos x="14" y="42"/>
                  </a:cxn>
                </a:cxnLst>
                <a:rect l="0" t="0" r="0" b="0"/>
                <a:pathLst>
                  <a:path w="89" h="47">
                    <a:moveTo>
                      <a:pt x="14" y="42"/>
                    </a:moveTo>
                    <a:lnTo>
                      <a:pt x="0" y="2"/>
                    </a:lnTo>
                    <a:lnTo>
                      <a:pt x="55" y="0"/>
                    </a:lnTo>
                    <a:lnTo>
                      <a:pt x="88" y="22"/>
                    </a:lnTo>
                    <a:lnTo>
                      <a:pt x="68" y="46"/>
                    </a:lnTo>
                    <a:lnTo>
                      <a:pt x="14" y="42"/>
                    </a:lnTo>
                  </a:path>
                </a:pathLst>
              </a:custGeom>
              <a:solidFill>
                <a:srgbClr val="FFFFFF"/>
              </a:solidFill>
              <a:ln w="12700">
                <a:noFill/>
              </a:ln>
            </p:spPr>
            <p:txBody>
              <a:bodyPr/>
              <a:lstStyle/>
              <a:p>
                <a:endParaRPr lang="zh-CN" altLang="en-US"/>
              </a:p>
            </p:txBody>
          </p:sp>
          <p:sp>
            <p:nvSpPr>
              <p:cNvPr id="31994" name="Freeform 251"/>
              <p:cNvSpPr/>
              <p:nvPr/>
            </p:nvSpPr>
            <p:spPr>
              <a:xfrm>
                <a:off x="4469" y="2648"/>
                <a:ext cx="89" cy="47"/>
              </a:xfrm>
              <a:custGeom>
                <a:avLst/>
                <a:gdLst/>
                <a:ahLst/>
                <a:cxnLst>
                  <a:cxn ang="0">
                    <a:pos x="14" y="42"/>
                  </a:cxn>
                  <a:cxn ang="0">
                    <a:pos x="0" y="2"/>
                  </a:cxn>
                  <a:cxn ang="0">
                    <a:pos x="55" y="0"/>
                  </a:cxn>
                  <a:cxn ang="0">
                    <a:pos x="88" y="22"/>
                  </a:cxn>
                  <a:cxn ang="0">
                    <a:pos x="68" y="46"/>
                  </a:cxn>
                  <a:cxn ang="0">
                    <a:pos x="14" y="42"/>
                  </a:cxn>
                </a:cxnLst>
                <a:rect l="0" t="0" r="0" b="0"/>
                <a:pathLst>
                  <a:path w="89" h="47">
                    <a:moveTo>
                      <a:pt x="14" y="42"/>
                    </a:moveTo>
                    <a:lnTo>
                      <a:pt x="0" y="2"/>
                    </a:lnTo>
                    <a:lnTo>
                      <a:pt x="55" y="0"/>
                    </a:lnTo>
                    <a:lnTo>
                      <a:pt x="88" y="22"/>
                    </a:lnTo>
                    <a:lnTo>
                      <a:pt x="68" y="46"/>
                    </a:lnTo>
                    <a:lnTo>
                      <a:pt x="14" y="4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95" name="Freeform 252"/>
              <p:cNvSpPr/>
              <p:nvPr/>
            </p:nvSpPr>
            <p:spPr>
              <a:xfrm>
                <a:off x="4551" y="2639"/>
                <a:ext cx="62" cy="64"/>
              </a:xfrm>
              <a:custGeom>
                <a:avLst/>
                <a:gdLst/>
                <a:ahLst/>
                <a:cxnLst>
                  <a:cxn ang="0">
                    <a:pos x="59" y="22"/>
                  </a:cxn>
                  <a:cxn ang="0">
                    <a:pos x="61" y="20"/>
                  </a:cxn>
                  <a:cxn ang="0">
                    <a:pos x="61" y="18"/>
                  </a:cxn>
                  <a:cxn ang="0">
                    <a:pos x="61" y="17"/>
                  </a:cxn>
                  <a:cxn ang="0">
                    <a:pos x="61" y="16"/>
                  </a:cxn>
                  <a:cxn ang="0">
                    <a:pos x="61" y="15"/>
                  </a:cxn>
                  <a:cxn ang="0">
                    <a:pos x="59" y="14"/>
                  </a:cxn>
                  <a:cxn ang="0">
                    <a:pos x="59" y="13"/>
                  </a:cxn>
                  <a:cxn ang="0">
                    <a:pos x="59" y="12"/>
                  </a:cxn>
                  <a:cxn ang="0">
                    <a:pos x="58" y="11"/>
                  </a:cxn>
                  <a:cxn ang="0">
                    <a:pos x="57" y="10"/>
                  </a:cxn>
                  <a:cxn ang="0">
                    <a:pos x="57" y="9"/>
                  </a:cxn>
                  <a:cxn ang="0">
                    <a:pos x="56" y="8"/>
                  </a:cxn>
                  <a:cxn ang="0">
                    <a:pos x="55" y="8"/>
                  </a:cxn>
                  <a:cxn ang="0">
                    <a:pos x="55" y="7"/>
                  </a:cxn>
                  <a:cxn ang="0">
                    <a:pos x="55" y="6"/>
                  </a:cxn>
                  <a:cxn ang="0">
                    <a:pos x="54" y="5"/>
                  </a:cxn>
                  <a:cxn ang="0">
                    <a:pos x="53" y="5"/>
                  </a:cxn>
                  <a:cxn ang="0">
                    <a:pos x="52" y="5"/>
                  </a:cxn>
                  <a:cxn ang="0">
                    <a:pos x="51" y="4"/>
                  </a:cxn>
                  <a:cxn ang="0">
                    <a:pos x="51" y="3"/>
                  </a:cxn>
                  <a:cxn ang="0">
                    <a:pos x="50" y="3"/>
                  </a:cxn>
                  <a:cxn ang="0">
                    <a:pos x="49" y="2"/>
                  </a:cxn>
                  <a:cxn ang="0">
                    <a:pos x="48" y="1"/>
                  </a:cxn>
                  <a:cxn ang="0">
                    <a:pos x="47" y="1"/>
                  </a:cxn>
                  <a:cxn ang="0">
                    <a:pos x="46" y="1"/>
                  </a:cxn>
                  <a:cxn ang="0">
                    <a:pos x="45" y="0"/>
                  </a:cxn>
                  <a:cxn ang="0">
                    <a:pos x="44" y="0"/>
                  </a:cxn>
                  <a:cxn ang="0">
                    <a:pos x="43" y="0"/>
                  </a:cxn>
                  <a:cxn ang="0">
                    <a:pos x="42" y="0"/>
                  </a:cxn>
                  <a:cxn ang="0">
                    <a:pos x="41" y="0"/>
                  </a:cxn>
                  <a:cxn ang="0">
                    <a:pos x="40" y="0"/>
                  </a:cxn>
                  <a:cxn ang="0">
                    <a:pos x="39" y="0"/>
                  </a:cxn>
                  <a:cxn ang="0">
                    <a:pos x="38" y="0"/>
                  </a:cxn>
                  <a:cxn ang="0">
                    <a:pos x="37" y="0"/>
                  </a:cxn>
                  <a:cxn ang="0">
                    <a:pos x="36" y="0"/>
                  </a:cxn>
                  <a:cxn ang="0">
                    <a:pos x="35" y="0"/>
                  </a:cxn>
                  <a:cxn ang="0">
                    <a:pos x="35" y="1"/>
                  </a:cxn>
                  <a:cxn ang="0">
                    <a:pos x="34" y="1"/>
                  </a:cxn>
                  <a:cxn ang="0">
                    <a:pos x="0" y="41"/>
                  </a:cxn>
                  <a:cxn ang="0">
                    <a:pos x="25" y="63"/>
                  </a:cxn>
                  <a:cxn ang="0">
                    <a:pos x="61" y="24"/>
                  </a:cxn>
                  <a:cxn ang="0">
                    <a:pos x="59" y="22"/>
                  </a:cxn>
                </a:cxnLst>
                <a:rect l="0" t="0" r="0" b="0"/>
                <a:pathLst>
                  <a:path w="62" h="64">
                    <a:moveTo>
                      <a:pt x="59" y="22"/>
                    </a:moveTo>
                    <a:lnTo>
                      <a:pt x="61" y="20"/>
                    </a:lnTo>
                    <a:lnTo>
                      <a:pt x="61" y="18"/>
                    </a:lnTo>
                    <a:lnTo>
                      <a:pt x="61" y="17"/>
                    </a:lnTo>
                    <a:lnTo>
                      <a:pt x="61" y="16"/>
                    </a:lnTo>
                    <a:lnTo>
                      <a:pt x="61" y="15"/>
                    </a:lnTo>
                    <a:lnTo>
                      <a:pt x="59" y="14"/>
                    </a:lnTo>
                    <a:lnTo>
                      <a:pt x="59" y="13"/>
                    </a:lnTo>
                    <a:lnTo>
                      <a:pt x="59" y="12"/>
                    </a:lnTo>
                    <a:lnTo>
                      <a:pt x="58" y="11"/>
                    </a:lnTo>
                    <a:lnTo>
                      <a:pt x="57" y="10"/>
                    </a:lnTo>
                    <a:lnTo>
                      <a:pt x="57" y="9"/>
                    </a:lnTo>
                    <a:lnTo>
                      <a:pt x="56" y="8"/>
                    </a:lnTo>
                    <a:lnTo>
                      <a:pt x="55" y="8"/>
                    </a:lnTo>
                    <a:lnTo>
                      <a:pt x="55" y="7"/>
                    </a:lnTo>
                    <a:lnTo>
                      <a:pt x="55" y="6"/>
                    </a:lnTo>
                    <a:lnTo>
                      <a:pt x="54" y="5"/>
                    </a:lnTo>
                    <a:lnTo>
                      <a:pt x="53" y="5"/>
                    </a:lnTo>
                    <a:lnTo>
                      <a:pt x="52" y="5"/>
                    </a:lnTo>
                    <a:lnTo>
                      <a:pt x="51" y="4"/>
                    </a:lnTo>
                    <a:lnTo>
                      <a:pt x="51" y="3"/>
                    </a:lnTo>
                    <a:lnTo>
                      <a:pt x="50" y="3"/>
                    </a:lnTo>
                    <a:lnTo>
                      <a:pt x="49" y="2"/>
                    </a:lnTo>
                    <a:lnTo>
                      <a:pt x="48" y="1"/>
                    </a:lnTo>
                    <a:lnTo>
                      <a:pt x="47" y="1"/>
                    </a:lnTo>
                    <a:lnTo>
                      <a:pt x="46" y="1"/>
                    </a:lnTo>
                    <a:lnTo>
                      <a:pt x="45" y="0"/>
                    </a:lnTo>
                    <a:lnTo>
                      <a:pt x="44" y="0"/>
                    </a:lnTo>
                    <a:lnTo>
                      <a:pt x="43" y="0"/>
                    </a:lnTo>
                    <a:lnTo>
                      <a:pt x="42" y="0"/>
                    </a:lnTo>
                    <a:lnTo>
                      <a:pt x="41" y="0"/>
                    </a:lnTo>
                    <a:lnTo>
                      <a:pt x="40" y="0"/>
                    </a:lnTo>
                    <a:lnTo>
                      <a:pt x="39" y="0"/>
                    </a:lnTo>
                    <a:lnTo>
                      <a:pt x="38" y="0"/>
                    </a:lnTo>
                    <a:lnTo>
                      <a:pt x="37" y="0"/>
                    </a:lnTo>
                    <a:lnTo>
                      <a:pt x="36" y="0"/>
                    </a:lnTo>
                    <a:lnTo>
                      <a:pt x="35" y="0"/>
                    </a:lnTo>
                    <a:lnTo>
                      <a:pt x="35" y="1"/>
                    </a:lnTo>
                    <a:lnTo>
                      <a:pt x="34" y="1"/>
                    </a:lnTo>
                    <a:lnTo>
                      <a:pt x="0" y="41"/>
                    </a:lnTo>
                    <a:lnTo>
                      <a:pt x="25" y="63"/>
                    </a:lnTo>
                    <a:lnTo>
                      <a:pt x="61" y="24"/>
                    </a:lnTo>
                    <a:lnTo>
                      <a:pt x="59" y="22"/>
                    </a:lnTo>
                  </a:path>
                </a:pathLst>
              </a:custGeom>
              <a:solidFill>
                <a:srgbClr val="FFFFFF"/>
              </a:solidFill>
              <a:ln w="12700">
                <a:noFill/>
              </a:ln>
            </p:spPr>
            <p:txBody>
              <a:bodyPr/>
              <a:lstStyle/>
              <a:p>
                <a:endParaRPr lang="zh-CN" altLang="en-US"/>
              </a:p>
            </p:txBody>
          </p:sp>
          <p:sp>
            <p:nvSpPr>
              <p:cNvPr id="31996" name="Freeform 253"/>
              <p:cNvSpPr/>
              <p:nvPr/>
            </p:nvSpPr>
            <p:spPr>
              <a:xfrm>
                <a:off x="4551" y="2639"/>
                <a:ext cx="62" cy="64"/>
              </a:xfrm>
              <a:custGeom>
                <a:avLst/>
                <a:gdLst/>
                <a:ahLst/>
                <a:cxnLst>
                  <a:cxn ang="0">
                    <a:pos x="59" y="22"/>
                  </a:cxn>
                  <a:cxn ang="0">
                    <a:pos x="61" y="18"/>
                  </a:cxn>
                  <a:cxn ang="0">
                    <a:pos x="59" y="14"/>
                  </a:cxn>
                  <a:cxn ang="0">
                    <a:pos x="57" y="9"/>
                  </a:cxn>
                  <a:cxn ang="0">
                    <a:pos x="52" y="5"/>
                  </a:cxn>
                  <a:cxn ang="0">
                    <a:pos x="47" y="1"/>
                  </a:cxn>
                  <a:cxn ang="0">
                    <a:pos x="42" y="0"/>
                  </a:cxn>
                  <a:cxn ang="0">
                    <a:pos x="37" y="0"/>
                  </a:cxn>
                  <a:cxn ang="0">
                    <a:pos x="34" y="1"/>
                  </a:cxn>
                  <a:cxn ang="0">
                    <a:pos x="0" y="41"/>
                  </a:cxn>
                  <a:cxn ang="0">
                    <a:pos x="25" y="63"/>
                  </a:cxn>
                  <a:cxn ang="0">
                    <a:pos x="61" y="24"/>
                  </a:cxn>
                  <a:cxn ang="0">
                    <a:pos x="59" y="22"/>
                  </a:cxn>
                </a:cxnLst>
                <a:rect l="0" t="0" r="0" b="0"/>
                <a:pathLst>
                  <a:path w="62" h="64">
                    <a:moveTo>
                      <a:pt x="59" y="22"/>
                    </a:moveTo>
                    <a:lnTo>
                      <a:pt x="61" y="18"/>
                    </a:lnTo>
                    <a:lnTo>
                      <a:pt x="59" y="14"/>
                    </a:lnTo>
                    <a:lnTo>
                      <a:pt x="57" y="9"/>
                    </a:lnTo>
                    <a:lnTo>
                      <a:pt x="52" y="5"/>
                    </a:lnTo>
                    <a:lnTo>
                      <a:pt x="47" y="1"/>
                    </a:lnTo>
                    <a:lnTo>
                      <a:pt x="42" y="0"/>
                    </a:lnTo>
                    <a:lnTo>
                      <a:pt x="37" y="0"/>
                    </a:lnTo>
                    <a:lnTo>
                      <a:pt x="34" y="1"/>
                    </a:lnTo>
                    <a:lnTo>
                      <a:pt x="0" y="41"/>
                    </a:lnTo>
                    <a:lnTo>
                      <a:pt x="25" y="63"/>
                    </a:lnTo>
                    <a:lnTo>
                      <a:pt x="61" y="24"/>
                    </a:lnTo>
                    <a:lnTo>
                      <a:pt x="59" y="2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97" name="Freeform 254"/>
              <p:cNvSpPr/>
              <p:nvPr/>
            </p:nvSpPr>
            <p:spPr>
              <a:xfrm>
                <a:off x="4548" y="2681"/>
                <a:ext cx="28" cy="27"/>
              </a:xfrm>
              <a:custGeom>
                <a:avLst/>
                <a:gdLst/>
                <a:ahLst/>
                <a:cxnLst>
                  <a:cxn ang="0">
                    <a:pos x="19" y="6"/>
                  </a:cxn>
                  <a:cxn ang="0">
                    <a:pos x="21" y="6"/>
                  </a:cxn>
                  <a:cxn ang="0">
                    <a:pos x="22" y="8"/>
                  </a:cxn>
                  <a:cxn ang="0">
                    <a:pos x="23" y="10"/>
                  </a:cxn>
                  <a:cxn ang="0">
                    <a:pos x="25" y="12"/>
                  </a:cxn>
                  <a:cxn ang="0">
                    <a:pos x="25" y="14"/>
                  </a:cxn>
                  <a:cxn ang="0">
                    <a:pos x="27" y="16"/>
                  </a:cxn>
                  <a:cxn ang="0">
                    <a:pos x="27" y="18"/>
                  </a:cxn>
                  <a:cxn ang="0">
                    <a:pos x="27" y="20"/>
                  </a:cxn>
                  <a:cxn ang="0">
                    <a:pos x="25" y="22"/>
                  </a:cxn>
                  <a:cxn ang="0">
                    <a:pos x="23" y="24"/>
                  </a:cxn>
                  <a:cxn ang="0">
                    <a:pos x="21" y="26"/>
                  </a:cxn>
                  <a:cxn ang="0">
                    <a:pos x="19" y="26"/>
                  </a:cxn>
                  <a:cxn ang="0">
                    <a:pos x="17" y="26"/>
                  </a:cxn>
                  <a:cxn ang="0">
                    <a:pos x="15" y="24"/>
                  </a:cxn>
                  <a:cxn ang="0">
                    <a:pos x="13" y="24"/>
                  </a:cxn>
                  <a:cxn ang="0">
                    <a:pos x="11" y="24"/>
                  </a:cxn>
                  <a:cxn ang="0">
                    <a:pos x="9" y="22"/>
                  </a:cxn>
                  <a:cxn ang="0">
                    <a:pos x="8" y="21"/>
                  </a:cxn>
                  <a:cxn ang="0">
                    <a:pos x="6" y="19"/>
                  </a:cxn>
                  <a:cxn ang="0">
                    <a:pos x="5" y="18"/>
                  </a:cxn>
                  <a:cxn ang="0">
                    <a:pos x="4" y="16"/>
                  </a:cxn>
                  <a:cxn ang="0">
                    <a:pos x="3" y="15"/>
                  </a:cxn>
                  <a:cxn ang="0">
                    <a:pos x="2" y="14"/>
                  </a:cxn>
                  <a:cxn ang="0">
                    <a:pos x="1" y="13"/>
                  </a:cxn>
                  <a:cxn ang="0">
                    <a:pos x="0" y="12"/>
                  </a:cxn>
                  <a:cxn ang="0">
                    <a:pos x="0" y="10"/>
                  </a:cxn>
                  <a:cxn ang="0">
                    <a:pos x="0" y="8"/>
                  </a:cxn>
                  <a:cxn ang="0">
                    <a:pos x="0" y="6"/>
                  </a:cxn>
                  <a:cxn ang="0">
                    <a:pos x="0" y="4"/>
                  </a:cxn>
                  <a:cxn ang="0">
                    <a:pos x="0" y="2"/>
                  </a:cxn>
                  <a:cxn ang="0">
                    <a:pos x="2" y="1"/>
                  </a:cxn>
                  <a:cxn ang="0">
                    <a:pos x="3" y="0"/>
                  </a:cxn>
                  <a:cxn ang="0">
                    <a:pos x="5" y="0"/>
                  </a:cxn>
                  <a:cxn ang="0">
                    <a:pos x="7" y="0"/>
                  </a:cxn>
                  <a:cxn ang="0">
                    <a:pos x="9" y="0"/>
                  </a:cxn>
                  <a:cxn ang="0">
                    <a:pos x="11" y="0"/>
                  </a:cxn>
                  <a:cxn ang="0">
                    <a:pos x="13" y="2"/>
                  </a:cxn>
                  <a:cxn ang="0">
                    <a:pos x="15" y="2"/>
                  </a:cxn>
                  <a:cxn ang="0">
                    <a:pos x="17" y="3"/>
                  </a:cxn>
                  <a:cxn ang="0">
                    <a:pos x="19" y="5"/>
                  </a:cxn>
                </a:cxnLst>
                <a:rect l="0" t="0" r="0" b="0"/>
                <a:pathLst>
                  <a:path w="28" h="27">
                    <a:moveTo>
                      <a:pt x="19" y="5"/>
                    </a:moveTo>
                    <a:lnTo>
                      <a:pt x="19" y="6"/>
                    </a:lnTo>
                    <a:lnTo>
                      <a:pt x="20" y="6"/>
                    </a:lnTo>
                    <a:lnTo>
                      <a:pt x="21" y="6"/>
                    </a:lnTo>
                    <a:lnTo>
                      <a:pt x="21" y="7"/>
                    </a:lnTo>
                    <a:lnTo>
                      <a:pt x="22" y="8"/>
                    </a:lnTo>
                    <a:lnTo>
                      <a:pt x="23" y="9"/>
                    </a:lnTo>
                    <a:lnTo>
                      <a:pt x="23" y="10"/>
                    </a:lnTo>
                    <a:lnTo>
                      <a:pt x="23" y="11"/>
                    </a:lnTo>
                    <a:lnTo>
                      <a:pt x="25" y="12"/>
                    </a:lnTo>
                    <a:lnTo>
                      <a:pt x="25" y="13"/>
                    </a:lnTo>
                    <a:lnTo>
                      <a:pt x="25" y="14"/>
                    </a:lnTo>
                    <a:lnTo>
                      <a:pt x="25" y="15"/>
                    </a:lnTo>
                    <a:lnTo>
                      <a:pt x="27" y="16"/>
                    </a:lnTo>
                    <a:lnTo>
                      <a:pt x="27" y="17"/>
                    </a:lnTo>
                    <a:lnTo>
                      <a:pt x="27" y="18"/>
                    </a:lnTo>
                    <a:lnTo>
                      <a:pt x="27" y="19"/>
                    </a:lnTo>
                    <a:lnTo>
                      <a:pt x="27" y="20"/>
                    </a:lnTo>
                    <a:lnTo>
                      <a:pt x="27" y="21"/>
                    </a:lnTo>
                    <a:lnTo>
                      <a:pt x="25" y="22"/>
                    </a:lnTo>
                    <a:lnTo>
                      <a:pt x="25" y="24"/>
                    </a:lnTo>
                    <a:lnTo>
                      <a:pt x="23" y="24"/>
                    </a:lnTo>
                    <a:lnTo>
                      <a:pt x="22" y="24"/>
                    </a:lnTo>
                    <a:lnTo>
                      <a:pt x="21" y="26"/>
                    </a:lnTo>
                    <a:lnTo>
                      <a:pt x="20" y="26"/>
                    </a:lnTo>
                    <a:lnTo>
                      <a:pt x="19" y="26"/>
                    </a:lnTo>
                    <a:lnTo>
                      <a:pt x="18" y="26"/>
                    </a:lnTo>
                    <a:lnTo>
                      <a:pt x="17" y="26"/>
                    </a:lnTo>
                    <a:lnTo>
                      <a:pt x="16" y="24"/>
                    </a:lnTo>
                    <a:lnTo>
                      <a:pt x="15" y="24"/>
                    </a:lnTo>
                    <a:lnTo>
                      <a:pt x="14" y="24"/>
                    </a:lnTo>
                    <a:lnTo>
                      <a:pt x="13" y="24"/>
                    </a:lnTo>
                    <a:lnTo>
                      <a:pt x="12" y="24"/>
                    </a:lnTo>
                    <a:lnTo>
                      <a:pt x="11" y="24"/>
                    </a:lnTo>
                    <a:lnTo>
                      <a:pt x="10" y="22"/>
                    </a:lnTo>
                    <a:lnTo>
                      <a:pt x="9" y="22"/>
                    </a:lnTo>
                    <a:lnTo>
                      <a:pt x="9" y="21"/>
                    </a:lnTo>
                    <a:lnTo>
                      <a:pt x="8" y="21"/>
                    </a:lnTo>
                    <a:lnTo>
                      <a:pt x="7" y="20"/>
                    </a:lnTo>
                    <a:lnTo>
                      <a:pt x="6" y="19"/>
                    </a:lnTo>
                    <a:lnTo>
                      <a:pt x="6" y="18"/>
                    </a:lnTo>
                    <a:lnTo>
                      <a:pt x="5" y="18"/>
                    </a:lnTo>
                    <a:lnTo>
                      <a:pt x="4" y="17"/>
                    </a:lnTo>
                    <a:lnTo>
                      <a:pt x="4" y="16"/>
                    </a:lnTo>
                    <a:lnTo>
                      <a:pt x="3" y="16"/>
                    </a:lnTo>
                    <a:lnTo>
                      <a:pt x="3" y="15"/>
                    </a:lnTo>
                    <a:lnTo>
                      <a:pt x="3" y="14"/>
                    </a:lnTo>
                    <a:lnTo>
                      <a:pt x="2" y="14"/>
                    </a:lnTo>
                    <a:lnTo>
                      <a:pt x="1" y="14"/>
                    </a:lnTo>
                    <a:lnTo>
                      <a:pt x="1" y="13"/>
                    </a:lnTo>
                    <a:lnTo>
                      <a:pt x="1" y="12"/>
                    </a:lnTo>
                    <a:lnTo>
                      <a:pt x="0" y="12"/>
                    </a:lnTo>
                    <a:lnTo>
                      <a:pt x="0" y="11"/>
                    </a:lnTo>
                    <a:lnTo>
                      <a:pt x="0" y="10"/>
                    </a:lnTo>
                    <a:lnTo>
                      <a:pt x="0" y="9"/>
                    </a:lnTo>
                    <a:lnTo>
                      <a:pt x="0" y="8"/>
                    </a:lnTo>
                    <a:lnTo>
                      <a:pt x="0" y="7"/>
                    </a:lnTo>
                    <a:lnTo>
                      <a:pt x="0" y="6"/>
                    </a:lnTo>
                    <a:lnTo>
                      <a:pt x="0" y="5"/>
                    </a:lnTo>
                    <a:lnTo>
                      <a:pt x="0" y="4"/>
                    </a:lnTo>
                    <a:lnTo>
                      <a:pt x="0" y="3"/>
                    </a:lnTo>
                    <a:lnTo>
                      <a:pt x="0" y="2"/>
                    </a:lnTo>
                    <a:lnTo>
                      <a:pt x="1" y="2"/>
                    </a:lnTo>
                    <a:lnTo>
                      <a:pt x="2" y="1"/>
                    </a:lnTo>
                    <a:lnTo>
                      <a:pt x="3" y="1"/>
                    </a:lnTo>
                    <a:lnTo>
                      <a:pt x="3" y="0"/>
                    </a:lnTo>
                    <a:lnTo>
                      <a:pt x="4" y="0"/>
                    </a:lnTo>
                    <a:lnTo>
                      <a:pt x="5" y="0"/>
                    </a:lnTo>
                    <a:lnTo>
                      <a:pt x="6" y="0"/>
                    </a:lnTo>
                    <a:lnTo>
                      <a:pt x="7" y="0"/>
                    </a:lnTo>
                    <a:lnTo>
                      <a:pt x="8" y="0"/>
                    </a:lnTo>
                    <a:lnTo>
                      <a:pt x="9" y="0"/>
                    </a:lnTo>
                    <a:lnTo>
                      <a:pt x="10" y="0"/>
                    </a:lnTo>
                    <a:lnTo>
                      <a:pt x="11" y="0"/>
                    </a:lnTo>
                    <a:lnTo>
                      <a:pt x="12" y="1"/>
                    </a:lnTo>
                    <a:lnTo>
                      <a:pt x="13" y="2"/>
                    </a:lnTo>
                    <a:lnTo>
                      <a:pt x="14" y="2"/>
                    </a:lnTo>
                    <a:lnTo>
                      <a:pt x="15" y="2"/>
                    </a:lnTo>
                    <a:lnTo>
                      <a:pt x="16" y="3"/>
                    </a:lnTo>
                    <a:lnTo>
                      <a:pt x="17" y="3"/>
                    </a:lnTo>
                    <a:lnTo>
                      <a:pt x="18" y="4"/>
                    </a:lnTo>
                    <a:lnTo>
                      <a:pt x="19" y="5"/>
                    </a:lnTo>
                  </a:path>
                </a:pathLst>
              </a:custGeom>
              <a:solidFill>
                <a:srgbClr val="FFFFFF"/>
              </a:solidFill>
              <a:ln w="12700">
                <a:noFill/>
              </a:ln>
            </p:spPr>
            <p:txBody>
              <a:bodyPr/>
              <a:lstStyle/>
              <a:p>
                <a:endParaRPr lang="zh-CN" altLang="en-US"/>
              </a:p>
            </p:txBody>
          </p:sp>
          <p:sp>
            <p:nvSpPr>
              <p:cNvPr id="31998" name="Freeform 255"/>
              <p:cNvSpPr/>
              <p:nvPr/>
            </p:nvSpPr>
            <p:spPr>
              <a:xfrm>
                <a:off x="4549" y="2681"/>
                <a:ext cx="27" cy="27"/>
              </a:xfrm>
              <a:custGeom>
                <a:avLst/>
                <a:gdLst/>
                <a:ahLst/>
                <a:cxnLst>
                  <a:cxn ang="0">
                    <a:pos x="18" y="5"/>
                  </a:cxn>
                  <a:cxn ang="0">
                    <a:pos x="22" y="10"/>
                  </a:cxn>
                  <a:cxn ang="0">
                    <a:pos x="24" y="15"/>
                  </a:cxn>
                  <a:cxn ang="0">
                    <a:pos x="26" y="20"/>
                  </a:cxn>
                  <a:cxn ang="0">
                    <a:pos x="24" y="24"/>
                  </a:cxn>
                  <a:cxn ang="0">
                    <a:pos x="20" y="26"/>
                  </a:cxn>
                  <a:cxn ang="0">
                    <a:pos x="17" y="26"/>
                  </a:cxn>
                  <a:cxn ang="0">
                    <a:pos x="12" y="24"/>
                  </a:cxn>
                  <a:cxn ang="0">
                    <a:pos x="6" y="20"/>
                  </a:cxn>
                  <a:cxn ang="0">
                    <a:pos x="2" y="15"/>
                  </a:cxn>
                  <a:cxn ang="0">
                    <a:pos x="0" y="10"/>
                  </a:cxn>
                  <a:cxn ang="0">
                    <a:pos x="0" y="6"/>
                  </a:cxn>
                  <a:cxn ang="0">
                    <a:pos x="0" y="2"/>
                  </a:cxn>
                  <a:cxn ang="0">
                    <a:pos x="4" y="0"/>
                  </a:cxn>
                  <a:cxn ang="0">
                    <a:pos x="8" y="0"/>
                  </a:cxn>
                  <a:cxn ang="0">
                    <a:pos x="13" y="2"/>
                  </a:cxn>
                  <a:cxn ang="0">
                    <a:pos x="18" y="5"/>
                  </a:cxn>
                </a:cxnLst>
                <a:rect l="0" t="0" r="0" b="0"/>
                <a:pathLst>
                  <a:path w="27" h="27">
                    <a:moveTo>
                      <a:pt x="18" y="5"/>
                    </a:moveTo>
                    <a:lnTo>
                      <a:pt x="22" y="10"/>
                    </a:lnTo>
                    <a:lnTo>
                      <a:pt x="24" y="15"/>
                    </a:lnTo>
                    <a:lnTo>
                      <a:pt x="26" y="20"/>
                    </a:lnTo>
                    <a:lnTo>
                      <a:pt x="24" y="24"/>
                    </a:lnTo>
                    <a:lnTo>
                      <a:pt x="20" y="26"/>
                    </a:lnTo>
                    <a:lnTo>
                      <a:pt x="17" y="26"/>
                    </a:lnTo>
                    <a:lnTo>
                      <a:pt x="12" y="24"/>
                    </a:lnTo>
                    <a:lnTo>
                      <a:pt x="6" y="20"/>
                    </a:lnTo>
                    <a:lnTo>
                      <a:pt x="2" y="15"/>
                    </a:lnTo>
                    <a:lnTo>
                      <a:pt x="0" y="10"/>
                    </a:lnTo>
                    <a:lnTo>
                      <a:pt x="0" y="6"/>
                    </a:lnTo>
                    <a:lnTo>
                      <a:pt x="0" y="2"/>
                    </a:lnTo>
                    <a:lnTo>
                      <a:pt x="4" y="0"/>
                    </a:lnTo>
                    <a:lnTo>
                      <a:pt x="8" y="0"/>
                    </a:lnTo>
                    <a:lnTo>
                      <a:pt x="13" y="2"/>
                    </a:lnTo>
                    <a:lnTo>
                      <a:pt x="18"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1999" name="Freeform 256"/>
              <p:cNvSpPr/>
              <p:nvPr/>
            </p:nvSpPr>
            <p:spPr>
              <a:xfrm>
                <a:off x="4588" y="2658"/>
                <a:ext cx="89" cy="45"/>
              </a:xfrm>
              <a:custGeom>
                <a:avLst/>
                <a:gdLst/>
                <a:ahLst/>
                <a:cxnLst>
                  <a:cxn ang="0">
                    <a:pos x="72" y="1"/>
                  </a:cxn>
                  <a:cxn ang="0">
                    <a:pos x="88" y="40"/>
                  </a:cxn>
                  <a:cxn ang="0">
                    <a:pos x="31" y="44"/>
                  </a:cxn>
                  <a:cxn ang="0">
                    <a:pos x="0" y="22"/>
                  </a:cxn>
                  <a:cxn ang="0">
                    <a:pos x="18" y="0"/>
                  </a:cxn>
                  <a:cxn ang="0">
                    <a:pos x="72" y="1"/>
                  </a:cxn>
                </a:cxnLst>
                <a:rect l="0" t="0" r="0" b="0"/>
                <a:pathLst>
                  <a:path w="89" h="45">
                    <a:moveTo>
                      <a:pt x="72" y="1"/>
                    </a:moveTo>
                    <a:lnTo>
                      <a:pt x="88" y="40"/>
                    </a:lnTo>
                    <a:lnTo>
                      <a:pt x="31" y="44"/>
                    </a:lnTo>
                    <a:lnTo>
                      <a:pt x="0" y="22"/>
                    </a:lnTo>
                    <a:lnTo>
                      <a:pt x="18" y="0"/>
                    </a:lnTo>
                    <a:lnTo>
                      <a:pt x="72" y="1"/>
                    </a:lnTo>
                  </a:path>
                </a:pathLst>
              </a:custGeom>
              <a:solidFill>
                <a:srgbClr val="FFFFFF"/>
              </a:solidFill>
              <a:ln w="12700">
                <a:noFill/>
              </a:ln>
            </p:spPr>
            <p:txBody>
              <a:bodyPr/>
              <a:lstStyle/>
              <a:p>
                <a:endParaRPr lang="zh-CN" altLang="en-US"/>
              </a:p>
            </p:txBody>
          </p:sp>
          <p:sp>
            <p:nvSpPr>
              <p:cNvPr id="32000" name="Freeform 257"/>
              <p:cNvSpPr/>
              <p:nvPr/>
            </p:nvSpPr>
            <p:spPr>
              <a:xfrm>
                <a:off x="4588" y="2658"/>
                <a:ext cx="89" cy="45"/>
              </a:xfrm>
              <a:custGeom>
                <a:avLst/>
                <a:gdLst/>
                <a:ahLst/>
                <a:cxnLst>
                  <a:cxn ang="0">
                    <a:pos x="72" y="1"/>
                  </a:cxn>
                  <a:cxn ang="0">
                    <a:pos x="88" y="40"/>
                  </a:cxn>
                  <a:cxn ang="0">
                    <a:pos x="31" y="44"/>
                  </a:cxn>
                  <a:cxn ang="0">
                    <a:pos x="0" y="22"/>
                  </a:cxn>
                  <a:cxn ang="0">
                    <a:pos x="18" y="0"/>
                  </a:cxn>
                  <a:cxn ang="0">
                    <a:pos x="72" y="1"/>
                  </a:cxn>
                </a:cxnLst>
                <a:rect l="0" t="0" r="0" b="0"/>
                <a:pathLst>
                  <a:path w="89" h="45">
                    <a:moveTo>
                      <a:pt x="72" y="1"/>
                    </a:moveTo>
                    <a:lnTo>
                      <a:pt x="88" y="40"/>
                    </a:lnTo>
                    <a:lnTo>
                      <a:pt x="31" y="44"/>
                    </a:lnTo>
                    <a:lnTo>
                      <a:pt x="0" y="22"/>
                    </a:lnTo>
                    <a:lnTo>
                      <a:pt x="18" y="0"/>
                    </a:lnTo>
                    <a:lnTo>
                      <a:pt x="72"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01" name="Freeform 258"/>
              <p:cNvSpPr/>
              <p:nvPr/>
            </p:nvSpPr>
            <p:spPr>
              <a:xfrm>
                <a:off x="4637" y="1801"/>
                <a:ext cx="61" cy="84"/>
              </a:xfrm>
              <a:custGeom>
                <a:avLst/>
                <a:gdLst/>
                <a:ahLst/>
                <a:cxnLst>
                  <a:cxn ang="0">
                    <a:pos x="60" y="47"/>
                  </a:cxn>
                  <a:cxn ang="0">
                    <a:pos x="36" y="83"/>
                  </a:cxn>
                  <a:cxn ang="0">
                    <a:pos x="0" y="39"/>
                  </a:cxn>
                  <a:cxn ang="0">
                    <a:pos x="0" y="0"/>
                  </a:cxn>
                  <a:cxn ang="0">
                    <a:pos x="30" y="1"/>
                  </a:cxn>
                  <a:cxn ang="0">
                    <a:pos x="60" y="47"/>
                  </a:cxn>
                </a:cxnLst>
                <a:rect l="0" t="0" r="0" b="0"/>
                <a:pathLst>
                  <a:path w="61" h="84">
                    <a:moveTo>
                      <a:pt x="60" y="47"/>
                    </a:moveTo>
                    <a:lnTo>
                      <a:pt x="36" y="83"/>
                    </a:lnTo>
                    <a:lnTo>
                      <a:pt x="0" y="39"/>
                    </a:lnTo>
                    <a:lnTo>
                      <a:pt x="0" y="0"/>
                    </a:lnTo>
                    <a:lnTo>
                      <a:pt x="30" y="1"/>
                    </a:lnTo>
                    <a:lnTo>
                      <a:pt x="60" y="47"/>
                    </a:lnTo>
                  </a:path>
                </a:pathLst>
              </a:custGeom>
              <a:solidFill>
                <a:srgbClr val="FFFFFF"/>
              </a:solidFill>
              <a:ln w="12700">
                <a:noFill/>
              </a:ln>
            </p:spPr>
            <p:txBody>
              <a:bodyPr/>
              <a:lstStyle/>
              <a:p>
                <a:endParaRPr lang="zh-CN" altLang="en-US"/>
              </a:p>
            </p:txBody>
          </p:sp>
          <p:sp>
            <p:nvSpPr>
              <p:cNvPr id="32002" name="Freeform 259"/>
              <p:cNvSpPr/>
              <p:nvPr/>
            </p:nvSpPr>
            <p:spPr>
              <a:xfrm>
                <a:off x="4637" y="1801"/>
                <a:ext cx="61" cy="84"/>
              </a:xfrm>
              <a:custGeom>
                <a:avLst/>
                <a:gdLst/>
                <a:ahLst/>
                <a:cxnLst>
                  <a:cxn ang="0">
                    <a:pos x="60" y="47"/>
                  </a:cxn>
                  <a:cxn ang="0">
                    <a:pos x="36" y="83"/>
                  </a:cxn>
                  <a:cxn ang="0">
                    <a:pos x="0" y="39"/>
                  </a:cxn>
                  <a:cxn ang="0">
                    <a:pos x="0" y="0"/>
                  </a:cxn>
                  <a:cxn ang="0">
                    <a:pos x="30" y="1"/>
                  </a:cxn>
                  <a:cxn ang="0">
                    <a:pos x="60" y="47"/>
                  </a:cxn>
                </a:cxnLst>
                <a:rect l="0" t="0" r="0" b="0"/>
                <a:pathLst>
                  <a:path w="61" h="84">
                    <a:moveTo>
                      <a:pt x="60" y="47"/>
                    </a:moveTo>
                    <a:lnTo>
                      <a:pt x="36" y="83"/>
                    </a:lnTo>
                    <a:lnTo>
                      <a:pt x="0" y="39"/>
                    </a:lnTo>
                    <a:lnTo>
                      <a:pt x="0" y="0"/>
                    </a:lnTo>
                    <a:lnTo>
                      <a:pt x="30" y="1"/>
                    </a:lnTo>
                    <a:lnTo>
                      <a:pt x="60" y="4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03" name="Freeform 260"/>
              <p:cNvSpPr/>
              <p:nvPr/>
            </p:nvSpPr>
            <p:spPr>
              <a:xfrm>
                <a:off x="4571" y="1689"/>
                <a:ext cx="59" cy="84"/>
              </a:xfrm>
              <a:custGeom>
                <a:avLst/>
                <a:gdLst/>
                <a:ahLst/>
                <a:cxnLst>
                  <a:cxn ang="0">
                    <a:pos x="0" y="34"/>
                  </a:cxn>
                  <a:cxn ang="0">
                    <a:pos x="22" y="0"/>
                  </a:cxn>
                  <a:cxn ang="0">
                    <a:pos x="56" y="42"/>
                  </a:cxn>
                  <a:cxn ang="0">
                    <a:pos x="58" y="83"/>
                  </a:cxn>
                  <a:cxn ang="0">
                    <a:pos x="28" y="79"/>
                  </a:cxn>
                  <a:cxn ang="0">
                    <a:pos x="0" y="34"/>
                  </a:cxn>
                </a:cxnLst>
                <a:rect l="0" t="0" r="0" b="0"/>
                <a:pathLst>
                  <a:path w="59" h="84">
                    <a:moveTo>
                      <a:pt x="0" y="34"/>
                    </a:moveTo>
                    <a:lnTo>
                      <a:pt x="22" y="0"/>
                    </a:lnTo>
                    <a:lnTo>
                      <a:pt x="56" y="42"/>
                    </a:lnTo>
                    <a:lnTo>
                      <a:pt x="58" y="83"/>
                    </a:lnTo>
                    <a:lnTo>
                      <a:pt x="28" y="79"/>
                    </a:lnTo>
                    <a:lnTo>
                      <a:pt x="0" y="34"/>
                    </a:lnTo>
                  </a:path>
                </a:pathLst>
              </a:custGeom>
              <a:solidFill>
                <a:srgbClr val="FFFFFF"/>
              </a:solidFill>
              <a:ln w="12700">
                <a:noFill/>
              </a:ln>
            </p:spPr>
            <p:txBody>
              <a:bodyPr/>
              <a:lstStyle/>
              <a:p>
                <a:endParaRPr lang="zh-CN" altLang="en-US"/>
              </a:p>
            </p:txBody>
          </p:sp>
          <p:sp>
            <p:nvSpPr>
              <p:cNvPr id="32004" name="Freeform 261"/>
              <p:cNvSpPr/>
              <p:nvPr/>
            </p:nvSpPr>
            <p:spPr>
              <a:xfrm>
                <a:off x="4571" y="1689"/>
                <a:ext cx="59" cy="84"/>
              </a:xfrm>
              <a:custGeom>
                <a:avLst/>
                <a:gdLst/>
                <a:ahLst/>
                <a:cxnLst>
                  <a:cxn ang="0">
                    <a:pos x="0" y="34"/>
                  </a:cxn>
                  <a:cxn ang="0">
                    <a:pos x="22" y="0"/>
                  </a:cxn>
                  <a:cxn ang="0">
                    <a:pos x="56" y="42"/>
                  </a:cxn>
                  <a:cxn ang="0">
                    <a:pos x="58" y="83"/>
                  </a:cxn>
                  <a:cxn ang="0">
                    <a:pos x="28" y="79"/>
                  </a:cxn>
                  <a:cxn ang="0">
                    <a:pos x="0" y="34"/>
                  </a:cxn>
                </a:cxnLst>
                <a:rect l="0" t="0" r="0" b="0"/>
                <a:pathLst>
                  <a:path w="59" h="84">
                    <a:moveTo>
                      <a:pt x="0" y="34"/>
                    </a:moveTo>
                    <a:lnTo>
                      <a:pt x="22" y="0"/>
                    </a:lnTo>
                    <a:lnTo>
                      <a:pt x="56" y="42"/>
                    </a:lnTo>
                    <a:lnTo>
                      <a:pt x="58" y="83"/>
                    </a:lnTo>
                    <a:lnTo>
                      <a:pt x="28" y="79"/>
                    </a:lnTo>
                    <a:lnTo>
                      <a:pt x="0"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05" name="Freeform 262"/>
              <p:cNvSpPr/>
              <p:nvPr/>
            </p:nvSpPr>
            <p:spPr>
              <a:xfrm>
                <a:off x="4548" y="1686"/>
                <a:ext cx="60" cy="83"/>
              </a:xfrm>
              <a:custGeom>
                <a:avLst/>
                <a:gdLst/>
                <a:ahLst/>
                <a:cxnLst>
                  <a:cxn ang="0">
                    <a:pos x="0" y="34"/>
                  </a:cxn>
                  <a:cxn ang="0">
                    <a:pos x="22" y="0"/>
                  </a:cxn>
                  <a:cxn ang="0">
                    <a:pos x="57" y="41"/>
                  </a:cxn>
                  <a:cxn ang="0">
                    <a:pos x="59" y="82"/>
                  </a:cxn>
                  <a:cxn ang="0">
                    <a:pos x="28" y="79"/>
                  </a:cxn>
                  <a:cxn ang="0">
                    <a:pos x="0" y="34"/>
                  </a:cxn>
                </a:cxnLst>
                <a:rect l="0" t="0" r="0" b="0"/>
                <a:pathLst>
                  <a:path w="60" h="83">
                    <a:moveTo>
                      <a:pt x="0" y="34"/>
                    </a:moveTo>
                    <a:lnTo>
                      <a:pt x="22" y="0"/>
                    </a:lnTo>
                    <a:lnTo>
                      <a:pt x="57" y="41"/>
                    </a:lnTo>
                    <a:lnTo>
                      <a:pt x="59" y="82"/>
                    </a:lnTo>
                    <a:lnTo>
                      <a:pt x="28" y="79"/>
                    </a:lnTo>
                    <a:lnTo>
                      <a:pt x="0" y="34"/>
                    </a:lnTo>
                  </a:path>
                </a:pathLst>
              </a:custGeom>
              <a:solidFill>
                <a:srgbClr val="FFFFFF"/>
              </a:solidFill>
              <a:ln w="12700">
                <a:noFill/>
              </a:ln>
            </p:spPr>
            <p:txBody>
              <a:bodyPr/>
              <a:lstStyle/>
              <a:p>
                <a:endParaRPr lang="zh-CN" altLang="en-US"/>
              </a:p>
            </p:txBody>
          </p:sp>
          <p:sp>
            <p:nvSpPr>
              <p:cNvPr id="32006" name="Freeform 263"/>
              <p:cNvSpPr/>
              <p:nvPr/>
            </p:nvSpPr>
            <p:spPr>
              <a:xfrm>
                <a:off x="4548" y="1686"/>
                <a:ext cx="60" cy="83"/>
              </a:xfrm>
              <a:custGeom>
                <a:avLst/>
                <a:gdLst/>
                <a:ahLst/>
                <a:cxnLst>
                  <a:cxn ang="0">
                    <a:pos x="0" y="34"/>
                  </a:cxn>
                  <a:cxn ang="0">
                    <a:pos x="22" y="0"/>
                  </a:cxn>
                  <a:cxn ang="0">
                    <a:pos x="57" y="41"/>
                  </a:cxn>
                  <a:cxn ang="0">
                    <a:pos x="59" y="82"/>
                  </a:cxn>
                  <a:cxn ang="0">
                    <a:pos x="28" y="79"/>
                  </a:cxn>
                  <a:cxn ang="0">
                    <a:pos x="0" y="34"/>
                  </a:cxn>
                </a:cxnLst>
                <a:rect l="0" t="0" r="0" b="0"/>
                <a:pathLst>
                  <a:path w="60" h="83">
                    <a:moveTo>
                      <a:pt x="0" y="34"/>
                    </a:moveTo>
                    <a:lnTo>
                      <a:pt x="22" y="0"/>
                    </a:lnTo>
                    <a:lnTo>
                      <a:pt x="57" y="41"/>
                    </a:lnTo>
                    <a:lnTo>
                      <a:pt x="59" y="82"/>
                    </a:lnTo>
                    <a:lnTo>
                      <a:pt x="28" y="79"/>
                    </a:lnTo>
                    <a:lnTo>
                      <a:pt x="0" y="3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07" name="Freeform 264"/>
              <p:cNvSpPr/>
              <p:nvPr/>
            </p:nvSpPr>
            <p:spPr>
              <a:xfrm>
                <a:off x="4592" y="1769"/>
                <a:ext cx="64" cy="41"/>
              </a:xfrm>
              <a:custGeom>
                <a:avLst/>
                <a:gdLst/>
                <a:ahLst/>
                <a:cxnLst>
                  <a:cxn ang="0">
                    <a:pos x="51" y="38"/>
                  </a:cxn>
                  <a:cxn ang="0">
                    <a:pos x="52" y="38"/>
                  </a:cxn>
                  <a:cxn ang="0">
                    <a:pos x="53" y="37"/>
                  </a:cxn>
                  <a:cxn ang="0">
                    <a:pos x="54" y="37"/>
                  </a:cxn>
                  <a:cxn ang="0">
                    <a:pos x="55" y="36"/>
                  </a:cxn>
                  <a:cxn ang="0">
                    <a:pos x="56" y="36"/>
                  </a:cxn>
                  <a:cxn ang="0">
                    <a:pos x="57" y="35"/>
                  </a:cxn>
                  <a:cxn ang="0">
                    <a:pos x="57" y="34"/>
                  </a:cxn>
                  <a:cxn ang="0">
                    <a:pos x="59" y="34"/>
                  </a:cxn>
                  <a:cxn ang="0">
                    <a:pos x="59" y="33"/>
                  </a:cxn>
                  <a:cxn ang="0">
                    <a:pos x="59" y="32"/>
                  </a:cxn>
                  <a:cxn ang="0">
                    <a:pos x="59" y="30"/>
                  </a:cxn>
                  <a:cxn ang="0">
                    <a:pos x="61" y="30"/>
                  </a:cxn>
                  <a:cxn ang="0">
                    <a:pos x="61" y="28"/>
                  </a:cxn>
                  <a:cxn ang="0">
                    <a:pos x="61" y="26"/>
                  </a:cxn>
                  <a:cxn ang="0">
                    <a:pos x="61" y="25"/>
                  </a:cxn>
                  <a:cxn ang="0">
                    <a:pos x="61" y="24"/>
                  </a:cxn>
                  <a:cxn ang="0">
                    <a:pos x="63" y="24"/>
                  </a:cxn>
                  <a:cxn ang="0">
                    <a:pos x="63" y="23"/>
                  </a:cxn>
                  <a:cxn ang="0">
                    <a:pos x="63" y="22"/>
                  </a:cxn>
                  <a:cxn ang="0">
                    <a:pos x="63" y="21"/>
                  </a:cxn>
                  <a:cxn ang="0">
                    <a:pos x="63" y="20"/>
                  </a:cxn>
                  <a:cxn ang="0">
                    <a:pos x="63" y="18"/>
                  </a:cxn>
                  <a:cxn ang="0">
                    <a:pos x="63" y="16"/>
                  </a:cxn>
                  <a:cxn ang="0">
                    <a:pos x="63" y="15"/>
                  </a:cxn>
                  <a:cxn ang="0">
                    <a:pos x="61" y="14"/>
                  </a:cxn>
                  <a:cxn ang="0">
                    <a:pos x="61" y="13"/>
                  </a:cxn>
                  <a:cxn ang="0">
                    <a:pos x="61" y="12"/>
                  </a:cxn>
                  <a:cxn ang="0">
                    <a:pos x="61" y="11"/>
                  </a:cxn>
                  <a:cxn ang="0">
                    <a:pos x="61" y="10"/>
                  </a:cxn>
                  <a:cxn ang="0">
                    <a:pos x="59" y="8"/>
                  </a:cxn>
                  <a:cxn ang="0">
                    <a:pos x="59" y="6"/>
                  </a:cxn>
                  <a:cxn ang="0">
                    <a:pos x="57" y="6"/>
                  </a:cxn>
                  <a:cxn ang="0">
                    <a:pos x="57" y="5"/>
                  </a:cxn>
                  <a:cxn ang="0">
                    <a:pos x="56" y="5"/>
                  </a:cxn>
                  <a:cxn ang="0">
                    <a:pos x="55" y="4"/>
                  </a:cxn>
                  <a:cxn ang="0">
                    <a:pos x="54" y="4"/>
                  </a:cxn>
                  <a:cxn ang="0">
                    <a:pos x="2" y="0"/>
                  </a:cxn>
                  <a:cxn ang="0">
                    <a:pos x="0" y="34"/>
                  </a:cxn>
                  <a:cxn ang="0">
                    <a:pos x="51" y="40"/>
                  </a:cxn>
                  <a:cxn ang="0">
                    <a:pos x="51" y="38"/>
                  </a:cxn>
                </a:cxnLst>
                <a:rect l="0" t="0" r="0" b="0"/>
                <a:pathLst>
                  <a:path w="64" h="41">
                    <a:moveTo>
                      <a:pt x="51" y="38"/>
                    </a:moveTo>
                    <a:lnTo>
                      <a:pt x="52" y="38"/>
                    </a:lnTo>
                    <a:lnTo>
                      <a:pt x="53" y="37"/>
                    </a:lnTo>
                    <a:lnTo>
                      <a:pt x="54" y="37"/>
                    </a:lnTo>
                    <a:lnTo>
                      <a:pt x="55" y="36"/>
                    </a:lnTo>
                    <a:lnTo>
                      <a:pt x="56" y="36"/>
                    </a:lnTo>
                    <a:lnTo>
                      <a:pt x="57" y="35"/>
                    </a:lnTo>
                    <a:lnTo>
                      <a:pt x="57" y="34"/>
                    </a:lnTo>
                    <a:lnTo>
                      <a:pt x="59" y="34"/>
                    </a:lnTo>
                    <a:lnTo>
                      <a:pt x="59" y="33"/>
                    </a:lnTo>
                    <a:lnTo>
                      <a:pt x="59" y="32"/>
                    </a:lnTo>
                    <a:lnTo>
                      <a:pt x="59" y="30"/>
                    </a:lnTo>
                    <a:lnTo>
                      <a:pt x="61" y="30"/>
                    </a:lnTo>
                    <a:lnTo>
                      <a:pt x="61" y="28"/>
                    </a:lnTo>
                    <a:lnTo>
                      <a:pt x="61" y="26"/>
                    </a:lnTo>
                    <a:lnTo>
                      <a:pt x="61" y="25"/>
                    </a:lnTo>
                    <a:lnTo>
                      <a:pt x="61" y="24"/>
                    </a:lnTo>
                    <a:lnTo>
                      <a:pt x="63" y="24"/>
                    </a:lnTo>
                    <a:lnTo>
                      <a:pt x="63" y="23"/>
                    </a:lnTo>
                    <a:lnTo>
                      <a:pt x="63" y="22"/>
                    </a:lnTo>
                    <a:lnTo>
                      <a:pt x="63" y="21"/>
                    </a:lnTo>
                    <a:lnTo>
                      <a:pt x="63" y="20"/>
                    </a:lnTo>
                    <a:lnTo>
                      <a:pt x="63" y="18"/>
                    </a:lnTo>
                    <a:lnTo>
                      <a:pt x="63" y="16"/>
                    </a:lnTo>
                    <a:lnTo>
                      <a:pt x="63" y="15"/>
                    </a:lnTo>
                    <a:lnTo>
                      <a:pt x="61" y="14"/>
                    </a:lnTo>
                    <a:lnTo>
                      <a:pt x="61" y="13"/>
                    </a:lnTo>
                    <a:lnTo>
                      <a:pt x="61" y="12"/>
                    </a:lnTo>
                    <a:lnTo>
                      <a:pt x="61" y="11"/>
                    </a:lnTo>
                    <a:lnTo>
                      <a:pt x="61" y="10"/>
                    </a:lnTo>
                    <a:lnTo>
                      <a:pt x="59" y="8"/>
                    </a:lnTo>
                    <a:lnTo>
                      <a:pt x="59" y="6"/>
                    </a:lnTo>
                    <a:lnTo>
                      <a:pt x="57" y="6"/>
                    </a:lnTo>
                    <a:lnTo>
                      <a:pt x="57" y="5"/>
                    </a:lnTo>
                    <a:lnTo>
                      <a:pt x="56" y="5"/>
                    </a:lnTo>
                    <a:lnTo>
                      <a:pt x="55" y="4"/>
                    </a:lnTo>
                    <a:lnTo>
                      <a:pt x="54" y="4"/>
                    </a:lnTo>
                    <a:lnTo>
                      <a:pt x="2" y="0"/>
                    </a:lnTo>
                    <a:lnTo>
                      <a:pt x="0" y="34"/>
                    </a:lnTo>
                    <a:lnTo>
                      <a:pt x="51" y="40"/>
                    </a:lnTo>
                    <a:lnTo>
                      <a:pt x="51" y="38"/>
                    </a:lnTo>
                  </a:path>
                </a:pathLst>
              </a:custGeom>
              <a:solidFill>
                <a:srgbClr val="FFFFFF"/>
              </a:solidFill>
              <a:ln w="12700">
                <a:noFill/>
              </a:ln>
            </p:spPr>
            <p:txBody>
              <a:bodyPr/>
              <a:lstStyle/>
              <a:p>
                <a:endParaRPr lang="zh-CN" altLang="en-US"/>
              </a:p>
            </p:txBody>
          </p:sp>
          <p:sp>
            <p:nvSpPr>
              <p:cNvPr id="32008" name="Freeform 265"/>
              <p:cNvSpPr/>
              <p:nvPr/>
            </p:nvSpPr>
            <p:spPr>
              <a:xfrm>
                <a:off x="4592" y="1769"/>
                <a:ext cx="64" cy="41"/>
              </a:xfrm>
              <a:custGeom>
                <a:avLst/>
                <a:gdLst/>
                <a:ahLst/>
                <a:cxnLst>
                  <a:cxn ang="0">
                    <a:pos x="51" y="38"/>
                  </a:cxn>
                  <a:cxn ang="0">
                    <a:pos x="55" y="36"/>
                  </a:cxn>
                  <a:cxn ang="0">
                    <a:pos x="59" y="33"/>
                  </a:cxn>
                  <a:cxn ang="0">
                    <a:pos x="61" y="28"/>
                  </a:cxn>
                  <a:cxn ang="0">
                    <a:pos x="63" y="22"/>
                  </a:cxn>
                  <a:cxn ang="0">
                    <a:pos x="63" y="15"/>
                  </a:cxn>
                  <a:cxn ang="0">
                    <a:pos x="61" y="10"/>
                  </a:cxn>
                  <a:cxn ang="0">
                    <a:pos x="57" y="6"/>
                  </a:cxn>
                  <a:cxn ang="0">
                    <a:pos x="54" y="4"/>
                  </a:cxn>
                  <a:cxn ang="0">
                    <a:pos x="2" y="0"/>
                  </a:cxn>
                  <a:cxn ang="0">
                    <a:pos x="0" y="34"/>
                  </a:cxn>
                  <a:cxn ang="0">
                    <a:pos x="51" y="40"/>
                  </a:cxn>
                  <a:cxn ang="0">
                    <a:pos x="51" y="38"/>
                  </a:cxn>
                </a:cxnLst>
                <a:rect l="0" t="0" r="0" b="0"/>
                <a:pathLst>
                  <a:path w="64" h="41">
                    <a:moveTo>
                      <a:pt x="51" y="38"/>
                    </a:moveTo>
                    <a:lnTo>
                      <a:pt x="55" y="36"/>
                    </a:lnTo>
                    <a:lnTo>
                      <a:pt x="59" y="33"/>
                    </a:lnTo>
                    <a:lnTo>
                      <a:pt x="61" y="28"/>
                    </a:lnTo>
                    <a:lnTo>
                      <a:pt x="63" y="22"/>
                    </a:lnTo>
                    <a:lnTo>
                      <a:pt x="63" y="15"/>
                    </a:lnTo>
                    <a:lnTo>
                      <a:pt x="61" y="10"/>
                    </a:lnTo>
                    <a:lnTo>
                      <a:pt x="57" y="6"/>
                    </a:lnTo>
                    <a:lnTo>
                      <a:pt x="54" y="4"/>
                    </a:lnTo>
                    <a:lnTo>
                      <a:pt x="2" y="0"/>
                    </a:lnTo>
                    <a:lnTo>
                      <a:pt x="0" y="34"/>
                    </a:lnTo>
                    <a:lnTo>
                      <a:pt x="51" y="40"/>
                    </a:lnTo>
                    <a:lnTo>
                      <a:pt x="51" y="3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09" name="Freeform 266"/>
              <p:cNvSpPr/>
              <p:nvPr/>
            </p:nvSpPr>
            <p:spPr>
              <a:xfrm>
                <a:off x="4581" y="1769"/>
                <a:ext cx="21" cy="34"/>
              </a:xfrm>
              <a:custGeom>
                <a:avLst/>
                <a:gdLst/>
                <a:ahLst/>
                <a:cxnLst>
                  <a:cxn ang="0">
                    <a:pos x="18" y="18"/>
                  </a:cxn>
                  <a:cxn ang="0">
                    <a:pos x="18" y="21"/>
                  </a:cxn>
                  <a:cxn ang="0">
                    <a:pos x="18" y="25"/>
                  </a:cxn>
                  <a:cxn ang="0">
                    <a:pos x="16" y="26"/>
                  </a:cxn>
                  <a:cxn ang="0">
                    <a:pos x="15" y="27"/>
                  </a:cxn>
                  <a:cxn ang="0">
                    <a:pos x="14" y="29"/>
                  </a:cxn>
                  <a:cxn ang="0">
                    <a:pos x="12" y="31"/>
                  </a:cxn>
                  <a:cxn ang="0">
                    <a:pos x="10" y="31"/>
                  </a:cxn>
                  <a:cxn ang="0">
                    <a:pos x="8" y="33"/>
                  </a:cxn>
                  <a:cxn ang="0">
                    <a:pos x="6" y="31"/>
                  </a:cxn>
                  <a:cxn ang="0">
                    <a:pos x="4" y="30"/>
                  </a:cxn>
                  <a:cxn ang="0">
                    <a:pos x="2" y="29"/>
                  </a:cxn>
                  <a:cxn ang="0">
                    <a:pos x="2" y="27"/>
                  </a:cxn>
                  <a:cxn ang="0">
                    <a:pos x="1" y="26"/>
                  </a:cxn>
                  <a:cxn ang="0">
                    <a:pos x="0" y="25"/>
                  </a:cxn>
                  <a:cxn ang="0">
                    <a:pos x="0" y="21"/>
                  </a:cxn>
                  <a:cxn ang="0">
                    <a:pos x="0" y="18"/>
                  </a:cxn>
                  <a:cxn ang="0">
                    <a:pos x="0" y="15"/>
                  </a:cxn>
                  <a:cxn ang="0">
                    <a:pos x="0" y="13"/>
                  </a:cxn>
                  <a:cxn ang="0">
                    <a:pos x="0" y="11"/>
                  </a:cxn>
                  <a:cxn ang="0">
                    <a:pos x="0" y="9"/>
                  </a:cxn>
                  <a:cxn ang="0">
                    <a:pos x="1" y="7"/>
                  </a:cxn>
                  <a:cxn ang="0">
                    <a:pos x="2" y="5"/>
                  </a:cxn>
                  <a:cxn ang="0">
                    <a:pos x="3" y="3"/>
                  </a:cxn>
                  <a:cxn ang="0">
                    <a:pos x="4" y="2"/>
                  </a:cxn>
                  <a:cxn ang="0">
                    <a:pos x="6" y="0"/>
                  </a:cxn>
                  <a:cxn ang="0">
                    <a:pos x="10" y="0"/>
                  </a:cxn>
                  <a:cxn ang="0">
                    <a:pos x="12" y="0"/>
                  </a:cxn>
                  <a:cxn ang="0">
                    <a:pos x="14" y="1"/>
                  </a:cxn>
                  <a:cxn ang="0">
                    <a:pos x="16" y="3"/>
                  </a:cxn>
                  <a:cxn ang="0">
                    <a:pos x="18" y="5"/>
                  </a:cxn>
                  <a:cxn ang="0">
                    <a:pos x="18" y="7"/>
                  </a:cxn>
                  <a:cxn ang="0">
                    <a:pos x="18" y="9"/>
                  </a:cxn>
                  <a:cxn ang="0">
                    <a:pos x="18" y="12"/>
                  </a:cxn>
                  <a:cxn ang="0">
                    <a:pos x="20" y="14"/>
                  </a:cxn>
                  <a:cxn ang="0">
                    <a:pos x="18" y="17"/>
                  </a:cxn>
                </a:cxnLst>
                <a:rect l="0" t="0" r="0" b="0"/>
                <a:pathLst>
                  <a:path w="21" h="34">
                    <a:moveTo>
                      <a:pt x="18" y="17"/>
                    </a:moveTo>
                    <a:lnTo>
                      <a:pt x="18" y="18"/>
                    </a:lnTo>
                    <a:lnTo>
                      <a:pt x="18" y="19"/>
                    </a:lnTo>
                    <a:lnTo>
                      <a:pt x="18" y="21"/>
                    </a:lnTo>
                    <a:lnTo>
                      <a:pt x="18" y="23"/>
                    </a:lnTo>
                    <a:lnTo>
                      <a:pt x="18" y="25"/>
                    </a:lnTo>
                    <a:lnTo>
                      <a:pt x="16" y="25"/>
                    </a:lnTo>
                    <a:lnTo>
                      <a:pt x="16" y="26"/>
                    </a:lnTo>
                    <a:lnTo>
                      <a:pt x="16" y="27"/>
                    </a:lnTo>
                    <a:lnTo>
                      <a:pt x="15" y="27"/>
                    </a:lnTo>
                    <a:lnTo>
                      <a:pt x="15" y="28"/>
                    </a:lnTo>
                    <a:lnTo>
                      <a:pt x="14" y="29"/>
                    </a:lnTo>
                    <a:lnTo>
                      <a:pt x="13" y="30"/>
                    </a:lnTo>
                    <a:lnTo>
                      <a:pt x="12" y="31"/>
                    </a:lnTo>
                    <a:lnTo>
                      <a:pt x="11" y="31"/>
                    </a:lnTo>
                    <a:lnTo>
                      <a:pt x="10" y="31"/>
                    </a:lnTo>
                    <a:lnTo>
                      <a:pt x="10" y="33"/>
                    </a:lnTo>
                    <a:lnTo>
                      <a:pt x="8" y="33"/>
                    </a:lnTo>
                    <a:lnTo>
                      <a:pt x="6" y="33"/>
                    </a:lnTo>
                    <a:lnTo>
                      <a:pt x="6" y="31"/>
                    </a:lnTo>
                    <a:lnTo>
                      <a:pt x="4" y="31"/>
                    </a:lnTo>
                    <a:lnTo>
                      <a:pt x="4" y="30"/>
                    </a:lnTo>
                    <a:lnTo>
                      <a:pt x="3" y="29"/>
                    </a:lnTo>
                    <a:lnTo>
                      <a:pt x="2" y="29"/>
                    </a:lnTo>
                    <a:lnTo>
                      <a:pt x="2" y="28"/>
                    </a:lnTo>
                    <a:lnTo>
                      <a:pt x="2" y="27"/>
                    </a:lnTo>
                    <a:lnTo>
                      <a:pt x="1" y="27"/>
                    </a:lnTo>
                    <a:lnTo>
                      <a:pt x="1" y="26"/>
                    </a:lnTo>
                    <a:lnTo>
                      <a:pt x="1" y="25"/>
                    </a:lnTo>
                    <a:lnTo>
                      <a:pt x="0" y="25"/>
                    </a:lnTo>
                    <a:lnTo>
                      <a:pt x="0" y="23"/>
                    </a:lnTo>
                    <a:lnTo>
                      <a:pt x="0" y="21"/>
                    </a:lnTo>
                    <a:lnTo>
                      <a:pt x="0" y="19"/>
                    </a:lnTo>
                    <a:lnTo>
                      <a:pt x="0" y="18"/>
                    </a:lnTo>
                    <a:lnTo>
                      <a:pt x="0" y="17"/>
                    </a:lnTo>
                    <a:lnTo>
                      <a:pt x="0" y="15"/>
                    </a:lnTo>
                    <a:lnTo>
                      <a:pt x="0" y="14"/>
                    </a:lnTo>
                    <a:lnTo>
                      <a:pt x="0" y="13"/>
                    </a:lnTo>
                    <a:lnTo>
                      <a:pt x="0" y="12"/>
                    </a:lnTo>
                    <a:lnTo>
                      <a:pt x="0" y="11"/>
                    </a:lnTo>
                    <a:lnTo>
                      <a:pt x="0" y="10"/>
                    </a:lnTo>
                    <a:lnTo>
                      <a:pt x="0" y="9"/>
                    </a:lnTo>
                    <a:lnTo>
                      <a:pt x="1" y="8"/>
                    </a:lnTo>
                    <a:lnTo>
                      <a:pt x="1" y="7"/>
                    </a:lnTo>
                    <a:lnTo>
                      <a:pt x="2" y="6"/>
                    </a:lnTo>
                    <a:lnTo>
                      <a:pt x="2" y="5"/>
                    </a:lnTo>
                    <a:lnTo>
                      <a:pt x="3" y="4"/>
                    </a:lnTo>
                    <a:lnTo>
                      <a:pt x="3" y="3"/>
                    </a:lnTo>
                    <a:lnTo>
                      <a:pt x="4" y="3"/>
                    </a:lnTo>
                    <a:lnTo>
                      <a:pt x="4" y="2"/>
                    </a:lnTo>
                    <a:lnTo>
                      <a:pt x="6" y="1"/>
                    </a:lnTo>
                    <a:lnTo>
                      <a:pt x="6" y="0"/>
                    </a:lnTo>
                    <a:lnTo>
                      <a:pt x="8" y="0"/>
                    </a:lnTo>
                    <a:lnTo>
                      <a:pt x="10" y="0"/>
                    </a:lnTo>
                    <a:lnTo>
                      <a:pt x="11" y="0"/>
                    </a:lnTo>
                    <a:lnTo>
                      <a:pt x="12" y="0"/>
                    </a:lnTo>
                    <a:lnTo>
                      <a:pt x="13" y="0"/>
                    </a:lnTo>
                    <a:lnTo>
                      <a:pt x="14" y="1"/>
                    </a:lnTo>
                    <a:lnTo>
                      <a:pt x="15" y="2"/>
                    </a:lnTo>
                    <a:lnTo>
                      <a:pt x="16" y="3"/>
                    </a:lnTo>
                    <a:lnTo>
                      <a:pt x="16" y="4"/>
                    </a:lnTo>
                    <a:lnTo>
                      <a:pt x="18" y="5"/>
                    </a:lnTo>
                    <a:lnTo>
                      <a:pt x="18" y="6"/>
                    </a:lnTo>
                    <a:lnTo>
                      <a:pt x="18" y="7"/>
                    </a:lnTo>
                    <a:lnTo>
                      <a:pt x="18" y="8"/>
                    </a:lnTo>
                    <a:lnTo>
                      <a:pt x="18" y="9"/>
                    </a:lnTo>
                    <a:lnTo>
                      <a:pt x="18" y="11"/>
                    </a:lnTo>
                    <a:lnTo>
                      <a:pt x="18" y="12"/>
                    </a:lnTo>
                    <a:lnTo>
                      <a:pt x="18" y="13"/>
                    </a:lnTo>
                    <a:lnTo>
                      <a:pt x="20" y="14"/>
                    </a:lnTo>
                    <a:lnTo>
                      <a:pt x="18" y="15"/>
                    </a:lnTo>
                    <a:lnTo>
                      <a:pt x="18" y="17"/>
                    </a:lnTo>
                  </a:path>
                </a:pathLst>
              </a:custGeom>
              <a:solidFill>
                <a:srgbClr val="FFFFFF"/>
              </a:solidFill>
              <a:ln w="12700">
                <a:noFill/>
              </a:ln>
            </p:spPr>
            <p:txBody>
              <a:bodyPr/>
              <a:lstStyle/>
              <a:p>
                <a:endParaRPr lang="zh-CN" altLang="en-US"/>
              </a:p>
            </p:txBody>
          </p:sp>
          <p:sp>
            <p:nvSpPr>
              <p:cNvPr id="32010" name="Freeform 267"/>
              <p:cNvSpPr/>
              <p:nvPr/>
            </p:nvSpPr>
            <p:spPr>
              <a:xfrm>
                <a:off x="4581" y="1769"/>
                <a:ext cx="20" cy="34"/>
              </a:xfrm>
              <a:custGeom>
                <a:avLst/>
                <a:gdLst/>
                <a:ahLst/>
                <a:cxnLst>
                  <a:cxn ang="0">
                    <a:pos x="19" y="17"/>
                  </a:cxn>
                  <a:cxn ang="0">
                    <a:pos x="17" y="23"/>
                  </a:cxn>
                  <a:cxn ang="0">
                    <a:pos x="14" y="28"/>
                  </a:cxn>
                  <a:cxn ang="0">
                    <a:pos x="12" y="31"/>
                  </a:cxn>
                  <a:cxn ang="0">
                    <a:pos x="7" y="33"/>
                  </a:cxn>
                  <a:cxn ang="0">
                    <a:pos x="4" y="30"/>
                  </a:cxn>
                  <a:cxn ang="0">
                    <a:pos x="1" y="27"/>
                  </a:cxn>
                  <a:cxn ang="0">
                    <a:pos x="0" y="21"/>
                  </a:cxn>
                  <a:cxn ang="0">
                    <a:pos x="0" y="15"/>
                  </a:cxn>
                  <a:cxn ang="0">
                    <a:pos x="1" y="8"/>
                  </a:cxn>
                  <a:cxn ang="0">
                    <a:pos x="3" y="3"/>
                  </a:cxn>
                  <a:cxn ang="0">
                    <a:pos x="6" y="0"/>
                  </a:cxn>
                  <a:cxn ang="0">
                    <a:pos x="10" y="0"/>
                  </a:cxn>
                  <a:cxn ang="0">
                    <a:pos x="14" y="1"/>
                  </a:cxn>
                  <a:cxn ang="0">
                    <a:pos x="17" y="5"/>
                  </a:cxn>
                  <a:cxn ang="0">
                    <a:pos x="19" y="10"/>
                  </a:cxn>
                  <a:cxn ang="0">
                    <a:pos x="19" y="17"/>
                  </a:cxn>
                </a:cxnLst>
                <a:rect l="0" t="0" r="0" b="0"/>
                <a:pathLst>
                  <a:path w="20" h="34">
                    <a:moveTo>
                      <a:pt x="19" y="17"/>
                    </a:moveTo>
                    <a:lnTo>
                      <a:pt x="17" y="23"/>
                    </a:lnTo>
                    <a:lnTo>
                      <a:pt x="14" y="28"/>
                    </a:lnTo>
                    <a:lnTo>
                      <a:pt x="12" y="31"/>
                    </a:lnTo>
                    <a:lnTo>
                      <a:pt x="7" y="33"/>
                    </a:lnTo>
                    <a:lnTo>
                      <a:pt x="4" y="30"/>
                    </a:lnTo>
                    <a:lnTo>
                      <a:pt x="1" y="27"/>
                    </a:lnTo>
                    <a:lnTo>
                      <a:pt x="0" y="21"/>
                    </a:lnTo>
                    <a:lnTo>
                      <a:pt x="0" y="15"/>
                    </a:lnTo>
                    <a:lnTo>
                      <a:pt x="1" y="8"/>
                    </a:lnTo>
                    <a:lnTo>
                      <a:pt x="3" y="3"/>
                    </a:lnTo>
                    <a:lnTo>
                      <a:pt x="6" y="0"/>
                    </a:lnTo>
                    <a:lnTo>
                      <a:pt x="10" y="0"/>
                    </a:lnTo>
                    <a:lnTo>
                      <a:pt x="14" y="1"/>
                    </a:lnTo>
                    <a:lnTo>
                      <a:pt x="17" y="5"/>
                    </a:lnTo>
                    <a:lnTo>
                      <a:pt x="19" y="10"/>
                    </a:lnTo>
                    <a:lnTo>
                      <a:pt x="19" y="17"/>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11" name="Freeform 268"/>
              <p:cNvSpPr/>
              <p:nvPr/>
            </p:nvSpPr>
            <p:spPr>
              <a:xfrm>
                <a:off x="4615" y="1799"/>
                <a:ext cx="60" cy="85"/>
              </a:xfrm>
              <a:custGeom>
                <a:avLst/>
                <a:gdLst/>
                <a:ahLst/>
                <a:cxnLst>
                  <a:cxn ang="0">
                    <a:pos x="59" y="48"/>
                  </a:cxn>
                  <a:cxn ang="0">
                    <a:pos x="35" y="84"/>
                  </a:cxn>
                  <a:cxn ang="0">
                    <a:pos x="0" y="38"/>
                  </a:cxn>
                  <a:cxn ang="0">
                    <a:pos x="0" y="0"/>
                  </a:cxn>
                  <a:cxn ang="0">
                    <a:pos x="28" y="2"/>
                  </a:cxn>
                  <a:cxn ang="0">
                    <a:pos x="59" y="48"/>
                  </a:cxn>
                </a:cxnLst>
                <a:rect l="0" t="0" r="0" b="0"/>
                <a:pathLst>
                  <a:path w="60" h="85">
                    <a:moveTo>
                      <a:pt x="59" y="48"/>
                    </a:moveTo>
                    <a:lnTo>
                      <a:pt x="35" y="84"/>
                    </a:lnTo>
                    <a:lnTo>
                      <a:pt x="0" y="38"/>
                    </a:lnTo>
                    <a:lnTo>
                      <a:pt x="0" y="0"/>
                    </a:lnTo>
                    <a:lnTo>
                      <a:pt x="28" y="2"/>
                    </a:lnTo>
                    <a:lnTo>
                      <a:pt x="59" y="48"/>
                    </a:lnTo>
                  </a:path>
                </a:pathLst>
              </a:custGeom>
              <a:solidFill>
                <a:srgbClr val="FFFFFF"/>
              </a:solidFill>
              <a:ln w="12700">
                <a:noFill/>
              </a:ln>
            </p:spPr>
            <p:txBody>
              <a:bodyPr/>
              <a:lstStyle/>
              <a:p>
                <a:endParaRPr lang="zh-CN" altLang="en-US"/>
              </a:p>
            </p:txBody>
          </p:sp>
          <p:sp>
            <p:nvSpPr>
              <p:cNvPr id="32012" name="Freeform 269"/>
              <p:cNvSpPr/>
              <p:nvPr/>
            </p:nvSpPr>
            <p:spPr>
              <a:xfrm>
                <a:off x="4615" y="1799"/>
                <a:ext cx="60" cy="85"/>
              </a:xfrm>
              <a:custGeom>
                <a:avLst/>
                <a:gdLst/>
                <a:ahLst/>
                <a:cxnLst>
                  <a:cxn ang="0">
                    <a:pos x="59" y="48"/>
                  </a:cxn>
                  <a:cxn ang="0">
                    <a:pos x="35" y="84"/>
                  </a:cxn>
                  <a:cxn ang="0">
                    <a:pos x="0" y="38"/>
                  </a:cxn>
                  <a:cxn ang="0">
                    <a:pos x="0" y="0"/>
                  </a:cxn>
                  <a:cxn ang="0">
                    <a:pos x="28" y="2"/>
                  </a:cxn>
                  <a:cxn ang="0">
                    <a:pos x="59" y="48"/>
                  </a:cxn>
                </a:cxnLst>
                <a:rect l="0" t="0" r="0" b="0"/>
                <a:pathLst>
                  <a:path w="60" h="85">
                    <a:moveTo>
                      <a:pt x="59" y="48"/>
                    </a:moveTo>
                    <a:lnTo>
                      <a:pt x="35" y="84"/>
                    </a:lnTo>
                    <a:lnTo>
                      <a:pt x="0" y="38"/>
                    </a:lnTo>
                    <a:lnTo>
                      <a:pt x="0" y="0"/>
                    </a:lnTo>
                    <a:lnTo>
                      <a:pt x="28" y="2"/>
                    </a:lnTo>
                    <a:lnTo>
                      <a:pt x="59" y="4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13" name="Freeform 270"/>
              <p:cNvSpPr/>
              <p:nvPr/>
            </p:nvSpPr>
            <p:spPr>
              <a:xfrm>
                <a:off x="3683" y="3006"/>
                <a:ext cx="90" cy="46"/>
              </a:xfrm>
              <a:custGeom>
                <a:avLst/>
                <a:gdLst/>
                <a:ahLst/>
                <a:cxnLst>
                  <a:cxn ang="0">
                    <a:pos x="14" y="43"/>
                  </a:cxn>
                  <a:cxn ang="0">
                    <a:pos x="0" y="4"/>
                  </a:cxn>
                  <a:cxn ang="0">
                    <a:pos x="55" y="0"/>
                  </a:cxn>
                  <a:cxn ang="0">
                    <a:pos x="89" y="21"/>
                  </a:cxn>
                  <a:cxn ang="0">
                    <a:pos x="69" y="45"/>
                  </a:cxn>
                  <a:cxn ang="0">
                    <a:pos x="14" y="43"/>
                  </a:cxn>
                </a:cxnLst>
                <a:rect l="0" t="0" r="0" b="0"/>
                <a:pathLst>
                  <a:path w="90" h="46">
                    <a:moveTo>
                      <a:pt x="14" y="43"/>
                    </a:moveTo>
                    <a:lnTo>
                      <a:pt x="0" y="4"/>
                    </a:lnTo>
                    <a:lnTo>
                      <a:pt x="55" y="0"/>
                    </a:lnTo>
                    <a:lnTo>
                      <a:pt x="89" y="21"/>
                    </a:lnTo>
                    <a:lnTo>
                      <a:pt x="69" y="45"/>
                    </a:lnTo>
                    <a:lnTo>
                      <a:pt x="14" y="43"/>
                    </a:lnTo>
                  </a:path>
                </a:pathLst>
              </a:custGeom>
              <a:solidFill>
                <a:srgbClr val="FFFFFF"/>
              </a:solidFill>
              <a:ln w="12700">
                <a:noFill/>
              </a:ln>
            </p:spPr>
            <p:txBody>
              <a:bodyPr/>
              <a:lstStyle/>
              <a:p>
                <a:endParaRPr lang="zh-CN" altLang="en-US"/>
              </a:p>
            </p:txBody>
          </p:sp>
          <p:sp>
            <p:nvSpPr>
              <p:cNvPr id="32014" name="Freeform 271"/>
              <p:cNvSpPr/>
              <p:nvPr/>
            </p:nvSpPr>
            <p:spPr>
              <a:xfrm>
                <a:off x="3683" y="3006"/>
                <a:ext cx="90" cy="46"/>
              </a:xfrm>
              <a:custGeom>
                <a:avLst/>
                <a:gdLst/>
                <a:ahLst/>
                <a:cxnLst>
                  <a:cxn ang="0">
                    <a:pos x="14" y="43"/>
                  </a:cxn>
                  <a:cxn ang="0">
                    <a:pos x="0" y="4"/>
                  </a:cxn>
                  <a:cxn ang="0">
                    <a:pos x="55" y="0"/>
                  </a:cxn>
                  <a:cxn ang="0">
                    <a:pos x="89" y="21"/>
                  </a:cxn>
                  <a:cxn ang="0">
                    <a:pos x="69" y="45"/>
                  </a:cxn>
                  <a:cxn ang="0">
                    <a:pos x="14" y="43"/>
                  </a:cxn>
                </a:cxnLst>
                <a:rect l="0" t="0" r="0" b="0"/>
                <a:pathLst>
                  <a:path w="90" h="46">
                    <a:moveTo>
                      <a:pt x="14" y="43"/>
                    </a:moveTo>
                    <a:lnTo>
                      <a:pt x="0" y="4"/>
                    </a:lnTo>
                    <a:lnTo>
                      <a:pt x="55" y="0"/>
                    </a:lnTo>
                    <a:lnTo>
                      <a:pt x="89" y="21"/>
                    </a:lnTo>
                    <a:lnTo>
                      <a:pt x="69" y="45"/>
                    </a:lnTo>
                    <a:lnTo>
                      <a:pt x="14" y="43"/>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15" name="Freeform 272"/>
              <p:cNvSpPr/>
              <p:nvPr/>
            </p:nvSpPr>
            <p:spPr>
              <a:xfrm>
                <a:off x="3802" y="3016"/>
                <a:ext cx="88" cy="45"/>
              </a:xfrm>
              <a:custGeom>
                <a:avLst/>
                <a:gdLst/>
                <a:ahLst/>
                <a:cxnLst>
                  <a:cxn ang="0">
                    <a:pos x="71" y="1"/>
                  </a:cxn>
                  <a:cxn ang="0">
                    <a:pos x="87" y="39"/>
                  </a:cxn>
                  <a:cxn ang="0">
                    <a:pos x="32" y="44"/>
                  </a:cxn>
                  <a:cxn ang="0">
                    <a:pos x="0" y="22"/>
                  </a:cxn>
                  <a:cxn ang="0">
                    <a:pos x="18" y="0"/>
                  </a:cxn>
                  <a:cxn ang="0">
                    <a:pos x="71" y="1"/>
                  </a:cxn>
                </a:cxnLst>
                <a:rect l="0" t="0" r="0" b="0"/>
                <a:pathLst>
                  <a:path w="88" h="45">
                    <a:moveTo>
                      <a:pt x="71" y="1"/>
                    </a:moveTo>
                    <a:lnTo>
                      <a:pt x="87" y="39"/>
                    </a:lnTo>
                    <a:lnTo>
                      <a:pt x="32" y="44"/>
                    </a:lnTo>
                    <a:lnTo>
                      <a:pt x="0" y="22"/>
                    </a:lnTo>
                    <a:lnTo>
                      <a:pt x="18" y="0"/>
                    </a:lnTo>
                    <a:lnTo>
                      <a:pt x="71" y="1"/>
                    </a:lnTo>
                  </a:path>
                </a:pathLst>
              </a:custGeom>
              <a:solidFill>
                <a:srgbClr val="FFFFFF"/>
              </a:solidFill>
              <a:ln w="12700">
                <a:noFill/>
              </a:ln>
            </p:spPr>
            <p:txBody>
              <a:bodyPr/>
              <a:lstStyle/>
              <a:p>
                <a:endParaRPr lang="zh-CN" altLang="en-US"/>
              </a:p>
            </p:txBody>
          </p:sp>
          <p:sp>
            <p:nvSpPr>
              <p:cNvPr id="32016" name="Freeform 273"/>
              <p:cNvSpPr/>
              <p:nvPr/>
            </p:nvSpPr>
            <p:spPr>
              <a:xfrm>
                <a:off x="3802" y="3016"/>
                <a:ext cx="88" cy="45"/>
              </a:xfrm>
              <a:custGeom>
                <a:avLst/>
                <a:gdLst/>
                <a:ahLst/>
                <a:cxnLst>
                  <a:cxn ang="0">
                    <a:pos x="71" y="1"/>
                  </a:cxn>
                  <a:cxn ang="0">
                    <a:pos x="87" y="39"/>
                  </a:cxn>
                  <a:cxn ang="0">
                    <a:pos x="32" y="44"/>
                  </a:cxn>
                  <a:cxn ang="0">
                    <a:pos x="0" y="22"/>
                  </a:cxn>
                  <a:cxn ang="0">
                    <a:pos x="18" y="0"/>
                  </a:cxn>
                  <a:cxn ang="0">
                    <a:pos x="71" y="1"/>
                  </a:cxn>
                </a:cxnLst>
                <a:rect l="0" t="0" r="0" b="0"/>
                <a:pathLst>
                  <a:path w="88" h="45">
                    <a:moveTo>
                      <a:pt x="71" y="1"/>
                    </a:moveTo>
                    <a:lnTo>
                      <a:pt x="87" y="39"/>
                    </a:lnTo>
                    <a:lnTo>
                      <a:pt x="32" y="44"/>
                    </a:lnTo>
                    <a:lnTo>
                      <a:pt x="0" y="22"/>
                    </a:lnTo>
                    <a:lnTo>
                      <a:pt x="18" y="0"/>
                    </a:lnTo>
                    <a:lnTo>
                      <a:pt x="71"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17" name="Freeform 274"/>
              <p:cNvSpPr/>
              <p:nvPr/>
            </p:nvSpPr>
            <p:spPr>
              <a:xfrm>
                <a:off x="3815" y="2999"/>
                <a:ext cx="91" cy="46"/>
              </a:xfrm>
              <a:custGeom>
                <a:avLst/>
                <a:gdLst/>
                <a:ahLst/>
                <a:cxnLst>
                  <a:cxn ang="0">
                    <a:pos x="74" y="1"/>
                  </a:cxn>
                  <a:cxn ang="0">
                    <a:pos x="90" y="40"/>
                  </a:cxn>
                  <a:cxn ang="0">
                    <a:pos x="33" y="45"/>
                  </a:cxn>
                  <a:cxn ang="0">
                    <a:pos x="0" y="22"/>
                  </a:cxn>
                  <a:cxn ang="0">
                    <a:pos x="18" y="0"/>
                  </a:cxn>
                  <a:cxn ang="0">
                    <a:pos x="74" y="1"/>
                  </a:cxn>
                </a:cxnLst>
                <a:rect l="0" t="0" r="0" b="0"/>
                <a:pathLst>
                  <a:path w="91" h="46">
                    <a:moveTo>
                      <a:pt x="74" y="1"/>
                    </a:moveTo>
                    <a:lnTo>
                      <a:pt x="90" y="40"/>
                    </a:lnTo>
                    <a:lnTo>
                      <a:pt x="33" y="45"/>
                    </a:lnTo>
                    <a:lnTo>
                      <a:pt x="0" y="22"/>
                    </a:lnTo>
                    <a:lnTo>
                      <a:pt x="18" y="0"/>
                    </a:lnTo>
                    <a:lnTo>
                      <a:pt x="74" y="1"/>
                    </a:lnTo>
                  </a:path>
                </a:pathLst>
              </a:custGeom>
              <a:solidFill>
                <a:srgbClr val="FFFFFF"/>
              </a:solidFill>
              <a:ln w="12700">
                <a:noFill/>
              </a:ln>
            </p:spPr>
            <p:txBody>
              <a:bodyPr/>
              <a:lstStyle/>
              <a:p>
                <a:endParaRPr lang="zh-CN" altLang="en-US"/>
              </a:p>
            </p:txBody>
          </p:sp>
          <p:sp>
            <p:nvSpPr>
              <p:cNvPr id="32018" name="Freeform 275"/>
              <p:cNvSpPr/>
              <p:nvPr/>
            </p:nvSpPr>
            <p:spPr>
              <a:xfrm>
                <a:off x="3815" y="2999"/>
                <a:ext cx="91" cy="46"/>
              </a:xfrm>
              <a:custGeom>
                <a:avLst/>
                <a:gdLst/>
                <a:ahLst/>
                <a:cxnLst>
                  <a:cxn ang="0">
                    <a:pos x="74" y="1"/>
                  </a:cxn>
                  <a:cxn ang="0">
                    <a:pos x="90" y="40"/>
                  </a:cxn>
                  <a:cxn ang="0">
                    <a:pos x="33" y="45"/>
                  </a:cxn>
                  <a:cxn ang="0">
                    <a:pos x="0" y="22"/>
                  </a:cxn>
                  <a:cxn ang="0">
                    <a:pos x="18" y="0"/>
                  </a:cxn>
                  <a:cxn ang="0">
                    <a:pos x="74" y="1"/>
                  </a:cxn>
                </a:cxnLst>
                <a:rect l="0" t="0" r="0" b="0"/>
                <a:pathLst>
                  <a:path w="91" h="46">
                    <a:moveTo>
                      <a:pt x="74" y="1"/>
                    </a:moveTo>
                    <a:lnTo>
                      <a:pt x="90" y="40"/>
                    </a:lnTo>
                    <a:lnTo>
                      <a:pt x="33" y="45"/>
                    </a:lnTo>
                    <a:lnTo>
                      <a:pt x="0" y="22"/>
                    </a:lnTo>
                    <a:lnTo>
                      <a:pt x="18" y="0"/>
                    </a:lnTo>
                    <a:lnTo>
                      <a:pt x="74"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19" name="Freeform 276"/>
              <p:cNvSpPr/>
              <p:nvPr/>
            </p:nvSpPr>
            <p:spPr>
              <a:xfrm>
                <a:off x="3762" y="2989"/>
                <a:ext cx="62" cy="66"/>
              </a:xfrm>
              <a:custGeom>
                <a:avLst/>
                <a:gdLst/>
                <a:ahLst/>
                <a:cxnLst>
                  <a:cxn ang="0">
                    <a:pos x="0" y="41"/>
                  </a:cxn>
                  <a:cxn ang="0">
                    <a:pos x="0" y="42"/>
                  </a:cxn>
                  <a:cxn ang="0">
                    <a:pos x="0" y="43"/>
                  </a:cxn>
                  <a:cxn ang="0">
                    <a:pos x="0" y="45"/>
                  </a:cxn>
                  <a:cxn ang="0">
                    <a:pos x="0" y="47"/>
                  </a:cxn>
                  <a:cxn ang="0">
                    <a:pos x="0" y="48"/>
                  </a:cxn>
                  <a:cxn ang="0">
                    <a:pos x="0" y="49"/>
                  </a:cxn>
                  <a:cxn ang="0">
                    <a:pos x="0" y="50"/>
                  </a:cxn>
                  <a:cxn ang="0">
                    <a:pos x="0" y="51"/>
                  </a:cxn>
                  <a:cxn ang="0">
                    <a:pos x="0" y="52"/>
                  </a:cxn>
                  <a:cxn ang="0">
                    <a:pos x="2" y="53"/>
                  </a:cxn>
                  <a:cxn ang="0">
                    <a:pos x="2" y="55"/>
                  </a:cxn>
                  <a:cxn ang="0">
                    <a:pos x="4" y="55"/>
                  </a:cxn>
                  <a:cxn ang="0">
                    <a:pos x="4" y="57"/>
                  </a:cxn>
                  <a:cxn ang="0">
                    <a:pos x="5" y="57"/>
                  </a:cxn>
                  <a:cxn ang="0">
                    <a:pos x="6" y="58"/>
                  </a:cxn>
                  <a:cxn ang="0">
                    <a:pos x="6" y="59"/>
                  </a:cxn>
                  <a:cxn ang="0">
                    <a:pos x="7" y="59"/>
                  </a:cxn>
                  <a:cxn ang="0">
                    <a:pos x="8" y="59"/>
                  </a:cxn>
                  <a:cxn ang="0">
                    <a:pos x="8" y="60"/>
                  </a:cxn>
                  <a:cxn ang="0">
                    <a:pos x="9" y="61"/>
                  </a:cxn>
                  <a:cxn ang="0">
                    <a:pos x="10" y="61"/>
                  </a:cxn>
                  <a:cxn ang="0">
                    <a:pos x="12" y="62"/>
                  </a:cxn>
                  <a:cxn ang="0">
                    <a:pos x="12" y="63"/>
                  </a:cxn>
                  <a:cxn ang="0">
                    <a:pos x="14" y="63"/>
                  </a:cxn>
                  <a:cxn ang="0">
                    <a:pos x="15" y="63"/>
                  </a:cxn>
                  <a:cxn ang="0">
                    <a:pos x="16" y="65"/>
                  </a:cxn>
                  <a:cxn ang="0">
                    <a:pos x="17" y="65"/>
                  </a:cxn>
                  <a:cxn ang="0">
                    <a:pos x="18" y="65"/>
                  </a:cxn>
                  <a:cxn ang="0">
                    <a:pos x="19" y="65"/>
                  </a:cxn>
                  <a:cxn ang="0">
                    <a:pos x="20" y="65"/>
                  </a:cxn>
                  <a:cxn ang="0">
                    <a:pos x="22" y="65"/>
                  </a:cxn>
                  <a:cxn ang="0">
                    <a:pos x="24" y="65"/>
                  </a:cxn>
                  <a:cxn ang="0">
                    <a:pos x="24" y="63"/>
                  </a:cxn>
                  <a:cxn ang="0">
                    <a:pos x="25" y="63"/>
                  </a:cxn>
                  <a:cxn ang="0">
                    <a:pos x="26" y="63"/>
                  </a:cxn>
                  <a:cxn ang="0">
                    <a:pos x="26" y="62"/>
                  </a:cxn>
                  <a:cxn ang="0">
                    <a:pos x="61" y="22"/>
                  </a:cxn>
                  <a:cxn ang="0">
                    <a:pos x="34" y="0"/>
                  </a:cxn>
                  <a:cxn ang="0">
                    <a:pos x="0" y="40"/>
                  </a:cxn>
                  <a:cxn ang="0">
                    <a:pos x="0" y="41"/>
                  </a:cxn>
                </a:cxnLst>
                <a:rect l="0" t="0" r="0" b="0"/>
                <a:pathLst>
                  <a:path w="62" h="66">
                    <a:moveTo>
                      <a:pt x="0" y="41"/>
                    </a:moveTo>
                    <a:lnTo>
                      <a:pt x="0" y="42"/>
                    </a:lnTo>
                    <a:lnTo>
                      <a:pt x="0" y="43"/>
                    </a:lnTo>
                    <a:lnTo>
                      <a:pt x="0" y="45"/>
                    </a:lnTo>
                    <a:lnTo>
                      <a:pt x="0" y="47"/>
                    </a:lnTo>
                    <a:lnTo>
                      <a:pt x="0" y="48"/>
                    </a:lnTo>
                    <a:lnTo>
                      <a:pt x="0" y="49"/>
                    </a:lnTo>
                    <a:lnTo>
                      <a:pt x="0" y="50"/>
                    </a:lnTo>
                    <a:lnTo>
                      <a:pt x="0" y="51"/>
                    </a:lnTo>
                    <a:lnTo>
                      <a:pt x="0" y="52"/>
                    </a:lnTo>
                    <a:lnTo>
                      <a:pt x="2" y="53"/>
                    </a:lnTo>
                    <a:lnTo>
                      <a:pt x="2" y="55"/>
                    </a:lnTo>
                    <a:lnTo>
                      <a:pt x="4" y="55"/>
                    </a:lnTo>
                    <a:lnTo>
                      <a:pt x="4" y="57"/>
                    </a:lnTo>
                    <a:lnTo>
                      <a:pt x="5" y="57"/>
                    </a:lnTo>
                    <a:lnTo>
                      <a:pt x="6" y="58"/>
                    </a:lnTo>
                    <a:lnTo>
                      <a:pt x="6" y="59"/>
                    </a:lnTo>
                    <a:lnTo>
                      <a:pt x="7" y="59"/>
                    </a:lnTo>
                    <a:lnTo>
                      <a:pt x="8" y="59"/>
                    </a:lnTo>
                    <a:lnTo>
                      <a:pt x="8" y="60"/>
                    </a:lnTo>
                    <a:lnTo>
                      <a:pt x="9" y="61"/>
                    </a:lnTo>
                    <a:lnTo>
                      <a:pt x="10" y="61"/>
                    </a:lnTo>
                    <a:lnTo>
                      <a:pt x="12" y="62"/>
                    </a:lnTo>
                    <a:lnTo>
                      <a:pt x="12" y="63"/>
                    </a:lnTo>
                    <a:lnTo>
                      <a:pt x="14" y="63"/>
                    </a:lnTo>
                    <a:lnTo>
                      <a:pt x="15" y="63"/>
                    </a:lnTo>
                    <a:lnTo>
                      <a:pt x="16" y="65"/>
                    </a:lnTo>
                    <a:lnTo>
                      <a:pt x="17" y="65"/>
                    </a:lnTo>
                    <a:lnTo>
                      <a:pt x="18" y="65"/>
                    </a:lnTo>
                    <a:lnTo>
                      <a:pt x="19" y="65"/>
                    </a:lnTo>
                    <a:lnTo>
                      <a:pt x="20" y="65"/>
                    </a:lnTo>
                    <a:lnTo>
                      <a:pt x="22" y="65"/>
                    </a:lnTo>
                    <a:lnTo>
                      <a:pt x="24" y="65"/>
                    </a:lnTo>
                    <a:lnTo>
                      <a:pt x="24" y="63"/>
                    </a:lnTo>
                    <a:lnTo>
                      <a:pt x="25" y="63"/>
                    </a:lnTo>
                    <a:lnTo>
                      <a:pt x="26" y="63"/>
                    </a:lnTo>
                    <a:lnTo>
                      <a:pt x="26" y="62"/>
                    </a:lnTo>
                    <a:lnTo>
                      <a:pt x="61" y="22"/>
                    </a:lnTo>
                    <a:lnTo>
                      <a:pt x="34" y="0"/>
                    </a:lnTo>
                    <a:lnTo>
                      <a:pt x="0" y="40"/>
                    </a:lnTo>
                    <a:lnTo>
                      <a:pt x="0" y="41"/>
                    </a:lnTo>
                  </a:path>
                </a:pathLst>
              </a:custGeom>
              <a:solidFill>
                <a:srgbClr val="FFFFFF"/>
              </a:solidFill>
              <a:ln w="12700">
                <a:noFill/>
              </a:ln>
            </p:spPr>
            <p:txBody>
              <a:bodyPr/>
              <a:lstStyle/>
              <a:p>
                <a:endParaRPr lang="zh-CN" altLang="en-US"/>
              </a:p>
            </p:txBody>
          </p:sp>
          <p:sp>
            <p:nvSpPr>
              <p:cNvPr id="32020" name="Freeform 277"/>
              <p:cNvSpPr/>
              <p:nvPr/>
            </p:nvSpPr>
            <p:spPr>
              <a:xfrm>
                <a:off x="3762" y="2989"/>
                <a:ext cx="62" cy="66"/>
              </a:xfrm>
              <a:custGeom>
                <a:avLst/>
                <a:gdLst/>
                <a:ahLst/>
                <a:cxnLst>
                  <a:cxn ang="0">
                    <a:pos x="0" y="41"/>
                  </a:cxn>
                  <a:cxn ang="0">
                    <a:pos x="0" y="45"/>
                  </a:cxn>
                  <a:cxn ang="0">
                    <a:pos x="0" y="49"/>
                  </a:cxn>
                  <a:cxn ang="0">
                    <a:pos x="2" y="55"/>
                  </a:cxn>
                  <a:cxn ang="0">
                    <a:pos x="7" y="59"/>
                  </a:cxn>
                  <a:cxn ang="0">
                    <a:pos x="12" y="63"/>
                  </a:cxn>
                  <a:cxn ang="0">
                    <a:pos x="18" y="65"/>
                  </a:cxn>
                  <a:cxn ang="0">
                    <a:pos x="22" y="65"/>
                  </a:cxn>
                  <a:cxn ang="0">
                    <a:pos x="26" y="62"/>
                  </a:cxn>
                  <a:cxn ang="0">
                    <a:pos x="61" y="22"/>
                  </a:cxn>
                  <a:cxn ang="0">
                    <a:pos x="34" y="0"/>
                  </a:cxn>
                  <a:cxn ang="0">
                    <a:pos x="0" y="40"/>
                  </a:cxn>
                  <a:cxn ang="0">
                    <a:pos x="0" y="41"/>
                  </a:cxn>
                </a:cxnLst>
                <a:rect l="0" t="0" r="0" b="0"/>
                <a:pathLst>
                  <a:path w="62" h="66">
                    <a:moveTo>
                      <a:pt x="0" y="41"/>
                    </a:moveTo>
                    <a:lnTo>
                      <a:pt x="0" y="45"/>
                    </a:lnTo>
                    <a:lnTo>
                      <a:pt x="0" y="49"/>
                    </a:lnTo>
                    <a:lnTo>
                      <a:pt x="2" y="55"/>
                    </a:lnTo>
                    <a:lnTo>
                      <a:pt x="7" y="59"/>
                    </a:lnTo>
                    <a:lnTo>
                      <a:pt x="12" y="63"/>
                    </a:lnTo>
                    <a:lnTo>
                      <a:pt x="18" y="65"/>
                    </a:lnTo>
                    <a:lnTo>
                      <a:pt x="22" y="65"/>
                    </a:lnTo>
                    <a:lnTo>
                      <a:pt x="26" y="62"/>
                    </a:lnTo>
                    <a:lnTo>
                      <a:pt x="61" y="22"/>
                    </a:lnTo>
                    <a:lnTo>
                      <a:pt x="34" y="0"/>
                    </a:lnTo>
                    <a:lnTo>
                      <a:pt x="0" y="40"/>
                    </a:lnTo>
                    <a:lnTo>
                      <a:pt x="0" y="4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21" name="Freeform 278"/>
              <p:cNvSpPr/>
              <p:nvPr/>
            </p:nvSpPr>
            <p:spPr>
              <a:xfrm>
                <a:off x="3798" y="2987"/>
                <a:ext cx="29" cy="27"/>
              </a:xfrm>
              <a:custGeom>
                <a:avLst/>
                <a:gdLst/>
                <a:ahLst/>
                <a:cxnLst>
                  <a:cxn ang="0">
                    <a:pos x="6" y="19"/>
                  </a:cxn>
                  <a:cxn ang="0">
                    <a:pos x="4" y="17"/>
                  </a:cxn>
                  <a:cxn ang="0">
                    <a:pos x="3" y="15"/>
                  </a:cxn>
                  <a:cxn ang="0">
                    <a:pos x="1" y="13"/>
                  </a:cxn>
                  <a:cxn ang="0">
                    <a:pos x="0" y="11"/>
                  </a:cxn>
                  <a:cxn ang="0">
                    <a:pos x="0" y="9"/>
                  </a:cxn>
                  <a:cxn ang="0">
                    <a:pos x="0" y="7"/>
                  </a:cxn>
                  <a:cxn ang="0">
                    <a:pos x="0" y="5"/>
                  </a:cxn>
                  <a:cxn ang="0">
                    <a:pos x="0" y="3"/>
                  </a:cxn>
                  <a:cxn ang="0">
                    <a:pos x="0" y="1"/>
                  </a:cxn>
                  <a:cxn ang="0">
                    <a:pos x="1" y="0"/>
                  </a:cxn>
                  <a:cxn ang="0">
                    <a:pos x="3" y="0"/>
                  </a:cxn>
                  <a:cxn ang="0">
                    <a:pos x="5" y="0"/>
                  </a:cxn>
                  <a:cxn ang="0">
                    <a:pos x="7" y="0"/>
                  </a:cxn>
                  <a:cxn ang="0">
                    <a:pos x="9" y="0"/>
                  </a:cxn>
                  <a:cxn ang="0">
                    <a:pos x="11" y="0"/>
                  </a:cxn>
                  <a:cxn ang="0">
                    <a:pos x="13" y="0"/>
                  </a:cxn>
                  <a:cxn ang="0">
                    <a:pos x="15" y="1"/>
                  </a:cxn>
                  <a:cxn ang="0">
                    <a:pos x="16" y="2"/>
                  </a:cxn>
                  <a:cxn ang="0">
                    <a:pos x="18" y="3"/>
                  </a:cxn>
                  <a:cxn ang="0">
                    <a:pos x="20" y="5"/>
                  </a:cxn>
                  <a:cxn ang="0">
                    <a:pos x="21" y="6"/>
                  </a:cxn>
                  <a:cxn ang="0">
                    <a:pos x="22" y="7"/>
                  </a:cxn>
                  <a:cxn ang="0">
                    <a:pos x="23" y="8"/>
                  </a:cxn>
                  <a:cxn ang="0">
                    <a:pos x="24" y="10"/>
                  </a:cxn>
                  <a:cxn ang="0">
                    <a:pos x="26" y="13"/>
                  </a:cxn>
                  <a:cxn ang="0">
                    <a:pos x="26" y="15"/>
                  </a:cxn>
                  <a:cxn ang="0">
                    <a:pos x="28" y="16"/>
                  </a:cxn>
                  <a:cxn ang="0">
                    <a:pos x="28" y="18"/>
                  </a:cxn>
                  <a:cxn ang="0">
                    <a:pos x="26" y="20"/>
                  </a:cxn>
                  <a:cxn ang="0">
                    <a:pos x="26" y="22"/>
                  </a:cxn>
                  <a:cxn ang="0">
                    <a:pos x="25" y="23"/>
                  </a:cxn>
                  <a:cxn ang="0">
                    <a:pos x="24" y="24"/>
                  </a:cxn>
                  <a:cxn ang="0">
                    <a:pos x="23" y="26"/>
                  </a:cxn>
                  <a:cxn ang="0">
                    <a:pos x="21" y="26"/>
                  </a:cxn>
                  <a:cxn ang="0">
                    <a:pos x="18" y="26"/>
                  </a:cxn>
                  <a:cxn ang="0">
                    <a:pos x="16" y="26"/>
                  </a:cxn>
                  <a:cxn ang="0">
                    <a:pos x="15" y="24"/>
                  </a:cxn>
                  <a:cxn ang="0">
                    <a:pos x="13" y="23"/>
                  </a:cxn>
                  <a:cxn ang="0">
                    <a:pos x="11" y="23"/>
                  </a:cxn>
                  <a:cxn ang="0">
                    <a:pos x="10" y="21"/>
                  </a:cxn>
                  <a:cxn ang="0">
                    <a:pos x="8" y="21"/>
                  </a:cxn>
                  <a:cxn ang="0">
                    <a:pos x="7" y="20"/>
                  </a:cxn>
                </a:cxnLst>
                <a:rect l="0" t="0" r="0" b="0"/>
                <a:pathLst>
                  <a:path w="29" h="27">
                    <a:moveTo>
                      <a:pt x="7" y="20"/>
                    </a:moveTo>
                    <a:lnTo>
                      <a:pt x="6" y="19"/>
                    </a:lnTo>
                    <a:lnTo>
                      <a:pt x="5" y="18"/>
                    </a:lnTo>
                    <a:lnTo>
                      <a:pt x="4" y="17"/>
                    </a:lnTo>
                    <a:lnTo>
                      <a:pt x="3" y="16"/>
                    </a:lnTo>
                    <a:lnTo>
                      <a:pt x="3" y="15"/>
                    </a:lnTo>
                    <a:lnTo>
                      <a:pt x="2" y="14"/>
                    </a:lnTo>
                    <a:lnTo>
                      <a:pt x="1" y="13"/>
                    </a:lnTo>
                    <a:lnTo>
                      <a:pt x="0" y="13"/>
                    </a:lnTo>
                    <a:lnTo>
                      <a:pt x="0" y="11"/>
                    </a:lnTo>
                    <a:lnTo>
                      <a:pt x="0" y="10"/>
                    </a:lnTo>
                    <a:lnTo>
                      <a:pt x="0" y="9"/>
                    </a:lnTo>
                    <a:lnTo>
                      <a:pt x="0" y="8"/>
                    </a:lnTo>
                    <a:lnTo>
                      <a:pt x="0" y="7"/>
                    </a:lnTo>
                    <a:lnTo>
                      <a:pt x="0" y="6"/>
                    </a:lnTo>
                    <a:lnTo>
                      <a:pt x="0" y="5"/>
                    </a:lnTo>
                    <a:lnTo>
                      <a:pt x="0" y="4"/>
                    </a:lnTo>
                    <a:lnTo>
                      <a:pt x="0" y="3"/>
                    </a:lnTo>
                    <a:lnTo>
                      <a:pt x="0" y="2"/>
                    </a:lnTo>
                    <a:lnTo>
                      <a:pt x="0" y="1"/>
                    </a:lnTo>
                    <a:lnTo>
                      <a:pt x="0" y="0"/>
                    </a:lnTo>
                    <a:lnTo>
                      <a:pt x="1" y="0"/>
                    </a:lnTo>
                    <a:lnTo>
                      <a:pt x="2" y="0"/>
                    </a:lnTo>
                    <a:lnTo>
                      <a:pt x="3" y="0"/>
                    </a:lnTo>
                    <a:lnTo>
                      <a:pt x="4" y="0"/>
                    </a:lnTo>
                    <a:lnTo>
                      <a:pt x="5" y="0"/>
                    </a:lnTo>
                    <a:lnTo>
                      <a:pt x="6" y="0"/>
                    </a:lnTo>
                    <a:lnTo>
                      <a:pt x="7" y="0"/>
                    </a:lnTo>
                    <a:lnTo>
                      <a:pt x="8" y="0"/>
                    </a:lnTo>
                    <a:lnTo>
                      <a:pt x="9" y="0"/>
                    </a:lnTo>
                    <a:lnTo>
                      <a:pt x="10" y="0"/>
                    </a:lnTo>
                    <a:lnTo>
                      <a:pt x="11" y="0"/>
                    </a:lnTo>
                    <a:lnTo>
                      <a:pt x="12" y="0"/>
                    </a:lnTo>
                    <a:lnTo>
                      <a:pt x="13" y="0"/>
                    </a:lnTo>
                    <a:lnTo>
                      <a:pt x="14" y="0"/>
                    </a:lnTo>
                    <a:lnTo>
                      <a:pt x="15" y="1"/>
                    </a:lnTo>
                    <a:lnTo>
                      <a:pt x="16" y="1"/>
                    </a:lnTo>
                    <a:lnTo>
                      <a:pt x="16" y="2"/>
                    </a:lnTo>
                    <a:lnTo>
                      <a:pt x="17" y="2"/>
                    </a:lnTo>
                    <a:lnTo>
                      <a:pt x="18" y="3"/>
                    </a:lnTo>
                    <a:lnTo>
                      <a:pt x="18" y="4"/>
                    </a:lnTo>
                    <a:lnTo>
                      <a:pt x="20" y="5"/>
                    </a:lnTo>
                    <a:lnTo>
                      <a:pt x="20" y="6"/>
                    </a:lnTo>
                    <a:lnTo>
                      <a:pt x="21" y="6"/>
                    </a:lnTo>
                    <a:lnTo>
                      <a:pt x="22" y="6"/>
                    </a:lnTo>
                    <a:lnTo>
                      <a:pt x="22" y="7"/>
                    </a:lnTo>
                    <a:lnTo>
                      <a:pt x="22" y="8"/>
                    </a:lnTo>
                    <a:lnTo>
                      <a:pt x="23" y="8"/>
                    </a:lnTo>
                    <a:lnTo>
                      <a:pt x="24" y="9"/>
                    </a:lnTo>
                    <a:lnTo>
                      <a:pt x="24" y="10"/>
                    </a:lnTo>
                    <a:lnTo>
                      <a:pt x="25" y="11"/>
                    </a:lnTo>
                    <a:lnTo>
                      <a:pt x="26" y="13"/>
                    </a:lnTo>
                    <a:lnTo>
                      <a:pt x="26" y="14"/>
                    </a:lnTo>
                    <a:lnTo>
                      <a:pt x="26" y="15"/>
                    </a:lnTo>
                    <a:lnTo>
                      <a:pt x="26" y="16"/>
                    </a:lnTo>
                    <a:lnTo>
                      <a:pt x="28" y="16"/>
                    </a:lnTo>
                    <a:lnTo>
                      <a:pt x="28" y="17"/>
                    </a:lnTo>
                    <a:lnTo>
                      <a:pt x="28" y="18"/>
                    </a:lnTo>
                    <a:lnTo>
                      <a:pt x="28" y="19"/>
                    </a:lnTo>
                    <a:lnTo>
                      <a:pt x="26" y="20"/>
                    </a:lnTo>
                    <a:lnTo>
                      <a:pt x="26" y="21"/>
                    </a:lnTo>
                    <a:lnTo>
                      <a:pt x="26" y="22"/>
                    </a:lnTo>
                    <a:lnTo>
                      <a:pt x="26" y="23"/>
                    </a:lnTo>
                    <a:lnTo>
                      <a:pt x="25" y="23"/>
                    </a:lnTo>
                    <a:lnTo>
                      <a:pt x="24" y="23"/>
                    </a:lnTo>
                    <a:lnTo>
                      <a:pt x="24" y="24"/>
                    </a:lnTo>
                    <a:lnTo>
                      <a:pt x="23" y="24"/>
                    </a:lnTo>
                    <a:lnTo>
                      <a:pt x="23" y="26"/>
                    </a:lnTo>
                    <a:lnTo>
                      <a:pt x="22" y="26"/>
                    </a:lnTo>
                    <a:lnTo>
                      <a:pt x="21" y="26"/>
                    </a:lnTo>
                    <a:lnTo>
                      <a:pt x="20" y="26"/>
                    </a:lnTo>
                    <a:lnTo>
                      <a:pt x="18" y="26"/>
                    </a:lnTo>
                    <a:lnTo>
                      <a:pt x="17" y="26"/>
                    </a:lnTo>
                    <a:lnTo>
                      <a:pt x="16" y="26"/>
                    </a:lnTo>
                    <a:lnTo>
                      <a:pt x="16" y="24"/>
                    </a:lnTo>
                    <a:lnTo>
                      <a:pt x="15" y="24"/>
                    </a:lnTo>
                    <a:lnTo>
                      <a:pt x="14" y="24"/>
                    </a:lnTo>
                    <a:lnTo>
                      <a:pt x="13" y="23"/>
                    </a:lnTo>
                    <a:lnTo>
                      <a:pt x="12" y="23"/>
                    </a:lnTo>
                    <a:lnTo>
                      <a:pt x="11" y="23"/>
                    </a:lnTo>
                    <a:lnTo>
                      <a:pt x="10" y="22"/>
                    </a:lnTo>
                    <a:lnTo>
                      <a:pt x="10" y="21"/>
                    </a:lnTo>
                    <a:lnTo>
                      <a:pt x="9" y="21"/>
                    </a:lnTo>
                    <a:lnTo>
                      <a:pt x="8" y="21"/>
                    </a:lnTo>
                    <a:lnTo>
                      <a:pt x="8" y="20"/>
                    </a:lnTo>
                    <a:lnTo>
                      <a:pt x="7" y="20"/>
                    </a:lnTo>
                  </a:path>
                </a:pathLst>
              </a:custGeom>
              <a:solidFill>
                <a:srgbClr val="FFFFFF"/>
              </a:solidFill>
              <a:ln w="12700">
                <a:noFill/>
              </a:ln>
            </p:spPr>
            <p:txBody>
              <a:bodyPr/>
              <a:lstStyle/>
              <a:p>
                <a:endParaRPr lang="zh-CN" altLang="en-US"/>
              </a:p>
            </p:txBody>
          </p:sp>
          <p:sp>
            <p:nvSpPr>
              <p:cNvPr id="32022" name="Freeform 279"/>
              <p:cNvSpPr/>
              <p:nvPr/>
            </p:nvSpPr>
            <p:spPr>
              <a:xfrm>
                <a:off x="3798" y="2987"/>
                <a:ext cx="29" cy="27"/>
              </a:xfrm>
              <a:custGeom>
                <a:avLst/>
                <a:gdLst/>
                <a:ahLst/>
                <a:cxnLst>
                  <a:cxn ang="0">
                    <a:pos x="7" y="20"/>
                  </a:cxn>
                  <a:cxn ang="0">
                    <a:pos x="2" y="15"/>
                  </a:cxn>
                  <a:cxn ang="0">
                    <a:pos x="0" y="10"/>
                  </a:cxn>
                  <a:cxn ang="0">
                    <a:pos x="0" y="5"/>
                  </a:cxn>
                  <a:cxn ang="0">
                    <a:pos x="0" y="1"/>
                  </a:cxn>
                  <a:cxn ang="0">
                    <a:pos x="3" y="0"/>
                  </a:cxn>
                  <a:cxn ang="0">
                    <a:pos x="8" y="0"/>
                  </a:cxn>
                  <a:cxn ang="0">
                    <a:pos x="14" y="0"/>
                  </a:cxn>
                  <a:cxn ang="0">
                    <a:pos x="18" y="4"/>
                  </a:cxn>
                  <a:cxn ang="0">
                    <a:pos x="24" y="9"/>
                  </a:cxn>
                  <a:cxn ang="0">
                    <a:pos x="26" y="14"/>
                  </a:cxn>
                  <a:cxn ang="0">
                    <a:pos x="28" y="19"/>
                  </a:cxn>
                  <a:cxn ang="0">
                    <a:pos x="26" y="23"/>
                  </a:cxn>
                  <a:cxn ang="0">
                    <a:pos x="22" y="26"/>
                  </a:cxn>
                  <a:cxn ang="0">
                    <a:pos x="18" y="26"/>
                  </a:cxn>
                  <a:cxn ang="0">
                    <a:pos x="12" y="23"/>
                  </a:cxn>
                  <a:cxn ang="0">
                    <a:pos x="7" y="20"/>
                  </a:cxn>
                </a:cxnLst>
                <a:rect l="0" t="0" r="0" b="0"/>
                <a:pathLst>
                  <a:path w="29" h="27">
                    <a:moveTo>
                      <a:pt x="7" y="20"/>
                    </a:moveTo>
                    <a:lnTo>
                      <a:pt x="2" y="15"/>
                    </a:lnTo>
                    <a:lnTo>
                      <a:pt x="0" y="10"/>
                    </a:lnTo>
                    <a:lnTo>
                      <a:pt x="0" y="5"/>
                    </a:lnTo>
                    <a:lnTo>
                      <a:pt x="0" y="1"/>
                    </a:lnTo>
                    <a:lnTo>
                      <a:pt x="3" y="0"/>
                    </a:lnTo>
                    <a:lnTo>
                      <a:pt x="8" y="0"/>
                    </a:lnTo>
                    <a:lnTo>
                      <a:pt x="14" y="0"/>
                    </a:lnTo>
                    <a:lnTo>
                      <a:pt x="18" y="4"/>
                    </a:lnTo>
                    <a:lnTo>
                      <a:pt x="24" y="9"/>
                    </a:lnTo>
                    <a:lnTo>
                      <a:pt x="26" y="14"/>
                    </a:lnTo>
                    <a:lnTo>
                      <a:pt x="28" y="19"/>
                    </a:lnTo>
                    <a:lnTo>
                      <a:pt x="26" y="23"/>
                    </a:lnTo>
                    <a:lnTo>
                      <a:pt x="22" y="26"/>
                    </a:lnTo>
                    <a:lnTo>
                      <a:pt x="18" y="26"/>
                    </a:lnTo>
                    <a:lnTo>
                      <a:pt x="12" y="23"/>
                    </a:lnTo>
                    <a:lnTo>
                      <a:pt x="7" y="2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23" name="Freeform 280"/>
              <p:cNvSpPr/>
              <p:nvPr/>
            </p:nvSpPr>
            <p:spPr>
              <a:xfrm>
                <a:off x="3699" y="2991"/>
                <a:ext cx="89" cy="45"/>
              </a:xfrm>
              <a:custGeom>
                <a:avLst/>
                <a:gdLst/>
                <a:ahLst/>
                <a:cxnLst>
                  <a:cxn ang="0">
                    <a:pos x="15" y="42"/>
                  </a:cxn>
                  <a:cxn ang="0">
                    <a:pos x="0" y="3"/>
                  </a:cxn>
                  <a:cxn ang="0">
                    <a:pos x="54" y="0"/>
                  </a:cxn>
                  <a:cxn ang="0">
                    <a:pos x="88" y="21"/>
                  </a:cxn>
                  <a:cxn ang="0">
                    <a:pos x="69" y="44"/>
                  </a:cxn>
                  <a:cxn ang="0">
                    <a:pos x="15" y="42"/>
                  </a:cxn>
                </a:cxnLst>
                <a:rect l="0" t="0" r="0" b="0"/>
                <a:pathLst>
                  <a:path w="89" h="45">
                    <a:moveTo>
                      <a:pt x="15" y="42"/>
                    </a:moveTo>
                    <a:lnTo>
                      <a:pt x="0" y="3"/>
                    </a:lnTo>
                    <a:lnTo>
                      <a:pt x="54" y="0"/>
                    </a:lnTo>
                    <a:lnTo>
                      <a:pt x="88" y="21"/>
                    </a:lnTo>
                    <a:lnTo>
                      <a:pt x="69" y="44"/>
                    </a:lnTo>
                    <a:lnTo>
                      <a:pt x="15" y="42"/>
                    </a:lnTo>
                  </a:path>
                </a:pathLst>
              </a:custGeom>
              <a:solidFill>
                <a:srgbClr val="FFFFFF"/>
              </a:solidFill>
              <a:ln w="12700">
                <a:noFill/>
              </a:ln>
            </p:spPr>
            <p:txBody>
              <a:bodyPr/>
              <a:lstStyle/>
              <a:p>
                <a:endParaRPr lang="zh-CN" altLang="en-US"/>
              </a:p>
            </p:txBody>
          </p:sp>
          <p:sp>
            <p:nvSpPr>
              <p:cNvPr id="32024" name="Freeform 281"/>
              <p:cNvSpPr/>
              <p:nvPr/>
            </p:nvSpPr>
            <p:spPr>
              <a:xfrm>
                <a:off x="3699" y="2991"/>
                <a:ext cx="89" cy="45"/>
              </a:xfrm>
              <a:custGeom>
                <a:avLst/>
                <a:gdLst/>
                <a:ahLst/>
                <a:cxnLst>
                  <a:cxn ang="0">
                    <a:pos x="15" y="42"/>
                  </a:cxn>
                  <a:cxn ang="0">
                    <a:pos x="0" y="3"/>
                  </a:cxn>
                  <a:cxn ang="0">
                    <a:pos x="54" y="0"/>
                  </a:cxn>
                  <a:cxn ang="0">
                    <a:pos x="88" y="21"/>
                  </a:cxn>
                  <a:cxn ang="0">
                    <a:pos x="69" y="44"/>
                  </a:cxn>
                  <a:cxn ang="0">
                    <a:pos x="15" y="42"/>
                  </a:cxn>
                </a:cxnLst>
                <a:rect l="0" t="0" r="0" b="0"/>
                <a:pathLst>
                  <a:path w="89" h="45">
                    <a:moveTo>
                      <a:pt x="15" y="42"/>
                    </a:moveTo>
                    <a:lnTo>
                      <a:pt x="0" y="3"/>
                    </a:lnTo>
                    <a:lnTo>
                      <a:pt x="54" y="0"/>
                    </a:lnTo>
                    <a:lnTo>
                      <a:pt x="88" y="21"/>
                    </a:lnTo>
                    <a:lnTo>
                      <a:pt x="69" y="44"/>
                    </a:lnTo>
                    <a:lnTo>
                      <a:pt x="15" y="4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25" name="Freeform 282"/>
              <p:cNvSpPr/>
              <p:nvPr/>
            </p:nvSpPr>
            <p:spPr>
              <a:xfrm>
                <a:off x="4305" y="1957"/>
                <a:ext cx="90" cy="55"/>
              </a:xfrm>
              <a:custGeom>
                <a:avLst/>
                <a:gdLst/>
                <a:ahLst/>
                <a:cxnLst>
                  <a:cxn ang="0">
                    <a:pos x="27" y="54"/>
                  </a:cxn>
                  <a:cxn ang="0">
                    <a:pos x="0" y="22"/>
                  </a:cxn>
                  <a:cxn ang="0">
                    <a:pos x="50" y="0"/>
                  </a:cxn>
                  <a:cxn ang="0">
                    <a:pos x="89" y="9"/>
                  </a:cxn>
                  <a:cxn ang="0">
                    <a:pos x="79" y="38"/>
                  </a:cxn>
                  <a:cxn ang="0">
                    <a:pos x="27" y="54"/>
                  </a:cxn>
                </a:cxnLst>
                <a:rect l="0" t="0" r="0" b="0"/>
                <a:pathLst>
                  <a:path w="90" h="55">
                    <a:moveTo>
                      <a:pt x="27" y="54"/>
                    </a:moveTo>
                    <a:lnTo>
                      <a:pt x="0" y="22"/>
                    </a:lnTo>
                    <a:lnTo>
                      <a:pt x="50" y="0"/>
                    </a:lnTo>
                    <a:lnTo>
                      <a:pt x="89" y="9"/>
                    </a:lnTo>
                    <a:lnTo>
                      <a:pt x="79" y="38"/>
                    </a:lnTo>
                    <a:lnTo>
                      <a:pt x="27" y="54"/>
                    </a:lnTo>
                  </a:path>
                </a:pathLst>
              </a:custGeom>
              <a:solidFill>
                <a:srgbClr val="FFFFFF"/>
              </a:solidFill>
              <a:ln w="12700">
                <a:noFill/>
              </a:ln>
            </p:spPr>
            <p:txBody>
              <a:bodyPr/>
              <a:lstStyle/>
              <a:p>
                <a:endParaRPr lang="zh-CN" altLang="en-US"/>
              </a:p>
            </p:txBody>
          </p:sp>
          <p:sp>
            <p:nvSpPr>
              <p:cNvPr id="32026" name="Freeform 283"/>
              <p:cNvSpPr/>
              <p:nvPr/>
            </p:nvSpPr>
            <p:spPr>
              <a:xfrm>
                <a:off x="4305" y="1957"/>
                <a:ext cx="90" cy="55"/>
              </a:xfrm>
              <a:custGeom>
                <a:avLst/>
                <a:gdLst/>
                <a:ahLst/>
                <a:cxnLst>
                  <a:cxn ang="0">
                    <a:pos x="27" y="54"/>
                  </a:cxn>
                  <a:cxn ang="0">
                    <a:pos x="0" y="22"/>
                  </a:cxn>
                  <a:cxn ang="0">
                    <a:pos x="50" y="0"/>
                  </a:cxn>
                  <a:cxn ang="0">
                    <a:pos x="89" y="9"/>
                  </a:cxn>
                  <a:cxn ang="0">
                    <a:pos x="79" y="38"/>
                  </a:cxn>
                  <a:cxn ang="0">
                    <a:pos x="27" y="54"/>
                  </a:cxn>
                </a:cxnLst>
                <a:rect l="0" t="0" r="0" b="0"/>
                <a:pathLst>
                  <a:path w="90" h="55">
                    <a:moveTo>
                      <a:pt x="27" y="54"/>
                    </a:moveTo>
                    <a:lnTo>
                      <a:pt x="0" y="22"/>
                    </a:lnTo>
                    <a:lnTo>
                      <a:pt x="50" y="0"/>
                    </a:lnTo>
                    <a:lnTo>
                      <a:pt x="89" y="9"/>
                    </a:lnTo>
                    <a:lnTo>
                      <a:pt x="79" y="38"/>
                    </a:lnTo>
                    <a:lnTo>
                      <a:pt x="27"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27" name="Freeform 284"/>
              <p:cNvSpPr/>
              <p:nvPr/>
            </p:nvSpPr>
            <p:spPr>
              <a:xfrm>
                <a:off x="4425" y="1922"/>
                <a:ext cx="90" cy="55"/>
              </a:xfrm>
              <a:custGeom>
                <a:avLst/>
                <a:gdLst/>
                <a:ahLst/>
                <a:cxnLst>
                  <a:cxn ang="0">
                    <a:pos x="61" y="0"/>
                  </a:cxn>
                  <a:cxn ang="0">
                    <a:pos x="89" y="30"/>
                  </a:cxn>
                  <a:cxn ang="0">
                    <a:pos x="37" y="54"/>
                  </a:cxn>
                  <a:cxn ang="0">
                    <a:pos x="0" y="44"/>
                  </a:cxn>
                  <a:cxn ang="0">
                    <a:pos x="9" y="15"/>
                  </a:cxn>
                  <a:cxn ang="0">
                    <a:pos x="61" y="0"/>
                  </a:cxn>
                </a:cxnLst>
                <a:rect l="0" t="0" r="0" b="0"/>
                <a:pathLst>
                  <a:path w="90" h="55">
                    <a:moveTo>
                      <a:pt x="61" y="0"/>
                    </a:moveTo>
                    <a:lnTo>
                      <a:pt x="89" y="30"/>
                    </a:lnTo>
                    <a:lnTo>
                      <a:pt x="37" y="54"/>
                    </a:lnTo>
                    <a:lnTo>
                      <a:pt x="0" y="44"/>
                    </a:lnTo>
                    <a:lnTo>
                      <a:pt x="9" y="15"/>
                    </a:lnTo>
                    <a:lnTo>
                      <a:pt x="61" y="0"/>
                    </a:lnTo>
                  </a:path>
                </a:pathLst>
              </a:custGeom>
              <a:solidFill>
                <a:srgbClr val="FFFFFF"/>
              </a:solidFill>
              <a:ln w="12700">
                <a:noFill/>
              </a:ln>
            </p:spPr>
            <p:txBody>
              <a:bodyPr/>
              <a:lstStyle/>
              <a:p>
                <a:endParaRPr lang="zh-CN" altLang="en-US"/>
              </a:p>
            </p:txBody>
          </p:sp>
          <p:sp>
            <p:nvSpPr>
              <p:cNvPr id="32028" name="Freeform 285"/>
              <p:cNvSpPr/>
              <p:nvPr/>
            </p:nvSpPr>
            <p:spPr>
              <a:xfrm>
                <a:off x="4425" y="1922"/>
                <a:ext cx="90" cy="55"/>
              </a:xfrm>
              <a:custGeom>
                <a:avLst/>
                <a:gdLst/>
                <a:ahLst/>
                <a:cxnLst>
                  <a:cxn ang="0">
                    <a:pos x="61" y="0"/>
                  </a:cxn>
                  <a:cxn ang="0">
                    <a:pos x="89" y="30"/>
                  </a:cxn>
                  <a:cxn ang="0">
                    <a:pos x="37" y="54"/>
                  </a:cxn>
                  <a:cxn ang="0">
                    <a:pos x="0" y="44"/>
                  </a:cxn>
                  <a:cxn ang="0">
                    <a:pos x="9" y="15"/>
                  </a:cxn>
                  <a:cxn ang="0">
                    <a:pos x="61" y="0"/>
                  </a:cxn>
                </a:cxnLst>
                <a:rect l="0" t="0" r="0" b="0"/>
                <a:pathLst>
                  <a:path w="90" h="55">
                    <a:moveTo>
                      <a:pt x="61" y="0"/>
                    </a:moveTo>
                    <a:lnTo>
                      <a:pt x="89" y="30"/>
                    </a:lnTo>
                    <a:lnTo>
                      <a:pt x="37" y="54"/>
                    </a:lnTo>
                    <a:lnTo>
                      <a:pt x="0" y="44"/>
                    </a:lnTo>
                    <a:lnTo>
                      <a:pt x="9" y="15"/>
                    </a:lnTo>
                    <a:lnTo>
                      <a:pt x="6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29" name="Freeform 286"/>
              <p:cNvSpPr/>
              <p:nvPr/>
            </p:nvSpPr>
            <p:spPr>
              <a:xfrm>
                <a:off x="4434" y="1902"/>
                <a:ext cx="90" cy="55"/>
              </a:xfrm>
              <a:custGeom>
                <a:avLst/>
                <a:gdLst/>
                <a:ahLst/>
                <a:cxnLst>
                  <a:cxn ang="0">
                    <a:pos x="61" y="0"/>
                  </a:cxn>
                  <a:cxn ang="0">
                    <a:pos x="89" y="30"/>
                  </a:cxn>
                  <a:cxn ang="0">
                    <a:pos x="37" y="54"/>
                  </a:cxn>
                  <a:cxn ang="0">
                    <a:pos x="0" y="44"/>
                  </a:cxn>
                  <a:cxn ang="0">
                    <a:pos x="9" y="15"/>
                  </a:cxn>
                  <a:cxn ang="0">
                    <a:pos x="61" y="0"/>
                  </a:cxn>
                </a:cxnLst>
                <a:rect l="0" t="0" r="0" b="0"/>
                <a:pathLst>
                  <a:path w="90" h="55">
                    <a:moveTo>
                      <a:pt x="61" y="0"/>
                    </a:moveTo>
                    <a:lnTo>
                      <a:pt x="89" y="30"/>
                    </a:lnTo>
                    <a:lnTo>
                      <a:pt x="37" y="54"/>
                    </a:lnTo>
                    <a:lnTo>
                      <a:pt x="0" y="44"/>
                    </a:lnTo>
                    <a:lnTo>
                      <a:pt x="9" y="15"/>
                    </a:lnTo>
                    <a:lnTo>
                      <a:pt x="61" y="0"/>
                    </a:lnTo>
                  </a:path>
                </a:pathLst>
              </a:custGeom>
              <a:solidFill>
                <a:srgbClr val="FFFFFF"/>
              </a:solidFill>
              <a:ln w="12700">
                <a:noFill/>
              </a:ln>
            </p:spPr>
            <p:txBody>
              <a:bodyPr/>
              <a:lstStyle/>
              <a:p>
                <a:endParaRPr lang="zh-CN" altLang="en-US"/>
              </a:p>
            </p:txBody>
          </p:sp>
          <p:sp>
            <p:nvSpPr>
              <p:cNvPr id="32030" name="Freeform 287"/>
              <p:cNvSpPr/>
              <p:nvPr/>
            </p:nvSpPr>
            <p:spPr>
              <a:xfrm>
                <a:off x="4434" y="1902"/>
                <a:ext cx="90" cy="55"/>
              </a:xfrm>
              <a:custGeom>
                <a:avLst/>
                <a:gdLst/>
                <a:ahLst/>
                <a:cxnLst>
                  <a:cxn ang="0">
                    <a:pos x="61" y="0"/>
                  </a:cxn>
                  <a:cxn ang="0">
                    <a:pos x="89" y="30"/>
                  </a:cxn>
                  <a:cxn ang="0">
                    <a:pos x="37" y="54"/>
                  </a:cxn>
                  <a:cxn ang="0">
                    <a:pos x="0" y="44"/>
                  </a:cxn>
                  <a:cxn ang="0">
                    <a:pos x="9" y="15"/>
                  </a:cxn>
                  <a:cxn ang="0">
                    <a:pos x="61" y="0"/>
                  </a:cxn>
                </a:cxnLst>
                <a:rect l="0" t="0" r="0" b="0"/>
                <a:pathLst>
                  <a:path w="90" h="55">
                    <a:moveTo>
                      <a:pt x="61" y="0"/>
                    </a:moveTo>
                    <a:lnTo>
                      <a:pt x="89" y="30"/>
                    </a:lnTo>
                    <a:lnTo>
                      <a:pt x="37" y="54"/>
                    </a:lnTo>
                    <a:lnTo>
                      <a:pt x="0" y="44"/>
                    </a:lnTo>
                    <a:lnTo>
                      <a:pt x="9" y="15"/>
                    </a:lnTo>
                    <a:lnTo>
                      <a:pt x="6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31" name="Freeform 288"/>
              <p:cNvSpPr/>
              <p:nvPr/>
            </p:nvSpPr>
            <p:spPr>
              <a:xfrm>
                <a:off x="4385" y="1921"/>
                <a:ext cx="52" cy="67"/>
              </a:xfrm>
              <a:custGeom>
                <a:avLst/>
                <a:gdLst/>
                <a:ahLst/>
                <a:cxnLst>
                  <a:cxn ang="0">
                    <a:pos x="1" y="48"/>
                  </a:cxn>
                  <a:cxn ang="0">
                    <a:pos x="1" y="49"/>
                  </a:cxn>
                  <a:cxn ang="0">
                    <a:pos x="1" y="50"/>
                  </a:cxn>
                  <a:cxn ang="0">
                    <a:pos x="0" y="50"/>
                  </a:cxn>
                  <a:cxn ang="0">
                    <a:pos x="0" y="51"/>
                  </a:cxn>
                  <a:cxn ang="0">
                    <a:pos x="1" y="52"/>
                  </a:cxn>
                  <a:cxn ang="0">
                    <a:pos x="1" y="54"/>
                  </a:cxn>
                  <a:cxn ang="0">
                    <a:pos x="2" y="56"/>
                  </a:cxn>
                  <a:cxn ang="0">
                    <a:pos x="3" y="56"/>
                  </a:cxn>
                  <a:cxn ang="0">
                    <a:pos x="3" y="58"/>
                  </a:cxn>
                  <a:cxn ang="0">
                    <a:pos x="4" y="58"/>
                  </a:cxn>
                  <a:cxn ang="0">
                    <a:pos x="5" y="59"/>
                  </a:cxn>
                  <a:cxn ang="0">
                    <a:pos x="5" y="60"/>
                  </a:cxn>
                  <a:cxn ang="0">
                    <a:pos x="6" y="60"/>
                  </a:cxn>
                  <a:cxn ang="0">
                    <a:pos x="7" y="60"/>
                  </a:cxn>
                  <a:cxn ang="0">
                    <a:pos x="7" y="61"/>
                  </a:cxn>
                  <a:cxn ang="0">
                    <a:pos x="8" y="61"/>
                  </a:cxn>
                  <a:cxn ang="0">
                    <a:pos x="9" y="62"/>
                  </a:cxn>
                  <a:cxn ang="0">
                    <a:pos x="10" y="62"/>
                  </a:cxn>
                  <a:cxn ang="0">
                    <a:pos x="11" y="62"/>
                  </a:cxn>
                  <a:cxn ang="0">
                    <a:pos x="11" y="63"/>
                  </a:cxn>
                  <a:cxn ang="0">
                    <a:pos x="12" y="63"/>
                  </a:cxn>
                  <a:cxn ang="0">
                    <a:pos x="13" y="63"/>
                  </a:cxn>
                  <a:cxn ang="0">
                    <a:pos x="13" y="64"/>
                  </a:cxn>
                  <a:cxn ang="0">
                    <a:pos x="14" y="64"/>
                  </a:cxn>
                  <a:cxn ang="0">
                    <a:pos x="15" y="64"/>
                  </a:cxn>
                  <a:cxn ang="0">
                    <a:pos x="16" y="64"/>
                  </a:cxn>
                  <a:cxn ang="0">
                    <a:pos x="17" y="64"/>
                  </a:cxn>
                  <a:cxn ang="0">
                    <a:pos x="18" y="64"/>
                  </a:cxn>
                  <a:cxn ang="0">
                    <a:pos x="19" y="64"/>
                  </a:cxn>
                  <a:cxn ang="0">
                    <a:pos x="20" y="66"/>
                  </a:cxn>
                  <a:cxn ang="0">
                    <a:pos x="21" y="66"/>
                  </a:cxn>
                  <a:cxn ang="0">
                    <a:pos x="22" y="66"/>
                  </a:cxn>
                  <a:cxn ang="0">
                    <a:pos x="23" y="66"/>
                  </a:cxn>
                  <a:cxn ang="0">
                    <a:pos x="24" y="64"/>
                  </a:cxn>
                  <a:cxn ang="0">
                    <a:pos x="25" y="64"/>
                  </a:cxn>
                  <a:cxn ang="0">
                    <a:pos x="26" y="64"/>
                  </a:cxn>
                  <a:cxn ang="0">
                    <a:pos x="27" y="64"/>
                  </a:cxn>
                  <a:cxn ang="0">
                    <a:pos x="28" y="64"/>
                  </a:cxn>
                  <a:cxn ang="0">
                    <a:pos x="29" y="63"/>
                  </a:cxn>
                  <a:cxn ang="0">
                    <a:pos x="30" y="62"/>
                  </a:cxn>
                  <a:cxn ang="0">
                    <a:pos x="31" y="61"/>
                  </a:cxn>
                  <a:cxn ang="0">
                    <a:pos x="32" y="60"/>
                  </a:cxn>
                  <a:cxn ang="0">
                    <a:pos x="51" y="10"/>
                  </a:cxn>
                  <a:cxn ang="0">
                    <a:pos x="17" y="0"/>
                  </a:cxn>
                  <a:cxn ang="0">
                    <a:pos x="0" y="48"/>
                  </a:cxn>
                  <a:cxn ang="0">
                    <a:pos x="1" y="48"/>
                  </a:cxn>
                </a:cxnLst>
                <a:rect l="0" t="0" r="0" b="0"/>
                <a:pathLst>
                  <a:path w="52" h="67">
                    <a:moveTo>
                      <a:pt x="1" y="48"/>
                    </a:moveTo>
                    <a:lnTo>
                      <a:pt x="1" y="49"/>
                    </a:lnTo>
                    <a:lnTo>
                      <a:pt x="1" y="50"/>
                    </a:lnTo>
                    <a:lnTo>
                      <a:pt x="0" y="50"/>
                    </a:lnTo>
                    <a:lnTo>
                      <a:pt x="0" y="51"/>
                    </a:lnTo>
                    <a:lnTo>
                      <a:pt x="1" y="52"/>
                    </a:lnTo>
                    <a:lnTo>
                      <a:pt x="1" y="54"/>
                    </a:lnTo>
                    <a:lnTo>
                      <a:pt x="2" y="56"/>
                    </a:lnTo>
                    <a:lnTo>
                      <a:pt x="3" y="56"/>
                    </a:lnTo>
                    <a:lnTo>
                      <a:pt x="3" y="58"/>
                    </a:lnTo>
                    <a:lnTo>
                      <a:pt x="4" y="58"/>
                    </a:lnTo>
                    <a:lnTo>
                      <a:pt x="5" y="59"/>
                    </a:lnTo>
                    <a:lnTo>
                      <a:pt x="5" y="60"/>
                    </a:lnTo>
                    <a:lnTo>
                      <a:pt x="6" y="60"/>
                    </a:lnTo>
                    <a:lnTo>
                      <a:pt x="7" y="60"/>
                    </a:lnTo>
                    <a:lnTo>
                      <a:pt x="7" y="61"/>
                    </a:lnTo>
                    <a:lnTo>
                      <a:pt x="8" y="61"/>
                    </a:lnTo>
                    <a:lnTo>
                      <a:pt x="9" y="62"/>
                    </a:lnTo>
                    <a:lnTo>
                      <a:pt x="10" y="62"/>
                    </a:lnTo>
                    <a:lnTo>
                      <a:pt x="11" y="62"/>
                    </a:lnTo>
                    <a:lnTo>
                      <a:pt x="11" y="63"/>
                    </a:lnTo>
                    <a:lnTo>
                      <a:pt x="12" y="63"/>
                    </a:lnTo>
                    <a:lnTo>
                      <a:pt x="13" y="63"/>
                    </a:lnTo>
                    <a:lnTo>
                      <a:pt x="13" y="64"/>
                    </a:lnTo>
                    <a:lnTo>
                      <a:pt x="14" y="64"/>
                    </a:lnTo>
                    <a:lnTo>
                      <a:pt x="15" y="64"/>
                    </a:lnTo>
                    <a:lnTo>
                      <a:pt x="16" y="64"/>
                    </a:lnTo>
                    <a:lnTo>
                      <a:pt x="17" y="64"/>
                    </a:lnTo>
                    <a:lnTo>
                      <a:pt x="18" y="64"/>
                    </a:lnTo>
                    <a:lnTo>
                      <a:pt x="19" y="64"/>
                    </a:lnTo>
                    <a:lnTo>
                      <a:pt x="20" y="66"/>
                    </a:lnTo>
                    <a:lnTo>
                      <a:pt x="21" y="66"/>
                    </a:lnTo>
                    <a:lnTo>
                      <a:pt x="22" y="66"/>
                    </a:lnTo>
                    <a:lnTo>
                      <a:pt x="23" y="66"/>
                    </a:lnTo>
                    <a:lnTo>
                      <a:pt x="24" y="64"/>
                    </a:lnTo>
                    <a:lnTo>
                      <a:pt x="25" y="64"/>
                    </a:lnTo>
                    <a:lnTo>
                      <a:pt x="26" y="64"/>
                    </a:lnTo>
                    <a:lnTo>
                      <a:pt x="27" y="64"/>
                    </a:lnTo>
                    <a:lnTo>
                      <a:pt x="28" y="64"/>
                    </a:lnTo>
                    <a:lnTo>
                      <a:pt x="29" y="63"/>
                    </a:lnTo>
                    <a:lnTo>
                      <a:pt x="30" y="62"/>
                    </a:lnTo>
                    <a:lnTo>
                      <a:pt x="31" y="61"/>
                    </a:lnTo>
                    <a:lnTo>
                      <a:pt x="32" y="60"/>
                    </a:lnTo>
                    <a:lnTo>
                      <a:pt x="51" y="10"/>
                    </a:lnTo>
                    <a:lnTo>
                      <a:pt x="17" y="0"/>
                    </a:lnTo>
                    <a:lnTo>
                      <a:pt x="0" y="48"/>
                    </a:lnTo>
                    <a:lnTo>
                      <a:pt x="1" y="48"/>
                    </a:lnTo>
                  </a:path>
                </a:pathLst>
              </a:custGeom>
              <a:solidFill>
                <a:srgbClr val="FFFFFF"/>
              </a:solidFill>
              <a:ln w="12700">
                <a:noFill/>
              </a:ln>
            </p:spPr>
            <p:txBody>
              <a:bodyPr/>
              <a:lstStyle/>
              <a:p>
                <a:endParaRPr lang="zh-CN" altLang="en-US"/>
              </a:p>
            </p:txBody>
          </p:sp>
          <p:sp>
            <p:nvSpPr>
              <p:cNvPr id="32032" name="Freeform 289"/>
              <p:cNvSpPr/>
              <p:nvPr/>
            </p:nvSpPr>
            <p:spPr>
              <a:xfrm>
                <a:off x="4385" y="1921"/>
                <a:ext cx="52" cy="66"/>
              </a:xfrm>
              <a:custGeom>
                <a:avLst/>
                <a:gdLst/>
                <a:ahLst/>
                <a:cxnLst>
                  <a:cxn ang="0">
                    <a:pos x="1" y="48"/>
                  </a:cxn>
                  <a:cxn ang="0">
                    <a:pos x="1" y="53"/>
                  </a:cxn>
                  <a:cxn ang="0">
                    <a:pos x="3" y="57"/>
                  </a:cxn>
                  <a:cxn ang="0">
                    <a:pos x="7" y="60"/>
                  </a:cxn>
                  <a:cxn ang="0">
                    <a:pos x="13" y="63"/>
                  </a:cxn>
                  <a:cxn ang="0">
                    <a:pos x="19" y="65"/>
                  </a:cxn>
                  <a:cxn ang="0">
                    <a:pos x="25" y="65"/>
                  </a:cxn>
                  <a:cxn ang="0">
                    <a:pos x="29" y="63"/>
                  </a:cxn>
                  <a:cxn ang="0">
                    <a:pos x="32" y="60"/>
                  </a:cxn>
                  <a:cxn ang="0">
                    <a:pos x="51" y="10"/>
                  </a:cxn>
                  <a:cxn ang="0">
                    <a:pos x="17" y="0"/>
                  </a:cxn>
                  <a:cxn ang="0">
                    <a:pos x="0" y="48"/>
                  </a:cxn>
                  <a:cxn ang="0">
                    <a:pos x="1" y="48"/>
                  </a:cxn>
                </a:cxnLst>
                <a:rect l="0" t="0" r="0" b="0"/>
                <a:pathLst>
                  <a:path w="52" h="66">
                    <a:moveTo>
                      <a:pt x="1" y="48"/>
                    </a:moveTo>
                    <a:lnTo>
                      <a:pt x="1" y="53"/>
                    </a:lnTo>
                    <a:lnTo>
                      <a:pt x="3" y="57"/>
                    </a:lnTo>
                    <a:lnTo>
                      <a:pt x="7" y="60"/>
                    </a:lnTo>
                    <a:lnTo>
                      <a:pt x="13" y="63"/>
                    </a:lnTo>
                    <a:lnTo>
                      <a:pt x="19" y="65"/>
                    </a:lnTo>
                    <a:lnTo>
                      <a:pt x="25" y="65"/>
                    </a:lnTo>
                    <a:lnTo>
                      <a:pt x="29" y="63"/>
                    </a:lnTo>
                    <a:lnTo>
                      <a:pt x="32" y="60"/>
                    </a:lnTo>
                    <a:lnTo>
                      <a:pt x="51" y="10"/>
                    </a:lnTo>
                    <a:lnTo>
                      <a:pt x="17" y="0"/>
                    </a:lnTo>
                    <a:lnTo>
                      <a:pt x="0" y="48"/>
                    </a:lnTo>
                    <a:lnTo>
                      <a:pt x="1" y="4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33" name="Freeform 290"/>
              <p:cNvSpPr/>
              <p:nvPr/>
            </p:nvSpPr>
            <p:spPr>
              <a:xfrm>
                <a:off x="4406" y="1916"/>
                <a:ext cx="33" cy="21"/>
              </a:xfrm>
              <a:custGeom>
                <a:avLst/>
                <a:gdLst/>
                <a:ahLst/>
                <a:cxnLst>
                  <a:cxn ang="0">
                    <a:pos x="10" y="17"/>
                  </a:cxn>
                  <a:cxn ang="0">
                    <a:pos x="8" y="16"/>
                  </a:cxn>
                  <a:cxn ang="0">
                    <a:pos x="6" y="15"/>
                  </a:cxn>
                  <a:cxn ang="0">
                    <a:pos x="4" y="13"/>
                  </a:cxn>
                  <a:cxn ang="0">
                    <a:pos x="3" y="12"/>
                  </a:cxn>
                  <a:cxn ang="0">
                    <a:pos x="2" y="11"/>
                  </a:cxn>
                  <a:cxn ang="0">
                    <a:pos x="0" y="9"/>
                  </a:cxn>
                  <a:cxn ang="0">
                    <a:pos x="0" y="6"/>
                  </a:cxn>
                  <a:cxn ang="0">
                    <a:pos x="0" y="4"/>
                  </a:cxn>
                  <a:cxn ang="0">
                    <a:pos x="0" y="2"/>
                  </a:cxn>
                  <a:cxn ang="0">
                    <a:pos x="2" y="1"/>
                  </a:cxn>
                  <a:cxn ang="0">
                    <a:pos x="4" y="0"/>
                  </a:cxn>
                  <a:cxn ang="0">
                    <a:pos x="6" y="0"/>
                  </a:cxn>
                  <a:cxn ang="0">
                    <a:pos x="8" y="0"/>
                  </a:cxn>
                  <a:cxn ang="0">
                    <a:pos x="12" y="0"/>
                  </a:cxn>
                  <a:cxn ang="0">
                    <a:pos x="14" y="0"/>
                  </a:cxn>
                  <a:cxn ang="0">
                    <a:pos x="17" y="0"/>
                  </a:cxn>
                  <a:cxn ang="0">
                    <a:pos x="20" y="1"/>
                  </a:cxn>
                  <a:cxn ang="0">
                    <a:pos x="22" y="2"/>
                  </a:cxn>
                  <a:cxn ang="0">
                    <a:pos x="23" y="3"/>
                  </a:cxn>
                  <a:cxn ang="0">
                    <a:pos x="25" y="4"/>
                  </a:cxn>
                  <a:cxn ang="0">
                    <a:pos x="27" y="5"/>
                  </a:cxn>
                  <a:cxn ang="0">
                    <a:pos x="28" y="6"/>
                  </a:cxn>
                  <a:cxn ang="0">
                    <a:pos x="30" y="7"/>
                  </a:cxn>
                  <a:cxn ang="0">
                    <a:pos x="30" y="10"/>
                  </a:cxn>
                  <a:cxn ang="0">
                    <a:pos x="32" y="11"/>
                  </a:cxn>
                  <a:cxn ang="0">
                    <a:pos x="32" y="13"/>
                  </a:cxn>
                  <a:cxn ang="0">
                    <a:pos x="30" y="14"/>
                  </a:cxn>
                  <a:cxn ang="0">
                    <a:pos x="30" y="16"/>
                  </a:cxn>
                  <a:cxn ang="0">
                    <a:pos x="28" y="17"/>
                  </a:cxn>
                  <a:cxn ang="0">
                    <a:pos x="26" y="18"/>
                  </a:cxn>
                  <a:cxn ang="0">
                    <a:pos x="24" y="18"/>
                  </a:cxn>
                  <a:cxn ang="0">
                    <a:pos x="22" y="20"/>
                  </a:cxn>
                  <a:cxn ang="0">
                    <a:pos x="20" y="18"/>
                  </a:cxn>
                  <a:cxn ang="0">
                    <a:pos x="17" y="18"/>
                  </a:cxn>
                  <a:cxn ang="0">
                    <a:pos x="15" y="18"/>
                  </a:cxn>
                  <a:cxn ang="0">
                    <a:pos x="13" y="18"/>
                  </a:cxn>
                </a:cxnLst>
                <a:rect l="0" t="0" r="0" b="0"/>
                <a:pathLst>
                  <a:path w="33" h="21">
                    <a:moveTo>
                      <a:pt x="12" y="17"/>
                    </a:moveTo>
                    <a:lnTo>
                      <a:pt x="10" y="17"/>
                    </a:lnTo>
                    <a:lnTo>
                      <a:pt x="10" y="16"/>
                    </a:lnTo>
                    <a:lnTo>
                      <a:pt x="8" y="16"/>
                    </a:lnTo>
                    <a:lnTo>
                      <a:pt x="7" y="15"/>
                    </a:lnTo>
                    <a:lnTo>
                      <a:pt x="6" y="15"/>
                    </a:lnTo>
                    <a:lnTo>
                      <a:pt x="5" y="14"/>
                    </a:lnTo>
                    <a:lnTo>
                      <a:pt x="4" y="13"/>
                    </a:lnTo>
                    <a:lnTo>
                      <a:pt x="3" y="13"/>
                    </a:lnTo>
                    <a:lnTo>
                      <a:pt x="3" y="12"/>
                    </a:lnTo>
                    <a:lnTo>
                      <a:pt x="2" y="12"/>
                    </a:lnTo>
                    <a:lnTo>
                      <a:pt x="2" y="11"/>
                    </a:lnTo>
                    <a:lnTo>
                      <a:pt x="0" y="10"/>
                    </a:lnTo>
                    <a:lnTo>
                      <a:pt x="0" y="9"/>
                    </a:lnTo>
                    <a:lnTo>
                      <a:pt x="0" y="7"/>
                    </a:lnTo>
                    <a:lnTo>
                      <a:pt x="0" y="6"/>
                    </a:lnTo>
                    <a:lnTo>
                      <a:pt x="0" y="5"/>
                    </a:lnTo>
                    <a:lnTo>
                      <a:pt x="0" y="4"/>
                    </a:lnTo>
                    <a:lnTo>
                      <a:pt x="0" y="3"/>
                    </a:lnTo>
                    <a:lnTo>
                      <a:pt x="0" y="2"/>
                    </a:lnTo>
                    <a:lnTo>
                      <a:pt x="2" y="2"/>
                    </a:lnTo>
                    <a:lnTo>
                      <a:pt x="2" y="1"/>
                    </a:lnTo>
                    <a:lnTo>
                      <a:pt x="3" y="0"/>
                    </a:lnTo>
                    <a:lnTo>
                      <a:pt x="4" y="0"/>
                    </a:lnTo>
                    <a:lnTo>
                      <a:pt x="5" y="0"/>
                    </a:lnTo>
                    <a:lnTo>
                      <a:pt x="6" y="0"/>
                    </a:lnTo>
                    <a:lnTo>
                      <a:pt x="7" y="0"/>
                    </a:lnTo>
                    <a:lnTo>
                      <a:pt x="8" y="0"/>
                    </a:lnTo>
                    <a:lnTo>
                      <a:pt x="10" y="0"/>
                    </a:lnTo>
                    <a:lnTo>
                      <a:pt x="12" y="0"/>
                    </a:lnTo>
                    <a:lnTo>
                      <a:pt x="13" y="0"/>
                    </a:lnTo>
                    <a:lnTo>
                      <a:pt x="14" y="0"/>
                    </a:lnTo>
                    <a:lnTo>
                      <a:pt x="16" y="0"/>
                    </a:lnTo>
                    <a:lnTo>
                      <a:pt x="17" y="0"/>
                    </a:lnTo>
                    <a:lnTo>
                      <a:pt x="18" y="0"/>
                    </a:lnTo>
                    <a:lnTo>
                      <a:pt x="20" y="1"/>
                    </a:lnTo>
                    <a:lnTo>
                      <a:pt x="20" y="2"/>
                    </a:lnTo>
                    <a:lnTo>
                      <a:pt x="22" y="2"/>
                    </a:lnTo>
                    <a:lnTo>
                      <a:pt x="22" y="3"/>
                    </a:lnTo>
                    <a:lnTo>
                      <a:pt x="23" y="3"/>
                    </a:lnTo>
                    <a:lnTo>
                      <a:pt x="24" y="3"/>
                    </a:lnTo>
                    <a:lnTo>
                      <a:pt x="25" y="4"/>
                    </a:lnTo>
                    <a:lnTo>
                      <a:pt x="26" y="4"/>
                    </a:lnTo>
                    <a:lnTo>
                      <a:pt x="27" y="5"/>
                    </a:lnTo>
                    <a:lnTo>
                      <a:pt x="27" y="6"/>
                    </a:lnTo>
                    <a:lnTo>
                      <a:pt x="28" y="6"/>
                    </a:lnTo>
                    <a:lnTo>
                      <a:pt x="28" y="7"/>
                    </a:lnTo>
                    <a:lnTo>
                      <a:pt x="30" y="7"/>
                    </a:lnTo>
                    <a:lnTo>
                      <a:pt x="30" y="9"/>
                    </a:lnTo>
                    <a:lnTo>
                      <a:pt x="30" y="10"/>
                    </a:lnTo>
                    <a:lnTo>
                      <a:pt x="30" y="11"/>
                    </a:lnTo>
                    <a:lnTo>
                      <a:pt x="32" y="11"/>
                    </a:lnTo>
                    <a:lnTo>
                      <a:pt x="32" y="12"/>
                    </a:lnTo>
                    <a:lnTo>
                      <a:pt x="32" y="13"/>
                    </a:lnTo>
                    <a:lnTo>
                      <a:pt x="32" y="14"/>
                    </a:lnTo>
                    <a:lnTo>
                      <a:pt x="30" y="14"/>
                    </a:lnTo>
                    <a:lnTo>
                      <a:pt x="30" y="15"/>
                    </a:lnTo>
                    <a:lnTo>
                      <a:pt x="30" y="16"/>
                    </a:lnTo>
                    <a:lnTo>
                      <a:pt x="28" y="16"/>
                    </a:lnTo>
                    <a:lnTo>
                      <a:pt x="28" y="17"/>
                    </a:lnTo>
                    <a:lnTo>
                      <a:pt x="27" y="18"/>
                    </a:lnTo>
                    <a:lnTo>
                      <a:pt x="26" y="18"/>
                    </a:lnTo>
                    <a:lnTo>
                      <a:pt x="25" y="18"/>
                    </a:lnTo>
                    <a:lnTo>
                      <a:pt x="24" y="18"/>
                    </a:lnTo>
                    <a:lnTo>
                      <a:pt x="23" y="18"/>
                    </a:lnTo>
                    <a:lnTo>
                      <a:pt x="22" y="20"/>
                    </a:lnTo>
                    <a:lnTo>
                      <a:pt x="20" y="20"/>
                    </a:lnTo>
                    <a:lnTo>
                      <a:pt x="20" y="18"/>
                    </a:lnTo>
                    <a:lnTo>
                      <a:pt x="18" y="18"/>
                    </a:lnTo>
                    <a:lnTo>
                      <a:pt x="17" y="18"/>
                    </a:lnTo>
                    <a:lnTo>
                      <a:pt x="16" y="18"/>
                    </a:lnTo>
                    <a:lnTo>
                      <a:pt x="15" y="18"/>
                    </a:lnTo>
                    <a:lnTo>
                      <a:pt x="14" y="18"/>
                    </a:lnTo>
                    <a:lnTo>
                      <a:pt x="13" y="18"/>
                    </a:lnTo>
                    <a:lnTo>
                      <a:pt x="12" y="17"/>
                    </a:lnTo>
                  </a:path>
                </a:pathLst>
              </a:custGeom>
              <a:solidFill>
                <a:srgbClr val="FFFFFF"/>
              </a:solidFill>
              <a:ln w="12700">
                <a:noFill/>
              </a:ln>
            </p:spPr>
            <p:txBody>
              <a:bodyPr/>
              <a:lstStyle/>
              <a:p>
                <a:endParaRPr lang="zh-CN" altLang="en-US"/>
              </a:p>
            </p:txBody>
          </p:sp>
          <p:sp>
            <p:nvSpPr>
              <p:cNvPr id="32034" name="Freeform 291"/>
              <p:cNvSpPr/>
              <p:nvPr/>
            </p:nvSpPr>
            <p:spPr>
              <a:xfrm>
                <a:off x="4405" y="1916"/>
                <a:ext cx="32" cy="21"/>
              </a:xfrm>
              <a:custGeom>
                <a:avLst/>
                <a:gdLst/>
                <a:ahLst/>
                <a:cxnLst>
                  <a:cxn ang="0">
                    <a:pos x="12" y="18"/>
                  </a:cxn>
                  <a:cxn ang="0">
                    <a:pos x="5" y="15"/>
                  </a:cxn>
                  <a:cxn ang="0">
                    <a:pos x="1" y="11"/>
                  </a:cxn>
                  <a:cxn ang="0">
                    <a:pos x="0" y="8"/>
                  </a:cxn>
                  <a:cxn ang="0">
                    <a:pos x="0" y="4"/>
                  </a:cxn>
                  <a:cxn ang="0">
                    <a:pos x="2" y="1"/>
                  </a:cxn>
                  <a:cxn ang="0">
                    <a:pos x="6" y="0"/>
                  </a:cxn>
                  <a:cxn ang="0">
                    <a:pos x="12" y="0"/>
                  </a:cxn>
                  <a:cxn ang="0">
                    <a:pos x="18" y="0"/>
                  </a:cxn>
                  <a:cxn ang="0">
                    <a:pos x="24" y="3"/>
                  </a:cxn>
                  <a:cxn ang="0">
                    <a:pos x="28" y="7"/>
                  </a:cxn>
                  <a:cxn ang="0">
                    <a:pos x="31" y="11"/>
                  </a:cxn>
                  <a:cxn ang="0">
                    <a:pos x="31" y="15"/>
                  </a:cxn>
                  <a:cxn ang="0">
                    <a:pos x="28" y="18"/>
                  </a:cxn>
                  <a:cxn ang="0">
                    <a:pos x="23" y="20"/>
                  </a:cxn>
                  <a:cxn ang="0">
                    <a:pos x="17" y="20"/>
                  </a:cxn>
                  <a:cxn ang="0">
                    <a:pos x="12" y="18"/>
                  </a:cxn>
                </a:cxnLst>
                <a:rect l="0" t="0" r="0" b="0"/>
                <a:pathLst>
                  <a:path w="32" h="21">
                    <a:moveTo>
                      <a:pt x="12" y="18"/>
                    </a:moveTo>
                    <a:lnTo>
                      <a:pt x="5" y="15"/>
                    </a:lnTo>
                    <a:lnTo>
                      <a:pt x="1" y="11"/>
                    </a:lnTo>
                    <a:lnTo>
                      <a:pt x="0" y="8"/>
                    </a:lnTo>
                    <a:lnTo>
                      <a:pt x="0" y="4"/>
                    </a:lnTo>
                    <a:lnTo>
                      <a:pt x="2" y="1"/>
                    </a:lnTo>
                    <a:lnTo>
                      <a:pt x="6" y="0"/>
                    </a:lnTo>
                    <a:lnTo>
                      <a:pt x="12" y="0"/>
                    </a:lnTo>
                    <a:lnTo>
                      <a:pt x="18" y="0"/>
                    </a:lnTo>
                    <a:lnTo>
                      <a:pt x="24" y="3"/>
                    </a:lnTo>
                    <a:lnTo>
                      <a:pt x="28" y="7"/>
                    </a:lnTo>
                    <a:lnTo>
                      <a:pt x="31" y="11"/>
                    </a:lnTo>
                    <a:lnTo>
                      <a:pt x="31" y="15"/>
                    </a:lnTo>
                    <a:lnTo>
                      <a:pt x="28" y="18"/>
                    </a:lnTo>
                    <a:lnTo>
                      <a:pt x="23" y="20"/>
                    </a:lnTo>
                    <a:lnTo>
                      <a:pt x="17" y="20"/>
                    </a:lnTo>
                    <a:lnTo>
                      <a:pt x="12" y="1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35" name="Freeform 292"/>
              <p:cNvSpPr/>
              <p:nvPr/>
            </p:nvSpPr>
            <p:spPr>
              <a:xfrm>
                <a:off x="4314" y="1936"/>
                <a:ext cx="90" cy="55"/>
              </a:xfrm>
              <a:custGeom>
                <a:avLst/>
                <a:gdLst/>
                <a:ahLst/>
                <a:cxnLst>
                  <a:cxn ang="0">
                    <a:pos x="26" y="54"/>
                  </a:cxn>
                  <a:cxn ang="0">
                    <a:pos x="0" y="22"/>
                  </a:cxn>
                  <a:cxn ang="0">
                    <a:pos x="50" y="0"/>
                  </a:cxn>
                  <a:cxn ang="0">
                    <a:pos x="89" y="9"/>
                  </a:cxn>
                  <a:cxn ang="0">
                    <a:pos x="78" y="37"/>
                  </a:cxn>
                  <a:cxn ang="0">
                    <a:pos x="26" y="54"/>
                  </a:cxn>
                </a:cxnLst>
                <a:rect l="0" t="0" r="0" b="0"/>
                <a:pathLst>
                  <a:path w="90" h="55">
                    <a:moveTo>
                      <a:pt x="26" y="54"/>
                    </a:moveTo>
                    <a:lnTo>
                      <a:pt x="0" y="22"/>
                    </a:lnTo>
                    <a:lnTo>
                      <a:pt x="50" y="0"/>
                    </a:lnTo>
                    <a:lnTo>
                      <a:pt x="89" y="9"/>
                    </a:lnTo>
                    <a:lnTo>
                      <a:pt x="78" y="37"/>
                    </a:lnTo>
                    <a:lnTo>
                      <a:pt x="26" y="54"/>
                    </a:lnTo>
                  </a:path>
                </a:pathLst>
              </a:custGeom>
              <a:solidFill>
                <a:srgbClr val="FFFFFF"/>
              </a:solidFill>
              <a:ln w="12700">
                <a:noFill/>
              </a:ln>
            </p:spPr>
            <p:txBody>
              <a:bodyPr/>
              <a:lstStyle/>
              <a:p>
                <a:endParaRPr lang="zh-CN" altLang="en-US"/>
              </a:p>
            </p:txBody>
          </p:sp>
          <p:sp>
            <p:nvSpPr>
              <p:cNvPr id="32036" name="Freeform 293"/>
              <p:cNvSpPr/>
              <p:nvPr/>
            </p:nvSpPr>
            <p:spPr>
              <a:xfrm>
                <a:off x="4314" y="1936"/>
                <a:ext cx="90" cy="55"/>
              </a:xfrm>
              <a:custGeom>
                <a:avLst/>
                <a:gdLst/>
                <a:ahLst/>
                <a:cxnLst>
                  <a:cxn ang="0">
                    <a:pos x="26" y="54"/>
                  </a:cxn>
                  <a:cxn ang="0">
                    <a:pos x="0" y="22"/>
                  </a:cxn>
                  <a:cxn ang="0">
                    <a:pos x="50" y="0"/>
                  </a:cxn>
                  <a:cxn ang="0">
                    <a:pos x="89" y="9"/>
                  </a:cxn>
                  <a:cxn ang="0">
                    <a:pos x="78" y="37"/>
                  </a:cxn>
                  <a:cxn ang="0">
                    <a:pos x="26" y="54"/>
                  </a:cxn>
                </a:cxnLst>
                <a:rect l="0" t="0" r="0" b="0"/>
                <a:pathLst>
                  <a:path w="90" h="55">
                    <a:moveTo>
                      <a:pt x="26" y="54"/>
                    </a:moveTo>
                    <a:lnTo>
                      <a:pt x="0" y="22"/>
                    </a:lnTo>
                    <a:lnTo>
                      <a:pt x="50" y="0"/>
                    </a:lnTo>
                    <a:lnTo>
                      <a:pt x="89" y="9"/>
                    </a:lnTo>
                    <a:lnTo>
                      <a:pt x="78" y="37"/>
                    </a:lnTo>
                    <a:lnTo>
                      <a:pt x="26"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37" name="Freeform 294"/>
              <p:cNvSpPr/>
              <p:nvPr/>
            </p:nvSpPr>
            <p:spPr>
              <a:xfrm>
                <a:off x="4209" y="1825"/>
                <a:ext cx="90" cy="56"/>
              </a:xfrm>
              <a:custGeom>
                <a:avLst/>
                <a:gdLst/>
                <a:ahLst/>
                <a:cxnLst>
                  <a:cxn ang="0">
                    <a:pos x="61" y="0"/>
                  </a:cxn>
                  <a:cxn ang="0">
                    <a:pos x="89" y="31"/>
                  </a:cxn>
                  <a:cxn ang="0">
                    <a:pos x="37" y="55"/>
                  </a:cxn>
                  <a:cxn ang="0">
                    <a:pos x="0" y="45"/>
                  </a:cxn>
                  <a:cxn ang="0">
                    <a:pos x="9" y="17"/>
                  </a:cxn>
                  <a:cxn ang="0">
                    <a:pos x="61" y="0"/>
                  </a:cxn>
                </a:cxnLst>
                <a:rect l="0" t="0" r="0" b="0"/>
                <a:pathLst>
                  <a:path w="90" h="56">
                    <a:moveTo>
                      <a:pt x="61" y="0"/>
                    </a:moveTo>
                    <a:lnTo>
                      <a:pt x="89" y="31"/>
                    </a:lnTo>
                    <a:lnTo>
                      <a:pt x="37" y="55"/>
                    </a:lnTo>
                    <a:lnTo>
                      <a:pt x="0" y="45"/>
                    </a:lnTo>
                    <a:lnTo>
                      <a:pt x="9" y="17"/>
                    </a:lnTo>
                    <a:lnTo>
                      <a:pt x="61" y="0"/>
                    </a:lnTo>
                  </a:path>
                </a:pathLst>
              </a:custGeom>
              <a:solidFill>
                <a:srgbClr val="FFFFFF"/>
              </a:solidFill>
              <a:ln w="12700">
                <a:noFill/>
              </a:ln>
            </p:spPr>
            <p:txBody>
              <a:bodyPr/>
              <a:lstStyle/>
              <a:p>
                <a:endParaRPr lang="zh-CN" altLang="en-US"/>
              </a:p>
            </p:txBody>
          </p:sp>
          <p:sp>
            <p:nvSpPr>
              <p:cNvPr id="32038" name="Freeform 295"/>
              <p:cNvSpPr/>
              <p:nvPr/>
            </p:nvSpPr>
            <p:spPr>
              <a:xfrm>
                <a:off x="4209" y="1825"/>
                <a:ext cx="90" cy="56"/>
              </a:xfrm>
              <a:custGeom>
                <a:avLst/>
                <a:gdLst/>
                <a:ahLst/>
                <a:cxnLst>
                  <a:cxn ang="0">
                    <a:pos x="61" y="0"/>
                  </a:cxn>
                  <a:cxn ang="0">
                    <a:pos x="89" y="31"/>
                  </a:cxn>
                  <a:cxn ang="0">
                    <a:pos x="37" y="55"/>
                  </a:cxn>
                  <a:cxn ang="0">
                    <a:pos x="0" y="45"/>
                  </a:cxn>
                  <a:cxn ang="0">
                    <a:pos x="9" y="17"/>
                  </a:cxn>
                  <a:cxn ang="0">
                    <a:pos x="61" y="0"/>
                  </a:cxn>
                </a:cxnLst>
                <a:rect l="0" t="0" r="0" b="0"/>
                <a:pathLst>
                  <a:path w="90" h="56">
                    <a:moveTo>
                      <a:pt x="61" y="0"/>
                    </a:moveTo>
                    <a:lnTo>
                      <a:pt x="89" y="31"/>
                    </a:lnTo>
                    <a:lnTo>
                      <a:pt x="37" y="55"/>
                    </a:lnTo>
                    <a:lnTo>
                      <a:pt x="0" y="45"/>
                    </a:lnTo>
                    <a:lnTo>
                      <a:pt x="9" y="17"/>
                    </a:lnTo>
                    <a:lnTo>
                      <a:pt x="6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39" name="Freeform 296"/>
              <p:cNvSpPr/>
              <p:nvPr/>
            </p:nvSpPr>
            <p:spPr>
              <a:xfrm>
                <a:off x="4089" y="1861"/>
                <a:ext cx="90" cy="56"/>
              </a:xfrm>
              <a:custGeom>
                <a:avLst/>
                <a:gdLst/>
                <a:ahLst/>
                <a:cxnLst>
                  <a:cxn ang="0">
                    <a:pos x="27" y="55"/>
                  </a:cxn>
                  <a:cxn ang="0">
                    <a:pos x="0" y="22"/>
                  </a:cxn>
                  <a:cxn ang="0">
                    <a:pos x="50" y="0"/>
                  </a:cxn>
                  <a:cxn ang="0">
                    <a:pos x="89" y="8"/>
                  </a:cxn>
                  <a:cxn ang="0">
                    <a:pos x="78" y="38"/>
                  </a:cxn>
                  <a:cxn ang="0">
                    <a:pos x="27" y="55"/>
                  </a:cxn>
                </a:cxnLst>
                <a:rect l="0" t="0" r="0" b="0"/>
                <a:pathLst>
                  <a:path w="90" h="56">
                    <a:moveTo>
                      <a:pt x="27" y="55"/>
                    </a:moveTo>
                    <a:lnTo>
                      <a:pt x="0" y="22"/>
                    </a:lnTo>
                    <a:lnTo>
                      <a:pt x="50" y="0"/>
                    </a:lnTo>
                    <a:lnTo>
                      <a:pt x="89" y="8"/>
                    </a:lnTo>
                    <a:lnTo>
                      <a:pt x="78" y="38"/>
                    </a:lnTo>
                    <a:lnTo>
                      <a:pt x="27" y="55"/>
                    </a:lnTo>
                  </a:path>
                </a:pathLst>
              </a:custGeom>
              <a:solidFill>
                <a:srgbClr val="FFFFFF"/>
              </a:solidFill>
              <a:ln w="12700">
                <a:noFill/>
              </a:ln>
            </p:spPr>
            <p:txBody>
              <a:bodyPr/>
              <a:lstStyle/>
              <a:p>
                <a:endParaRPr lang="zh-CN" altLang="en-US"/>
              </a:p>
            </p:txBody>
          </p:sp>
          <p:sp>
            <p:nvSpPr>
              <p:cNvPr id="32040" name="Freeform 297"/>
              <p:cNvSpPr/>
              <p:nvPr/>
            </p:nvSpPr>
            <p:spPr>
              <a:xfrm>
                <a:off x="4089" y="1861"/>
                <a:ext cx="90" cy="56"/>
              </a:xfrm>
              <a:custGeom>
                <a:avLst/>
                <a:gdLst/>
                <a:ahLst/>
                <a:cxnLst>
                  <a:cxn ang="0">
                    <a:pos x="27" y="55"/>
                  </a:cxn>
                  <a:cxn ang="0">
                    <a:pos x="0" y="22"/>
                  </a:cxn>
                  <a:cxn ang="0">
                    <a:pos x="50" y="0"/>
                  </a:cxn>
                  <a:cxn ang="0">
                    <a:pos x="89" y="8"/>
                  </a:cxn>
                  <a:cxn ang="0">
                    <a:pos x="78" y="38"/>
                  </a:cxn>
                  <a:cxn ang="0">
                    <a:pos x="27" y="55"/>
                  </a:cxn>
                </a:cxnLst>
                <a:rect l="0" t="0" r="0" b="0"/>
                <a:pathLst>
                  <a:path w="90" h="56">
                    <a:moveTo>
                      <a:pt x="27" y="55"/>
                    </a:moveTo>
                    <a:lnTo>
                      <a:pt x="0" y="22"/>
                    </a:lnTo>
                    <a:lnTo>
                      <a:pt x="50" y="0"/>
                    </a:lnTo>
                    <a:lnTo>
                      <a:pt x="89" y="8"/>
                    </a:lnTo>
                    <a:lnTo>
                      <a:pt x="78" y="38"/>
                    </a:lnTo>
                    <a:lnTo>
                      <a:pt x="27" y="5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41" name="Freeform 298"/>
              <p:cNvSpPr/>
              <p:nvPr/>
            </p:nvSpPr>
            <p:spPr>
              <a:xfrm>
                <a:off x="4079" y="1881"/>
                <a:ext cx="91" cy="55"/>
              </a:xfrm>
              <a:custGeom>
                <a:avLst/>
                <a:gdLst/>
                <a:ahLst/>
                <a:cxnLst>
                  <a:cxn ang="0">
                    <a:pos x="27" y="54"/>
                  </a:cxn>
                  <a:cxn ang="0">
                    <a:pos x="0" y="22"/>
                  </a:cxn>
                  <a:cxn ang="0">
                    <a:pos x="50" y="0"/>
                  </a:cxn>
                  <a:cxn ang="0">
                    <a:pos x="90" y="9"/>
                  </a:cxn>
                  <a:cxn ang="0">
                    <a:pos x="80" y="37"/>
                  </a:cxn>
                  <a:cxn ang="0">
                    <a:pos x="27" y="54"/>
                  </a:cxn>
                </a:cxnLst>
                <a:rect l="0" t="0" r="0" b="0"/>
                <a:pathLst>
                  <a:path w="91" h="55">
                    <a:moveTo>
                      <a:pt x="27" y="54"/>
                    </a:moveTo>
                    <a:lnTo>
                      <a:pt x="0" y="22"/>
                    </a:lnTo>
                    <a:lnTo>
                      <a:pt x="50" y="0"/>
                    </a:lnTo>
                    <a:lnTo>
                      <a:pt x="90" y="9"/>
                    </a:lnTo>
                    <a:lnTo>
                      <a:pt x="80" y="37"/>
                    </a:lnTo>
                    <a:lnTo>
                      <a:pt x="27" y="54"/>
                    </a:lnTo>
                  </a:path>
                </a:pathLst>
              </a:custGeom>
              <a:solidFill>
                <a:srgbClr val="FFFFFF"/>
              </a:solidFill>
              <a:ln w="12700">
                <a:noFill/>
              </a:ln>
            </p:spPr>
            <p:txBody>
              <a:bodyPr/>
              <a:lstStyle/>
              <a:p>
                <a:endParaRPr lang="zh-CN" altLang="en-US"/>
              </a:p>
            </p:txBody>
          </p:sp>
          <p:sp>
            <p:nvSpPr>
              <p:cNvPr id="32042" name="Freeform 299"/>
              <p:cNvSpPr/>
              <p:nvPr/>
            </p:nvSpPr>
            <p:spPr>
              <a:xfrm>
                <a:off x="4079" y="1881"/>
                <a:ext cx="91" cy="55"/>
              </a:xfrm>
              <a:custGeom>
                <a:avLst/>
                <a:gdLst/>
                <a:ahLst/>
                <a:cxnLst>
                  <a:cxn ang="0">
                    <a:pos x="27" y="54"/>
                  </a:cxn>
                  <a:cxn ang="0">
                    <a:pos x="0" y="22"/>
                  </a:cxn>
                  <a:cxn ang="0">
                    <a:pos x="50" y="0"/>
                  </a:cxn>
                  <a:cxn ang="0">
                    <a:pos x="90" y="9"/>
                  </a:cxn>
                  <a:cxn ang="0">
                    <a:pos x="80" y="37"/>
                  </a:cxn>
                  <a:cxn ang="0">
                    <a:pos x="27" y="54"/>
                  </a:cxn>
                </a:cxnLst>
                <a:rect l="0" t="0" r="0" b="0"/>
                <a:pathLst>
                  <a:path w="91" h="55">
                    <a:moveTo>
                      <a:pt x="27" y="54"/>
                    </a:moveTo>
                    <a:lnTo>
                      <a:pt x="0" y="22"/>
                    </a:lnTo>
                    <a:lnTo>
                      <a:pt x="50" y="0"/>
                    </a:lnTo>
                    <a:lnTo>
                      <a:pt x="90" y="9"/>
                    </a:lnTo>
                    <a:lnTo>
                      <a:pt x="80" y="37"/>
                    </a:lnTo>
                    <a:lnTo>
                      <a:pt x="27"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43" name="Freeform 300"/>
              <p:cNvSpPr/>
              <p:nvPr/>
            </p:nvSpPr>
            <p:spPr>
              <a:xfrm>
                <a:off x="4167" y="1850"/>
                <a:ext cx="53" cy="67"/>
              </a:xfrm>
              <a:custGeom>
                <a:avLst/>
                <a:gdLst/>
                <a:ahLst/>
                <a:cxnLst>
                  <a:cxn ang="0">
                    <a:pos x="49" y="15"/>
                  </a:cxn>
                  <a:cxn ang="0">
                    <a:pos x="49" y="14"/>
                  </a:cxn>
                  <a:cxn ang="0">
                    <a:pos x="49" y="13"/>
                  </a:cxn>
                  <a:cxn ang="0">
                    <a:pos x="49" y="12"/>
                  </a:cxn>
                  <a:cxn ang="0">
                    <a:pos x="49" y="11"/>
                  </a:cxn>
                  <a:cxn ang="0">
                    <a:pos x="48" y="10"/>
                  </a:cxn>
                  <a:cxn ang="0">
                    <a:pos x="48" y="9"/>
                  </a:cxn>
                  <a:cxn ang="0">
                    <a:pos x="47" y="8"/>
                  </a:cxn>
                  <a:cxn ang="0">
                    <a:pos x="47" y="7"/>
                  </a:cxn>
                  <a:cxn ang="0">
                    <a:pos x="46" y="7"/>
                  </a:cxn>
                  <a:cxn ang="0">
                    <a:pos x="45" y="6"/>
                  </a:cxn>
                  <a:cxn ang="0">
                    <a:pos x="45" y="5"/>
                  </a:cxn>
                  <a:cxn ang="0">
                    <a:pos x="44" y="5"/>
                  </a:cxn>
                  <a:cxn ang="0">
                    <a:pos x="43" y="4"/>
                  </a:cxn>
                  <a:cxn ang="0">
                    <a:pos x="42" y="3"/>
                  </a:cxn>
                  <a:cxn ang="0">
                    <a:pos x="41" y="3"/>
                  </a:cxn>
                  <a:cxn ang="0">
                    <a:pos x="40" y="2"/>
                  </a:cxn>
                  <a:cxn ang="0">
                    <a:pos x="38" y="1"/>
                  </a:cxn>
                  <a:cxn ang="0">
                    <a:pos x="37" y="1"/>
                  </a:cxn>
                  <a:cxn ang="0">
                    <a:pos x="36" y="1"/>
                  </a:cxn>
                  <a:cxn ang="0">
                    <a:pos x="35" y="1"/>
                  </a:cxn>
                  <a:cxn ang="0">
                    <a:pos x="35" y="0"/>
                  </a:cxn>
                  <a:cxn ang="0">
                    <a:pos x="34" y="0"/>
                  </a:cxn>
                  <a:cxn ang="0">
                    <a:pos x="33" y="0"/>
                  </a:cxn>
                  <a:cxn ang="0">
                    <a:pos x="31" y="0"/>
                  </a:cxn>
                  <a:cxn ang="0">
                    <a:pos x="30" y="0"/>
                  </a:cxn>
                  <a:cxn ang="0">
                    <a:pos x="29" y="0"/>
                  </a:cxn>
                  <a:cxn ang="0">
                    <a:pos x="28" y="0"/>
                  </a:cxn>
                  <a:cxn ang="0">
                    <a:pos x="27" y="0"/>
                  </a:cxn>
                  <a:cxn ang="0">
                    <a:pos x="26" y="0"/>
                  </a:cxn>
                  <a:cxn ang="0">
                    <a:pos x="25" y="0"/>
                  </a:cxn>
                  <a:cxn ang="0">
                    <a:pos x="24" y="0"/>
                  </a:cxn>
                  <a:cxn ang="0">
                    <a:pos x="23" y="0"/>
                  </a:cxn>
                  <a:cxn ang="0">
                    <a:pos x="22" y="1"/>
                  </a:cxn>
                  <a:cxn ang="0">
                    <a:pos x="20" y="1"/>
                  </a:cxn>
                  <a:cxn ang="0">
                    <a:pos x="20" y="2"/>
                  </a:cxn>
                  <a:cxn ang="0">
                    <a:pos x="18" y="2"/>
                  </a:cxn>
                  <a:cxn ang="0">
                    <a:pos x="18" y="3"/>
                  </a:cxn>
                  <a:cxn ang="0">
                    <a:pos x="18" y="4"/>
                  </a:cxn>
                  <a:cxn ang="0">
                    <a:pos x="0" y="53"/>
                  </a:cxn>
                  <a:cxn ang="0">
                    <a:pos x="33" y="66"/>
                  </a:cxn>
                  <a:cxn ang="0">
                    <a:pos x="52" y="16"/>
                  </a:cxn>
                  <a:cxn ang="0">
                    <a:pos x="49" y="15"/>
                  </a:cxn>
                </a:cxnLst>
                <a:rect l="0" t="0" r="0" b="0"/>
                <a:pathLst>
                  <a:path w="53" h="67">
                    <a:moveTo>
                      <a:pt x="49" y="15"/>
                    </a:moveTo>
                    <a:lnTo>
                      <a:pt x="49" y="14"/>
                    </a:lnTo>
                    <a:lnTo>
                      <a:pt x="49" y="13"/>
                    </a:lnTo>
                    <a:lnTo>
                      <a:pt x="49" y="12"/>
                    </a:lnTo>
                    <a:lnTo>
                      <a:pt x="49" y="11"/>
                    </a:lnTo>
                    <a:lnTo>
                      <a:pt x="48" y="10"/>
                    </a:lnTo>
                    <a:lnTo>
                      <a:pt x="48" y="9"/>
                    </a:lnTo>
                    <a:lnTo>
                      <a:pt x="47" y="8"/>
                    </a:lnTo>
                    <a:lnTo>
                      <a:pt x="47" y="7"/>
                    </a:lnTo>
                    <a:lnTo>
                      <a:pt x="46" y="7"/>
                    </a:lnTo>
                    <a:lnTo>
                      <a:pt x="45" y="6"/>
                    </a:lnTo>
                    <a:lnTo>
                      <a:pt x="45" y="5"/>
                    </a:lnTo>
                    <a:lnTo>
                      <a:pt x="44" y="5"/>
                    </a:lnTo>
                    <a:lnTo>
                      <a:pt x="43" y="4"/>
                    </a:lnTo>
                    <a:lnTo>
                      <a:pt x="42" y="3"/>
                    </a:lnTo>
                    <a:lnTo>
                      <a:pt x="41" y="3"/>
                    </a:lnTo>
                    <a:lnTo>
                      <a:pt x="40" y="2"/>
                    </a:lnTo>
                    <a:lnTo>
                      <a:pt x="38" y="1"/>
                    </a:lnTo>
                    <a:lnTo>
                      <a:pt x="37" y="1"/>
                    </a:lnTo>
                    <a:lnTo>
                      <a:pt x="36" y="1"/>
                    </a:lnTo>
                    <a:lnTo>
                      <a:pt x="35" y="1"/>
                    </a:lnTo>
                    <a:lnTo>
                      <a:pt x="35" y="0"/>
                    </a:lnTo>
                    <a:lnTo>
                      <a:pt x="34" y="0"/>
                    </a:lnTo>
                    <a:lnTo>
                      <a:pt x="33" y="0"/>
                    </a:lnTo>
                    <a:lnTo>
                      <a:pt x="31" y="0"/>
                    </a:lnTo>
                    <a:lnTo>
                      <a:pt x="30" y="0"/>
                    </a:lnTo>
                    <a:lnTo>
                      <a:pt x="29" y="0"/>
                    </a:lnTo>
                    <a:lnTo>
                      <a:pt x="28" y="0"/>
                    </a:lnTo>
                    <a:lnTo>
                      <a:pt x="27" y="0"/>
                    </a:lnTo>
                    <a:lnTo>
                      <a:pt x="26" y="0"/>
                    </a:lnTo>
                    <a:lnTo>
                      <a:pt x="25" y="0"/>
                    </a:lnTo>
                    <a:lnTo>
                      <a:pt x="24" y="0"/>
                    </a:lnTo>
                    <a:lnTo>
                      <a:pt x="23" y="0"/>
                    </a:lnTo>
                    <a:lnTo>
                      <a:pt x="22" y="1"/>
                    </a:lnTo>
                    <a:lnTo>
                      <a:pt x="20" y="1"/>
                    </a:lnTo>
                    <a:lnTo>
                      <a:pt x="20" y="2"/>
                    </a:lnTo>
                    <a:lnTo>
                      <a:pt x="18" y="2"/>
                    </a:lnTo>
                    <a:lnTo>
                      <a:pt x="18" y="3"/>
                    </a:lnTo>
                    <a:lnTo>
                      <a:pt x="18" y="4"/>
                    </a:lnTo>
                    <a:lnTo>
                      <a:pt x="0" y="53"/>
                    </a:lnTo>
                    <a:lnTo>
                      <a:pt x="33" y="66"/>
                    </a:lnTo>
                    <a:lnTo>
                      <a:pt x="52" y="16"/>
                    </a:lnTo>
                    <a:lnTo>
                      <a:pt x="49" y="15"/>
                    </a:lnTo>
                  </a:path>
                </a:pathLst>
              </a:custGeom>
              <a:solidFill>
                <a:srgbClr val="FFFFFF"/>
              </a:solidFill>
              <a:ln w="12700">
                <a:noFill/>
              </a:ln>
            </p:spPr>
            <p:txBody>
              <a:bodyPr/>
              <a:lstStyle/>
              <a:p>
                <a:endParaRPr lang="zh-CN" altLang="en-US"/>
              </a:p>
            </p:txBody>
          </p:sp>
          <p:sp>
            <p:nvSpPr>
              <p:cNvPr id="32044" name="Freeform 301"/>
              <p:cNvSpPr/>
              <p:nvPr/>
            </p:nvSpPr>
            <p:spPr>
              <a:xfrm>
                <a:off x="4167" y="1850"/>
                <a:ext cx="53" cy="67"/>
              </a:xfrm>
              <a:custGeom>
                <a:avLst/>
                <a:gdLst/>
                <a:ahLst/>
                <a:cxnLst>
                  <a:cxn ang="0">
                    <a:pos x="49" y="15"/>
                  </a:cxn>
                  <a:cxn ang="0">
                    <a:pos x="49" y="12"/>
                  </a:cxn>
                  <a:cxn ang="0">
                    <a:pos x="47" y="8"/>
                  </a:cxn>
                  <a:cxn ang="0">
                    <a:pos x="43" y="4"/>
                  </a:cxn>
                  <a:cxn ang="0">
                    <a:pos x="37" y="1"/>
                  </a:cxn>
                  <a:cxn ang="0">
                    <a:pos x="30" y="0"/>
                  </a:cxn>
                  <a:cxn ang="0">
                    <a:pos x="24" y="0"/>
                  </a:cxn>
                  <a:cxn ang="0">
                    <a:pos x="20" y="1"/>
                  </a:cxn>
                  <a:cxn ang="0">
                    <a:pos x="18" y="4"/>
                  </a:cxn>
                  <a:cxn ang="0">
                    <a:pos x="0" y="53"/>
                  </a:cxn>
                  <a:cxn ang="0">
                    <a:pos x="33" y="66"/>
                  </a:cxn>
                  <a:cxn ang="0">
                    <a:pos x="52" y="16"/>
                  </a:cxn>
                  <a:cxn ang="0">
                    <a:pos x="49" y="15"/>
                  </a:cxn>
                </a:cxnLst>
                <a:rect l="0" t="0" r="0" b="0"/>
                <a:pathLst>
                  <a:path w="53" h="67">
                    <a:moveTo>
                      <a:pt x="49" y="15"/>
                    </a:moveTo>
                    <a:lnTo>
                      <a:pt x="49" y="12"/>
                    </a:lnTo>
                    <a:lnTo>
                      <a:pt x="47" y="8"/>
                    </a:lnTo>
                    <a:lnTo>
                      <a:pt x="43" y="4"/>
                    </a:lnTo>
                    <a:lnTo>
                      <a:pt x="37" y="1"/>
                    </a:lnTo>
                    <a:lnTo>
                      <a:pt x="30" y="0"/>
                    </a:lnTo>
                    <a:lnTo>
                      <a:pt x="24" y="0"/>
                    </a:lnTo>
                    <a:lnTo>
                      <a:pt x="20" y="1"/>
                    </a:lnTo>
                    <a:lnTo>
                      <a:pt x="18" y="4"/>
                    </a:lnTo>
                    <a:lnTo>
                      <a:pt x="0" y="53"/>
                    </a:lnTo>
                    <a:lnTo>
                      <a:pt x="33" y="66"/>
                    </a:lnTo>
                    <a:lnTo>
                      <a:pt x="52" y="16"/>
                    </a:lnTo>
                    <a:lnTo>
                      <a:pt x="49" y="1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45" name="Freeform 302"/>
              <p:cNvSpPr/>
              <p:nvPr/>
            </p:nvSpPr>
            <p:spPr>
              <a:xfrm>
                <a:off x="4167" y="1900"/>
                <a:ext cx="33" cy="23"/>
              </a:xfrm>
              <a:custGeom>
                <a:avLst/>
                <a:gdLst/>
                <a:ahLst/>
                <a:cxnLst>
                  <a:cxn ang="0">
                    <a:pos x="20" y="2"/>
                  </a:cxn>
                  <a:cxn ang="0">
                    <a:pos x="22" y="2"/>
                  </a:cxn>
                  <a:cxn ang="0">
                    <a:pos x="23" y="4"/>
                  </a:cxn>
                  <a:cxn ang="0">
                    <a:pos x="25" y="4"/>
                  </a:cxn>
                  <a:cxn ang="0">
                    <a:pos x="28" y="6"/>
                  </a:cxn>
                  <a:cxn ang="0">
                    <a:pos x="30" y="8"/>
                  </a:cxn>
                  <a:cxn ang="0">
                    <a:pos x="30" y="11"/>
                  </a:cxn>
                  <a:cxn ang="0">
                    <a:pos x="30" y="13"/>
                  </a:cxn>
                  <a:cxn ang="0">
                    <a:pos x="32" y="14"/>
                  </a:cxn>
                  <a:cxn ang="0">
                    <a:pos x="30" y="15"/>
                  </a:cxn>
                  <a:cxn ang="0">
                    <a:pos x="30" y="18"/>
                  </a:cxn>
                  <a:cxn ang="0">
                    <a:pos x="26" y="20"/>
                  </a:cxn>
                  <a:cxn ang="0">
                    <a:pos x="25" y="21"/>
                  </a:cxn>
                  <a:cxn ang="0">
                    <a:pos x="23" y="22"/>
                  </a:cxn>
                  <a:cxn ang="0">
                    <a:pos x="21" y="22"/>
                  </a:cxn>
                  <a:cxn ang="0">
                    <a:pos x="18" y="22"/>
                  </a:cxn>
                  <a:cxn ang="0">
                    <a:pos x="15" y="21"/>
                  </a:cxn>
                  <a:cxn ang="0">
                    <a:pos x="14" y="20"/>
                  </a:cxn>
                  <a:cxn ang="0">
                    <a:pos x="11" y="20"/>
                  </a:cxn>
                  <a:cxn ang="0">
                    <a:pos x="10" y="18"/>
                  </a:cxn>
                  <a:cxn ang="0">
                    <a:pos x="6" y="18"/>
                  </a:cxn>
                  <a:cxn ang="0">
                    <a:pos x="5" y="16"/>
                  </a:cxn>
                  <a:cxn ang="0">
                    <a:pos x="4" y="15"/>
                  </a:cxn>
                  <a:cxn ang="0">
                    <a:pos x="2" y="14"/>
                  </a:cxn>
                  <a:cxn ang="0">
                    <a:pos x="2" y="12"/>
                  </a:cxn>
                  <a:cxn ang="0">
                    <a:pos x="0" y="11"/>
                  </a:cxn>
                  <a:cxn ang="0">
                    <a:pos x="0" y="8"/>
                  </a:cxn>
                  <a:cxn ang="0">
                    <a:pos x="0" y="4"/>
                  </a:cxn>
                  <a:cxn ang="0">
                    <a:pos x="2" y="2"/>
                  </a:cxn>
                  <a:cxn ang="0">
                    <a:pos x="4" y="1"/>
                  </a:cxn>
                  <a:cxn ang="0">
                    <a:pos x="5" y="0"/>
                  </a:cxn>
                  <a:cxn ang="0">
                    <a:pos x="8" y="0"/>
                  </a:cxn>
                  <a:cxn ang="0">
                    <a:pos x="11" y="0"/>
                  </a:cxn>
                  <a:cxn ang="0">
                    <a:pos x="13" y="0"/>
                  </a:cxn>
                  <a:cxn ang="0">
                    <a:pos x="15" y="0"/>
                  </a:cxn>
                  <a:cxn ang="0">
                    <a:pos x="18" y="1"/>
                  </a:cxn>
                </a:cxnLst>
                <a:rect l="0" t="0" r="0" b="0"/>
                <a:pathLst>
                  <a:path w="33" h="23">
                    <a:moveTo>
                      <a:pt x="18" y="2"/>
                    </a:moveTo>
                    <a:lnTo>
                      <a:pt x="20" y="2"/>
                    </a:lnTo>
                    <a:lnTo>
                      <a:pt x="21" y="2"/>
                    </a:lnTo>
                    <a:lnTo>
                      <a:pt x="22" y="2"/>
                    </a:lnTo>
                    <a:lnTo>
                      <a:pt x="22" y="3"/>
                    </a:lnTo>
                    <a:lnTo>
                      <a:pt x="23" y="4"/>
                    </a:lnTo>
                    <a:lnTo>
                      <a:pt x="24" y="4"/>
                    </a:lnTo>
                    <a:lnTo>
                      <a:pt x="25" y="4"/>
                    </a:lnTo>
                    <a:lnTo>
                      <a:pt x="26" y="6"/>
                    </a:lnTo>
                    <a:lnTo>
                      <a:pt x="28" y="6"/>
                    </a:lnTo>
                    <a:lnTo>
                      <a:pt x="28" y="8"/>
                    </a:lnTo>
                    <a:lnTo>
                      <a:pt x="30" y="8"/>
                    </a:lnTo>
                    <a:lnTo>
                      <a:pt x="30" y="10"/>
                    </a:lnTo>
                    <a:lnTo>
                      <a:pt x="30" y="11"/>
                    </a:lnTo>
                    <a:lnTo>
                      <a:pt x="30" y="12"/>
                    </a:lnTo>
                    <a:lnTo>
                      <a:pt x="30" y="13"/>
                    </a:lnTo>
                    <a:lnTo>
                      <a:pt x="32" y="13"/>
                    </a:lnTo>
                    <a:lnTo>
                      <a:pt x="32" y="14"/>
                    </a:lnTo>
                    <a:lnTo>
                      <a:pt x="32" y="15"/>
                    </a:lnTo>
                    <a:lnTo>
                      <a:pt x="30" y="15"/>
                    </a:lnTo>
                    <a:lnTo>
                      <a:pt x="30" y="16"/>
                    </a:lnTo>
                    <a:lnTo>
                      <a:pt x="30" y="18"/>
                    </a:lnTo>
                    <a:lnTo>
                      <a:pt x="28" y="20"/>
                    </a:lnTo>
                    <a:lnTo>
                      <a:pt x="26" y="20"/>
                    </a:lnTo>
                    <a:lnTo>
                      <a:pt x="26" y="21"/>
                    </a:lnTo>
                    <a:lnTo>
                      <a:pt x="25" y="21"/>
                    </a:lnTo>
                    <a:lnTo>
                      <a:pt x="24" y="21"/>
                    </a:lnTo>
                    <a:lnTo>
                      <a:pt x="23" y="22"/>
                    </a:lnTo>
                    <a:lnTo>
                      <a:pt x="22" y="22"/>
                    </a:lnTo>
                    <a:lnTo>
                      <a:pt x="21" y="22"/>
                    </a:lnTo>
                    <a:lnTo>
                      <a:pt x="20" y="22"/>
                    </a:lnTo>
                    <a:lnTo>
                      <a:pt x="18" y="22"/>
                    </a:lnTo>
                    <a:lnTo>
                      <a:pt x="16" y="21"/>
                    </a:lnTo>
                    <a:lnTo>
                      <a:pt x="15" y="21"/>
                    </a:lnTo>
                    <a:lnTo>
                      <a:pt x="14" y="21"/>
                    </a:lnTo>
                    <a:lnTo>
                      <a:pt x="14" y="20"/>
                    </a:lnTo>
                    <a:lnTo>
                      <a:pt x="12" y="20"/>
                    </a:lnTo>
                    <a:lnTo>
                      <a:pt x="11" y="20"/>
                    </a:lnTo>
                    <a:lnTo>
                      <a:pt x="10" y="20"/>
                    </a:lnTo>
                    <a:lnTo>
                      <a:pt x="10" y="18"/>
                    </a:lnTo>
                    <a:lnTo>
                      <a:pt x="8" y="18"/>
                    </a:lnTo>
                    <a:lnTo>
                      <a:pt x="6" y="18"/>
                    </a:lnTo>
                    <a:lnTo>
                      <a:pt x="6" y="16"/>
                    </a:lnTo>
                    <a:lnTo>
                      <a:pt x="5" y="16"/>
                    </a:lnTo>
                    <a:lnTo>
                      <a:pt x="4" y="16"/>
                    </a:lnTo>
                    <a:lnTo>
                      <a:pt x="4" y="15"/>
                    </a:lnTo>
                    <a:lnTo>
                      <a:pt x="3" y="14"/>
                    </a:lnTo>
                    <a:lnTo>
                      <a:pt x="2" y="14"/>
                    </a:lnTo>
                    <a:lnTo>
                      <a:pt x="2" y="13"/>
                    </a:lnTo>
                    <a:lnTo>
                      <a:pt x="2" y="12"/>
                    </a:lnTo>
                    <a:lnTo>
                      <a:pt x="1" y="12"/>
                    </a:lnTo>
                    <a:lnTo>
                      <a:pt x="0" y="11"/>
                    </a:lnTo>
                    <a:lnTo>
                      <a:pt x="0" y="10"/>
                    </a:lnTo>
                    <a:lnTo>
                      <a:pt x="0" y="8"/>
                    </a:lnTo>
                    <a:lnTo>
                      <a:pt x="0" y="6"/>
                    </a:lnTo>
                    <a:lnTo>
                      <a:pt x="0" y="4"/>
                    </a:lnTo>
                    <a:lnTo>
                      <a:pt x="1" y="3"/>
                    </a:lnTo>
                    <a:lnTo>
                      <a:pt x="2" y="2"/>
                    </a:lnTo>
                    <a:lnTo>
                      <a:pt x="3" y="1"/>
                    </a:lnTo>
                    <a:lnTo>
                      <a:pt x="4" y="1"/>
                    </a:lnTo>
                    <a:lnTo>
                      <a:pt x="4" y="0"/>
                    </a:lnTo>
                    <a:lnTo>
                      <a:pt x="5" y="0"/>
                    </a:lnTo>
                    <a:lnTo>
                      <a:pt x="6" y="0"/>
                    </a:lnTo>
                    <a:lnTo>
                      <a:pt x="8" y="0"/>
                    </a:lnTo>
                    <a:lnTo>
                      <a:pt x="10" y="0"/>
                    </a:lnTo>
                    <a:lnTo>
                      <a:pt x="11" y="0"/>
                    </a:lnTo>
                    <a:lnTo>
                      <a:pt x="12" y="0"/>
                    </a:lnTo>
                    <a:lnTo>
                      <a:pt x="13" y="0"/>
                    </a:lnTo>
                    <a:lnTo>
                      <a:pt x="14" y="0"/>
                    </a:lnTo>
                    <a:lnTo>
                      <a:pt x="15" y="0"/>
                    </a:lnTo>
                    <a:lnTo>
                      <a:pt x="16" y="1"/>
                    </a:lnTo>
                    <a:lnTo>
                      <a:pt x="18" y="1"/>
                    </a:lnTo>
                    <a:lnTo>
                      <a:pt x="18" y="2"/>
                    </a:lnTo>
                  </a:path>
                </a:pathLst>
              </a:custGeom>
              <a:solidFill>
                <a:srgbClr val="FFFFFF"/>
              </a:solidFill>
              <a:ln w="12700">
                <a:noFill/>
              </a:ln>
            </p:spPr>
            <p:txBody>
              <a:bodyPr/>
              <a:lstStyle/>
              <a:p>
                <a:endParaRPr lang="zh-CN" altLang="en-US"/>
              </a:p>
            </p:txBody>
          </p:sp>
          <p:sp>
            <p:nvSpPr>
              <p:cNvPr id="32046" name="Freeform 303"/>
              <p:cNvSpPr/>
              <p:nvPr/>
            </p:nvSpPr>
            <p:spPr>
              <a:xfrm>
                <a:off x="4166" y="1900"/>
                <a:ext cx="32" cy="23"/>
              </a:xfrm>
              <a:custGeom>
                <a:avLst/>
                <a:gdLst/>
                <a:ahLst/>
                <a:cxnLst>
                  <a:cxn ang="0">
                    <a:pos x="18" y="2"/>
                  </a:cxn>
                  <a:cxn ang="0">
                    <a:pos x="24" y="4"/>
                  </a:cxn>
                  <a:cxn ang="0">
                    <a:pos x="28" y="8"/>
                  </a:cxn>
                  <a:cxn ang="0">
                    <a:pos x="31" y="12"/>
                  </a:cxn>
                  <a:cxn ang="0">
                    <a:pos x="31" y="16"/>
                  </a:cxn>
                  <a:cxn ang="0">
                    <a:pos x="28" y="20"/>
                  </a:cxn>
                  <a:cxn ang="0">
                    <a:pos x="23" y="21"/>
                  </a:cxn>
                  <a:cxn ang="0">
                    <a:pos x="17" y="22"/>
                  </a:cxn>
                  <a:cxn ang="0">
                    <a:pos x="11" y="20"/>
                  </a:cxn>
                  <a:cxn ang="0">
                    <a:pos x="5" y="16"/>
                  </a:cxn>
                  <a:cxn ang="0">
                    <a:pos x="1" y="13"/>
                  </a:cxn>
                  <a:cxn ang="0">
                    <a:pos x="0" y="8"/>
                  </a:cxn>
                  <a:cxn ang="0">
                    <a:pos x="0" y="6"/>
                  </a:cxn>
                  <a:cxn ang="0">
                    <a:pos x="2" y="2"/>
                  </a:cxn>
                  <a:cxn ang="0">
                    <a:pos x="6" y="0"/>
                  </a:cxn>
                  <a:cxn ang="0">
                    <a:pos x="12" y="0"/>
                  </a:cxn>
                  <a:cxn ang="0">
                    <a:pos x="18" y="2"/>
                  </a:cxn>
                </a:cxnLst>
                <a:rect l="0" t="0" r="0" b="0"/>
                <a:pathLst>
                  <a:path w="32" h="23">
                    <a:moveTo>
                      <a:pt x="18" y="2"/>
                    </a:moveTo>
                    <a:lnTo>
                      <a:pt x="24" y="4"/>
                    </a:lnTo>
                    <a:lnTo>
                      <a:pt x="28" y="8"/>
                    </a:lnTo>
                    <a:lnTo>
                      <a:pt x="31" y="12"/>
                    </a:lnTo>
                    <a:lnTo>
                      <a:pt x="31" y="16"/>
                    </a:lnTo>
                    <a:lnTo>
                      <a:pt x="28" y="20"/>
                    </a:lnTo>
                    <a:lnTo>
                      <a:pt x="23" y="21"/>
                    </a:lnTo>
                    <a:lnTo>
                      <a:pt x="17" y="22"/>
                    </a:lnTo>
                    <a:lnTo>
                      <a:pt x="11" y="20"/>
                    </a:lnTo>
                    <a:lnTo>
                      <a:pt x="5" y="16"/>
                    </a:lnTo>
                    <a:lnTo>
                      <a:pt x="1" y="13"/>
                    </a:lnTo>
                    <a:lnTo>
                      <a:pt x="0" y="8"/>
                    </a:lnTo>
                    <a:lnTo>
                      <a:pt x="0" y="6"/>
                    </a:lnTo>
                    <a:lnTo>
                      <a:pt x="2" y="2"/>
                    </a:lnTo>
                    <a:lnTo>
                      <a:pt x="6" y="0"/>
                    </a:lnTo>
                    <a:lnTo>
                      <a:pt x="12" y="0"/>
                    </a:lnTo>
                    <a:lnTo>
                      <a:pt x="18" y="2"/>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47" name="Freeform 304"/>
              <p:cNvSpPr/>
              <p:nvPr/>
            </p:nvSpPr>
            <p:spPr>
              <a:xfrm>
                <a:off x="4200" y="1847"/>
                <a:ext cx="90" cy="55"/>
              </a:xfrm>
              <a:custGeom>
                <a:avLst/>
                <a:gdLst/>
                <a:ahLst/>
                <a:cxnLst>
                  <a:cxn ang="0">
                    <a:pos x="61" y="0"/>
                  </a:cxn>
                  <a:cxn ang="0">
                    <a:pos x="89" y="30"/>
                  </a:cxn>
                  <a:cxn ang="0">
                    <a:pos x="38" y="54"/>
                  </a:cxn>
                  <a:cxn ang="0">
                    <a:pos x="0" y="44"/>
                  </a:cxn>
                  <a:cxn ang="0">
                    <a:pos x="9" y="15"/>
                  </a:cxn>
                  <a:cxn ang="0">
                    <a:pos x="61" y="0"/>
                  </a:cxn>
                </a:cxnLst>
                <a:rect l="0" t="0" r="0" b="0"/>
                <a:pathLst>
                  <a:path w="90" h="55">
                    <a:moveTo>
                      <a:pt x="61" y="0"/>
                    </a:moveTo>
                    <a:lnTo>
                      <a:pt x="89" y="30"/>
                    </a:lnTo>
                    <a:lnTo>
                      <a:pt x="38" y="54"/>
                    </a:lnTo>
                    <a:lnTo>
                      <a:pt x="0" y="44"/>
                    </a:lnTo>
                    <a:lnTo>
                      <a:pt x="9" y="15"/>
                    </a:lnTo>
                    <a:lnTo>
                      <a:pt x="61" y="0"/>
                    </a:lnTo>
                  </a:path>
                </a:pathLst>
              </a:custGeom>
              <a:solidFill>
                <a:srgbClr val="FFFFFF"/>
              </a:solidFill>
              <a:ln w="12700">
                <a:noFill/>
              </a:ln>
            </p:spPr>
            <p:txBody>
              <a:bodyPr/>
              <a:lstStyle/>
              <a:p>
                <a:endParaRPr lang="zh-CN" altLang="en-US"/>
              </a:p>
            </p:txBody>
          </p:sp>
          <p:sp>
            <p:nvSpPr>
              <p:cNvPr id="32048" name="Freeform 305"/>
              <p:cNvSpPr/>
              <p:nvPr/>
            </p:nvSpPr>
            <p:spPr>
              <a:xfrm>
                <a:off x="4200" y="1847"/>
                <a:ext cx="90" cy="55"/>
              </a:xfrm>
              <a:custGeom>
                <a:avLst/>
                <a:gdLst/>
                <a:ahLst/>
                <a:cxnLst>
                  <a:cxn ang="0">
                    <a:pos x="61" y="0"/>
                  </a:cxn>
                  <a:cxn ang="0">
                    <a:pos x="89" y="30"/>
                  </a:cxn>
                  <a:cxn ang="0">
                    <a:pos x="38" y="54"/>
                  </a:cxn>
                  <a:cxn ang="0">
                    <a:pos x="0" y="44"/>
                  </a:cxn>
                  <a:cxn ang="0">
                    <a:pos x="9" y="15"/>
                  </a:cxn>
                  <a:cxn ang="0">
                    <a:pos x="61" y="0"/>
                  </a:cxn>
                </a:cxnLst>
                <a:rect l="0" t="0" r="0" b="0"/>
                <a:pathLst>
                  <a:path w="90" h="55">
                    <a:moveTo>
                      <a:pt x="61" y="0"/>
                    </a:moveTo>
                    <a:lnTo>
                      <a:pt x="89" y="30"/>
                    </a:lnTo>
                    <a:lnTo>
                      <a:pt x="38" y="54"/>
                    </a:lnTo>
                    <a:lnTo>
                      <a:pt x="0" y="44"/>
                    </a:lnTo>
                    <a:lnTo>
                      <a:pt x="9" y="15"/>
                    </a:lnTo>
                    <a:lnTo>
                      <a:pt x="6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49" name="Freeform 306"/>
              <p:cNvSpPr/>
              <p:nvPr/>
            </p:nvSpPr>
            <p:spPr>
              <a:xfrm>
                <a:off x="3590" y="2928"/>
                <a:ext cx="89" cy="54"/>
              </a:xfrm>
              <a:custGeom>
                <a:avLst/>
                <a:gdLst/>
                <a:ahLst/>
                <a:cxnLst>
                  <a:cxn ang="0">
                    <a:pos x="61" y="0"/>
                  </a:cxn>
                  <a:cxn ang="0">
                    <a:pos x="88" y="30"/>
                  </a:cxn>
                  <a:cxn ang="0">
                    <a:pos x="37" y="53"/>
                  </a:cxn>
                  <a:cxn ang="0">
                    <a:pos x="0" y="43"/>
                  </a:cxn>
                  <a:cxn ang="0">
                    <a:pos x="9" y="16"/>
                  </a:cxn>
                  <a:cxn ang="0">
                    <a:pos x="61" y="0"/>
                  </a:cxn>
                </a:cxnLst>
                <a:rect l="0" t="0" r="0" b="0"/>
                <a:pathLst>
                  <a:path w="89" h="54">
                    <a:moveTo>
                      <a:pt x="61" y="0"/>
                    </a:moveTo>
                    <a:lnTo>
                      <a:pt x="88" y="30"/>
                    </a:lnTo>
                    <a:lnTo>
                      <a:pt x="37" y="53"/>
                    </a:lnTo>
                    <a:lnTo>
                      <a:pt x="0" y="43"/>
                    </a:lnTo>
                    <a:lnTo>
                      <a:pt x="9" y="16"/>
                    </a:lnTo>
                    <a:lnTo>
                      <a:pt x="61" y="0"/>
                    </a:lnTo>
                  </a:path>
                </a:pathLst>
              </a:custGeom>
              <a:solidFill>
                <a:srgbClr val="FFFFFF"/>
              </a:solidFill>
              <a:ln w="12700">
                <a:noFill/>
              </a:ln>
            </p:spPr>
            <p:txBody>
              <a:bodyPr/>
              <a:lstStyle/>
              <a:p>
                <a:endParaRPr lang="zh-CN" altLang="en-US"/>
              </a:p>
            </p:txBody>
          </p:sp>
          <p:sp>
            <p:nvSpPr>
              <p:cNvPr id="32050" name="Freeform 307"/>
              <p:cNvSpPr/>
              <p:nvPr/>
            </p:nvSpPr>
            <p:spPr>
              <a:xfrm>
                <a:off x="3590" y="2928"/>
                <a:ext cx="89" cy="54"/>
              </a:xfrm>
              <a:custGeom>
                <a:avLst/>
                <a:gdLst/>
                <a:ahLst/>
                <a:cxnLst>
                  <a:cxn ang="0">
                    <a:pos x="61" y="0"/>
                  </a:cxn>
                  <a:cxn ang="0">
                    <a:pos x="88" y="30"/>
                  </a:cxn>
                  <a:cxn ang="0">
                    <a:pos x="37" y="53"/>
                  </a:cxn>
                  <a:cxn ang="0">
                    <a:pos x="0" y="43"/>
                  </a:cxn>
                  <a:cxn ang="0">
                    <a:pos x="9" y="16"/>
                  </a:cxn>
                  <a:cxn ang="0">
                    <a:pos x="61" y="0"/>
                  </a:cxn>
                </a:cxnLst>
                <a:rect l="0" t="0" r="0" b="0"/>
                <a:pathLst>
                  <a:path w="89" h="54">
                    <a:moveTo>
                      <a:pt x="61" y="0"/>
                    </a:moveTo>
                    <a:lnTo>
                      <a:pt x="88" y="30"/>
                    </a:lnTo>
                    <a:lnTo>
                      <a:pt x="37" y="53"/>
                    </a:lnTo>
                    <a:lnTo>
                      <a:pt x="0" y="43"/>
                    </a:lnTo>
                    <a:lnTo>
                      <a:pt x="9" y="16"/>
                    </a:lnTo>
                    <a:lnTo>
                      <a:pt x="6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51" name="Freeform 308"/>
              <p:cNvSpPr/>
              <p:nvPr/>
            </p:nvSpPr>
            <p:spPr>
              <a:xfrm>
                <a:off x="3469" y="2963"/>
                <a:ext cx="90" cy="55"/>
              </a:xfrm>
              <a:custGeom>
                <a:avLst/>
                <a:gdLst/>
                <a:ahLst/>
                <a:cxnLst>
                  <a:cxn ang="0">
                    <a:pos x="27" y="54"/>
                  </a:cxn>
                  <a:cxn ang="0">
                    <a:pos x="0" y="22"/>
                  </a:cxn>
                  <a:cxn ang="0">
                    <a:pos x="50" y="0"/>
                  </a:cxn>
                  <a:cxn ang="0">
                    <a:pos x="89" y="9"/>
                  </a:cxn>
                  <a:cxn ang="0">
                    <a:pos x="78" y="36"/>
                  </a:cxn>
                  <a:cxn ang="0">
                    <a:pos x="27" y="54"/>
                  </a:cxn>
                </a:cxnLst>
                <a:rect l="0" t="0" r="0" b="0"/>
                <a:pathLst>
                  <a:path w="90" h="55">
                    <a:moveTo>
                      <a:pt x="27" y="54"/>
                    </a:moveTo>
                    <a:lnTo>
                      <a:pt x="0" y="22"/>
                    </a:lnTo>
                    <a:lnTo>
                      <a:pt x="50" y="0"/>
                    </a:lnTo>
                    <a:lnTo>
                      <a:pt x="89" y="9"/>
                    </a:lnTo>
                    <a:lnTo>
                      <a:pt x="78" y="36"/>
                    </a:lnTo>
                    <a:lnTo>
                      <a:pt x="27" y="54"/>
                    </a:lnTo>
                  </a:path>
                </a:pathLst>
              </a:custGeom>
              <a:solidFill>
                <a:srgbClr val="FFFFFF"/>
              </a:solidFill>
              <a:ln w="12700">
                <a:noFill/>
              </a:ln>
            </p:spPr>
            <p:txBody>
              <a:bodyPr/>
              <a:lstStyle/>
              <a:p>
                <a:endParaRPr lang="zh-CN" altLang="en-US"/>
              </a:p>
            </p:txBody>
          </p:sp>
          <p:sp>
            <p:nvSpPr>
              <p:cNvPr id="32052" name="Freeform 309"/>
              <p:cNvSpPr/>
              <p:nvPr/>
            </p:nvSpPr>
            <p:spPr>
              <a:xfrm>
                <a:off x="3469" y="2963"/>
                <a:ext cx="90" cy="55"/>
              </a:xfrm>
              <a:custGeom>
                <a:avLst/>
                <a:gdLst/>
                <a:ahLst/>
                <a:cxnLst>
                  <a:cxn ang="0">
                    <a:pos x="27" y="54"/>
                  </a:cxn>
                  <a:cxn ang="0">
                    <a:pos x="0" y="22"/>
                  </a:cxn>
                  <a:cxn ang="0">
                    <a:pos x="50" y="0"/>
                  </a:cxn>
                  <a:cxn ang="0">
                    <a:pos x="89" y="9"/>
                  </a:cxn>
                  <a:cxn ang="0">
                    <a:pos x="78" y="36"/>
                  </a:cxn>
                  <a:cxn ang="0">
                    <a:pos x="27" y="54"/>
                  </a:cxn>
                </a:cxnLst>
                <a:rect l="0" t="0" r="0" b="0"/>
                <a:pathLst>
                  <a:path w="90" h="55">
                    <a:moveTo>
                      <a:pt x="27" y="54"/>
                    </a:moveTo>
                    <a:lnTo>
                      <a:pt x="0" y="22"/>
                    </a:lnTo>
                    <a:lnTo>
                      <a:pt x="50" y="0"/>
                    </a:lnTo>
                    <a:lnTo>
                      <a:pt x="89" y="9"/>
                    </a:lnTo>
                    <a:lnTo>
                      <a:pt x="78" y="36"/>
                    </a:lnTo>
                    <a:lnTo>
                      <a:pt x="27"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53" name="Freeform 310"/>
              <p:cNvSpPr/>
              <p:nvPr/>
            </p:nvSpPr>
            <p:spPr>
              <a:xfrm>
                <a:off x="3460" y="2984"/>
                <a:ext cx="90" cy="55"/>
              </a:xfrm>
              <a:custGeom>
                <a:avLst/>
                <a:gdLst/>
                <a:ahLst/>
                <a:cxnLst>
                  <a:cxn ang="0">
                    <a:pos x="26" y="54"/>
                  </a:cxn>
                  <a:cxn ang="0">
                    <a:pos x="0" y="22"/>
                  </a:cxn>
                  <a:cxn ang="0">
                    <a:pos x="50" y="0"/>
                  </a:cxn>
                  <a:cxn ang="0">
                    <a:pos x="89" y="8"/>
                  </a:cxn>
                  <a:cxn ang="0">
                    <a:pos x="78" y="36"/>
                  </a:cxn>
                  <a:cxn ang="0">
                    <a:pos x="26" y="54"/>
                  </a:cxn>
                </a:cxnLst>
                <a:rect l="0" t="0" r="0" b="0"/>
                <a:pathLst>
                  <a:path w="90" h="55">
                    <a:moveTo>
                      <a:pt x="26" y="54"/>
                    </a:moveTo>
                    <a:lnTo>
                      <a:pt x="0" y="22"/>
                    </a:lnTo>
                    <a:lnTo>
                      <a:pt x="50" y="0"/>
                    </a:lnTo>
                    <a:lnTo>
                      <a:pt x="89" y="8"/>
                    </a:lnTo>
                    <a:lnTo>
                      <a:pt x="78" y="36"/>
                    </a:lnTo>
                    <a:lnTo>
                      <a:pt x="26" y="54"/>
                    </a:lnTo>
                  </a:path>
                </a:pathLst>
              </a:custGeom>
              <a:solidFill>
                <a:srgbClr val="FFFFFF"/>
              </a:solidFill>
              <a:ln w="12700">
                <a:noFill/>
              </a:ln>
            </p:spPr>
            <p:txBody>
              <a:bodyPr/>
              <a:lstStyle/>
              <a:p>
                <a:endParaRPr lang="zh-CN" altLang="en-US"/>
              </a:p>
            </p:txBody>
          </p:sp>
          <p:sp>
            <p:nvSpPr>
              <p:cNvPr id="32054" name="Freeform 311"/>
              <p:cNvSpPr/>
              <p:nvPr/>
            </p:nvSpPr>
            <p:spPr>
              <a:xfrm>
                <a:off x="3460" y="2984"/>
                <a:ext cx="90" cy="55"/>
              </a:xfrm>
              <a:custGeom>
                <a:avLst/>
                <a:gdLst/>
                <a:ahLst/>
                <a:cxnLst>
                  <a:cxn ang="0">
                    <a:pos x="26" y="54"/>
                  </a:cxn>
                  <a:cxn ang="0">
                    <a:pos x="0" y="22"/>
                  </a:cxn>
                  <a:cxn ang="0">
                    <a:pos x="50" y="0"/>
                  </a:cxn>
                  <a:cxn ang="0">
                    <a:pos x="89" y="8"/>
                  </a:cxn>
                  <a:cxn ang="0">
                    <a:pos x="78" y="36"/>
                  </a:cxn>
                  <a:cxn ang="0">
                    <a:pos x="26" y="54"/>
                  </a:cxn>
                </a:cxnLst>
                <a:rect l="0" t="0" r="0" b="0"/>
                <a:pathLst>
                  <a:path w="90" h="55">
                    <a:moveTo>
                      <a:pt x="26" y="54"/>
                    </a:moveTo>
                    <a:lnTo>
                      <a:pt x="0" y="22"/>
                    </a:lnTo>
                    <a:lnTo>
                      <a:pt x="50" y="0"/>
                    </a:lnTo>
                    <a:lnTo>
                      <a:pt x="89" y="8"/>
                    </a:lnTo>
                    <a:lnTo>
                      <a:pt x="78" y="36"/>
                    </a:lnTo>
                    <a:lnTo>
                      <a:pt x="26" y="5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55" name="Freeform 312"/>
              <p:cNvSpPr/>
              <p:nvPr/>
            </p:nvSpPr>
            <p:spPr>
              <a:xfrm>
                <a:off x="3547" y="2951"/>
                <a:ext cx="51" cy="67"/>
              </a:xfrm>
              <a:custGeom>
                <a:avLst/>
                <a:gdLst/>
                <a:ahLst/>
                <a:cxnLst>
                  <a:cxn ang="0">
                    <a:pos x="48" y="15"/>
                  </a:cxn>
                  <a:cxn ang="0">
                    <a:pos x="48" y="14"/>
                  </a:cxn>
                  <a:cxn ang="0">
                    <a:pos x="48" y="13"/>
                  </a:cxn>
                  <a:cxn ang="0">
                    <a:pos x="48" y="12"/>
                  </a:cxn>
                  <a:cxn ang="0">
                    <a:pos x="48" y="11"/>
                  </a:cxn>
                  <a:cxn ang="0">
                    <a:pos x="47" y="11"/>
                  </a:cxn>
                  <a:cxn ang="0">
                    <a:pos x="47" y="10"/>
                  </a:cxn>
                  <a:cxn ang="0">
                    <a:pos x="46" y="9"/>
                  </a:cxn>
                  <a:cxn ang="0">
                    <a:pos x="46" y="8"/>
                  </a:cxn>
                  <a:cxn ang="0">
                    <a:pos x="46" y="7"/>
                  </a:cxn>
                  <a:cxn ang="0">
                    <a:pos x="45" y="7"/>
                  </a:cxn>
                  <a:cxn ang="0">
                    <a:pos x="44" y="6"/>
                  </a:cxn>
                  <a:cxn ang="0">
                    <a:pos x="43" y="5"/>
                  </a:cxn>
                  <a:cxn ang="0">
                    <a:pos x="42" y="4"/>
                  </a:cxn>
                  <a:cxn ang="0">
                    <a:pos x="41" y="4"/>
                  </a:cxn>
                  <a:cxn ang="0">
                    <a:pos x="40" y="3"/>
                  </a:cxn>
                  <a:cxn ang="0">
                    <a:pos x="39" y="2"/>
                  </a:cxn>
                  <a:cxn ang="0">
                    <a:pos x="38" y="2"/>
                  </a:cxn>
                  <a:cxn ang="0">
                    <a:pos x="38" y="1"/>
                  </a:cxn>
                  <a:cxn ang="0">
                    <a:pos x="37" y="1"/>
                  </a:cxn>
                  <a:cxn ang="0">
                    <a:pos x="36" y="1"/>
                  </a:cxn>
                  <a:cxn ang="0">
                    <a:pos x="35" y="1"/>
                  </a:cxn>
                  <a:cxn ang="0">
                    <a:pos x="33" y="0"/>
                  </a:cxn>
                  <a:cxn ang="0">
                    <a:pos x="31" y="0"/>
                  </a:cxn>
                  <a:cxn ang="0">
                    <a:pos x="29" y="0"/>
                  </a:cxn>
                  <a:cxn ang="0">
                    <a:pos x="28" y="0"/>
                  </a:cxn>
                  <a:cxn ang="0">
                    <a:pos x="27" y="0"/>
                  </a:cxn>
                  <a:cxn ang="0">
                    <a:pos x="26" y="0"/>
                  </a:cxn>
                  <a:cxn ang="0">
                    <a:pos x="25" y="0"/>
                  </a:cxn>
                  <a:cxn ang="0">
                    <a:pos x="24" y="0"/>
                  </a:cxn>
                  <a:cxn ang="0">
                    <a:pos x="23" y="0"/>
                  </a:cxn>
                  <a:cxn ang="0">
                    <a:pos x="22" y="0"/>
                  </a:cxn>
                  <a:cxn ang="0">
                    <a:pos x="21" y="0"/>
                  </a:cxn>
                  <a:cxn ang="0">
                    <a:pos x="21" y="1"/>
                  </a:cxn>
                  <a:cxn ang="0">
                    <a:pos x="20" y="1"/>
                  </a:cxn>
                  <a:cxn ang="0">
                    <a:pos x="19" y="1"/>
                  </a:cxn>
                  <a:cxn ang="0">
                    <a:pos x="18" y="1"/>
                  </a:cxn>
                  <a:cxn ang="0">
                    <a:pos x="18" y="2"/>
                  </a:cxn>
                  <a:cxn ang="0">
                    <a:pos x="18" y="3"/>
                  </a:cxn>
                  <a:cxn ang="0">
                    <a:pos x="17" y="3"/>
                  </a:cxn>
                  <a:cxn ang="0">
                    <a:pos x="17" y="4"/>
                  </a:cxn>
                  <a:cxn ang="0">
                    <a:pos x="0" y="54"/>
                  </a:cxn>
                  <a:cxn ang="0">
                    <a:pos x="31" y="66"/>
                  </a:cxn>
                  <a:cxn ang="0">
                    <a:pos x="50" y="16"/>
                  </a:cxn>
                  <a:cxn ang="0">
                    <a:pos x="48" y="15"/>
                  </a:cxn>
                </a:cxnLst>
                <a:rect l="0" t="0" r="0" b="0"/>
                <a:pathLst>
                  <a:path w="51" h="67">
                    <a:moveTo>
                      <a:pt x="48" y="15"/>
                    </a:moveTo>
                    <a:lnTo>
                      <a:pt x="48" y="14"/>
                    </a:lnTo>
                    <a:lnTo>
                      <a:pt x="48" y="13"/>
                    </a:lnTo>
                    <a:lnTo>
                      <a:pt x="48" y="12"/>
                    </a:lnTo>
                    <a:lnTo>
                      <a:pt x="48" y="11"/>
                    </a:lnTo>
                    <a:lnTo>
                      <a:pt x="47" y="11"/>
                    </a:lnTo>
                    <a:lnTo>
                      <a:pt x="47" y="10"/>
                    </a:lnTo>
                    <a:lnTo>
                      <a:pt x="46" y="9"/>
                    </a:lnTo>
                    <a:lnTo>
                      <a:pt x="46" y="8"/>
                    </a:lnTo>
                    <a:lnTo>
                      <a:pt x="46" y="7"/>
                    </a:lnTo>
                    <a:lnTo>
                      <a:pt x="45" y="7"/>
                    </a:lnTo>
                    <a:lnTo>
                      <a:pt x="44" y="6"/>
                    </a:lnTo>
                    <a:lnTo>
                      <a:pt x="43" y="5"/>
                    </a:lnTo>
                    <a:lnTo>
                      <a:pt x="42" y="4"/>
                    </a:lnTo>
                    <a:lnTo>
                      <a:pt x="41" y="4"/>
                    </a:lnTo>
                    <a:lnTo>
                      <a:pt x="40" y="3"/>
                    </a:lnTo>
                    <a:lnTo>
                      <a:pt x="39" y="2"/>
                    </a:lnTo>
                    <a:lnTo>
                      <a:pt x="38" y="2"/>
                    </a:lnTo>
                    <a:lnTo>
                      <a:pt x="38" y="1"/>
                    </a:lnTo>
                    <a:lnTo>
                      <a:pt x="37" y="1"/>
                    </a:lnTo>
                    <a:lnTo>
                      <a:pt x="36" y="1"/>
                    </a:lnTo>
                    <a:lnTo>
                      <a:pt x="35" y="1"/>
                    </a:lnTo>
                    <a:lnTo>
                      <a:pt x="33" y="0"/>
                    </a:lnTo>
                    <a:lnTo>
                      <a:pt x="31" y="0"/>
                    </a:lnTo>
                    <a:lnTo>
                      <a:pt x="29" y="0"/>
                    </a:lnTo>
                    <a:lnTo>
                      <a:pt x="28" y="0"/>
                    </a:lnTo>
                    <a:lnTo>
                      <a:pt x="27" y="0"/>
                    </a:lnTo>
                    <a:lnTo>
                      <a:pt x="26" y="0"/>
                    </a:lnTo>
                    <a:lnTo>
                      <a:pt x="25" y="0"/>
                    </a:lnTo>
                    <a:lnTo>
                      <a:pt x="24" y="0"/>
                    </a:lnTo>
                    <a:lnTo>
                      <a:pt x="23" y="0"/>
                    </a:lnTo>
                    <a:lnTo>
                      <a:pt x="22" y="0"/>
                    </a:lnTo>
                    <a:lnTo>
                      <a:pt x="21" y="0"/>
                    </a:lnTo>
                    <a:lnTo>
                      <a:pt x="21" y="1"/>
                    </a:lnTo>
                    <a:lnTo>
                      <a:pt x="20" y="1"/>
                    </a:lnTo>
                    <a:lnTo>
                      <a:pt x="19" y="1"/>
                    </a:lnTo>
                    <a:lnTo>
                      <a:pt x="18" y="1"/>
                    </a:lnTo>
                    <a:lnTo>
                      <a:pt x="18" y="2"/>
                    </a:lnTo>
                    <a:lnTo>
                      <a:pt x="18" y="3"/>
                    </a:lnTo>
                    <a:lnTo>
                      <a:pt x="17" y="3"/>
                    </a:lnTo>
                    <a:lnTo>
                      <a:pt x="17" y="4"/>
                    </a:lnTo>
                    <a:lnTo>
                      <a:pt x="0" y="54"/>
                    </a:lnTo>
                    <a:lnTo>
                      <a:pt x="31" y="66"/>
                    </a:lnTo>
                    <a:lnTo>
                      <a:pt x="50" y="16"/>
                    </a:lnTo>
                    <a:lnTo>
                      <a:pt x="48" y="15"/>
                    </a:lnTo>
                  </a:path>
                </a:pathLst>
              </a:custGeom>
              <a:solidFill>
                <a:srgbClr val="FFFFFF"/>
              </a:solidFill>
              <a:ln w="12700">
                <a:noFill/>
              </a:ln>
            </p:spPr>
            <p:txBody>
              <a:bodyPr/>
              <a:lstStyle/>
              <a:p>
                <a:endParaRPr lang="zh-CN" altLang="en-US"/>
              </a:p>
            </p:txBody>
          </p:sp>
          <p:sp>
            <p:nvSpPr>
              <p:cNvPr id="32056" name="Freeform 313"/>
              <p:cNvSpPr/>
              <p:nvPr/>
            </p:nvSpPr>
            <p:spPr>
              <a:xfrm>
                <a:off x="3547" y="2951"/>
                <a:ext cx="51" cy="67"/>
              </a:xfrm>
              <a:custGeom>
                <a:avLst/>
                <a:gdLst/>
                <a:ahLst/>
                <a:cxnLst>
                  <a:cxn ang="0">
                    <a:pos x="48" y="15"/>
                  </a:cxn>
                  <a:cxn ang="0">
                    <a:pos x="48" y="11"/>
                  </a:cxn>
                  <a:cxn ang="0">
                    <a:pos x="45" y="7"/>
                  </a:cxn>
                  <a:cxn ang="0">
                    <a:pos x="40" y="3"/>
                  </a:cxn>
                  <a:cxn ang="0">
                    <a:pos x="35" y="1"/>
                  </a:cxn>
                  <a:cxn ang="0">
                    <a:pos x="29" y="0"/>
                  </a:cxn>
                  <a:cxn ang="0">
                    <a:pos x="24" y="0"/>
                  </a:cxn>
                  <a:cxn ang="0">
                    <a:pos x="19" y="1"/>
                  </a:cxn>
                  <a:cxn ang="0">
                    <a:pos x="17" y="4"/>
                  </a:cxn>
                  <a:cxn ang="0">
                    <a:pos x="0" y="54"/>
                  </a:cxn>
                  <a:cxn ang="0">
                    <a:pos x="31" y="66"/>
                  </a:cxn>
                  <a:cxn ang="0">
                    <a:pos x="50" y="16"/>
                  </a:cxn>
                  <a:cxn ang="0">
                    <a:pos x="48" y="15"/>
                  </a:cxn>
                </a:cxnLst>
                <a:rect l="0" t="0" r="0" b="0"/>
                <a:pathLst>
                  <a:path w="51" h="67">
                    <a:moveTo>
                      <a:pt x="48" y="15"/>
                    </a:moveTo>
                    <a:lnTo>
                      <a:pt x="48" y="11"/>
                    </a:lnTo>
                    <a:lnTo>
                      <a:pt x="45" y="7"/>
                    </a:lnTo>
                    <a:lnTo>
                      <a:pt x="40" y="3"/>
                    </a:lnTo>
                    <a:lnTo>
                      <a:pt x="35" y="1"/>
                    </a:lnTo>
                    <a:lnTo>
                      <a:pt x="29" y="0"/>
                    </a:lnTo>
                    <a:lnTo>
                      <a:pt x="24" y="0"/>
                    </a:lnTo>
                    <a:lnTo>
                      <a:pt x="19" y="1"/>
                    </a:lnTo>
                    <a:lnTo>
                      <a:pt x="17" y="4"/>
                    </a:lnTo>
                    <a:lnTo>
                      <a:pt x="0" y="54"/>
                    </a:lnTo>
                    <a:lnTo>
                      <a:pt x="31" y="66"/>
                    </a:lnTo>
                    <a:lnTo>
                      <a:pt x="50" y="16"/>
                    </a:lnTo>
                    <a:lnTo>
                      <a:pt x="48" y="1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57" name="Freeform 314"/>
              <p:cNvSpPr/>
              <p:nvPr/>
            </p:nvSpPr>
            <p:spPr>
              <a:xfrm>
                <a:off x="3548" y="3002"/>
                <a:ext cx="33" cy="22"/>
              </a:xfrm>
              <a:custGeom>
                <a:avLst/>
                <a:gdLst/>
                <a:ahLst/>
                <a:cxnLst>
                  <a:cxn ang="0">
                    <a:pos x="20" y="1"/>
                  </a:cxn>
                  <a:cxn ang="0">
                    <a:pos x="22" y="2"/>
                  </a:cxn>
                  <a:cxn ang="0">
                    <a:pos x="24" y="3"/>
                  </a:cxn>
                  <a:cxn ang="0">
                    <a:pos x="26" y="5"/>
                  </a:cxn>
                  <a:cxn ang="0">
                    <a:pos x="28" y="6"/>
                  </a:cxn>
                  <a:cxn ang="0">
                    <a:pos x="29" y="7"/>
                  </a:cxn>
                  <a:cxn ang="0">
                    <a:pos x="30" y="9"/>
                  </a:cxn>
                  <a:cxn ang="0">
                    <a:pos x="30" y="11"/>
                  </a:cxn>
                  <a:cxn ang="0">
                    <a:pos x="32" y="13"/>
                  </a:cxn>
                  <a:cxn ang="0">
                    <a:pos x="30" y="15"/>
                  </a:cxn>
                  <a:cxn ang="0">
                    <a:pos x="30" y="17"/>
                  </a:cxn>
                  <a:cxn ang="0">
                    <a:pos x="29" y="18"/>
                  </a:cxn>
                  <a:cxn ang="0">
                    <a:pos x="28" y="19"/>
                  </a:cxn>
                  <a:cxn ang="0">
                    <a:pos x="26" y="20"/>
                  </a:cxn>
                  <a:cxn ang="0">
                    <a:pos x="24" y="21"/>
                  </a:cxn>
                  <a:cxn ang="0">
                    <a:pos x="20" y="21"/>
                  </a:cxn>
                  <a:cxn ang="0">
                    <a:pos x="17" y="21"/>
                  </a:cxn>
                  <a:cxn ang="0">
                    <a:pos x="15" y="21"/>
                  </a:cxn>
                  <a:cxn ang="0">
                    <a:pos x="12" y="20"/>
                  </a:cxn>
                  <a:cxn ang="0">
                    <a:pos x="10" y="19"/>
                  </a:cxn>
                  <a:cxn ang="0">
                    <a:pos x="8" y="17"/>
                  </a:cxn>
                  <a:cxn ang="0">
                    <a:pos x="6" y="17"/>
                  </a:cxn>
                  <a:cxn ang="0">
                    <a:pos x="5" y="15"/>
                  </a:cxn>
                  <a:cxn ang="0">
                    <a:pos x="4" y="14"/>
                  </a:cxn>
                  <a:cxn ang="0">
                    <a:pos x="2" y="13"/>
                  </a:cxn>
                  <a:cxn ang="0">
                    <a:pos x="0" y="11"/>
                  </a:cxn>
                  <a:cxn ang="0">
                    <a:pos x="0" y="9"/>
                  </a:cxn>
                  <a:cxn ang="0">
                    <a:pos x="0" y="7"/>
                  </a:cxn>
                  <a:cxn ang="0">
                    <a:pos x="0" y="5"/>
                  </a:cxn>
                  <a:cxn ang="0">
                    <a:pos x="0" y="3"/>
                  </a:cxn>
                  <a:cxn ang="0">
                    <a:pos x="2" y="2"/>
                  </a:cxn>
                  <a:cxn ang="0">
                    <a:pos x="3" y="1"/>
                  </a:cxn>
                  <a:cxn ang="0">
                    <a:pos x="4" y="0"/>
                  </a:cxn>
                  <a:cxn ang="0">
                    <a:pos x="6" y="0"/>
                  </a:cxn>
                  <a:cxn ang="0">
                    <a:pos x="8" y="0"/>
                  </a:cxn>
                  <a:cxn ang="0">
                    <a:pos x="12" y="0"/>
                  </a:cxn>
                  <a:cxn ang="0">
                    <a:pos x="14" y="0"/>
                  </a:cxn>
                  <a:cxn ang="0">
                    <a:pos x="16" y="0"/>
                  </a:cxn>
                  <a:cxn ang="0">
                    <a:pos x="18" y="1"/>
                  </a:cxn>
                </a:cxnLst>
                <a:rect l="0" t="0" r="0" b="0"/>
                <a:pathLst>
                  <a:path w="33" h="22">
                    <a:moveTo>
                      <a:pt x="18" y="1"/>
                    </a:moveTo>
                    <a:lnTo>
                      <a:pt x="20" y="1"/>
                    </a:lnTo>
                    <a:lnTo>
                      <a:pt x="20" y="2"/>
                    </a:lnTo>
                    <a:lnTo>
                      <a:pt x="22" y="2"/>
                    </a:lnTo>
                    <a:lnTo>
                      <a:pt x="22" y="3"/>
                    </a:lnTo>
                    <a:lnTo>
                      <a:pt x="24" y="3"/>
                    </a:lnTo>
                    <a:lnTo>
                      <a:pt x="25" y="4"/>
                    </a:lnTo>
                    <a:lnTo>
                      <a:pt x="26" y="5"/>
                    </a:lnTo>
                    <a:lnTo>
                      <a:pt x="27" y="6"/>
                    </a:lnTo>
                    <a:lnTo>
                      <a:pt x="28" y="6"/>
                    </a:lnTo>
                    <a:lnTo>
                      <a:pt x="28" y="7"/>
                    </a:lnTo>
                    <a:lnTo>
                      <a:pt x="29" y="7"/>
                    </a:lnTo>
                    <a:lnTo>
                      <a:pt x="29" y="8"/>
                    </a:lnTo>
                    <a:lnTo>
                      <a:pt x="30" y="9"/>
                    </a:lnTo>
                    <a:lnTo>
                      <a:pt x="30" y="10"/>
                    </a:lnTo>
                    <a:lnTo>
                      <a:pt x="30" y="11"/>
                    </a:lnTo>
                    <a:lnTo>
                      <a:pt x="30" y="12"/>
                    </a:lnTo>
                    <a:lnTo>
                      <a:pt x="32" y="13"/>
                    </a:lnTo>
                    <a:lnTo>
                      <a:pt x="32" y="14"/>
                    </a:lnTo>
                    <a:lnTo>
                      <a:pt x="30" y="15"/>
                    </a:lnTo>
                    <a:lnTo>
                      <a:pt x="30" y="16"/>
                    </a:lnTo>
                    <a:lnTo>
                      <a:pt x="30" y="17"/>
                    </a:lnTo>
                    <a:lnTo>
                      <a:pt x="29" y="17"/>
                    </a:lnTo>
                    <a:lnTo>
                      <a:pt x="29" y="18"/>
                    </a:lnTo>
                    <a:lnTo>
                      <a:pt x="28" y="18"/>
                    </a:lnTo>
                    <a:lnTo>
                      <a:pt x="28" y="19"/>
                    </a:lnTo>
                    <a:lnTo>
                      <a:pt x="27" y="19"/>
                    </a:lnTo>
                    <a:lnTo>
                      <a:pt x="26" y="20"/>
                    </a:lnTo>
                    <a:lnTo>
                      <a:pt x="25" y="21"/>
                    </a:lnTo>
                    <a:lnTo>
                      <a:pt x="24" y="21"/>
                    </a:lnTo>
                    <a:lnTo>
                      <a:pt x="22" y="21"/>
                    </a:lnTo>
                    <a:lnTo>
                      <a:pt x="20" y="21"/>
                    </a:lnTo>
                    <a:lnTo>
                      <a:pt x="18" y="21"/>
                    </a:lnTo>
                    <a:lnTo>
                      <a:pt x="17" y="21"/>
                    </a:lnTo>
                    <a:lnTo>
                      <a:pt x="16" y="21"/>
                    </a:lnTo>
                    <a:lnTo>
                      <a:pt x="15" y="21"/>
                    </a:lnTo>
                    <a:lnTo>
                      <a:pt x="14" y="20"/>
                    </a:lnTo>
                    <a:lnTo>
                      <a:pt x="12" y="20"/>
                    </a:lnTo>
                    <a:lnTo>
                      <a:pt x="12" y="19"/>
                    </a:lnTo>
                    <a:lnTo>
                      <a:pt x="10" y="19"/>
                    </a:lnTo>
                    <a:lnTo>
                      <a:pt x="10" y="18"/>
                    </a:lnTo>
                    <a:lnTo>
                      <a:pt x="8" y="17"/>
                    </a:lnTo>
                    <a:lnTo>
                      <a:pt x="7" y="17"/>
                    </a:lnTo>
                    <a:lnTo>
                      <a:pt x="6" y="17"/>
                    </a:lnTo>
                    <a:lnTo>
                      <a:pt x="6" y="16"/>
                    </a:lnTo>
                    <a:lnTo>
                      <a:pt x="5" y="15"/>
                    </a:lnTo>
                    <a:lnTo>
                      <a:pt x="4" y="15"/>
                    </a:lnTo>
                    <a:lnTo>
                      <a:pt x="4" y="14"/>
                    </a:lnTo>
                    <a:lnTo>
                      <a:pt x="3" y="14"/>
                    </a:lnTo>
                    <a:lnTo>
                      <a:pt x="2" y="13"/>
                    </a:lnTo>
                    <a:lnTo>
                      <a:pt x="2" y="12"/>
                    </a:lnTo>
                    <a:lnTo>
                      <a:pt x="0" y="11"/>
                    </a:lnTo>
                    <a:lnTo>
                      <a:pt x="0" y="10"/>
                    </a:lnTo>
                    <a:lnTo>
                      <a:pt x="0" y="9"/>
                    </a:lnTo>
                    <a:lnTo>
                      <a:pt x="0" y="8"/>
                    </a:lnTo>
                    <a:lnTo>
                      <a:pt x="0" y="7"/>
                    </a:lnTo>
                    <a:lnTo>
                      <a:pt x="0" y="6"/>
                    </a:lnTo>
                    <a:lnTo>
                      <a:pt x="0" y="5"/>
                    </a:lnTo>
                    <a:lnTo>
                      <a:pt x="0" y="4"/>
                    </a:lnTo>
                    <a:lnTo>
                      <a:pt x="0" y="3"/>
                    </a:lnTo>
                    <a:lnTo>
                      <a:pt x="0" y="2"/>
                    </a:lnTo>
                    <a:lnTo>
                      <a:pt x="2" y="2"/>
                    </a:lnTo>
                    <a:lnTo>
                      <a:pt x="2" y="1"/>
                    </a:lnTo>
                    <a:lnTo>
                      <a:pt x="3" y="1"/>
                    </a:lnTo>
                    <a:lnTo>
                      <a:pt x="4" y="1"/>
                    </a:lnTo>
                    <a:lnTo>
                      <a:pt x="4" y="0"/>
                    </a:lnTo>
                    <a:lnTo>
                      <a:pt x="5" y="0"/>
                    </a:lnTo>
                    <a:lnTo>
                      <a:pt x="6" y="0"/>
                    </a:lnTo>
                    <a:lnTo>
                      <a:pt x="7" y="0"/>
                    </a:lnTo>
                    <a:lnTo>
                      <a:pt x="8" y="0"/>
                    </a:lnTo>
                    <a:lnTo>
                      <a:pt x="10" y="0"/>
                    </a:lnTo>
                    <a:lnTo>
                      <a:pt x="12" y="0"/>
                    </a:lnTo>
                    <a:lnTo>
                      <a:pt x="13" y="0"/>
                    </a:lnTo>
                    <a:lnTo>
                      <a:pt x="14" y="0"/>
                    </a:lnTo>
                    <a:lnTo>
                      <a:pt x="15" y="0"/>
                    </a:lnTo>
                    <a:lnTo>
                      <a:pt x="16" y="0"/>
                    </a:lnTo>
                    <a:lnTo>
                      <a:pt x="17" y="0"/>
                    </a:lnTo>
                    <a:lnTo>
                      <a:pt x="18" y="1"/>
                    </a:lnTo>
                  </a:path>
                </a:pathLst>
              </a:custGeom>
              <a:solidFill>
                <a:srgbClr val="FFFFFF"/>
              </a:solidFill>
              <a:ln w="12700">
                <a:noFill/>
              </a:ln>
            </p:spPr>
            <p:txBody>
              <a:bodyPr/>
              <a:lstStyle/>
              <a:p>
                <a:endParaRPr lang="zh-CN" altLang="en-US"/>
              </a:p>
            </p:txBody>
          </p:sp>
          <p:sp>
            <p:nvSpPr>
              <p:cNvPr id="32058" name="Freeform 315"/>
              <p:cNvSpPr/>
              <p:nvPr/>
            </p:nvSpPr>
            <p:spPr>
              <a:xfrm>
                <a:off x="3547" y="3002"/>
                <a:ext cx="33" cy="22"/>
              </a:xfrm>
              <a:custGeom>
                <a:avLst/>
                <a:gdLst/>
                <a:ahLst/>
                <a:cxnLst>
                  <a:cxn ang="0">
                    <a:pos x="19" y="1"/>
                  </a:cxn>
                  <a:cxn ang="0">
                    <a:pos x="25" y="3"/>
                  </a:cxn>
                  <a:cxn ang="0">
                    <a:pos x="29" y="7"/>
                  </a:cxn>
                  <a:cxn ang="0">
                    <a:pos x="32" y="12"/>
                  </a:cxn>
                  <a:cxn ang="0">
                    <a:pos x="32" y="15"/>
                  </a:cxn>
                  <a:cxn ang="0">
                    <a:pos x="29" y="19"/>
                  </a:cxn>
                  <a:cxn ang="0">
                    <a:pos x="24" y="21"/>
                  </a:cxn>
                  <a:cxn ang="0">
                    <a:pos x="18" y="21"/>
                  </a:cxn>
                  <a:cxn ang="0">
                    <a:pos x="12" y="19"/>
                  </a:cxn>
                  <a:cxn ang="0">
                    <a:pos x="6" y="16"/>
                  </a:cxn>
                  <a:cxn ang="0">
                    <a:pos x="2" y="13"/>
                  </a:cxn>
                  <a:cxn ang="0">
                    <a:pos x="0" y="8"/>
                  </a:cxn>
                  <a:cxn ang="0">
                    <a:pos x="0" y="4"/>
                  </a:cxn>
                  <a:cxn ang="0">
                    <a:pos x="2" y="1"/>
                  </a:cxn>
                  <a:cxn ang="0">
                    <a:pos x="6" y="0"/>
                  </a:cxn>
                  <a:cxn ang="0">
                    <a:pos x="12" y="0"/>
                  </a:cxn>
                  <a:cxn ang="0">
                    <a:pos x="19" y="1"/>
                  </a:cxn>
                </a:cxnLst>
                <a:rect l="0" t="0" r="0" b="0"/>
                <a:pathLst>
                  <a:path w="33" h="22">
                    <a:moveTo>
                      <a:pt x="19" y="1"/>
                    </a:moveTo>
                    <a:lnTo>
                      <a:pt x="25" y="3"/>
                    </a:lnTo>
                    <a:lnTo>
                      <a:pt x="29" y="7"/>
                    </a:lnTo>
                    <a:lnTo>
                      <a:pt x="32" y="12"/>
                    </a:lnTo>
                    <a:lnTo>
                      <a:pt x="32" y="15"/>
                    </a:lnTo>
                    <a:lnTo>
                      <a:pt x="29" y="19"/>
                    </a:lnTo>
                    <a:lnTo>
                      <a:pt x="24" y="21"/>
                    </a:lnTo>
                    <a:lnTo>
                      <a:pt x="18" y="21"/>
                    </a:lnTo>
                    <a:lnTo>
                      <a:pt x="12" y="19"/>
                    </a:lnTo>
                    <a:lnTo>
                      <a:pt x="6" y="16"/>
                    </a:lnTo>
                    <a:lnTo>
                      <a:pt x="2" y="13"/>
                    </a:lnTo>
                    <a:lnTo>
                      <a:pt x="0" y="8"/>
                    </a:lnTo>
                    <a:lnTo>
                      <a:pt x="0" y="4"/>
                    </a:lnTo>
                    <a:lnTo>
                      <a:pt x="2" y="1"/>
                    </a:lnTo>
                    <a:lnTo>
                      <a:pt x="6" y="0"/>
                    </a:lnTo>
                    <a:lnTo>
                      <a:pt x="12" y="0"/>
                    </a:lnTo>
                    <a:lnTo>
                      <a:pt x="19" y="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2059" name="Freeform 316"/>
              <p:cNvSpPr/>
              <p:nvPr/>
            </p:nvSpPr>
            <p:spPr>
              <a:xfrm>
                <a:off x="3580" y="2947"/>
                <a:ext cx="90" cy="56"/>
              </a:xfrm>
              <a:custGeom>
                <a:avLst/>
                <a:gdLst/>
                <a:ahLst/>
                <a:cxnLst>
                  <a:cxn ang="0">
                    <a:pos x="61" y="0"/>
                  </a:cxn>
                  <a:cxn ang="0">
                    <a:pos x="89" y="31"/>
                  </a:cxn>
                  <a:cxn ang="0">
                    <a:pos x="38" y="55"/>
                  </a:cxn>
                  <a:cxn ang="0">
                    <a:pos x="0" y="45"/>
                  </a:cxn>
                  <a:cxn ang="0">
                    <a:pos x="10" y="16"/>
                  </a:cxn>
                  <a:cxn ang="0">
                    <a:pos x="61" y="0"/>
                  </a:cxn>
                </a:cxnLst>
                <a:rect l="0" t="0" r="0" b="0"/>
                <a:pathLst>
                  <a:path w="90" h="56">
                    <a:moveTo>
                      <a:pt x="61" y="0"/>
                    </a:moveTo>
                    <a:lnTo>
                      <a:pt x="89" y="31"/>
                    </a:lnTo>
                    <a:lnTo>
                      <a:pt x="38" y="55"/>
                    </a:lnTo>
                    <a:lnTo>
                      <a:pt x="0" y="45"/>
                    </a:lnTo>
                    <a:lnTo>
                      <a:pt x="10" y="16"/>
                    </a:lnTo>
                    <a:lnTo>
                      <a:pt x="61" y="0"/>
                    </a:lnTo>
                  </a:path>
                </a:pathLst>
              </a:custGeom>
              <a:solidFill>
                <a:srgbClr val="FFFFFF"/>
              </a:solidFill>
              <a:ln w="12700">
                <a:noFill/>
              </a:ln>
            </p:spPr>
            <p:txBody>
              <a:bodyPr/>
              <a:lstStyle/>
              <a:p>
                <a:endParaRPr lang="zh-CN" altLang="en-US"/>
              </a:p>
            </p:txBody>
          </p:sp>
          <p:sp>
            <p:nvSpPr>
              <p:cNvPr id="32060" name="Freeform 317"/>
              <p:cNvSpPr/>
              <p:nvPr/>
            </p:nvSpPr>
            <p:spPr>
              <a:xfrm>
                <a:off x="3580" y="2947"/>
                <a:ext cx="90" cy="56"/>
              </a:xfrm>
              <a:custGeom>
                <a:avLst/>
                <a:gdLst/>
                <a:ahLst/>
                <a:cxnLst>
                  <a:cxn ang="0">
                    <a:pos x="61" y="0"/>
                  </a:cxn>
                  <a:cxn ang="0">
                    <a:pos x="89" y="31"/>
                  </a:cxn>
                  <a:cxn ang="0">
                    <a:pos x="38" y="55"/>
                  </a:cxn>
                  <a:cxn ang="0">
                    <a:pos x="0" y="45"/>
                  </a:cxn>
                  <a:cxn ang="0">
                    <a:pos x="10" y="16"/>
                  </a:cxn>
                  <a:cxn ang="0">
                    <a:pos x="61" y="0"/>
                  </a:cxn>
                </a:cxnLst>
                <a:rect l="0" t="0" r="0" b="0"/>
                <a:pathLst>
                  <a:path w="90" h="56">
                    <a:moveTo>
                      <a:pt x="61" y="0"/>
                    </a:moveTo>
                    <a:lnTo>
                      <a:pt x="89" y="31"/>
                    </a:lnTo>
                    <a:lnTo>
                      <a:pt x="38" y="55"/>
                    </a:lnTo>
                    <a:lnTo>
                      <a:pt x="0" y="45"/>
                    </a:lnTo>
                    <a:lnTo>
                      <a:pt x="10" y="16"/>
                    </a:lnTo>
                    <a:lnTo>
                      <a:pt x="61"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grpSp>
      </p:grpSp>
      <p:sp>
        <p:nvSpPr>
          <p:cNvPr id="3" name="矩形 2"/>
          <p:cNvSpPr/>
          <p:nvPr/>
        </p:nvSpPr>
        <p:spPr>
          <a:xfrm>
            <a:off x="4028544" y="542036"/>
            <a:ext cx="4203395" cy="732188"/>
          </a:xfrm>
          <a:prstGeom prst="rect">
            <a:avLst/>
          </a:prstGeom>
        </p:spPr>
        <p:txBody>
          <a:bodyPr wrap="none">
            <a:spAutoFit/>
          </a:bodyPr>
          <a:lstStyle/>
          <a:p>
            <a:pPr marL="609600" indent="-609600">
              <a:lnSpc>
                <a:spcPct val="110000"/>
              </a:lnSpc>
            </a:pPr>
            <a:r>
              <a:rPr lang="en-US" altLang="zh-CN" sz="4000" dirty="0" smtClean="0">
                <a:solidFill>
                  <a:schemeClr val="tx2"/>
                </a:solidFill>
                <a:effectLst>
                  <a:outerShdw blurRad="38100" dist="38100" dir="2700000">
                    <a:srgbClr val="000000"/>
                  </a:outerShdw>
                </a:effectLst>
                <a:cs typeface="+mj-cs"/>
              </a:rPr>
              <a:t>GPS</a:t>
            </a:r>
            <a:r>
              <a:rPr lang="zh-CN" altLang="en-US" sz="4000" dirty="0" smtClean="0">
                <a:solidFill>
                  <a:schemeClr val="tx2"/>
                </a:solidFill>
                <a:effectLst>
                  <a:outerShdw blurRad="38100" dist="38100" dir="2700000">
                    <a:srgbClr val="000000"/>
                  </a:outerShdw>
                </a:effectLst>
                <a:cs typeface="+mj-cs"/>
              </a:rPr>
              <a:t>导航卫星星座</a:t>
            </a:r>
            <a:endParaRPr lang="zh-CN" altLang="en-US" sz="4000" dirty="0">
              <a:solidFill>
                <a:schemeClr val="tx2"/>
              </a:solidFill>
              <a:effectLst>
                <a:outerShdw blurRad="38100" dist="38100" dir="2700000">
                  <a:srgbClr val="000000"/>
                </a:outerShdw>
              </a:effectLs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 calcmode="lin" valueType="num">
                                      <p:cBhvr additive="base">
                                        <p:cTn id="7" dur="500" fill="hold"/>
                                        <p:tgtEl>
                                          <p:spTgt spid="112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6">
                                            <p:txEl>
                                              <p:pRg st="1" end="1"/>
                                            </p:txEl>
                                          </p:spTgt>
                                        </p:tgtEl>
                                        <p:attrNameLst>
                                          <p:attrName>style.visibility</p:attrName>
                                        </p:attrNameLst>
                                      </p:cBhvr>
                                      <p:to>
                                        <p:strVal val="visible"/>
                                      </p:to>
                                    </p:set>
                                    <p:anim calcmode="lin" valueType="num">
                                      <p:cBhvr additive="base">
                                        <p:cTn id="13" dur="500" fill="hold"/>
                                        <p:tgtEl>
                                          <p:spTgt spid="112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idx="1"/>
          </p:nvPr>
        </p:nvSpPr>
        <p:spPr>
          <a:xfrm>
            <a:off x="3667456" y="610846"/>
            <a:ext cx="4863552" cy="704850"/>
          </a:xfrm>
        </p:spPr>
        <p:txBody>
          <a:bodyPr vert="horz" wrap="square" lIns="91440" tIns="45720" rIns="91440" bIns="45720" anchor="t"/>
          <a:lstStyle/>
          <a:p>
            <a:pPr marL="609600" indent="-609600"/>
            <a:r>
              <a:rPr lang="en-US" altLang="zh-CN" sz="4000" dirty="0">
                <a:ea typeface="+mj-ea"/>
                <a:cs typeface="+mj-cs"/>
              </a:rPr>
              <a:t>GPS</a:t>
            </a:r>
            <a:r>
              <a:rPr lang="zh-CN" altLang="en-US" sz="4000" dirty="0">
                <a:ea typeface="+mj-ea"/>
                <a:cs typeface="+mj-cs"/>
              </a:rPr>
              <a:t>卫星</a:t>
            </a:r>
            <a:r>
              <a:rPr lang="zh-CN" altLang="en-US" sz="4000" dirty="0">
                <a:latin typeface="+mj-lt"/>
                <a:ea typeface="+mj-ea"/>
                <a:cs typeface="+mj-cs"/>
              </a:rPr>
              <a:t>的主要功能</a:t>
            </a:r>
          </a:p>
        </p:txBody>
      </p:sp>
      <p:grpSp>
        <p:nvGrpSpPr>
          <p:cNvPr id="2" name="Group 636"/>
          <p:cNvGrpSpPr/>
          <p:nvPr/>
        </p:nvGrpSpPr>
        <p:grpSpPr>
          <a:xfrm>
            <a:off x="6662057" y="1314450"/>
            <a:ext cx="5086598" cy="5138738"/>
            <a:chOff x="2426" y="572"/>
            <a:chExt cx="3334" cy="3447"/>
          </a:xfrm>
        </p:grpSpPr>
        <p:pic>
          <p:nvPicPr>
            <p:cNvPr id="32771" name="Picture 629" descr="AROUNDTHEWORLD"/>
            <p:cNvPicPr>
              <a:picLocks noChangeAspect="1"/>
            </p:cNvPicPr>
            <p:nvPr/>
          </p:nvPicPr>
          <p:blipFill>
            <a:blip r:embed="rId2"/>
            <a:stretch>
              <a:fillRect/>
            </a:stretch>
          </p:blipFill>
          <p:spPr>
            <a:xfrm rot="2162452">
              <a:off x="3325" y="1525"/>
              <a:ext cx="2435" cy="2494"/>
            </a:xfrm>
            <a:prstGeom prst="rect">
              <a:avLst/>
            </a:prstGeom>
            <a:noFill/>
            <a:ln w="9525">
              <a:noFill/>
            </a:ln>
          </p:spPr>
        </p:pic>
        <p:grpSp>
          <p:nvGrpSpPr>
            <p:cNvPr id="32772" name="Group 635"/>
            <p:cNvGrpSpPr/>
            <p:nvPr/>
          </p:nvGrpSpPr>
          <p:grpSpPr>
            <a:xfrm>
              <a:off x="2426" y="572"/>
              <a:ext cx="2314" cy="2495"/>
              <a:chOff x="2426" y="572"/>
              <a:chExt cx="2314" cy="2495"/>
            </a:xfrm>
          </p:grpSpPr>
          <p:grpSp>
            <p:nvGrpSpPr>
              <p:cNvPr id="32773" name="Group 477"/>
              <p:cNvGrpSpPr/>
              <p:nvPr/>
            </p:nvGrpSpPr>
            <p:grpSpPr>
              <a:xfrm>
                <a:off x="2426" y="572"/>
                <a:ext cx="443" cy="335"/>
                <a:chOff x="2101" y="803"/>
                <a:chExt cx="443" cy="335"/>
              </a:xfrm>
            </p:grpSpPr>
            <p:sp>
              <p:nvSpPr>
                <p:cNvPr id="32774" name="Freeform 478"/>
                <p:cNvSpPr/>
                <p:nvPr/>
              </p:nvSpPr>
              <p:spPr>
                <a:xfrm>
                  <a:off x="2379" y="803"/>
                  <a:ext cx="165" cy="165"/>
                </a:xfrm>
                <a:custGeom>
                  <a:avLst/>
                  <a:gdLst/>
                  <a:ahLst/>
                  <a:cxnLst>
                    <a:cxn ang="0">
                      <a:pos x="164" y="99"/>
                    </a:cxn>
                    <a:cxn ang="0">
                      <a:pos x="103" y="0"/>
                    </a:cxn>
                    <a:cxn ang="0">
                      <a:pos x="0" y="56"/>
                    </a:cxn>
                    <a:cxn ang="0">
                      <a:pos x="65" y="164"/>
                    </a:cxn>
                    <a:cxn ang="0">
                      <a:pos x="164" y="99"/>
                    </a:cxn>
                  </a:cxnLst>
                  <a:rect l="0" t="0" r="0" b="0"/>
                  <a:pathLst>
                    <a:path w="165" h="165">
                      <a:moveTo>
                        <a:pt x="164" y="99"/>
                      </a:moveTo>
                      <a:lnTo>
                        <a:pt x="103" y="0"/>
                      </a:lnTo>
                      <a:lnTo>
                        <a:pt x="0" y="56"/>
                      </a:lnTo>
                      <a:lnTo>
                        <a:pt x="65" y="164"/>
                      </a:lnTo>
                      <a:lnTo>
                        <a:pt x="164"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2775" name="Freeform 479"/>
                <p:cNvSpPr/>
                <p:nvPr/>
              </p:nvSpPr>
              <p:spPr>
                <a:xfrm>
                  <a:off x="2251" y="907"/>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2776" name="Freeform 480"/>
                <p:cNvSpPr/>
                <p:nvPr/>
              </p:nvSpPr>
              <p:spPr>
                <a:xfrm>
                  <a:off x="2298" y="884"/>
                  <a:ext cx="140" cy="117"/>
                </a:xfrm>
                <a:custGeom>
                  <a:avLst/>
                  <a:gdLst/>
                  <a:ahLst/>
                  <a:cxnLst>
                    <a:cxn ang="0">
                      <a:pos x="15" y="41"/>
                    </a:cxn>
                    <a:cxn ang="0">
                      <a:pos x="80" y="2"/>
                    </a:cxn>
                    <a:cxn ang="0">
                      <a:pos x="108" y="0"/>
                    </a:cxn>
                    <a:cxn ang="0">
                      <a:pos x="139" y="52"/>
                    </a:cxn>
                    <a:cxn ang="0">
                      <a:pos x="123" y="74"/>
                    </a:cxn>
                    <a:cxn ang="0">
                      <a:pos x="59" y="113"/>
                    </a:cxn>
                    <a:cxn ang="0">
                      <a:pos x="30" y="116"/>
                    </a:cxn>
                    <a:cxn ang="0">
                      <a:pos x="0" y="64"/>
                    </a:cxn>
                    <a:cxn ang="0">
                      <a:pos x="15" y="41"/>
                    </a:cxn>
                  </a:cxnLst>
                  <a:rect l="0" t="0" r="0" b="0"/>
                  <a:pathLst>
                    <a:path w="140" h="117">
                      <a:moveTo>
                        <a:pt x="15" y="41"/>
                      </a:moveTo>
                      <a:lnTo>
                        <a:pt x="80" y="2"/>
                      </a:lnTo>
                      <a:lnTo>
                        <a:pt x="108" y="0"/>
                      </a:lnTo>
                      <a:lnTo>
                        <a:pt x="139" y="52"/>
                      </a:lnTo>
                      <a:lnTo>
                        <a:pt x="123" y="74"/>
                      </a:lnTo>
                      <a:lnTo>
                        <a:pt x="59"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2777" name="Freeform 481"/>
                <p:cNvSpPr/>
                <p:nvPr/>
              </p:nvSpPr>
              <p:spPr>
                <a:xfrm>
                  <a:off x="2263" y="899"/>
                  <a:ext cx="124" cy="48"/>
                </a:xfrm>
                <a:custGeom>
                  <a:avLst/>
                  <a:gdLst/>
                  <a:ahLst/>
                  <a:cxnLst>
                    <a:cxn ang="0">
                      <a:pos x="64" y="8"/>
                    </a:cxn>
                    <a:cxn ang="0">
                      <a:pos x="123" y="0"/>
                    </a:cxn>
                    <a:cxn ang="0">
                      <a:pos x="58" y="37"/>
                    </a:cxn>
                    <a:cxn ang="0">
                      <a:pos x="0" y="47"/>
                    </a:cxn>
                    <a:cxn ang="0">
                      <a:pos x="64" y="8"/>
                    </a:cxn>
                  </a:cxnLst>
                  <a:rect l="0" t="0" r="0" b="0"/>
                  <a:pathLst>
                    <a:path w="124" h="48">
                      <a:moveTo>
                        <a:pt x="64" y="8"/>
                      </a:moveTo>
                      <a:lnTo>
                        <a:pt x="123" y="0"/>
                      </a:lnTo>
                      <a:lnTo>
                        <a:pt x="58" y="37"/>
                      </a:lnTo>
                      <a:lnTo>
                        <a:pt x="0" y="47"/>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2778" name="Freeform 482"/>
                <p:cNvSpPr/>
                <p:nvPr/>
              </p:nvSpPr>
              <p:spPr>
                <a:xfrm>
                  <a:off x="2281" y="1001"/>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2779" name="Line 483"/>
                <p:cNvSpPr/>
                <p:nvPr/>
              </p:nvSpPr>
              <p:spPr>
                <a:xfrm flipV="1">
                  <a:off x="2257" y="949"/>
                  <a:ext cx="38" cy="26"/>
                </a:xfrm>
                <a:prstGeom prst="line">
                  <a:avLst/>
                </a:prstGeom>
                <a:ln w="12700" cap="flat" cmpd="sng">
                  <a:solidFill>
                    <a:schemeClr val="tx1"/>
                  </a:solidFill>
                  <a:prstDash val="solid"/>
                  <a:headEnd type="none" w="med" len="med"/>
                  <a:tailEnd type="none" w="med" len="med"/>
                </a:ln>
              </p:spPr>
            </p:sp>
            <p:sp>
              <p:nvSpPr>
                <p:cNvPr id="32780" name="Oval 484"/>
                <p:cNvSpPr/>
                <p:nvPr/>
              </p:nvSpPr>
              <p:spPr>
                <a:xfrm rot="-1860000">
                  <a:off x="2322" y="931"/>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2781" name="Line 485"/>
                <p:cNvSpPr/>
                <p:nvPr/>
              </p:nvSpPr>
              <p:spPr>
                <a:xfrm flipV="1">
                  <a:off x="2326" y="920"/>
                  <a:ext cx="5" cy="16"/>
                </a:xfrm>
                <a:prstGeom prst="line">
                  <a:avLst/>
                </a:prstGeom>
                <a:ln w="12700" cap="flat" cmpd="sng">
                  <a:solidFill>
                    <a:schemeClr val="tx1"/>
                  </a:solidFill>
                  <a:prstDash val="solid"/>
                  <a:headEnd type="none" w="med" len="med"/>
                  <a:tailEnd type="none" w="med" len="med"/>
                </a:ln>
              </p:spPr>
            </p:sp>
            <p:sp>
              <p:nvSpPr>
                <p:cNvPr id="32782" name="Line 486"/>
                <p:cNvSpPr/>
                <p:nvPr/>
              </p:nvSpPr>
              <p:spPr>
                <a:xfrm>
                  <a:off x="2328" y="938"/>
                  <a:ext cx="5" cy="0"/>
                </a:xfrm>
                <a:prstGeom prst="line">
                  <a:avLst/>
                </a:prstGeom>
                <a:ln w="12700" cap="flat" cmpd="sng">
                  <a:solidFill>
                    <a:schemeClr val="tx1"/>
                  </a:solidFill>
                  <a:prstDash val="solid"/>
                  <a:headEnd type="none" w="med" len="med"/>
                  <a:tailEnd type="none" w="med" len="med"/>
                </a:ln>
              </p:spPr>
            </p:sp>
            <p:sp>
              <p:nvSpPr>
                <p:cNvPr id="32783" name="Oval 487"/>
                <p:cNvSpPr/>
                <p:nvPr/>
              </p:nvSpPr>
              <p:spPr>
                <a:xfrm rot="-1860000">
                  <a:off x="2322" y="926"/>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2784" name="Line 488"/>
                <p:cNvSpPr/>
                <p:nvPr/>
              </p:nvSpPr>
              <p:spPr>
                <a:xfrm flipV="1">
                  <a:off x="2383" y="873"/>
                  <a:ext cx="43" cy="29"/>
                </a:xfrm>
                <a:prstGeom prst="line">
                  <a:avLst/>
                </a:prstGeom>
                <a:ln w="12700" cap="flat" cmpd="sng">
                  <a:solidFill>
                    <a:schemeClr val="tx1"/>
                  </a:solidFill>
                  <a:prstDash val="solid"/>
                  <a:headEnd type="none" w="med" len="med"/>
                  <a:tailEnd type="none" w="med" len="med"/>
                </a:ln>
              </p:spPr>
            </p:sp>
            <p:sp>
              <p:nvSpPr>
                <p:cNvPr id="32785" name="Freeform 489"/>
                <p:cNvSpPr/>
                <p:nvPr/>
              </p:nvSpPr>
              <p:spPr>
                <a:xfrm>
                  <a:off x="2325" y="924"/>
                  <a:ext cx="37" cy="23"/>
                </a:xfrm>
                <a:custGeom>
                  <a:avLst/>
                  <a:gdLst/>
                  <a:ahLst/>
                  <a:cxnLst>
                    <a:cxn ang="0">
                      <a:pos x="0" y="15"/>
                    </a:cxn>
                    <a:cxn ang="0">
                      <a:pos x="18" y="0"/>
                    </a:cxn>
                    <a:cxn ang="0">
                      <a:pos x="36" y="3"/>
                    </a:cxn>
                    <a:cxn ang="0">
                      <a:pos x="33" y="22"/>
                    </a:cxn>
                    <a:cxn ang="0">
                      <a:pos x="0" y="15"/>
                    </a:cxn>
                  </a:cxnLst>
                  <a:rect l="0" t="0" r="0" b="0"/>
                  <a:pathLst>
                    <a:path w="37" h="23">
                      <a:moveTo>
                        <a:pt x="0" y="15"/>
                      </a:moveTo>
                      <a:lnTo>
                        <a:pt x="18" y="0"/>
                      </a:lnTo>
                      <a:lnTo>
                        <a:pt x="36" y="3"/>
                      </a:lnTo>
                      <a:lnTo>
                        <a:pt x="33" y="22"/>
                      </a:lnTo>
                      <a:lnTo>
                        <a:pt x="0" y="1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2786" name="Freeform 490"/>
                <p:cNvSpPr/>
                <p:nvPr/>
              </p:nvSpPr>
              <p:spPr>
                <a:xfrm>
                  <a:off x="2327" y="922"/>
                  <a:ext cx="36" cy="28"/>
                </a:xfrm>
                <a:custGeom>
                  <a:avLst/>
                  <a:gdLst/>
                  <a:ahLst/>
                  <a:cxnLst>
                    <a:cxn ang="0">
                      <a:pos x="25" y="0"/>
                    </a:cxn>
                    <a:cxn ang="0">
                      <a:pos x="35" y="14"/>
                    </a:cxn>
                    <a:cxn ang="0">
                      <a:pos x="21" y="27"/>
                    </a:cxn>
                    <a:cxn ang="0">
                      <a:pos x="0" y="21"/>
                    </a:cxn>
                    <a:cxn ang="0">
                      <a:pos x="18" y="6"/>
                    </a:cxn>
                    <a:cxn ang="0">
                      <a:pos x="25" y="0"/>
                    </a:cxn>
                  </a:cxnLst>
                  <a:rect l="0" t="0" r="0" b="0"/>
                  <a:pathLst>
                    <a:path w="36" h="28">
                      <a:moveTo>
                        <a:pt x="25" y="0"/>
                      </a:moveTo>
                      <a:lnTo>
                        <a:pt x="35"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2787" name="Rectangle 491"/>
                <p:cNvSpPr/>
                <p:nvPr/>
              </p:nvSpPr>
              <p:spPr>
                <a:xfrm rot="-1860000">
                  <a:off x="2261" y="995"/>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2788" name="Freeform 492"/>
                <p:cNvSpPr/>
                <p:nvPr/>
              </p:nvSpPr>
              <p:spPr>
                <a:xfrm>
                  <a:off x="2101" y="945"/>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2789" name="Line 493"/>
                <p:cNvSpPr/>
                <p:nvPr/>
              </p:nvSpPr>
              <p:spPr>
                <a:xfrm flipV="1">
                  <a:off x="2359" y="975"/>
                  <a:ext cx="11" cy="12"/>
                </a:xfrm>
                <a:prstGeom prst="line">
                  <a:avLst/>
                </a:prstGeom>
                <a:ln w="12700" cap="flat" cmpd="sng">
                  <a:solidFill>
                    <a:schemeClr val="tx1"/>
                  </a:solidFill>
                  <a:prstDash val="solid"/>
                  <a:headEnd type="none" w="med" len="med"/>
                  <a:tailEnd type="none" w="med" len="med"/>
                </a:ln>
              </p:spPr>
            </p:sp>
            <p:sp>
              <p:nvSpPr>
                <p:cNvPr id="32790" name="Line 494"/>
                <p:cNvSpPr/>
                <p:nvPr/>
              </p:nvSpPr>
              <p:spPr>
                <a:xfrm flipV="1">
                  <a:off x="2358" y="973"/>
                  <a:ext cx="11" cy="14"/>
                </a:xfrm>
                <a:prstGeom prst="line">
                  <a:avLst/>
                </a:prstGeom>
                <a:ln w="12700" cap="flat" cmpd="sng">
                  <a:solidFill>
                    <a:schemeClr val="tx1"/>
                  </a:solidFill>
                  <a:prstDash val="solid"/>
                  <a:headEnd type="none" w="med" len="med"/>
                  <a:tailEnd type="none" w="med" len="med"/>
                </a:ln>
              </p:spPr>
            </p:sp>
            <p:sp>
              <p:nvSpPr>
                <p:cNvPr id="32791" name="Freeform 495"/>
                <p:cNvSpPr/>
                <p:nvPr/>
              </p:nvSpPr>
              <p:spPr>
                <a:xfrm>
                  <a:off x="2354" y="966"/>
                  <a:ext cx="38" cy="33"/>
                </a:xfrm>
                <a:custGeom>
                  <a:avLst/>
                  <a:gdLst/>
                  <a:ahLst/>
                  <a:cxnLst>
                    <a:cxn ang="0">
                      <a:pos x="29" y="24"/>
                    </a:cxn>
                    <a:cxn ang="0">
                      <a:pos x="37" y="20"/>
                    </a:cxn>
                    <a:cxn ang="0">
                      <a:pos x="35" y="17"/>
                    </a:cxn>
                    <a:cxn ang="0">
                      <a:pos x="27" y="2"/>
                    </a:cxn>
                    <a:cxn ang="0">
                      <a:pos x="25" y="0"/>
                    </a:cxn>
                    <a:cxn ang="0">
                      <a:pos x="18" y="5"/>
                    </a:cxn>
                    <a:cxn ang="0">
                      <a:pos x="12" y="13"/>
                    </a:cxn>
                    <a:cxn ang="0">
                      <a:pos x="5" y="20"/>
                    </a:cxn>
                    <a:cxn ang="0">
                      <a:pos x="0" y="27"/>
                    </a:cxn>
                    <a:cxn ang="0">
                      <a:pos x="1" y="30"/>
                    </a:cxn>
                    <a:cxn ang="0">
                      <a:pos x="9" y="26"/>
                    </a:cxn>
                    <a:cxn ang="0">
                      <a:pos x="12" y="32"/>
                    </a:cxn>
                    <a:cxn ang="0">
                      <a:pos x="22" y="30"/>
                    </a:cxn>
                    <a:cxn ang="0">
                      <a:pos x="29" y="24"/>
                    </a:cxn>
                  </a:cxnLst>
                  <a:rect l="0" t="0" r="0" b="0"/>
                  <a:pathLst>
                    <a:path w="38" h="33">
                      <a:moveTo>
                        <a:pt x="29" y="24"/>
                      </a:moveTo>
                      <a:lnTo>
                        <a:pt x="37" y="20"/>
                      </a:lnTo>
                      <a:lnTo>
                        <a:pt x="35" y="17"/>
                      </a:lnTo>
                      <a:lnTo>
                        <a:pt x="27" y="2"/>
                      </a:lnTo>
                      <a:lnTo>
                        <a:pt x="25" y="0"/>
                      </a:lnTo>
                      <a:lnTo>
                        <a:pt x="18" y="5"/>
                      </a:lnTo>
                      <a:lnTo>
                        <a:pt x="12" y="13"/>
                      </a:lnTo>
                      <a:lnTo>
                        <a:pt x="5" y="20"/>
                      </a:lnTo>
                      <a:lnTo>
                        <a:pt x="0" y="27"/>
                      </a:lnTo>
                      <a:lnTo>
                        <a:pt x="1" y="30"/>
                      </a:lnTo>
                      <a:lnTo>
                        <a:pt x="9" y="26"/>
                      </a:lnTo>
                      <a:lnTo>
                        <a:pt x="12" y="32"/>
                      </a:lnTo>
                      <a:lnTo>
                        <a:pt x="22" y="30"/>
                      </a:lnTo>
                      <a:lnTo>
                        <a:pt x="29"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792" name="Freeform 496"/>
                <p:cNvSpPr/>
                <p:nvPr/>
              </p:nvSpPr>
              <p:spPr>
                <a:xfrm>
                  <a:off x="2355" y="974"/>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793" name="Freeform 497"/>
                <p:cNvSpPr/>
                <p:nvPr/>
              </p:nvSpPr>
              <p:spPr>
                <a:xfrm>
                  <a:off x="2377" y="966"/>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794" name="Line 498"/>
                <p:cNvSpPr/>
                <p:nvPr/>
              </p:nvSpPr>
              <p:spPr>
                <a:xfrm flipV="1">
                  <a:off x="2342" y="971"/>
                  <a:ext cx="5" cy="10"/>
                </a:xfrm>
                <a:prstGeom prst="line">
                  <a:avLst/>
                </a:prstGeom>
                <a:ln w="12700" cap="flat" cmpd="sng">
                  <a:solidFill>
                    <a:schemeClr val="tx1"/>
                  </a:solidFill>
                  <a:prstDash val="solid"/>
                  <a:headEnd type="none" w="med" len="med"/>
                  <a:tailEnd type="none" w="med" len="med"/>
                </a:ln>
              </p:spPr>
            </p:sp>
            <p:sp>
              <p:nvSpPr>
                <p:cNvPr id="32795" name="Line 499"/>
                <p:cNvSpPr/>
                <p:nvPr/>
              </p:nvSpPr>
              <p:spPr>
                <a:xfrm flipV="1">
                  <a:off x="2337" y="962"/>
                  <a:ext cx="12" cy="15"/>
                </a:xfrm>
                <a:prstGeom prst="line">
                  <a:avLst/>
                </a:prstGeom>
                <a:ln w="12700" cap="flat" cmpd="sng">
                  <a:solidFill>
                    <a:schemeClr val="tx1"/>
                  </a:solidFill>
                  <a:prstDash val="solid"/>
                  <a:headEnd type="none" w="med" len="med"/>
                  <a:tailEnd type="none" w="med" len="med"/>
                </a:ln>
              </p:spPr>
            </p:sp>
            <p:sp>
              <p:nvSpPr>
                <p:cNvPr id="32796" name="Freeform 500"/>
                <p:cNvSpPr/>
                <p:nvPr/>
              </p:nvSpPr>
              <p:spPr>
                <a:xfrm>
                  <a:off x="2338" y="962"/>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797" name="Freeform 501"/>
                <p:cNvSpPr/>
                <p:nvPr/>
              </p:nvSpPr>
              <p:spPr>
                <a:xfrm>
                  <a:off x="2338" y="967"/>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798" name="Freeform 502"/>
                <p:cNvSpPr/>
                <p:nvPr/>
              </p:nvSpPr>
              <p:spPr>
                <a:xfrm>
                  <a:off x="2354" y="954"/>
                  <a:ext cx="34" cy="31"/>
                </a:xfrm>
                <a:custGeom>
                  <a:avLst/>
                  <a:gdLst/>
                  <a:ahLst/>
                  <a:cxnLst>
                    <a:cxn ang="0">
                      <a:pos x="0" y="21"/>
                    </a:cxn>
                    <a:cxn ang="0">
                      <a:pos x="3" y="25"/>
                    </a:cxn>
                    <a:cxn ang="0">
                      <a:pos x="7" y="22"/>
                    </a:cxn>
                    <a:cxn ang="0">
                      <a:pos x="10" y="30"/>
                    </a:cxn>
                    <a:cxn ang="0">
                      <a:pos x="18" y="30"/>
                    </a:cxn>
                    <a:cxn ang="0">
                      <a:pos x="22" y="27"/>
                    </a:cxn>
                    <a:cxn ang="0">
                      <a:pos x="27" y="25"/>
                    </a:cxn>
                    <a:cxn ang="0">
                      <a:pos x="31" y="22"/>
                    </a:cxn>
                    <a:cxn ang="0">
                      <a:pos x="33" y="17"/>
                    </a:cxn>
                    <a:cxn ang="0">
                      <a:pos x="28" y="10"/>
                    </a:cxn>
                    <a:cxn ang="0">
                      <a:pos x="33" y="7"/>
                    </a:cxn>
                    <a:cxn ang="0">
                      <a:pos x="31" y="4"/>
                    </a:cxn>
                    <a:cxn ang="0">
                      <a:pos x="25" y="4"/>
                    </a:cxn>
                    <a:cxn ang="0">
                      <a:pos x="22" y="0"/>
                    </a:cxn>
                    <a:cxn ang="0">
                      <a:pos x="18" y="2"/>
                    </a:cxn>
                    <a:cxn ang="0">
                      <a:pos x="13" y="5"/>
                    </a:cxn>
                    <a:cxn ang="0">
                      <a:pos x="6" y="10"/>
                    </a:cxn>
                    <a:cxn ang="0">
                      <a:pos x="1" y="12"/>
                    </a:cxn>
                    <a:cxn ang="0">
                      <a:pos x="3" y="15"/>
                    </a:cxn>
                    <a:cxn ang="0">
                      <a:pos x="0" y="21"/>
                    </a:cxn>
                  </a:cxnLst>
                  <a:rect l="0" t="0" r="0" b="0"/>
                  <a:pathLst>
                    <a:path w="34" h="31">
                      <a:moveTo>
                        <a:pt x="0" y="21"/>
                      </a:moveTo>
                      <a:lnTo>
                        <a:pt x="3" y="25"/>
                      </a:lnTo>
                      <a:lnTo>
                        <a:pt x="7" y="22"/>
                      </a:lnTo>
                      <a:lnTo>
                        <a:pt x="10" y="30"/>
                      </a:lnTo>
                      <a:lnTo>
                        <a:pt x="18" y="30"/>
                      </a:lnTo>
                      <a:lnTo>
                        <a:pt x="22" y="27"/>
                      </a:lnTo>
                      <a:lnTo>
                        <a:pt x="27" y="25"/>
                      </a:lnTo>
                      <a:lnTo>
                        <a:pt x="31" y="22"/>
                      </a:lnTo>
                      <a:lnTo>
                        <a:pt x="33" y="17"/>
                      </a:lnTo>
                      <a:lnTo>
                        <a:pt x="28" y="10"/>
                      </a:lnTo>
                      <a:lnTo>
                        <a:pt x="33" y="7"/>
                      </a:lnTo>
                      <a:lnTo>
                        <a:pt x="31" y="4"/>
                      </a:lnTo>
                      <a:lnTo>
                        <a:pt x="25" y="4"/>
                      </a:lnTo>
                      <a:lnTo>
                        <a:pt x="22" y="0"/>
                      </a:lnTo>
                      <a:lnTo>
                        <a:pt x="18" y="2"/>
                      </a:lnTo>
                      <a:lnTo>
                        <a:pt x="13" y="5"/>
                      </a:lnTo>
                      <a:lnTo>
                        <a:pt x="6" y="10"/>
                      </a:lnTo>
                      <a:lnTo>
                        <a:pt x="1" y="12"/>
                      </a:lnTo>
                      <a:lnTo>
                        <a:pt x="3"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799" name="Line 503"/>
                <p:cNvSpPr/>
                <p:nvPr/>
              </p:nvSpPr>
              <p:spPr>
                <a:xfrm flipV="1">
                  <a:off x="2341" y="948"/>
                  <a:ext cx="7" cy="15"/>
                </a:xfrm>
                <a:prstGeom prst="line">
                  <a:avLst/>
                </a:prstGeom>
                <a:ln w="12700" cap="flat" cmpd="sng">
                  <a:solidFill>
                    <a:schemeClr val="tx1"/>
                  </a:solidFill>
                  <a:prstDash val="solid"/>
                  <a:headEnd type="none" w="med" len="med"/>
                  <a:tailEnd type="none" w="med" len="med"/>
                </a:ln>
              </p:spPr>
            </p:sp>
            <p:sp>
              <p:nvSpPr>
                <p:cNvPr id="32800" name="Line 504"/>
                <p:cNvSpPr/>
                <p:nvPr/>
              </p:nvSpPr>
              <p:spPr>
                <a:xfrm flipV="1">
                  <a:off x="2344" y="944"/>
                  <a:ext cx="7" cy="14"/>
                </a:xfrm>
                <a:prstGeom prst="line">
                  <a:avLst/>
                </a:prstGeom>
                <a:ln w="12700" cap="flat" cmpd="sng">
                  <a:solidFill>
                    <a:schemeClr val="tx1"/>
                  </a:solidFill>
                  <a:prstDash val="solid"/>
                  <a:headEnd type="none" w="med" len="med"/>
                  <a:tailEnd type="none" w="med" len="med"/>
                </a:ln>
              </p:spPr>
            </p:sp>
            <p:sp>
              <p:nvSpPr>
                <p:cNvPr id="32801" name="Freeform 505"/>
                <p:cNvSpPr/>
                <p:nvPr/>
              </p:nvSpPr>
              <p:spPr>
                <a:xfrm>
                  <a:off x="2337" y="941"/>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02" name="Freeform 506"/>
                <p:cNvSpPr/>
                <p:nvPr/>
              </p:nvSpPr>
              <p:spPr>
                <a:xfrm>
                  <a:off x="2338" y="949"/>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03" name="Freeform 507"/>
                <p:cNvSpPr/>
                <p:nvPr/>
              </p:nvSpPr>
              <p:spPr>
                <a:xfrm>
                  <a:off x="2354" y="939"/>
                  <a:ext cx="36" cy="27"/>
                </a:xfrm>
                <a:custGeom>
                  <a:avLst/>
                  <a:gdLst/>
                  <a:ahLst/>
                  <a:cxnLst>
                    <a:cxn ang="0">
                      <a:pos x="1" y="20"/>
                    </a:cxn>
                    <a:cxn ang="0">
                      <a:pos x="4" y="23"/>
                    </a:cxn>
                    <a:cxn ang="0">
                      <a:pos x="5" y="26"/>
                    </a:cxn>
                    <a:cxn ang="0">
                      <a:pos x="18" y="26"/>
                    </a:cxn>
                    <a:cxn ang="0">
                      <a:pos x="24" y="21"/>
                    </a:cxn>
                    <a:cxn ang="0">
                      <a:pos x="23" y="19"/>
                    </a:cxn>
                    <a:cxn ang="0">
                      <a:pos x="27" y="16"/>
                    </a:cxn>
                    <a:cxn ang="0">
                      <a:pos x="32" y="10"/>
                    </a:cxn>
                    <a:cxn ang="0">
                      <a:pos x="29" y="8"/>
                    </a:cxn>
                    <a:cxn ang="0">
                      <a:pos x="35" y="5"/>
                    </a:cxn>
                    <a:cxn ang="0">
                      <a:pos x="32" y="0"/>
                    </a:cxn>
                    <a:cxn ang="0">
                      <a:pos x="26" y="2"/>
                    </a:cxn>
                    <a:cxn ang="0">
                      <a:pos x="24" y="0"/>
                    </a:cxn>
                    <a:cxn ang="0">
                      <a:pos x="17" y="1"/>
                    </a:cxn>
                    <a:cxn ang="0">
                      <a:pos x="13" y="4"/>
                    </a:cxn>
                    <a:cxn ang="0">
                      <a:pos x="7" y="6"/>
                    </a:cxn>
                    <a:cxn ang="0">
                      <a:pos x="0" y="17"/>
                    </a:cxn>
                    <a:cxn ang="0">
                      <a:pos x="1" y="20"/>
                    </a:cxn>
                  </a:cxnLst>
                  <a:rect l="0" t="0" r="0" b="0"/>
                  <a:pathLst>
                    <a:path w="36" h="27">
                      <a:moveTo>
                        <a:pt x="1" y="20"/>
                      </a:moveTo>
                      <a:lnTo>
                        <a:pt x="4" y="23"/>
                      </a:lnTo>
                      <a:lnTo>
                        <a:pt x="5" y="26"/>
                      </a:lnTo>
                      <a:lnTo>
                        <a:pt x="18" y="26"/>
                      </a:lnTo>
                      <a:lnTo>
                        <a:pt x="24" y="21"/>
                      </a:lnTo>
                      <a:lnTo>
                        <a:pt x="23" y="19"/>
                      </a:lnTo>
                      <a:lnTo>
                        <a:pt x="27" y="16"/>
                      </a:lnTo>
                      <a:lnTo>
                        <a:pt x="32" y="10"/>
                      </a:lnTo>
                      <a:lnTo>
                        <a:pt x="29" y="8"/>
                      </a:lnTo>
                      <a:lnTo>
                        <a:pt x="35" y="5"/>
                      </a:lnTo>
                      <a:lnTo>
                        <a:pt x="32" y="0"/>
                      </a:lnTo>
                      <a:lnTo>
                        <a:pt x="26" y="2"/>
                      </a:lnTo>
                      <a:lnTo>
                        <a:pt x="24" y="0"/>
                      </a:lnTo>
                      <a:lnTo>
                        <a:pt x="17" y="1"/>
                      </a:lnTo>
                      <a:lnTo>
                        <a:pt x="13"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04" name="Line 508"/>
                <p:cNvSpPr/>
                <p:nvPr/>
              </p:nvSpPr>
              <p:spPr>
                <a:xfrm flipV="1">
                  <a:off x="2369" y="922"/>
                  <a:ext cx="10" cy="14"/>
                </a:xfrm>
                <a:prstGeom prst="line">
                  <a:avLst/>
                </a:prstGeom>
                <a:ln w="12700" cap="flat" cmpd="sng">
                  <a:solidFill>
                    <a:schemeClr val="tx1"/>
                  </a:solidFill>
                  <a:prstDash val="solid"/>
                  <a:headEnd type="none" w="med" len="med"/>
                  <a:tailEnd type="none" w="med" len="med"/>
                </a:ln>
              </p:spPr>
            </p:sp>
            <p:sp>
              <p:nvSpPr>
                <p:cNvPr id="32805" name="Line 509"/>
                <p:cNvSpPr/>
                <p:nvPr/>
              </p:nvSpPr>
              <p:spPr>
                <a:xfrm flipV="1">
                  <a:off x="2370" y="922"/>
                  <a:ext cx="7" cy="12"/>
                </a:xfrm>
                <a:prstGeom prst="line">
                  <a:avLst/>
                </a:prstGeom>
                <a:ln w="12700" cap="flat" cmpd="sng">
                  <a:solidFill>
                    <a:schemeClr val="tx1"/>
                  </a:solidFill>
                  <a:prstDash val="solid"/>
                  <a:headEnd type="none" w="med" len="med"/>
                  <a:tailEnd type="none" w="med" len="med"/>
                </a:ln>
              </p:spPr>
            </p:sp>
            <p:sp>
              <p:nvSpPr>
                <p:cNvPr id="32806" name="Freeform 510"/>
                <p:cNvSpPr/>
                <p:nvPr/>
              </p:nvSpPr>
              <p:spPr>
                <a:xfrm>
                  <a:off x="2367" y="917"/>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07" name="Freeform 511"/>
                <p:cNvSpPr/>
                <p:nvPr/>
              </p:nvSpPr>
              <p:spPr>
                <a:xfrm>
                  <a:off x="2366" y="925"/>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08" name="Freeform 512"/>
                <p:cNvSpPr/>
                <p:nvPr/>
              </p:nvSpPr>
              <p:spPr>
                <a:xfrm>
                  <a:off x="2384" y="912"/>
                  <a:ext cx="33" cy="26"/>
                </a:xfrm>
                <a:custGeom>
                  <a:avLst/>
                  <a:gdLst/>
                  <a:ahLst/>
                  <a:cxnLst>
                    <a:cxn ang="0">
                      <a:pos x="1" y="22"/>
                    </a:cxn>
                    <a:cxn ang="0">
                      <a:pos x="7" y="22"/>
                    </a:cxn>
                    <a:cxn ang="0">
                      <a:pos x="8" y="25"/>
                    </a:cxn>
                    <a:cxn ang="0">
                      <a:pos x="16" y="25"/>
                    </a:cxn>
                    <a:cxn ang="0">
                      <a:pos x="21" y="25"/>
                    </a:cxn>
                    <a:cxn ang="0">
                      <a:pos x="26" y="22"/>
                    </a:cxn>
                    <a:cxn ang="0">
                      <a:pos x="23" y="19"/>
                    </a:cxn>
                    <a:cxn ang="0">
                      <a:pos x="27" y="17"/>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3"/>
                    </a:cxn>
                    <a:cxn ang="0">
                      <a:pos x="4" y="16"/>
                    </a:cxn>
                    <a:cxn ang="0">
                      <a:pos x="0" y="19"/>
                    </a:cxn>
                    <a:cxn ang="0">
                      <a:pos x="1" y="22"/>
                    </a:cxn>
                  </a:cxnLst>
                  <a:rect l="0" t="0" r="0" b="0"/>
                  <a:pathLst>
                    <a:path w="33" h="26">
                      <a:moveTo>
                        <a:pt x="1" y="22"/>
                      </a:moveTo>
                      <a:lnTo>
                        <a:pt x="7" y="22"/>
                      </a:lnTo>
                      <a:lnTo>
                        <a:pt x="8" y="25"/>
                      </a:lnTo>
                      <a:lnTo>
                        <a:pt x="16" y="25"/>
                      </a:lnTo>
                      <a:lnTo>
                        <a:pt x="21" y="25"/>
                      </a:lnTo>
                      <a:lnTo>
                        <a:pt x="26" y="22"/>
                      </a:lnTo>
                      <a:lnTo>
                        <a:pt x="23" y="19"/>
                      </a:lnTo>
                      <a:lnTo>
                        <a:pt x="27" y="17"/>
                      </a:lnTo>
                      <a:lnTo>
                        <a:pt x="30" y="11"/>
                      </a:lnTo>
                      <a:lnTo>
                        <a:pt x="29" y="8"/>
                      </a:lnTo>
                      <a:lnTo>
                        <a:pt x="32" y="2"/>
                      </a:lnTo>
                      <a:lnTo>
                        <a:pt x="30" y="0"/>
                      </a:lnTo>
                      <a:lnTo>
                        <a:pt x="26" y="2"/>
                      </a:lnTo>
                      <a:lnTo>
                        <a:pt x="23" y="0"/>
                      </a:lnTo>
                      <a:lnTo>
                        <a:pt x="17" y="0"/>
                      </a:lnTo>
                      <a:lnTo>
                        <a:pt x="13" y="2"/>
                      </a:lnTo>
                      <a:lnTo>
                        <a:pt x="8" y="5"/>
                      </a:lnTo>
                      <a:lnTo>
                        <a:pt x="5" y="7"/>
                      </a:lnTo>
                      <a:lnTo>
                        <a:pt x="2" y="13"/>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09" name="Line 513"/>
                <p:cNvSpPr/>
                <p:nvPr/>
              </p:nvSpPr>
              <p:spPr>
                <a:xfrm flipV="1">
                  <a:off x="2400" y="913"/>
                  <a:ext cx="8" cy="14"/>
                </a:xfrm>
                <a:prstGeom prst="line">
                  <a:avLst/>
                </a:prstGeom>
                <a:ln w="12700" cap="flat" cmpd="sng">
                  <a:solidFill>
                    <a:schemeClr val="tx1"/>
                  </a:solidFill>
                  <a:prstDash val="solid"/>
                  <a:headEnd type="none" w="med" len="med"/>
                  <a:tailEnd type="none" w="med" len="med"/>
                </a:ln>
              </p:spPr>
            </p:sp>
            <p:sp>
              <p:nvSpPr>
                <p:cNvPr id="32810" name="Line 514"/>
                <p:cNvSpPr/>
                <p:nvPr/>
              </p:nvSpPr>
              <p:spPr>
                <a:xfrm flipV="1">
                  <a:off x="2398" y="908"/>
                  <a:ext cx="11" cy="14"/>
                </a:xfrm>
                <a:prstGeom prst="line">
                  <a:avLst/>
                </a:prstGeom>
                <a:ln w="12700" cap="flat" cmpd="sng">
                  <a:solidFill>
                    <a:schemeClr val="tx1"/>
                  </a:solidFill>
                  <a:prstDash val="solid"/>
                  <a:headEnd type="none" w="med" len="med"/>
                  <a:tailEnd type="none" w="med" len="med"/>
                </a:ln>
              </p:spPr>
            </p:sp>
            <p:sp>
              <p:nvSpPr>
                <p:cNvPr id="32811" name="Freeform 515"/>
                <p:cNvSpPr/>
                <p:nvPr/>
              </p:nvSpPr>
              <p:spPr>
                <a:xfrm>
                  <a:off x="2398" y="902"/>
                  <a:ext cx="36" cy="34"/>
                </a:xfrm>
                <a:custGeom>
                  <a:avLst/>
                  <a:gdLst/>
                  <a:ahLst/>
                  <a:cxnLst>
                    <a:cxn ang="0">
                      <a:pos x="28" y="25"/>
                    </a:cxn>
                    <a:cxn ang="0">
                      <a:pos x="35" y="21"/>
                    </a:cxn>
                    <a:cxn ang="0">
                      <a:pos x="33" y="16"/>
                    </a:cxn>
                    <a:cxn ang="0">
                      <a:pos x="25" y="3"/>
                    </a:cxn>
                    <a:cxn ang="0">
                      <a:pos x="23" y="0"/>
                    </a:cxn>
                    <a:cxn ang="0">
                      <a:pos x="15" y="4"/>
                    </a:cxn>
                    <a:cxn ang="0">
                      <a:pos x="8" y="9"/>
                    </a:cxn>
                    <a:cxn ang="0">
                      <a:pos x="5" y="21"/>
                    </a:cxn>
                    <a:cxn ang="0">
                      <a:pos x="0" y="30"/>
                    </a:cxn>
                    <a:cxn ang="0">
                      <a:pos x="1" y="33"/>
                    </a:cxn>
                    <a:cxn ang="0">
                      <a:pos x="8" y="28"/>
                    </a:cxn>
                    <a:cxn ang="0">
                      <a:pos x="11" y="31"/>
                    </a:cxn>
                    <a:cxn ang="0">
                      <a:pos x="19" y="30"/>
                    </a:cxn>
                    <a:cxn ang="0">
                      <a:pos x="28" y="25"/>
                    </a:cxn>
                  </a:cxnLst>
                  <a:rect l="0" t="0" r="0" b="0"/>
                  <a:pathLst>
                    <a:path w="36" h="34">
                      <a:moveTo>
                        <a:pt x="28" y="25"/>
                      </a:moveTo>
                      <a:lnTo>
                        <a:pt x="35" y="21"/>
                      </a:lnTo>
                      <a:lnTo>
                        <a:pt x="33" y="16"/>
                      </a:lnTo>
                      <a:lnTo>
                        <a:pt x="25" y="3"/>
                      </a:lnTo>
                      <a:lnTo>
                        <a:pt x="23" y="0"/>
                      </a:lnTo>
                      <a:lnTo>
                        <a:pt x="15" y="4"/>
                      </a:lnTo>
                      <a:lnTo>
                        <a:pt x="8" y="9"/>
                      </a:lnTo>
                      <a:lnTo>
                        <a:pt x="5" y="21"/>
                      </a:lnTo>
                      <a:lnTo>
                        <a:pt x="0" y="30"/>
                      </a:lnTo>
                      <a:lnTo>
                        <a:pt x="1" y="33"/>
                      </a:lnTo>
                      <a:lnTo>
                        <a:pt x="8" y="28"/>
                      </a:lnTo>
                      <a:lnTo>
                        <a:pt x="11" y="31"/>
                      </a:lnTo>
                      <a:lnTo>
                        <a:pt x="19" y="30"/>
                      </a:lnTo>
                      <a:lnTo>
                        <a:pt x="28"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12" name="Freeform 516"/>
                <p:cNvSpPr/>
                <p:nvPr/>
              </p:nvSpPr>
              <p:spPr>
                <a:xfrm>
                  <a:off x="2394" y="912"/>
                  <a:ext cx="41" cy="25"/>
                </a:xfrm>
                <a:custGeom>
                  <a:avLst/>
                  <a:gdLst/>
                  <a:ahLst/>
                  <a:cxnLst>
                    <a:cxn ang="0">
                      <a:pos x="1" y="11"/>
                    </a:cxn>
                    <a:cxn ang="0">
                      <a:pos x="35" y="0"/>
                    </a:cxn>
                    <a:cxn ang="0">
                      <a:pos x="40" y="12"/>
                    </a:cxn>
                    <a:cxn ang="0">
                      <a:pos x="4" y="24"/>
                    </a:cxn>
                    <a:cxn ang="0">
                      <a:pos x="0" y="9"/>
                    </a:cxn>
                    <a:cxn ang="0">
                      <a:pos x="1" y="11"/>
                    </a:cxn>
                  </a:cxnLst>
                  <a:rect l="0" t="0" r="0" b="0"/>
                  <a:pathLst>
                    <a:path w="41" h="25">
                      <a:moveTo>
                        <a:pt x="1" y="11"/>
                      </a:moveTo>
                      <a:lnTo>
                        <a:pt x="35" y="0"/>
                      </a:lnTo>
                      <a:lnTo>
                        <a:pt x="40" y="12"/>
                      </a:lnTo>
                      <a:lnTo>
                        <a:pt x="4" y="24"/>
                      </a:lnTo>
                      <a:lnTo>
                        <a:pt x="0" y="9"/>
                      </a:lnTo>
                      <a:lnTo>
                        <a:pt x="1" y="1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13" name="Freeform 517"/>
                <p:cNvSpPr/>
                <p:nvPr/>
              </p:nvSpPr>
              <p:spPr>
                <a:xfrm>
                  <a:off x="2416" y="904"/>
                  <a:ext cx="34" cy="26"/>
                </a:xfrm>
                <a:custGeom>
                  <a:avLst/>
                  <a:gdLst/>
                  <a:ahLst/>
                  <a:cxnLst>
                    <a:cxn ang="0">
                      <a:pos x="1" y="22"/>
                    </a:cxn>
                    <a:cxn ang="0">
                      <a:pos x="8" y="22"/>
                    </a:cxn>
                    <a:cxn ang="0">
                      <a:pos x="10" y="25"/>
                    </a:cxn>
                    <a:cxn ang="0">
                      <a:pos x="15" y="25"/>
                    </a:cxn>
                    <a:cxn ang="0">
                      <a:pos x="20" y="22"/>
                    </a:cxn>
                    <a:cxn ang="0">
                      <a:pos x="24" y="19"/>
                    </a:cxn>
                    <a:cxn ang="0">
                      <a:pos x="28" y="16"/>
                    </a:cxn>
                    <a:cxn ang="0">
                      <a:pos x="31" y="11"/>
                    </a:cxn>
                    <a:cxn ang="0">
                      <a:pos x="30" y="8"/>
                    </a:cxn>
                    <a:cxn ang="0">
                      <a:pos x="33" y="2"/>
                    </a:cxn>
                    <a:cxn ang="0">
                      <a:pos x="31" y="0"/>
                    </a:cxn>
                    <a:cxn ang="0">
                      <a:pos x="24" y="0"/>
                    </a:cxn>
                    <a:cxn ang="0">
                      <a:pos x="18" y="0"/>
                    </a:cxn>
                    <a:cxn ang="0">
                      <a:pos x="14" y="2"/>
                    </a:cxn>
                    <a:cxn ang="0">
                      <a:pos x="12" y="0"/>
                    </a:cxn>
                    <a:cxn ang="0">
                      <a:pos x="8" y="1"/>
                    </a:cxn>
                    <a:cxn ang="0">
                      <a:pos x="5" y="7"/>
                    </a:cxn>
                    <a:cxn ang="0">
                      <a:pos x="2" y="13"/>
                    </a:cxn>
                    <a:cxn ang="0">
                      <a:pos x="0" y="19"/>
                    </a:cxn>
                    <a:cxn ang="0">
                      <a:pos x="1" y="22"/>
                    </a:cxn>
                  </a:cxnLst>
                  <a:rect l="0" t="0" r="0" b="0"/>
                  <a:pathLst>
                    <a:path w="34" h="26">
                      <a:moveTo>
                        <a:pt x="1" y="22"/>
                      </a:moveTo>
                      <a:lnTo>
                        <a:pt x="8" y="22"/>
                      </a:lnTo>
                      <a:lnTo>
                        <a:pt x="10" y="25"/>
                      </a:lnTo>
                      <a:lnTo>
                        <a:pt x="15" y="25"/>
                      </a:lnTo>
                      <a:lnTo>
                        <a:pt x="20" y="22"/>
                      </a:lnTo>
                      <a:lnTo>
                        <a:pt x="24" y="19"/>
                      </a:lnTo>
                      <a:lnTo>
                        <a:pt x="28" y="16"/>
                      </a:lnTo>
                      <a:lnTo>
                        <a:pt x="31" y="11"/>
                      </a:lnTo>
                      <a:lnTo>
                        <a:pt x="30" y="8"/>
                      </a:lnTo>
                      <a:lnTo>
                        <a:pt x="33" y="2"/>
                      </a:lnTo>
                      <a:lnTo>
                        <a:pt x="31" y="0"/>
                      </a:lnTo>
                      <a:lnTo>
                        <a:pt x="24" y="0"/>
                      </a:lnTo>
                      <a:lnTo>
                        <a:pt x="18" y="0"/>
                      </a:lnTo>
                      <a:lnTo>
                        <a:pt x="14" y="2"/>
                      </a:lnTo>
                      <a:lnTo>
                        <a:pt x="12" y="0"/>
                      </a:lnTo>
                      <a:lnTo>
                        <a:pt x="8" y="1"/>
                      </a:lnTo>
                      <a:lnTo>
                        <a:pt x="5" y="7"/>
                      </a:lnTo>
                      <a:lnTo>
                        <a:pt x="2" y="13"/>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14" name="Line 518"/>
                <p:cNvSpPr/>
                <p:nvPr/>
              </p:nvSpPr>
              <p:spPr>
                <a:xfrm flipV="1">
                  <a:off x="2424" y="920"/>
                  <a:ext cx="6" cy="14"/>
                </a:xfrm>
                <a:prstGeom prst="line">
                  <a:avLst/>
                </a:prstGeom>
                <a:ln w="12700" cap="flat" cmpd="sng">
                  <a:solidFill>
                    <a:schemeClr val="tx1"/>
                  </a:solidFill>
                  <a:prstDash val="solid"/>
                  <a:headEnd type="none" w="med" len="med"/>
                  <a:tailEnd type="none" w="med" len="med"/>
                </a:ln>
              </p:spPr>
            </p:sp>
            <p:sp>
              <p:nvSpPr>
                <p:cNvPr id="32815" name="Line 519"/>
                <p:cNvSpPr/>
                <p:nvPr/>
              </p:nvSpPr>
              <p:spPr>
                <a:xfrm flipV="1">
                  <a:off x="2421" y="914"/>
                  <a:ext cx="7" cy="13"/>
                </a:xfrm>
                <a:prstGeom prst="line">
                  <a:avLst/>
                </a:prstGeom>
                <a:ln w="12700" cap="flat" cmpd="sng">
                  <a:solidFill>
                    <a:schemeClr val="tx1"/>
                  </a:solidFill>
                  <a:prstDash val="solid"/>
                  <a:headEnd type="none" w="med" len="med"/>
                  <a:tailEnd type="none" w="med" len="med"/>
                </a:ln>
              </p:spPr>
            </p:sp>
            <p:sp>
              <p:nvSpPr>
                <p:cNvPr id="32816" name="Freeform 520"/>
                <p:cNvSpPr/>
                <p:nvPr/>
              </p:nvSpPr>
              <p:spPr>
                <a:xfrm>
                  <a:off x="2420" y="912"/>
                  <a:ext cx="35" cy="29"/>
                </a:xfrm>
                <a:custGeom>
                  <a:avLst/>
                  <a:gdLst/>
                  <a:ahLst/>
                  <a:cxnLst>
                    <a:cxn ang="0">
                      <a:pos x="29" y="19"/>
                    </a:cxn>
                    <a:cxn ang="0">
                      <a:pos x="34" y="14"/>
                    </a:cxn>
                    <a:cxn ang="0">
                      <a:pos x="27" y="0"/>
                    </a:cxn>
                    <a:cxn ang="0">
                      <a:pos x="19" y="1"/>
                    </a:cxn>
                    <a:cxn ang="0">
                      <a:pos x="13" y="4"/>
                    </a:cxn>
                    <a:cxn ang="0">
                      <a:pos x="8" y="8"/>
                    </a:cxn>
                    <a:cxn ang="0">
                      <a:pos x="4" y="14"/>
                    </a:cxn>
                    <a:cxn ang="0">
                      <a:pos x="6" y="18"/>
                    </a:cxn>
                    <a:cxn ang="0">
                      <a:pos x="0" y="21"/>
                    </a:cxn>
                    <a:cxn ang="0">
                      <a:pos x="4" y="28"/>
                    </a:cxn>
                    <a:cxn ang="0">
                      <a:pos x="9" y="23"/>
                    </a:cxn>
                    <a:cxn ang="0">
                      <a:pos x="12" y="26"/>
                    </a:cxn>
                    <a:cxn ang="0">
                      <a:pos x="19" y="26"/>
                    </a:cxn>
                    <a:cxn ang="0">
                      <a:pos x="24" y="23"/>
                    </a:cxn>
                    <a:cxn ang="0">
                      <a:pos x="29" y="19"/>
                    </a:cxn>
                  </a:cxnLst>
                  <a:rect l="0" t="0" r="0" b="0"/>
                  <a:pathLst>
                    <a:path w="35" h="29">
                      <a:moveTo>
                        <a:pt x="29" y="19"/>
                      </a:moveTo>
                      <a:lnTo>
                        <a:pt x="34" y="14"/>
                      </a:lnTo>
                      <a:lnTo>
                        <a:pt x="27" y="0"/>
                      </a:lnTo>
                      <a:lnTo>
                        <a:pt x="19" y="1"/>
                      </a:lnTo>
                      <a:lnTo>
                        <a:pt x="13" y="4"/>
                      </a:lnTo>
                      <a:lnTo>
                        <a:pt x="8" y="8"/>
                      </a:lnTo>
                      <a:lnTo>
                        <a:pt x="4" y="14"/>
                      </a:lnTo>
                      <a:lnTo>
                        <a:pt x="6" y="18"/>
                      </a:lnTo>
                      <a:lnTo>
                        <a:pt x="0" y="21"/>
                      </a:lnTo>
                      <a:lnTo>
                        <a:pt x="4" y="28"/>
                      </a:lnTo>
                      <a:lnTo>
                        <a:pt x="9" y="23"/>
                      </a:lnTo>
                      <a:lnTo>
                        <a:pt x="12" y="26"/>
                      </a:lnTo>
                      <a:lnTo>
                        <a:pt x="19" y="26"/>
                      </a:lnTo>
                      <a:lnTo>
                        <a:pt x="24" y="23"/>
                      </a:lnTo>
                      <a:lnTo>
                        <a:pt x="29"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17" name="Freeform 521"/>
                <p:cNvSpPr/>
                <p:nvPr/>
              </p:nvSpPr>
              <p:spPr>
                <a:xfrm>
                  <a:off x="2418" y="919"/>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18" name="Freeform 522"/>
                <p:cNvSpPr/>
                <p:nvPr/>
              </p:nvSpPr>
              <p:spPr>
                <a:xfrm>
                  <a:off x="2439" y="911"/>
                  <a:ext cx="29" cy="26"/>
                </a:xfrm>
                <a:custGeom>
                  <a:avLst/>
                  <a:gdLst/>
                  <a:ahLst/>
                  <a:cxnLst>
                    <a:cxn ang="0">
                      <a:pos x="0" y="19"/>
                    </a:cxn>
                    <a:cxn ang="0">
                      <a:pos x="1" y="22"/>
                    </a:cxn>
                    <a:cxn ang="0">
                      <a:pos x="7" y="22"/>
                    </a:cxn>
                    <a:cxn ang="0">
                      <a:pos x="8" y="25"/>
                    </a:cxn>
                    <a:cxn ang="0">
                      <a:pos x="14" y="25"/>
                    </a:cxn>
                    <a:cxn ang="0">
                      <a:pos x="18" y="23"/>
                    </a:cxn>
                    <a:cxn ang="0">
                      <a:pos x="22" y="20"/>
                    </a:cxn>
                    <a:cxn ang="0">
                      <a:pos x="25" y="17"/>
                    </a:cxn>
                    <a:cxn ang="0">
                      <a:pos x="28" y="13"/>
                    </a:cxn>
                    <a:cxn ang="0">
                      <a:pos x="26" y="10"/>
                    </a:cxn>
                    <a:cxn ang="0">
                      <a:pos x="28" y="4"/>
                    </a:cxn>
                    <a:cxn ang="0">
                      <a:pos x="26" y="1"/>
                    </a:cxn>
                    <a:cxn ang="0">
                      <a:pos x="21" y="1"/>
                    </a:cxn>
                    <a:cxn ang="0">
                      <a:pos x="15" y="1"/>
                    </a:cxn>
                    <a:cxn ang="0">
                      <a:pos x="9" y="0"/>
                    </a:cxn>
                    <a:cxn ang="0">
                      <a:pos x="7" y="2"/>
                    </a:cxn>
                    <a:cxn ang="0">
                      <a:pos x="8" y="5"/>
                    </a:cxn>
                    <a:cxn ang="0">
                      <a:pos x="4" y="8"/>
                    </a:cxn>
                    <a:cxn ang="0">
                      <a:pos x="1" y="13"/>
                    </a:cxn>
                    <a:cxn ang="0">
                      <a:pos x="0" y="19"/>
                    </a:cxn>
                  </a:cxnLst>
                  <a:rect l="0" t="0" r="0" b="0"/>
                  <a:pathLst>
                    <a:path w="29" h="26">
                      <a:moveTo>
                        <a:pt x="0" y="19"/>
                      </a:moveTo>
                      <a:lnTo>
                        <a:pt x="1" y="22"/>
                      </a:lnTo>
                      <a:lnTo>
                        <a:pt x="7" y="22"/>
                      </a:lnTo>
                      <a:lnTo>
                        <a:pt x="8" y="25"/>
                      </a:lnTo>
                      <a:lnTo>
                        <a:pt x="14" y="25"/>
                      </a:lnTo>
                      <a:lnTo>
                        <a:pt x="18" y="23"/>
                      </a:lnTo>
                      <a:lnTo>
                        <a:pt x="22" y="20"/>
                      </a:lnTo>
                      <a:lnTo>
                        <a:pt x="25" y="17"/>
                      </a:lnTo>
                      <a:lnTo>
                        <a:pt x="28" y="13"/>
                      </a:lnTo>
                      <a:lnTo>
                        <a:pt x="26" y="10"/>
                      </a:lnTo>
                      <a:lnTo>
                        <a:pt x="28" y="4"/>
                      </a:lnTo>
                      <a:lnTo>
                        <a:pt x="26" y="1"/>
                      </a:lnTo>
                      <a:lnTo>
                        <a:pt x="21" y="1"/>
                      </a:lnTo>
                      <a:lnTo>
                        <a:pt x="15" y="1"/>
                      </a:lnTo>
                      <a:lnTo>
                        <a:pt x="9" y="0"/>
                      </a:lnTo>
                      <a:lnTo>
                        <a:pt x="7" y="2"/>
                      </a:lnTo>
                      <a:lnTo>
                        <a:pt x="8" y="5"/>
                      </a:lnTo>
                      <a:lnTo>
                        <a:pt x="4" y="8"/>
                      </a:lnTo>
                      <a:lnTo>
                        <a:pt x="1"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19" name="Line 523"/>
                <p:cNvSpPr/>
                <p:nvPr/>
              </p:nvSpPr>
              <p:spPr>
                <a:xfrm flipV="1">
                  <a:off x="2417" y="938"/>
                  <a:ext cx="9" cy="16"/>
                </a:xfrm>
                <a:prstGeom prst="line">
                  <a:avLst/>
                </a:prstGeom>
                <a:ln w="12700" cap="flat" cmpd="sng">
                  <a:solidFill>
                    <a:schemeClr val="tx1"/>
                  </a:solidFill>
                  <a:prstDash val="solid"/>
                  <a:headEnd type="none" w="med" len="med"/>
                  <a:tailEnd type="none" w="med" len="med"/>
                </a:ln>
              </p:spPr>
            </p:sp>
            <p:sp>
              <p:nvSpPr>
                <p:cNvPr id="32820" name="Line 524"/>
                <p:cNvSpPr/>
                <p:nvPr/>
              </p:nvSpPr>
              <p:spPr>
                <a:xfrm flipV="1">
                  <a:off x="2419" y="938"/>
                  <a:ext cx="6" cy="11"/>
                </a:xfrm>
                <a:prstGeom prst="line">
                  <a:avLst/>
                </a:prstGeom>
                <a:ln w="12700" cap="flat" cmpd="sng">
                  <a:solidFill>
                    <a:schemeClr val="tx1"/>
                  </a:solidFill>
                  <a:prstDash val="solid"/>
                  <a:headEnd type="none" w="med" len="med"/>
                  <a:tailEnd type="none" w="med" len="med"/>
                </a:ln>
              </p:spPr>
            </p:sp>
            <p:sp>
              <p:nvSpPr>
                <p:cNvPr id="32821" name="Freeform 525"/>
                <p:cNvSpPr/>
                <p:nvPr/>
              </p:nvSpPr>
              <p:spPr>
                <a:xfrm>
                  <a:off x="2417" y="932"/>
                  <a:ext cx="37" cy="28"/>
                </a:xfrm>
                <a:custGeom>
                  <a:avLst/>
                  <a:gdLst/>
                  <a:ahLst/>
                  <a:cxnLst>
                    <a:cxn ang="0">
                      <a:pos x="26" y="24"/>
                    </a:cxn>
                    <a:cxn ang="0">
                      <a:pos x="31" y="19"/>
                    </a:cxn>
                    <a:cxn ang="0">
                      <a:pos x="30" y="18"/>
                    </a:cxn>
                    <a:cxn ang="0">
                      <a:pos x="36" y="11"/>
                    </a:cxn>
                    <a:cxn ang="0">
                      <a:pos x="29" y="0"/>
                    </a:cxn>
                    <a:cxn ang="0">
                      <a:pos x="20" y="1"/>
                    </a:cxn>
                    <a:cxn ang="0">
                      <a:pos x="15" y="4"/>
                    </a:cxn>
                    <a:cxn ang="0">
                      <a:pos x="8" y="8"/>
                    </a:cxn>
                    <a:cxn ang="0">
                      <a:pos x="4" y="15"/>
                    </a:cxn>
                    <a:cxn ang="0">
                      <a:pos x="5" y="18"/>
                    </a:cxn>
                    <a:cxn ang="0">
                      <a:pos x="0" y="21"/>
                    </a:cxn>
                    <a:cxn ang="0">
                      <a:pos x="1" y="24"/>
                    </a:cxn>
                    <a:cxn ang="0">
                      <a:pos x="9" y="24"/>
                    </a:cxn>
                    <a:cxn ang="0">
                      <a:pos x="11" y="27"/>
                    </a:cxn>
                    <a:cxn ang="0">
                      <a:pos x="18" y="25"/>
                    </a:cxn>
                    <a:cxn ang="0">
                      <a:pos x="26" y="24"/>
                    </a:cxn>
                  </a:cxnLst>
                  <a:rect l="0" t="0" r="0" b="0"/>
                  <a:pathLst>
                    <a:path w="37" h="28">
                      <a:moveTo>
                        <a:pt x="26" y="24"/>
                      </a:moveTo>
                      <a:lnTo>
                        <a:pt x="31" y="19"/>
                      </a:lnTo>
                      <a:lnTo>
                        <a:pt x="30" y="18"/>
                      </a:lnTo>
                      <a:lnTo>
                        <a:pt x="36" y="11"/>
                      </a:lnTo>
                      <a:lnTo>
                        <a:pt x="29" y="0"/>
                      </a:lnTo>
                      <a:lnTo>
                        <a:pt x="20" y="1"/>
                      </a:lnTo>
                      <a:lnTo>
                        <a:pt x="15" y="4"/>
                      </a:lnTo>
                      <a:lnTo>
                        <a:pt x="8" y="8"/>
                      </a:lnTo>
                      <a:lnTo>
                        <a:pt x="4" y="15"/>
                      </a:lnTo>
                      <a:lnTo>
                        <a:pt x="5" y="18"/>
                      </a:lnTo>
                      <a:lnTo>
                        <a:pt x="0" y="21"/>
                      </a:lnTo>
                      <a:lnTo>
                        <a:pt x="1" y="24"/>
                      </a:lnTo>
                      <a:lnTo>
                        <a:pt x="9" y="24"/>
                      </a:lnTo>
                      <a:lnTo>
                        <a:pt x="11" y="27"/>
                      </a:lnTo>
                      <a:lnTo>
                        <a:pt x="18" y="25"/>
                      </a:lnTo>
                      <a:lnTo>
                        <a:pt x="26"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22" name="Freeform 526"/>
                <p:cNvSpPr/>
                <p:nvPr/>
              </p:nvSpPr>
              <p:spPr>
                <a:xfrm>
                  <a:off x="2414" y="939"/>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23" name="Freeform 527"/>
                <p:cNvSpPr/>
                <p:nvPr/>
              </p:nvSpPr>
              <p:spPr>
                <a:xfrm>
                  <a:off x="2434" y="930"/>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24" name="Line 528"/>
                <p:cNvSpPr/>
                <p:nvPr/>
              </p:nvSpPr>
              <p:spPr>
                <a:xfrm flipV="1">
                  <a:off x="2393" y="961"/>
                  <a:ext cx="9" cy="14"/>
                </a:xfrm>
                <a:prstGeom prst="line">
                  <a:avLst/>
                </a:prstGeom>
                <a:ln w="12700" cap="flat" cmpd="sng">
                  <a:solidFill>
                    <a:schemeClr val="tx1"/>
                  </a:solidFill>
                  <a:prstDash val="solid"/>
                  <a:headEnd type="none" w="med" len="med"/>
                  <a:tailEnd type="none" w="med" len="med"/>
                </a:ln>
              </p:spPr>
            </p:sp>
            <p:sp>
              <p:nvSpPr>
                <p:cNvPr id="32825" name="Line 529"/>
                <p:cNvSpPr/>
                <p:nvPr/>
              </p:nvSpPr>
              <p:spPr>
                <a:xfrm flipV="1">
                  <a:off x="2396" y="958"/>
                  <a:ext cx="5" cy="14"/>
                </a:xfrm>
                <a:prstGeom prst="line">
                  <a:avLst/>
                </a:prstGeom>
                <a:ln w="12700" cap="flat" cmpd="sng">
                  <a:solidFill>
                    <a:schemeClr val="tx1"/>
                  </a:solidFill>
                  <a:prstDash val="solid"/>
                  <a:headEnd type="none" w="med" len="med"/>
                  <a:tailEnd type="none" w="med" len="med"/>
                </a:ln>
              </p:spPr>
            </p:sp>
            <p:sp>
              <p:nvSpPr>
                <p:cNvPr id="32826" name="Freeform 530"/>
                <p:cNvSpPr/>
                <p:nvPr/>
              </p:nvSpPr>
              <p:spPr>
                <a:xfrm>
                  <a:off x="2390" y="960"/>
                  <a:ext cx="38" cy="29"/>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2"/>
                    </a:cxn>
                    <a:cxn ang="0">
                      <a:pos x="4" y="25"/>
                    </a:cxn>
                    <a:cxn ang="0">
                      <a:pos x="5" y="28"/>
                    </a:cxn>
                    <a:cxn ang="0">
                      <a:pos x="15" y="26"/>
                    </a:cxn>
                    <a:cxn ang="0">
                      <a:pos x="21" y="21"/>
                    </a:cxn>
                    <a:cxn ang="0">
                      <a:pos x="23" y="24"/>
                    </a:cxn>
                    <a:cxn ang="0">
                      <a:pos x="30" y="20"/>
                    </a:cxn>
                  </a:cxnLst>
                  <a:rect l="0" t="0" r="0" b="0"/>
                  <a:pathLst>
                    <a:path w="38" h="29">
                      <a:moveTo>
                        <a:pt x="30" y="20"/>
                      </a:moveTo>
                      <a:lnTo>
                        <a:pt x="28" y="17"/>
                      </a:lnTo>
                      <a:lnTo>
                        <a:pt x="37" y="13"/>
                      </a:lnTo>
                      <a:lnTo>
                        <a:pt x="28" y="0"/>
                      </a:lnTo>
                      <a:lnTo>
                        <a:pt x="20" y="4"/>
                      </a:lnTo>
                      <a:lnTo>
                        <a:pt x="19" y="1"/>
                      </a:lnTo>
                      <a:lnTo>
                        <a:pt x="12" y="6"/>
                      </a:lnTo>
                      <a:lnTo>
                        <a:pt x="13" y="9"/>
                      </a:lnTo>
                      <a:lnTo>
                        <a:pt x="6" y="13"/>
                      </a:lnTo>
                      <a:lnTo>
                        <a:pt x="0" y="20"/>
                      </a:lnTo>
                      <a:lnTo>
                        <a:pt x="2" y="22"/>
                      </a:lnTo>
                      <a:lnTo>
                        <a:pt x="4" y="25"/>
                      </a:lnTo>
                      <a:lnTo>
                        <a:pt x="5" y="28"/>
                      </a:lnTo>
                      <a:lnTo>
                        <a:pt x="15" y="26"/>
                      </a:lnTo>
                      <a:lnTo>
                        <a:pt x="21" y="21"/>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27" name="Freeform 531"/>
                <p:cNvSpPr/>
                <p:nvPr/>
              </p:nvSpPr>
              <p:spPr>
                <a:xfrm>
                  <a:off x="2389" y="964"/>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28" name="Freeform 532"/>
                <p:cNvSpPr/>
                <p:nvPr/>
              </p:nvSpPr>
              <p:spPr>
                <a:xfrm>
                  <a:off x="2405" y="951"/>
                  <a:ext cx="34" cy="26"/>
                </a:xfrm>
                <a:custGeom>
                  <a:avLst/>
                  <a:gdLst/>
                  <a:ahLst/>
                  <a:cxnLst>
                    <a:cxn ang="0">
                      <a:pos x="2" y="19"/>
                    </a:cxn>
                    <a:cxn ang="0">
                      <a:pos x="4" y="22"/>
                    </a:cxn>
                    <a:cxn ang="0">
                      <a:pos x="5" y="25"/>
                    </a:cxn>
                    <a:cxn ang="0">
                      <a:pos x="12" y="25"/>
                    </a:cxn>
                    <a:cxn ang="0">
                      <a:pos x="16" y="22"/>
                    </a:cxn>
                    <a:cxn ang="0">
                      <a:pos x="19" y="25"/>
                    </a:cxn>
                    <a:cxn ang="0">
                      <a:pos x="23" y="22"/>
                    </a:cxn>
                    <a:cxn ang="0">
                      <a:pos x="30" y="11"/>
                    </a:cxn>
                    <a:cxn ang="0">
                      <a:pos x="33" y="5"/>
                    </a:cxn>
                    <a:cxn ang="0">
                      <a:pos x="28" y="0"/>
                    </a:cxn>
                    <a:cxn ang="0">
                      <a:pos x="12" y="2"/>
                    </a:cxn>
                    <a:cxn ang="0">
                      <a:pos x="6" y="5"/>
                    </a:cxn>
                    <a:cxn ang="0">
                      <a:pos x="2" y="9"/>
                    </a:cxn>
                    <a:cxn ang="0">
                      <a:pos x="0" y="15"/>
                    </a:cxn>
                    <a:cxn ang="0">
                      <a:pos x="1" y="18"/>
                    </a:cxn>
                    <a:cxn ang="0">
                      <a:pos x="2" y="19"/>
                    </a:cxn>
                  </a:cxnLst>
                  <a:rect l="0" t="0" r="0" b="0"/>
                  <a:pathLst>
                    <a:path w="34" h="26">
                      <a:moveTo>
                        <a:pt x="2" y="19"/>
                      </a:moveTo>
                      <a:lnTo>
                        <a:pt x="4" y="22"/>
                      </a:lnTo>
                      <a:lnTo>
                        <a:pt x="5" y="25"/>
                      </a:lnTo>
                      <a:lnTo>
                        <a:pt x="12" y="25"/>
                      </a:lnTo>
                      <a:lnTo>
                        <a:pt x="16" y="22"/>
                      </a:lnTo>
                      <a:lnTo>
                        <a:pt x="19" y="25"/>
                      </a:lnTo>
                      <a:lnTo>
                        <a:pt x="23" y="22"/>
                      </a:lnTo>
                      <a:lnTo>
                        <a:pt x="30" y="11"/>
                      </a:lnTo>
                      <a:lnTo>
                        <a:pt x="33" y="5"/>
                      </a:lnTo>
                      <a:lnTo>
                        <a:pt x="28" y="0"/>
                      </a:lnTo>
                      <a:lnTo>
                        <a:pt x="12" y="2"/>
                      </a:lnTo>
                      <a:lnTo>
                        <a:pt x="6" y="5"/>
                      </a:lnTo>
                      <a:lnTo>
                        <a:pt x="2" y="9"/>
                      </a:lnTo>
                      <a:lnTo>
                        <a:pt x="0" y="15"/>
                      </a:lnTo>
                      <a:lnTo>
                        <a:pt x="1" y="18"/>
                      </a:lnTo>
                      <a:lnTo>
                        <a:pt x="2"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29" name="Line 533"/>
                <p:cNvSpPr/>
                <p:nvPr/>
              </p:nvSpPr>
              <p:spPr>
                <a:xfrm flipV="1">
                  <a:off x="2387" y="949"/>
                  <a:ext cx="12" cy="17"/>
                </a:xfrm>
                <a:prstGeom prst="line">
                  <a:avLst/>
                </a:prstGeom>
                <a:ln w="12700" cap="flat" cmpd="sng">
                  <a:solidFill>
                    <a:schemeClr val="tx1"/>
                  </a:solidFill>
                  <a:prstDash val="solid"/>
                  <a:headEnd type="none" w="med" len="med"/>
                  <a:tailEnd type="none" w="med" len="med"/>
                </a:ln>
              </p:spPr>
            </p:sp>
            <p:sp>
              <p:nvSpPr>
                <p:cNvPr id="32830" name="Line 534"/>
                <p:cNvSpPr/>
                <p:nvPr/>
              </p:nvSpPr>
              <p:spPr>
                <a:xfrm flipV="1">
                  <a:off x="2387" y="950"/>
                  <a:ext cx="9" cy="11"/>
                </a:xfrm>
                <a:prstGeom prst="line">
                  <a:avLst/>
                </a:prstGeom>
                <a:ln w="12700" cap="flat" cmpd="sng">
                  <a:solidFill>
                    <a:schemeClr val="tx1"/>
                  </a:solidFill>
                  <a:prstDash val="solid"/>
                  <a:headEnd type="none" w="med" len="med"/>
                  <a:tailEnd type="none" w="med" len="med"/>
                </a:ln>
              </p:spPr>
            </p:sp>
            <p:sp>
              <p:nvSpPr>
                <p:cNvPr id="32831" name="Freeform 535"/>
                <p:cNvSpPr/>
                <p:nvPr/>
              </p:nvSpPr>
              <p:spPr>
                <a:xfrm>
                  <a:off x="2381" y="946"/>
                  <a:ext cx="38" cy="30"/>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3"/>
                    </a:cxn>
                    <a:cxn ang="0">
                      <a:pos x="2" y="24"/>
                    </a:cxn>
                    <a:cxn ang="0">
                      <a:pos x="4" y="27"/>
                    </a:cxn>
                    <a:cxn ang="0">
                      <a:pos x="15" y="29"/>
                    </a:cxn>
                    <a:cxn ang="0">
                      <a:pos x="22" y="24"/>
                    </a:cxn>
                    <a:cxn ang="0">
                      <a:pos x="31" y="20"/>
                    </a:cxn>
                  </a:cxnLst>
                  <a:rect l="0" t="0" r="0" b="0"/>
                  <a:pathLst>
                    <a:path w="38" h="30">
                      <a:moveTo>
                        <a:pt x="31" y="20"/>
                      </a:moveTo>
                      <a:lnTo>
                        <a:pt x="37" y="13"/>
                      </a:lnTo>
                      <a:lnTo>
                        <a:pt x="28" y="0"/>
                      </a:lnTo>
                      <a:lnTo>
                        <a:pt x="21" y="4"/>
                      </a:lnTo>
                      <a:lnTo>
                        <a:pt x="19" y="1"/>
                      </a:lnTo>
                      <a:lnTo>
                        <a:pt x="11" y="5"/>
                      </a:lnTo>
                      <a:lnTo>
                        <a:pt x="12" y="8"/>
                      </a:lnTo>
                      <a:lnTo>
                        <a:pt x="5" y="12"/>
                      </a:lnTo>
                      <a:lnTo>
                        <a:pt x="0" y="20"/>
                      </a:lnTo>
                      <a:lnTo>
                        <a:pt x="1" y="23"/>
                      </a:lnTo>
                      <a:lnTo>
                        <a:pt x="2" y="24"/>
                      </a:lnTo>
                      <a:lnTo>
                        <a:pt x="4" y="27"/>
                      </a:lnTo>
                      <a:lnTo>
                        <a:pt x="15" y="29"/>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32" name="Freeform 536"/>
                <p:cNvSpPr/>
                <p:nvPr/>
              </p:nvSpPr>
              <p:spPr>
                <a:xfrm>
                  <a:off x="2379" y="951"/>
                  <a:ext cx="41" cy="23"/>
                </a:xfrm>
                <a:custGeom>
                  <a:avLst/>
                  <a:gdLst/>
                  <a:ahLst/>
                  <a:cxnLst>
                    <a:cxn ang="0">
                      <a:pos x="0" y="8"/>
                    </a:cxn>
                    <a:cxn ang="0">
                      <a:pos x="34" y="0"/>
                    </a:cxn>
                    <a:cxn ang="0">
                      <a:pos x="40" y="11"/>
                    </a:cxn>
                    <a:cxn ang="0">
                      <a:pos x="4" y="22"/>
                    </a:cxn>
                    <a:cxn ang="0">
                      <a:pos x="0" y="8"/>
                    </a:cxn>
                  </a:cxnLst>
                  <a:rect l="0" t="0" r="0" b="0"/>
                  <a:pathLst>
                    <a:path w="41" h="23">
                      <a:moveTo>
                        <a:pt x="0" y="8"/>
                      </a:moveTo>
                      <a:lnTo>
                        <a:pt x="34" y="0"/>
                      </a:lnTo>
                      <a:lnTo>
                        <a:pt x="40"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33" name="Freeform 537"/>
                <p:cNvSpPr/>
                <p:nvPr/>
              </p:nvSpPr>
              <p:spPr>
                <a:xfrm>
                  <a:off x="2403" y="942"/>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34" name="Line 538"/>
                <p:cNvSpPr/>
                <p:nvPr/>
              </p:nvSpPr>
              <p:spPr>
                <a:xfrm flipV="1">
                  <a:off x="2367" y="956"/>
                  <a:ext cx="5" cy="12"/>
                </a:xfrm>
                <a:prstGeom prst="line">
                  <a:avLst/>
                </a:prstGeom>
                <a:ln w="12700" cap="flat" cmpd="sng">
                  <a:solidFill>
                    <a:schemeClr val="tx1"/>
                  </a:solidFill>
                  <a:prstDash val="solid"/>
                  <a:headEnd type="none" w="med" len="med"/>
                  <a:tailEnd type="none" w="med" len="med"/>
                </a:ln>
              </p:spPr>
            </p:sp>
            <p:sp>
              <p:nvSpPr>
                <p:cNvPr id="32835" name="Line 539"/>
                <p:cNvSpPr/>
                <p:nvPr/>
              </p:nvSpPr>
              <p:spPr>
                <a:xfrm flipV="1">
                  <a:off x="2363" y="950"/>
                  <a:ext cx="9" cy="13"/>
                </a:xfrm>
                <a:prstGeom prst="line">
                  <a:avLst/>
                </a:prstGeom>
                <a:ln w="12700" cap="flat" cmpd="sng">
                  <a:solidFill>
                    <a:schemeClr val="tx1"/>
                  </a:solidFill>
                  <a:prstDash val="solid"/>
                  <a:headEnd type="none" w="med" len="med"/>
                  <a:tailEnd type="none" w="med" len="med"/>
                </a:ln>
              </p:spPr>
            </p:sp>
            <p:sp>
              <p:nvSpPr>
                <p:cNvPr id="32836" name="Freeform 540"/>
                <p:cNvSpPr/>
                <p:nvPr/>
              </p:nvSpPr>
              <p:spPr>
                <a:xfrm>
                  <a:off x="2365" y="947"/>
                  <a:ext cx="34" cy="28"/>
                </a:xfrm>
                <a:custGeom>
                  <a:avLst/>
                  <a:gdLst/>
                  <a:ahLst/>
                  <a:cxnLst>
                    <a:cxn ang="0">
                      <a:pos x="28" y="21"/>
                    </a:cxn>
                    <a:cxn ang="0">
                      <a:pos x="26" y="18"/>
                    </a:cxn>
                    <a:cxn ang="0">
                      <a:pos x="33" y="14"/>
                    </a:cxn>
                    <a:cxn ang="0">
                      <a:pos x="24" y="0"/>
                    </a:cxn>
                    <a:cxn ang="0">
                      <a:pos x="19" y="4"/>
                    </a:cxn>
                    <a:cxn ang="0">
                      <a:pos x="16" y="1"/>
                    </a:cxn>
                    <a:cxn ang="0">
                      <a:pos x="11" y="4"/>
                    </a:cxn>
                    <a:cxn ang="0">
                      <a:pos x="12" y="7"/>
                    </a:cxn>
                    <a:cxn ang="0">
                      <a:pos x="6" y="11"/>
                    </a:cxn>
                    <a:cxn ang="0">
                      <a:pos x="2" y="17"/>
                    </a:cxn>
                    <a:cxn ang="0">
                      <a:pos x="5" y="19"/>
                    </a:cxn>
                    <a:cxn ang="0">
                      <a:pos x="0" y="24"/>
                    </a:cxn>
                    <a:cxn ang="0">
                      <a:pos x="1" y="27"/>
                    </a:cxn>
                    <a:cxn ang="0">
                      <a:pos x="8" y="25"/>
                    </a:cxn>
                    <a:cxn ang="0">
                      <a:pos x="15" y="25"/>
                    </a:cxn>
                    <a:cxn ang="0">
                      <a:pos x="20" y="21"/>
                    </a:cxn>
                    <a:cxn ang="0">
                      <a:pos x="23" y="24"/>
                    </a:cxn>
                    <a:cxn ang="0">
                      <a:pos x="28" y="21"/>
                    </a:cxn>
                  </a:cxnLst>
                  <a:rect l="0" t="0" r="0" b="0"/>
                  <a:pathLst>
                    <a:path w="34" h="28">
                      <a:moveTo>
                        <a:pt x="28" y="21"/>
                      </a:moveTo>
                      <a:lnTo>
                        <a:pt x="26" y="18"/>
                      </a:lnTo>
                      <a:lnTo>
                        <a:pt x="33" y="14"/>
                      </a:lnTo>
                      <a:lnTo>
                        <a:pt x="24" y="0"/>
                      </a:lnTo>
                      <a:lnTo>
                        <a:pt x="19" y="4"/>
                      </a:lnTo>
                      <a:lnTo>
                        <a:pt x="16" y="1"/>
                      </a:lnTo>
                      <a:lnTo>
                        <a:pt x="11" y="4"/>
                      </a:lnTo>
                      <a:lnTo>
                        <a:pt x="12" y="7"/>
                      </a:lnTo>
                      <a:lnTo>
                        <a:pt x="6" y="11"/>
                      </a:lnTo>
                      <a:lnTo>
                        <a:pt x="2" y="17"/>
                      </a:lnTo>
                      <a:lnTo>
                        <a:pt x="5" y="19"/>
                      </a:lnTo>
                      <a:lnTo>
                        <a:pt x="0" y="24"/>
                      </a:lnTo>
                      <a:lnTo>
                        <a:pt x="1" y="27"/>
                      </a:lnTo>
                      <a:lnTo>
                        <a:pt x="8" y="25"/>
                      </a:lnTo>
                      <a:lnTo>
                        <a:pt x="15" y="25"/>
                      </a:lnTo>
                      <a:lnTo>
                        <a:pt x="20" y="21"/>
                      </a:lnTo>
                      <a:lnTo>
                        <a:pt x="23" y="24"/>
                      </a:lnTo>
                      <a:lnTo>
                        <a:pt x="28"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37" name="Freeform 541"/>
                <p:cNvSpPr/>
                <p:nvPr/>
              </p:nvSpPr>
              <p:spPr>
                <a:xfrm>
                  <a:off x="2362" y="953"/>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38" name="Freeform 542"/>
                <p:cNvSpPr/>
                <p:nvPr/>
              </p:nvSpPr>
              <p:spPr>
                <a:xfrm>
                  <a:off x="2378" y="943"/>
                  <a:ext cx="36" cy="28"/>
                </a:xfrm>
                <a:custGeom>
                  <a:avLst/>
                  <a:gdLst/>
                  <a:ahLst/>
                  <a:cxnLst>
                    <a:cxn ang="0">
                      <a:pos x="2" y="21"/>
                    </a:cxn>
                    <a:cxn ang="0">
                      <a:pos x="4" y="24"/>
                    </a:cxn>
                    <a:cxn ang="0">
                      <a:pos x="5" y="27"/>
                    </a:cxn>
                    <a:cxn ang="0">
                      <a:pos x="12" y="27"/>
                    </a:cxn>
                    <a:cxn ang="0">
                      <a:pos x="18" y="24"/>
                    </a:cxn>
                    <a:cxn ang="0">
                      <a:pos x="19" y="27"/>
                    </a:cxn>
                    <a:cxn ang="0">
                      <a:pos x="23" y="22"/>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9"/>
                    </a:cxn>
                    <a:cxn ang="0">
                      <a:pos x="0" y="15"/>
                    </a:cxn>
                    <a:cxn ang="0">
                      <a:pos x="1" y="18"/>
                    </a:cxn>
                    <a:cxn ang="0">
                      <a:pos x="2" y="21"/>
                    </a:cxn>
                  </a:cxnLst>
                  <a:rect l="0" t="0" r="0" b="0"/>
                  <a:pathLst>
                    <a:path w="36" h="28">
                      <a:moveTo>
                        <a:pt x="2" y="21"/>
                      </a:moveTo>
                      <a:lnTo>
                        <a:pt x="4" y="24"/>
                      </a:lnTo>
                      <a:lnTo>
                        <a:pt x="5" y="27"/>
                      </a:lnTo>
                      <a:lnTo>
                        <a:pt x="12" y="27"/>
                      </a:lnTo>
                      <a:lnTo>
                        <a:pt x="18" y="24"/>
                      </a:lnTo>
                      <a:lnTo>
                        <a:pt x="19" y="27"/>
                      </a:lnTo>
                      <a:lnTo>
                        <a:pt x="23" y="22"/>
                      </a:lnTo>
                      <a:lnTo>
                        <a:pt x="28" y="17"/>
                      </a:lnTo>
                      <a:lnTo>
                        <a:pt x="30" y="11"/>
                      </a:lnTo>
                      <a:lnTo>
                        <a:pt x="29" y="8"/>
                      </a:lnTo>
                      <a:lnTo>
                        <a:pt x="35" y="5"/>
                      </a:lnTo>
                      <a:lnTo>
                        <a:pt x="32" y="2"/>
                      </a:lnTo>
                      <a:lnTo>
                        <a:pt x="26" y="2"/>
                      </a:lnTo>
                      <a:lnTo>
                        <a:pt x="23" y="0"/>
                      </a:lnTo>
                      <a:lnTo>
                        <a:pt x="18" y="1"/>
                      </a:lnTo>
                      <a:lnTo>
                        <a:pt x="12" y="4"/>
                      </a:lnTo>
                      <a:lnTo>
                        <a:pt x="8" y="7"/>
                      </a:lnTo>
                      <a:lnTo>
                        <a:pt x="2" y="9"/>
                      </a:lnTo>
                      <a:lnTo>
                        <a:pt x="0" y="15"/>
                      </a:lnTo>
                      <a:lnTo>
                        <a:pt x="1" y="18"/>
                      </a:lnTo>
                      <a:lnTo>
                        <a:pt x="2"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39" name="Line 543"/>
                <p:cNvSpPr/>
                <p:nvPr/>
              </p:nvSpPr>
              <p:spPr>
                <a:xfrm flipV="1">
                  <a:off x="2398" y="934"/>
                  <a:ext cx="6" cy="15"/>
                </a:xfrm>
                <a:prstGeom prst="line">
                  <a:avLst/>
                </a:prstGeom>
                <a:ln w="12700" cap="flat" cmpd="sng">
                  <a:solidFill>
                    <a:schemeClr val="tx1"/>
                  </a:solidFill>
                  <a:prstDash val="solid"/>
                  <a:headEnd type="none" w="med" len="med"/>
                  <a:tailEnd type="none" w="med" len="med"/>
                </a:ln>
              </p:spPr>
            </p:sp>
            <p:sp>
              <p:nvSpPr>
                <p:cNvPr id="32840" name="Line 544"/>
                <p:cNvSpPr/>
                <p:nvPr/>
              </p:nvSpPr>
              <p:spPr>
                <a:xfrm flipV="1">
                  <a:off x="2396" y="930"/>
                  <a:ext cx="11" cy="13"/>
                </a:xfrm>
                <a:prstGeom prst="line">
                  <a:avLst/>
                </a:prstGeom>
                <a:ln w="12700" cap="flat" cmpd="sng">
                  <a:solidFill>
                    <a:schemeClr val="tx1"/>
                  </a:solidFill>
                  <a:prstDash val="solid"/>
                  <a:headEnd type="none" w="med" len="med"/>
                  <a:tailEnd type="none" w="med" len="med"/>
                </a:ln>
              </p:spPr>
            </p:sp>
            <p:sp>
              <p:nvSpPr>
                <p:cNvPr id="32841" name="Freeform 545"/>
                <p:cNvSpPr/>
                <p:nvPr/>
              </p:nvSpPr>
              <p:spPr>
                <a:xfrm>
                  <a:off x="2396" y="926"/>
                  <a:ext cx="37" cy="29"/>
                </a:xfrm>
                <a:custGeom>
                  <a:avLst/>
                  <a:gdLst/>
                  <a:ahLst/>
                  <a:cxnLst>
                    <a:cxn ang="0">
                      <a:pos x="27" y="22"/>
                    </a:cxn>
                    <a:cxn ang="0">
                      <a:pos x="36" y="18"/>
                    </a:cxn>
                    <a:cxn ang="0">
                      <a:pos x="33" y="15"/>
                    </a:cxn>
                    <a:cxn ang="0">
                      <a:pos x="26" y="2"/>
                    </a:cxn>
                    <a:cxn ang="0">
                      <a:pos x="23" y="0"/>
                    </a:cxn>
                    <a:cxn ang="0">
                      <a:pos x="16" y="4"/>
                    </a:cxn>
                    <a:cxn ang="0">
                      <a:pos x="11" y="11"/>
                    </a:cxn>
                    <a:cxn ang="0">
                      <a:pos x="5" y="18"/>
                    </a:cxn>
                    <a:cxn ang="0">
                      <a:pos x="0" y="25"/>
                    </a:cxn>
                    <a:cxn ang="0">
                      <a:pos x="1" y="28"/>
                    </a:cxn>
                    <a:cxn ang="0">
                      <a:pos x="11" y="26"/>
                    </a:cxn>
                    <a:cxn ang="0">
                      <a:pos x="19" y="25"/>
                    </a:cxn>
                    <a:cxn ang="0">
                      <a:pos x="27" y="22"/>
                    </a:cxn>
                  </a:cxnLst>
                  <a:rect l="0" t="0" r="0" b="0"/>
                  <a:pathLst>
                    <a:path w="37" h="29">
                      <a:moveTo>
                        <a:pt x="27" y="22"/>
                      </a:moveTo>
                      <a:lnTo>
                        <a:pt x="36" y="18"/>
                      </a:lnTo>
                      <a:lnTo>
                        <a:pt x="33" y="15"/>
                      </a:lnTo>
                      <a:lnTo>
                        <a:pt x="26" y="2"/>
                      </a:lnTo>
                      <a:lnTo>
                        <a:pt x="23" y="0"/>
                      </a:lnTo>
                      <a:lnTo>
                        <a:pt x="16" y="4"/>
                      </a:lnTo>
                      <a:lnTo>
                        <a:pt x="11" y="11"/>
                      </a:lnTo>
                      <a:lnTo>
                        <a:pt x="5" y="18"/>
                      </a:lnTo>
                      <a:lnTo>
                        <a:pt x="0" y="25"/>
                      </a:lnTo>
                      <a:lnTo>
                        <a:pt x="1" y="28"/>
                      </a:lnTo>
                      <a:lnTo>
                        <a:pt x="11" y="26"/>
                      </a:lnTo>
                      <a:lnTo>
                        <a:pt x="19" y="25"/>
                      </a:lnTo>
                      <a:lnTo>
                        <a:pt x="27"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42" name="Freeform 546"/>
                <p:cNvSpPr/>
                <p:nvPr/>
              </p:nvSpPr>
              <p:spPr>
                <a:xfrm>
                  <a:off x="2392" y="933"/>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43" name="Freeform 547"/>
                <p:cNvSpPr/>
                <p:nvPr/>
              </p:nvSpPr>
              <p:spPr>
                <a:xfrm>
                  <a:off x="2416" y="923"/>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2844" name="Line 548"/>
                <p:cNvSpPr/>
                <p:nvPr/>
              </p:nvSpPr>
              <p:spPr>
                <a:xfrm flipV="1">
                  <a:off x="2376" y="935"/>
                  <a:ext cx="12" cy="15"/>
                </a:xfrm>
                <a:prstGeom prst="line">
                  <a:avLst/>
                </a:prstGeom>
                <a:ln w="12700" cap="flat" cmpd="sng">
                  <a:solidFill>
                    <a:schemeClr val="tx1"/>
                  </a:solidFill>
                  <a:prstDash val="solid"/>
                  <a:headEnd type="none" w="med" len="med"/>
                  <a:tailEnd type="none" w="med" len="med"/>
                </a:ln>
              </p:spPr>
            </p:sp>
            <p:sp>
              <p:nvSpPr>
                <p:cNvPr id="32845" name="Line 549"/>
                <p:cNvSpPr/>
                <p:nvPr/>
              </p:nvSpPr>
              <p:spPr>
                <a:xfrm flipV="1">
                  <a:off x="2377" y="933"/>
                  <a:ext cx="8" cy="11"/>
                </a:xfrm>
                <a:prstGeom prst="line">
                  <a:avLst/>
                </a:prstGeom>
                <a:ln w="12700" cap="flat" cmpd="sng">
                  <a:solidFill>
                    <a:schemeClr val="tx1"/>
                  </a:solidFill>
                  <a:prstDash val="solid"/>
                  <a:headEnd type="none" w="med" len="med"/>
                  <a:tailEnd type="none" w="med" len="med"/>
                </a:ln>
              </p:spPr>
            </p:sp>
            <p:sp>
              <p:nvSpPr>
                <p:cNvPr id="32846" name="Freeform 550"/>
                <p:cNvSpPr/>
                <p:nvPr/>
              </p:nvSpPr>
              <p:spPr>
                <a:xfrm>
                  <a:off x="2370" y="929"/>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47" name="Freeform 551"/>
                <p:cNvSpPr/>
                <p:nvPr/>
              </p:nvSpPr>
              <p:spPr>
                <a:xfrm>
                  <a:off x="2369" y="933"/>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2848" name="Freeform 552"/>
                <p:cNvSpPr/>
                <p:nvPr/>
              </p:nvSpPr>
              <p:spPr>
                <a:xfrm>
                  <a:off x="2392" y="924"/>
                  <a:ext cx="36" cy="30"/>
                </a:xfrm>
                <a:custGeom>
                  <a:avLst/>
                  <a:gdLst/>
                  <a:ahLst/>
                  <a:cxnLst>
                    <a:cxn ang="0">
                      <a:pos x="1" y="22"/>
                    </a:cxn>
                    <a:cxn ang="0">
                      <a:pos x="2" y="24"/>
                    </a:cxn>
                    <a:cxn ang="0">
                      <a:pos x="4" y="27"/>
                    </a:cxn>
                    <a:cxn ang="0">
                      <a:pos x="12" y="29"/>
                    </a:cxn>
                    <a:cxn ang="0">
                      <a:pos x="18" y="26"/>
                    </a:cxn>
                    <a:cxn ang="0">
                      <a:pos x="23" y="23"/>
                    </a:cxn>
                    <a:cxn ang="0">
                      <a:pos x="28" y="20"/>
                    </a:cxn>
                    <a:cxn ang="0">
                      <a:pos x="33" y="16"/>
                    </a:cxn>
                    <a:cxn ang="0">
                      <a:pos x="35" y="8"/>
                    </a:cxn>
                    <a:cxn ang="0">
                      <a:pos x="33" y="5"/>
                    </a:cxn>
                    <a:cxn ang="0">
                      <a:pos x="32" y="2"/>
                    </a:cxn>
                    <a:cxn ang="0">
                      <a:pos x="30" y="0"/>
                    </a:cxn>
                    <a:cxn ang="0">
                      <a:pos x="23" y="1"/>
                    </a:cxn>
                    <a:cxn ang="0">
                      <a:pos x="18" y="4"/>
                    </a:cxn>
                    <a:cxn ang="0">
                      <a:pos x="11" y="4"/>
                    </a:cxn>
                    <a:cxn ang="0">
                      <a:pos x="7" y="6"/>
                    </a:cxn>
                    <a:cxn ang="0">
                      <a:pos x="8" y="9"/>
                    </a:cxn>
                    <a:cxn ang="0">
                      <a:pos x="2" y="12"/>
                    </a:cxn>
                    <a:cxn ang="0">
                      <a:pos x="0" y="19"/>
                    </a:cxn>
                    <a:cxn ang="0">
                      <a:pos x="1" y="22"/>
                    </a:cxn>
                  </a:cxnLst>
                  <a:rect l="0" t="0" r="0" b="0"/>
                  <a:pathLst>
                    <a:path w="36" h="30">
                      <a:moveTo>
                        <a:pt x="1" y="22"/>
                      </a:moveTo>
                      <a:lnTo>
                        <a:pt x="2" y="24"/>
                      </a:lnTo>
                      <a:lnTo>
                        <a:pt x="4" y="27"/>
                      </a:lnTo>
                      <a:lnTo>
                        <a:pt x="12" y="29"/>
                      </a:lnTo>
                      <a:lnTo>
                        <a:pt x="18" y="26"/>
                      </a:lnTo>
                      <a:lnTo>
                        <a:pt x="23" y="23"/>
                      </a:lnTo>
                      <a:lnTo>
                        <a:pt x="28" y="20"/>
                      </a:lnTo>
                      <a:lnTo>
                        <a:pt x="33" y="16"/>
                      </a:lnTo>
                      <a:lnTo>
                        <a:pt x="35" y="8"/>
                      </a:lnTo>
                      <a:lnTo>
                        <a:pt x="33" y="5"/>
                      </a:lnTo>
                      <a:lnTo>
                        <a:pt x="32" y="2"/>
                      </a:lnTo>
                      <a:lnTo>
                        <a:pt x="30" y="0"/>
                      </a:lnTo>
                      <a:lnTo>
                        <a:pt x="23" y="1"/>
                      </a:lnTo>
                      <a:lnTo>
                        <a:pt x="18" y="4"/>
                      </a:lnTo>
                      <a:lnTo>
                        <a:pt x="11" y="4"/>
                      </a:lnTo>
                      <a:lnTo>
                        <a:pt x="7"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32849" name="Line 630"/>
              <p:cNvSpPr/>
              <p:nvPr/>
            </p:nvSpPr>
            <p:spPr>
              <a:xfrm>
                <a:off x="2653" y="799"/>
                <a:ext cx="681" cy="2268"/>
              </a:xfrm>
              <a:prstGeom prst="line">
                <a:avLst/>
              </a:prstGeom>
              <a:ln w="9525" cap="flat" cmpd="sng">
                <a:solidFill>
                  <a:srgbClr val="FF3300"/>
                </a:solidFill>
                <a:prstDash val="solid"/>
                <a:headEnd type="none" w="med" len="med"/>
                <a:tailEnd type="triangle" w="med" len="med"/>
              </a:ln>
            </p:spPr>
          </p:sp>
          <p:sp>
            <p:nvSpPr>
              <p:cNvPr id="32850" name="Line 631"/>
              <p:cNvSpPr/>
              <p:nvPr/>
            </p:nvSpPr>
            <p:spPr>
              <a:xfrm>
                <a:off x="2744" y="754"/>
                <a:ext cx="1996" cy="816"/>
              </a:xfrm>
              <a:prstGeom prst="line">
                <a:avLst/>
              </a:prstGeom>
              <a:ln w="9525" cap="flat" cmpd="sng">
                <a:solidFill>
                  <a:srgbClr val="FF3300"/>
                </a:solidFill>
                <a:prstDash val="solid"/>
                <a:headEnd type="none" w="med" len="med"/>
                <a:tailEnd type="triangle" w="med" len="med"/>
              </a:ln>
            </p:spPr>
          </p:sp>
          <p:sp>
            <p:nvSpPr>
              <p:cNvPr id="32851" name="Line 632"/>
              <p:cNvSpPr/>
              <p:nvPr/>
            </p:nvSpPr>
            <p:spPr>
              <a:xfrm>
                <a:off x="2653" y="754"/>
                <a:ext cx="998" cy="1134"/>
              </a:xfrm>
              <a:prstGeom prst="line">
                <a:avLst/>
              </a:prstGeom>
              <a:ln w="9525" cap="flat" cmpd="sng">
                <a:solidFill>
                  <a:srgbClr val="FF3300"/>
                </a:solidFill>
                <a:prstDash val="solid"/>
                <a:headEnd type="none" w="med" len="med"/>
                <a:tailEnd type="triangle" w="med" len="med"/>
              </a:ln>
            </p:spPr>
          </p:sp>
          <p:sp>
            <p:nvSpPr>
              <p:cNvPr id="32852" name="Line 633"/>
              <p:cNvSpPr/>
              <p:nvPr/>
            </p:nvSpPr>
            <p:spPr>
              <a:xfrm>
                <a:off x="2653" y="754"/>
                <a:ext cx="726" cy="1587"/>
              </a:xfrm>
              <a:prstGeom prst="line">
                <a:avLst/>
              </a:prstGeom>
              <a:ln w="9525" cap="flat" cmpd="sng">
                <a:solidFill>
                  <a:srgbClr val="FF3300"/>
                </a:solidFill>
                <a:prstDash val="solid"/>
                <a:headEnd type="none" w="med" len="med"/>
                <a:tailEnd type="triangle" w="med" len="med"/>
              </a:ln>
            </p:spPr>
          </p:sp>
          <p:sp>
            <p:nvSpPr>
              <p:cNvPr id="32853" name="Line 634"/>
              <p:cNvSpPr/>
              <p:nvPr/>
            </p:nvSpPr>
            <p:spPr>
              <a:xfrm>
                <a:off x="2653" y="754"/>
                <a:ext cx="1361" cy="862"/>
              </a:xfrm>
              <a:prstGeom prst="line">
                <a:avLst/>
              </a:prstGeom>
              <a:ln w="9525" cap="flat" cmpd="sng">
                <a:solidFill>
                  <a:srgbClr val="FF3300"/>
                </a:solidFill>
                <a:prstDash val="solid"/>
                <a:headEnd type="none" w="med" len="med"/>
                <a:tailEnd type="triangle" w="med" len="med"/>
              </a:ln>
            </p:spPr>
          </p:sp>
        </p:grpSp>
      </p:grpSp>
      <p:sp>
        <p:nvSpPr>
          <p:cNvPr id="87" name="Rectangle 2"/>
          <p:cNvSpPr txBox="1"/>
          <p:nvPr/>
        </p:nvSpPr>
        <p:spPr>
          <a:xfrm>
            <a:off x="1174542" y="1813863"/>
            <a:ext cx="4863552" cy="4327717"/>
          </a:xfrm>
          <a:prstGeom prst="rect">
            <a:avLst/>
          </a:prstGeom>
        </p:spPr>
        <p:txBody>
          <a:bodyPr vert="horz" wrap="square" lIns="91440" tIns="45720" rIns="91440" bIns="45720" anchor="t"/>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609600" algn="just"/>
            <a:r>
              <a:rPr lang="zh-CN" altLang="en-US" dirty="0" smtClean="0"/>
              <a:t>    连续不断地向地球发送导航定位的</a:t>
            </a:r>
            <a:r>
              <a:rPr lang="en-US" altLang="zh-CN" dirty="0" smtClean="0"/>
              <a:t>GPS</a:t>
            </a:r>
            <a:r>
              <a:rPr lang="zh-CN" altLang="en-US" dirty="0" smtClean="0"/>
              <a:t>信号，以</a:t>
            </a:r>
            <a:r>
              <a:rPr lang="zh-CN" altLang="en-US" dirty="0" smtClean="0">
                <a:solidFill>
                  <a:srgbClr val="FF0000"/>
                </a:solidFill>
              </a:rPr>
              <a:t>导航电文</a:t>
            </a:r>
            <a:r>
              <a:rPr lang="zh-CN" altLang="en-US" dirty="0" smtClean="0"/>
              <a:t>的形式向用户提供卫星星历表（其中包含卫星现时的位置及其它卫星的概略位置）、时钟校正参数、传播延迟参数及其它信息。</a:t>
            </a:r>
          </a:p>
          <a:p>
            <a:pPr indent="-609600" algn="just"/>
            <a:r>
              <a:rPr lang="zh-CN" altLang="en-US" dirty="0" smtClean="0"/>
              <a:t>   （最主要的信息是“时间”和“位置”）</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0">
                                            <p:bg/>
                                          </p:spTgt>
                                        </p:tgtEl>
                                        <p:attrNameLst>
                                          <p:attrName>style.visibility</p:attrName>
                                        </p:attrNameLst>
                                      </p:cBhvr>
                                      <p:to>
                                        <p:strVal val="visible"/>
                                      </p:to>
                                    </p:set>
                                    <p:anim calcmode="lin" valueType="num">
                                      <p:cBhvr additive="base">
                                        <p:cTn id="7" dur="500" fill="hold"/>
                                        <p:tgtEl>
                                          <p:spTgt spid="12290">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0">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0">
                                            <p:txEl>
                                              <p:pRg st="0" end="0"/>
                                            </p:txEl>
                                          </p:spTgt>
                                        </p:tgtEl>
                                        <p:attrNameLst>
                                          <p:attrName>style.visibility</p:attrName>
                                        </p:attrNameLst>
                                      </p:cBhvr>
                                      <p:to>
                                        <p:strVal val="visible"/>
                                      </p:to>
                                    </p:set>
                                    <p:anim calcmode="lin" valueType="num">
                                      <p:cBhvr additive="base">
                                        <p:cTn id="13" dur="500" fill="hold"/>
                                        <p:tgtEl>
                                          <p:spTgt spid="1229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7">
                                            <p:txEl>
                                              <p:pRg st="0" end="0"/>
                                            </p:txEl>
                                          </p:spTgt>
                                        </p:tgtEl>
                                        <p:attrNameLst>
                                          <p:attrName>style.visibility</p:attrName>
                                        </p:attrNameLst>
                                      </p:cBhvr>
                                      <p:to>
                                        <p:strVal val="visible"/>
                                      </p:to>
                                    </p:set>
                                    <p:anim calcmode="lin" valueType="num">
                                      <p:cBhvr additive="base">
                                        <p:cTn id="24" dur="500" fill="hold"/>
                                        <p:tgtEl>
                                          <p:spTgt spid="87">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87">
                                            <p:txEl>
                                              <p:pRg st="1" end="1"/>
                                            </p:txEl>
                                          </p:spTgt>
                                        </p:tgtEl>
                                        <p:attrNameLst>
                                          <p:attrName>style.visibility</p:attrName>
                                        </p:attrNameLst>
                                      </p:cBhvr>
                                      <p:to>
                                        <p:strVal val="visible"/>
                                      </p:to>
                                    </p:set>
                                    <p:anim calcmode="lin" valueType="num">
                                      <p:cBhvr additive="base">
                                        <p:cTn id="30" dur="500" fill="hold"/>
                                        <p:tgtEl>
                                          <p:spTgt spid="87">
                                            <p:txEl>
                                              <p:pRg st="1" end="1"/>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8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animBg="1"/>
      <p:bldP spid="8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400" dirty="0" smtClean="0"/>
              <a:t>        </a:t>
            </a:r>
            <a:r>
              <a:rPr lang="zh-CN" altLang="zh-CN" sz="2400" dirty="0" smtClean="0"/>
              <a:t>每</a:t>
            </a:r>
            <a:r>
              <a:rPr lang="zh-CN" altLang="zh-CN" sz="2400" dirty="0"/>
              <a:t>颗卫星都连续不断地在两个频率上向用户接收机发射导航信号。其</a:t>
            </a:r>
            <a:r>
              <a:rPr lang="en-US" altLang="zh-CN" sz="2400" dirty="0"/>
              <a:t>L</a:t>
            </a:r>
            <a:r>
              <a:rPr lang="en-US" altLang="zh-CN" sz="2400" baseline="-25000" dirty="0"/>
              <a:t>1</a:t>
            </a:r>
            <a:r>
              <a:rPr lang="zh-CN" altLang="zh-CN" sz="2400" dirty="0"/>
              <a:t>频率为</a:t>
            </a:r>
            <a:r>
              <a:rPr lang="en-US" altLang="zh-CN" sz="2400" dirty="0"/>
              <a:t>1575. 42MHz (</a:t>
            </a:r>
            <a:r>
              <a:rPr lang="zh-CN" altLang="zh-CN" sz="2400" dirty="0"/>
              <a:t>铯频标的</a:t>
            </a:r>
            <a:r>
              <a:rPr lang="en-US" altLang="zh-CN" sz="2400" dirty="0"/>
              <a:t>154</a:t>
            </a:r>
            <a:r>
              <a:rPr lang="zh-CN" altLang="zh-CN" sz="2400" dirty="0"/>
              <a:t>倍</a:t>
            </a:r>
            <a:r>
              <a:rPr lang="en-US" altLang="zh-CN" sz="2400" dirty="0"/>
              <a:t>)</a:t>
            </a:r>
            <a:r>
              <a:rPr lang="zh-CN" altLang="zh-CN" sz="2400" dirty="0"/>
              <a:t>，</a:t>
            </a:r>
            <a:r>
              <a:rPr lang="en-US" altLang="zh-CN" sz="2400" dirty="0"/>
              <a:t> L</a:t>
            </a:r>
            <a:r>
              <a:rPr lang="en-US" altLang="zh-CN" sz="2400" baseline="-25000" dirty="0"/>
              <a:t>2</a:t>
            </a:r>
            <a:r>
              <a:rPr lang="zh-CN" altLang="zh-CN" sz="2400" dirty="0"/>
              <a:t>频率为</a:t>
            </a:r>
            <a:r>
              <a:rPr lang="en-US" altLang="zh-CN" sz="2400" dirty="0"/>
              <a:t>1227.6MHz (</a:t>
            </a:r>
            <a:r>
              <a:rPr lang="zh-CN" altLang="zh-CN" sz="2400" dirty="0"/>
              <a:t>铯频标的</a:t>
            </a:r>
            <a:r>
              <a:rPr lang="en-US" altLang="zh-CN" sz="2400" dirty="0"/>
              <a:t>120</a:t>
            </a:r>
            <a:r>
              <a:rPr lang="zh-CN" altLang="zh-CN" sz="2400" dirty="0"/>
              <a:t>倍</a:t>
            </a:r>
            <a:r>
              <a:rPr lang="en-US" altLang="zh-CN" sz="2400" dirty="0"/>
              <a:t>)</a:t>
            </a:r>
            <a:r>
              <a:rPr lang="zh-CN" altLang="zh-CN" sz="2400" dirty="0"/>
              <a:t>。卫星的发射天线为</a:t>
            </a:r>
            <a:r>
              <a:rPr lang="en-US" altLang="zh-CN" sz="2400" dirty="0"/>
              <a:t>12</a:t>
            </a:r>
            <a:r>
              <a:rPr lang="zh-CN" altLang="zh-CN" sz="2400" dirty="0"/>
              <a:t>个螺旋天线组成的圆极化天线阵，其半功率点波束宽度约为</a:t>
            </a:r>
            <a:r>
              <a:rPr lang="en-US" altLang="zh-CN" sz="2400" dirty="0"/>
              <a:t>30</a:t>
            </a:r>
            <a:r>
              <a:rPr lang="zh-CN" altLang="zh-CN" sz="2400" dirty="0"/>
              <a:t>°，以覆盖在卫星视界内的地球面。卫星的信号是直接序列扩频信号。</a:t>
            </a:r>
            <a:r>
              <a:rPr lang="zh-CN" altLang="zh-CN" sz="2400" dirty="0" smtClean="0"/>
              <a:t>其中</a:t>
            </a:r>
            <a:r>
              <a:rPr lang="zh-CN" altLang="en-US" sz="2400" dirty="0" smtClean="0"/>
              <a:t>：</a:t>
            </a:r>
            <a:endParaRPr lang="en-US" altLang="zh-CN" sz="2400" dirty="0" smtClean="0"/>
          </a:p>
          <a:p>
            <a:pPr marL="342900" indent="-342900">
              <a:buFont typeface="Wingdings" panose="05000000000000000000" pitchFamily="2" charset="2"/>
              <a:buChar char="ü"/>
            </a:pPr>
            <a:r>
              <a:rPr lang="en-US" altLang="zh-CN" sz="2400" dirty="0" smtClean="0"/>
              <a:t>L</a:t>
            </a:r>
            <a:r>
              <a:rPr lang="en-US" altLang="zh-CN" sz="2400" baseline="-25000" dirty="0" smtClean="0"/>
              <a:t>1</a:t>
            </a:r>
            <a:r>
              <a:rPr lang="zh-CN" altLang="zh-CN" sz="2400" dirty="0" smtClean="0"/>
              <a:t>频率</a:t>
            </a:r>
            <a:r>
              <a:rPr lang="zh-CN" altLang="zh-CN" sz="2400" dirty="0"/>
              <a:t>的信号是由两种</a:t>
            </a:r>
            <a:r>
              <a:rPr lang="zh-CN" altLang="zh-CN" sz="2400" dirty="0">
                <a:solidFill>
                  <a:srgbClr val="740A47"/>
                </a:solidFill>
              </a:rPr>
              <a:t>伪随机码</a:t>
            </a:r>
            <a:r>
              <a:rPr lang="zh-CN" altLang="zh-CN" sz="2400" dirty="0"/>
              <a:t>同时实施正交调制，即</a:t>
            </a:r>
            <a:r>
              <a:rPr lang="zh-CN" altLang="zh-CN" sz="2400" dirty="0">
                <a:solidFill>
                  <a:srgbClr val="0000FF"/>
                </a:solidFill>
              </a:rPr>
              <a:t>粗测</a:t>
            </a:r>
            <a:r>
              <a:rPr lang="en-US" altLang="zh-CN" sz="2400" dirty="0">
                <a:solidFill>
                  <a:srgbClr val="0000FF"/>
                </a:solidFill>
              </a:rPr>
              <a:t>/</a:t>
            </a:r>
            <a:r>
              <a:rPr lang="zh-CN" altLang="zh-CN" sz="2400" dirty="0">
                <a:solidFill>
                  <a:srgbClr val="0000FF"/>
                </a:solidFill>
              </a:rPr>
              <a:t>截获</a:t>
            </a:r>
            <a:r>
              <a:rPr lang="en-US" altLang="zh-CN" sz="2400" dirty="0">
                <a:solidFill>
                  <a:srgbClr val="0000FF"/>
                </a:solidFill>
              </a:rPr>
              <a:t>(C/A)</a:t>
            </a:r>
            <a:r>
              <a:rPr lang="zh-CN" altLang="zh-CN" sz="2400" dirty="0">
                <a:solidFill>
                  <a:srgbClr val="0000FF"/>
                </a:solidFill>
              </a:rPr>
              <a:t>码</a:t>
            </a:r>
            <a:r>
              <a:rPr lang="zh-CN" altLang="zh-CN" sz="2400" dirty="0"/>
              <a:t>和</a:t>
            </a:r>
            <a:r>
              <a:rPr lang="zh-CN" altLang="zh-CN" sz="2400" dirty="0">
                <a:solidFill>
                  <a:srgbClr val="0000FF"/>
                </a:solidFill>
              </a:rPr>
              <a:t>精测</a:t>
            </a:r>
            <a:r>
              <a:rPr lang="en-US" altLang="zh-CN" sz="2400" dirty="0">
                <a:solidFill>
                  <a:srgbClr val="0000FF"/>
                </a:solidFill>
              </a:rPr>
              <a:t>(P)</a:t>
            </a:r>
            <a:r>
              <a:rPr lang="zh-CN" altLang="zh-CN" sz="2400" dirty="0">
                <a:solidFill>
                  <a:srgbClr val="0000FF"/>
                </a:solidFill>
              </a:rPr>
              <a:t>码</a:t>
            </a:r>
            <a:r>
              <a:rPr lang="zh-CN" altLang="zh-CN" sz="2400" dirty="0" smtClean="0"/>
              <a:t>。</a:t>
            </a:r>
            <a:endParaRPr lang="en-US" altLang="zh-CN" sz="2400" dirty="0" smtClean="0"/>
          </a:p>
          <a:p>
            <a:pPr marL="342900" indent="-342900">
              <a:buFont typeface="Wingdings" panose="05000000000000000000" pitchFamily="2" charset="2"/>
              <a:buChar char="ü"/>
            </a:pPr>
            <a:r>
              <a:rPr lang="en-US" altLang="zh-CN" sz="2400" dirty="0" smtClean="0"/>
              <a:t>L</a:t>
            </a:r>
            <a:r>
              <a:rPr lang="en-US" altLang="zh-CN" sz="2400" baseline="-25000" dirty="0" smtClean="0"/>
              <a:t>2</a:t>
            </a:r>
            <a:r>
              <a:rPr lang="zh-CN" altLang="zh-CN" sz="2400" dirty="0"/>
              <a:t>频率的信号仅由</a:t>
            </a:r>
            <a:r>
              <a:rPr lang="en-US" altLang="zh-CN" sz="2400" dirty="0">
                <a:solidFill>
                  <a:srgbClr val="FF0000"/>
                </a:solidFill>
              </a:rPr>
              <a:t>P</a:t>
            </a:r>
            <a:r>
              <a:rPr lang="zh-CN" altLang="zh-CN" sz="2400" dirty="0">
                <a:solidFill>
                  <a:srgbClr val="FF0000"/>
                </a:solidFill>
              </a:rPr>
              <a:t>码</a:t>
            </a:r>
            <a:r>
              <a:rPr lang="zh-CN" altLang="zh-CN" sz="2400" dirty="0"/>
              <a:t>调制，其调制方式为二元调相</a:t>
            </a:r>
            <a:r>
              <a:rPr lang="en-US" altLang="zh-CN" sz="2400" dirty="0"/>
              <a:t>BPSK</a:t>
            </a:r>
            <a:r>
              <a:rPr lang="zh-CN" altLang="zh-CN" sz="2400" dirty="0"/>
              <a:t>制。 </a:t>
            </a:r>
          </a:p>
          <a:p>
            <a:r>
              <a:rPr lang="en-US" altLang="zh-CN" sz="2400" dirty="0" smtClean="0"/>
              <a:t>        </a:t>
            </a:r>
            <a:r>
              <a:rPr lang="zh-CN" altLang="zh-CN" sz="2400" dirty="0" smtClean="0"/>
              <a:t>卫星</a:t>
            </a:r>
            <a:r>
              <a:rPr lang="zh-CN" altLang="zh-CN" sz="2400" dirty="0"/>
              <a:t>有可靠自检能力和</a:t>
            </a:r>
            <a:r>
              <a:rPr lang="en-US" altLang="zh-CN" sz="2400" dirty="0"/>
              <a:t>180</a:t>
            </a:r>
            <a:r>
              <a:rPr lang="zh-CN" altLang="zh-CN" sz="2400" dirty="0"/>
              <a:t>天有效的导航电文存储能力，在此期间内，即使地球站不加控制，亦能保证工作。卫星的设计寿命是</a:t>
            </a:r>
            <a:r>
              <a:rPr lang="en-US" altLang="zh-CN" sz="2400" dirty="0"/>
              <a:t>7.5</a:t>
            </a:r>
            <a:r>
              <a:rPr lang="zh-CN" altLang="zh-CN" sz="2400" dirty="0"/>
              <a:t>年。卫星由太阳能电池和镍镉电池供电， 其电压为</a:t>
            </a:r>
            <a:r>
              <a:rPr lang="en-US" altLang="zh-CN" sz="2400" dirty="0"/>
              <a:t>28</a:t>
            </a:r>
            <a:r>
              <a:rPr lang="zh-CN" altLang="zh-CN" sz="2400" dirty="0"/>
              <a:t>伏，功率为</a:t>
            </a:r>
            <a:r>
              <a:rPr lang="en-US" altLang="zh-CN" sz="2400" dirty="0"/>
              <a:t>700-1000w</a:t>
            </a:r>
            <a:r>
              <a:rPr lang="zh-CN" altLang="zh-CN" sz="2400" dirty="0" smtClean="0"/>
              <a:t>。</a:t>
            </a:r>
            <a:endParaRPr lang="en-US" altLang="zh-CN" sz="2400" dirty="0" smtClean="0"/>
          </a:p>
          <a:p>
            <a:r>
              <a:rPr lang="en-US" altLang="zh-CN" sz="2400" dirty="0">
                <a:solidFill>
                  <a:srgbClr val="FF0000"/>
                </a:solidFill>
              </a:rPr>
              <a:t> </a:t>
            </a:r>
            <a:r>
              <a:rPr lang="en-US" altLang="zh-CN" sz="2400" dirty="0" smtClean="0">
                <a:solidFill>
                  <a:srgbClr val="FF0000"/>
                </a:solidFill>
              </a:rPr>
              <a:t>       </a:t>
            </a:r>
            <a:r>
              <a:rPr lang="zh-CN" altLang="zh-CN" sz="2400" dirty="0" smtClean="0">
                <a:solidFill>
                  <a:srgbClr val="FF0000"/>
                </a:solidFill>
              </a:rPr>
              <a:t>卫星</a:t>
            </a:r>
            <a:r>
              <a:rPr lang="zh-CN" altLang="zh-CN" sz="2400" dirty="0">
                <a:solidFill>
                  <a:srgbClr val="FF0000"/>
                </a:solidFill>
              </a:rPr>
              <a:t>是加固的，据说可防激光攻击和核爆效应。 </a:t>
            </a:r>
          </a:p>
          <a:p>
            <a:endParaRPr lang="zh-CN" altLang="en-US" sz="2400" dirty="0"/>
          </a:p>
        </p:txBody>
      </p:sp>
      <p:sp>
        <p:nvSpPr>
          <p:cNvPr id="4" name="Rectangle 2"/>
          <p:cNvSpPr txBox="1"/>
          <p:nvPr/>
        </p:nvSpPr>
        <p:spPr>
          <a:xfrm>
            <a:off x="4159312" y="634597"/>
            <a:ext cx="3873375" cy="704850"/>
          </a:xfrm>
          <a:prstGeom prst="rect">
            <a:avLst/>
          </a:prstGeom>
        </p:spPr>
        <p:txBody>
          <a:bodyPr vert="horz" wrap="square" lIns="91440" tIns="45720" rIns="91440" bIns="45720" anchor="t"/>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r>
              <a:rPr lang="en-US" altLang="zh-CN" sz="4000" dirty="0" smtClean="0">
                <a:ea typeface="+mj-ea"/>
                <a:cs typeface="+mj-cs"/>
              </a:rPr>
              <a:t>GPS</a:t>
            </a:r>
            <a:r>
              <a:rPr lang="zh-CN" altLang="en-US" sz="4000" dirty="0" smtClean="0">
                <a:ea typeface="+mj-ea"/>
                <a:cs typeface="+mj-cs"/>
              </a:rPr>
              <a:t>卫星</a:t>
            </a:r>
            <a:r>
              <a:rPr lang="zh-CN" altLang="en-US" sz="4000" dirty="0" smtClean="0">
                <a:latin typeface="+mj-lt"/>
                <a:ea typeface="+mj-ea"/>
                <a:cs typeface="+mj-cs"/>
              </a:rPr>
              <a:t>的频率</a:t>
            </a:r>
            <a:endParaRPr lang="zh-CN" altLang="en-US" sz="4000" dirty="0">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800" dirty="0"/>
              <a:t>L</a:t>
            </a:r>
            <a:r>
              <a:rPr lang="en-US" altLang="zh-CN" sz="2800" baseline="-25000" dirty="0"/>
              <a:t>2</a:t>
            </a:r>
            <a:r>
              <a:rPr lang="zh-CN" altLang="zh-CN" sz="2800" dirty="0"/>
              <a:t>频率的信号仅</a:t>
            </a:r>
            <a:r>
              <a:rPr lang="zh-CN" altLang="zh-CN" sz="2800" dirty="0" smtClean="0"/>
              <a:t>由</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r>
              <a:rPr lang="zh-CN" altLang="zh-CN" sz="2800" dirty="0" smtClean="0"/>
              <a:t>码</a:t>
            </a:r>
            <a:r>
              <a:rPr lang="zh-CN" altLang="zh-CN" sz="2800" dirty="0"/>
              <a:t>调制，其调制方式为二元调相</a:t>
            </a:r>
            <a:r>
              <a:rPr lang="en-US" altLang="zh-CN" sz="2800" dirty="0"/>
              <a:t>BPSK</a:t>
            </a:r>
            <a:r>
              <a:rPr lang="zh-CN" altLang="zh-CN" sz="2800" dirty="0"/>
              <a:t>制。 </a:t>
            </a: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idx="1"/>
          </p:nvPr>
        </p:nvSpPr>
        <p:spPr>
          <a:xfrm>
            <a:off x="1348805" y="688174"/>
            <a:ext cx="10135907" cy="638803"/>
          </a:xfrm>
        </p:spPr>
        <p:txBody>
          <a:bodyPr vert="horz" wrap="square" lIns="91440" tIns="45720" rIns="91440" bIns="45720" anchor="t"/>
          <a:lstStyle/>
          <a:p>
            <a:pPr algn="ctr">
              <a:lnSpc>
                <a:spcPct val="80000"/>
              </a:lnSpc>
              <a:spcBef>
                <a:spcPct val="20000"/>
              </a:spcBef>
            </a:pPr>
            <a:r>
              <a:rPr lang="zh-CN" altLang="en-US" sz="4000" dirty="0">
                <a:solidFill>
                  <a:schemeClr val="tx2"/>
                </a:solidFill>
                <a:effectLst>
                  <a:outerShdw blurRad="38100" dist="38100" dir="2700000">
                    <a:srgbClr val="000000"/>
                  </a:outerShdw>
                </a:effectLst>
                <a:latin typeface="+mj-lt"/>
                <a:ea typeface="+mj-ea"/>
                <a:cs typeface="+mj-cs"/>
              </a:rPr>
              <a:t>地面监控系统</a:t>
            </a:r>
          </a:p>
        </p:txBody>
      </p:sp>
      <p:grpSp>
        <p:nvGrpSpPr>
          <p:cNvPr id="2" name="Group 3"/>
          <p:cNvGrpSpPr/>
          <p:nvPr/>
        </p:nvGrpSpPr>
        <p:grpSpPr>
          <a:xfrm>
            <a:off x="1717795" y="2388781"/>
            <a:ext cx="9075446" cy="2149475"/>
            <a:chOff x="476" y="890"/>
            <a:chExt cx="5015" cy="1490"/>
          </a:xfrm>
        </p:grpSpPr>
        <p:grpSp>
          <p:nvGrpSpPr>
            <p:cNvPr id="33795" name="Group 4"/>
            <p:cNvGrpSpPr/>
            <p:nvPr/>
          </p:nvGrpSpPr>
          <p:grpSpPr>
            <a:xfrm>
              <a:off x="1028" y="1007"/>
              <a:ext cx="3707" cy="1089"/>
              <a:chOff x="1536" y="2417"/>
              <a:chExt cx="2839" cy="1179"/>
            </a:xfrm>
          </p:grpSpPr>
          <p:sp>
            <p:nvSpPr>
              <p:cNvPr id="33796" name="Freeform 5"/>
              <p:cNvSpPr/>
              <p:nvPr/>
            </p:nvSpPr>
            <p:spPr>
              <a:xfrm>
                <a:off x="2965" y="2749"/>
                <a:ext cx="29" cy="29"/>
              </a:xfrm>
              <a:custGeom>
                <a:avLst/>
                <a:gdLst/>
                <a:ahLst/>
                <a:cxnLst>
                  <a:cxn ang="0">
                    <a:pos x="28" y="3"/>
                  </a:cxn>
                  <a:cxn ang="0">
                    <a:pos x="28" y="24"/>
                  </a:cxn>
                  <a:cxn ang="0">
                    <a:pos x="18" y="28"/>
                  </a:cxn>
                  <a:cxn ang="0">
                    <a:pos x="0" y="6"/>
                  </a:cxn>
                  <a:cxn ang="0">
                    <a:pos x="12" y="0"/>
                  </a:cxn>
                  <a:cxn ang="0">
                    <a:pos x="28" y="3"/>
                  </a:cxn>
                </a:cxnLst>
                <a:rect l="0" t="0" r="0" b="0"/>
                <a:pathLst>
                  <a:path w="29" h="29">
                    <a:moveTo>
                      <a:pt x="28" y="3"/>
                    </a:moveTo>
                    <a:lnTo>
                      <a:pt x="28" y="24"/>
                    </a:lnTo>
                    <a:lnTo>
                      <a:pt x="18" y="28"/>
                    </a:lnTo>
                    <a:lnTo>
                      <a:pt x="0" y="6"/>
                    </a:lnTo>
                    <a:lnTo>
                      <a:pt x="12" y="0"/>
                    </a:lnTo>
                    <a:lnTo>
                      <a:pt x="28" y="3"/>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797" name="Freeform 6"/>
              <p:cNvSpPr/>
              <p:nvPr/>
            </p:nvSpPr>
            <p:spPr>
              <a:xfrm>
                <a:off x="2935" y="2722"/>
                <a:ext cx="30" cy="28"/>
              </a:xfrm>
              <a:custGeom>
                <a:avLst/>
                <a:gdLst/>
                <a:ahLst/>
                <a:cxnLst>
                  <a:cxn ang="0">
                    <a:pos x="29" y="0"/>
                  </a:cxn>
                  <a:cxn ang="0">
                    <a:pos x="0" y="4"/>
                  </a:cxn>
                  <a:cxn ang="0">
                    <a:pos x="7" y="27"/>
                  </a:cxn>
                  <a:cxn ang="0">
                    <a:pos x="25" y="24"/>
                  </a:cxn>
                  <a:cxn ang="0">
                    <a:pos x="29" y="0"/>
                  </a:cxn>
                </a:cxnLst>
                <a:rect l="0" t="0" r="0" b="0"/>
                <a:pathLst>
                  <a:path w="30" h="28">
                    <a:moveTo>
                      <a:pt x="29" y="0"/>
                    </a:moveTo>
                    <a:lnTo>
                      <a:pt x="0" y="4"/>
                    </a:lnTo>
                    <a:lnTo>
                      <a:pt x="7" y="27"/>
                    </a:lnTo>
                    <a:lnTo>
                      <a:pt x="25" y="24"/>
                    </a:lnTo>
                    <a:lnTo>
                      <a:pt x="29"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nvGrpSpPr>
              <p:cNvPr id="33798" name="Group 7"/>
              <p:cNvGrpSpPr/>
              <p:nvPr/>
            </p:nvGrpSpPr>
            <p:grpSpPr>
              <a:xfrm>
                <a:off x="4125" y="3395"/>
                <a:ext cx="250" cy="120"/>
                <a:chOff x="4125" y="3395"/>
                <a:chExt cx="250" cy="120"/>
              </a:xfrm>
            </p:grpSpPr>
            <p:sp>
              <p:nvSpPr>
                <p:cNvPr id="33799" name="Freeform 8"/>
                <p:cNvSpPr/>
                <p:nvPr/>
              </p:nvSpPr>
              <p:spPr>
                <a:xfrm>
                  <a:off x="4337" y="3395"/>
                  <a:ext cx="38" cy="73"/>
                </a:xfrm>
                <a:custGeom>
                  <a:avLst/>
                  <a:gdLst/>
                  <a:ahLst/>
                  <a:cxnLst>
                    <a:cxn ang="0">
                      <a:pos x="11" y="0"/>
                    </a:cxn>
                    <a:cxn ang="0">
                      <a:pos x="15" y="0"/>
                    </a:cxn>
                    <a:cxn ang="0">
                      <a:pos x="21" y="6"/>
                    </a:cxn>
                    <a:cxn ang="0">
                      <a:pos x="21" y="30"/>
                    </a:cxn>
                    <a:cxn ang="0">
                      <a:pos x="26" y="30"/>
                    </a:cxn>
                    <a:cxn ang="0">
                      <a:pos x="26" y="32"/>
                    </a:cxn>
                    <a:cxn ang="0">
                      <a:pos x="28" y="37"/>
                    </a:cxn>
                    <a:cxn ang="0">
                      <a:pos x="30" y="41"/>
                    </a:cxn>
                    <a:cxn ang="0">
                      <a:pos x="33" y="39"/>
                    </a:cxn>
                    <a:cxn ang="0">
                      <a:pos x="37" y="34"/>
                    </a:cxn>
                    <a:cxn ang="0">
                      <a:pos x="37" y="37"/>
                    </a:cxn>
                    <a:cxn ang="0">
                      <a:pos x="35" y="41"/>
                    </a:cxn>
                    <a:cxn ang="0">
                      <a:pos x="33" y="44"/>
                    </a:cxn>
                    <a:cxn ang="0">
                      <a:pos x="33" y="51"/>
                    </a:cxn>
                    <a:cxn ang="0">
                      <a:pos x="28" y="53"/>
                    </a:cxn>
                    <a:cxn ang="0">
                      <a:pos x="25" y="54"/>
                    </a:cxn>
                    <a:cxn ang="0">
                      <a:pos x="21" y="58"/>
                    </a:cxn>
                    <a:cxn ang="0">
                      <a:pos x="20" y="60"/>
                    </a:cxn>
                    <a:cxn ang="0">
                      <a:pos x="21" y="63"/>
                    </a:cxn>
                    <a:cxn ang="0">
                      <a:pos x="21" y="68"/>
                    </a:cxn>
                    <a:cxn ang="0">
                      <a:pos x="16" y="70"/>
                    </a:cxn>
                    <a:cxn ang="0">
                      <a:pos x="15" y="72"/>
                    </a:cxn>
                    <a:cxn ang="0">
                      <a:pos x="11" y="72"/>
                    </a:cxn>
                    <a:cxn ang="0">
                      <a:pos x="10" y="72"/>
                    </a:cxn>
                    <a:cxn ang="0">
                      <a:pos x="5" y="70"/>
                    </a:cxn>
                    <a:cxn ang="0">
                      <a:pos x="3" y="68"/>
                    </a:cxn>
                    <a:cxn ang="0">
                      <a:pos x="5" y="65"/>
                    </a:cxn>
                    <a:cxn ang="0">
                      <a:pos x="8" y="63"/>
                    </a:cxn>
                    <a:cxn ang="0">
                      <a:pos x="11" y="58"/>
                    </a:cxn>
                    <a:cxn ang="0">
                      <a:pos x="11" y="56"/>
                    </a:cxn>
                    <a:cxn ang="0">
                      <a:pos x="8" y="54"/>
                    </a:cxn>
                    <a:cxn ang="0">
                      <a:pos x="5" y="51"/>
                    </a:cxn>
                    <a:cxn ang="0">
                      <a:pos x="1" y="51"/>
                    </a:cxn>
                    <a:cxn ang="0">
                      <a:pos x="0" y="51"/>
                    </a:cxn>
                    <a:cxn ang="0">
                      <a:pos x="0" y="48"/>
                    </a:cxn>
                    <a:cxn ang="0">
                      <a:pos x="0" y="46"/>
                    </a:cxn>
                    <a:cxn ang="0">
                      <a:pos x="1" y="46"/>
                    </a:cxn>
                    <a:cxn ang="0">
                      <a:pos x="5" y="44"/>
                    </a:cxn>
                    <a:cxn ang="0">
                      <a:pos x="8" y="41"/>
                    </a:cxn>
                    <a:cxn ang="0">
                      <a:pos x="10" y="41"/>
                    </a:cxn>
                    <a:cxn ang="0">
                      <a:pos x="13" y="30"/>
                    </a:cxn>
                    <a:cxn ang="0">
                      <a:pos x="10" y="27"/>
                    </a:cxn>
                    <a:cxn ang="0">
                      <a:pos x="8" y="25"/>
                    </a:cxn>
                    <a:cxn ang="0">
                      <a:pos x="6" y="18"/>
                    </a:cxn>
                    <a:cxn ang="0">
                      <a:pos x="8" y="13"/>
                    </a:cxn>
                    <a:cxn ang="0">
                      <a:pos x="8" y="10"/>
                    </a:cxn>
                    <a:cxn ang="0">
                      <a:pos x="11" y="0"/>
                    </a:cxn>
                  </a:cxnLst>
                  <a:rect l="0" t="0" r="0" b="0"/>
                  <a:pathLst>
                    <a:path w="38" h="73">
                      <a:moveTo>
                        <a:pt x="11" y="0"/>
                      </a:moveTo>
                      <a:lnTo>
                        <a:pt x="15" y="0"/>
                      </a:lnTo>
                      <a:lnTo>
                        <a:pt x="21" y="6"/>
                      </a:lnTo>
                      <a:lnTo>
                        <a:pt x="21" y="30"/>
                      </a:lnTo>
                      <a:lnTo>
                        <a:pt x="26" y="30"/>
                      </a:lnTo>
                      <a:lnTo>
                        <a:pt x="26" y="32"/>
                      </a:lnTo>
                      <a:lnTo>
                        <a:pt x="28" y="37"/>
                      </a:lnTo>
                      <a:lnTo>
                        <a:pt x="30" y="41"/>
                      </a:lnTo>
                      <a:lnTo>
                        <a:pt x="33" y="39"/>
                      </a:lnTo>
                      <a:lnTo>
                        <a:pt x="37" y="34"/>
                      </a:lnTo>
                      <a:lnTo>
                        <a:pt x="37" y="37"/>
                      </a:lnTo>
                      <a:lnTo>
                        <a:pt x="35" y="41"/>
                      </a:lnTo>
                      <a:lnTo>
                        <a:pt x="33" y="44"/>
                      </a:lnTo>
                      <a:lnTo>
                        <a:pt x="33" y="51"/>
                      </a:lnTo>
                      <a:lnTo>
                        <a:pt x="28" y="53"/>
                      </a:lnTo>
                      <a:lnTo>
                        <a:pt x="25" y="54"/>
                      </a:lnTo>
                      <a:lnTo>
                        <a:pt x="21" y="58"/>
                      </a:lnTo>
                      <a:lnTo>
                        <a:pt x="20" y="60"/>
                      </a:lnTo>
                      <a:lnTo>
                        <a:pt x="21" y="63"/>
                      </a:lnTo>
                      <a:lnTo>
                        <a:pt x="21" y="68"/>
                      </a:lnTo>
                      <a:lnTo>
                        <a:pt x="16" y="70"/>
                      </a:lnTo>
                      <a:lnTo>
                        <a:pt x="15" y="72"/>
                      </a:lnTo>
                      <a:lnTo>
                        <a:pt x="11" y="72"/>
                      </a:lnTo>
                      <a:lnTo>
                        <a:pt x="10" y="72"/>
                      </a:lnTo>
                      <a:lnTo>
                        <a:pt x="5" y="70"/>
                      </a:lnTo>
                      <a:lnTo>
                        <a:pt x="3" y="68"/>
                      </a:lnTo>
                      <a:lnTo>
                        <a:pt x="5" y="65"/>
                      </a:lnTo>
                      <a:lnTo>
                        <a:pt x="8" y="63"/>
                      </a:lnTo>
                      <a:lnTo>
                        <a:pt x="11" y="58"/>
                      </a:lnTo>
                      <a:lnTo>
                        <a:pt x="11" y="56"/>
                      </a:lnTo>
                      <a:lnTo>
                        <a:pt x="8" y="54"/>
                      </a:lnTo>
                      <a:lnTo>
                        <a:pt x="5" y="51"/>
                      </a:lnTo>
                      <a:lnTo>
                        <a:pt x="1" y="51"/>
                      </a:lnTo>
                      <a:lnTo>
                        <a:pt x="0" y="51"/>
                      </a:lnTo>
                      <a:lnTo>
                        <a:pt x="0" y="48"/>
                      </a:lnTo>
                      <a:lnTo>
                        <a:pt x="0" y="46"/>
                      </a:lnTo>
                      <a:lnTo>
                        <a:pt x="1" y="46"/>
                      </a:lnTo>
                      <a:lnTo>
                        <a:pt x="5" y="44"/>
                      </a:lnTo>
                      <a:lnTo>
                        <a:pt x="8" y="41"/>
                      </a:lnTo>
                      <a:lnTo>
                        <a:pt x="10" y="41"/>
                      </a:lnTo>
                      <a:lnTo>
                        <a:pt x="13" y="30"/>
                      </a:lnTo>
                      <a:lnTo>
                        <a:pt x="10" y="27"/>
                      </a:lnTo>
                      <a:lnTo>
                        <a:pt x="8" y="25"/>
                      </a:lnTo>
                      <a:lnTo>
                        <a:pt x="6" y="18"/>
                      </a:lnTo>
                      <a:lnTo>
                        <a:pt x="8" y="13"/>
                      </a:lnTo>
                      <a:lnTo>
                        <a:pt x="8" y="10"/>
                      </a:lnTo>
                      <a:lnTo>
                        <a:pt x="11"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00" name="Freeform 9"/>
                <p:cNvSpPr/>
                <p:nvPr/>
              </p:nvSpPr>
              <p:spPr>
                <a:xfrm>
                  <a:off x="4259" y="3451"/>
                  <a:ext cx="74" cy="64"/>
                </a:xfrm>
                <a:custGeom>
                  <a:avLst/>
                  <a:gdLst/>
                  <a:ahLst/>
                  <a:cxnLst>
                    <a:cxn ang="0">
                      <a:pos x="50" y="0"/>
                    </a:cxn>
                    <a:cxn ang="0">
                      <a:pos x="59" y="0"/>
                    </a:cxn>
                    <a:cxn ang="0">
                      <a:pos x="73" y="17"/>
                    </a:cxn>
                    <a:cxn ang="0">
                      <a:pos x="59" y="31"/>
                    </a:cxn>
                    <a:cxn ang="0">
                      <a:pos x="59" y="38"/>
                    </a:cxn>
                    <a:cxn ang="0">
                      <a:pos x="56" y="40"/>
                    </a:cxn>
                    <a:cxn ang="0">
                      <a:pos x="49" y="40"/>
                    </a:cxn>
                    <a:cxn ang="0">
                      <a:pos x="39" y="47"/>
                    </a:cxn>
                    <a:cxn ang="0">
                      <a:pos x="30" y="56"/>
                    </a:cxn>
                    <a:cxn ang="0">
                      <a:pos x="23" y="63"/>
                    </a:cxn>
                    <a:cxn ang="0">
                      <a:pos x="23" y="56"/>
                    </a:cxn>
                    <a:cxn ang="0">
                      <a:pos x="13" y="57"/>
                    </a:cxn>
                    <a:cxn ang="0">
                      <a:pos x="8" y="57"/>
                    </a:cxn>
                    <a:cxn ang="0">
                      <a:pos x="0" y="57"/>
                    </a:cxn>
                    <a:cxn ang="0">
                      <a:pos x="11" y="47"/>
                    </a:cxn>
                    <a:cxn ang="0">
                      <a:pos x="15" y="42"/>
                    </a:cxn>
                    <a:cxn ang="0">
                      <a:pos x="18" y="42"/>
                    </a:cxn>
                    <a:cxn ang="0">
                      <a:pos x="27" y="35"/>
                    </a:cxn>
                    <a:cxn ang="0">
                      <a:pos x="30" y="35"/>
                    </a:cxn>
                    <a:cxn ang="0">
                      <a:pos x="30" y="33"/>
                    </a:cxn>
                    <a:cxn ang="0">
                      <a:pos x="33" y="31"/>
                    </a:cxn>
                    <a:cxn ang="0">
                      <a:pos x="39" y="31"/>
                    </a:cxn>
                    <a:cxn ang="0">
                      <a:pos x="37" y="22"/>
                    </a:cxn>
                    <a:cxn ang="0">
                      <a:pos x="42" y="17"/>
                    </a:cxn>
                    <a:cxn ang="0">
                      <a:pos x="44" y="21"/>
                    </a:cxn>
                    <a:cxn ang="0">
                      <a:pos x="52" y="14"/>
                    </a:cxn>
                    <a:cxn ang="0">
                      <a:pos x="50" y="0"/>
                    </a:cxn>
                  </a:cxnLst>
                  <a:rect l="0" t="0" r="0" b="0"/>
                  <a:pathLst>
                    <a:path w="74" h="64">
                      <a:moveTo>
                        <a:pt x="50" y="0"/>
                      </a:moveTo>
                      <a:lnTo>
                        <a:pt x="59" y="0"/>
                      </a:lnTo>
                      <a:lnTo>
                        <a:pt x="73" y="17"/>
                      </a:lnTo>
                      <a:lnTo>
                        <a:pt x="59" y="31"/>
                      </a:lnTo>
                      <a:lnTo>
                        <a:pt x="59" y="38"/>
                      </a:lnTo>
                      <a:lnTo>
                        <a:pt x="56" y="40"/>
                      </a:lnTo>
                      <a:lnTo>
                        <a:pt x="49" y="40"/>
                      </a:lnTo>
                      <a:lnTo>
                        <a:pt x="39" y="47"/>
                      </a:lnTo>
                      <a:lnTo>
                        <a:pt x="30" y="56"/>
                      </a:lnTo>
                      <a:lnTo>
                        <a:pt x="23" y="63"/>
                      </a:lnTo>
                      <a:lnTo>
                        <a:pt x="23" y="56"/>
                      </a:lnTo>
                      <a:lnTo>
                        <a:pt x="13" y="57"/>
                      </a:lnTo>
                      <a:lnTo>
                        <a:pt x="8" y="57"/>
                      </a:lnTo>
                      <a:lnTo>
                        <a:pt x="0" y="57"/>
                      </a:lnTo>
                      <a:lnTo>
                        <a:pt x="11" y="47"/>
                      </a:lnTo>
                      <a:lnTo>
                        <a:pt x="15" y="42"/>
                      </a:lnTo>
                      <a:lnTo>
                        <a:pt x="18" y="42"/>
                      </a:lnTo>
                      <a:lnTo>
                        <a:pt x="27" y="35"/>
                      </a:lnTo>
                      <a:lnTo>
                        <a:pt x="30" y="35"/>
                      </a:lnTo>
                      <a:lnTo>
                        <a:pt x="30" y="33"/>
                      </a:lnTo>
                      <a:lnTo>
                        <a:pt x="33" y="31"/>
                      </a:lnTo>
                      <a:lnTo>
                        <a:pt x="39" y="31"/>
                      </a:lnTo>
                      <a:lnTo>
                        <a:pt x="37" y="22"/>
                      </a:lnTo>
                      <a:lnTo>
                        <a:pt x="42" y="17"/>
                      </a:lnTo>
                      <a:lnTo>
                        <a:pt x="44" y="21"/>
                      </a:lnTo>
                      <a:lnTo>
                        <a:pt x="52" y="14"/>
                      </a:lnTo>
                      <a:lnTo>
                        <a:pt x="5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01" name="Freeform 10"/>
                <p:cNvSpPr/>
                <p:nvPr/>
              </p:nvSpPr>
              <p:spPr>
                <a:xfrm>
                  <a:off x="4125" y="3455"/>
                  <a:ext cx="28" cy="36"/>
                </a:xfrm>
                <a:custGeom>
                  <a:avLst/>
                  <a:gdLst/>
                  <a:ahLst/>
                  <a:cxnLst>
                    <a:cxn ang="0">
                      <a:pos x="0" y="0"/>
                    </a:cxn>
                    <a:cxn ang="0">
                      <a:pos x="5" y="0"/>
                    </a:cxn>
                    <a:cxn ang="0">
                      <a:pos x="11" y="5"/>
                    </a:cxn>
                    <a:cxn ang="0">
                      <a:pos x="27" y="5"/>
                    </a:cxn>
                    <a:cxn ang="0">
                      <a:pos x="23" y="12"/>
                    </a:cxn>
                    <a:cxn ang="0">
                      <a:pos x="27" y="17"/>
                    </a:cxn>
                    <a:cxn ang="0">
                      <a:pos x="21" y="17"/>
                    </a:cxn>
                    <a:cxn ang="0">
                      <a:pos x="20" y="19"/>
                    </a:cxn>
                    <a:cxn ang="0">
                      <a:pos x="16" y="19"/>
                    </a:cxn>
                    <a:cxn ang="0">
                      <a:pos x="20" y="35"/>
                    </a:cxn>
                    <a:cxn ang="0">
                      <a:pos x="11" y="33"/>
                    </a:cxn>
                    <a:cxn ang="0">
                      <a:pos x="3" y="28"/>
                    </a:cxn>
                    <a:cxn ang="0">
                      <a:pos x="3" y="19"/>
                    </a:cxn>
                    <a:cxn ang="0">
                      <a:pos x="3" y="14"/>
                    </a:cxn>
                    <a:cxn ang="0">
                      <a:pos x="0" y="12"/>
                    </a:cxn>
                    <a:cxn ang="0">
                      <a:pos x="0" y="0"/>
                    </a:cxn>
                  </a:cxnLst>
                  <a:rect l="0" t="0" r="0" b="0"/>
                  <a:pathLst>
                    <a:path w="28" h="36">
                      <a:moveTo>
                        <a:pt x="0" y="0"/>
                      </a:moveTo>
                      <a:lnTo>
                        <a:pt x="5" y="0"/>
                      </a:lnTo>
                      <a:lnTo>
                        <a:pt x="11" y="5"/>
                      </a:lnTo>
                      <a:lnTo>
                        <a:pt x="27" y="5"/>
                      </a:lnTo>
                      <a:lnTo>
                        <a:pt x="23" y="12"/>
                      </a:lnTo>
                      <a:lnTo>
                        <a:pt x="27" y="17"/>
                      </a:lnTo>
                      <a:lnTo>
                        <a:pt x="21" y="17"/>
                      </a:lnTo>
                      <a:lnTo>
                        <a:pt x="20" y="19"/>
                      </a:lnTo>
                      <a:lnTo>
                        <a:pt x="16" y="19"/>
                      </a:lnTo>
                      <a:lnTo>
                        <a:pt x="20" y="35"/>
                      </a:lnTo>
                      <a:lnTo>
                        <a:pt x="11" y="33"/>
                      </a:lnTo>
                      <a:lnTo>
                        <a:pt x="3" y="28"/>
                      </a:lnTo>
                      <a:lnTo>
                        <a:pt x="3" y="19"/>
                      </a:lnTo>
                      <a:lnTo>
                        <a:pt x="3" y="14"/>
                      </a:lnTo>
                      <a:lnTo>
                        <a:pt x="0" y="12"/>
                      </a:lnTo>
                      <a:lnTo>
                        <a:pt x="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sp>
            <p:nvSpPr>
              <p:cNvPr id="33802" name="Freeform 11"/>
              <p:cNvSpPr/>
              <p:nvPr/>
            </p:nvSpPr>
            <p:spPr>
              <a:xfrm>
                <a:off x="4176" y="3115"/>
                <a:ext cx="47" cy="36"/>
              </a:xfrm>
              <a:custGeom>
                <a:avLst/>
                <a:gdLst/>
                <a:ahLst/>
                <a:cxnLst>
                  <a:cxn ang="0">
                    <a:pos x="7" y="12"/>
                  </a:cxn>
                  <a:cxn ang="0">
                    <a:pos x="0" y="28"/>
                  </a:cxn>
                  <a:cxn ang="0">
                    <a:pos x="1" y="33"/>
                  </a:cxn>
                  <a:cxn ang="0">
                    <a:pos x="15" y="35"/>
                  </a:cxn>
                  <a:cxn ang="0">
                    <a:pos x="26" y="35"/>
                  </a:cxn>
                  <a:cxn ang="0">
                    <a:pos x="31" y="29"/>
                  </a:cxn>
                  <a:cxn ang="0">
                    <a:pos x="33" y="22"/>
                  </a:cxn>
                  <a:cxn ang="0">
                    <a:pos x="46" y="22"/>
                  </a:cxn>
                  <a:cxn ang="0">
                    <a:pos x="44" y="14"/>
                  </a:cxn>
                  <a:cxn ang="0">
                    <a:pos x="44" y="5"/>
                  </a:cxn>
                  <a:cxn ang="0">
                    <a:pos x="31" y="0"/>
                  </a:cxn>
                  <a:cxn ang="0">
                    <a:pos x="30" y="10"/>
                  </a:cxn>
                  <a:cxn ang="0">
                    <a:pos x="38" y="15"/>
                  </a:cxn>
                  <a:cxn ang="0">
                    <a:pos x="26" y="15"/>
                  </a:cxn>
                  <a:cxn ang="0">
                    <a:pos x="21" y="19"/>
                  </a:cxn>
                  <a:cxn ang="0">
                    <a:pos x="7" y="12"/>
                  </a:cxn>
                </a:cxnLst>
                <a:rect l="0" t="0" r="0" b="0"/>
                <a:pathLst>
                  <a:path w="47" h="36">
                    <a:moveTo>
                      <a:pt x="7" y="12"/>
                    </a:moveTo>
                    <a:lnTo>
                      <a:pt x="0" y="28"/>
                    </a:lnTo>
                    <a:lnTo>
                      <a:pt x="1" y="33"/>
                    </a:lnTo>
                    <a:lnTo>
                      <a:pt x="15" y="35"/>
                    </a:lnTo>
                    <a:lnTo>
                      <a:pt x="26" y="35"/>
                    </a:lnTo>
                    <a:lnTo>
                      <a:pt x="31" y="29"/>
                    </a:lnTo>
                    <a:lnTo>
                      <a:pt x="33" y="22"/>
                    </a:lnTo>
                    <a:lnTo>
                      <a:pt x="46" y="22"/>
                    </a:lnTo>
                    <a:lnTo>
                      <a:pt x="44" y="14"/>
                    </a:lnTo>
                    <a:lnTo>
                      <a:pt x="44" y="5"/>
                    </a:lnTo>
                    <a:lnTo>
                      <a:pt x="31" y="0"/>
                    </a:lnTo>
                    <a:lnTo>
                      <a:pt x="30" y="10"/>
                    </a:lnTo>
                    <a:lnTo>
                      <a:pt x="38" y="15"/>
                    </a:lnTo>
                    <a:lnTo>
                      <a:pt x="26" y="15"/>
                    </a:lnTo>
                    <a:lnTo>
                      <a:pt x="21" y="19"/>
                    </a:lnTo>
                    <a:lnTo>
                      <a:pt x="7" y="12"/>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nvGrpSpPr>
              <p:cNvPr id="33803" name="Group 12"/>
              <p:cNvGrpSpPr/>
              <p:nvPr/>
            </p:nvGrpSpPr>
            <p:grpSpPr>
              <a:xfrm>
                <a:off x="3763" y="2679"/>
                <a:ext cx="122" cy="257"/>
                <a:chOff x="3763" y="2679"/>
                <a:chExt cx="122" cy="257"/>
              </a:xfrm>
            </p:grpSpPr>
            <p:sp>
              <p:nvSpPr>
                <p:cNvPr id="33804" name="Freeform 13"/>
                <p:cNvSpPr/>
                <p:nvPr/>
              </p:nvSpPr>
              <p:spPr>
                <a:xfrm>
                  <a:off x="3763" y="2908"/>
                  <a:ext cx="30" cy="28"/>
                </a:xfrm>
                <a:custGeom>
                  <a:avLst/>
                  <a:gdLst/>
                  <a:ahLst/>
                  <a:cxnLst>
                    <a:cxn ang="0">
                      <a:pos x="0" y="21"/>
                    </a:cxn>
                    <a:cxn ang="0">
                      <a:pos x="5" y="27"/>
                    </a:cxn>
                    <a:cxn ang="0">
                      <a:pos x="10" y="25"/>
                    </a:cxn>
                    <a:cxn ang="0">
                      <a:pos x="21" y="27"/>
                    </a:cxn>
                    <a:cxn ang="0">
                      <a:pos x="29" y="27"/>
                    </a:cxn>
                    <a:cxn ang="0">
                      <a:pos x="29" y="18"/>
                    </a:cxn>
                    <a:cxn ang="0">
                      <a:pos x="27" y="12"/>
                    </a:cxn>
                    <a:cxn ang="0">
                      <a:pos x="21" y="5"/>
                    </a:cxn>
                    <a:cxn ang="0">
                      <a:pos x="16" y="5"/>
                    </a:cxn>
                    <a:cxn ang="0">
                      <a:pos x="14" y="0"/>
                    </a:cxn>
                    <a:cxn ang="0">
                      <a:pos x="7" y="0"/>
                    </a:cxn>
                    <a:cxn ang="0">
                      <a:pos x="7" y="9"/>
                    </a:cxn>
                    <a:cxn ang="0">
                      <a:pos x="0" y="21"/>
                    </a:cxn>
                  </a:cxnLst>
                  <a:rect l="0" t="0" r="0" b="0"/>
                  <a:pathLst>
                    <a:path w="30" h="28">
                      <a:moveTo>
                        <a:pt x="0" y="21"/>
                      </a:moveTo>
                      <a:lnTo>
                        <a:pt x="5" y="27"/>
                      </a:lnTo>
                      <a:lnTo>
                        <a:pt x="10" y="25"/>
                      </a:lnTo>
                      <a:lnTo>
                        <a:pt x="21" y="27"/>
                      </a:lnTo>
                      <a:lnTo>
                        <a:pt x="29" y="27"/>
                      </a:lnTo>
                      <a:lnTo>
                        <a:pt x="29" y="18"/>
                      </a:lnTo>
                      <a:lnTo>
                        <a:pt x="27" y="12"/>
                      </a:lnTo>
                      <a:lnTo>
                        <a:pt x="21" y="5"/>
                      </a:lnTo>
                      <a:lnTo>
                        <a:pt x="16" y="5"/>
                      </a:lnTo>
                      <a:lnTo>
                        <a:pt x="14" y="0"/>
                      </a:lnTo>
                      <a:lnTo>
                        <a:pt x="7" y="0"/>
                      </a:lnTo>
                      <a:lnTo>
                        <a:pt x="7" y="9"/>
                      </a:lnTo>
                      <a:lnTo>
                        <a:pt x="0" y="21"/>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05" name="Freeform 14"/>
                <p:cNvSpPr/>
                <p:nvPr/>
              </p:nvSpPr>
              <p:spPr>
                <a:xfrm>
                  <a:off x="3841" y="2863"/>
                  <a:ext cx="29" cy="33"/>
                </a:xfrm>
                <a:custGeom>
                  <a:avLst/>
                  <a:gdLst/>
                  <a:ahLst/>
                  <a:cxnLst>
                    <a:cxn ang="0">
                      <a:pos x="5" y="0"/>
                    </a:cxn>
                    <a:cxn ang="0">
                      <a:pos x="18" y="1"/>
                    </a:cxn>
                    <a:cxn ang="0">
                      <a:pos x="22" y="10"/>
                    </a:cxn>
                    <a:cxn ang="0">
                      <a:pos x="28" y="15"/>
                    </a:cxn>
                    <a:cxn ang="0">
                      <a:pos x="24" y="18"/>
                    </a:cxn>
                    <a:cxn ang="0">
                      <a:pos x="28" y="23"/>
                    </a:cxn>
                    <a:cxn ang="0">
                      <a:pos x="26" y="28"/>
                    </a:cxn>
                    <a:cxn ang="0">
                      <a:pos x="22" y="32"/>
                    </a:cxn>
                    <a:cxn ang="0">
                      <a:pos x="13" y="30"/>
                    </a:cxn>
                    <a:cxn ang="0">
                      <a:pos x="7" y="30"/>
                    </a:cxn>
                    <a:cxn ang="0">
                      <a:pos x="5" y="26"/>
                    </a:cxn>
                    <a:cxn ang="0">
                      <a:pos x="1" y="21"/>
                    </a:cxn>
                    <a:cxn ang="0">
                      <a:pos x="1" y="16"/>
                    </a:cxn>
                    <a:cxn ang="0">
                      <a:pos x="0" y="10"/>
                    </a:cxn>
                    <a:cxn ang="0">
                      <a:pos x="5" y="0"/>
                    </a:cxn>
                  </a:cxnLst>
                  <a:rect l="0" t="0" r="0" b="0"/>
                  <a:pathLst>
                    <a:path w="29" h="33">
                      <a:moveTo>
                        <a:pt x="5" y="0"/>
                      </a:moveTo>
                      <a:lnTo>
                        <a:pt x="18" y="1"/>
                      </a:lnTo>
                      <a:lnTo>
                        <a:pt x="22" y="10"/>
                      </a:lnTo>
                      <a:lnTo>
                        <a:pt x="28" y="15"/>
                      </a:lnTo>
                      <a:lnTo>
                        <a:pt x="24" y="18"/>
                      </a:lnTo>
                      <a:lnTo>
                        <a:pt x="28" y="23"/>
                      </a:lnTo>
                      <a:lnTo>
                        <a:pt x="26" y="28"/>
                      </a:lnTo>
                      <a:lnTo>
                        <a:pt x="22" y="32"/>
                      </a:lnTo>
                      <a:lnTo>
                        <a:pt x="13" y="30"/>
                      </a:lnTo>
                      <a:lnTo>
                        <a:pt x="7" y="30"/>
                      </a:lnTo>
                      <a:lnTo>
                        <a:pt x="5" y="26"/>
                      </a:lnTo>
                      <a:lnTo>
                        <a:pt x="1" y="21"/>
                      </a:lnTo>
                      <a:lnTo>
                        <a:pt x="1" y="16"/>
                      </a:lnTo>
                      <a:lnTo>
                        <a:pt x="0" y="10"/>
                      </a:lnTo>
                      <a:lnTo>
                        <a:pt x="5"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06" name="Freeform 15"/>
                <p:cNvSpPr/>
                <p:nvPr/>
              </p:nvSpPr>
              <p:spPr>
                <a:xfrm>
                  <a:off x="3838" y="2679"/>
                  <a:ext cx="47" cy="31"/>
                </a:xfrm>
                <a:custGeom>
                  <a:avLst/>
                  <a:gdLst/>
                  <a:ahLst/>
                  <a:cxnLst>
                    <a:cxn ang="0">
                      <a:pos x="6" y="0"/>
                    </a:cxn>
                    <a:cxn ang="0">
                      <a:pos x="11" y="3"/>
                    </a:cxn>
                    <a:cxn ang="0">
                      <a:pos x="18" y="3"/>
                    </a:cxn>
                    <a:cxn ang="0">
                      <a:pos x="27" y="3"/>
                    </a:cxn>
                    <a:cxn ang="0">
                      <a:pos x="34" y="3"/>
                    </a:cxn>
                    <a:cxn ang="0">
                      <a:pos x="39" y="7"/>
                    </a:cxn>
                    <a:cxn ang="0">
                      <a:pos x="44" y="14"/>
                    </a:cxn>
                    <a:cxn ang="0">
                      <a:pos x="46" y="17"/>
                    </a:cxn>
                    <a:cxn ang="0">
                      <a:pos x="35" y="19"/>
                    </a:cxn>
                    <a:cxn ang="0">
                      <a:pos x="32" y="21"/>
                    </a:cxn>
                    <a:cxn ang="0">
                      <a:pos x="35" y="24"/>
                    </a:cxn>
                    <a:cxn ang="0">
                      <a:pos x="35" y="30"/>
                    </a:cxn>
                    <a:cxn ang="0">
                      <a:pos x="25" y="24"/>
                    </a:cxn>
                    <a:cxn ang="0">
                      <a:pos x="17" y="22"/>
                    </a:cxn>
                    <a:cxn ang="0">
                      <a:pos x="11" y="22"/>
                    </a:cxn>
                    <a:cxn ang="0">
                      <a:pos x="11" y="30"/>
                    </a:cxn>
                    <a:cxn ang="0">
                      <a:pos x="6" y="30"/>
                    </a:cxn>
                    <a:cxn ang="0">
                      <a:pos x="3" y="24"/>
                    </a:cxn>
                    <a:cxn ang="0">
                      <a:pos x="3" y="19"/>
                    </a:cxn>
                    <a:cxn ang="0">
                      <a:pos x="0" y="17"/>
                    </a:cxn>
                    <a:cxn ang="0">
                      <a:pos x="3" y="12"/>
                    </a:cxn>
                    <a:cxn ang="0">
                      <a:pos x="6" y="10"/>
                    </a:cxn>
                    <a:cxn ang="0">
                      <a:pos x="6" y="0"/>
                    </a:cxn>
                  </a:cxnLst>
                  <a:rect l="0" t="0" r="0" b="0"/>
                  <a:pathLst>
                    <a:path w="47" h="31">
                      <a:moveTo>
                        <a:pt x="6" y="0"/>
                      </a:moveTo>
                      <a:lnTo>
                        <a:pt x="11" y="3"/>
                      </a:lnTo>
                      <a:lnTo>
                        <a:pt x="18" y="3"/>
                      </a:lnTo>
                      <a:lnTo>
                        <a:pt x="27" y="3"/>
                      </a:lnTo>
                      <a:lnTo>
                        <a:pt x="34" y="3"/>
                      </a:lnTo>
                      <a:lnTo>
                        <a:pt x="39" y="7"/>
                      </a:lnTo>
                      <a:lnTo>
                        <a:pt x="44" y="14"/>
                      </a:lnTo>
                      <a:lnTo>
                        <a:pt x="46" y="17"/>
                      </a:lnTo>
                      <a:lnTo>
                        <a:pt x="35" y="19"/>
                      </a:lnTo>
                      <a:lnTo>
                        <a:pt x="32" y="21"/>
                      </a:lnTo>
                      <a:lnTo>
                        <a:pt x="35" y="24"/>
                      </a:lnTo>
                      <a:lnTo>
                        <a:pt x="35" y="30"/>
                      </a:lnTo>
                      <a:lnTo>
                        <a:pt x="25" y="24"/>
                      </a:lnTo>
                      <a:lnTo>
                        <a:pt x="17" y="22"/>
                      </a:lnTo>
                      <a:lnTo>
                        <a:pt x="11" y="22"/>
                      </a:lnTo>
                      <a:lnTo>
                        <a:pt x="11" y="30"/>
                      </a:lnTo>
                      <a:lnTo>
                        <a:pt x="6" y="30"/>
                      </a:lnTo>
                      <a:lnTo>
                        <a:pt x="3" y="24"/>
                      </a:lnTo>
                      <a:lnTo>
                        <a:pt x="3" y="19"/>
                      </a:lnTo>
                      <a:lnTo>
                        <a:pt x="0" y="17"/>
                      </a:lnTo>
                      <a:lnTo>
                        <a:pt x="3" y="12"/>
                      </a:lnTo>
                      <a:lnTo>
                        <a:pt x="6" y="10"/>
                      </a:lnTo>
                      <a:lnTo>
                        <a:pt x="6"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sp>
            <p:nvSpPr>
              <p:cNvPr id="33807" name="Freeform 16"/>
              <p:cNvSpPr/>
              <p:nvPr/>
            </p:nvSpPr>
            <p:spPr>
              <a:xfrm>
                <a:off x="3876" y="3195"/>
                <a:ext cx="335" cy="247"/>
              </a:xfrm>
              <a:custGeom>
                <a:avLst/>
                <a:gdLst/>
                <a:ahLst/>
                <a:cxnLst>
                  <a:cxn ang="0">
                    <a:pos x="257" y="20"/>
                  </a:cxn>
                  <a:cxn ang="0">
                    <a:pos x="271" y="29"/>
                  </a:cxn>
                  <a:cxn ang="0">
                    <a:pos x="285" y="65"/>
                  </a:cxn>
                  <a:cxn ang="0">
                    <a:pos x="314" y="101"/>
                  </a:cxn>
                  <a:cxn ang="0">
                    <a:pos x="334" y="141"/>
                  </a:cxn>
                  <a:cxn ang="0">
                    <a:pos x="320" y="175"/>
                  </a:cxn>
                  <a:cxn ang="0">
                    <a:pos x="308" y="197"/>
                  </a:cxn>
                  <a:cxn ang="0">
                    <a:pos x="299" y="220"/>
                  </a:cxn>
                  <a:cxn ang="0">
                    <a:pos x="292" y="232"/>
                  </a:cxn>
                  <a:cxn ang="0">
                    <a:pos x="275" y="240"/>
                  </a:cxn>
                  <a:cxn ang="0">
                    <a:pos x="250" y="239"/>
                  </a:cxn>
                  <a:cxn ang="0">
                    <a:pos x="224" y="232"/>
                  </a:cxn>
                  <a:cxn ang="0">
                    <a:pos x="211" y="218"/>
                  </a:cxn>
                  <a:cxn ang="0">
                    <a:pos x="205" y="201"/>
                  </a:cxn>
                  <a:cxn ang="0">
                    <a:pos x="197" y="194"/>
                  </a:cxn>
                  <a:cxn ang="0">
                    <a:pos x="183" y="194"/>
                  </a:cxn>
                  <a:cxn ang="0">
                    <a:pos x="171" y="180"/>
                  </a:cxn>
                  <a:cxn ang="0">
                    <a:pos x="159" y="178"/>
                  </a:cxn>
                  <a:cxn ang="0">
                    <a:pos x="141" y="180"/>
                  </a:cxn>
                  <a:cxn ang="0">
                    <a:pos x="128" y="182"/>
                  </a:cxn>
                  <a:cxn ang="0">
                    <a:pos x="114" y="190"/>
                  </a:cxn>
                  <a:cxn ang="0">
                    <a:pos x="95" y="196"/>
                  </a:cxn>
                  <a:cxn ang="0">
                    <a:pos x="76" y="204"/>
                  </a:cxn>
                  <a:cxn ang="0">
                    <a:pos x="67" y="209"/>
                  </a:cxn>
                  <a:cxn ang="0">
                    <a:pos x="39" y="206"/>
                  </a:cxn>
                  <a:cxn ang="0">
                    <a:pos x="32" y="202"/>
                  </a:cxn>
                  <a:cxn ang="0">
                    <a:pos x="32" y="175"/>
                  </a:cxn>
                  <a:cxn ang="0">
                    <a:pos x="24" y="159"/>
                  </a:cxn>
                  <a:cxn ang="0">
                    <a:pos x="15" y="147"/>
                  </a:cxn>
                  <a:cxn ang="0">
                    <a:pos x="3" y="101"/>
                  </a:cxn>
                  <a:cxn ang="0">
                    <a:pos x="5" y="87"/>
                  </a:cxn>
                  <a:cxn ang="0">
                    <a:pos x="27" y="79"/>
                  </a:cxn>
                  <a:cxn ang="0">
                    <a:pos x="46" y="77"/>
                  </a:cxn>
                  <a:cxn ang="0">
                    <a:pos x="55" y="73"/>
                  </a:cxn>
                  <a:cxn ang="0">
                    <a:pos x="62" y="61"/>
                  </a:cxn>
                  <a:cxn ang="0">
                    <a:pos x="60" y="55"/>
                  </a:cxn>
                  <a:cxn ang="0">
                    <a:pos x="83" y="36"/>
                  </a:cxn>
                  <a:cxn ang="0">
                    <a:pos x="102" y="22"/>
                  </a:cxn>
                  <a:cxn ang="0">
                    <a:pos x="119" y="32"/>
                  </a:cxn>
                  <a:cxn ang="0">
                    <a:pos x="131" y="22"/>
                  </a:cxn>
                  <a:cxn ang="0">
                    <a:pos x="145" y="10"/>
                  </a:cxn>
                  <a:cxn ang="0">
                    <a:pos x="159" y="3"/>
                  </a:cxn>
                  <a:cxn ang="0">
                    <a:pos x="179" y="5"/>
                  </a:cxn>
                  <a:cxn ang="0">
                    <a:pos x="188" y="13"/>
                  </a:cxn>
                  <a:cxn ang="0">
                    <a:pos x="188" y="25"/>
                  </a:cxn>
                  <a:cxn ang="0">
                    <a:pos x="207" y="44"/>
                  </a:cxn>
                  <a:cxn ang="0">
                    <a:pos x="223" y="51"/>
                  </a:cxn>
                  <a:cxn ang="0">
                    <a:pos x="237" y="32"/>
                  </a:cxn>
                  <a:cxn ang="0">
                    <a:pos x="240" y="0"/>
                  </a:cxn>
                </a:cxnLst>
                <a:rect l="0" t="0" r="0" b="0"/>
                <a:pathLst>
                  <a:path w="335" h="247">
                    <a:moveTo>
                      <a:pt x="240" y="0"/>
                    </a:moveTo>
                    <a:lnTo>
                      <a:pt x="257" y="0"/>
                    </a:lnTo>
                    <a:lnTo>
                      <a:pt x="257" y="20"/>
                    </a:lnTo>
                    <a:lnTo>
                      <a:pt x="264" y="25"/>
                    </a:lnTo>
                    <a:lnTo>
                      <a:pt x="266" y="29"/>
                    </a:lnTo>
                    <a:lnTo>
                      <a:pt x="271" y="29"/>
                    </a:lnTo>
                    <a:lnTo>
                      <a:pt x="273" y="32"/>
                    </a:lnTo>
                    <a:lnTo>
                      <a:pt x="275" y="51"/>
                    </a:lnTo>
                    <a:lnTo>
                      <a:pt x="285" y="65"/>
                    </a:lnTo>
                    <a:lnTo>
                      <a:pt x="299" y="84"/>
                    </a:lnTo>
                    <a:lnTo>
                      <a:pt x="299" y="86"/>
                    </a:lnTo>
                    <a:lnTo>
                      <a:pt x="314" y="101"/>
                    </a:lnTo>
                    <a:lnTo>
                      <a:pt x="314" y="104"/>
                    </a:lnTo>
                    <a:lnTo>
                      <a:pt x="332" y="118"/>
                    </a:lnTo>
                    <a:lnTo>
                      <a:pt x="334" y="141"/>
                    </a:lnTo>
                    <a:lnTo>
                      <a:pt x="332" y="161"/>
                    </a:lnTo>
                    <a:lnTo>
                      <a:pt x="327" y="170"/>
                    </a:lnTo>
                    <a:lnTo>
                      <a:pt x="320" y="175"/>
                    </a:lnTo>
                    <a:lnTo>
                      <a:pt x="318" y="185"/>
                    </a:lnTo>
                    <a:lnTo>
                      <a:pt x="313" y="194"/>
                    </a:lnTo>
                    <a:lnTo>
                      <a:pt x="308" y="197"/>
                    </a:lnTo>
                    <a:lnTo>
                      <a:pt x="308" y="201"/>
                    </a:lnTo>
                    <a:lnTo>
                      <a:pt x="302" y="206"/>
                    </a:lnTo>
                    <a:lnTo>
                      <a:pt x="299" y="220"/>
                    </a:lnTo>
                    <a:lnTo>
                      <a:pt x="299" y="227"/>
                    </a:lnTo>
                    <a:lnTo>
                      <a:pt x="292" y="230"/>
                    </a:lnTo>
                    <a:lnTo>
                      <a:pt x="292" y="232"/>
                    </a:lnTo>
                    <a:lnTo>
                      <a:pt x="287" y="239"/>
                    </a:lnTo>
                    <a:lnTo>
                      <a:pt x="280" y="239"/>
                    </a:lnTo>
                    <a:lnTo>
                      <a:pt x="275" y="240"/>
                    </a:lnTo>
                    <a:lnTo>
                      <a:pt x="268" y="246"/>
                    </a:lnTo>
                    <a:lnTo>
                      <a:pt x="259" y="237"/>
                    </a:lnTo>
                    <a:lnTo>
                      <a:pt x="250" y="239"/>
                    </a:lnTo>
                    <a:lnTo>
                      <a:pt x="247" y="239"/>
                    </a:lnTo>
                    <a:lnTo>
                      <a:pt x="233" y="240"/>
                    </a:lnTo>
                    <a:lnTo>
                      <a:pt x="224" y="232"/>
                    </a:lnTo>
                    <a:lnTo>
                      <a:pt x="218" y="225"/>
                    </a:lnTo>
                    <a:lnTo>
                      <a:pt x="214" y="225"/>
                    </a:lnTo>
                    <a:lnTo>
                      <a:pt x="211" y="218"/>
                    </a:lnTo>
                    <a:lnTo>
                      <a:pt x="209" y="213"/>
                    </a:lnTo>
                    <a:lnTo>
                      <a:pt x="205" y="211"/>
                    </a:lnTo>
                    <a:lnTo>
                      <a:pt x="205" y="201"/>
                    </a:lnTo>
                    <a:lnTo>
                      <a:pt x="207" y="196"/>
                    </a:lnTo>
                    <a:lnTo>
                      <a:pt x="205" y="190"/>
                    </a:lnTo>
                    <a:lnTo>
                      <a:pt x="197" y="194"/>
                    </a:lnTo>
                    <a:lnTo>
                      <a:pt x="193" y="194"/>
                    </a:lnTo>
                    <a:lnTo>
                      <a:pt x="186" y="194"/>
                    </a:lnTo>
                    <a:lnTo>
                      <a:pt x="183" y="194"/>
                    </a:lnTo>
                    <a:lnTo>
                      <a:pt x="179" y="194"/>
                    </a:lnTo>
                    <a:lnTo>
                      <a:pt x="176" y="189"/>
                    </a:lnTo>
                    <a:lnTo>
                      <a:pt x="171" y="180"/>
                    </a:lnTo>
                    <a:lnTo>
                      <a:pt x="169" y="182"/>
                    </a:lnTo>
                    <a:lnTo>
                      <a:pt x="160" y="182"/>
                    </a:lnTo>
                    <a:lnTo>
                      <a:pt x="159" y="178"/>
                    </a:lnTo>
                    <a:lnTo>
                      <a:pt x="155" y="182"/>
                    </a:lnTo>
                    <a:lnTo>
                      <a:pt x="150" y="180"/>
                    </a:lnTo>
                    <a:lnTo>
                      <a:pt x="141" y="180"/>
                    </a:lnTo>
                    <a:lnTo>
                      <a:pt x="136" y="178"/>
                    </a:lnTo>
                    <a:lnTo>
                      <a:pt x="134" y="182"/>
                    </a:lnTo>
                    <a:lnTo>
                      <a:pt x="128" y="182"/>
                    </a:lnTo>
                    <a:lnTo>
                      <a:pt x="124" y="180"/>
                    </a:lnTo>
                    <a:lnTo>
                      <a:pt x="121" y="185"/>
                    </a:lnTo>
                    <a:lnTo>
                      <a:pt x="114" y="190"/>
                    </a:lnTo>
                    <a:lnTo>
                      <a:pt x="110" y="190"/>
                    </a:lnTo>
                    <a:lnTo>
                      <a:pt x="103" y="196"/>
                    </a:lnTo>
                    <a:lnTo>
                      <a:pt x="95" y="196"/>
                    </a:lnTo>
                    <a:lnTo>
                      <a:pt x="88" y="197"/>
                    </a:lnTo>
                    <a:lnTo>
                      <a:pt x="81" y="201"/>
                    </a:lnTo>
                    <a:lnTo>
                      <a:pt x="76" y="204"/>
                    </a:lnTo>
                    <a:lnTo>
                      <a:pt x="74" y="204"/>
                    </a:lnTo>
                    <a:lnTo>
                      <a:pt x="70" y="208"/>
                    </a:lnTo>
                    <a:lnTo>
                      <a:pt x="67" y="209"/>
                    </a:lnTo>
                    <a:lnTo>
                      <a:pt x="62" y="213"/>
                    </a:lnTo>
                    <a:lnTo>
                      <a:pt x="46" y="213"/>
                    </a:lnTo>
                    <a:lnTo>
                      <a:pt x="39" y="206"/>
                    </a:lnTo>
                    <a:lnTo>
                      <a:pt x="38" y="204"/>
                    </a:lnTo>
                    <a:lnTo>
                      <a:pt x="36" y="206"/>
                    </a:lnTo>
                    <a:lnTo>
                      <a:pt x="32" y="202"/>
                    </a:lnTo>
                    <a:lnTo>
                      <a:pt x="34" y="189"/>
                    </a:lnTo>
                    <a:lnTo>
                      <a:pt x="36" y="182"/>
                    </a:lnTo>
                    <a:lnTo>
                      <a:pt x="32" y="175"/>
                    </a:lnTo>
                    <a:lnTo>
                      <a:pt x="29" y="170"/>
                    </a:lnTo>
                    <a:lnTo>
                      <a:pt x="29" y="163"/>
                    </a:lnTo>
                    <a:lnTo>
                      <a:pt x="24" y="159"/>
                    </a:lnTo>
                    <a:lnTo>
                      <a:pt x="22" y="159"/>
                    </a:lnTo>
                    <a:lnTo>
                      <a:pt x="22" y="156"/>
                    </a:lnTo>
                    <a:lnTo>
                      <a:pt x="15" y="147"/>
                    </a:lnTo>
                    <a:lnTo>
                      <a:pt x="6" y="125"/>
                    </a:lnTo>
                    <a:lnTo>
                      <a:pt x="3" y="111"/>
                    </a:lnTo>
                    <a:lnTo>
                      <a:pt x="3" y="101"/>
                    </a:lnTo>
                    <a:lnTo>
                      <a:pt x="0" y="99"/>
                    </a:lnTo>
                    <a:lnTo>
                      <a:pt x="1" y="91"/>
                    </a:lnTo>
                    <a:lnTo>
                      <a:pt x="5" y="87"/>
                    </a:lnTo>
                    <a:lnTo>
                      <a:pt x="15" y="77"/>
                    </a:lnTo>
                    <a:lnTo>
                      <a:pt x="25" y="77"/>
                    </a:lnTo>
                    <a:lnTo>
                      <a:pt x="27" y="79"/>
                    </a:lnTo>
                    <a:lnTo>
                      <a:pt x="41" y="79"/>
                    </a:lnTo>
                    <a:lnTo>
                      <a:pt x="43" y="77"/>
                    </a:lnTo>
                    <a:lnTo>
                      <a:pt x="46" y="77"/>
                    </a:lnTo>
                    <a:lnTo>
                      <a:pt x="50" y="75"/>
                    </a:lnTo>
                    <a:lnTo>
                      <a:pt x="53" y="75"/>
                    </a:lnTo>
                    <a:lnTo>
                      <a:pt x="55" y="73"/>
                    </a:lnTo>
                    <a:lnTo>
                      <a:pt x="55" y="70"/>
                    </a:lnTo>
                    <a:lnTo>
                      <a:pt x="57" y="63"/>
                    </a:lnTo>
                    <a:lnTo>
                      <a:pt x="62" y="61"/>
                    </a:lnTo>
                    <a:lnTo>
                      <a:pt x="60" y="58"/>
                    </a:lnTo>
                    <a:lnTo>
                      <a:pt x="62" y="56"/>
                    </a:lnTo>
                    <a:lnTo>
                      <a:pt x="60" y="55"/>
                    </a:lnTo>
                    <a:lnTo>
                      <a:pt x="65" y="49"/>
                    </a:lnTo>
                    <a:lnTo>
                      <a:pt x="74" y="48"/>
                    </a:lnTo>
                    <a:lnTo>
                      <a:pt x="83" y="36"/>
                    </a:lnTo>
                    <a:lnTo>
                      <a:pt x="95" y="27"/>
                    </a:lnTo>
                    <a:lnTo>
                      <a:pt x="100" y="25"/>
                    </a:lnTo>
                    <a:lnTo>
                      <a:pt x="102" y="22"/>
                    </a:lnTo>
                    <a:lnTo>
                      <a:pt x="107" y="22"/>
                    </a:lnTo>
                    <a:lnTo>
                      <a:pt x="115" y="30"/>
                    </a:lnTo>
                    <a:lnTo>
                      <a:pt x="119" y="32"/>
                    </a:lnTo>
                    <a:lnTo>
                      <a:pt x="122" y="29"/>
                    </a:lnTo>
                    <a:lnTo>
                      <a:pt x="128" y="22"/>
                    </a:lnTo>
                    <a:lnTo>
                      <a:pt x="131" y="22"/>
                    </a:lnTo>
                    <a:lnTo>
                      <a:pt x="136" y="13"/>
                    </a:lnTo>
                    <a:lnTo>
                      <a:pt x="140" y="13"/>
                    </a:lnTo>
                    <a:lnTo>
                      <a:pt x="145" y="10"/>
                    </a:lnTo>
                    <a:lnTo>
                      <a:pt x="150" y="6"/>
                    </a:lnTo>
                    <a:lnTo>
                      <a:pt x="155" y="6"/>
                    </a:lnTo>
                    <a:lnTo>
                      <a:pt x="159" y="3"/>
                    </a:lnTo>
                    <a:lnTo>
                      <a:pt x="164" y="3"/>
                    </a:lnTo>
                    <a:lnTo>
                      <a:pt x="171" y="3"/>
                    </a:lnTo>
                    <a:lnTo>
                      <a:pt x="179" y="5"/>
                    </a:lnTo>
                    <a:lnTo>
                      <a:pt x="186" y="8"/>
                    </a:lnTo>
                    <a:lnTo>
                      <a:pt x="186" y="12"/>
                    </a:lnTo>
                    <a:lnTo>
                      <a:pt x="188" y="13"/>
                    </a:lnTo>
                    <a:lnTo>
                      <a:pt x="190" y="18"/>
                    </a:lnTo>
                    <a:lnTo>
                      <a:pt x="188" y="20"/>
                    </a:lnTo>
                    <a:lnTo>
                      <a:pt x="188" y="25"/>
                    </a:lnTo>
                    <a:lnTo>
                      <a:pt x="186" y="29"/>
                    </a:lnTo>
                    <a:lnTo>
                      <a:pt x="202" y="39"/>
                    </a:lnTo>
                    <a:lnTo>
                      <a:pt x="207" y="44"/>
                    </a:lnTo>
                    <a:lnTo>
                      <a:pt x="212" y="48"/>
                    </a:lnTo>
                    <a:lnTo>
                      <a:pt x="219" y="49"/>
                    </a:lnTo>
                    <a:lnTo>
                      <a:pt x="223" y="51"/>
                    </a:lnTo>
                    <a:lnTo>
                      <a:pt x="230" y="48"/>
                    </a:lnTo>
                    <a:lnTo>
                      <a:pt x="233" y="39"/>
                    </a:lnTo>
                    <a:lnTo>
                      <a:pt x="237" y="32"/>
                    </a:lnTo>
                    <a:lnTo>
                      <a:pt x="238" y="18"/>
                    </a:lnTo>
                    <a:lnTo>
                      <a:pt x="240" y="13"/>
                    </a:lnTo>
                    <a:lnTo>
                      <a:pt x="24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08" name="Freeform 17"/>
              <p:cNvSpPr/>
              <p:nvPr/>
            </p:nvSpPr>
            <p:spPr>
              <a:xfrm>
                <a:off x="3798" y="3144"/>
                <a:ext cx="187" cy="33"/>
              </a:xfrm>
              <a:custGeom>
                <a:avLst/>
                <a:gdLst/>
                <a:ahLst/>
                <a:cxnLst>
                  <a:cxn ang="0">
                    <a:pos x="13" y="5"/>
                  </a:cxn>
                  <a:cxn ang="0">
                    <a:pos x="36" y="5"/>
                  </a:cxn>
                  <a:cxn ang="0">
                    <a:pos x="50" y="5"/>
                  </a:cxn>
                  <a:cxn ang="0">
                    <a:pos x="62" y="15"/>
                  </a:cxn>
                  <a:cxn ang="0">
                    <a:pos x="73" y="16"/>
                  </a:cxn>
                  <a:cxn ang="0">
                    <a:pos x="90" y="21"/>
                  </a:cxn>
                  <a:cxn ang="0">
                    <a:pos x="100" y="23"/>
                  </a:cxn>
                  <a:cxn ang="0">
                    <a:pos x="104" y="15"/>
                  </a:cxn>
                  <a:cxn ang="0">
                    <a:pos x="126" y="16"/>
                  </a:cxn>
                  <a:cxn ang="0">
                    <a:pos x="142" y="20"/>
                  </a:cxn>
                  <a:cxn ang="0">
                    <a:pos x="152" y="21"/>
                  </a:cxn>
                  <a:cxn ang="0">
                    <a:pos x="161" y="16"/>
                  </a:cxn>
                  <a:cxn ang="0">
                    <a:pos x="173" y="15"/>
                  </a:cxn>
                  <a:cxn ang="0">
                    <a:pos x="186" y="13"/>
                  </a:cxn>
                  <a:cxn ang="0">
                    <a:pos x="182" y="23"/>
                  </a:cxn>
                  <a:cxn ang="0">
                    <a:pos x="173" y="25"/>
                  </a:cxn>
                  <a:cxn ang="0">
                    <a:pos x="165" y="30"/>
                  </a:cxn>
                  <a:cxn ang="0">
                    <a:pos x="156" y="28"/>
                  </a:cxn>
                  <a:cxn ang="0">
                    <a:pos x="147" y="30"/>
                  </a:cxn>
                  <a:cxn ang="0">
                    <a:pos x="142" y="32"/>
                  </a:cxn>
                  <a:cxn ang="0">
                    <a:pos x="132" y="30"/>
                  </a:cxn>
                  <a:cxn ang="0">
                    <a:pos x="121" y="30"/>
                  </a:cxn>
                  <a:cxn ang="0">
                    <a:pos x="114" y="32"/>
                  </a:cxn>
                  <a:cxn ang="0">
                    <a:pos x="106" y="26"/>
                  </a:cxn>
                  <a:cxn ang="0">
                    <a:pos x="99" y="30"/>
                  </a:cxn>
                  <a:cxn ang="0">
                    <a:pos x="86" y="30"/>
                  </a:cxn>
                  <a:cxn ang="0">
                    <a:pos x="79" y="25"/>
                  </a:cxn>
                  <a:cxn ang="0">
                    <a:pos x="69" y="30"/>
                  </a:cxn>
                  <a:cxn ang="0">
                    <a:pos x="59" y="28"/>
                  </a:cxn>
                  <a:cxn ang="0">
                    <a:pos x="45" y="25"/>
                  </a:cxn>
                  <a:cxn ang="0">
                    <a:pos x="26" y="20"/>
                  </a:cxn>
                  <a:cxn ang="0">
                    <a:pos x="12" y="18"/>
                  </a:cxn>
                  <a:cxn ang="0">
                    <a:pos x="3" y="13"/>
                  </a:cxn>
                  <a:cxn ang="0">
                    <a:pos x="0" y="10"/>
                  </a:cxn>
                </a:cxnLst>
                <a:rect l="0" t="0" r="0" b="0"/>
                <a:pathLst>
                  <a:path w="187" h="33">
                    <a:moveTo>
                      <a:pt x="0" y="0"/>
                    </a:moveTo>
                    <a:lnTo>
                      <a:pt x="13" y="5"/>
                    </a:lnTo>
                    <a:lnTo>
                      <a:pt x="26" y="5"/>
                    </a:lnTo>
                    <a:lnTo>
                      <a:pt x="36" y="5"/>
                    </a:lnTo>
                    <a:lnTo>
                      <a:pt x="45" y="5"/>
                    </a:lnTo>
                    <a:lnTo>
                      <a:pt x="50" y="5"/>
                    </a:lnTo>
                    <a:lnTo>
                      <a:pt x="59" y="8"/>
                    </a:lnTo>
                    <a:lnTo>
                      <a:pt x="62" y="15"/>
                    </a:lnTo>
                    <a:lnTo>
                      <a:pt x="66" y="18"/>
                    </a:lnTo>
                    <a:lnTo>
                      <a:pt x="73" y="16"/>
                    </a:lnTo>
                    <a:lnTo>
                      <a:pt x="81" y="16"/>
                    </a:lnTo>
                    <a:lnTo>
                      <a:pt x="90" y="21"/>
                    </a:lnTo>
                    <a:lnTo>
                      <a:pt x="97" y="23"/>
                    </a:lnTo>
                    <a:lnTo>
                      <a:pt x="100" y="23"/>
                    </a:lnTo>
                    <a:lnTo>
                      <a:pt x="100" y="18"/>
                    </a:lnTo>
                    <a:lnTo>
                      <a:pt x="104" y="15"/>
                    </a:lnTo>
                    <a:lnTo>
                      <a:pt x="116" y="16"/>
                    </a:lnTo>
                    <a:lnTo>
                      <a:pt x="126" y="16"/>
                    </a:lnTo>
                    <a:lnTo>
                      <a:pt x="135" y="16"/>
                    </a:lnTo>
                    <a:lnTo>
                      <a:pt x="142" y="20"/>
                    </a:lnTo>
                    <a:lnTo>
                      <a:pt x="146" y="21"/>
                    </a:lnTo>
                    <a:lnTo>
                      <a:pt x="152" y="21"/>
                    </a:lnTo>
                    <a:lnTo>
                      <a:pt x="158" y="18"/>
                    </a:lnTo>
                    <a:lnTo>
                      <a:pt x="161" y="16"/>
                    </a:lnTo>
                    <a:lnTo>
                      <a:pt x="168" y="16"/>
                    </a:lnTo>
                    <a:lnTo>
                      <a:pt x="173" y="15"/>
                    </a:lnTo>
                    <a:lnTo>
                      <a:pt x="180" y="13"/>
                    </a:lnTo>
                    <a:lnTo>
                      <a:pt x="186" y="13"/>
                    </a:lnTo>
                    <a:lnTo>
                      <a:pt x="184" y="20"/>
                    </a:lnTo>
                    <a:lnTo>
                      <a:pt x="182" y="23"/>
                    </a:lnTo>
                    <a:lnTo>
                      <a:pt x="179" y="25"/>
                    </a:lnTo>
                    <a:lnTo>
                      <a:pt x="173" y="25"/>
                    </a:lnTo>
                    <a:lnTo>
                      <a:pt x="168" y="26"/>
                    </a:lnTo>
                    <a:lnTo>
                      <a:pt x="165" y="30"/>
                    </a:lnTo>
                    <a:lnTo>
                      <a:pt x="159" y="30"/>
                    </a:lnTo>
                    <a:lnTo>
                      <a:pt x="156" y="28"/>
                    </a:lnTo>
                    <a:lnTo>
                      <a:pt x="152" y="30"/>
                    </a:lnTo>
                    <a:lnTo>
                      <a:pt x="147" y="30"/>
                    </a:lnTo>
                    <a:lnTo>
                      <a:pt x="146" y="30"/>
                    </a:lnTo>
                    <a:lnTo>
                      <a:pt x="142" y="32"/>
                    </a:lnTo>
                    <a:lnTo>
                      <a:pt x="133" y="32"/>
                    </a:lnTo>
                    <a:lnTo>
                      <a:pt x="132" y="30"/>
                    </a:lnTo>
                    <a:lnTo>
                      <a:pt x="126" y="25"/>
                    </a:lnTo>
                    <a:lnTo>
                      <a:pt x="121" y="30"/>
                    </a:lnTo>
                    <a:lnTo>
                      <a:pt x="119" y="32"/>
                    </a:lnTo>
                    <a:lnTo>
                      <a:pt x="114" y="32"/>
                    </a:lnTo>
                    <a:lnTo>
                      <a:pt x="107" y="25"/>
                    </a:lnTo>
                    <a:lnTo>
                      <a:pt x="106" y="26"/>
                    </a:lnTo>
                    <a:lnTo>
                      <a:pt x="102" y="26"/>
                    </a:lnTo>
                    <a:lnTo>
                      <a:pt x="99" y="30"/>
                    </a:lnTo>
                    <a:lnTo>
                      <a:pt x="93" y="30"/>
                    </a:lnTo>
                    <a:lnTo>
                      <a:pt x="86" y="30"/>
                    </a:lnTo>
                    <a:lnTo>
                      <a:pt x="85" y="28"/>
                    </a:lnTo>
                    <a:lnTo>
                      <a:pt x="79" y="25"/>
                    </a:lnTo>
                    <a:lnTo>
                      <a:pt x="74" y="26"/>
                    </a:lnTo>
                    <a:lnTo>
                      <a:pt x="69" y="30"/>
                    </a:lnTo>
                    <a:lnTo>
                      <a:pt x="64" y="30"/>
                    </a:lnTo>
                    <a:lnTo>
                      <a:pt x="59" y="28"/>
                    </a:lnTo>
                    <a:lnTo>
                      <a:pt x="52" y="25"/>
                    </a:lnTo>
                    <a:lnTo>
                      <a:pt x="45" y="25"/>
                    </a:lnTo>
                    <a:lnTo>
                      <a:pt x="34" y="21"/>
                    </a:lnTo>
                    <a:lnTo>
                      <a:pt x="26" y="20"/>
                    </a:lnTo>
                    <a:lnTo>
                      <a:pt x="20" y="18"/>
                    </a:lnTo>
                    <a:lnTo>
                      <a:pt x="12" y="18"/>
                    </a:lnTo>
                    <a:lnTo>
                      <a:pt x="8" y="15"/>
                    </a:lnTo>
                    <a:lnTo>
                      <a:pt x="3" y="13"/>
                    </a:lnTo>
                    <a:lnTo>
                      <a:pt x="1" y="11"/>
                    </a:lnTo>
                    <a:lnTo>
                      <a:pt x="0" y="10"/>
                    </a:lnTo>
                    <a:lnTo>
                      <a:pt x="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09" name="Freeform 18"/>
              <p:cNvSpPr/>
              <p:nvPr/>
            </p:nvSpPr>
            <p:spPr>
              <a:xfrm>
                <a:off x="3898" y="3077"/>
                <a:ext cx="86" cy="67"/>
              </a:xfrm>
              <a:custGeom>
                <a:avLst/>
                <a:gdLst/>
                <a:ahLst/>
                <a:cxnLst>
                  <a:cxn ang="0">
                    <a:pos x="41" y="0"/>
                  </a:cxn>
                  <a:cxn ang="0">
                    <a:pos x="71" y="0"/>
                  </a:cxn>
                  <a:cxn ang="0">
                    <a:pos x="74" y="7"/>
                  </a:cxn>
                  <a:cxn ang="0">
                    <a:pos x="67" y="12"/>
                  </a:cxn>
                  <a:cxn ang="0">
                    <a:pos x="65" y="17"/>
                  </a:cxn>
                  <a:cxn ang="0">
                    <a:pos x="58" y="21"/>
                  </a:cxn>
                  <a:cxn ang="0">
                    <a:pos x="52" y="23"/>
                  </a:cxn>
                  <a:cxn ang="0">
                    <a:pos x="45" y="19"/>
                  </a:cxn>
                  <a:cxn ang="0">
                    <a:pos x="38" y="12"/>
                  </a:cxn>
                  <a:cxn ang="0">
                    <a:pos x="27" y="12"/>
                  </a:cxn>
                  <a:cxn ang="0">
                    <a:pos x="26" y="23"/>
                  </a:cxn>
                  <a:cxn ang="0">
                    <a:pos x="27" y="28"/>
                  </a:cxn>
                  <a:cxn ang="0">
                    <a:pos x="38" y="24"/>
                  </a:cxn>
                  <a:cxn ang="0">
                    <a:pos x="45" y="26"/>
                  </a:cxn>
                  <a:cxn ang="0">
                    <a:pos x="41" y="33"/>
                  </a:cxn>
                  <a:cxn ang="0">
                    <a:pos x="41" y="37"/>
                  </a:cxn>
                  <a:cxn ang="0">
                    <a:pos x="41" y="42"/>
                  </a:cxn>
                  <a:cxn ang="0">
                    <a:pos x="46" y="46"/>
                  </a:cxn>
                  <a:cxn ang="0">
                    <a:pos x="45" y="53"/>
                  </a:cxn>
                  <a:cxn ang="0">
                    <a:pos x="41" y="62"/>
                  </a:cxn>
                  <a:cxn ang="0">
                    <a:pos x="34" y="64"/>
                  </a:cxn>
                  <a:cxn ang="0">
                    <a:pos x="32" y="58"/>
                  </a:cxn>
                  <a:cxn ang="0">
                    <a:pos x="27" y="49"/>
                  </a:cxn>
                  <a:cxn ang="0">
                    <a:pos x="27" y="41"/>
                  </a:cxn>
                  <a:cxn ang="0">
                    <a:pos x="19" y="41"/>
                  </a:cxn>
                  <a:cxn ang="0">
                    <a:pos x="12" y="42"/>
                  </a:cxn>
                  <a:cxn ang="0">
                    <a:pos x="20" y="46"/>
                  </a:cxn>
                  <a:cxn ang="0">
                    <a:pos x="24" y="51"/>
                  </a:cxn>
                  <a:cxn ang="0">
                    <a:pos x="20" y="60"/>
                  </a:cxn>
                  <a:cxn ang="0">
                    <a:pos x="15" y="66"/>
                  </a:cxn>
                  <a:cxn ang="0">
                    <a:pos x="15" y="58"/>
                  </a:cxn>
                  <a:cxn ang="0">
                    <a:pos x="12" y="51"/>
                  </a:cxn>
                  <a:cxn ang="0">
                    <a:pos x="5" y="46"/>
                  </a:cxn>
                  <a:cxn ang="0">
                    <a:pos x="1" y="39"/>
                  </a:cxn>
                  <a:cxn ang="0">
                    <a:pos x="8" y="30"/>
                  </a:cxn>
                  <a:cxn ang="0">
                    <a:pos x="12" y="21"/>
                  </a:cxn>
                  <a:cxn ang="0">
                    <a:pos x="13" y="14"/>
                  </a:cxn>
                  <a:cxn ang="0">
                    <a:pos x="12" y="7"/>
                  </a:cxn>
                </a:cxnLst>
                <a:rect l="0" t="0" r="0" b="0"/>
                <a:pathLst>
                  <a:path w="86" h="67">
                    <a:moveTo>
                      <a:pt x="20" y="0"/>
                    </a:moveTo>
                    <a:lnTo>
                      <a:pt x="41" y="0"/>
                    </a:lnTo>
                    <a:lnTo>
                      <a:pt x="60" y="0"/>
                    </a:lnTo>
                    <a:lnTo>
                      <a:pt x="71" y="0"/>
                    </a:lnTo>
                    <a:lnTo>
                      <a:pt x="85" y="5"/>
                    </a:lnTo>
                    <a:lnTo>
                      <a:pt x="74" y="7"/>
                    </a:lnTo>
                    <a:lnTo>
                      <a:pt x="71" y="10"/>
                    </a:lnTo>
                    <a:lnTo>
                      <a:pt x="67" y="12"/>
                    </a:lnTo>
                    <a:lnTo>
                      <a:pt x="65" y="14"/>
                    </a:lnTo>
                    <a:lnTo>
                      <a:pt x="65" y="17"/>
                    </a:lnTo>
                    <a:lnTo>
                      <a:pt x="65" y="19"/>
                    </a:lnTo>
                    <a:lnTo>
                      <a:pt x="58" y="21"/>
                    </a:lnTo>
                    <a:lnTo>
                      <a:pt x="53" y="21"/>
                    </a:lnTo>
                    <a:lnTo>
                      <a:pt x="52" y="23"/>
                    </a:lnTo>
                    <a:lnTo>
                      <a:pt x="46" y="23"/>
                    </a:lnTo>
                    <a:lnTo>
                      <a:pt x="45" y="19"/>
                    </a:lnTo>
                    <a:lnTo>
                      <a:pt x="41" y="16"/>
                    </a:lnTo>
                    <a:lnTo>
                      <a:pt x="38" y="12"/>
                    </a:lnTo>
                    <a:lnTo>
                      <a:pt x="29" y="12"/>
                    </a:lnTo>
                    <a:lnTo>
                      <a:pt x="27" y="12"/>
                    </a:lnTo>
                    <a:lnTo>
                      <a:pt x="26" y="17"/>
                    </a:lnTo>
                    <a:lnTo>
                      <a:pt x="26" y="23"/>
                    </a:lnTo>
                    <a:lnTo>
                      <a:pt x="26" y="26"/>
                    </a:lnTo>
                    <a:lnTo>
                      <a:pt x="27" y="28"/>
                    </a:lnTo>
                    <a:lnTo>
                      <a:pt x="31" y="28"/>
                    </a:lnTo>
                    <a:lnTo>
                      <a:pt x="38" y="24"/>
                    </a:lnTo>
                    <a:lnTo>
                      <a:pt x="41" y="24"/>
                    </a:lnTo>
                    <a:lnTo>
                      <a:pt x="45" y="26"/>
                    </a:lnTo>
                    <a:lnTo>
                      <a:pt x="45" y="28"/>
                    </a:lnTo>
                    <a:lnTo>
                      <a:pt x="41" y="33"/>
                    </a:lnTo>
                    <a:lnTo>
                      <a:pt x="41" y="35"/>
                    </a:lnTo>
                    <a:lnTo>
                      <a:pt x="41" y="37"/>
                    </a:lnTo>
                    <a:lnTo>
                      <a:pt x="39" y="41"/>
                    </a:lnTo>
                    <a:lnTo>
                      <a:pt x="41" y="42"/>
                    </a:lnTo>
                    <a:lnTo>
                      <a:pt x="46" y="48"/>
                    </a:lnTo>
                    <a:lnTo>
                      <a:pt x="46" y="46"/>
                    </a:lnTo>
                    <a:lnTo>
                      <a:pt x="46" y="49"/>
                    </a:lnTo>
                    <a:lnTo>
                      <a:pt x="45" y="53"/>
                    </a:lnTo>
                    <a:lnTo>
                      <a:pt x="43" y="57"/>
                    </a:lnTo>
                    <a:lnTo>
                      <a:pt x="41" y="62"/>
                    </a:lnTo>
                    <a:lnTo>
                      <a:pt x="38" y="64"/>
                    </a:lnTo>
                    <a:lnTo>
                      <a:pt x="34" y="64"/>
                    </a:lnTo>
                    <a:lnTo>
                      <a:pt x="32" y="64"/>
                    </a:lnTo>
                    <a:lnTo>
                      <a:pt x="32" y="58"/>
                    </a:lnTo>
                    <a:lnTo>
                      <a:pt x="31" y="51"/>
                    </a:lnTo>
                    <a:lnTo>
                      <a:pt x="27" y="49"/>
                    </a:lnTo>
                    <a:lnTo>
                      <a:pt x="27" y="48"/>
                    </a:lnTo>
                    <a:lnTo>
                      <a:pt x="27" y="41"/>
                    </a:lnTo>
                    <a:lnTo>
                      <a:pt x="26" y="39"/>
                    </a:lnTo>
                    <a:lnTo>
                      <a:pt x="19" y="41"/>
                    </a:lnTo>
                    <a:lnTo>
                      <a:pt x="15" y="39"/>
                    </a:lnTo>
                    <a:lnTo>
                      <a:pt x="12" y="42"/>
                    </a:lnTo>
                    <a:lnTo>
                      <a:pt x="15" y="44"/>
                    </a:lnTo>
                    <a:lnTo>
                      <a:pt x="20" y="46"/>
                    </a:lnTo>
                    <a:lnTo>
                      <a:pt x="20" y="48"/>
                    </a:lnTo>
                    <a:lnTo>
                      <a:pt x="24" y="51"/>
                    </a:lnTo>
                    <a:lnTo>
                      <a:pt x="24" y="55"/>
                    </a:lnTo>
                    <a:lnTo>
                      <a:pt x="20" y="60"/>
                    </a:lnTo>
                    <a:lnTo>
                      <a:pt x="17" y="64"/>
                    </a:lnTo>
                    <a:lnTo>
                      <a:pt x="15" y="66"/>
                    </a:lnTo>
                    <a:lnTo>
                      <a:pt x="15" y="62"/>
                    </a:lnTo>
                    <a:lnTo>
                      <a:pt x="15" y="58"/>
                    </a:lnTo>
                    <a:lnTo>
                      <a:pt x="17" y="55"/>
                    </a:lnTo>
                    <a:lnTo>
                      <a:pt x="12" y="51"/>
                    </a:lnTo>
                    <a:lnTo>
                      <a:pt x="6" y="49"/>
                    </a:lnTo>
                    <a:lnTo>
                      <a:pt x="5" y="46"/>
                    </a:lnTo>
                    <a:lnTo>
                      <a:pt x="0" y="44"/>
                    </a:lnTo>
                    <a:lnTo>
                      <a:pt x="1" y="39"/>
                    </a:lnTo>
                    <a:lnTo>
                      <a:pt x="5" y="35"/>
                    </a:lnTo>
                    <a:lnTo>
                      <a:pt x="8" y="30"/>
                    </a:lnTo>
                    <a:lnTo>
                      <a:pt x="12" y="26"/>
                    </a:lnTo>
                    <a:lnTo>
                      <a:pt x="12" y="21"/>
                    </a:lnTo>
                    <a:lnTo>
                      <a:pt x="12" y="16"/>
                    </a:lnTo>
                    <a:lnTo>
                      <a:pt x="13" y="14"/>
                    </a:lnTo>
                    <a:lnTo>
                      <a:pt x="15" y="12"/>
                    </a:lnTo>
                    <a:lnTo>
                      <a:pt x="12" y="7"/>
                    </a:lnTo>
                    <a:lnTo>
                      <a:pt x="2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0" name="Freeform 19"/>
              <p:cNvSpPr/>
              <p:nvPr/>
            </p:nvSpPr>
            <p:spPr>
              <a:xfrm>
                <a:off x="3810" y="3048"/>
                <a:ext cx="92" cy="91"/>
              </a:xfrm>
              <a:custGeom>
                <a:avLst/>
                <a:gdLst/>
                <a:ahLst/>
                <a:cxnLst>
                  <a:cxn ang="0">
                    <a:pos x="0" y="29"/>
                  </a:cxn>
                  <a:cxn ang="0">
                    <a:pos x="18" y="15"/>
                  </a:cxn>
                  <a:cxn ang="0">
                    <a:pos x="28" y="10"/>
                  </a:cxn>
                  <a:cxn ang="0">
                    <a:pos x="33" y="5"/>
                  </a:cxn>
                  <a:cxn ang="0">
                    <a:pos x="48" y="0"/>
                  </a:cxn>
                  <a:cxn ang="0">
                    <a:pos x="55" y="12"/>
                  </a:cxn>
                  <a:cxn ang="0">
                    <a:pos x="64" y="6"/>
                  </a:cxn>
                  <a:cxn ang="0">
                    <a:pos x="65" y="3"/>
                  </a:cxn>
                  <a:cxn ang="0">
                    <a:pos x="72" y="0"/>
                  </a:cxn>
                  <a:cxn ang="0">
                    <a:pos x="77" y="0"/>
                  </a:cxn>
                  <a:cxn ang="0">
                    <a:pos x="77" y="5"/>
                  </a:cxn>
                  <a:cxn ang="0">
                    <a:pos x="77" y="6"/>
                  </a:cxn>
                  <a:cxn ang="0">
                    <a:pos x="74" y="12"/>
                  </a:cxn>
                  <a:cxn ang="0">
                    <a:pos x="74" y="15"/>
                  </a:cxn>
                  <a:cxn ang="0">
                    <a:pos x="84" y="27"/>
                  </a:cxn>
                  <a:cxn ang="0">
                    <a:pos x="85" y="36"/>
                  </a:cxn>
                  <a:cxn ang="0">
                    <a:pos x="89" y="36"/>
                  </a:cxn>
                  <a:cxn ang="0">
                    <a:pos x="91" y="39"/>
                  </a:cxn>
                  <a:cxn ang="0">
                    <a:pos x="85" y="43"/>
                  </a:cxn>
                  <a:cxn ang="0">
                    <a:pos x="84" y="41"/>
                  </a:cxn>
                  <a:cxn ang="0">
                    <a:pos x="77" y="45"/>
                  </a:cxn>
                  <a:cxn ang="0">
                    <a:pos x="77" y="51"/>
                  </a:cxn>
                  <a:cxn ang="0">
                    <a:pos x="70" y="57"/>
                  </a:cxn>
                  <a:cxn ang="0">
                    <a:pos x="70" y="70"/>
                  </a:cxn>
                  <a:cxn ang="0">
                    <a:pos x="70" y="79"/>
                  </a:cxn>
                  <a:cxn ang="0">
                    <a:pos x="65" y="83"/>
                  </a:cxn>
                  <a:cxn ang="0">
                    <a:pos x="64" y="90"/>
                  </a:cxn>
                  <a:cxn ang="0">
                    <a:pos x="58" y="88"/>
                  </a:cxn>
                  <a:cxn ang="0">
                    <a:pos x="53" y="84"/>
                  </a:cxn>
                  <a:cxn ang="0">
                    <a:pos x="48" y="83"/>
                  </a:cxn>
                  <a:cxn ang="0">
                    <a:pos x="45" y="77"/>
                  </a:cxn>
                  <a:cxn ang="0">
                    <a:pos x="32" y="77"/>
                  </a:cxn>
                  <a:cxn ang="0">
                    <a:pos x="20" y="76"/>
                  </a:cxn>
                  <a:cxn ang="0">
                    <a:pos x="11" y="67"/>
                  </a:cxn>
                  <a:cxn ang="0">
                    <a:pos x="6" y="62"/>
                  </a:cxn>
                  <a:cxn ang="0">
                    <a:pos x="3" y="57"/>
                  </a:cxn>
                  <a:cxn ang="0">
                    <a:pos x="3" y="46"/>
                  </a:cxn>
                  <a:cxn ang="0">
                    <a:pos x="0" y="29"/>
                  </a:cxn>
                </a:cxnLst>
                <a:rect l="0" t="0" r="0" b="0"/>
                <a:pathLst>
                  <a:path w="92" h="91">
                    <a:moveTo>
                      <a:pt x="0" y="29"/>
                    </a:moveTo>
                    <a:lnTo>
                      <a:pt x="18" y="15"/>
                    </a:lnTo>
                    <a:lnTo>
                      <a:pt x="28" y="10"/>
                    </a:lnTo>
                    <a:lnTo>
                      <a:pt x="33" y="5"/>
                    </a:lnTo>
                    <a:lnTo>
                      <a:pt x="48" y="0"/>
                    </a:lnTo>
                    <a:lnTo>
                      <a:pt x="55" y="12"/>
                    </a:lnTo>
                    <a:lnTo>
                      <a:pt x="64" y="6"/>
                    </a:lnTo>
                    <a:lnTo>
                      <a:pt x="65" y="3"/>
                    </a:lnTo>
                    <a:lnTo>
                      <a:pt x="72" y="0"/>
                    </a:lnTo>
                    <a:lnTo>
                      <a:pt x="77" y="0"/>
                    </a:lnTo>
                    <a:lnTo>
                      <a:pt x="77" y="5"/>
                    </a:lnTo>
                    <a:lnTo>
                      <a:pt x="77" y="6"/>
                    </a:lnTo>
                    <a:lnTo>
                      <a:pt x="74" y="12"/>
                    </a:lnTo>
                    <a:lnTo>
                      <a:pt x="74" y="15"/>
                    </a:lnTo>
                    <a:lnTo>
                      <a:pt x="84" y="27"/>
                    </a:lnTo>
                    <a:lnTo>
                      <a:pt x="85" y="36"/>
                    </a:lnTo>
                    <a:lnTo>
                      <a:pt x="89" y="36"/>
                    </a:lnTo>
                    <a:lnTo>
                      <a:pt x="91" y="39"/>
                    </a:lnTo>
                    <a:lnTo>
                      <a:pt x="85" y="43"/>
                    </a:lnTo>
                    <a:lnTo>
                      <a:pt x="84" y="41"/>
                    </a:lnTo>
                    <a:lnTo>
                      <a:pt x="77" y="45"/>
                    </a:lnTo>
                    <a:lnTo>
                      <a:pt x="77" y="51"/>
                    </a:lnTo>
                    <a:lnTo>
                      <a:pt x="70" y="57"/>
                    </a:lnTo>
                    <a:lnTo>
                      <a:pt x="70" y="70"/>
                    </a:lnTo>
                    <a:lnTo>
                      <a:pt x="70" y="79"/>
                    </a:lnTo>
                    <a:lnTo>
                      <a:pt x="65" y="83"/>
                    </a:lnTo>
                    <a:lnTo>
                      <a:pt x="64" y="90"/>
                    </a:lnTo>
                    <a:lnTo>
                      <a:pt x="58" y="88"/>
                    </a:lnTo>
                    <a:lnTo>
                      <a:pt x="53" y="84"/>
                    </a:lnTo>
                    <a:lnTo>
                      <a:pt x="48" y="83"/>
                    </a:lnTo>
                    <a:lnTo>
                      <a:pt x="45" y="77"/>
                    </a:lnTo>
                    <a:lnTo>
                      <a:pt x="32" y="77"/>
                    </a:lnTo>
                    <a:lnTo>
                      <a:pt x="20" y="76"/>
                    </a:lnTo>
                    <a:lnTo>
                      <a:pt x="11" y="67"/>
                    </a:lnTo>
                    <a:lnTo>
                      <a:pt x="6" y="62"/>
                    </a:lnTo>
                    <a:lnTo>
                      <a:pt x="3" y="57"/>
                    </a:lnTo>
                    <a:lnTo>
                      <a:pt x="3" y="46"/>
                    </a:lnTo>
                    <a:lnTo>
                      <a:pt x="0" y="29"/>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1" name="Freeform 20"/>
              <p:cNvSpPr/>
              <p:nvPr/>
            </p:nvSpPr>
            <p:spPr>
              <a:xfrm>
                <a:off x="4007" y="3100"/>
                <a:ext cx="177" cy="82"/>
              </a:xfrm>
              <a:custGeom>
                <a:avLst/>
                <a:gdLst/>
                <a:ahLst/>
                <a:cxnLst>
                  <a:cxn ang="0">
                    <a:pos x="15" y="1"/>
                  </a:cxn>
                  <a:cxn ang="0">
                    <a:pos x="34" y="13"/>
                  </a:cxn>
                  <a:cxn ang="0">
                    <a:pos x="37" y="20"/>
                  </a:cxn>
                  <a:cxn ang="0">
                    <a:pos x="48" y="16"/>
                  </a:cxn>
                  <a:cxn ang="0">
                    <a:pos x="53" y="18"/>
                  </a:cxn>
                  <a:cxn ang="0">
                    <a:pos x="65" y="11"/>
                  </a:cxn>
                  <a:cxn ang="0">
                    <a:pos x="86" y="16"/>
                  </a:cxn>
                  <a:cxn ang="0">
                    <a:pos x="100" y="21"/>
                  </a:cxn>
                  <a:cxn ang="0">
                    <a:pos x="113" y="27"/>
                  </a:cxn>
                  <a:cxn ang="0">
                    <a:pos x="131" y="32"/>
                  </a:cxn>
                  <a:cxn ang="0">
                    <a:pos x="139" y="42"/>
                  </a:cxn>
                  <a:cxn ang="0">
                    <a:pos x="143" y="48"/>
                  </a:cxn>
                  <a:cxn ang="0">
                    <a:pos x="150" y="50"/>
                  </a:cxn>
                  <a:cxn ang="0">
                    <a:pos x="162" y="57"/>
                  </a:cxn>
                  <a:cxn ang="0">
                    <a:pos x="167" y="65"/>
                  </a:cxn>
                  <a:cxn ang="0">
                    <a:pos x="176" y="74"/>
                  </a:cxn>
                  <a:cxn ang="0">
                    <a:pos x="167" y="81"/>
                  </a:cxn>
                  <a:cxn ang="0">
                    <a:pos x="160" y="79"/>
                  </a:cxn>
                  <a:cxn ang="0">
                    <a:pos x="153" y="79"/>
                  </a:cxn>
                  <a:cxn ang="0">
                    <a:pos x="129" y="65"/>
                  </a:cxn>
                  <a:cxn ang="0">
                    <a:pos x="119" y="65"/>
                  </a:cxn>
                  <a:cxn ang="0">
                    <a:pos x="113" y="67"/>
                  </a:cxn>
                  <a:cxn ang="0">
                    <a:pos x="105" y="79"/>
                  </a:cxn>
                  <a:cxn ang="0">
                    <a:pos x="93" y="74"/>
                  </a:cxn>
                  <a:cxn ang="0">
                    <a:pos x="84" y="72"/>
                  </a:cxn>
                  <a:cxn ang="0">
                    <a:pos x="77" y="64"/>
                  </a:cxn>
                  <a:cxn ang="0">
                    <a:pos x="63" y="45"/>
                  </a:cxn>
                  <a:cxn ang="0">
                    <a:pos x="51" y="33"/>
                  </a:cxn>
                  <a:cxn ang="0">
                    <a:pos x="31" y="35"/>
                  </a:cxn>
                  <a:cxn ang="0">
                    <a:pos x="17" y="28"/>
                  </a:cxn>
                  <a:cxn ang="0">
                    <a:pos x="12" y="15"/>
                  </a:cxn>
                  <a:cxn ang="0">
                    <a:pos x="0" y="0"/>
                  </a:cxn>
                </a:cxnLst>
                <a:rect l="0" t="0" r="0" b="0"/>
                <a:pathLst>
                  <a:path w="177" h="82">
                    <a:moveTo>
                      <a:pt x="0" y="0"/>
                    </a:moveTo>
                    <a:lnTo>
                      <a:pt x="15" y="1"/>
                    </a:lnTo>
                    <a:lnTo>
                      <a:pt x="27" y="1"/>
                    </a:lnTo>
                    <a:lnTo>
                      <a:pt x="34" y="13"/>
                    </a:lnTo>
                    <a:lnTo>
                      <a:pt x="34" y="18"/>
                    </a:lnTo>
                    <a:lnTo>
                      <a:pt x="37" y="20"/>
                    </a:lnTo>
                    <a:lnTo>
                      <a:pt x="41" y="16"/>
                    </a:lnTo>
                    <a:lnTo>
                      <a:pt x="48" y="16"/>
                    </a:lnTo>
                    <a:lnTo>
                      <a:pt x="51" y="20"/>
                    </a:lnTo>
                    <a:lnTo>
                      <a:pt x="53" y="18"/>
                    </a:lnTo>
                    <a:lnTo>
                      <a:pt x="60" y="13"/>
                    </a:lnTo>
                    <a:lnTo>
                      <a:pt x="65" y="11"/>
                    </a:lnTo>
                    <a:lnTo>
                      <a:pt x="70" y="11"/>
                    </a:lnTo>
                    <a:lnTo>
                      <a:pt x="86" y="16"/>
                    </a:lnTo>
                    <a:lnTo>
                      <a:pt x="93" y="16"/>
                    </a:lnTo>
                    <a:lnTo>
                      <a:pt x="100" y="21"/>
                    </a:lnTo>
                    <a:lnTo>
                      <a:pt x="106" y="23"/>
                    </a:lnTo>
                    <a:lnTo>
                      <a:pt x="113" y="27"/>
                    </a:lnTo>
                    <a:lnTo>
                      <a:pt x="119" y="28"/>
                    </a:lnTo>
                    <a:lnTo>
                      <a:pt x="131" y="32"/>
                    </a:lnTo>
                    <a:lnTo>
                      <a:pt x="136" y="38"/>
                    </a:lnTo>
                    <a:lnTo>
                      <a:pt x="139" y="42"/>
                    </a:lnTo>
                    <a:lnTo>
                      <a:pt x="139" y="45"/>
                    </a:lnTo>
                    <a:lnTo>
                      <a:pt x="143" y="48"/>
                    </a:lnTo>
                    <a:lnTo>
                      <a:pt x="148" y="48"/>
                    </a:lnTo>
                    <a:lnTo>
                      <a:pt x="150" y="50"/>
                    </a:lnTo>
                    <a:lnTo>
                      <a:pt x="155" y="52"/>
                    </a:lnTo>
                    <a:lnTo>
                      <a:pt x="162" y="57"/>
                    </a:lnTo>
                    <a:lnTo>
                      <a:pt x="162" y="60"/>
                    </a:lnTo>
                    <a:lnTo>
                      <a:pt x="167" y="65"/>
                    </a:lnTo>
                    <a:lnTo>
                      <a:pt x="169" y="67"/>
                    </a:lnTo>
                    <a:lnTo>
                      <a:pt x="176" y="74"/>
                    </a:lnTo>
                    <a:lnTo>
                      <a:pt x="169" y="81"/>
                    </a:lnTo>
                    <a:lnTo>
                      <a:pt x="167" y="81"/>
                    </a:lnTo>
                    <a:lnTo>
                      <a:pt x="162" y="81"/>
                    </a:lnTo>
                    <a:lnTo>
                      <a:pt x="160" y="79"/>
                    </a:lnTo>
                    <a:lnTo>
                      <a:pt x="157" y="79"/>
                    </a:lnTo>
                    <a:lnTo>
                      <a:pt x="153" y="79"/>
                    </a:lnTo>
                    <a:lnTo>
                      <a:pt x="139" y="64"/>
                    </a:lnTo>
                    <a:lnTo>
                      <a:pt x="129" y="65"/>
                    </a:lnTo>
                    <a:lnTo>
                      <a:pt x="120" y="64"/>
                    </a:lnTo>
                    <a:lnTo>
                      <a:pt x="119" y="65"/>
                    </a:lnTo>
                    <a:lnTo>
                      <a:pt x="115" y="69"/>
                    </a:lnTo>
                    <a:lnTo>
                      <a:pt x="113" y="67"/>
                    </a:lnTo>
                    <a:lnTo>
                      <a:pt x="110" y="72"/>
                    </a:lnTo>
                    <a:lnTo>
                      <a:pt x="105" y="79"/>
                    </a:lnTo>
                    <a:lnTo>
                      <a:pt x="100" y="75"/>
                    </a:lnTo>
                    <a:lnTo>
                      <a:pt x="93" y="74"/>
                    </a:lnTo>
                    <a:lnTo>
                      <a:pt x="89" y="74"/>
                    </a:lnTo>
                    <a:lnTo>
                      <a:pt x="84" y="72"/>
                    </a:lnTo>
                    <a:lnTo>
                      <a:pt x="81" y="74"/>
                    </a:lnTo>
                    <a:lnTo>
                      <a:pt x="77" y="64"/>
                    </a:lnTo>
                    <a:lnTo>
                      <a:pt x="70" y="55"/>
                    </a:lnTo>
                    <a:lnTo>
                      <a:pt x="63" y="45"/>
                    </a:lnTo>
                    <a:lnTo>
                      <a:pt x="56" y="38"/>
                    </a:lnTo>
                    <a:lnTo>
                      <a:pt x="51" y="33"/>
                    </a:lnTo>
                    <a:lnTo>
                      <a:pt x="41" y="33"/>
                    </a:lnTo>
                    <a:lnTo>
                      <a:pt x="31" y="35"/>
                    </a:lnTo>
                    <a:lnTo>
                      <a:pt x="25" y="32"/>
                    </a:lnTo>
                    <a:lnTo>
                      <a:pt x="17" y="28"/>
                    </a:lnTo>
                    <a:lnTo>
                      <a:pt x="12" y="27"/>
                    </a:lnTo>
                    <a:lnTo>
                      <a:pt x="12" y="15"/>
                    </a:lnTo>
                    <a:lnTo>
                      <a:pt x="12" y="8"/>
                    </a:lnTo>
                    <a:lnTo>
                      <a:pt x="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2" name="Freeform 21"/>
              <p:cNvSpPr/>
              <p:nvPr/>
            </p:nvSpPr>
            <p:spPr>
              <a:xfrm>
                <a:off x="3681" y="3040"/>
                <a:ext cx="106" cy="109"/>
              </a:xfrm>
              <a:custGeom>
                <a:avLst/>
                <a:gdLst/>
                <a:ahLst/>
                <a:cxnLst>
                  <a:cxn ang="0">
                    <a:pos x="0" y="3"/>
                  </a:cxn>
                  <a:cxn ang="0">
                    <a:pos x="10" y="0"/>
                  </a:cxn>
                  <a:cxn ang="0">
                    <a:pos x="23" y="5"/>
                  </a:cxn>
                  <a:cxn ang="0">
                    <a:pos x="25" y="10"/>
                  </a:cxn>
                  <a:cxn ang="0">
                    <a:pos x="25" y="12"/>
                  </a:cxn>
                  <a:cxn ang="0">
                    <a:pos x="28" y="13"/>
                  </a:cxn>
                  <a:cxn ang="0">
                    <a:pos x="28" y="15"/>
                  </a:cxn>
                  <a:cxn ang="0">
                    <a:pos x="32" y="15"/>
                  </a:cxn>
                  <a:cxn ang="0">
                    <a:pos x="32" y="20"/>
                  </a:cxn>
                  <a:cxn ang="0">
                    <a:pos x="44" y="30"/>
                  </a:cxn>
                  <a:cxn ang="0">
                    <a:pos x="45" y="30"/>
                  </a:cxn>
                  <a:cxn ang="0">
                    <a:pos x="49" y="34"/>
                  </a:cxn>
                  <a:cxn ang="0">
                    <a:pos x="50" y="37"/>
                  </a:cxn>
                  <a:cxn ang="0">
                    <a:pos x="52" y="37"/>
                  </a:cxn>
                  <a:cxn ang="0">
                    <a:pos x="60" y="41"/>
                  </a:cxn>
                  <a:cxn ang="0">
                    <a:pos x="77" y="42"/>
                  </a:cxn>
                  <a:cxn ang="0">
                    <a:pos x="77" y="56"/>
                  </a:cxn>
                  <a:cxn ang="0">
                    <a:pos x="82" y="58"/>
                  </a:cxn>
                  <a:cxn ang="0">
                    <a:pos x="81" y="63"/>
                  </a:cxn>
                  <a:cxn ang="0">
                    <a:pos x="91" y="70"/>
                  </a:cxn>
                  <a:cxn ang="0">
                    <a:pos x="99" y="73"/>
                  </a:cxn>
                  <a:cxn ang="0">
                    <a:pos x="99" y="96"/>
                  </a:cxn>
                  <a:cxn ang="0">
                    <a:pos x="105" y="104"/>
                  </a:cxn>
                  <a:cxn ang="0">
                    <a:pos x="101" y="108"/>
                  </a:cxn>
                  <a:cxn ang="0">
                    <a:pos x="96" y="108"/>
                  </a:cxn>
                  <a:cxn ang="0">
                    <a:pos x="94" y="101"/>
                  </a:cxn>
                  <a:cxn ang="0">
                    <a:pos x="84" y="108"/>
                  </a:cxn>
                  <a:cxn ang="0">
                    <a:pos x="77" y="97"/>
                  </a:cxn>
                  <a:cxn ang="0">
                    <a:pos x="74" y="89"/>
                  </a:cxn>
                  <a:cxn ang="0">
                    <a:pos x="62" y="78"/>
                  </a:cxn>
                  <a:cxn ang="0">
                    <a:pos x="59" y="78"/>
                  </a:cxn>
                  <a:cxn ang="0">
                    <a:pos x="49" y="72"/>
                  </a:cxn>
                  <a:cxn ang="0">
                    <a:pos x="47" y="66"/>
                  </a:cxn>
                  <a:cxn ang="0">
                    <a:pos x="47" y="63"/>
                  </a:cxn>
                  <a:cxn ang="0">
                    <a:pos x="38" y="48"/>
                  </a:cxn>
                  <a:cxn ang="0">
                    <a:pos x="35" y="37"/>
                  </a:cxn>
                  <a:cxn ang="0">
                    <a:pos x="23" y="29"/>
                  </a:cxn>
                  <a:cxn ang="0">
                    <a:pos x="10" y="15"/>
                  </a:cxn>
                  <a:cxn ang="0">
                    <a:pos x="0" y="3"/>
                  </a:cxn>
                </a:cxnLst>
                <a:rect l="0" t="0" r="0" b="0"/>
                <a:pathLst>
                  <a:path w="106" h="109">
                    <a:moveTo>
                      <a:pt x="0" y="3"/>
                    </a:moveTo>
                    <a:lnTo>
                      <a:pt x="10" y="0"/>
                    </a:lnTo>
                    <a:lnTo>
                      <a:pt x="23" y="5"/>
                    </a:lnTo>
                    <a:lnTo>
                      <a:pt x="25" y="10"/>
                    </a:lnTo>
                    <a:lnTo>
                      <a:pt x="25" y="12"/>
                    </a:lnTo>
                    <a:lnTo>
                      <a:pt x="28" y="13"/>
                    </a:lnTo>
                    <a:lnTo>
                      <a:pt x="28" y="15"/>
                    </a:lnTo>
                    <a:lnTo>
                      <a:pt x="32" y="15"/>
                    </a:lnTo>
                    <a:lnTo>
                      <a:pt x="32" y="20"/>
                    </a:lnTo>
                    <a:lnTo>
                      <a:pt x="44" y="30"/>
                    </a:lnTo>
                    <a:lnTo>
                      <a:pt x="45" y="30"/>
                    </a:lnTo>
                    <a:lnTo>
                      <a:pt x="49" y="34"/>
                    </a:lnTo>
                    <a:lnTo>
                      <a:pt x="50" y="37"/>
                    </a:lnTo>
                    <a:lnTo>
                      <a:pt x="52" y="37"/>
                    </a:lnTo>
                    <a:lnTo>
                      <a:pt x="60" y="41"/>
                    </a:lnTo>
                    <a:lnTo>
                      <a:pt x="77" y="42"/>
                    </a:lnTo>
                    <a:lnTo>
                      <a:pt x="77" y="56"/>
                    </a:lnTo>
                    <a:lnTo>
                      <a:pt x="82" y="58"/>
                    </a:lnTo>
                    <a:lnTo>
                      <a:pt x="81" y="63"/>
                    </a:lnTo>
                    <a:lnTo>
                      <a:pt x="91" y="70"/>
                    </a:lnTo>
                    <a:lnTo>
                      <a:pt x="99" y="73"/>
                    </a:lnTo>
                    <a:lnTo>
                      <a:pt x="99" y="96"/>
                    </a:lnTo>
                    <a:lnTo>
                      <a:pt x="105" y="104"/>
                    </a:lnTo>
                    <a:lnTo>
                      <a:pt x="101" y="108"/>
                    </a:lnTo>
                    <a:lnTo>
                      <a:pt x="96" y="108"/>
                    </a:lnTo>
                    <a:lnTo>
                      <a:pt x="94" y="101"/>
                    </a:lnTo>
                    <a:lnTo>
                      <a:pt x="84" y="108"/>
                    </a:lnTo>
                    <a:lnTo>
                      <a:pt x="77" y="97"/>
                    </a:lnTo>
                    <a:lnTo>
                      <a:pt x="74" y="89"/>
                    </a:lnTo>
                    <a:lnTo>
                      <a:pt x="62" y="78"/>
                    </a:lnTo>
                    <a:lnTo>
                      <a:pt x="59" y="78"/>
                    </a:lnTo>
                    <a:lnTo>
                      <a:pt x="49" y="72"/>
                    </a:lnTo>
                    <a:lnTo>
                      <a:pt x="47" y="66"/>
                    </a:lnTo>
                    <a:lnTo>
                      <a:pt x="47" y="63"/>
                    </a:lnTo>
                    <a:lnTo>
                      <a:pt x="38" y="48"/>
                    </a:lnTo>
                    <a:lnTo>
                      <a:pt x="35" y="37"/>
                    </a:lnTo>
                    <a:lnTo>
                      <a:pt x="23" y="29"/>
                    </a:lnTo>
                    <a:lnTo>
                      <a:pt x="10" y="15"/>
                    </a:lnTo>
                    <a:lnTo>
                      <a:pt x="0" y="3"/>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3" name="Freeform 22"/>
              <p:cNvSpPr/>
              <p:nvPr/>
            </p:nvSpPr>
            <p:spPr>
              <a:xfrm>
                <a:off x="3871" y="2921"/>
                <a:ext cx="102" cy="122"/>
              </a:xfrm>
              <a:custGeom>
                <a:avLst/>
                <a:gdLst/>
                <a:ahLst/>
                <a:cxnLst>
                  <a:cxn ang="0">
                    <a:pos x="6" y="0"/>
                  </a:cxn>
                  <a:cxn ang="0">
                    <a:pos x="15" y="0"/>
                  </a:cxn>
                  <a:cxn ang="0">
                    <a:pos x="25" y="12"/>
                  </a:cxn>
                  <a:cxn ang="0">
                    <a:pos x="23" y="24"/>
                  </a:cxn>
                  <a:cxn ang="0">
                    <a:pos x="29" y="27"/>
                  </a:cxn>
                  <a:cxn ang="0">
                    <a:pos x="32" y="36"/>
                  </a:cxn>
                  <a:cxn ang="0">
                    <a:pos x="39" y="39"/>
                  </a:cxn>
                  <a:cxn ang="0">
                    <a:pos x="46" y="41"/>
                  </a:cxn>
                  <a:cxn ang="0">
                    <a:pos x="58" y="46"/>
                  </a:cxn>
                  <a:cxn ang="0">
                    <a:pos x="66" y="55"/>
                  </a:cxn>
                  <a:cxn ang="0">
                    <a:pos x="68" y="55"/>
                  </a:cxn>
                  <a:cxn ang="0">
                    <a:pos x="78" y="60"/>
                  </a:cxn>
                  <a:cxn ang="0">
                    <a:pos x="78" y="76"/>
                  </a:cxn>
                  <a:cxn ang="0">
                    <a:pos x="80" y="82"/>
                  </a:cxn>
                  <a:cxn ang="0">
                    <a:pos x="83" y="86"/>
                  </a:cxn>
                  <a:cxn ang="0">
                    <a:pos x="87" y="89"/>
                  </a:cxn>
                  <a:cxn ang="0">
                    <a:pos x="92" y="95"/>
                  </a:cxn>
                  <a:cxn ang="0">
                    <a:pos x="94" y="100"/>
                  </a:cxn>
                  <a:cxn ang="0">
                    <a:pos x="101" y="105"/>
                  </a:cxn>
                  <a:cxn ang="0">
                    <a:pos x="101" y="112"/>
                  </a:cxn>
                  <a:cxn ang="0">
                    <a:pos x="92" y="112"/>
                  </a:cxn>
                  <a:cxn ang="0">
                    <a:pos x="90" y="107"/>
                  </a:cxn>
                  <a:cxn ang="0">
                    <a:pos x="83" y="107"/>
                  </a:cxn>
                  <a:cxn ang="0">
                    <a:pos x="83" y="121"/>
                  </a:cxn>
                  <a:cxn ang="0">
                    <a:pos x="78" y="121"/>
                  </a:cxn>
                  <a:cxn ang="0">
                    <a:pos x="73" y="114"/>
                  </a:cxn>
                  <a:cxn ang="0">
                    <a:pos x="68" y="112"/>
                  </a:cxn>
                  <a:cxn ang="0">
                    <a:pos x="68" y="105"/>
                  </a:cxn>
                  <a:cxn ang="0">
                    <a:pos x="59" y="105"/>
                  </a:cxn>
                  <a:cxn ang="0">
                    <a:pos x="58" y="112"/>
                  </a:cxn>
                  <a:cxn ang="0">
                    <a:pos x="54" y="105"/>
                  </a:cxn>
                  <a:cxn ang="0">
                    <a:pos x="53" y="98"/>
                  </a:cxn>
                  <a:cxn ang="0">
                    <a:pos x="65" y="95"/>
                  </a:cxn>
                  <a:cxn ang="0">
                    <a:pos x="70" y="96"/>
                  </a:cxn>
                  <a:cxn ang="0">
                    <a:pos x="71" y="84"/>
                  </a:cxn>
                  <a:cxn ang="0">
                    <a:pos x="65" y="81"/>
                  </a:cxn>
                  <a:cxn ang="0">
                    <a:pos x="61" y="70"/>
                  </a:cxn>
                  <a:cxn ang="0">
                    <a:pos x="58" y="60"/>
                  </a:cxn>
                  <a:cxn ang="0">
                    <a:pos x="47" y="55"/>
                  </a:cxn>
                  <a:cxn ang="0">
                    <a:pos x="42" y="50"/>
                  </a:cxn>
                  <a:cxn ang="0">
                    <a:pos x="34" y="46"/>
                  </a:cxn>
                  <a:cxn ang="0">
                    <a:pos x="39" y="58"/>
                  </a:cxn>
                  <a:cxn ang="0">
                    <a:pos x="29" y="63"/>
                  </a:cxn>
                  <a:cxn ang="0">
                    <a:pos x="23" y="50"/>
                  </a:cxn>
                  <a:cxn ang="0">
                    <a:pos x="18" y="48"/>
                  </a:cxn>
                  <a:cxn ang="0">
                    <a:pos x="18" y="41"/>
                  </a:cxn>
                  <a:cxn ang="0">
                    <a:pos x="11" y="32"/>
                  </a:cxn>
                  <a:cxn ang="0">
                    <a:pos x="3" y="27"/>
                  </a:cxn>
                  <a:cxn ang="0">
                    <a:pos x="0" y="22"/>
                  </a:cxn>
                  <a:cxn ang="0">
                    <a:pos x="1" y="19"/>
                  </a:cxn>
                  <a:cxn ang="0">
                    <a:pos x="6" y="20"/>
                  </a:cxn>
                  <a:cxn ang="0">
                    <a:pos x="10" y="15"/>
                  </a:cxn>
                  <a:cxn ang="0">
                    <a:pos x="6" y="8"/>
                  </a:cxn>
                  <a:cxn ang="0">
                    <a:pos x="6" y="0"/>
                  </a:cxn>
                </a:cxnLst>
                <a:rect l="0" t="0" r="0" b="0"/>
                <a:pathLst>
                  <a:path w="102" h="122">
                    <a:moveTo>
                      <a:pt x="6" y="0"/>
                    </a:moveTo>
                    <a:lnTo>
                      <a:pt x="15" y="0"/>
                    </a:lnTo>
                    <a:lnTo>
                      <a:pt x="25" y="12"/>
                    </a:lnTo>
                    <a:lnTo>
                      <a:pt x="23" y="24"/>
                    </a:lnTo>
                    <a:lnTo>
                      <a:pt x="29" y="27"/>
                    </a:lnTo>
                    <a:lnTo>
                      <a:pt x="32" y="36"/>
                    </a:lnTo>
                    <a:lnTo>
                      <a:pt x="39" y="39"/>
                    </a:lnTo>
                    <a:lnTo>
                      <a:pt x="46" y="41"/>
                    </a:lnTo>
                    <a:lnTo>
                      <a:pt x="58" y="46"/>
                    </a:lnTo>
                    <a:lnTo>
                      <a:pt x="66" y="55"/>
                    </a:lnTo>
                    <a:lnTo>
                      <a:pt x="68" y="55"/>
                    </a:lnTo>
                    <a:lnTo>
                      <a:pt x="78" y="60"/>
                    </a:lnTo>
                    <a:lnTo>
                      <a:pt x="78" y="76"/>
                    </a:lnTo>
                    <a:lnTo>
                      <a:pt x="80" y="82"/>
                    </a:lnTo>
                    <a:lnTo>
                      <a:pt x="83" y="86"/>
                    </a:lnTo>
                    <a:lnTo>
                      <a:pt x="87" y="89"/>
                    </a:lnTo>
                    <a:lnTo>
                      <a:pt x="92" y="95"/>
                    </a:lnTo>
                    <a:lnTo>
                      <a:pt x="94" y="100"/>
                    </a:lnTo>
                    <a:lnTo>
                      <a:pt x="101" y="105"/>
                    </a:lnTo>
                    <a:lnTo>
                      <a:pt x="101" y="112"/>
                    </a:lnTo>
                    <a:lnTo>
                      <a:pt x="92" y="112"/>
                    </a:lnTo>
                    <a:lnTo>
                      <a:pt x="90" y="107"/>
                    </a:lnTo>
                    <a:lnTo>
                      <a:pt x="83" y="107"/>
                    </a:lnTo>
                    <a:lnTo>
                      <a:pt x="83" y="121"/>
                    </a:lnTo>
                    <a:lnTo>
                      <a:pt x="78" y="121"/>
                    </a:lnTo>
                    <a:lnTo>
                      <a:pt x="73" y="114"/>
                    </a:lnTo>
                    <a:lnTo>
                      <a:pt x="68" y="112"/>
                    </a:lnTo>
                    <a:lnTo>
                      <a:pt x="68" y="105"/>
                    </a:lnTo>
                    <a:lnTo>
                      <a:pt x="59" y="105"/>
                    </a:lnTo>
                    <a:lnTo>
                      <a:pt x="58" y="112"/>
                    </a:lnTo>
                    <a:lnTo>
                      <a:pt x="54" y="105"/>
                    </a:lnTo>
                    <a:lnTo>
                      <a:pt x="53" y="98"/>
                    </a:lnTo>
                    <a:lnTo>
                      <a:pt x="65" y="95"/>
                    </a:lnTo>
                    <a:lnTo>
                      <a:pt x="70" y="96"/>
                    </a:lnTo>
                    <a:lnTo>
                      <a:pt x="71" y="84"/>
                    </a:lnTo>
                    <a:lnTo>
                      <a:pt x="65" y="81"/>
                    </a:lnTo>
                    <a:lnTo>
                      <a:pt x="61" y="70"/>
                    </a:lnTo>
                    <a:lnTo>
                      <a:pt x="58" y="60"/>
                    </a:lnTo>
                    <a:lnTo>
                      <a:pt x="47" y="55"/>
                    </a:lnTo>
                    <a:lnTo>
                      <a:pt x="42" y="50"/>
                    </a:lnTo>
                    <a:lnTo>
                      <a:pt x="34" y="46"/>
                    </a:lnTo>
                    <a:lnTo>
                      <a:pt x="39" y="58"/>
                    </a:lnTo>
                    <a:lnTo>
                      <a:pt x="29" y="63"/>
                    </a:lnTo>
                    <a:lnTo>
                      <a:pt x="23" y="50"/>
                    </a:lnTo>
                    <a:lnTo>
                      <a:pt x="18" y="48"/>
                    </a:lnTo>
                    <a:lnTo>
                      <a:pt x="18" y="41"/>
                    </a:lnTo>
                    <a:lnTo>
                      <a:pt x="11" y="32"/>
                    </a:lnTo>
                    <a:lnTo>
                      <a:pt x="3" y="27"/>
                    </a:lnTo>
                    <a:lnTo>
                      <a:pt x="0" y="22"/>
                    </a:lnTo>
                    <a:lnTo>
                      <a:pt x="1" y="19"/>
                    </a:lnTo>
                    <a:lnTo>
                      <a:pt x="6" y="20"/>
                    </a:lnTo>
                    <a:lnTo>
                      <a:pt x="10" y="15"/>
                    </a:lnTo>
                    <a:lnTo>
                      <a:pt x="6" y="8"/>
                    </a:lnTo>
                    <a:lnTo>
                      <a:pt x="6"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4" name="Freeform 23"/>
              <p:cNvSpPr/>
              <p:nvPr/>
            </p:nvSpPr>
            <p:spPr>
              <a:xfrm>
                <a:off x="3847" y="2715"/>
                <a:ext cx="77" cy="103"/>
              </a:xfrm>
              <a:custGeom>
                <a:avLst/>
                <a:gdLst/>
                <a:ahLst/>
                <a:cxnLst>
                  <a:cxn ang="0">
                    <a:pos x="15" y="0"/>
                  </a:cxn>
                  <a:cxn ang="0">
                    <a:pos x="31" y="6"/>
                  </a:cxn>
                  <a:cxn ang="0">
                    <a:pos x="39" y="13"/>
                  </a:cxn>
                  <a:cxn ang="0">
                    <a:pos x="44" y="22"/>
                  </a:cxn>
                  <a:cxn ang="0">
                    <a:pos x="50" y="22"/>
                  </a:cxn>
                  <a:cxn ang="0">
                    <a:pos x="50" y="29"/>
                  </a:cxn>
                  <a:cxn ang="0">
                    <a:pos x="55" y="32"/>
                  </a:cxn>
                  <a:cxn ang="0">
                    <a:pos x="58" y="38"/>
                  </a:cxn>
                  <a:cxn ang="0">
                    <a:pos x="69" y="50"/>
                  </a:cxn>
                  <a:cxn ang="0">
                    <a:pos x="76" y="63"/>
                  </a:cxn>
                  <a:cxn ang="0">
                    <a:pos x="63" y="63"/>
                  </a:cxn>
                  <a:cxn ang="0">
                    <a:pos x="53" y="62"/>
                  </a:cxn>
                  <a:cxn ang="0">
                    <a:pos x="60" y="70"/>
                  </a:cxn>
                  <a:cxn ang="0">
                    <a:pos x="60" y="77"/>
                  </a:cxn>
                  <a:cxn ang="0">
                    <a:pos x="60" y="82"/>
                  </a:cxn>
                  <a:cxn ang="0">
                    <a:pos x="57" y="79"/>
                  </a:cxn>
                  <a:cxn ang="0">
                    <a:pos x="51" y="76"/>
                  </a:cxn>
                  <a:cxn ang="0">
                    <a:pos x="43" y="69"/>
                  </a:cxn>
                  <a:cxn ang="0">
                    <a:pos x="38" y="65"/>
                  </a:cxn>
                  <a:cxn ang="0">
                    <a:pos x="29" y="69"/>
                  </a:cxn>
                  <a:cxn ang="0">
                    <a:pos x="24" y="70"/>
                  </a:cxn>
                  <a:cxn ang="0">
                    <a:pos x="27" y="76"/>
                  </a:cxn>
                  <a:cxn ang="0">
                    <a:pos x="36" y="79"/>
                  </a:cxn>
                  <a:cxn ang="0">
                    <a:pos x="43" y="84"/>
                  </a:cxn>
                  <a:cxn ang="0">
                    <a:pos x="46" y="91"/>
                  </a:cxn>
                  <a:cxn ang="0">
                    <a:pos x="44" y="100"/>
                  </a:cxn>
                  <a:cxn ang="0">
                    <a:pos x="44" y="102"/>
                  </a:cxn>
                  <a:cxn ang="0">
                    <a:pos x="43" y="102"/>
                  </a:cxn>
                  <a:cxn ang="0">
                    <a:pos x="38" y="100"/>
                  </a:cxn>
                  <a:cxn ang="0">
                    <a:pos x="36" y="98"/>
                  </a:cxn>
                  <a:cxn ang="0">
                    <a:pos x="32" y="96"/>
                  </a:cxn>
                  <a:cxn ang="0">
                    <a:pos x="29" y="102"/>
                  </a:cxn>
                  <a:cxn ang="0">
                    <a:pos x="24" y="102"/>
                  </a:cxn>
                  <a:cxn ang="0">
                    <a:pos x="20" y="98"/>
                  </a:cxn>
                  <a:cxn ang="0">
                    <a:pos x="20" y="89"/>
                  </a:cxn>
                  <a:cxn ang="0">
                    <a:pos x="20" y="84"/>
                  </a:cxn>
                  <a:cxn ang="0">
                    <a:pos x="15" y="82"/>
                  </a:cxn>
                  <a:cxn ang="0">
                    <a:pos x="10" y="86"/>
                  </a:cxn>
                  <a:cxn ang="0">
                    <a:pos x="1" y="86"/>
                  </a:cxn>
                  <a:cxn ang="0">
                    <a:pos x="0" y="82"/>
                  </a:cxn>
                  <a:cxn ang="0">
                    <a:pos x="1" y="72"/>
                  </a:cxn>
                  <a:cxn ang="0">
                    <a:pos x="8" y="67"/>
                  </a:cxn>
                  <a:cxn ang="0">
                    <a:pos x="6" y="51"/>
                  </a:cxn>
                  <a:cxn ang="0">
                    <a:pos x="6" y="48"/>
                  </a:cxn>
                  <a:cxn ang="0">
                    <a:pos x="13" y="46"/>
                  </a:cxn>
                  <a:cxn ang="0">
                    <a:pos x="17" y="50"/>
                  </a:cxn>
                  <a:cxn ang="0">
                    <a:pos x="27" y="51"/>
                  </a:cxn>
                  <a:cxn ang="0">
                    <a:pos x="27" y="44"/>
                  </a:cxn>
                  <a:cxn ang="0">
                    <a:pos x="22" y="41"/>
                  </a:cxn>
                  <a:cxn ang="0">
                    <a:pos x="20" y="38"/>
                  </a:cxn>
                  <a:cxn ang="0">
                    <a:pos x="24" y="38"/>
                  </a:cxn>
                  <a:cxn ang="0">
                    <a:pos x="25" y="38"/>
                  </a:cxn>
                  <a:cxn ang="0">
                    <a:pos x="27" y="38"/>
                  </a:cxn>
                  <a:cxn ang="0">
                    <a:pos x="29" y="38"/>
                  </a:cxn>
                  <a:cxn ang="0">
                    <a:pos x="32" y="36"/>
                  </a:cxn>
                  <a:cxn ang="0">
                    <a:pos x="31" y="32"/>
                  </a:cxn>
                  <a:cxn ang="0">
                    <a:pos x="29" y="25"/>
                  </a:cxn>
                  <a:cxn ang="0">
                    <a:pos x="22" y="19"/>
                  </a:cxn>
                  <a:cxn ang="0">
                    <a:pos x="15" y="15"/>
                  </a:cxn>
                  <a:cxn ang="0">
                    <a:pos x="12" y="8"/>
                  </a:cxn>
                  <a:cxn ang="0">
                    <a:pos x="15" y="0"/>
                  </a:cxn>
                </a:cxnLst>
                <a:rect l="0" t="0" r="0" b="0"/>
                <a:pathLst>
                  <a:path w="77" h="103">
                    <a:moveTo>
                      <a:pt x="15" y="0"/>
                    </a:moveTo>
                    <a:lnTo>
                      <a:pt x="31" y="6"/>
                    </a:lnTo>
                    <a:lnTo>
                      <a:pt x="39" y="13"/>
                    </a:lnTo>
                    <a:lnTo>
                      <a:pt x="44" y="22"/>
                    </a:lnTo>
                    <a:lnTo>
                      <a:pt x="50" y="22"/>
                    </a:lnTo>
                    <a:lnTo>
                      <a:pt x="50" y="29"/>
                    </a:lnTo>
                    <a:lnTo>
                      <a:pt x="55" y="32"/>
                    </a:lnTo>
                    <a:lnTo>
                      <a:pt x="58" y="38"/>
                    </a:lnTo>
                    <a:lnTo>
                      <a:pt x="69" y="50"/>
                    </a:lnTo>
                    <a:lnTo>
                      <a:pt x="76" y="63"/>
                    </a:lnTo>
                    <a:lnTo>
                      <a:pt x="63" y="63"/>
                    </a:lnTo>
                    <a:lnTo>
                      <a:pt x="53" y="62"/>
                    </a:lnTo>
                    <a:lnTo>
                      <a:pt x="60" y="70"/>
                    </a:lnTo>
                    <a:lnTo>
                      <a:pt x="60" y="77"/>
                    </a:lnTo>
                    <a:lnTo>
                      <a:pt x="60" y="82"/>
                    </a:lnTo>
                    <a:lnTo>
                      <a:pt x="57" y="79"/>
                    </a:lnTo>
                    <a:lnTo>
                      <a:pt x="51" y="76"/>
                    </a:lnTo>
                    <a:lnTo>
                      <a:pt x="43" y="69"/>
                    </a:lnTo>
                    <a:lnTo>
                      <a:pt x="38" y="65"/>
                    </a:lnTo>
                    <a:lnTo>
                      <a:pt x="29" y="69"/>
                    </a:lnTo>
                    <a:lnTo>
                      <a:pt x="24" y="70"/>
                    </a:lnTo>
                    <a:lnTo>
                      <a:pt x="27" y="76"/>
                    </a:lnTo>
                    <a:lnTo>
                      <a:pt x="36" y="79"/>
                    </a:lnTo>
                    <a:lnTo>
                      <a:pt x="43" y="84"/>
                    </a:lnTo>
                    <a:lnTo>
                      <a:pt x="46" y="91"/>
                    </a:lnTo>
                    <a:lnTo>
                      <a:pt x="44" y="100"/>
                    </a:lnTo>
                    <a:lnTo>
                      <a:pt x="44" y="102"/>
                    </a:lnTo>
                    <a:lnTo>
                      <a:pt x="43" y="102"/>
                    </a:lnTo>
                    <a:lnTo>
                      <a:pt x="38" y="100"/>
                    </a:lnTo>
                    <a:lnTo>
                      <a:pt x="36" y="98"/>
                    </a:lnTo>
                    <a:lnTo>
                      <a:pt x="32" y="96"/>
                    </a:lnTo>
                    <a:lnTo>
                      <a:pt x="29" y="102"/>
                    </a:lnTo>
                    <a:lnTo>
                      <a:pt x="24" y="102"/>
                    </a:lnTo>
                    <a:lnTo>
                      <a:pt x="20" y="98"/>
                    </a:lnTo>
                    <a:lnTo>
                      <a:pt x="20" y="89"/>
                    </a:lnTo>
                    <a:lnTo>
                      <a:pt x="20" y="84"/>
                    </a:lnTo>
                    <a:lnTo>
                      <a:pt x="15" y="82"/>
                    </a:lnTo>
                    <a:lnTo>
                      <a:pt x="10" y="86"/>
                    </a:lnTo>
                    <a:lnTo>
                      <a:pt x="1" y="86"/>
                    </a:lnTo>
                    <a:lnTo>
                      <a:pt x="0" y="82"/>
                    </a:lnTo>
                    <a:lnTo>
                      <a:pt x="1" y="72"/>
                    </a:lnTo>
                    <a:lnTo>
                      <a:pt x="8" y="67"/>
                    </a:lnTo>
                    <a:lnTo>
                      <a:pt x="6" y="51"/>
                    </a:lnTo>
                    <a:lnTo>
                      <a:pt x="6" y="48"/>
                    </a:lnTo>
                    <a:lnTo>
                      <a:pt x="13" y="46"/>
                    </a:lnTo>
                    <a:lnTo>
                      <a:pt x="17" y="50"/>
                    </a:lnTo>
                    <a:lnTo>
                      <a:pt x="27" y="51"/>
                    </a:lnTo>
                    <a:lnTo>
                      <a:pt x="27" y="44"/>
                    </a:lnTo>
                    <a:lnTo>
                      <a:pt x="22" y="41"/>
                    </a:lnTo>
                    <a:lnTo>
                      <a:pt x="20" y="38"/>
                    </a:lnTo>
                    <a:lnTo>
                      <a:pt x="24" y="38"/>
                    </a:lnTo>
                    <a:lnTo>
                      <a:pt x="25" y="38"/>
                    </a:lnTo>
                    <a:lnTo>
                      <a:pt x="27" y="38"/>
                    </a:lnTo>
                    <a:lnTo>
                      <a:pt x="29" y="38"/>
                    </a:lnTo>
                    <a:lnTo>
                      <a:pt x="32" y="36"/>
                    </a:lnTo>
                    <a:lnTo>
                      <a:pt x="31" y="32"/>
                    </a:lnTo>
                    <a:lnTo>
                      <a:pt x="29" y="25"/>
                    </a:lnTo>
                    <a:lnTo>
                      <a:pt x="22" y="19"/>
                    </a:lnTo>
                    <a:lnTo>
                      <a:pt x="15" y="15"/>
                    </a:lnTo>
                    <a:lnTo>
                      <a:pt x="12" y="8"/>
                    </a:lnTo>
                    <a:lnTo>
                      <a:pt x="15"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5" name="Freeform 24"/>
              <p:cNvSpPr/>
              <p:nvPr/>
            </p:nvSpPr>
            <p:spPr>
              <a:xfrm>
                <a:off x="3761" y="2591"/>
                <a:ext cx="83" cy="86"/>
              </a:xfrm>
              <a:custGeom>
                <a:avLst/>
                <a:gdLst/>
                <a:ahLst/>
                <a:cxnLst>
                  <a:cxn ang="0">
                    <a:pos x="0" y="0"/>
                  </a:cxn>
                  <a:cxn ang="0">
                    <a:pos x="6" y="0"/>
                  </a:cxn>
                  <a:cxn ang="0">
                    <a:pos x="10" y="6"/>
                  </a:cxn>
                  <a:cxn ang="0">
                    <a:pos x="20" y="15"/>
                  </a:cxn>
                  <a:cxn ang="0">
                    <a:pos x="25" y="26"/>
                  </a:cxn>
                  <a:cxn ang="0">
                    <a:pos x="34" y="26"/>
                  </a:cxn>
                  <a:cxn ang="0">
                    <a:pos x="39" y="27"/>
                  </a:cxn>
                  <a:cxn ang="0">
                    <a:pos x="44" y="32"/>
                  </a:cxn>
                  <a:cxn ang="0">
                    <a:pos x="49" y="32"/>
                  </a:cxn>
                  <a:cxn ang="0">
                    <a:pos x="56" y="38"/>
                  </a:cxn>
                  <a:cxn ang="0">
                    <a:pos x="63" y="43"/>
                  </a:cxn>
                  <a:cxn ang="0">
                    <a:pos x="70" y="46"/>
                  </a:cxn>
                  <a:cxn ang="0">
                    <a:pos x="68" y="48"/>
                  </a:cxn>
                  <a:cxn ang="0">
                    <a:pos x="64" y="50"/>
                  </a:cxn>
                  <a:cxn ang="0">
                    <a:pos x="61" y="50"/>
                  </a:cxn>
                  <a:cxn ang="0">
                    <a:pos x="59" y="53"/>
                  </a:cxn>
                  <a:cxn ang="0">
                    <a:pos x="66" y="60"/>
                  </a:cxn>
                  <a:cxn ang="0">
                    <a:pos x="73" y="65"/>
                  </a:cxn>
                  <a:cxn ang="0">
                    <a:pos x="82" y="71"/>
                  </a:cxn>
                  <a:cxn ang="0">
                    <a:pos x="75" y="78"/>
                  </a:cxn>
                  <a:cxn ang="0">
                    <a:pos x="71" y="81"/>
                  </a:cxn>
                  <a:cxn ang="0">
                    <a:pos x="71" y="85"/>
                  </a:cxn>
                  <a:cxn ang="0">
                    <a:pos x="63" y="85"/>
                  </a:cxn>
                  <a:cxn ang="0">
                    <a:pos x="59" y="81"/>
                  </a:cxn>
                  <a:cxn ang="0">
                    <a:pos x="52" y="74"/>
                  </a:cxn>
                  <a:cxn ang="0">
                    <a:pos x="47" y="67"/>
                  </a:cxn>
                  <a:cxn ang="0">
                    <a:pos x="41" y="55"/>
                  </a:cxn>
                  <a:cxn ang="0">
                    <a:pos x="32" y="46"/>
                  </a:cxn>
                  <a:cxn ang="0">
                    <a:pos x="22" y="32"/>
                  </a:cxn>
                  <a:cxn ang="0">
                    <a:pos x="15" y="29"/>
                  </a:cxn>
                  <a:cxn ang="0">
                    <a:pos x="11" y="26"/>
                  </a:cxn>
                  <a:cxn ang="0">
                    <a:pos x="8" y="19"/>
                  </a:cxn>
                  <a:cxn ang="0">
                    <a:pos x="0" y="13"/>
                  </a:cxn>
                  <a:cxn ang="0">
                    <a:pos x="0" y="10"/>
                  </a:cxn>
                  <a:cxn ang="0">
                    <a:pos x="0" y="0"/>
                  </a:cxn>
                </a:cxnLst>
                <a:rect l="0" t="0" r="0" b="0"/>
                <a:pathLst>
                  <a:path w="83" h="86">
                    <a:moveTo>
                      <a:pt x="0" y="0"/>
                    </a:moveTo>
                    <a:lnTo>
                      <a:pt x="6" y="0"/>
                    </a:lnTo>
                    <a:lnTo>
                      <a:pt x="10" y="6"/>
                    </a:lnTo>
                    <a:lnTo>
                      <a:pt x="20" y="15"/>
                    </a:lnTo>
                    <a:lnTo>
                      <a:pt x="25" y="26"/>
                    </a:lnTo>
                    <a:lnTo>
                      <a:pt x="34" y="26"/>
                    </a:lnTo>
                    <a:lnTo>
                      <a:pt x="39" y="27"/>
                    </a:lnTo>
                    <a:lnTo>
                      <a:pt x="44" y="32"/>
                    </a:lnTo>
                    <a:lnTo>
                      <a:pt x="49" y="32"/>
                    </a:lnTo>
                    <a:lnTo>
                      <a:pt x="56" y="38"/>
                    </a:lnTo>
                    <a:lnTo>
                      <a:pt x="63" y="43"/>
                    </a:lnTo>
                    <a:lnTo>
                      <a:pt x="70" y="46"/>
                    </a:lnTo>
                    <a:lnTo>
                      <a:pt x="68" y="48"/>
                    </a:lnTo>
                    <a:lnTo>
                      <a:pt x="64" y="50"/>
                    </a:lnTo>
                    <a:lnTo>
                      <a:pt x="61" y="50"/>
                    </a:lnTo>
                    <a:lnTo>
                      <a:pt x="59" y="53"/>
                    </a:lnTo>
                    <a:lnTo>
                      <a:pt x="66" y="60"/>
                    </a:lnTo>
                    <a:lnTo>
                      <a:pt x="73" y="65"/>
                    </a:lnTo>
                    <a:lnTo>
                      <a:pt x="82" y="71"/>
                    </a:lnTo>
                    <a:lnTo>
                      <a:pt x="75" y="78"/>
                    </a:lnTo>
                    <a:lnTo>
                      <a:pt x="71" y="81"/>
                    </a:lnTo>
                    <a:lnTo>
                      <a:pt x="71" y="85"/>
                    </a:lnTo>
                    <a:lnTo>
                      <a:pt x="63" y="85"/>
                    </a:lnTo>
                    <a:lnTo>
                      <a:pt x="59" y="81"/>
                    </a:lnTo>
                    <a:lnTo>
                      <a:pt x="52" y="74"/>
                    </a:lnTo>
                    <a:lnTo>
                      <a:pt x="47" y="67"/>
                    </a:lnTo>
                    <a:lnTo>
                      <a:pt x="41" y="55"/>
                    </a:lnTo>
                    <a:lnTo>
                      <a:pt x="32" y="46"/>
                    </a:lnTo>
                    <a:lnTo>
                      <a:pt x="22" y="32"/>
                    </a:lnTo>
                    <a:lnTo>
                      <a:pt x="15" y="29"/>
                    </a:lnTo>
                    <a:lnTo>
                      <a:pt x="11" y="26"/>
                    </a:lnTo>
                    <a:lnTo>
                      <a:pt x="8" y="19"/>
                    </a:lnTo>
                    <a:lnTo>
                      <a:pt x="0" y="13"/>
                    </a:lnTo>
                    <a:lnTo>
                      <a:pt x="0" y="10"/>
                    </a:lnTo>
                    <a:lnTo>
                      <a:pt x="0"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16" name="Freeform 25"/>
              <p:cNvSpPr/>
              <p:nvPr/>
            </p:nvSpPr>
            <p:spPr>
              <a:xfrm>
                <a:off x="2669" y="2765"/>
                <a:ext cx="607" cy="635"/>
              </a:xfrm>
              <a:custGeom>
                <a:avLst/>
                <a:gdLst/>
                <a:ahLst/>
                <a:cxnLst>
                  <a:cxn ang="0">
                    <a:pos x="464" y="101"/>
                  </a:cxn>
                  <a:cxn ang="0">
                    <a:pos x="519" y="206"/>
                  </a:cxn>
                  <a:cxn ang="0">
                    <a:pos x="541" y="234"/>
                  </a:cxn>
                  <a:cxn ang="0">
                    <a:pos x="592" y="227"/>
                  </a:cxn>
                  <a:cxn ang="0">
                    <a:pos x="606" y="253"/>
                  </a:cxn>
                  <a:cxn ang="0">
                    <a:pos x="545" y="323"/>
                  </a:cxn>
                  <a:cxn ang="0">
                    <a:pos x="496" y="406"/>
                  </a:cxn>
                  <a:cxn ang="0">
                    <a:pos x="503" y="435"/>
                  </a:cxn>
                  <a:cxn ang="0">
                    <a:pos x="503" y="465"/>
                  </a:cxn>
                  <a:cxn ang="0">
                    <a:pos x="483" y="477"/>
                  </a:cxn>
                  <a:cxn ang="0">
                    <a:pos x="450" y="516"/>
                  </a:cxn>
                  <a:cxn ang="0">
                    <a:pos x="438" y="551"/>
                  </a:cxn>
                  <a:cxn ang="0">
                    <a:pos x="408" y="597"/>
                  </a:cxn>
                  <a:cxn ang="0">
                    <a:pos x="391" y="609"/>
                  </a:cxn>
                  <a:cxn ang="0">
                    <a:pos x="354" y="632"/>
                  </a:cxn>
                  <a:cxn ang="0">
                    <a:pos x="309" y="625"/>
                  </a:cxn>
                  <a:cxn ang="0">
                    <a:pos x="304" y="602"/>
                  </a:cxn>
                  <a:cxn ang="0">
                    <a:pos x="285" y="570"/>
                  </a:cxn>
                  <a:cxn ang="0">
                    <a:pos x="280" y="544"/>
                  </a:cxn>
                  <a:cxn ang="0">
                    <a:pos x="275" y="527"/>
                  </a:cxn>
                  <a:cxn ang="0">
                    <a:pos x="256" y="506"/>
                  </a:cxn>
                  <a:cxn ang="0">
                    <a:pos x="244" y="480"/>
                  </a:cxn>
                  <a:cxn ang="0">
                    <a:pos x="261" y="437"/>
                  </a:cxn>
                  <a:cxn ang="0">
                    <a:pos x="252" y="375"/>
                  </a:cxn>
                  <a:cxn ang="0">
                    <a:pos x="226" y="346"/>
                  </a:cxn>
                  <a:cxn ang="0">
                    <a:pos x="223" y="298"/>
                  </a:cxn>
                  <a:cxn ang="0">
                    <a:pos x="183" y="280"/>
                  </a:cxn>
                  <a:cxn ang="0">
                    <a:pos x="133" y="284"/>
                  </a:cxn>
                  <a:cxn ang="0">
                    <a:pos x="29" y="246"/>
                  </a:cxn>
                  <a:cxn ang="0">
                    <a:pos x="5" y="184"/>
                  </a:cxn>
                  <a:cxn ang="0">
                    <a:pos x="24" y="139"/>
                  </a:cxn>
                  <a:cxn ang="0">
                    <a:pos x="58" y="91"/>
                  </a:cxn>
                  <a:cxn ang="0">
                    <a:pos x="110" y="55"/>
                  </a:cxn>
                  <a:cxn ang="0">
                    <a:pos x="148" y="17"/>
                  </a:cxn>
                  <a:cxn ang="0">
                    <a:pos x="185" y="27"/>
                  </a:cxn>
                  <a:cxn ang="0">
                    <a:pos x="223" y="10"/>
                  </a:cxn>
                  <a:cxn ang="0">
                    <a:pos x="251" y="1"/>
                  </a:cxn>
                  <a:cxn ang="0">
                    <a:pos x="271" y="22"/>
                  </a:cxn>
                  <a:cxn ang="0">
                    <a:pos x="313" y="53"/>
                  </a:cxn>
                  <a:cxn ang="0">
                    <a:pos x="341" y="37"/>
                  </a:cxn>
                  <a:cxn ang="0">
                    <a:pos x="384" y="49"/>
                  </a:cxn>
                  <a:cxn ang="0">
                    <a:pos x="432" y="48"/>
                  </a:cxn>
                </a:cxnLst>
                <a:rect l="0" t="0" r="0" b="0"/>
                <a:pathLst>
                  <a:path w="607" h="635">
                    <a:moveTo>
                      <a:pt x="453" y="75"/>
                    </a:moveTo>
                    <a:lnTo>
                      <a:pt x="464" y="101"/>
                    </a:lnTo>
                    <a:lnTo>
                      <a:pt x="483" y="142"/>
                    </a:lnTo>
                    <a:lnTo>
                      <a:pt x="519" y="206"/>
                    </a:lnTo>
                    <a:lnTo>
                      <a:pt x="533" y="217"/>
                    </a:lnTo>
                    <a:lnTo>
                      <a:pt x="541" y="234"/>
                    </a:lnTo>
                    <a:lnTo>
                      <a:pt x="573" y="234"/>
                    </a:lnTo>
                    <a:lnTo>
                      <a:pt x="592" y="227"/>
                    </a:lnTo>
                    <a:lnTo>
                      <a:pt x="606" y="227"/>
                    </a:lnTo>
                    <a:lnTo>
                      <a:pt x="606" y="253"/>
                    </a:lnTo>
                    <a:lnTo>
                      <a:pt x="600" y="267"/>
                    </a:lnTo>
                    <a:lnTo>
                      <a:pt x="545" y="323"/>
                    </a:lnTo>
                    <a:lnTo>
                      <a:pt x="496" y="382"/>
                    </a:lnTo>
                    <a:lnTo>
                      <a:pt x="496" y="406"/>
                    </a:lnTo>
                    <a:lnTo>
                      <a:pt x="510" y="422"/>
                    </a:lnTo>
                    <a:lnTo>
                      <a:pt x="503" y="435"/>
                    </a:lnTo>
                    <a:lnTo>
                      <a:pt x="507" y="453"/>
                    </a:lnTo>
                    <a:lnTo>
                      <a:pt x="503" y="465"/>
                    </a:lnTo>
                    <a:lnTo>
                      <a:pt x="491" y="477"/>
                    </a:lnTo>
                    <a:lnTo>
                      <a:pt x="483" y="477"/>
                    </a:lnTo>
                    <a:lnTo>
                      <a:pt x="465" y="494"/>
                    </a:lnTo>
                    <a:lnTo>
                      <a:pt x="450" y="516"/>
                    </a:lnTo>
                    <a:lnTo>
                      <a:pt x="453" y="540"/>
                    </a:lnTo>
                    <a:lnTo>
                      <a:pt x="438" y="551"/>
                    </a:lnTo>
                    <a:lnTo>
                      <a:pt x="424" y="575"/>
                    </a:lnTo>
                    <a:lnTo>
                      <a:pt x="408" y="597"/>
                    </a:lnTo>
                    <a:lnTo>
                      <a:pt x="398" y="606"/>
                    </a:lnTo>
                    <a:lnTo>
                      <a:pt x="391" y="609"/>
                    </a:lnTo>
                    <a:lnTo>
                      <a:pt x="377" y="623"/>
                    </a:lnTo>
                    <a:lnTo>
                      <a:pt x="354" y="632"/>
                    </a:lnTo>
                    <a:lnTo>
                      <a:pt x="325" y="634"/>
                    </a:lnTo>
                    <a:lnTo>
                      <a:pt x="309" y="625"/>
                    </a:lnTo>
                    <a:lnTo>
                      <a:pt x="308" y="615"/>
                    </a:lnTo>
                    <a:lnTo>
                      <a:pt x="304" y="602"/>
                    </a:lnTo>
                    <a:lnTo>
                      <a:pt x="294" y="596"/>
                    </a:lnTo>
                    <a:lnTo>
                      <a:pt x="285" y="570"/>
                    </a:lnTo>
                    <a:lnTo>
                      <a:pt x="282" y="558"/>
                    </a:lnTo>
                    <a:lnTo>
                      <a:pt x="280" y="544"/>
                    </a:lnTo>
                    <a:lnTo>
                      <a:pt x="275" y="534"/>
                    </a:lnTo>
                    <a:lnTo>
                      <a:pt x="275" y="527"/>
                    </a:lnTo>
                    <a:lnTo>
                      <a:pt x="266" y="515"/>
                    </a:lnTo>
                    <a:lnTo>
                      <a:pt x="256" y="506"/>
                    </a:lnTo>
                    <a:lnTo>
                      <a:pt x="249" y="492"/>
                    </a:lnTo>
                    <a:lnTo>
                      <a:pt x="244" y="480"/>
                    </a:lnTo>
                    <a:lnTo>
                      <a:pt x="245" y="463"/>
                    </a:lnTo>
                    <a:lnTo>
                      <a:pt x="261" y="437"/>
                    </a:lnTo>
                    <a:lnTo>
                      <a:pt x="264" y="408"/>
                    </a:lnTo>
                    <a:lnTo>
                      <a:pt x="252" y="375"/>
                    </a:lnTo>
                    <a:lnTo>
                      <a:pt x="237" y="363"/>
                    </a:lnTo>
                    <a:lnTo>
                      <a:pt x="226" y="346"/>
                    </a:lnTo>
                    <a:lnTo>
                      <a:pt x="230" y="318"/>
                    </a:lnTo>
                    <a:lnTo>
                      <a:pt x="223" y="298"/>
                    </a:lnTo>
                    <a:lnTo>
                      <a:pt x="204" y="296"/>
                    </a:lnTo>
                    <a:lnTo>
                      <a:pt x="183" y="280"/>
                    </a:lnTo>
                    <a:lnTo>
                      <a:pt x="159" y="270"/>
                    </a:lnTo>
                    <a:lnTo>
                      <a:pt x="133" y="284"/>
                    </a:lnTo>
                    <a:lnTo>
                      <a:pt x="65" y="280"/>
                    </a:lnTo>
                    <a:lnTo>
                      <a:pt x="29" y="246"/>
                    </a:lnTo>
                    <a:lnTo>
                      <a:pt x="0" y="199"/>
                    </a:lnTo>
                    <a:lnTo>
                      <a:pt x="5" y="184"/>
                    </a:lnTo>
                    <a:lnTo>
                      <a:pt x="19" y="172"/>
                    </a:lnTo>
                    <a:lnTo>
                      <a:pt x="24" y="139"/>
                    </a:lnTo>
                    <a:lnTo>
                      <a:pt x="32" y="115"/>
                    </a:lnTo>
                    <a:lnTo>
                      <a:pt x="58" y="91"/>
                    </a:lnTo>
                    <a:lnTo>
                      <a:pt x="86" y="80"/>
                    </a:lnTo>
                    <a:lnTo>
                      <a:pt x="110" y="55"/>
                    </a:lnTo>
                    <a:lnTo>
                      <a:pt x="116" y="44"/>
                    </a:lnTo>
                    <a:lnTo>
                      <a:pt x="148" y="17"/>
                    </a:lnTo>
                    <a:lnTo>
                      <a:pt x="169" y="27"/>
                    </a:lnTo>
                    <a:lnTo>
                      <a:pt x="185" y="27"/>
                    </a:lnTo>
                    <a:lnTo>
                      <a:pt x="202" y="12"/>
                    </a:lnTo>
                    <a:lnTo>
                      <a:pt x="223" y="10"/>
                    </a:lnTo>
                    <a:lnTo>
                      <a:pt x="237" y="13"/>
                    </a:lnTo>
                    <a:lnTo>
                      <a:pt x="251" y="1"/>
                    </a:lnTo>
                    <a:lnTo>
                      <a:pt x="266" y="0"/>
                    </a:lnTo>
                    <a:lnTo>
                      <a:pt x="271" y="22"/>
                    </a:lnTo>
                    <a:lnTo>
                      <a:pt x="282" y="37"/>
                    </a:lnTo>
                    <a:lnTo>
                      <a:pt x="313" y="53"/>
                    </a:lnTo>
                    <a:lnTo>
                      <a:pt x="339" y="56"/>
                    </a:lnTo>
                    <a:lnTo>
                      <a:pt x="341" y="37"/>
                    </a:lnTo>
                    <a:lnTo>
                      <a:pt x="361" y="37"/>
                    </a:lnTo>
                    <a:lnTo>
                      <a:pt x="384" y="49"/>
                    </a:lnTo>
                    <a:lnTo>
                      <a:pt x="410" y="55"/>
                    </a:lnTo>
                    <a:lnTo>
                      <a:pt x="432" y="48"/>
                    </a:lnTo>
                    <a:lnTo>
                      <a:pt x="453" y="75"/>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nvGrpSpPr>
              <p:cNvPr id="33817" name="Group 26"/>
              <p:cNvGrpSpPr/>
              <p:nvPr/>
            </p:nvGrpSpPr>
            <p:grpSpPr>
              <a:xfrm>
                <a:off x="2711" y="2420"/>
                <a:ext cx="267" cy="220"/>
                <a:chOff x="2711" y="2420"/>
                <a:chExt cx="267" cy="220"/>
              </a:xfrm>
            </p:grpSpPr>
            <p:grpSp>
              <p:nvGrpSpPr>
                <p:cNvPr id="33818" name="Group 27"/>
                <p:cNvGrpSpPr/>
                <p:nvPr/>
              </p:nvGrpSpPr>
              <p:grpSpPr>
                <a:xfrm>
                  <a:off x="2818" y="2556"/>
                  <a:ext cx="82" cy="84"/>
                  <a:chOff x="2818" y="2556"/>
                  <a:chExt cx="82" cy="84"/>
                </a:xfrm>
              </p:grpSpPr>
              <p:sp>
                <p:nvSpPr>
                  <p:cNvPr id="33819" name="Freeform 28"/>
                  <p:cNvSpPr/>
                  <p:nvPr/>
                </p:nvSpPr>
                <p:spPr>
                  <a:xfrm>
                    <a:off x="2818" y="2588"/>
                    <a:ext cx="38" cy="46"/>
                  </a:xfrm>
                  <a:custGeom>
                    <a:avLst/>
                    <a:gdLst/>
                    <a:ahLst/>
                    <a:cxnLst>
                      <a:cxn ang="0">
                        <a:pos x="8" y="13"/>
                      </a:cxn>
                      <a:cxn ang="0">
                        <a:pos x="10" y="8"/>
                      </a:cxn>
                      <a:cxn ang="0">
                        <a:pos x="16" y="8"/>
                      </a:cxn>
                      <a:cxn ang="0">
                        <a:pos x="26" y="0"/>
                      </a:cxn>
                      <a:cxn ang="0">
                        <a:pos x="30" y="5"/>
                      </a:cxn>
                      <a:cxn ang="0">
                        <a:pos x="35" y="5"/>
                      </a:cxn>
                      <a:cxn ang="0">
                        <a:pos x="37" y="8"/>
                      </a:cxn>
                      <a:cxn ang="0">
                        <a:pos x="33" y="13"/>
                      </a:cxn>
                      <a:cxn ang="0">
                        <a:pos x="30" y="15"/>
                      </a:cxn>
                      <a:cxn ang="0">
                        <a:pos x="30" y="19"/>
                      </a:cxn>
                      <a:cxn ang="0">
                        <a:pos x="28" y="20"/>
                      </a:cxn>
                      <a:cxn ang="0">
                        <a:pos x="28" y="24"/>
                      </a:cxn>
                      <a:cxn ang="0">
                        <a:pos x="30" y="27"/>
                      </a:cxn>
                      <a:cxn ang="0">
                        <a:pos x="26" y="31"/>
                      </a:cxn>
                      <a:cxn ang="0">
                        <a:pos x="23" y="32"/>
                      </a:cxn>
                      <a:cxn ang="0">
                        <a:pos x="21" y="32"/>
                      </a:cxn>
                      <a:cxn ang="0">
                        <a:pos x="20" y="34"/>
                      </a:cxn>
                      <a:cxn ang="0">
                        <a:pos x="20" y="38"/>
                      </a:cxn>
                      <a:cxn ang="0">
                        <a:pos x="15" y="38"/>
                      </a:cxn>
                      <a:cxn ang="0">
                        <a:pos x="13" y="38"/>
                      </a:cxn>
                      <a:cxn ang="0">
                        <a:pos x="10" y="39"/>
                      </a:cxn>
                      <a:cxn ang="0">
                        <a:pos x="8" y="41"/>
                      </a:cxn>
                      <a:cxn ang="0">
                        <a:pos x="3" y="45"/>
                      </a:cxn>
                      <a:cxn ang="0">
                        <a:pos x="1" y="45"/>
                      </a:cxn>
                      <a:cxn ang="0">
                        <a:pos x="1" y="43"/>
                      </a:cxn>
                      <a:cxn ang="0">
                        <a:pos x="0" y="38"/>
                      </a:cxn>
                      <a:cxn ang="0">
                        <a:pos x="0" y="36"/>
                      </a:cxn>
                      <a:cxn ang="0">
                        <a:pos x="0" y="32"/>
                      </a:cxn>
                      <a:cxn ang="0">
                        <a:pos x="1" y="31"/>
                      </a:cxn>
                      <a:cxn ang="0">
                        <a:pos x="5" y="29"/>
                      </a:cxn>
                      <a:cxn ang="0">
                        <a:pos x="6" y="24"/>
                      </a:cxn>
                      <a:cxn ang="0">
                        <a:pos x="10" y="24"/>
                      </a:cxn>
                      <a:cxn ang="0">
                        <a:pos x="11" y="25"/>
                      </a:cxn>
                      <a:cxn ang="0">
                        <a:pos x="15" y="24"/>
                      </a:cxn>
                      <a:cxn ang="0">
                        <a:pos x="11" y="24"/>
                      </a:cxn>
                      <a:cxn ang="0">
                        <a:pos x="8" y="13"/>
                      </a:cxn>
                    </a:cxnLst>
                    <a:rect l="0" t="0" r="0" b="0"/>
                    <a:pathLst>
                      <a:path w="38" h="46">
                        <a:moveTo>
                          <a:pt x="8" y="13"/>
                        </a:moveTo>
                        <a:lnTo>
                          <a:pt x="10" y="8"/>
                        </a:lnTo>
                        <a:lnTo>
                          <a:pt x="16" y="8"/>
                        </a:lnTo>
                        <a:lnTo>
                          <a:pt x="26" y="0"/>
                        </a:lnTo>
                        <a:lnTo>
                          <a:pt x="30" y="5"/>
                        </a:lnTo>
                        <a:lnTo>
                          <a:pt x="35" y="5"/>
                        </a:lnTo>
                        <a:lnTo>
                          <a:pt x="37" y="8"/>
                        </a:lnTo>
                        <a:lnTo>
                          <a:pt x="33" y="13"/>
                        </a:lnTo>
                        <a:lnTo>
                          <a:pt x="30" y="15"/>
                        </a:lnTo>
                        <a:lnTo>
                          <a:pt x="30" y="19"/>
                        </a:lnTo>
                        <a:lnTo>
                          <a:pt x="28" y="20"/>
                        </a:lnTo>
                        <a:lnTo>
                          <a:pt x="28" y="24"/>
                        </a:lnTo>
                        <a:lnTo>
                          <a:pt x="30" y="27"/>
                        </a:lnTo>
                        <a:lnTo>
                          <a:pt x="26" y="31"/>
                        </a:lnTo>
                        <a:lnTo>
                          <a:pt x="23" y="32"/>
                        </a:lnTo>
                        <a:lnTo>
                          <a:pt x="21" y="32"/>
                        </a:lnTo>
                        <a:lnTo>
                          <a:pt x="20" y="34"/>
                        </a:lnTo>
                        <a:lnTo>
                          <a:pt x="20" y="38"/>
                        </a:lnTo>
                        <a:lnTo>
                          <a:pt x="15" y="38"/>
                        </a:lnTo>
                        <a:lnTo>
                          <a:pt x="13" y="38"/>
                        </a:lnTo>
                        <a:lnTo>
                          <a:pt x="10" y="39"/>
                        </a:lnTo>
                        <a:lnTo>
                          <a:pt x="8" y="41"/>
                        </a:lnTo>
                        <a:lnTo>
                          <a:pt x="3" y="45"/>
                        </a:lnTo>
                        <a:lnTo>
                          <a:pt x="1" y="45"/>
                        </a:lnTo>
                        <a:lnTo>
                          <a:pt x="1" y="43"/>
                        </a:lnTo>
                        <a:lnTo>
                          <a:pt x="0" y="38"/>
                        </a:lnTo>
                        <a:lnTo>
                          <a:pt x="0" y="36"/>
                        </a:lnTo>
                        <a:lnTo>
                          <a:pt x="0" y="32"/>
                        </a:lnTo>
                        <a:lnTo>
                          <a:pt x="1" y="31"/>
                        </a:lnTo>
                        <a:lnTo>
                          <a:pt x="5" y="29"/>
                        </a:lnTo>
                        <a:lnTo>
                          <a:pt x="6" y="24"/>
                        </a:lnTo>
                        <a:lnTo>
                          <a:pt x="10" y="24"/>
                        </a:lnTo>
                        <a:lnTo>
                          <a:pt x="11" y="25"/>
                        </a:lnTo>
                        <a:lnTo>
                          <a:pt x="15" y="24"/>
                        </a:lnTo>
                        <a:lnTo>
                          <a:pt x="11" y="24"/>
                        </a:lnTo>
                        <a:lnTo>
                          <a:pt x="8" y="13"/>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0" name="Freeform 29"/>
                  <p:cNvSpPr/>
                  <p:nvPr/>
                </p:nvSpPr>
                <p:spPr>
                  <a:xfrm>
                    <a:off x="2853" y="2556"/>
                    <a:ext cx="47" cy="84"/>
                  </a:xfrm>
                  <a:custGeom>
                    <a:avLst/>
                    <a:gdLst/>
                    <a:ahLst/>
                    <a:cxnLst>
                      <a:cxn ang="0">
                        <a:pos x="18" y="8"/>
                      </a:cxn>
                      <a:cxn ang="0">
                        <a:pos x="28" y="7"/>
                      </a:cxn>
                      <a:cxn ang="0">
                        <a:pos x="32" y="5"/>
                      </a:cxn>
                      <a:cxn ang="0">
                        <a:pos x="37" y="1"/>
                      </a:cxn>
                      <a:cxn ang="0">
                        <a:pos x="46" y="0"/>
                      </a:cxn>
                      <a:cxn ang="0">
                        <a:pos x="42" y="7"/>
                      </a:cxn>
                      <a:cxn ang="0">
                        <a:pos x="39" y="10"/>
                      </a:cxn>
                      <a:cxn ang="0">
                        <a:pos x="34" y="15"/>
                      </a:cxn>
                      <a:cxn ang="0">
                        <a:pos x="40" y="15"/>
                      </a:cxn>
                      <a:cxn ang="0">
                        <a:pos x="46" y="15"/>
                      </a:cxn>
                      <a:cxn ang="0">
                        <a:pos x="42" y="22"/>
                      </a:cxn>
                      <a:cxn ang="0">
                        <a:pos x="35" y="26"/>
                      </a:cxn>
                      <a:cxn ang="0">
                        <a:pos x="34" y="31"/>
                      </a:cxn>
                      <a:cxn ang="0">
                        <a:pos x="40" y="38"/>
                      </a:cxn>
                      <a:cxn ang="0">
                        <a:pos x="42" y="45"/>
                      </a:cxn>
                      <a:cxn ang="0">
                        <a:pos x="46" y="54"/>
                      </a:cxn>
                      <a:cxn ang="0">
                        <a:pos x="44" y="65"/>
                      </a:cxn>
                      <a:cxn ang="0">
                        <a:pos x="39" y="70"/>
                      </a:cxn>
                      <a:cxn ang="0">
                        <a:pos x="42" y="77"/>
                      </a:cxn>
                      <a:cxn ang="0">
                        <a:pos x="32" y="77"/>
                      </a:cxn>
                      <a:cxn ang="0">
                        <a:pos x="27" y="77"/>
                      </a:cxn>
                      <a:cxn ang="0">
                        <a:pos x="18" y="79"/>
                      </a:cxn>
                      <a:cxn ang="0">
                        <a:pos x="13" y="81"/>
                      </a:cxn>
                      <a:cxn ang="0">
                        <a:pos x="6" y="83"/>
                      </a:cxn>
                      <a:cxn ang="0">
                        <a:pos x="1" y="79"/>
                      </a:cxn>
                      <a:cxn ang="0">
                        <a:pos x="0" y="74"/>
                      </a:cxn>
                      <a:cxn ang="0">
                        <a:pos x="5" y="68"/>
                      </a:cxn>
                      <a:cxn ang="0">
                        <a:pos x="11" y="68"/>
                      </a:cxn>
                      <a:cxn ang="0">
                        <a:pos x="8" y="65"/>
                      </a:cxn>
                      <a:cxn ang="0">
                        <a:pos x="8" y="60"/>
                      </a:cxn>
                      <a:cxn ang="0">
                        <a:pos x="13" y="56"/>
                      </a:cxn>
                      <a:cxn ang="0">
                        <a:pos x="18" y="56"/>
                      </a:cxn>
                      <a:cxn ang="0">
                        <a:pos x="22" y="47"/>
                      </a:cxn>
                      <a:cxn ang="0">
                        <a:pos x="25" y="38"/>
                      </a:cxn>
                      <a:cxn ang="0">
                        <a:pos x="20" y="31"/>
                      </a:cxn>
                      <a:cxn ang="0">
                        <a:pos x="10" y="30"/>
                      </a:cxn>
                      <a:cxn ang="0">
                        <a:pos x="15" y="12"/>
                      </a:cxn>
                    </a:cxnLst>
                    <a:rect l="0" t="0" r="0" b="0"/>
                    <a:pathLst>
                      <a:path w="47" h="84">
                        <a:moveTo>
                          <a:pt x="15" y="12"/>
                        </a:moveTo>
                        <a:lnTo>
                          <a:pt x="18" y="8"/>
                        </a:lnTo>
                        <a:lnTo>
                          <a:pt x="27" y="10"/>
                        </a:lnTo>
                        <a:lnTo>
                          <a:pt x="28" y="7"/>
                        </a:lnTo>
                        <a:lnTo>
                          <a:pt x="30" y="5"/>
                        </a:lnTo>
                        <a:lnTo>
                          <a:pt x="32" y="5"/>
                        </a:lnTo>
                        <a:lnTo>
                          <a:pt x="34" y="3"/>
                        </a:lnTo>
                        <a:lnTo>
                          <a:pt x="37" y="1"/>
                        </a:lnTo>
                        <a:lnTo>
                          <a:pt x="40" y="0"/>
                        </a:lnTo>
                        <a:lnTo>
                          <a:pt x="46" y="0"/>
                        </a:lnTo>
                        <a:lnTo>
                          <a:pt x="46" y="5"/>
                        </a:lnTo>
                        <a:lnTo>
                          <a:pt x="42" y="7"/>
                        </a:lnTo>
                        <a:lnTo>
                          <a:pt x="40" y="8"/>
                        </a:lnTo>
                        <a:lnTo>
                          <a:pt x="39" y="10"/>
                        </a:lnTo>
                        <a:lnTo>
                          <a:pt x="34" y="12"/>
                        </a:lnTo>
                        <a:lnTo>
                          <a:pt x="34" y="15"/>
                        </a:lnTo>
                        <a:lnTo>
                          <a:pt x="34" y="17"/>
                        </a:lnTo>
                        <a:lnTo>
                          <a:pt x="40" y="15"/>
                        </a:lnTo>
                        <a:lnTo>
                          <a:pt x="46" y="14"/>
                        </a:lnTo>
                        <a:lnTo>
                          <a:pt x="46" y="15"/>
                        </a:lnTo>
                        <a:lnTo>
                          <a:pt x="46" y="21"/>
                        </a:lnTo>
                        <a:lnTo>
                          <a:pt x="42" y="22"/>
                        </a:lnTo>
                        <a:lnTo>
                          <a:pt x="39" y="22"/>
                        </a:lnTo>
                        <a:lnTo>
                          <a:pt x="35" y="26"/>
                        </a:lnTo>
                        <a:lnTo>
                          <a:pt x="34" y="28"/>
                        </a:lnTo>
                        <a:lnTo>
                          <a:pt x="34" y="31"/>
                        </a:lnTo>
                        <a:lnTo>
                          <a:pt x="37" y="35"/>
                        </a:lnTo>
                        <a:lnTo>
                          <a:pt x="40" y="38"/>
                        </a:lnTo>
                        <a:lnTo>
                          <a:pt x="42" y="40"/>
                        </a:lnTo>
                        <a:lnTo>
                          <a:pt x="42" y="45"/>
                        </a:lnTo>
                        <a:lnTo>
                          <a:pt x="44" y="49"/>
                        </a:lnTo>
                        <a:lnTo>
                          <a:pt x="46" y="54"/>
                        </a:lnTo>
                        <a:lnTo>
                          <a:pt x="46" y="61"/>
                        </a:lnTo>
                        <a:lnTo>
                          <a:pt x="44" y="65"/>
                        </a:lnTo>
                        <a:lnTo>
                          <a:pt x="40" y="68"/>
                        </a:lnTo>
                        <a:lnTo>
                          <a:pt x="39" y="70"/>
                        </a:lnTo>
                        <a:lnTo>
                          <a:pt x="40" y="74"/>
                        </a:lnTo>
                        <a:lnTo>
                          <a:pt x="42" y="77"/>
                        </a:lnTo>
                        <a:lnTo>
                          <a:pt x="37" y="77"/>
                        </a:lnTo>
                        <a:lnTo>
                          <a:pt x="32" y="77"/>
                        </a:lnTo>
                        <a:lnTo>
                          <a:pt x="30" y="77"/>
                        </a:lnTo>
                        <a:lnTo>
                          <a:pt x="27" y="77"/>
                        </a:lnTo>
                        <a:lnTo>
                          <a:pt x="22" y="77"/>
                        </a:lnTo>
                        <a:lnTo>
                          <a:pt x="18" y="79"/>
                        </a:lnTo>
                        <a:lnTo>
                          <a:pt x="15" y="79"/>
                        </a:lnTo>
                        <a:lnTo>
                          <a:pt x="13" y="81"/>
                        </a:lnTo>
                        <a:lnTo>
                          <a:pt x="8" y="83"/>
                        </a:lnTo>
                        <a:lnTo>
                          <a:pt x="6" y="83"/>
                        </a:lnTo>
                        <a:lnTo>
                          <a:pt x="5" y="79"/>
                        </a:lnTo>
                        <a:lnTo>
                          <a:pt x="1" y="79"/>
                        </a:lnTo>
                        <a:lnTo>
                          <a:pt x="0" y="77"/>
                        </a:lnTo>
                        <a:lnTo>
                          <a:pt x="0" y="74"/>
                        </a:lnTo>
                        <a:lnTo>
                          <a:pt x="1" y="68"/>
                        </a:lnTo>
                        <a:lnTo>
                          <a:pt x="5" y="68"/>
                        </a:lnTo>
                        <a:lnTo>
                          <a:pt x="8" y="68"/>
                        </a:lnTo>
                        <a:lnTo>
                          <a:pt x="11" y="68"/>
                        </a:lnTo>
                        <a:lnTo>
                          <a:pt x="11" y="67"/>
                        </a:lnTo>
                        <a:lnTo>
                          <a:pt x="8" y="65"/>
                        </a:lnTo>
                        <a:lnTo>
                          <a:pt x="8" y="61"/>
                        </a:lnTo>
                        <a:lnTo>
                          <a:pt x="8" y="60"/>
                        </a:lnTo>
                        <a:lnTo>
                          <a:pt x="11" y="58"/>
                        </a:lnTo>
                        <a:lnTo>
                          <a:pt x="13" y="56"/>
                        </a:lnTo>
                        <a:lnTo>
                          <a:pt x="15" y="56"/>
                        </a:lnTo>
                        <a:lnTo>
                          <a:pt x="18" y="56"/>
                        </a:lnTo>
                        <a:lnTo>
                          <a:pt x="20" y="54"/>
                        </a:lnTo>
                        <a:lnTo>
                          <a:pt x="22" y="47"/>
                        </a:lnTo>
                        <a:lnTo>
                          <a:pt x="25" y="40"/>
                        </a:lnTo>
                        <a:lnTo>
                          <a:pt x="25" y="38"/>
                        </a:lnTo>
                        <a:lnTo>
                          <a:pt x="18" y="37"/>
                        </a:lnTo>
                        <a:lnTo>
                          <a:pt x="20" y="31"/>
                        </a:lnTo>
                        <a:lnTo>
                          <a:pt x="15" y="28"/>
                        </a:lnTo>
                        <a:lnTo>
                          <a:pt x="10" y="30"/>
                        </a:lnTo>
                        <a:lnTo>
                          <a:pt x="15" y="22"/>
                        </a:lnTo>
                        <a:lnTo>
                          <a:pt x="15" y="12"/>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sp>
              <p:nvSpPr>
                <p:cNvPr id="33821" name="Freeform 30"/>
                <p:cNvSpPr/>
                <p:nvPr/>
              </p:nvSpPr>
              <p:spPr>
                <a:xfrm>
                  <a:off x="2711" y="2420"/>
                  <a:ext cx="267" cy="138"/>
                </a:xfrm>
                <a:custGeom>
                  <a:avLst/>
                  <a:gdLst/>
                  <a:ahLst/>
                  <a:cxnLst>
                    <a:cxn ang="0">
                      <a:pos x="15" y="135"/>
                    </a:cxn>
                    <a:cxn ang="0">
                      <a:pos x="25" y="124"/>
                    </a:cxn>
                    <a:cxn ang="0">
                      <a:pos x="32" y="121"/>
                    </a:cxn>
                    <a:cxn ang="0">
                      <a:pos x="41" y="119"/>
                    </a:cxn>
                    <a:cxn ang="0">
                      <a:pos x="48" y="119"/>
                    </a:cxn>
                    <a:cxn ang="0">
                      <a:pos x="53" y="114"/>
                    </a:cxn>
                    <a:cxn ang="0">
                      <a:pos x="60" y="109"/>
                    </a:cxn>
                    <a:cxn ang="0">
                      <a:pos x="67" y="105"/>
                    </a:cxn>
                    <a:cxn ang="0">
                      <a:pos x="74" y="102"/>
                    </a:cxn>
                    <a:cxn ang="0">
                      <a:pos x="82" y="98"/>
                    </a:cxn>
                    <a:cxn ang="0">
                      <a:pos x="93" y="97"/>
                    </a:cxn>
                    <a:cxn ang="0">
                      <a:pos x="108" y="98"/>
                    </a:cxn>
                    <a:cxn ang="0">
                      <a:pos x="120" y="95"/>
                    </a:cxn>
                    <a:cxn ang="0">
                      <a:pos x="127" y="84"/>
                    </a:cxn>
                    <a:cxn ang="0">
                      <a:pos x="136" y="78"/>
                    </a:cxn>
                    <a:cxn ang="0">
                      <a:pos x="143" y="71"/>
                    </a:cxn>
                    <a:cxn ang="0">
                      <a:pos x="148" y="64"/>
                    </a:cxn>
                    <a:cxn ang="0">
                      <a:pos x="160" y="57"/>
                    </a:cxn>
                    <a:cxn ang="0">
                      <a:pos x="157" y="65"/>
                    </a:cxn>
                    <a:cxn ang="0">
                      <a:pos x="167" y="71"/>
                    </a:cxn>
                    <a:cxn ang="0">
                      <a:pos x="174" y="67"/>
                    </a:cxn>
                    <a:cxn ang="0">
                      <a:pos x="177" y="60"/>
                    </a:cxn>
                    <a:cxn ang="0">
                      <a:pos x="181" y="55"/>
                    </a:cxn>
                    <a:cxn ang="0">
                      <a:pos x="184" y="48"/>
                    </a:cxn>
                    <a:cxn ang="0">
                      <a:pos x="200" y="48"/>
                    </a:cxn>
                    <a:cxn ang="0">
                      <a:pos x="215" y="38"/>
                    </a:cxn>
                    <a:cxn ang="0">
                      <a:pos x="229" y="31"/>
                    </a:cxn>
                    <a:cxn ang="0">
                      <a:pos x="245" y="15"/>
                    </a:cxn>
                    <a:cxn ang="0">
                      <a:pos x="259" y="6"/>
                    </a:cxn>
                    <a:cxn ang="0">
                      <a:pos x="253" y="0"/>
                    </a:cxn>
                    <a:cxn ang="0">
                      <a:pos x="231" y="3"/>
                    </a:cxn>
                    <a:cxn ang="0">
                      <a:pos x="215" y="8"/>
                    </a:cxn>
                    <a:cxn ang="0">
                      <a:pos x="198" y="12"/>
                    </a:cxn>
                    <a:cxn ang="0">
                      <a:pos x="177" y="20"/>
                    </a:cxn>
                    <a:cxn ang="0">
                      <a:pos x="160" y="24"/>
                    </a:cxn>
                    <a:cxn ang="0">
                      <a:pos x="141" y="31"/>
                    </a:cxn>
                    <a:cxn ang="0">
                      <a:pos x="127" y="41"/>
                    </a:cxn>
                    <a:cxn ang="0">
                      <a:pos x="117" y="48"/>
                    </a:cxn>
                    <a:cxn ang="0">
                      <a:pos x="95" y="60"/>
                    </a:cxn>
                    <a:cxn ang="0">
                      <a:pos x="74" y="76"/>
                    </a:cxn>
                    <a:cxn ang="0">
                      <a:pos x="55" y="86"/>
                    </a:cxn>
                    <a:cxn ang="0">
                      <a:pos x="39" y="102"/>
                    </a:cxn>
                    <a:cxn ang="0">
                      <a:pos x="24" y="112"/>
                    </a:cxn>
                    <a:cxn ang="0">
                      <a:pos x="0" y="137"/>
                    </a:cxn>
                  </a:cxnLst>
                  <a:rect l="0" t="0" r="0" b="0"/>
                  <a:pathLst>
                    <a:path w="267" h="138">
                      <a:moveTo>
                        <a:pt x="0" y="137"/>
                      </a:moveTo>
                      <a:lnTo>
                        <a:pt x="15" y="135"/>
                      </a:lnTo>
                      <a:lnTo>
                        <a:pt x="22" y="128"/>
                      </a:lnTo>
                      <a:lnTo>
                        <a:pt x="25" y="124"/>
                      </a:lnTo>
                      <a:lnTo>
                        <a:pt x="27" y="121"/>
                      </a:lnTo>
                      <a:lnTo>
                        <a:pt x="32" y="121"/>
                      </a:lnTo>
                      <a:lnTo>
                        <a:pt x="36" y="119"/>
                      </a:lnTo>
                      <a:lnTo>
                        <a:pt x="41" y="119"/>
                      </a:lnTo>
                      <a:lnTo>
                        <a:pt x="44" y="119"/>
                      </a:lnTo>
                      <a:lnTo>
                        <a:pt x="48" y="119"/>
                      </a:lnTo>
                      <a:lnTo>
                        <a:pt x="50" y="119"/>
                      </a:lnTo>
                      <a:lnTo>
                        <a:pt x="53" y="114"/>
                      </a:lnTo>
                      <a:lnTo>
                        <a:pt x="55" y="112"/>
                      </a:lnTo>
                      <a:lnTo>
                        <a:pt x="60" y="109"/>
                      </a:lnTo>
                      <a:lnTo>
                        <a:pt x="65" y="107"/>
                      </a:lnTo>
                      <a:lnTo>
                        <a:pt x="67" y="105"/>
                      </a:lnTo>
                      <a:lnTo>
                        <a:pt x="72" y="105"/>
                      </a:lnTo>
                      <a:lnTo>
                        <a:pt x="74" y="102"/>
                      </a:lnTo>
                      <a:lnTo>
                        <a:pt x="79" y="100"/>
                      </a:lnTo>
                      <a:lnTo>
                        <a:pt x="82" y="98"/>
                      </a:lnTo>
                      <a:lnTo>
                        <a:pt x="88" y="95"/>
                      </a:lnTo>
                      <a:lnTo>
                        <a:pt x="93" y="97"/>
                      </a:lnTo>
                      <a:lnTo>
                        <a:pt x="100" y="98"/>
                      </a:lnTo>
                      <a:lnTo>
                        <a:pt x="108" y="98"/>
                      </a:lnTo>
                      <a:lnTo>
                        <a:pt x="117" y="95"/>
                      </a:lnTo>
                      <a:lnTo>
                        <a:pt x="120" y="95"/>
                      </a:lnTo>
                      <a:lnTo>
                        <a:pt x="124" y="88"/>
                      </a:lnTo>
                      <a:lnTo>
                        <a:pt x="127" y="84"/>
                      </a:lnTo>
                      <a:lnTo>
                        <a:pt x="134" y="79"/>
                      </a:lnTo>
                      <a:lnTo>
                        <a:pt x="136" y="78"/>
                      </a:lnTo>
                      <a:lnTo>
                        <a:pt x="136" y="72"/>
                      </a:lnTo>
                      <a:lnTo>
                        <a:pt x="143" y="71"/>
                      </a:lnTo>
                      <a:lnTo>
                        <a:pt x="145" y="67"/>
                      </a:lnTo>
                      <a:lnTo>
                        <a:pt x="148" y="64"/>
                      </a:lnTo>
                      <a:lnTo>
                        <a:pt x="150" y="64"/>
                      </a:lnTo>
                      <a:lnTo>
                        <a:pt x="160" y="57"/>
                      </a:lnTo>
                      <a:lnTo>
                        <a:pt x="160" y="64"/>
                      </a:lnTo>
                      <a:lnTo>
                        <a:pt x="157" y="65"/>
                      </a:lnTo>
                      <a:lnTo>
                        <a:pt x="160" y="69"/>
                      </a:lnTo>
                      <a:lnTo>
                        <a:pt x="167" y="71"/>
                      </a:lnTo>
                      <a:lnTo>
                        <a:pt x="171" y="71"/>
                      </a:lnTo>
                      <a:lnTo>
                        <a:pt x="174" y="67"/>
                      </a:lnTo>
                      <a:lnTo>
                        <a:pt x="177" y="64"/>
                      </a:lnTo>
                      <a:lnTo>
                        <a:pt x="177" y="60"/>
                      </a:lnTo>
                      <a:lnTo>
                        <a:pt x="181" y="57"/>
                      </a:lnTo>
                      <a:lnTo>
                        <a:pt x="181" y="55"/>
                      </a:lnTo>
                      <a:lnTo>
                        <a:pt x="183" y="50"/>
                      </a:lnTo>
                      <a:lnTo>
                        <a:pt x="184" y="48"/>
                      </a:lnTo>
                      <a:lnTo>
                        <a:pt x="190" y="48"/>
                      </a:lnTo>
                      <a:lnTo>
                        <a:pt x="200" y="48"/>
                      </a:lnTo>
                      <a:lnTo>
                        <a:pt x="209" y="45"/>
                      </a:lnTo>
                      <a:lnTo>
                        <a:pt x="215" y="38"/>
                      </a:lnTo>
                      <a:lnTo>
                        <a:pt x="222" y="36"/>
                      </a:lnTo>
                      <a:lnTo>
                        <a:pt x="229" y="31"/>
                      </a:lnTo>
                      <a:lnTo>
                        <a:pt x="234" y="24"/>
                      </a:lnTo>
                      <a:lnTo>
                        <a:pt x="245" y="15"/>
                      </a:lnTo>
                      <a:lnTo>
                        <a:pt x="252" y="10"/>
                      </a:lnTo>
                      <a:lnTo>
                        <a:pt x="259" y="6"/>
                      </a:lnTo>
                      <a:lnTo>
                        <a:pt x="266" y="1"/>
                      </a:lnTo>
                      <a:lnTo>
                        <a:pt x="253" y="0"/>
                      </a:lnTo>
                      <a:lnTo>
                        <a:pt x="243" y="0"/>
                      </a:lnTo>
                      <a:lnTo>
                        <a:pt x="231" y="3"/>
                      </a:lnTo>
                      <a:lnTo>
                        <a:pt x="224" y="6"/>
                      </a:lnTo>
                      <a:lnTo>
                        <a:pt x="215" y="8"/>
                      </a:lnTo>
                      <a:lnTo>
                        <a:pt x="203" y="10"/>
                      </a:lnTo>
                      <a:lnTo>
                        <a:pt x="198" y="12"/>
                      </a:lnTo>
                      <a:lnTo>
                        <a:pt x="184" y="17"/>
                      </a:lnTo>
                      <a:lnTo>
                        <a:pt x="177" y="20"/>
                      </a:lnTo>
                      <a:lnTo>
                        <a:pt x="169" y="22"/>
                      </a:lnTo>
                      <a:lnTo>
                        <a:pt x="160" y="24"/>
                      </a:lnTo>
                      <a:lnTo>
                        <a:pt x="150" y="27"/>
                      </a:lnTo>
                      <a:lnTo>
                        <a:pt x="141" y="31"/>
                      </a:lnTo>
                      <a:lnTo>
                        <a:pt x="134" y="36"/>
                      </a:lnTo>
                      <a:lnTo>
                        <a:pt x="127" y="41"/>
                      </a:lnTo>
                      <a:lnTo>
                        <a:pt x="122" y="45"/>
                      </a:lnTo>
                      <a:lnTo>
                        <a:pt x="117" y="48"/>
                      </a:lnTo>
                      <a:lnTo>
                        <a:pt x="107" y="55"/>
                      </a:lnTo>
                      <a:lnTo>
                        <a:pt x="95" y="60"/>
                      </a:lnTo>
                      <a:lnTo>
                        <a:pt x="82" y="67"/>
                      </a:lnTo>
                      <a:lnTo>
                        <a:pt x="74" y="76"/>
                      </a:lnTo>
                      <a:lnTo>
                        <a:pt x="63" y="83"/>
                      </a:lnTo>
                      <a:lnTo>
                        <a:pt x="55" y="86"/>
                      </a:lnTo>
                      <a:lnTo>
                        <a:pt x="46" y="95"/>
                      </a:lnTo>
                      <a:lnTo>
                        <a:pt x="39" y="102"/>
                      </a:lnTo>
                      <a:lnTo>
                        <a:pt x="32" y="107"/>
                      </a:lnTo>
                      <a:lnTo>
                        <a:pt x="24" y="112"/>
                      </a:lnTo>
                      <a:lnTo>
                        <a:pt x="15" y="116"/>
                      </a:lnTo>
                      <a:lnTo>
                        <a:pt x="0" y="137"/>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sp>
            <p:nvSpPr>
              <p:cNvPr id="33822" name="Freeform 31"/>
              <p:cNvSpPr/>
              <p:nvPr/>
            </p:nvSpPr>
            <p:spPr>
              <a:xfrm>
                <a:off x="3187" y="3199"/>
                <a:ext cx="79" cy="136"/>
              </a:xfrm>
              <a:custGeom>
                <a:avLst/>
                <a:gdLst/>
                <a:ahLst/>
                <a:cxnLst>
                  <a:cxn ang="0">
                    <a:pos x="13" y="43"/>
                  </a:cxn>
                  <a:cxn ang="0">
                    <a:pos x="12" y="69"/>
                  </a:cxn>
                  <a:cxn ang="0">
                    <a:pos x="5" y="86"/>
                  </a:cxn>
                  <a:cxn ang="0">
                    <a:pos x="0" y="102"/>
                  </a:cxn>
                  <a:cxn ang="0">
                    <a:pos x="0" y="114"/>
                  </a:cxn>
                  <a:cxn ang="0">
                    <a:pos x="1" y="122"/>
                  </a:cxn>
                  <a:cxn ang="0">
                    <a:pos x="8" y="131"/>
                  </a:cxn>
                  <a:cxn ang="0">
                    <a:pos x="13" y="133"/>
                  </a:cxn>
                  <a:cxn ang="0">
                    <a:pos x="19" y="133"/>
                  </a:cxn>
                  <a:cxn ang="0">
                    <a:pos x="24" y="135"/>
                  </a:cxn>
                  <a:cxn ang="0">
                    <a:pos x="27" y="128"/>
                  </a:cxn>
                  <a:cxn ang="0">
                    <a:pos x="31" y="109"/>
                  </a:cxn>
                  <a:cxn ang="0">
                    <a:pos x="39" y="96"/>
                  </a:cxn>
                  <a:cxn ang="0">
                    <a:pos x="41" y="79"/>
                  </a:cxn>
                  <a:cxn ang="0">
                    <a:pos x="46" y="72"/>
                  </a:cxn>
                  <a:cxn ang="0">
                    <a:pos x="50" y="67"/>
                  </a:cxn>
                  <a:cxn ang="0">
                    <a:pos x="53" y="55"/>
                  </a:cxn>
                  <a:cxn ang="0">
                    <a:pos x="58" y="46"/>
                  </a:cxn>
                  <a:cxn ang="0">
                    <a:pos x="62" y="41"/>
                  </a:cxn>
                  <a:cxn ang="0">
                    <a:pos x="67" y="36"/>
                  </a:cxn>
                  <a:cxn ang="0">
                    <a:pos x="67" y="32"/>
                  </a:cxn>
                  <a:cxn ang="0">
                    <a:pos x="76" y="25"/>
                  </a:cxn>
                  <a:cxn ang="0">
                    <a:pos x="76" y="15"/>
                  </a:cxn>
                  <a:cxn ang="0">
                    <a:pos x="78" y="8"/>
                  </a:cxn>
                  <a:cxn ang="0">
                    <a:pos x="71" y="5"/>
                  </a:cxn>
                  <a:cxn ang="0">
                    <a:pos x="65" y="0"/>
                  </a:cxn>
                  <a:cxn ang="0">
                    <a:pos x="58" y="5"/>
                  </a:cxn>
                  <a:cxn ang="0">
                    <a:pos x="53" y="17"/>
                  </a:cxn>
                  <a:cxn ang="0">
                    <a:pos x="46" y="25"/>
                  </a:cxn>
                  <a:cxn ang="0">
                    <a:pos x="39" y="32"/>
                  </a:cxn>
                  <a:cxn ang="0">
                    <a:pos x="36" y="32"/>
                  </a:cxn>
                  <a:cxn ang="0">
                    <a:pos x="31" y="36"/>
                  </a:cxn>
                  <a:cxn ang="0">
                    <a:pos x="27" y="39"/>
                  </a:cxn>
                  <a:cxn ang="0">
                    <a:pos x="13" y="43"/>
                  </a:cxn>
                </a:cxnLst>
                <a:rect l="0" t="0" r="0" b="0"/>
                <a:pathLst>
                  <a:path w="79" h="136">
                    <a:moveTo>
                      <a:pt x="13" y="43"/>
                    </a:moveTo>
                    <a:lnTo>
                      <a:pt x="12" y="69"/>
                    </a:lnTo>
                    <a:lnTo>
                      <a:pt x="5" y="86"/>
                    </a:lnTo>
                    <a:lnTo>
                      <a:pt x="0" y="102"/>
                    </a:lnTo>
                    <a:lnTo>
                      <a:pt x="0" y="114"/>
                    </a:lnTo>
                    <a:lnTo>
                      <a:pt x="1" y="122"/>
                    </a:lnTo>
                    <a:lnTo>
                      <a:pt x="8" y="131"/>
                    </a:lnTo>
                    <a:lnTo>
                      <a:pt x="13" y="133"/>
                    </a:lnTo>
                    <a:lnTo>
                      <a:pt x="19" y="133"/>
                    </a:lnTo>
                    <a:lnTo>
                      <a:pt x="24" y="135"/>
                    </a:lnTo>
                    <a:lnTo>
                      <a:pt x="27" y="128"/>
                    </a:lnTo>
                    <a:lnTo>
                      <a:pt x="31" y="109"/>
                    </a:lnTo>
                    <a:lnTo>
                      <a:pt x="39" y="96"/>
                    </a:lnTo>
                    <a:lnTo>
                      <a:pt x="41" y="79"/>
                    </a:lnTo>
                    <a:lnTo>
                      <a:pt x="46" y="72"/>
                    </a:lnTo>
                    <a:lnTo>
                      <a:pt x="50" y="67"/>
                    </a:lnTo>
                    <a:lnTo>
                      <a:pt x="53" y="55"/>
                    </a:lnTo>
                    <a:lnTo>
                      <a:pt x="58" y="46"/>
                    </a:lnTo>
                    <a:lnTo>
                      <a:pt x="62" y="41"/>
                    </a:lnTo>
                    <a:lnTo>
                      <a:pt x="67" y="36"/>
                    </a:lnTo>
                    <a:lnTo>
                      <a:pt x="67" y="32"/>
                    </a:lnTo>
                    <a:lnTo>
                      <a:pt x="76" y="25"/>
                    </a:lnTo>
                    <a:lnTo>
                      <a:pt x="76" y="15"/>
                    </a:lnTo>
                    <a:lnTo>
                      <a:pt x="78" y="8"/>
                    </a:lnTo>
                    <a:lnTo>
                      <a:pt x="71" y="5"/>
                    </a:lnTo>
                    <a:lnTo>
                      <a:pt x="65" y="0"/>
                    </a:lnTo>
                    <a:lnTo>
                      <a:pt x="58" y="5"/>
                    </a:lnTo>
                    <a:lnTo>
                      <a:pt x="53" y="17"/>
                    </a:lnTo>
                    <a:lnTo>
                      <a:pt x="46" y="25"/>
                    </a:lnTo>
                    <a:lnTo>
                      <a:pt x="39" y="32"/>
                    </a:lnTo>
                    <a:lnTo>
                      <a:pt x="36" y="32"/>
                    </a:lnTo>
                    <a:lnTo>
                      <a:pt x="31" y="36"/>
                    </a:lnTo>
                    <a:lnTo>
                      <a:pt x="27" y="39"/>
                    </a:lnTo>
                    <a:lnTo>
                      <a:pt x="13" y="43"/>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3" name="Freeform 32"/>
              <p:cNvSpPr/>
              <p:nvPr/>
            </p:nvSpPr>
            <p:spPr>
              <a:xfrm>
                <a:off x="2802" y="2432"/>
                <a:ext cx="1086" cy="636"/>
              </a:xfrm>
              <a:custGeom>
                <a:avLst/>
                <a:gdLst/>
                <a:ahLst/>
                <a:cxnLst>
                  <a:cxn ang="0">
                    <a:pos x="63" y="265"/>
                  </a:cxn>
                  <a:cxn ang="0">
                    <a:pos x="72" y="219"/>
                  </a:cxn>
                  <a:cxn ang="0">
                    <a:pos x="108" y="193"/>
                  </a:cxn>
                  <a:cxn ang="0">
                    <a:pos x="146" y="170"/>
                  </a:cxn>
                  <a:cxn ang="0">
                    <a:pos x="167" y="158"/>
                  </a:cxn>
                  <a:cxn ang="0">
                    <a:pos x="221" y="122"/>
                  </a:cxn>
                  <a:cxn ang="0">
                    <a:pos x="236" y="112"/>
                  </a:cxn>
                  <a:cxn ang="0">
                    <a:pos x="240" y="77"/>
                  </a:cxn>
                  <a:cxn ang="0">
                    <a:pos x="231" y="63"/>
                  </a:cxn>
                  <a:cxn ang="0">
                    <a:pos x="200" y="93"/>
                  </a:cxn>
                  <a:cxn ang="0">
                    <a:pos x="190" y="141"/>
                  </a:cxn>
                  <a:cxn ang="0">
                    <a:pos x="167" y="138"/>
                  </a:cxn>
                  <a:cxn ang="0">
                    <a:pos x="153" y="122"/>
                  </a:cxn>
                  <a:cxn ang="0">
                    <a:pos x="117" y="131"/>
                  </a:cxn>
                  <a:cxn ang="0">
                    <a:pos x="112" y="110"/>
                  </a:cxn>
                  <a:cxn ang="0">
                    <a:pos x="119" y="93"/>
                  </a:cxn>
                  <a:cxn ang="0">
                    <a:pos x="155" y="82"/>
                  </a:cxn>
                  <a:cxn ang="0">
                    <a:pos x="179" y="48"/>
                  </a:cxn>
                  <a:cxn ang="0">
                    <a:pos x="222" y="17"/>
                  </a:cxn>
                  <a:cxn ang="0">
                    <a:pos x="279" y="3"/>
                  </a:cxn>
                  <a:cxn ang="0">
                    <a:pos x="316" y="44"/>
                  </a:cxn>
                  <a:cxn ang="0">
                    <a:pos x="307" y="81"/>
                  </a:cxn>
                  <a:cxn ang="0">
                    <a:pos x="329" y="98"/>
                  </a:cxn>
                  <a:cxn ang="0">
                    <a:pos x="348" y="74"/>
                  </a:cxn>
                  <a:cxn ang="0">
                    <a:pos x="442" y="43"/>
                  </a:cxn>
                  <a:cxn ang="0">
                    <a:pos x="568" y="10"/>
                  </a:cxn>
                  <a:cxn ang="0">
                    <a:pos x="744" y="36"/>
                  </a:cxn>
                  <a:cxn ang="0">
                    <a:pos x="1060" y="93"/>
                  </a:cxn>
                  <a:cxn ang="0">
                    <a:pos x="1045" y="119"/>
                  </a:cxn>
                  <a:cxn ang="0">
                    <a:pos x="1036" y="184"/>
                  </a:cxn>
                  <a:cxn ang="0">
                    <a:pos x="962" y="124"/>
                  </a:cxn>
                  <a:cxn ang="0">
                    <a:pos x="907" y="163"/>
                  </a:cxn>
                  <a:cxn ang="0">
                    <a:pos x="989" y="274"/>
                  </a:cxn>
                  <a:cxn ang="0">
                    <a:pos x="955" y="348"/>
                  </a:cxn>
                  <a:cxn ang="0">
                    <a:pos x="1003" y="457"/>
                  </a:cxn>
                  <a:cxn ang="0">
                    <a:pos x="977" y="521"/>
                  </a:cxn>
                  <a:cxn ang="0">
                    <a:pos x="922" y="546"/>
                  </a:cxn>
                  <a:cxn ang="0">
                    <a:pos x="931" y="609"/>
                  </a:cxn>
                  <a:cxn ang="0">
                    <a:pos x="908" y="579"/>
                  </a:cxn>
                  <a:cxn ang="0">
                    <a:pos x="839" y="490"/>
                  </a:cxn>
                  <a:cxn ang="0">
                    <a:pos x="737" y="517"/>
                  </a:cxn>
                  <a:cxn ang="0">
                    <a:pos x="677" y="531"/>
                  </a:cxn>
                  <a:cxn ang="0">
                    <a:pos x="552" y="434"/>
                  </a:cxn>
                  <a:cxn ang="0">
                    <a:pos x="433" y="414"/>
                  </a:cxn>
                  <a:cxn ang="0">
                    <a:pos x="535" y="472"/>
                  </a:cxn>
                  <a:cxn ang="0">
                    <a:pos x="399" y="522"/>
                  </a:cxn>
                  <a:cxn ang="0">
                    <a:pos x="357" y="460"/>
                  </a:cxn>
                  <a:cxn ang="0">
                    <a:pos x="298" y="379"/>
                  </a:cxn>
                  <a:cxn ang="0">
                    <a:pos x="269" y="336"/>
                  </a:cxn>
                  <a:cxn ang="0">
                    <a:pos x="253" y="310"/>
                  </a:cxn>
                  <a:cxn ang="0">
                    <a:pos x="234" y="293"/>
                  </a:cxn>
                  <a:cxn ang="0">
                    <a:pos x="224" y="327"/>
                  </a:cxn>
                  <a:cxn ang="0">
                    <a:pos x="191" y="272"/>
                  </a:cxn>
                  <a:cxn ang="0">
                    <a:pos x="162" y="267"/>
                  </a:cxn>
                  <a:cxn ang="0">
                    <a:pos x="195" y="308"/>
                  </a:cxn>
                  <a:cxn ang="0">
                    <a:pos x="186" y="305"/>
                  </a:cxn>
                  <a:cxn ang="0">
                    <a:pos x="153" y="281"/>
                  </a:cxn>
                  <a:cxn ang="0">
                    <a:pos x="119" y="265"/>
                  </a:cxn>
                  <a:cxn ang="0">
                    <a:pos x="82" y="291"/>
                  </a:cxn>
                  <a:cxn ang="0">
                    <a:pos x="76" y="320"/>
                  </a:cxn>
                  <a:cxn ang="0">
                    <a:pos x="43" y="336"/>
                  </a:cxn>
                  <a:cxn ang="0">
                    <a:pos x="3" y="315"/>
                  </a:cxn>
                </a:cxnLst>
                <a:rect l="0" t="0" r="0" b="0"/>
                <a:pathLst>
                  <a:path w="1086" h="636">
                    <a:moveTo>
                      <a:pt x="0" y="284"/>
                    </a:moveTo>
                    <a:lnTo>
                      <a:pt x="10" y="276"/>
                    </a:lnTo>
                    <a:lnTo>
                      <a:pt x="15" y="269"/>
                    </a:lnTo>
                    <a:lnTo>
                      <a:pt x="29" y="269"/>
                    </a:lnTo>
                    <a:lnTo>
                      <a:pt x="43" y="270"/>
                    </a:lnTo>
                    <a:lnTo>
                      <a:pt x="51" y="267"/>
                    </a:lnTo>
                    <a:lnTo>
                      <a:pt x="63" y="265"/>
                    </a:lnTo>
                    <a:lnTo>
                      <a:pt x="63" y="253"/>
                    </a:lnTo>
                    <a:lnTo>
                      <a:pt x="70" y="246"/>
                    </a:lnTo>
                    <a:lnTo>
                      <a:pt x="55" y="236"/>
                    </a:lnTo>
                    <a:lnTo>
                      <a:pt x="53" y="229"/>
                    </a:lnTo>
                    <a:lnTo>
                      <a:pt x="53" y="220"/>
                    </a:lnTo>
                    <a:lnTo>
                      <a:pt x="65" y="220"/>
                    </a:lnTo>
                    <a:lnTo>
                      <a:pt x="72" y="219"/>
                    </a:lnTo>
                    <a:lnTo>
                      <a:pt x="72" y="220"/>
                    </a:lnTo>
                    <a:lnTo>
                      <a:pt x="81" y="213"/>
                    </a:lnTo>
                    <a:lnTo>
                      <a:pt x="89" y="212"/>
                    </a:lnTo>
                    <a:lnTo>
                      <a:pt x="91" y="212"/>
                    </a:lnTo>
                    <a:lnTo>
                      <a:pt x="96" y="205"/>
                    </a:lnTo>
                    <a:lnTo>
                      <a:pt x="103" y="203"/>
                    </a:lnTo>
                    <a:lnTo>
                      <a:pt x="108" y="193"/>
                    </a:lnTo>
                    <a:lnTo>
                      <a:pt x="112" y="194"/>
                    </a:lnTo>
                    <a:lnTo>
                      <a:pt x="120" y="188"/>
                    </a:lnTo>
                    <a:lnTo>
                      <a:pt x="131" y="181"/>
                    </a:lnTo>
                    <a:lnTo>
                      <a:pt x="138" y="179"/>
                    </a:lnTo>
                    <a:lnTo>
                      <a:pt x="145" y="179"/>
                    </a:lnTo>
                    <a:lnTo>
                      <a:pt x="150" y="179"/>
                    </a:lnTo>
                    <a:lnTo>
                      <a:pt x="146" y="170"/>
                    </a:lnTo>
                    <a:lnTo>
                      <a:pt x="145" y="162"/>
                    </a:lnTo>
                    <a:lnTo>
                      <a:pt x="141" y="144"/>
                    </a:lnTo>
                    <a:lnTo>
                      <a:pt x="153" y="144"/>
                    </a:lnTo>
                    <a:lnTo>
                      <a:pt x="160" y="141"/>
                    </a:lnTo>
                    <a:lnTo>
                      <a:pt x="157" y="148"/>
                    </a:lnTo>
                    <a:lnTo>
                      <a:pt x="162" y="153"/>
                    </a:lnTo>
                    <a:lnTo>
                      <a:pt x="167" y="158"/>
                    </a:lnTo>
                    <a:lnTo>
                      <a:pt x="169" y="163"/>
                    </a:lnTo>
                    <a:lnTo>
                      <a:pt x="183" y="162"/>
                    </a:lnTo>
                    <a:lnTo>
                      <a:pt x="195" y="148"/>
                    </a:lnTo>
                    <a:lnTo>
                      <a:pt x="205" y="141"/>
                    </a:lnTo>
                    <a:lnTo>
                      <a:pt x="209" y="136"/>
                    </a:lnTo>
                    <a:lnTo>
                      <a:pt x="215" y="129"/>
                    </a:lnTo>
                    <a:lnTo>
                      <a:pt x="221" y="122"/>
                    </a:lnTo>
                    <a:lnTo>
                      <a:pt x="226" y="124"/>
                    </a:lnTo>
                    <a:lnTo>
                      <a:pt x="226" y="120"/>
                    </a:lnTo>
                    <a:lnTo>
                      <a:pt x="229" y="117"/>
                    </a:lnTo>
                    <a:lnTo>
                      <a:pt x="238" y="119"/>
                    </a:lnTo>
                    <a:lnTo>
                      <a:pt x="253" y="131"/>
                    </a:lnTo>
                    <a:lnTo>
                      <a:pt x="250" y="96"/>
                    </a:lnTo>
                    <a:lnTo>
                      <a:pt x="236" y="112"/>
                    </a:lnTo>
                    <a:lnTo>
                      <a:pt x="228" y="110"/>
                    </a:lnTo>
                    <a:lnTo>
                      <a:pt x="224" y="101"/>
                    </a:lnTo>
                    <a:lnTo>
                      <a:pt x="224" y="96"/>
                    </a:lnTo>
                    <a:lnTo>
                      <a:pt x="221" y="93"/>
                    </a:lnTo>
                    <a:lnTo>
                      <a:pt x="229" y="86"/>
                    </a:lnTo>
                    <a:lnTo>
                      <a:pt x="234" y="79"/>
                    </a:lnTo>
                    <a:lnTo>
                      <a:pt x="240" y="77"/>
                    </a:lnTo>
                    <a:lnTo>
                      <a:pt x="243" y="75"/>
                    </a:lnTo>
                    <a:lnTo>
                      <a:pt x="247" y="72"/>
                    </a:lnTo>
                    <a:lnTo>
                      <a:pt x="250" y="70"/>
                    </a:lnTo>
                    <a:lnTo>
                      <a:pt x="255" y="70"/>
                    </a:lnTo>
                    <a:lnTo>
                      <a:pt x="247" y="62"/>
                    </a:lnTo>
                    <a:lnTo>
                      <a:pt x="236" y="63"/>
                    </a:lnTo>
                    <a:lnTo>
                      <a:pt x="231" y="63"/>
                    </a:lnTo>
                    <a:lnTo>
                      <a:pt x="226" y="60"/>
                    </a:lnTo>
                    <a:lnTo>
                      <a:pt x="226" y="67"/>
                    </a:lnTo>
                    <a:lnTo>
                      <a:pt x="221" y="72"/>
                    </a:lnTo>
                    <a:lnTo>
                      <a:pt x="214" y="82"/>
                    </a:lnTo>
                    <a:lnTo>
                      <a:pt x="207" y="86"/>
                    </a:lnTo>
                    <a:lnTo>
                      <a:pt x="202" y="86"/>
                    </a:lnTo>
                    <a:lnTo>
                      <a:pt x="200" y="93"/>
                    </a:lnTo>
                    <a:lnTo>
                      <a:pt x="200" y="96"/>
                    </a:lnTo>
                    <a:lnTo>
                      <a:pt x="196" y="100"/>
                    </a:lnTo>
                    <a:lnTo>
                      <a:pt x="202" y="110"/>
                    </a:lnTo>
                    <a:lnTo>
                      <a:pt x="205" y="117"/>
                    </a:lnTo>
                    <a:lnTo>
                      <a:pt x="198" y="125"/>
                    </a:lnTo>
                    <a:lnTo>
                      <a:pt x="191" y="131"/>
                    </a:lnTo>
                    <a:lnTo>
                      <a:pt x="190" y="141"/>
                    </a:lnTo>
                    <a:lnTo>
                      <a:pt x="186" y="148"/>
                    </a:lnTo>
                    <a:lnTo>
                      <a:pt x="181" y="148"/>
                    </a:lnTo>
                    <a:lnTo>
                      <a:pt x="176" y="148"/>
                    </a:lnTo>
                    <a:lnTo>
                      <a:pt x="169" y="151"/>
                    </a:lnTo>
                    <a:lnTo>
                      <a:pt x="167" y="150"/>
                    </a:lnTo>
                    <a:lnTo>
                      <a:pt x="167" y="144"/>
                    </a:lnTo>
                    <a:lnTo>
                      <a:pt x="167" y="138"/>
                    </a:lnTo>
                    <a:lnTo>
                      <a:pt x="162" y="138"/>
                    </a:lnTo>
                    <a:lnTo>
                      <a:pt x="158" y="132"/>
                    </a:lnTo>
                    <a:lnTo>
                      <a:pt x="160" y="125"/>
                    </a:lnTo>
                    <a:lnTo>
                      <a:pt x="160" y="122"/>
                    </a:lnTo>
                    <a:lnTo>
                      <a:pt x="160" y="120"/>
                    </a:lnTo>
                    <a:lnTo>
                      <a:pt x="155" y="122"/>
                    </a:lnTo>
                    <a:lnTo>
                      <a:pt x="153" y="122"/>
                    </a:lnTo>
                    <a:lnTo>
                      <a:pt x="152" y="120"/>
                    </a:lnTo>
                    <a:lnTo>
                      <a:pt x="148" y="120"/>
                    </a:lnTo>
                    <a:lnTo>
                      <a:pt x="145" y="124"/>
                    </a:lnTo>
                    <a:lnTo>
                      <a:pt x="139" y="129"/>
                    </a:lnTo>
                    <a:lnTo>
                      <a:pt x="134" y="134"/>
                    </a:lnTo>
                    <a:lnTo>
                      <a:pt x="124" y="132"/>
                    </a:lnTo>
                    <a:lnTo>
                      <a:pt x="117" y="131"/>
                    </a:lnTo>
                    <a:lnTo>
                      <a:pt x="112" y="127"/>
                    </a:lnTo>
                    <a:lnTo>
                      <a:pt x="112" y="124"/>
                    </a:lnTo>
                    <a:lnTo>
                      <a:pt x="114" y="120"/>
                    </a:lnTo>
                    <a:lnTo>
                      <a:pt x="119" y="117"/>
                    </a:lnTo>
                    <a:lnTo>
                      <a:pt x="120" y="113"/>
                    </a:lnTo>
                    <a:lnTo>
                      <a:pt x="114" y="115"/>
                    </a:lnTo>
                    <a:lnTo>
                      <a:pt x="112" y="110"/>
                    </a:lnTo>
                    <a:lnTo>
                      <a:pt x="112" y="106"/>
                    </a:lnTo>
                    <a:lnTo>
                      <a:pt x="120" y="106"/>
                    </a:lnTo>
                    <a:lnTo>
                      <a:pt x="131" y="105"/>
                    </a:lnTo>
                    <a:lnTo>
                      <a:pt x="124" y="101"/>
                    </a:lnTo>
                    <a:lnTo>
                      <a:pt x="115" y="103"/>
                    </a:lnTo>
                    <a:lnTo>
                      <a:pt x="115" y="96"/>
                    </a:lnTo>
                    <a:lnTo>
                      <a:pt x="119" y="93"/>
                    </a:lnTo>
                    <a:lnTo>
                      <a:pt x="127" y="89"/>
                    </a:lnTo>
                    <a:lnTo>
                      <a:pt x="131" y="86"/>
                    </a:lnTo>
                    <a:lnTo>
                      <a:pt x="134" y="82"/>
                    </a:lnTo>
                    <a:lnTo>
                      <a:pt x="141" y="82"/>
                    </a:lnTo>
                    <a:lnTo>
                      <a:pt x="146" y="82"/>
                    </a:lnTo>
                    <a:lnTo>
                      <a:pt x="150" y="86"/>
                    </a:lnTo>
                    <a:lnTo>
                      <a:pt x="155" y="82"/>
                    </a:lnTo>
                    <a:lnTo>
                      <a:pt x="150" y="81"/>
                    </a:lnTo>
                    <a:lnTo>
                      <a:pt x="150" y="74"/>
                    </a:lnTo>
                    <a:lnTo>
                      <a:pt x="162" y="65"/>
                    </a:lnTo>
                    <a:lnTo>
                      <a:pt x="169" y="58"/>
                    </a:lnTo>
                    <a:lnTo>
                      <a:pt x="174" y="58"/>
                    </a:lnTo>
                    <a:lnTo>
                      <a:pt x="172" y="55"/>
                    </a:lnTo>
                    <a:lnTo>
                      <a:pt x="179" y="48"/>
                    </a:lnTo>
                    <a:lnTo>
                      <a:pt x="186" y="39"/>
                    </a:lnTo>
                    <a:lnTo>
                      <a:pt x="193" y="36"/>
                    </a:lnTo>
                    <a:lnTo>
                      <a:pt x="188" y="31"/>
                    </a:lnTo>
                    <a:lnTo>
                      <a:pt x="203" y="22"/>
                    </a:lnTo>
                    <a:lnTo>
                      <a:pt x="210" y="24"/>
                    </a:lnTo>
                    <a:lnTo>
                      <a:pt x="209" y="18"/>
                    </a:lnTo>
                    <a:lnTo>
                      <a:pt x="222" y="17"/>
                    </a:lnTo>
                    <a:lnTo>
                      <a:pt x="248" y="1"/>
                    </a:lnTo>
                    <a:lnTo>
                      <a:pt x="253" y="0"/>
                    </a:lnTo>
                    <a:lnTo>
                      <a:pt x="248" y="12"/>
                    </a:lnTo>
                    <a:lnTo>
                      <a:pt x="253" y="5"/>
                    </a:lnTo>
                    <a:lnTo>
                      <a:pt x="260" y="3"/>
                    </a:lnTo>
                    <a:lnTo>
                      <a:pt x="260" y="8"/>
                    </a:lnTo>
                    <a:lnTo>
                      <a:pt x="279" y="3"/>
                    </a:lnTo>
                    <a:lnTo>
                      <a:pt x="290" y="8"/>
                    </a:lnTo>
                    <a:lnTo>
                      <a:pt x="276" y="12"/>
                    </a:lnTo>
                    <a:lnTo>
                      <a:pt x="281" y="18"/>
                    </a:lnTo>
                    <a:lnTo>
                      <a:pt x="300" y="17"/>
                    </a:lnTo>
                    <a:lnTo>
                      <a:pt x="329" y="25"/>
                    </a:lnTo>
                    <a:lnTo>
                      <a:pt x="328" y="36"/>
                    </a:lnTo>
                    <a:lnTo>
                      <a:pt x="316" y="44"/>
                    </a:lnTo>
                    <a:lnTo>
                      <a:pt x="297" y="50"/>
                    </a:lnTo>
                    <a:lnTo>
                      <a:pt x="295" y="60"/>
                    </a:lnTo>
                    <a:lnTo>
                      <a:pt x="295" y="70"/>
                    </a:lnTo>
                    <a:lnTo>
                      <a:pt x="300" y="72"/>
                    </a:lnTo>
                    <a:lnTo>
                      <a:pt x="302" y="77"/>
                    </a:lnTo>
                    <a:lnTo>
                      <a:pt x="304" y="79"/>
                    </a:lnTo>
                    <a:lnTo>
                      <a:pt x="307" y="81"/>
                    </a:lnTo>
                    <a:lnTo>
                      <a:pt x="309" y="88"/>
                    </a:lnTo>
                    <a:lnTo>
                      <a:pt x="314" y="94"/>
                    </a:lnTo>
                    <a:lnTo>
                      <a:pt x="314" y="96"/>
                    </a:lnTo>
                    <a:lnTo>
                      <a:pt x="321" y="96"/>
                    </a:lnTo>
                    <a:lnTo>
                      <a:pt x="323" y="100"/>
                    </a:lnTo>
                    <a:lnTo>
                      <a:pt x="328" y="101"/>
                    </a:lnTo>
                    <a:lnTo>
                      <a:pt x="329" y="98"/>
                    </a:lnTo>
                    <a:lnTo>
                      <a:pt x="333" y="93"/>
                    </a:lnTo>
                    <a:lnTo>
                      <a:pt x="335" y="89"/>
                    </a:lnTo>
                    <a:lnTo>
                      <a:pt x="340" y="93"/>
                    </a:lnTo>
                    <a:lnTo>
                      <a:pt x="345" y="86"/>
                    </a:lnTo>
                    <a:lnTo>
                      <a:pt x="345" y="81"/>
                    </a:lnTo>
                    <a:lnTo>
                      <a:pt x="348" y="75"/>
                    </a:lnTo>
                    <a:lnTo>
                      <a:pt x="348" y="74"/>
                    </a:lnTo>
                    <a:lnTo>
                      <a:pt x="361" y="70"/>
                    </a:lnTo>
                    <a:lnTo>
                      <a:pt x="371" y="67"/>
                    </a:lnTo>
                    <a:lnTo>
                      <a:pt x="383" y="63"/>
                    </a:lnTo>
                    <a:lnTo>
                      <a:pt x="399" y="67"/>
                    </a:lnTo>
                    <a:lnTo>
                      <a:pt x="412" y="67"/>
                    </a:lnTo>
                    <a:lnTo>
                      <a:pt x="438" y="67"/>
                    </a:lnTo>
                    <a:lnTo>
                      <a:pt x="442" y="43"/>
                    </a:lnTo>
                    <a:lnTo>
                      <a:pt x="456" y="43"/>
                    </a:lnTo>
                    <a:lnTo>
                      <a:pt x="466" y="62"/>
                    </a:lnTo>
                    <a:lnTo>
                      <a:pt x="468" y="46"/>
                    </a:lnTo>
                    <a:lnTo>
                      <a:pt x="513" y="3"/>
                    </a:lnTo>
                    <a:lnTo>
                      <a:pt x="530" y="3"/>
                    </a:lnTo>
                    <a:lnTo>
                      <a:pt x="547" y="12"/>
                    </a:lnTo>
                    <a:lnTo>
                      <a:pt x="568" y="10"/>
                    </a:lnTo>
                    <a:lnTo>
                      <a:pt x="596" y="25"/>
                    </a:lnTo>
                    <a:lnTo>
                      <a:pt x="627" y="36"/>
                    </a:lnTo>
                    <a:lnTo>
                      <a:pt x="649" y="32"/>
                    </a:lnTo>
                    <a:lnTo>
                      <a:pt x="678" y="43"/>
                    </a:lnTo>
                    <a:lnTo>
                      <a:pt x="704" y="43"/>
                    </a:lnTo>
                    <a:lnTo>
                      <a:pt x="716" y="36"/>
                    </a:lnTo>
                    <a:lnTo>
                      <a:pt x="744" y="36"/>
                    </a:lnTo>
                    <a:lnTo>
                      <a:pt x="758" y="44"/>
                    </a:lnTo>
                    <a:lnTo>
                      <a:pt x="796" y="44"/>
                    </a:lnTo>
                    <a:lnTo>
                      <a:pt x="827" y="58"/>
                    </a:lnTo>
                    <a:lnTo>
                      <a:pt x="886" y="56"/>
                    </a:lnTo>
                    <a:lnTo>
                      <a:pt x="977" y="62"/>
                    </a:lnTo>
                    <a:lnTo>
                      <a:pt x="1022" y="81"/>
                    </a:lnTo>
                    <a:lnTo>
                      <a:pt x="1060" y="93"/>
                    </a:lnTo>
                    <a:lnTo>
                      <a:pt x="1085" y="101"/>
                    </a:lnTo>
                    <a:lnTo>
                      <a:pt x="1078" y="105"/>
                    </a:lnTo>
                    <a:lnTo>
                      <a:pt x="1060" y="96"/>
                    </a:lnTo>
                    <a:lnTo>
                      <a:pt x="1021" y="94"/>
                    </a:lnTo>
                    <a:lnTo>
                      <a:pt x="1033" y="101"/>
                    </a:lnTo>
                    <a:lnTo>
                      <a:pt x="1050" y="106"/>
                    </a:lnTo>
                    <a:lnTo>
                      <a:pt x="1045" y="119"/>
                    </a:lnTo>
                    <a:lnTo>
                      <a:pt x="1026" y="127"/>
                    </a:lnTo>
                    <a:lnTo>
                      <a:pt x="1021" y="139"/>
                    </a:lnTo>
                    <a:lnTo>
                      <a:pt x="1045" y="151"/>
                    </a:lnTo>
                    <a:lnTo>
                      <a:pt x="1060" y="167"/>
                    </a:lnTo>
                    <a:lnTo>
                      <a:pt x="1071" y="189"/>
                    </a:lnTo>
                    <a:lnTo>
                      <a:pt x="1059" y="191"/>
                    </a:lnTo>
                    <a:lnTo>
                      <a:pt x="1036" y="184"/>
                    </a:lnTo>
                    <a:lnTo>
                      <a:pt x="1010" y="169"/>
                    </a:lnTo>
                    <a:lnTo>
                      <a:pt x="1000" y="158"/>
                    </a:lnTo>
                    <a:lnTo>
                      <a:pt x="995" y="148"/>
                    </a:lnTo>
                    <a:lnTo>
                      <a:pt x="989" y="129"/>
                    </a:lnTo>
                    <a:lnTo>
                      <a:pt x="979" y="124"/>
                    </a:lnTo>
                    <a:lnTo>
                      <a:pt x="970" y="122"/>
                    </a:lnTo>
                    <a:lnTo>
                      <a:pt x="962" y="124"/>
                    </a:lnTo>
                    <a:lnTo>
                      <a:pt x="970" y="138"/>
                    </a:lnTo>
                    <a:lnTo>
                      <a:pt x="948" y="141"/>
                    </a:lnTo>
                    <a:lnTo>
                      <a:pt x="936" y="134"/>
                    </a:lnTo>
                    <a:lnTo>
                      <a:pt x="915" y="138"/>
                    </a:lnTo>
                    <a:lnTo>
                      <a:pt x="900" y="148"/>
                    </a:lnTo>
                    <a:lnTo>
                      <a:pt x="900" y="155"/>
                    </a:lnTo>
                    <a:lnTo>
                      <a:pt x="907" y="163"/>
                    </a:lnTo>
                    <a:lnTo>
                      <a:pt x="931" y="167"/>
                    </a:lnTo>
                    <a:lnTo>
                      <a:pt x="950" y="179"/>
                    </a:lnTo>
                    <a:lnTo>
                      <a:pt x="984" y="212"/>
                    </a:lnTo>
                    <a:lnTo>
                      <a:pt x="998" y="232"/>
                    </a:lnTo>
                    <a:lnTo>
                      <a:pt x="1000" y="255"/>
                    </a:lnTo>
                    <a:lnTo>
                      <a:pt x="996" y="274"/>
                    </a:lnTo>
                    <a:lnTo>
                      <a:pt x="989" y="274"/>
                    </a:lnTo>
                    <a:lnTo>
                      <a:pt x="979" y="267"/>
                    </a:lnTo>
                    <a:lnTo>
                      <a:pt x="967" y="276"/>
                    </a:lnTo>
                    <a:lnTo>
                      <a:pt x="955" y="284"/>
                    </a:lnTo>
                    <a:lnTo>
                      <a:pt x="951" y="298"/>
                    </a:lnTo>
                    <a:lnTo>
                      <a:pt x="965" y="314"/>
                    </a:lnTo>
                    <a:lnTo>
                      <a:pt x="957" y="327"/>
                    </a:lnTo>
                    <a:lnTo>
                      <a:pt x="955" y="348"/>
                    </a:lnTo>
                    <a:lnTo>
                      <a:pt x="970" y="362"/>
                    </a:lnTo>
                    <a:lnTo>
                      <a:pt x="989" y="367"/>
                    </a:lnTo>
                    <a:lnTo>
                      <a:pt x="1010" y="381"/>
                    </a:lnTo>
                    <a:lnTo>
                      <a:pt x="1026" y="402"/>
                    </a:lnTo>
                    <a:lnTo>
                      <a:pt x="1027" y="431"/>
                    </a:lnTo>
                    <a:lnTo>
                      <a:pt x="1021" y="445"/>
                    </a:lnTo>
                    <a:lnTo>
                      <a:pt x="1003" y="457"/>
                    </a:lnTo>
                    <a:lnTo>
                      <a:pt x="983" y="462"/>
                    </a:lnTo>
                    <a:lnTo>
                      <a:pt x="969" y="471"/>
                    </a:lnTo>
                    <a:lnTo>
                      <a:pt x="960" y="465"/>
                    </a:lnTo>
                    <a:lnTo>
                      <a:pt x="953" y="471"/>
                    </a:lnTo>
                    <a:lnTo>
                      <a:pt x="951" y="493"/>
                    </a:lnTo>
                    <a:lnTo>
                      <a:pt x="957" y="505"/>
                    </a:lnTo>
                    <a:lnTo>
                      <a:pt x="977" y="521"/>
                    </a:lnTo>
                    <a:lnTo>
                      <a:pt x="986" y="534"/>
                    </a:lnTo>
                    <a:lnTo>
                      <a:pt x="993" y="543"/>
                    </a:lnTo>
                    <a:lnTo>
                      <a:pt x="991" y="559"/>
                    </a:lnTo>
                    <a:lnTo>
                      <a:pt x="977" y="572"/>
                    </a:lnTo>
                    <a:lnTo>
                      <a:pt x="964" y="572"/>
                    </a:lnTo>
                    <a:lnTo>
                      <a:pt x="939" y="553"/>
                    </a:lnTo>
                    <a:lnTo>
                      <a:pt x="922" y="546"/>
                    </a:lnTo>
                    <a:lnTo>
                      <a:pt x="915" y="543"/>
                    </a:lnTo>
                    <a:lnTo>
                      <a:pt x="908" y="552"/>
                    </a:lnTo>
                    <a:lnTo>
                      <a:pt x="910" y="565"/>
                    </a:lnTo>
                    <a:lnTo>
                      <a:pt x="917" y="578"/>
                    </a:lnTo>
                    <a:lnTo>
                      <a:pt x="920" y="593"/>
                    </a:lnTo>
                    <a:lnTo>
                      <a:pt x="936" y="600"/>
                    </a:lnTo>
                    <a:lnTo>
                      <a:pt x="931" y="609"/>
                    </a:lnTo>
                    <a:lnTo>
                      <a:pt x="931" y="621"/>
                    </a:lnTo>
                    <a:lnTo>
                      <a:pt x="936" y="635"/>
                    </a:lnTo>
                    <a:lnTo>
                      <a:pt x="927" y="633"/>
                    </a:lnTo>
                    <a:lnTo>
                      <a:pt x="915" y="619"/>
                    </a:lnTo>
                    <a:lnTo>
                      <a:pt x="917" y="602"/>
                    </a:lnTo>
                    <a:lnTo>
                      <a:pt x="913" y="598"/>
                    </a:lnTo>
                    <a:lnTo>
                      <a:pt x="908" y="579"/>
                    </a:lnTo>
                    <a:lnTo>
                      <a:pt x="903" y="574"/>
                    </a:lnTo>
                    <a:lnTo>
                      <a:pt x="901" y="550"/>
                    </a:lnTo>
                    <a:lnTo>
                      <a:pt x="894" y="534"/>
                    </a:lnTo>
                    <a:lnTo>
                      <a:pt x="882" y="521"/>
                    </a:lnTo>
                    <a:lnTo>
                      <a:pt x="862" y="514"/>
                    </a:lnTo>
                    <a:lnTo>
                      <a:pt x="846" y="500"/>
                    </a:lnTo>
                    <a:lnTo>
                      <a:pt x="839" y="490"/>
                    </a:lnTo>
                    <a:lnTo>
                      <a:pt x="827" y="479"/>
                    </a:lnTo>
                    <a:lnTo>
                      <a:pt x="812" y="455"/>
                    </a:lnTo>
                    <a:lnTo>
                      <a:pt x="796" y="457"/>
                    </a:lnTo>
                    <a:lnTo>
                      <a:pt x="775" y="469"/>
                    </a:lnTo>
                    <a:lnTo>
                      <a:pt x="767" y="479"/>
                    </a:lnTo>
                    <a:lnTo>
                      <a:pt x="749" y="496"/>
                    </a:lnTo>
                    <a:lnTo>
                      <a:pt x="737" y="517"/>
                    </a:lnTo>
                    <a:lnTo>
                      <a:pt x="732" y="524"/>
                    </a:lnTo>
                    <a:lnTo>
                      <a:pt x="737" y="548"/>
                    </a:lnTo>
                    <a:lnTo>
                      <a:pt x="736" y="571"/>
                    </a:lnTo>
                    <a:lnTo>
                      <a:pt x="720" y="586"/>
                    </a:lnTo>
                    <a:lnTo>
                      <a:pt x="711" y="586"/>
                    </a:lnTo>
                    <a:lnTo>
                      <a:pt x="692" y="555"/>
                    </a:lnTo>
                    <a:lnTo>
                      <a:pt x="677" y="531"/>
                    </a:lnTo>
                    <a:lnTo>
                      <a:pt x="647" y="488"/>
                    </a:lnTo>
                    <a:lnTo>
                      <a:pt x="646" y="471"/>
                    </a:lnTo>
                    <a:lnTo>
                      <a:pt x="639" y="464"/>
                    </a:lnTo>
                    <a:lnTo>
                      <a:pt x="635" y="474"/>
                    </a:lnTo>
                    <a:lnTo>
                      <a:pt x="609" y="450"/>
                    </a:lnTo>
                    <a:lnTo>
                      <a:pt x="575" y="431"/>
                    </a:lnTo>
                    <a:lnTo>
                      <a:pt x="552" y="434"/>
                    </a:lnTo>
                    <a:lnTo>
                      <a:pt x="521" y="433"/>
                    </a:lnTo>
                    <a:lnTo>
                      <a:pt x="506" y="419"/>
                    </a:lnTo>
                    <a:lnTo>
                      <a:pt x="488" y="421"/>
                    </a:lnTo>
                    <a:lnTo>
                      <a:pt x="466" y="415"/>
                    </a:lnTo>
                    <a:lnTo>
                      <a:pt x="416" y="369"/>
                    </a:lnTo>
                    <a:lnTo>
                      <a:pt x="419" y="388"/>
                    </a:lnTo>
                    <a:lnTo>
                      <a:pt x="433" y="414"/>
                    </a:lnTo>
                    <a:lnTo>
                      <a:pt x="450" y="433"/>
                    </a:lnTo>
                    <a:lnTo>
                      <a:pt x="468" y="443"/>
                    </a:lnTo>
                    <a:lnTo>
                      <a:pt x="488" y="434"/>
                    </a:lnTo>
                    <a:lnTo>
                      <a:pt x="504" y="434"/>
                    </a:lnTo>
                    <a:lnTo>
                      <a:pt x="525" y="452"/>
                    </a:lnTo>
                    <a:lnTo>
                      <a:pt x="537" y="464"/>
                    </a:lnTo>
                    <a:lnTo>
                      <a:pt x="535" y="472"/>
                    </a:lnTo>
                    <a:lnTo>
                      <a:pt x="499" y="509"/>
                    </a:lnTo>
                    <a:lnTo>
                      <a:pt x="475" y="522"/>
                    </a:lnTo>
                    <a:lnTo>
                      <a:pt x="426" y="541"/>
                    </a:lnTo>
                    <a:lnTo>
                      <a:pt x="411" y="546"/>
                    </a:lnTo>
                    <a:lnTo>
                      <a:pt x="402" y="541"/>
                    </a:lnTo>
                    <a:lnTo>
                      <a:pt x="399" y="533"/>
                    </a:lnTo>
                    <a:lnTo>
                      <a:pt x="399" y="522"/>
                    </a:lnTo>
                    <a:lnTo>
                      <a:pt x="393" y="510"/>
                    </a:lnTo>
                    <a:lnTo>
                      <a:pt x="387" y="502"/>
                    </a:lnTo>
                    <a:lnTo>
                      <a:pt x="381" y="495"/>
                    </a:lnTo>
                    <a:lnTo>
                      <a:pt x="373" y="483"/>
                    </a:lnTo>
                    <a:lnTo>
                      <a:pt x="368" y="476"/>
                    </a:lnTo>
                    <a:lnTo>
                      <a:pt x="364" y="467"/>
                    </a:lnTo>
                    <a:lnTo>
                      <a:pt x="357" y="460"/>
                    </a:lnTo>
                    <a:lnTo>
                      <a:pt x="345" y="440"/>
                    </a:lnTo>
                    <a:lnTo>
                      <a:pt x="340" y="433"/>
                    </a:lnTo>
                    <a:lnTo>
                      <a:pt x="331" y="422"/>
                    </a:lnTo>
                    <a:lnTo>
                      <a:pt x="319" y="407"/>
                    </a:lnTo>
                    <a:lnTo>
                      <a:pt x="312" y="398"/>
                    </a:lnTo>
                    <a:lnTo>
                      <a:pt x="307" y="391"/>
                    </a:lnTo>
                    <a:lnTo>
                      <a:pt x="298" y="379"/>
                    </a:lnTo>
                    <a:lnTo>
                      <a:pt x="321" y="367"/>
                    </a:lnTo>
                    <a:lnTo>
                      <a:pt x="329" y="341"/>
                    </a:lnTo>
                    <a:lnTo>
                      <a:pt x="309" y="334"/>
                    </a:lnTo>
                    <a:lnTo>
                      <a:pt x="281" y="339"/>
                    </a:lnTo>
                    <a:lnTo>
                      <a:pt x="276" y="336"/>
                    </a:lnTo>
                    <a:lnTo>
                      <a:pt x="272" y="336"/>
                    </a:lnTo>
                    <a:lnTo>
                      <a:pt x="269" y="336"/>
                    </a:lnTo>
                    <a:lnTo>
                      <a:pt x="266" y="336"/>
                    </a:lnTo>
                    <a:lnTo>
                      <a:pt x="264" y="331"/>
                    </a:lnTo>
                    <a:lnTo>
                      <a:pt x="262" y="327"/>
                    </a:lnTo>
                    <a:lnTo>
                      <a:pt x="262" y="319"/>
                    </a:lnTo>
                    <a:lnTo>
                      <a:pt x="257" y="315"/>
                    </a:lnTo>
                    <a:lnTo>
                      <a:pt x="257" y="310"/>
                    </a:lnTo>
                    <a:lnTo>
                      <a:pt x="253" y="310"/>
                    </a:lnTo>
                    <a:lnTo>
                      <a:pt x="250" y="305"/>
                    </a:lnTo>
                    <a:lnTo>
                      <a:pt x="250" y="301"/>
                    </a:lnTo>
                    <a:lnTo>
                      <a:pt x="248" y="298"/>
                    </a:lnTo>
                    <a:lnTo>
                      <a:pt x="247" y="293"/>
                    </a:lnTo>
                    <a:lnTo>
                      <a:pt x="240" y="293"/>
                    </a:lnTo>
                    <a:lnTo>
                      <a:pt x="236" y="293"/>
                    </a:lnTo>
                    <a:lnTo>
                      <a:pt x="234" y="293"/>
                    </a:lnTo>
                    <a:lnTo>
                      <a:pt x="233" y="300"/>
                    </a:lnTo>
                    <a:lnTo>
                      <a:pt x="233" y="305"/>
                    </a:lnTo>
                    <a:lnTo>
                      <a:pt x="233" y="312"/>
                    </a:lnTo>
                    <a:lnTo>
                      <a:pt x="233" y="317"/>
                    </a:lnTo>
                    <a:lnTo>
                      <a:pt x="233" y="320"/>
                    </a:lnTo>
                    <a:lnTo>
                      <a:pt x="228" y="324"/>
                    </a:lnTo>
                    <a:lnTo>
                      <a:pt x="224" y="327"/>
                    </a:lnTo>
                    <a:lnTo>
                      <a:pt x="219" y="320"/>
                    </a:lnTo>
                    <a:lnTo>
                      <a:pt x="214" y="314"/>
                    </a:lnTo>
                    <a:lnTo>
                      <a:pt x="215" y="305"/>
                    </a:lnTo>
                    <a:lnTo>
                      <a:pt x="209" y="291"/>
                    </a:lnTo>
                    <a:lnTo>
                      <a:pt x="207" y="282"/>
                    </a:lnTo>
                    <a:lnTo>
                      <a:pt x="200" y="277"/>
                    </a:lnTo>
                    <a:lnTo>
                      <a:pt x="191" y="272"/>
                    </a:lnTo>
                    <a:lnTo>
                      <a:pt x="188" y="267"/>
                    </a:lnTo>
                    <a:lnTo>
                      <a:pt x="184" y="262"/>
                    </a:lnTo>
                    <a:lnTo>
                      <a:pt x="177" y="260"/>
                    </a:lnTo>
                    <a:lnTo>
                      <a:pt x="176" y="257"/>
                    </a:lnTo>
                    <a:lnTo>
                      <a:pt x="171" y="257"/>
                    </a:lnTo>
                    <a:lnTo>
                      <a:pt x="167" y="262"/>
                    </a:lnTo>
                    <a:lnTo>
                      <a:pt x="162" y="267"/>
                    </a:lnTo>
                    <a:lnTo>
                      <a:pt x="172" y="270"/>
                    </a:lnTo>
                    <a:lnTo>
                      <a:pt x="176" y="277"/>
                    </a:lnTo>
                    <a:lnTo>
                      <a:pt x="186" y="286"/>
                    </a:lnTo>
                    <a:lnTo>
                      <a:pt x="190" y="291"/>
                    </a:lnTo>
                    <a:lnTo>
                      <a:pt x="196" y="293"/>
                    </a:lnTo>
                    <a:lnTo>
                      <a:pt x="202" y="301"/>
                    </a:lnTo>
                    <a:lnTo>
                      <a:pt x="195" y="308"/>
                    </a:lnTo>
                    <a:lnTo>
                      <a:pt x="195" y="305"/>
                    </a:lnTo>
                    <a:lnTo>
                      <a:pt x="195" y="301"/>
                    </a:lnTo>
                    <a:lnTo>
                      <a:pt x="191" y="310"/>
                    </a:lnTo>
                    <a:lnTo>
                      <a:pt x="191" y="319"/>
                    </a:lnTo>
                    <a:lnTo>
                      <a:pt x="184" y="320"/>
                    </a:lnTo>
                    <a:lnTo>
                      <a:pt x="186" y="310"/>
                    </a:lnTo>
                    <a:lnTo>
                      <a:pt x="186" y="305"/>
                    </a:lnTo>
                    <a:lnTo>
                      <a:pt x="179" y="303"/>
                    </a:lnTo>
                    <a:lnTo>
                      <a:pt x="176" y="300"/>
                    </a:lnTo>
                    <a:lnTo>
                      <a:pt x="172" y="296"/>
                    </a:lnTo>
                    <a:lnTo>
                      <a:pt x="167" y="293"/>
                    </a:lnTo>
                    <a:lnTo>
                      <a:pt x="162" y="289"/>
                    </a:lnTo>
                    <a:lnTo>
                      <a:pt x="158" y="284"/>
                    </a:lnTo>
                    <a:lnTo>
                      <a:pt x="153" y="281"/>
                    </a:lnTo>
                    <a:lnTo>
                      <a:pt x="152" y="276"/>
                    </a:lnTo>
                    <a:lnTo>
                      <a:pt x="150" y="270"/>
                    </a:lnTo>
                    <a:lnTo>
                      <a:pt x="146" y="269"/>
                    </a:lnTo>
                    <a:lnTo>
                      <a:pt x="141" y="265"/>
                    </a:lnTo>
                    <a:lnTo>
                      <a:pt x="134" y="265"/>
                    </a:lnTo>
                    <a:lnTo>
                      <a:pt x="127" y="267"/>
                    </a:lnTo>
                    <a:lnTo>
                      <a:pt x="119" y="265"/>
                    </a:lnTo>
                    <a:lnTo>
                      <a:pt x="105" y="267"/>
                    </a:lnTo>
                    <a:lnTo>
                      <a:pt x="96" y="267"/>
                    </a:lnTo>
                    <a:lnTo>
                      <a:pt x="93" y="269"/>
                    </a:lnTo>
                    <a:lnTo>
                      <a:pt x="91" y="276"/>
                    </a:lnTo>
                    <a:lnTo>
                      <a:pt x="91" y="282"/>
                    </a:lnTo>
                    <a:lnTo>
                      <a:pt x="86" y="289"/>
                    </a:lnTo>
                    <a:lnTo>
                      <a:pt x="82" y="291"/>
                    </a:lnTo>
                    <a:lnTo>
                      <a:pt x="79" y="293"/>
                    </a:lnTo>
                    <a:lnTo>
                      <a:pt x="77" y="300"/>
                    </a:lnTo>
                    <a:lnTo>
                      <a:pt x="76" y="305"/>
                    </a:lnTo>
                    <a:lnTo>
                      <a:pt x="77" y="307"/>
                    </a:lnTo>
                    <a:lnTo>
                      <a:pt x="77" y="314"/>
                    </a:lnTo>
                    <a:lnTo>
                      <a:pt x="77" y="317"/>
                    </a:lnTo>
                    <a:lnTo>
                      <a:pt x="76" y="320"/>
                    </a:lnTo>
                    <a:lnTo>
                      <a:pt x="70" y="327"/>
                    </a:lnTo>
                    <a:lnTo>
                      <a:pt x="67" y="324"/>
                    </a:lnTo>
                    <a:lnTo>
                      <a:pt x="63" y="326"/>
                    </a:lnTo>
                    <a:lnTo>
                      <a:pt x="60" y="329"/>
                    </a:lnTo>
                    <a:lnTo>
                      <a:pt x="53" y="331"/>
                    </a:lnTo>
                    <a:lnTo>
                      <a:pt x="48" y="334"/>
                    </a:lnTo>
                    <a:lnTo>
                      <a:pt x="43" y="336"/>
                    </a:lnTo>
                    <a:lnTo>
                      <a:pt x="36" y="336"/>
                    </a:lnTo>
                    <a:lnTo>
                      <a:pt x="31" y="336"/>
                    </a:lnTo>
                    <a:lnTo>
                      <a:pt x="17" y="339"/>
                    </a:lnTo>
                    <a:lnTo>
                      <a:pt x="12" y="339"/>
                    </a:lnTo>
                    <a:lnTo>
                      <a:pt x="8" y="333"/>
                    </a:lnTo>
                    <a:lnTo>
                      <a:pt x="5" y="324"/>
                    </a:lnTo>
                    <a:lnTo>
                      <a:pt x="3" y="315"/>
                    </a:lnTo>
                    <a:lnTo>
                      <a:pt x="3" y="307"/>
                    </a:lnTo>
                    <a:lnTo>
                      <a:pt x="3" y="298"/>
                    </a:lnTo>
                    <a:lnTo>
                      <a:pt x="0" y="284"/>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4" name="Freeform 33"/>
              <p:cNvSpPr/>
              <p:nvPr/>
            </p:nvSpPr>
            <p:spPr>
              <a:xfrm>
                <a:off x="1536" y="2471"/>
                <a:ext cx="645" cy="553"/>
              </a:xfrm>
              <a:custGeom>
                <a:avLst/>
                <a:gdLst/>
                <a:ahLst/>
                <a:cxnLst>
                  <a:cxn ang="0">
                    <a:pos x="51" y="103"/>
                  </a:cxn>
                  <a:cxn ang="0">
                    <a:pos x="43" y="72"/>
                  </a:cxn>
                  <a:cxn ang="0">
                    <a:pos x="93" y="46"/>
                  </a:cxn>
                  <a:cxn ang="0">
                    <a:pos x="115" y="27"/>
                  </a:cxn>
                  <a:cxn ang="0">
                    <a:pos x="155" y="22"/>
                  </a:cxn>
                  <a:cxn ang="0">
                    <a:pos x="277" y="24"/>
                  </a:cxn>
                  <a:cxn ang="0">
                    <a:pos x="340" y="34"/>
                  </a:cxn>
                  <a:cxn ang="0">
                    <a:pos x="315" y="32"/>
                  </a:cxn>
                  <a:cxn ang="0">
                    <a:pos x="300" y="0"/>
                  </a:cxn>
                  <a:cxn ang="0">
                    <a:pos x="331" y="0"/>
                  </a:cxn>
                  <a:cxn ang="0">
                    <a:pos x="353" y="13"/>
                  </a:cxn>
                  <a:cxn ang="0">
                    <a:pos x="391" y="36"/>
                  </a:cxn>
                  <a:cxn ang="0">
                    <a:pos x="385" y="12"/>
                  </a:cxn>
                  <a:cxn ang="0">
                    <a:pos x="452" y="36"/>
                  </a:cxn>
                  <a:cxn ang="0">
                    <a:pos x="454" y="44"/>
                  </a:cxn>
                  <a:cxn ang="0">
                    <a:pos x="431" y="70"/>
                  </a:cxn>
                  <a:cxn ang="0">
                    <a:pos x="414" y="110"/>
                  </a:cxn>
                  <a:cxn ang="0">
                    <a:pos x="478" y="133"/>
                  </a:cxn>
                  <a:cxn ang="0">
                    <a:pos x="479" y="169"/>
                  </a:cxn>
                  <a:cxn ang="0">
                    <a:pos x="488" y="141"/>
                  </a:cxn>
                  <a:cxn ang="0">
                    <a:pos x="488" y="89"/>
                  </a:cxn>
                  <a:cxn ang="0">
                    <a:pos x="533" y="103"/>
                  </a:cxn>
                  <a:cxn ang="0">
                    <a:pos x="561" y="89"/>
                  </a:cxn>
                  <a:cxn ang="0">
                    <a:pos x="611" y="126"/>
                  </a:cxn>
                  <a:cxn ang="0">
                    <a:pos x="644" y="159"/>
                  </a:cxn>
                  <a:cxn ang="0">
                    <a:pos x="618" y="171"/>
                  </a:cxn>
                  <a:cxn ang="0">
                    <a:pos x="571" y="183"/>
                  </a:cxn>
                  <a:cxn ang="0">
                    <a:pos x="604" y="190"/>
                  </a:cxn>
                  <a:cxn ang="0">
                    <a:pos x="618" y="219"/>
                  </a:cxn>
                  <a:cxn ang="0">
                    <a:pos x="604" y="221"/>
                  </a:cxn>
                  <a:cxn ang="0">
                    <a:pos x="585" y="233"/>
                  </a:cxn>
                  <a:cxn ang="0">
                    <a:pos x="555" y="261"/>
                  </a:cxn>
                  <a:cxn ang="0">
                    <a:pos x="554" y="299"/>
                  </a:cxn>
                  <a:cxn ang="0">
                    <a:pos x="521" y="358"/>
                  </a:cxn>
                  <a:cxn ang="0">
                    <a:pos x="530" y="406"/>
                  </a:cxn>
                  <a:cxn ang="0">
                    <a:pos x="512" y="373"/>
                  </a:cxn>
                  <a:cxn ang="0">
                    <a:pos x="481" y="358"/>
                  </a:cxn>
                  <a:cxn ang="0">
                    <a:pos x="455" y="368"/>
                  </a:cxn>
                  <a:cxn ang="0">
                    <a:pos x="410" y="373"/>
                  </a:cxn>
                  <a:cxn ang="0">
                    <a:pos x="386" y="410"/>
                  </a:cxn>
                  <a:cxn ang="0">
                    <a:pos x="438" y="458"/>
                  </a:cxn>
                  <a:cxn ang="0">
                    <a:pos x="447" y="430"/>
                  </a:cxn>
                  <a:cxn ang="0">
                    <a:pos x="476" y="451"/>
                  </a:cxn>
                  <a:cxn ang="0">
                    <a:pos x="492" y="479"/>
                  </a:cxn>
                  <a:cxn ang="0">
                    <a:pos x="505" y="505"/>
                  </a:cxn>
                  <a:cxn ang="0">
                    <a:pos x="535" y="541"/>
                  </a:cxn>
                  <a:cxn ang="0">
                    <a:pos x="578" y="541"/>
                  </a:cxn>
                  <a:cxn ang="0">
                    <a:pos x="552" y="545"/>
                  </a:cxn>
                  <a:cxn ang="0">
                    <a:pos x="500" y="539"/>
                  </a:cxn>
                  <a:cxn ang="0">
                    <a:pos x="462" y="507"/>
                  </a:cxn>
                  <a:cxn ang="0">
                    <a:pos x="435" y="493"/>
                  </a:cxn>
                  <a:cxn ang="0">
                    <a:pos x="391" y="477"/>
                  </a:cxn>
                  <a:cxn ang="0">
                    <a:pos x="317" y="423"/>
                  </a:cxn>
                  <a:cxn ang="0">
                    <a:pos x="255" y="346"/>
                  </a:cxn>
                  <a:cxn ang="0">
                    <a:pos x="276" y="415"/>
                  </a:cxn>
                  <a:cxn ang="0">
                    <a:pos x="236" y="366"/>
                  </a:cxn>
                  <a:cxn ang="0">
                    <a:pos x="200" y="273"/>
                  </a:cxn>
                  <a:cxn ang="0">
                    <a:pos x="203" y="202"/>
                  </a:cxn>
                  <a:cxn ang="0">
                    <a:pos x="191" y="148"/>
                  </a:cxn>
                  <a:cxn ang="0">
                    <a:pos x="181" y="117"/>
                  </a:cxn>
                  <a:cxn ang="0">
                    <a:pos x="155" y="98"/>
                  </a:cxn>
                  <a:cxn ang="0">
                    <a:pos x="103" y="103"/>
                  </a:cxn>
                  <a:cxn ang="0">
                    <a:pos x="63" y="122"/>
                  </a:cxn>
                </a:cxnLst>
                <a:rect l="0" t="0" r="0" b="0"/>
                <a:pathLst>
                  <a:path w="645" h="553">
                    <a:moveTo>
                      <a:pt x="0" y="141"/>
                    </a:moveTo>
                    <a:lnTo>
                      <a:pt x="31" y="122"/>
                    </a:lnTo>
                    <a:lnTo>
                      <a:pt x="50" y="114"/>
                    </a:lnTo>
                    <a:lnTo>
                      <a:pt x="51" y="103"/>
                    </a:lnTo>
                    <a:lnTo>
                      <a:pt x="37" y="96"/>
                    </a:lnTo>
                    <a:lnTo>
                      <a:pt x="37" y="83"/>
                    </a:lnTo>
                    <a:lnTo>
                      <a:pt x="43" y="77"/>
                    </a:lnTo>
                    <a:lnTo>
                      <a:pt x="43" y="72"/>
                    </a:lnTo>
                    <a:lnTo>
                      <a:pt x="65" y="70"/>
                    </a:lnTo>
                    <a:lnTo>
                      <a:pt x="72" y="58"/>
                    </a:lnTo>
                    <a:lnTo>
                      <a:pt x="72" y="50"/>
                    </a:lnTo>
                    <a:lnTo>
                      <a:pt x="93" y="46"/>
                    </a:lnTo>
                    <a:lnTo>
                      <a:pt x="94" y="36"/>
                    </a:lnTo>
                    <a:lnTo>
                      <a:pt x="75" y="34"/>
                    </a:lnTo>
                    <a:lnTo>
                      <a:pt x="84" y="27"/>
                    </a:lnTo>
                    <a:lnTo>
                      <a:pt x="115" y="27"/>
                    </a:lnTo>
                    <a:lnTo>
                      <a:pt x="124" y="19"/>
                    </a:lnTo>
                    <a:lnTo>
                      <a:pt x="136" y="19"/>
                    </a:lnTo>
                    <a:lnTo>
                      <a:pt x="145" y="12"/>
                    </a:lnTo>
                    <a:lnTo>
                      <a:pt x="155" y="22"/>
                    </a:lnTo>
                    <a:lnTo>
                      <a:pt x="193" y="20"/>
                    </a:lnTo>
                    <a:lnTo>
                      <a:pt x="210" y="32"/>
                    </a:lnTo>
                    <a:lnTo>
                      <a:pt x="269" y="29"/>
                    </a:lnTo>
                    <a:lnTo>
                      <a:pt x="277" y="24"/>
                    </a:lnTo>
                    <a:lnTo>
                      <a:pt x="298" y="34"/>
                    </a:lnTo>
                    <a:lnTo>
                      <a:pt x="322" y="43"/>
                    </a:lnTo>
                    <a:lnTo>
                      <a:pt x="333" y="38"/>
                    </a:lnTo>
                    <a:lnTo>
                      <a:pt x="340" y="34"/>
                    </a:lnTo>
                    <a:lnTo>
                      <a:pt x="359" y="36"/>
                    </a:lnTo>
                    <a:lnTo>
                      <a:pt x="345" y="29"/>
                    </a:lnTo>
                    <a:lnTo>
                      <a:pt x="333" y="31"/>
                    </a:lnTo>
                    <a:lnTo>
                      <a:pt x="315" y="32"/>
                    </a:lnTo>
                    <a:lnTo>
                      <a:pt x="307" y="22"/>
                    </a:lnTo>
                    <a:lnTo>
                      <a:pt x="296" y="19"/>
                    </a:lnTo>
                    <a:lnTo>
                      <a:pt x="296" y="8"/>
                    </a:lnTo>
                    <a:lnTo>
                      <a:pt x="300" y="0"/>
                    </a:lnTo>
                    <a:lnTo>
                      <a:pt x="309" y="0"/>
                    </a:lnTo>
                    <a:lnTo>
                      <a:pt x="319" y="6"/>
                    </a:lnTo>
                    <a:lnTo>
                      <a:pt x="322" y="3"/>
                    </a:lnTo>
                    <a:lnTo>
                      <a:pt x="331" y="0"/>
                    </a:lnTo>
                    <a:lnTo>
                      <a:pt x="341" y="5"/>
                    </a:lnTo>
                    <a:lnTo>
                      <a:pt x="347" y="0"/>
                    </a:lnTo>
                    <a:lnTo>
                      <a:pt x="353" y="8"/>
                    </a:lnTo>
                    <a:lnTo>
                      <a:pt x="353" y="13"/>
                    </a:lnTo>
                    <a:lnTo>
                      <a:pt x="371" y="20"/>
                    </a:lnTo>
                    <a:lnTo>
                      <a:pt x="364" y="27"/>
                    </a:lnTo>
                    <a:lnTo>
                      <a:pt x="364" y="34"/>
                    </a:lnTo>
                    <a:lnTo>
                      <a:pt x="391" y="36"/>
                    </a:lnTo>
                    <a:lnTo>
                      <a:pt x="398" y="27"/>
                    </a:lnTo>
                    <a:lnTo>
                      <a:pt x="393" y="22"/>
                    </a:lnTo>
                    <a:lnTo>
                      <a:pt x="381" y="22"/>
                    </a:lnTo>
                    <a:lnTo>
                      <a:pt x="385" y="12"/>
                    </a:lnTo>
                    <a:lnTo>
                      <a:pt x="407" y="19"/>
                    </a:lnTo>
                    <a:lnTo>
                      <a:pt x="412" y="25"/>
                    </a:lnTo>
                    <a:lnTo>
                      <a:pt x="433" y="25"/>
                    </a:lnTo>
                    <a:lnTo>
                      <a:pt x="452" y="36"/>
                    </a:lnTo>
                    <a:lnTo>
                      <a:pt x="462" y="34"/>
                    </a:lnTo>
                    <a:lnTo>
                      <a:pt x="473" y="43"/>
                    </a:lnTo>
                    <a:lnTo>
                      <a:pt x="462" y="55"/>
                    </a:lnTo>
                    <a:lnTo>
                      <a:pt x="454" y="44"/>
                    </a:lnTo>
                    <a:lnTo>
                      <a:pt x="447" y="48"/>
                    </a:lnTo>
                    <a:lnTo>
                      <a:pt x="438" y="55"/>
                    </a:lnTo>
                    <a:lnTo>
                      <a:pt x="424" y="62"/>
                    </a:lnTo>
                    <a:lnTo>
                      <a:pt x="431" y="70"/>
                    </a:lnTo>
                    <a:lnTo>
                      <a:pt x="419" y="70"/>
                    </a:lnTo>
                    <a:lnTo>
                      <a:pt x="410" y="83"/>
                    </a:lnTo>
                    <a:lnTo>
                      <a:pt x="400" y="98"/>
                    </a:lnTo>
                    <a:lnTo>
                      <a:pt x="414" y="110"/>
                    </a:lnTo>
                    <a:lnTo>
                      <a:pt x="426" y="126"/>
                    </a:lnTo>
                    <a:lnTo>
                      <a:pt x="448" y="128"/>
                    </a:lnTo>
                    <a:lnTo>
                      <a:pt x="469" y="126"/>
                    </a:lnTo>
                    <a:lnTo>
                      <a:pt x="478" y="133"/>
                    </a:lnTo>
                    <a:lnTo>
                      <a:pt x="474" y="136"/>
                    </a:lnTo>
                    <a:lnTo>
                      <a:pt x="467" y="145"/>
                    </a:lnTo>
                    <a:lnTo>
                      <a:pt x="476" y="159"/>
                    </a:lnTo>
                    <a:lnTo>
                      <a:pt x="479" y="169"/>
                    </a:lnTo>
                    <a:lnTo>
                      <a:pt x="490" y="174"/>
                    </a:lnTo>
                    <a:lnTo>
                      <a:pt x="505" y="164"/>
                    </a:lnTo>
                    <a:lnTo>
                      <a:pt x="502" y="152"/>
                    </a:lnTo>
                    <a:lnTo>
                      <a:pt x="488" y="141"/>
                    </a:lnTo>
                    <a:lnTo>
                      <a:pt x="504" y="128"/>
                    </a:lnTo>
                    <a:lnTo>
                      <a:pt x="490" y="107"/>
                    </a:lnTo>
                    <a:lnTo>
                      <a:pt x="479" y="98"/>
                    </a:lnTo>
                    <a:lnTo>
                      <a:pt x="488" y="89"/>
                    </a:lnTo>
                    <a:lnTo>
                      <a:pt x="486" y="77"/>
                    </a:lnTo>
                    <a:lnTo>
                      <a:pt x="493" y="70"/>
                    </a:lnTo>
                    <a:lnTo>
                      <a:pt x="505" y="77"/>
                    </a:lnTo>
                    <a:lnTo>
                      <a:pt x="533" y="103"/>
                    </a:lnTo>
                    <a:lnTo>
                      <a:pt x="550" y="107"/>
                    </a:lnTo>
                    <a:lnTo>
                      <a:pt x="555" y="100"/>
                    </a:lnTo>
                    <a:lnTo>
                      <a:pt x="550" y="86"/>
                    </a:lnTo>
                    <a:lnTo>
                      <a:pt x="561" y="89"/>
                    </a:lnTo>
                    <a:lnTo>
                      <a:pt x="578" y="105"/>
                    </a:lnTo>
                    <a:lnTo>
                      <a:pt x="581" y="114"/>
                    </a:lnTo>
                    <a:lnTo>
                      <a:pt x="590" y="119"/>
                    </a:lnTo>
                    <a:lnTo>
                      <a:pt x="611" y="126"/>
                    </a:lnTo>
                    <a:lnTo>
                      <a:pt x="621" y="140"/>
                    </a:lnTo>
                    <a:lnTo>
                      <a:pt x="635" y="148"/>
                    </a:lnTo>
                    <a:lnTo>
                      <a:pt x="644" y="150"/>
                    </a:lnTo>
                    <a:lnTo>
                      <a:pt x="644" y="159"/>
                    </a:lnTo>
                    <a:lnTo>
                      <a:pt x="631" y="164"/>
                    </a:lnTo>
                    <a:lnTo>
                      <a:pt x="625" y="157"/>
                    </a:lnTo>
                    <a:lnTo>
                      <a:pt x="619" y="159"/>
                    </a:lnTo>
                    <a:lnTo>
                      <a:pt x="618" y="171"/>
                    </a:lnTo>
                    <a:lnTo>
                      <a:pt x="607" y="174"/>
                    </a:lnTo>
                    <a:lnTo>
                      <a:pt x="597" y="167"/>
                    </a:lnTo>
                    <a:lnTo>
                      <a:pt x="574" y="167"/>
                    </a:lnTo>
                    <a:lnTo>
                      <a:pt x="571" y="183"/>
                    </a:lnTo>
                    <a:lnTo>
                      <a:pt x="576" y="192"/>
                    </a:lnTo>
                    <a:lnTo>
                      <a:pt x="585" y="186"/>
                    </a:lnTo>
                    <a:lnTo>
                      <a:pt x="595" y="185"/>
                    </a:lnTo>
                    <a:lnTo>
                      <a:pt x="604" y="190"/>
                    </a:lnTo>
                    <a:lnTo>
                      <a:pt x="592" y="200"/>
                    </a:lnTo>
                    <a:lnTo>
                      <a:pt x="604" y="211"/>
                    </a:lnTo>
                    <a:lnTo>
                      <a:pt x="619" y="212"/>
                    </a:lnTo>
                    <a:lnTo>
                      <a:pt x="618" y="219"/>
                    </a:lnTo>
                    <a:lnTo>
                      <a:pt x="611" y="219"/>
                    </a:lnTo>
                    <a:lnTo>
                      <a:pt x="597" y="254"/>
                    </a:lnTo>
                    <a:lnTo>
                      <a:pt x="597" y="231"/>
                    </a:lnTo>
                    <a:lnTo>
                      <a:pt x="604" y="221"/>
                    </a:lnTo>
                    <a:lnTo>
                      <a:pt x="597" y="216"/>
                    </a:lnTo>
                    <a:lnTo>
                      <a:pt x="588" y="223"/>
                    </a:lnTo>
                    <a:lnTo>
                      <a:pt x="592" y="230"/>
                    </a:lnTo>
                    <a:lnTo>
                      <a:pt x="585" y="233"/>
                    </a:lnTo>
                    <a:lnTo>
                      <a:pt x="578" y="238"/>
                    </a:lnTo>
                    <a:lnTo>
                      <a:pt x="580" y="252"/>
                    </a:lnTo>
                    <a:lnTo>
                      <a:pt x="569" y="259"/>
                    </a:lnTo>
                    <a:lnTo>
                      <a:pt x="555" y="261"/>
                    </a:lnTo>
                    <a:lnTo>
                      <a:pt x="561" y="268"/>
                    </a:lnTo>
                    <a:lnTo>
                      <a:pt x="555" y="276"/>
                    </a:lnTo>
                    <a:lnTo>
                      <a:pt x="561" y="283"/>
                    </a:lnTo>
                    <a:lnTo>
                      <a:pt x="554" y="299"/>
                    </a:lnTo>
                    <a:lnTo>
                      <a:pt x="550" y="313"/>
                    </a:lnTo>
                    <a:lnTo>
                      <a:pt x="538" y="321"/>
                    </a:lnTo>
                    <a:lnTo>
                      <a:pt x="523" y="342"/>
                    </a:lnTo>
                    <a:lnTo>
                      <a:pt x="521" y="358"/>
                    </a:lnTo>
                    <a:lnTo>
                      <a:pt x="526" y="368"/>
                    </a:lnTo>
                    <a:lnTo>
                      <a:pt x="533" y="384"/>
                    </a:lnTo>
                    <a:lnTo>
                      <a:pt x="536" y="399"/>
                    </a:lnTo>
                    <a:lnTo>
                      <a:pt x="530" y="406"/>
                    </a:lnTo>
                    <a:lnTo>
                      <a:pt x="521" y="401"/>
                    </a:lnTo>
                    <a:lnTo>
                      <a:pt x="523" y="394"/>
                    </a:lnTo>
                    <a:lnTo>
                      <a:pt x="519" y="375"/>
                    </a:lnTo>
                    <a:lnTo>
                      <a:pt x="512" y="373"/>
                    </a:lnTo>
                    <a:lnTo>
                      <a:pt x="509" y="361"/>
                    </a:lnTo>
                    <a:lnTo>
                      <a:pt x="500" y="361"/>
                    </a:lnTo>
                    <a:lnTo>
                      <a:pt x="492" y="356"/>
                    </a:lnTo>
                    <a:lnTo>
                      <a:pt x="481" y="358"/>
                    </a:lnTo>
                    <a:lnTo>
                      <a:pt x="473" y="354"/>
                    </a:lnTo>
                    <a:lnTo>
                      <a:pt x="462" y="359"/>
                    </a:lnTo>
                    <a:lnTo>
                      <a:pt x="441" y="354"/>
                    </a:lnTo>
                    <a:lnTo>
                      <a:pt x="455" y="368"/>
                    </a:lnTo>
                    <a:lnTo>
                      <a:pt x="438" y="366"/>
                    </a:lnTo>
                    <a:lnTo>
                      <a:pt x="426" y="358"/>
                    </a:lnTo>
                    <a:lnTo>
                      <a:pt x="407" y="358"/>
                    </a:lnTo>
                    <a:lnTo>
                      <a:pt x="410" y="373"/>
                    </a:lnTo>
                    <a:lnTo>
                      <a:pt x="395" y="368"/>
                    </a:lnTo>
                    <a:lnTo>
                      <a:pt x="386" y="384"/>
                    </a:lnTo>
                    <a:lnTo>
                      <a:pt x="393" y="391"/>
                    </a:lnTo>
                    <a:lnTo>
                      <a:pt x="386" y="410"/>
                    </a:lnTo>
                    <a:lnTo>
                      <a:pt x="393" y="430"/>
                    </a:lnTo>
                    <a:lnTo>
                      <a:pt x="402" y="446"/>
                    </a:lnTo>
                    <a:lnTo>
                      <a:pt x="410" y="460"/>
                    </a:lnTo>
                    <a:lnTo>
                      <a:pt x="438" y="458"/>
                    </a:lnTo>
                    <a:lnTo>
                      <a:pt x="450" y="456"/>
                    </a:lnTo>
                    <a:lnTo>
                      <a:pt x="452" y="446"/>
                    </a:lnTo>
                    <a:lnTo>
                      <a:pt x="447" y="437"/>
                    </a:lnTo>
                    <a:lnTo>
                      <a:pt x="447" y="430"/>
                    </a:lnTo>
                    <a:lnTo>
                      <a:pt x="464" y="432"/>
                    </a:lnTo>
                    <a:lnTo>
                      <a:pt x="481" y="429"/>
                    </a:lnTo>
                    <a:lnTo>
                      <a:pt x="481" y="437"/>
                    </a:lnTo>
                    <a:lnTo>
                      <a:pt x="476" y="451"/>
                    </a:lnTo>
                    <a:lnTo>
                      <a:pt x="467" y="460"/>
                    </a:lnTo>
                    <a:lnTo>
                      <a:pt x="466" y="474"/>
                    </a:lnTo>
                    <a:lnTo>
                      <a:pt x="476" y="481"/>
                    </a:lnTo>
                    <a:lnTo>
                      <a:pt x="492" y="479"/>
                    </a:lnTo>
                    <a:lnTo>
                      <a:pt x="500" y="484"/>
                    </a:lnTo>
                    <a:lnTo>
                      <a:pt x="509" y="481"/>
                    </a:lnTo>
                    <a:lnTo>
                      <a:pt x="512" y="491"/>
                    </a:lnTo>
                    <a:lnTo>
                      <a:pt x="505" y="505"/>
                    </a:lnTo>
                    <a:lnTo>
                      <a:pt x="511" y="512"/>
                    </a:lnTo>
                    <a:lnTo>
                      <a:pt x="512" y="527"/>
                    </a:lnTo>
                    <a:lnTo>
                      <a:pt x="521" y="538"/>
                    </a:lnTo>
                    <a:lnTo>
                      <a:pt x="535" y="541"/>
                    </a:lnTo>
                    <a:lnTo>
                      <a:pt x="543" y="538"/>
                    </a:lnTo>
                    <a:lnTo>
                      <a:pt x="547" y="539"/>
                    </a:lnTo>
                    <a:lnTo>
                      <a:pt x="564" y="539"/>
                    </a:lnTo>
                    <a:lnTo>
                      <a:pt x="578" y="541"/>
                    </a:lnTo>
                    <a:lnTo>
                      <a:pt x="583" y="534"/>
                    </a:lnTo>
                    <a:lnTo>
                      <a:pt x="569" y="545"/>
                    </a:lnTo>
                    <a:lnTo>
                      <a:pt x="561" y="545"/>
                    </a:lnTo>
                    <a:lnTo>
                      <a:pt x="552" y="545"/>
                    </a:lnTo>
                    <a:lnTo>
                      <a:pt x="535" y="552"/>
                    </a:lnTo>
                    <a:lnTo>
                      <a:pt x="519" y="543"/>
                    </a:lnTo>
                    <a:lnTo>
                      <a:pt x="505" y="538"/>
                    </a:lnTo>
                    <a:lnTo>
                      <a:pt x="500" y="539"/>
                    </a:lnTo>
                    <a:lnTo>
                      <a:pt x="500" y="532"/>
                    </a:lnTo>
                    <a:lnTo>
                      <a:pt x="500" y="522"/>
                    </a:lnTo>
                    <a:lnTo>
                      <a:pt x="488" y="512"/>
                    </a:lnTo>
                    <a:lnTo>
                      <a:pt x="462" y="507"/>
                    </a:lnTo>
                    <a:lnTo>
                      <a:pt x="459" y="501"/>
                    </a:lnTo>
                    <a:lnTo>
                      <a:pt x="452" y="501"/>
                    </a:lnTo>
                    <a:lnTo>
                      <a:pt x="445" y="498"/>
                    </a:lnTo>
                    <a:lnTo>
                      <a:pt x="435" y="493"/>
                    </a:lnTo>
                    <a:lnTo>
                      <a:pt x="423" y="479"/>
                    </a:lnTo>
                    <a:lnTo>
                      <a:pt x="409" y="474"/>
                    </a:lnTo>
                    <a:lnTo>
                      <a:pt x="400" y="484"/>
                    </a:lnTo>
                    <a:lnTo>
                      <a:pt x="391" y="477"/>
                    </a:lnTo>
                    <a:lnTo>
                      <a:pt x="381" y="477"/>
                    </a:lnTo>
                    <a:lnTo>
                      <a:pt x="359" y="472"/>
                    </a:lnTo>
                    <a:lnTo>
                      <a:pt x="319" y="448"/>
                    </a:lnTo>
                    <a:lnTo>
                      <a:pt x="317" y="423"/>
                    </a:lnTo>
                    <a:lnTo>
                      <a:pt x="312" y="413"/>
                    </a:lnTo>
                    <a:lnTo>
                      <a:pt x="305" y="406"/>
                    </a:lnTo>
                    <a:lnTo>
                      <a:pt x="296" y="392"/>
                    </a:lnTo>
                    <a:lnTo>
                      <a:pt x="255" y="346"/>
                    </a:lnTo>
                    <a:lnTo>
                      <a:pt x="255" y="363"/>
                    </a:lnTo>
                    <a:lnTo>
                      <a:pt x="281" y="394"/>
                    </a:lnTo>
                    <a:lnTo>
                      <a:pt x="291" y="422"/>
                    </a:lnTo>
                    <a:lnTo>
                      <a:pt x="276" y="415"/>
                    </a:lnTo>
                    <a:lnTo>
                      <a:pt x="274" y="399"/>
                    </a:lnTo>
                    <a:lnTo>
                      <a:pt x="252" y="389"/>
                    </a:lnTo>
                    <a:lnTo>
                      <a:pt x="264" y="384"/>
                    </a:lnTo>
                    <a:lnTo>
                      <a:pt x="236" y="366"/>
                    </a:lnTo>
                    <a:lnTo>
                      <a:pt x="248" y="358"/>
                    </a:lnTo>
                    <a:lnTo>
                      <a:pt x="238" y="337"/>
                    </a:lnTo>
                    <a:lnTo>
                      <a:pt x="203" y="295"/>
                    </a:lnTo>
                    <a:lnTo>
                      <a:pt x="200" y="273"/>
                    </a:lnTo>
                    <a:lnTo>
                      <a:pt x="202" y="252"/>
                    </a:lnTo>
                    <a:lnTo>
                      <a:pt x="210" y="233"/>
                    </a:lnTo>
                    <a:lnTo>
                      <a:pt x="210" y="212"/>
                    </a:lnTo>
                    <a:lnTo>
                      <a:pt x="203" y="202"/>
                    </a:lnTo>
                    <a:lnTo>
                      <a:pt x="222" y="197"/>
                    </a:lnTo>
                    <a:lnTo>
                      <a:pt x="200" y="174"/>
                    </a:lnTo>
                    <a:lnTo>
                      <a:pt x="202" y="162"/>
                    </a:lnTo>
                    <a:lnTo>
                      <a:pt x="191" y="148"/>
                    </a:lnTo>
                    <a:lnTo>
                      <a:pt x="195" y="140"/>
                    </a:lnTo>
                    <a:lnTo>
                      <a:pt x="188" y="134"/>
                    </a:lnTo>
                    <a:lnTo>
                      <a:pt x="188" y="124"/>
                    </a:lnTo>
                    <a:lnTo>
                      <a:pt x="181" y="117"/>
                    </a:lnTo>
                    <a:lnTo>
                      <a:pt x="188" y="110"/>
                    </a:lnTo>
                    <a:lnTo>
                      <a:pt x="177" y="105"/>
                    </a:lnTo>
                    <a:lnTo>
                      <a:pt x="169" y="112"/>
                    </a:lnTo>
                    <a:lnTo>
                      <a:pt x="155" y="98"/>
                    </a:lnTo>
                    <a:lnTo>
                      <a:pt x="141" y="93"/>
                    </a:lnTo>
                    <a:lnTo>
                      <a:pt x="122" y="93"/>
                    </a:lnTo>
                    <a:lnTo>
                      <a:pt x="108" y="107"/>
                    </a:lnTo>
                    <a:lnTo>
                      <a:pt x="103" y="103"/>
                    </a:lnTo>
                    <a:lnTo>
                      <a:pt x="113" y="86"/>
                    </a:lnTo>
                    <a:lnTo>
                      <a:pt x="105" y="89"/>
                    </a:lnTo>
                    <a:lnTo>
                      <a:pt x="84" y="107"/>
                    </a:lnTo>
                    <a:lnTo>
                      <a:pt x="63" y="122"/>
                    </a:lnTo>
                    <a:lnTo>
                      <a:pt x="44" y="126"/>
                    </a:lnTo>
                    <a:lnTo>
                      <a:pt x="13" y="141"/>
                    </a:lnTo>
                    <a:lnTo>
                      <a:pt x="0" y="141"/>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5" name="Freeform 34"/>
              <p:cNvSpPr/>
              <p:nvPr/>
            </p:nvSpPr>
            <p:spPr>
              <a:xfrm>
                <a:off x="1995" y="2417"/>
                <a:ext cx="221" cy="146"/>
              </a:xfrm>
              <a:custGeom>
                <a:avLst/>
                <a:gdLst/>
                <a:ahLst/>
                <a:cxnLst>
                  <a:cxn ang="0">
                    <a:pos x="0" y="31"/>
                  </a:cxn>
                  <a:cxn ang="0">
                    <a:pos x="5" y="18"/>
                  </a:cxn>
                  <a:cxn ang="0">
                    <a:pos x="5" y="12"/>
                  </a:cxn>
                  <a:cxn ang="0">
                    <a:pos x="13" y="0"/>
                  </a:cxn>
                  <a:cxn ang="0">
                    <a:pos x="53" y="6"/>
                  </a:cxn>
                  <a:cxn ang="0">
                    <a:pos x="121" y="20"/>
                  </a:cxn>
                  <a:cxn ang="0">
                    <a:pos x="148" y="31"/>
                  </a:cxn>
                  <a:cxn ang="0">
                    <a:pos x="183" y="41"/>
                  </a:cxn>
                  <a:cxn ang="0">
                    <a:pos x="202" y="60"/>
                  </a:cxn>
                  <a:cxn ang="0">
                    <a:pos x="220" y="69"/>
                  </a:cxn>
                  <a:cxn ang="0">
                    <a:pos x="213" y="75"/>
                  </a:cxn>
                  <a:cxn ang="0">
                    <a:pos x="213" y="86"/>
                  </a:cxn>
                  <a:cxn ang="0">
                    <a:pos x="206" y="88"/>
                  </a:cxn>
                  <a:cxn ang="0">
                    <a:pos x="199" y="94"/>
                  </a:cxn>
                  <a:cxn ang="0">
                    <a:pos x="206" y="103"/>
                  </a:cxn>
                  <a:cxn ang="0">
                    <a:pos x="204" y="108"/>
                  </a:cxn>
                  <a:cxn ang="0">
                    <a:pos x="197" y="117"/>
                  </a:cxn>
                  <a:cxn ang="0">
                    <a:pos x="199" y="124"/>
                  </a:cxn>
                  <a:cxn ang="0">
                    <a:pos x="211" y="132"/>
                  </a:cxn>
                  <a:cxn ang="0">
                    <a:pos x="211" y="139"/>
                  </a:cxn>
                  <a:cxn ang="0">
                    <a:pos x="209" y="145"/>
                  </a:cxn>
                  <a:cxn ang="0">
                    <a:pos x="197" y="145"/>
                  </a:cxn>
                  <a:cxn ang="0">
                    <a:pos x="188" y="141"/>
                  </a:cxn>
                  <a:cxn ang="0">
                    <a:pos x="178" y="131"/>
                  </a:cxn>
                  <a:cxn ang="0">
                    <a:pos x="174" y="131"/>
                  </a:cxn>
                  <a:cxn ang="0">
                    <a:pos x="169" y="127"/>
                  </a:cxn>
                  <a:cxn ang="0">
                    <a:pos x="164" y="115"/>
                  </a:cxn>
                  <a:cxn ang="0">
                    <a:pos x="157" y="112"/>
                  </a:cxn>
                  <a:cxn ang="0">
                    <a:pos x="145" y="105"/>
                  </a:cxn>
                  <a:cxn ang="0">
                    <a:pos x="135" y="101"/>
                  </a:cxn>
                  <a:cxn ang="0">
                    <a:pos x="117" y="91"/>
                  </a:cxn>
                  <a:cxn ang="0">
                    <a:pos x="110" y="82"/>
                  </a:cxn>
                  <a:cxn ang="0">
                    <a:pos x="112" y="77"/>
                  </a:cxn>
                  <a:cxn ang="0">
                    <a:pos x="119" y="72"/>
                  </a:cxn>
                  <a:cxn ang="0">
                    <a:pos x="114" y="65"/>
                  </a:cxn>
                  <a:cxn ang="0">
                    <a:pos x="107" y="69"/>
                  </a:cxn>
                  <a:cxn ang="0">
                    <a:pos x="97" y="60"/>
                  </a:cxn>
                  <a:cxn ang="0">
                    <a:pos x="95" y="65"/>
                  </a:cxn>
                  <a:cxn ang="0">
                    <a:pos x="86" y="65"/>
                  </a:cxn>
                  <a:cxn ang="0">
                    <a:pos x="84" y="60"/>
                  </a:cxn>
                  <a:cxn ang="0">
                    <a:pos x="84" y="53"/>
                  </a:cxn>
                  <a:cxn ang="0">
                    <a:pos x="81" y="50"/>
                  </a:cxn>
                  <a:cxn ang="0">
                    <a:pos x="74" y="51"/>
                  </a:cxn>
                  <a:cxn ang="0">
                    <a:pos x="67" y="39"/>
                  </a:cxn>
                  <a:cxn ang="0">
                    <a:pos x="60" y="39"/>
                  </a:cxn>
                  <a:cxn ang="0">
                    <a:pos x="51" y="34"/>
                  </a:cxn>
                  <a:cxn ang="0">
                    <a:pos x="32" y="34"/>
                  </a:cxn>
                  <a:cxn ang="0">
                    <a:pos x="13" y="34"/>
                  </a:cxn>
                  <a:cxn ang="0">
                    <a:pos x="0" y="31"/>
                  </a:cxn>
                </a:cxnLst>
                <a:rect l="0" t="0" r="0" b="0"/>
                <a:pathLst>
                  <a:path w="221" h="146">
                    <a:moveTo>
                      <a:pt x="0" y="31"/>
                    </a:moveTo>
                    <a:lnTo>
                      <a:pt x="5" y="18"/>
                    </a:lnTo>
                    <a:lnTo>
                      <a:pt x="5" y="12"/>
                    </a:lnTo>
                    <a:lnTo>
                      <a:pt x="13" y="0"/>
                    </a:lnTo>
                    <a:lnTo>
                      <a:pt x="53" y="6"/>
                    </a:lnTo>
                    <a:lnTo>
                      <a:pt x="121" y="20"/>
                    </a:lnTo>
                    <a:lnTo>
                      <a:pt x="148" y="31"/>
                    </a:lnTo>
                    <a:lnTo>
                      <a:pt x="183" y="41"/>
                    </a:lnTo>
                    <a:lnTo>
                      <a:pt x="202" y="60"/>
                    </a:lnTo>
                    <a:lnTo>
                      <a:pt x="220" y="69"/>
                    </a:lnTo>
                    <a:lnTo>
                      <a:pt x="213" y="75"/>
                    </a:lnTo>
                    <a:lnTo>
                      <a:pt x="213" y="86"/>
                    </a:lnTo>
                    <a:lnTo>
                      <a:pt x="206" y="88"/>
                    </a:lnTo>
                    <a:lnTo>
                      <a:pt x="199" y="94"/>
                    </a:lnTo>
                    <a:lnTo>
                      <a:pt x="206" y="103"/>
                    </a:lnTo>
                    <a:lnTo>
                      <a:pt x="204" y="108"/>
                    </a:lnTo>
                    <a:lnTo>
                      <a:pt x="197" y="117"/>
                    </a:lnTo>
                    <a:lnTo>
                      <a:pt x="199" y="124"/>
                    </a:lnTo>
                    <a:lnTo>
                      <a:pt x="211" y="132"/>
                    </a:lnTo>
                    <a:lnTo>
                      <a:pt x="211" y="139"/>
                    </a:lnTo>
                    <a:lnTo>
                      <a:pt x="209" y="145"/>
                    </a:lnTo>
                    <a:lnTo>
                      <a:pt x="197" y="145"/>
                    </a:lnTo>
                    <a:lnTo>
                      <a:pt x="188" y="141"/>
                    </a:lnTo>
                    <a:lnTo>
                      <a:pt x="178" y="131"/>
                    </a:lnTo>
                    <a:lnTo>
                      <a:pt x="174" y="131"/>
                    </a:lnTo>
                    <a:lnTo>
                      <a:pt x="169" y="127"/>
                    </a:lnTo>
                    <a:lnTo>
                      <a:pt x="164" y="115"/>
                    </a:lnTo>
                    <a:lnTo>
                      <a:pt x="157" y="112"/>
                    </a:lnTo>
                    <a:lnTo>
                      <a:pt x="145" y="105"/>
                    </a:lnTo>
                    <a:lnTo>
                      <a:pt x="135" y="101"/>
                    </a:lnTo>
                    <a:lnTo>
                      <a:pt x="117" y="91"/>
                    </a:lnTo>
                    <a:lnTo>
                      <a:pt x="110" y="82"/>
                    </a:lnTo>
                    <a:lnTo>
                      <a:pt x="112" y="77"/>
                    </a:lnTo>
                    <a:lnTo>
                      <a:pt x="119" y="72"/>
                    </a:lnTo>
                    <a:lnTo>
                      <a:pt x="114" y="65"/>
                    </a:lnTo>
                    <a:lnTo>
                      <a:pt x="107" y="69"/>
                    </a:lnTo>
                    <a:lnTo>
                      <a:pt x="97" y="60"/>
                    </a:lnTo>
                    <a:lnTo>
                      <a:pt x="95" y="65"/>
                    </a:lnTo>
                    <a:lnTo>
                      <a:pt x="86" y="65"/>
                    </a:lnTo>
                    <a:lnTo>
                      <a:pt x="84" y="60"/>
                    </a:lnTo>
                    <a:lnTo>
                      <a:pt x="84" y="53"/>
                    </a:lnTo>
                    <a:lnTo>
                      <a:pt x="81" y="50"/>
                    </a:lnTo>
                    <a:lnTo>
                      <a:pt x="74" y="51"/>
                    </a:lnTo>
                    <a:lnTo>
                      <a:pt x="67" y="39"/>
                    </a:lnTo>
                    <a:lnTo>
                      <a:pt x="60" y="39"/>
                    </a:lnTo>
                    <a:lnTo>
                      <a:pt x="51" y="34"/>
                    </a:lnTo>
                    <a:lnTo>
                      <a:pt x="32" y="34"/>
                    </a:lnTo>
                    <a:lnTo>
                      <a:pt x="13" y="34"/>
                    </a:lnTo>
                    <a:lnTo>
                      <a:pt x="0" y="31"/>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6" name="Freeform 35"/>
              <p:cNvSpPr/>
              <p:nvPr/>
            </p:nvSpPr>
            <p:spPr>
              <a:xfrm>
                <a:off x="1949" y="2469"/>
                <a:ext cx="145" cy="76"/>
              </a:xfrm>
              <a:custGeom>
                <a:avLst/>
                <a:gdLst/>
                <a:ahLst/>
                <a:cxnLst>
                  <a:cxn ang="0">
                    <a:pos x="5" y="0"/>
                  </a:cxn>
                  <a:cxn ang="0">
                    <a:pos x="0" y="6"/>
                  </a:cxn>
                  <a:cxn ang="0">
                    <a:pos x="0" y="13"/>
                  </a:cxn>
                  <a:cxn ang="0">
                    <a:pos x="10" y="20"/>
                  </a:cxn>
                  <a:cxn ang="0">
                    <a:pos x="17" y="19"/>
                  </a:cxn>
                  <a:cxn ang="0">
                    <a:pos x="19" y="22"/>
                  </a:cxn>
                  <a:cxn ang="0">
                    <a:pos x="26" y="22"/>
                  </a:cxn>
                  <a:cxn ang="0">
                    <a:pos x="31" y="17"/>
                  </a:cxn>
                  <a:cxn ang="0">
                    <a:pos x="45" y="19"/>
                  </a:cxn>
                  <a:cxn ang="0">
                    <a:pos x="46" y="24"/>
                  </a:cxn>
                  <a:cxn ang="0">
                    <a:pos x="52" y="26"/>
                  </a:cxn>
                  <a:cxn ang="0">
                    <a:pos x="62" y="24"/>
                  </a:cxn>
                  <a:cxn ang="0">
                    <a:pos x="67" y="27"/>
                  </a:cxn>
                  <a:cxn ang="0">
                    <a:pos x="72" y="31"/>
                  </a:cxn>
                  <a:cxn ang="0">
                    <a:pos x="78" y="36"/>
                  </a:cxn>
                  <a:cxn ang="0">
                    <a:pos x="78" y="45"/>
                  </a:cxn>
                  <a:cxn ang="0">
                    <a:pos x="74" y="47"/>
                  </a:cxn>
                  <a:cxn ang="0">
                    <a:pos x="76" y="50"/>
                  </a:cxn>
                  <a:cxn ang="0">
                    <a:pos x="69" y="54"/>
                  </a:cxn>
                  <a:cxn ang="0">
                    <a:pos x="69" y="61"/>
                  </a:cxn>
                  <a:cxn ang="0">
                    <a:pos x="79" y="62"/>
                  </a:cxn>
                  <a:cxn ang="0">
                    <a:pos x="85" y="61"/>
                  </a:cxn>
                  <a:cxn ang="0">
                    <a:pos x="86" y="57"/>
                  </a:cxn>
                  <a:cxn ang="0">
                    <a:pos x="88" y="61"/>
                  </a:cxn>
                  <a:cxn ang="0">
                    <a:pos x="93" y="59"/>
                  </a:cxn>
                  <a:cxn ang="0">
                    <a:pos x="105" y="62"/>
                  </a:cxn>
                  <a:cxn ang="0">
                    <a:pos x="112" y="69"/>
                  </a:cxn>
                  <a:cxn ang="0">
                    <a:pos x="114" y="69"/>
                  </a:cxn>
                  <a:cxn ang="0">
                    <a:pos x="114" y="73"/>
                  </a:cxn>
                  <a:cxn ang="0">
                    <a:pos x="121" y="75"/>
                  </a:cxn>
                  <a:cxn ang="0">
                    <a:pos x="130" y="75"/>
                  </a:cxn>
                  <a:cxn ang="0">
                    <a:pos x="124" y="71"/>
                  </a:cxn>
                  <a:cxn ang="0">
                    <a:pos x="126" y="68"/>
                  </a:cxn>
                  <a:cxn ang="0">
                    <a:pos x="133" y="71"/>
                  </a:cxn>
                  <a:cxn ang="0">
                    <a:pos x="140" y="73"/>
                  </a:cxn>
                  <a:cxn ang="0">
                    <a:pos x="140" y="66"/>
                  </a:cxn>
                  <a:cxn ang="0">
                    <a:pos x="133" y="61"/>
                  </a:cxn>
                  <a:cxn ang="0">
                    <a:pos x="128" y="61"/>
                  </a:cxn>
                  <a:cxn ang="0">
                    <a:pos x="121" y="57"/>
                  </a:cxn>
                  <a:cxn ang="0">
                    <a:pos x="128" y="57"/>
                  </a:cxn>
                  <a:cxn ang="0">
                    <a:pos x="133" y="59"/>
                  </a:cxn>
                  <a:cxn ang="0">
                    <a:pos x="144" y="59"/>
                  </a:cxn>
                  <a:cxn ang="0">
                    <a:pos x="142" y="54"/>
                  </a:cxn>
                  <a:cxn ang="0">
                    <a:pos x="133" y="47"/>
                  </a:cxn>
                  <a:cxn ang="0">
                    <a:pos x="126" y="47"/>
                  </a:cxn>
                  <a:cxn ang="0">
                    <a:pos x="117" y="40"/>
                  </a:cxn>
                  <a:cxn ang="0">
                    <a:pos x="107" y="38"/>
                  </a:cxn>
                  <a:cxn ang="0">
                    <a:pos x="98" y="34"/>
                  </a:cxn>
                  <a:cxn ang="0">
                    <a:pos x="91" y="26"/>
                  </a:cxn>
                  <a:cxn ang="0">
                    <a:pos x="86" y="13"/>
                  </a:cxn>
                  <a:cxn ang="0">
                    <a:pos x="79" y="13"/>
                  </a:cxn>
                  <a:cxn ang="0">
                    <a:pos x="76" y="10"/>
                  </a:cxn>
                  <a:cxn ang="0">
                    <a:pos x="72" y="12"/>
                  </a:cxn>
                  <a:cxn ang="0">
                    <a:pos x="65" y="6"/>
                  </a:cxn>
                  <a:cxn ang="0">
                    <a:pos x="53" y="5"/>
                  </a:cxn>
                  <a:cxn ang="0">
                    <a:pos x="48" y="8"/>
                  </a:cxn>
                  <a:cxn ang="0">
                    <a:pos x="38" y="5"/>
                  </a:cxn>
                  <a:cxn ang="0">
                    <a:pos x="31" y="5"/>
                  </a:cxn>
                  <a:cxn ang="0">
                    <a:pos x="27" y="1"/>
                  </a:cxn>
                  <a:cxn ang="0">
                    <a:pos x="24" y="0"/>
                  </a:cxn>
                  <a:cxn ang="0">
                    <a:pos x="19" y="1"/>
                  </a:cxn>
                  <a:cxn ang="0">
                    <a:pos x="5" y="0"/>
                  </a:cxn>
                </a:cxnLst>
                <a:rect l="0" t="0" r="0" b="0"/>
                <a:pathLst>
                  <a:path w="145" h="76">
                    <a:moveTo>
                      <a:pt x="5" y="0"/>
                    </a:moveTo>
                    <a:lnTo>
                      <a:pt x="0" y="6"/>
                    </a:lnTo>
                    <a:lnTo>
                      <a:pt x="0" y="13"/>
                    </a:lnTo>
                    <a:lnTo>
                      <a:pt x="10" y="20"/>
                    </a:lnTo>
                    <a:lnTo>
                      <a:pt x="17" y="19"/>
                    </a:lnTo>
                    <a:lnTo>
                      <a:pt x="19" y="22"/>
                    </a:lnTo>
                    <a:lnTo>
                      <a:pt x="26" y="22"/>
                    </a:lnTo>
                    <a:lnTo>
                      <a:pt x="31" y="17"/>
                    </a:lnTo>
                    <a:lnTo>
                      <a:pt x="45" y="19"/>
                    </a:lnTo>
                    <a:lnTo>
                      <a:pt x="46" y="24"/>
                    </a:lnTo>
                    <a:lnTo>
                      <a:pt x="52" y="26"/>
                    </a:lnTo>
                    <a:lnTo>
                      <a:pt x="62" y="24"/>
                    </a:lnTo>
                    <a:lnTo>
                      <a:pt x="67" y="27"/>
                    </a:lnTo>
                    <a:lnTo>
                      <a:pt x="72" y="31"/>
                    </a:lnTo>
                    <a:lnTo>
                      <a:pt x="78" y="36"/>
                    </a:lnTo>
                    <a:lnTo>
                      <a:pt x="78" y="45"/>
                    </a:lnTo>
                    <a:lnTo>
                      <a:pt x="74" y="47"/>
                    </a:lnTo>
                    <a:lnTo>
                      <a:pt x="76" y="50"/>
                    </a:lnTo>
                    <a:lnTo>
                      <a:pt x="69" y="54"/>
                    </a:lnTo>
                    <a:lnTo>
                      <a:pt x="69" y="61"/>
                    </a:lnTo>
                    <a:lnTo>
                      <a:pt x="79" y="62"/>
                    </a:lnTo>
                    <a:lnTo>
                      <a:pt x="85" y="61"/>
                    </a:lnTo>
                    <a:lnTo>
                      <a:pt x="86" y="57"/>
                    </a:lnTo>
                    <a:lnTo>
                      <a:pt x="88" y="61"/>
                    </a:lnTo>
                    <a:lnTo>
                      <a:pt x="93" y="59"/>
                    </a:lnTo>
                    <a:lnTo>
                      <a:pt x="105" y="62"/>
                    </a:lnTo>
                    <a:lnTo>
                      <a:pt x="112" y="69"/>
                    </a:lnTo>
                    <a:lnTo>
                      <a:pt x="114" y="69"/>
                    </a:lnTo>
                    <a:lnTo>
                      <a:pt x="114" y="73"/>
                    </a:lnTo>
                    <a:lnTo>
                      <a:pt x="121" y="75"/>
                    </a:lnTo>
                    <a:lnTo>
                      <a:pt x="130" y="75"/>
                    </a:lnTo>
                    <a:lnTo>
                      <a:pt x="124" y="71"/>
                    </a:lnTo>
                    <a:lnTo>
                      <a:pt x="126" y="68"/>
                    </a:lnTo>
                    <a:lnTo>
                      <a:pt x="133" y="71"/>
                    </a:lnTo>
                    <a:lnTo>
                      <a:pt x="140" y="73"/>
                    </a:lnTo>
                    <a:lnTo>
                      <a:pt x="140" y="66"/>
                    </a:lnTo>
                    <a:lnTo>
                      <a:pt x="133" y="61"/>
                    </a:lnTo>
                    <a:lnTo>
                      <a:pt x="128" y="61"/>
                    </a:lnTo>
                    <a:lnTo>
                      <a:pt x="121" y="57"/>
                    </a:lnTo>
                    <a:lnTo>
                      <a:pt x="128" y="57"/>
                    </a:lnTo>
                    <a:lnTo>
                      <a:pt x="133" y="59"/>
                    </a:lnTo>
                    <a:lnTo>
                      <a:pt x="144" y="59"/>
                    </a:lnTo>
                    <a:lnTo>
                      <a:pt x="142" y="54"/>
                    </a:lnTo>
                    <a:lnTo>
                      <a:pt x="133" y="47"/>
                    </a:lnTo>
                    <a:lnTo>
                      <a:pt x="126" y="47"/>
                    </a:lnTo>
                    <a:lnTo>
                      <a:pt x="117" y="40"/>
                    </a:lnTo>
                    <a:lnTo>
                      <a:pt x="107" y="38"/>
                    </a:lnTo>
                    <a:lnTo>
                      <a:pt x="98" y="34"/>
                    </a:lnTo>
                    <a:lnTo>
                      <a:pt x="91" y="26"/>
                    </a:lnTo>
                    <a:lnTo>
                      <a:pt x="86" y="13"/>
                    </a:lnTo>
                    <a:lnTo>
                      <a:pt x="79" y="13"/>
                    </a:lnTo>
                    <a:lnTo>
                      <a:pt x="76" y="10"/>
                    </a:lnTo>
                    <a:lnTo>
                      <a:pt x="72" y="12"/>
                    </a:lnTo>
                    <a:lnTo>
                      <a:pt x="65" y="6"/>
                    </a:lnTo>
                    <a:lnTo>
                      <a:pt x="53" y="5"/>
                    </a:lnTo>
                    <a:lnTo>
                      <a:pt x="48" y="8"/>
                    </a:lnTo>
                    <a:lnTo>
                      <a:pt x="38" y="5"/>
                    </a:lnTo>
                    <a:lnTo>
                      <a:pt x="31" y="5"/>
                    </a:lnTo>
                    <a:lnTo>
                      <a:pt x="27" y="1"/>
                    </a:lnTo>
                    <a:lnTo>
                      <a:pt x="24" y="0"/>
                    </a:lnTo>
                    <a:lnTo>
                      <a:pt x="19" y="1"/>
                    </a:lnTo>
                    <a:lnTo>
                      <a:pt x="5" y="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7" name="Freeform 36"/>
              <p:cNvSpPr/>
              <p:nvPr/>
            </p:nvSpPr>
            <p:spPr>
              <a:xfrm>
                <a:off x="2027" y="2886"/>
                <a:ext cx="102" cy="33"/>
              </a:xfrm>
              <a:custGeom>
                <a:avLst/>
                <a:gdLst/>
                <a:ahLst/>
                <a:cxnLst>
                  <a:cxn ang="0">
                    <a:pos x="0" y="15"/>
                  </a:cxn>
                  <a:cxn ang="0">
                    <a:pos x="10" y="6"/>
                  </a:cxn>
                  <a:cxn ang="0">
                    <a:pos x="13" y="6"/>
                  </a:cxn>
                  <a:cxn ang="0">
                    <a:pos x="20" y="1"/>
                  </a:cxn>
                  <a:cxn ang="0">
                    <a:pos x="27" y="1"/>
                  </a:cxn>
                  <a:cxn ang="0">
                    <a:pos x="31" y="0"/>
                  </a:cxn>
                  <a:cxn ang="0">
                    <a:pos x="33" y="0"/>
                  </a:cxn>
                  <a:cxn ang="0">
                    <a:pos x="43" y="5"/>
                  </a:cxn>
                  <a:cxn ang="0">
                    <a:pos x="47" y="8"/>
                  </a:cxn>
                  <a:cxn ang="0">
                    <a:pos x="48" y="6"/>
                  </a:cxn>
                  <a:cxn ang="0">
                    <a:pos x="55" y="11"/>
                  </a:cxn>
                  <a:cxn ang="0">
                    <a:pos x="60" y="11"/>
                  </a:cxn>
                  <a:cxn ang="0">
                    <a:pos x="66" y="13"/>
                  </a:cxn>
                  <a:cxn ang="0">
                    <a:pos x="73" y="15"/>
                  </a:cxn>
                  <a:cxn ang="0">
                    <a:pos x="73" y="20"/>
                  </a:cxn>
                  <a:cxn ang="0">
                    <a:pos x="85" y="20"/>
                  </a:cxn>
                  <a:cxn ang="0">
                    <a:pos x="88" y="25"/>
                  </a:cxn>
                  <a:cxn ang="0">
                    <a:pos x="95" y="25"/>
                  </a:cxn>
                  <a:cxn ang="0">
                    <a:pos x="101" y="30"/>
                  </a:cxn>
                  <a:cxn ang="0">
                    <a:pos x="97" y="32"/>
                  </a:cxn>
                  <a:cxn ang="0">
                    <a:pos x="95" y="30"/>
                  </a:cxn>
                  <a:cxn ang="0">
                    <a:pos x="95" y="28"/>
                  </a:cxn>
                  <a:cxn ang="0">
                    <a:pos x="88" y="30"/>
                  </a:cxn>
                  <a:cxn ang="0">
                    <a:pos x="87" y="30"/>
                  </a:cxn>
                  <a:cxn ang="0">
                    <a:pos x="80" y="32"/>
                  </a:cxn>
                  <a:cxn ang="0">
                    <a:pos x="71" y="32"/>
                  </a:cxn>
                  <a:cxn ang="0">
                    <a:pos x="66" y="32"/>
                  </a:cxn>
                  <a:cxn ang="0">
                    <a:pos x="66" y="28"/>
                  </a:cxn>
                  <a:cxn ang="0">
                    <a:pos x="55" y="21"/>
                  </a:cxn>
                  <a:cxn ang="0">
                    <a:pos x="55" y="16"/>
                  </a:cxn>
                  <a:cxn ang="0">
                    <a:pos x="47" y="16"/>
                  </a:cxn>
                  <a:cxn ang="0">
                    <a:pos x="41" y="13"/>
                  </a:cxn>
                  <a:cxn ang="0">
                    <a:pos x="40" y="16"/>
                  </a:cxn>
                  <a:cxn ang="0">
                    <a:pos x="36" y="13"/>
                  </a:cxn>
                  <a:cxn ang="0">
                    <a:pos x="33" y="13"/>
                  </a:cxn>
                  <a:cxn ang="0">
                    <a:pos x="33" y="8"/>
                  </a:cxn>
                  <a:cxn ang="0">
                    <a:pos x="31" y="6"/>
                  </a:cxn>
                  <a:cxn ang="0">
                    <a:pos x="20" y="6"/>
                  </a:cxn>
                  <a:cxn ang="0">
                    <a:pos x="15" y="13"/>
                  </a:cxn>
                  <a:cxn ang="0">
                    <a:pos x="8" y="13"/>
                  </a:cxn>
                  <a:cxn ang="0">
                    <a:pos x="0" y="15"/>
                  </a:cxn>
                </a:cxnLst>
                <a:rect l="0" t="0" r="0" b="0"/>
                <a:pathLst>
                  <a:path w="102" h="33">
                    <a:moveTo>
                      <a:pt x="0" y="15"/>
                    </a:moveTo>
                    <a:lnTo>
                      <a:pt x="10" y="6"/>
                    </a:lnTo>
                    <a:lnTo>
                      <a:pt x="13" y="6"/>
                    </a:lnTo>
                    <a:lnTo>
                      <a:pt x="20" y="1"/>
                    </a:lnTo>
                    <a:lnTo>
                      <a:pt x="27" y="1"/>
                    </a:lnTo>
                    <a:lnTo>
                      <a:pt x="31" y="0"/>
                    </a:lnTo>
                    <a:lnTo>
                      <a:pt x="33" y="0"/>
                    </a:lnTo>
                    <a:lnTo>
                      <a:pt x="43" y="5"/>
                    </a:lnTo>
                    <a:lnTo>
                      <a:pt x="47" y="8"/>
                    </a:lnTo>
                    <a:lnTo>
                      <a:pt x="48" y="6"/>
                    </a:lnTo>
                    <a:lnTo>
                      <a:pt x="55" y="11"/>
                    </a:lnTo>
                    <a:lnTo>
                      <a:pt x="60" y="11"/>
                    </a:lnTo>
                    <a:lnTo>
                      <a:pt x="66" y="13"/>
                    </a:lnTo>
                    <a:lnTo>
                      <a:pt x="73" y="15"/>
                    </a:lnTo>
                    <a:lnTo>
                      <a:pt x="73" y="20"/>
                    </a:lnTo>
                    <a:lnTo>
                      <a:pt x="85" y="20"/>
                    </a:lnTo>
                    <a:lnTo>
                      <a:pt x="88" y="25"/>
                    </a:lnTo>
                    <a:lnTo>
                      <a:pt x="95" y="25"/>
                    </a:lnTo>
                    <a:lnTo>
                      <a:pt x="101" y="30"/>
                    </a:lnTo>
                    <a:lnTo>
                      <a:pt x="97" y="32"/>
                    </a:lnTo>
                    <a:lnTo>
                      <a:pt x="95" y="30"/>
                    </a:lnTo>
                    <a:lnTo>
                      <a:pt x="95" y="28"/>
                    </a:lnTo>
                    <a:lnTo>
                      <a:pt x="88" y="30"/>
                    </a:lnTo>
                    <a:lnTo>
                      <a:pt x="87" y="30"/>
                    </a:lnTo>
                    <a:lnTo>
                      <a:pt x="80" y="32"/>
                    </a:lnTo>
                    <a:lnTo>
                      <a:pt x="71" y="32"/>
                    </a:lnTo>
                    <a:lnTo>
                      <a:pt x="66" y="32"/>
                    </a:lnTo>
                    <a:lnTo>
                      <a:pt x="66" y="28"/>
                    </a:lnTo>
                    <a:lnTo>
                      <a:pt x="55" y="21"/>
                    </a:lnTo>
                    <a:lnTo>
                      <a:pt x="55" y="16"/>
                    </a:lnTo>
                    <a:lnTo>
                      <a:pt x="47" y="16"/>
                    </a:lnTo>
                    <a:lnTo>
                      <a:pt x="41" y="13"/>
                    </a:lnTo>
                    <a:lnTo>
                      <a:pt x="40" y="16"/>
                    </a:lnTo>
                    <a:lnTo>
                      <a:pt x="36" y="13"/>
                    </a:lnTo>
                    <a:lnTo>
                      <a:pt x="33" y="13"/>
                    </a:lnTo>
                    <a:lnTo>
                      <a:pt x="33" y="8"/>
                    </a:lnTo>
                    <a:lnTo>
                      <a:pt x="31" y="6"/>
                    </a:lnTo>
                    <a:lnTo>
                      <a:pt x="20" y="6"/>
                    </a:lnTo>
                    <a:lnTo>
                      <a:pt x="15" y="13"/>
                    </a:lnTo>
                    <a:lnTo>
                      <a:pt x="8" y="13"/>
                    </a:lnTo>
                    <a:lnTo>
                      <a:pt x="0" y="15"/>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8" name="Freeform 37"/>
              <p:cNvSpPr/>
              <p:nvPr/>
            </p:nvSpPr>
            <p:spPr>
              <a:xfrm>
                <a:off x="2120" y="2909"/>
                <a:ext cx="65" cy="28"/>
              </a:xfrm>
              <a:custGeom>
                <a:avLst/>
                <a:gdLst/>
                <a:ahLst/>
                <a:cxnLst>
                  <a:cxn ang="0">
                    <a:pos x="0" y="20"/>
                  </a:cxn>
                  <a:cxn ang="0">
                    <a:pos x="6" y="21"/>
                  </a:cxn>
                  <a:cxn ang="0">
                    <a:pos x="20" y="20"/>
                  </a:cxn>
                  <a:cxn ang="0">
                    <a:pos x="25" y="27"/>
                  </a:cxn>
                  <a:cxn ang="0">
                    <a:pos x="34" y="27"/>
                  </a:cxn>
                  <a:cxn ang="0">
                    <a:pos x="38" y="20"/>
                  </a:cxn>
                  <a:cxn ang="0">
                    <a:pos x="36" y="18"/>
                  </a:cxn>
                  <a:cxn ang="0">
                    <a:pos x="39" y="16"/>
                  </a:cxn>
                  <a:cxn ang="0">
                    <a:pos x="48" y="20"/>
                  </a:cxn>
                  <a:cxn ang="0">
                    <a:pos x="53" y="20"/>
                  </a:cxn>
                  <a:cxn ang="0">
                    <a:pos x="53" y="18"/>
                  </a:cxn>
                  <a:cxn ang="0">
                    <a:pos x="58" y="18"/>
                  </a:cxn>
                  <a:cxn ang="0">
                    <a:pos x="64" y="13"/>
                  </a:cxn>
                  <a:cxn ang="0">
                    <a:pos x="60" y="11"/>
                  </a:cxn>
                  <a:cxn ang="0">
                    <a:pos x="60" y="6"/>
                  </a:cxn>
                  <a:cxn ang="0">
                    <a:pos x="60" y="3"/>
                  </a:cxn>
                  <a:cxn ang="0">
                    <a:pos x="51" y="3"/>
                  </a:cxn>
                  <a:cxn ang="0">
                    <a:pos x="44" y="3"/>
                  </a:cxn>
                  <a:cxn ang="0">
                    <a:pos x="38" y="3"/>
                  </a:cxn>
                  <a:cxn ang="0">
                    <a:pos x="29" y="3"/>
                  </a:cxn>
                  <a:cxn ang="0">
                    <a:pos x="22" y="0"/>
                  </a:cxn>
                  <a:cxn ang="0">
                    <a:pos x="20" y="3"/>
                  </a:cxn>
                  <a:cxn ang="0">
                    <a:pos x="19" y="8"/>
                  </a:cxn>
                  <a:cxn ang="0">
                    <a:pos x="12" y="8"/>
                  </a:cxn>
                  <a:cxn ang="0">
                    <a:pos x="10" y="13"/>
                  </a:cxn>
                  <a:cxn ang="0">
                    <a:pos x="6" y="15"/>
                  </a:cxn>
                  <a:cxn ang="0">
                    <a:pos x="0" y="20"/>
                  </a:cxn>
                </a:cxnLst>
                <a:rect l="0" t="0" r="0" b="0"/>
                <a:pathLst>
                  <a:path w="65" h="28">
                    <a:moveTo>
                      <a:pt x="0" y="20"/>
                    </a:moveTo>
                    <a:lnTo>
                      <a:pt x="6" y="21"/>
                    </a:lnTo>
                    <a:lnTo>
                      <a:pt x="20" y="20"/>
                    </a:lnTo>
                    <a:lnTo>
                      <a:pt x="25" y="27"/>
                    </a:lnTo>
                    <a:lnTo>
                      <a:pt x="34" y="27"/>
                    </a:lnTo>
                    <a:lnTo>
                      <a:pt x="38" y="20"/>
                    </a:lnTo>
                    <a:lnTo>
                      <a:pt x="36" y="18"/>
                    </a:lnTo>
                    <a:lnTo>
                      <a:pt x="39" y="16"/>
                    </a:lnTo>
                    <a:lnTo>
                      <a:pt x="48" y="20"/>
                    </a:lnTo>
                    <a:lnTo>
                      <a:pt x="53" y="20"/>
                    </a:lnTo>
                    <a:lnTo>
                      <a:pt x="53" y="18"/>
                    </a:lnTo>
                    <a:lnTo>
                      <a:pt x="58" y="18"/>
                    </a:lnTo>
                    <a:lnTo>
                      <a:pt x="64" y="13"/>
                    </a:lnTo>
                    <a:lnTo>
                      <a:pt x="60" y="11"/>
                    </a:lnTo>
                    <a:lnTo>
                      <a:pt x="60" y="6"/>
                    </a:lnTo>
                    <a:lnTo>
                      <a:pt x="60" y="3"/>
                    </a:lnTo>
                    <a:lnTo>
                      <a:pt x="51" y="3"/>
                    </a:lnTo>
                    <a:lnTo>
                      <a:pt x="44" y="3"/>
                    </a:lnTo>
                    <a:lnTo>
                      <a:pt x="38" y="3"/>
                    </a:lnTo>
                    <a:lnTo>
                      <a:pt x="29" y="3"/>
                    </a:lnTo>
                    <a:lnTo>
                      <a:pt x="22" y="0"/>
                    </a:lnTo>
                    <a:lnTo>
                      <a:pt x="20" y="3"/>
                    </a:lnTo>
                    <a:lnTo>
                      <a:pt x="19" y="8"/>
                    </a:lnTo>
                    <a:lnTo>
                      <a:pt x="12" y="8"/>
                    </a:lnTo>
                    <a:lnTo>
                      <a:pt x="10" y="13"/>
                    </a:lnTo>
                    <a:lnTo>
                      <a:pt x="6" y="15"/>
                    </a:lnTo>
                    <a:lnTo>
                      <a:pt x="0" y="20"/>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sp>
            <p:nvSpPr>
              <p:cNvPr id="33829" name="Freeform 38"/>
              <p:cNvSpPr/>
              <p:nvPr/>
            </p:nvSpPr>
            <p:spPr>
              <a:xfrm>
                <a:off x="2077" y="2992"/>
                <a:ext cx="408" cy="604"/>
              </a:xfrm>
              <a:custGeom>
                <a:avLst/>
                <a:gdLst/>
                <a:ahLst/>
                <a:cxnLst>
                  <a:cxn ang="0">
                    <a:pos x="46" y="10"/>
                  </a:cxn>
                  <a:cxn ang="0">
                    <a:pos x="77" y="1"/>
                  </a:cxn>
                  <a:cxn ang="0">
                    <a:pos x="64" y="20"/>
                  </a:cxn>
                  <a:cxn ang="0">
                    <a:pos x="77" y="20"/>
                  </a:cxn>
                  <a:cxn ang="0">
                    <a:pos x="90" y="19"/>
                  </a:cxn>
                  <a:cxn ang="0">
                    <a:pos x="107" y="25"/>
                  </a:cxn>
                  <a:cxn ang="0">
                    <a:pos x="162" y="36"/>
                  </a:cxn>
                  <a:cxn ang="0">
                    <a:pos x="188" y="48"/>
                  </a:cxn>
                  <a:cxn ang="0">
                    <a:pos x="221" y="53"/>
                  </a:cxn>
                  <a:cxn ang="0">
                    <a:pos x="270" y="82"/>
                  </a:cxn>
                  <a:cxn ang="0">
                    <a:pos x="294" y="119"/>
                  </a:cxn>
                  <a:cxn ang="0">
                    <a:pos x="396" y="150"/>
                  </a:cxn>
                  <a:cxn ang="0">
                    <a:pos x="396" y="200"/>
                  </a:cxn>
                  <a:cxn ang="0">
                    <a:pos x="372" y="228"/>
                  </a:cxn>
                  <a:cxn ang="0">
                    <a:pos x="367" y="266"/>
                  </a:cxn>
                  <a:cxn ang="0">
                    <a:pos x="353" y="283"/>
                  </a:cxn>
                  <a:cxn ang="0">
                    <a:pos x="329" y="311"/>
                  </a:cxn>
                  <a:cxn ang="0">
                    <a:pos x="294" y="321"/>
                  </a:cxn>
                  <a:cxn ang="0">
                    <a:pos x="277" y="350"/>
                  </a:cxn>
                  <a:cxn ang="0">
                    <a:pos x="271" y="376"/>
                  </a:cxn>
                  <a:cxn ang="0">
                    <a:pos x="244" y="399"/>
                  </a:cxn>
                  <a:cxn ang="0">
                    <a:pos x="228" y="416"/>
                  </a:cxn>
                  <a:cxn ang="0">
                    <a:pos x="216" y="425"/>
                  </a:cxn>
                  <a:cxn ang="0">
                    <a:pos x="211" y="449"/>
                  </a:cxn>
                  <a:cxn ang="0">
                    <a:pos x="183" y="457"/>
                  </a:cxn>
                  <a:cxn ang="0">
                    <a:pos x="161" y="468"/>
                  </a:cxn>
                  <a:cxn ang="0">
                    <a:pos x="161" y="492"/>
                  </a:cxn>
                  <a:cxn ang="0">
                    <a:pos x="140" y="511"/>
                  </a:cxn>
                  <a:cxn ang="0">
                    <a:pos x="152" y="526"/>
                  </a:cxn>
                  <a:cxn ang="0">
                    <a:pos x="131" y="540"/>
                  </a:cxn>
                  <a:cxn ang="0">
                    <a:pos x="121" y="566"/>
                  </a:cxn>
                  <a:cxn ang="0">
                    <a:pos x="148" y="603"/>
                  </a:cxn>
                  <a:cxn ang="0">
                    <a:pos x="116" y="583"/>
                  </a:cxn>
                  <a:cxn ang="0">
                    <a:pos x="95" y="552"/>
                  </a:cxn>
                  <a:cxn ang="0">
                    <a:pos x="93" y="468"/>
                  </a:cxn>
                  <a:cxn ang="0">
                    <a:pos x="90" y="433"/>
                  </a:cxn>
                  <a:cxn ang="0">
                    <a:pos x="91" y="393"/>
                  </a:cxn>
                  <a:cxn ang="0">
                    <a:pos x="95" y="364"/>
                  </a:cxn>
                  <a:cxn ang="0">
                    <a:pos x="93" y="314"/>
                  </a:cxn>
                  <a:cxn ang="0">
                    <a:pos x="96" y="274"/>
                  </a:cxn>
                  <a:cxn ang="0">
                    <a:pos x="72" y="247"/>
                  </a:cxn>
                  <a:cxn ang="0">
                    <a:pos x="36" y="224"/>
                  </a:cxn>
                  <a:cxn ang="0">
                    <a:pos x="24" y="190"/>
                  </a:cxn>
                  <a:cxn ang="0">
                    <a:pos x="6" y="172"/>
                  </a:cxn>
                  <a:cxn ang="0">
                    <a:pos x="6" y="139"/>
                  </a:cxn>
                  <a:cxn ang="0">
                    <a:pos x="3" y="110"/>
                  </a:cxn>
                  <a:cxn ang="0">
                    <a:pos x="29" y="50"/>
                  </a:cxn>
                </a:cxnLst>
                <a:rect l="0" t="0" r="0" b="0"/>
                <a:pathLst>
                  <a:path w="408" h="604">
                    <a:moveTo>
                      <a:pt x="31" y="27"/>
                    </a:moveTo>
                    <a:lnTo>
                      <a:pt x="36" y="20"/>
                    </a:lnTo>
                    <a:lnTo>
                      <a:pt x="46" y="10"/>
                    </a:lnTo>
                    <a:lnTo>
                      <a:pt x="60" y="5"/>
                    </a:lnTo>
                    <a:lnTo>
                      <a:pt x="69" y="0"/>
                    </a:lnTo>
                    <a:lnTo>
                      <a:pt x="77" y="1"/>
                    </a:lnTo>
                    <a:lnTo>
                      <a:pt x="74" y="6"/>
                    </a:lnTo>
                    <a:lnTo>
                      <a:pt x="65" y="12"/>
                    </a:lnTo>
                    <a:lnTo>
                      <a:pt x="64" y="20"/>
                    </a:lnTo>
                    <a:lnTo>
                      <a:pt x="65" y="29"/>
                    </a:lnTo>
                    <a:lnTo>
                      <a:pt x="74" y="29"/>
                    </a:lnTo>
                    <a:lnTo>
                      <a:pt x="77" y="20"/>
                    </a:lnTo>
                    <a:lnTo>
                      <a:pt x="79" y="12"/>
                    </a:lnTo>
                    <a:lnTo>
                      <a:pt x="84" y="13"/>
                    </a:lnTo>
                    <a:lnTo>
                      <a:pt x="90" y="19"/>
                    </a:lnTo>
                    <a:lnTo>
                      <a:pt x="100" y="17"/>
                    </a:lnTo>
                    <a:lnTo>
                      <a:pt x="105" y="20"/>
                    </a:lnTo>
                    <a:lnTo>
                      <a:pt x="107" y="25"/>
                    </a:lnTo>
                    <a:lnTo>
                      <a:pt x="122" y="24"/>
                    </a:lnTo>
                    <a:lnTo>
                      <a:pt x="152" y="20"/>
                    </a:lnTo>
                    <a:lnTo>
                      <a:pt x="162" y="36"/>
                    </a:lnTo>
                    <a:lnTo>
                      <a:pt x="181" y="44"/>
                    </a:lnTo>
                    <a:lnTo>
                      <a:pt x="181" y="51"/>
                    </a:lnTo>
                    <a:lnTo>
                      <a:pt x="188" y="48"/>
                    </a:lnTo>
                    <a:lnTo>
                      <a:pt x="197" y="48"/>
                    </a:lnTo>
                    <a:lnTo>
                      <a:pt x="209" y="55"/>
                    </a:lnTo>
                    <a:lnTo>
                      <a:pt x="221" y="53"/>
                    </a:lnTo>
                    <a:lnTo>
                      <a:pt x="232" y="55"/>
                    </a:lnTo>
                    <a:lnTo>
                      <a:pt x="251" y="67"/>
                    </a:lnTo>
                    <a:lnTo>
                      <a:pt x="270" y="82"/>
                    </a:lnTo>
                    <a:lnTo>
                      <a:pt x="277" y="101"/>
                    </a:lnTo>
                    <a:lnTo>
                      <a:pt x="271" y="114"/>
                    </a:lnTo>
                    <a:lnTo>
                      <a:pt x="294" y="119"/>
                    </a:lnTo>
                    <a:lnTo>
                      <a:pt x="332" y="126"/>
                    </a:lnTo>
                    <a:lnTo>
                      <a:pt x="372" y="134"/>
                    </a:lnTo>
                    <a:lnTo>
                      <a:pt x="396" y="150"/>
                    </a:lnTo>
                    <a:lnTo>
                      <a:pt x="407" y="165"/>
                    </a:lnTo>
                    <a:lnTo>
                      <a:pt x="407" y="183"/>
                    </a:lnTo>
                    <a:lnTo>
                      <a:pt x="396" y="200"/>
                    </a:lnTo>
                    <a:lnTo>
                      <a:pt x="386" y="209"/>
                    </a:lnTo>
                    <a:lnTo>
                      <a:pt x="379" y="215"/>
                    </a:lnTo>
                    <a:lnTo>
                      <a:pt x="372" y="228"/>
                    </a:lnTo>
                    <a:lnTo>
                      <a:pt x="370" y="238"/>
                    </a:lnTo>
                    <a:lnTo>
                      <a:pt x="372" y="252"/>
                    </a:lnTo>
                    <a:lnTo>
                      <a:pt x="367" y="266"/>
                    </a:lnTo>
                    <a:lnTo>
                      <a:pt x="361" y="269"/>
                    </a:lnTo>
                    <a:lnTo>
                      <a:pt x="360" y="278"/>
                    </a:lnTo>
                    <a:lnTo>
                      <a:pt x="353" y="283"/>
                    </a:lnTo>
                    <a:lnTo>
                      <a:pt x="351" y="290"/>
                    </a:lnTo>
                    <a:lnTo>
                      <a:pt x="342" y="298"/>
                    </a:lnTo>
                    <a:lnTo>
                      <a:pt x="329" y="311"/>
                    </a:lnTo>
                    <a:lnTo>
                      <a:pt x="316" y="316"/>
                    </a:lnTo>
                    <a:lnTo>
                      <a:pt x="308" y="314"/>
                    </a:lnTo>
                    <a:lnTo>
                      <a:pt x="294" y="321"/>
                    </a:lnTo>
                    <a:lnTo>
                      <a:pt x="278" y="336"/>
                    </a:lnTo>
                    <a:lnTo>
                      <a:pt x="277" y="343"/>
                    </a:lnTo>
                    <a:lnTo>
                      <a:pt x="277" y="350"/>
                    </a:lnTo>
                    <a:lnTo>
                      <a:pt x="278" y="359"/>
                    </a:lnTo>
                    <a:lnTo>
                      <a:pt x="271" y="369"/>
                    </a:lnTo>
                    <a:lnTo>
                      <a:pt x="271" y="376"/>
                    </a:lnTo>
                    <a:lnTo>
                      <a:pt x="259" y="383"/>
                    </a:lnTo>
                    <a:lnTo>
                      <a:pt x="251" y="390"/>
                    </a:lnTo>
                    <a:lnTo>
                      <a:pt x="244" y="399"/>
                    </a:lnTo>
                    <a:lnTo>
                      <a:pt x="242" y="407"/>
                    </a:lnTo>
                    <a:lnTo>
                      <a:pt x="232" y="418"/>
                    </a:lnTo>
                    <a:lnTo>
                      <a:pt x="228" y="416"/>
                    </a:lnTo>
                    <a:lnTo>
                      <a:pt x="219" y="416"/>
                    </a:lnTo>
                    <a:lnTo>
                      <a:pt x="209" y="419"/>
                    </a:lnTo>
                    <a:lnTo>
                      <a:pt x="216" y="425"/>
                    </a:lnTo>
                    <a:lnTo>
                      <a:pt x="216" y="435"/>
                    </a:lnTo>
                    <a:lnTo>
                      <a:pt x="216" y="442"/>
                    </a:lnTo>
                    <a:lnTo>
                      <a:pt x="211" y="449"/>
                    </a:lnTo>
                    <a:lnTo>
                      <a:pt x="197" y="449"/>
                    </a:lnTo>
                    <a:lnTo>
                      <a:pt x="188" y="452"/>
                    </a:lnTo>
                    <a:lnTo>
                      <a:pt x="183" y="457"/>
                    </a:lnTo>
                    <a:lnTo>
                      <a:pt x="183" y="468"/>
                    </a:lnTo>
                    <a:lnTo>
                      <a:pt x="171" y="471"/>
                    </a:lnTo>
                    <a:lnTo>
                      <a:pt x="161" y="468"/>
                    </a:lnTo>
                    <a:lnTo>
                      <a:pt x="157" y="475"/>
                    </a:lnTo>
                    <a:lnTo>
                      <a:pt x="162" y="478"/>
                    </a:lnTo>
                    <a:lnTo>
                      <a:pt x="161" y="492"/>
                    </a:lnTo>
                    <a:lnTo>
                      <a:pt x="155" y="506"/>
                    </a:lnTo>
                    <a:lnTo>
                      <a:pt x="143" y="506"/>
                    </a:lnTo>
                    <a:lnTo>
                      <a:pt x="140" y="511"/>
                    </a:lnTo>
                    <a:lnTo>
                      <a:pt x="140" y="520"/>
                    </a:lnTo>
                    <a:lnTo>
                      <a:pt x="147" y="520"/>
                    </a:lnTo>
                    <a:lnTo>
                      <a:pt x="152" y="526"/>
                    </a:lnTo>
                    <a:lnTo>
                      <a:pt x="148" y="535"/>
                    </a:lnTo>
                    <a:lnTo>
                      <a:pt x="142" y="537"/>
                    </a:lnTo>
                    <a:lnTo>
                      <a:pt x="131" y="540"/>
                    </a:lnTo>
                    <a:lnTo>
                      <a:pt x="128" y="549"/>
                    </a:lnTo>
                    <a:lnTo>
                      <a:pt x="128" y="561"/>
                    </a:lnTo>
                    <a:lnTo>
                      <a:pt x="121" y="566"/>
                    </a:lnTo>
                    <a:lnTo>
                      <a:pt x="145" y="587"/>
                    </a:lnTo>
                    <a:lnTo>
                      <a:pt x="152" y="596"/>
                    </a:lnTo>
                    <a:lnTo>
                      <a:pt x="148" y="603"/>
                    </a:lnTo>
                    <a:lnTo>
                      <a:pt x="136" y="597"/>
                    </a:lnTo>
                    <a:lnTo>
                      <a:pt x="128" y="590"/>
                    </a:lnTo>
                    <a:lnTo>
                      <a:pt x="116" y="583"/>
                    </a:lnTo>
                    <a:lnTo>
                      <a:pt x="103" y="575"/>
                    </a:lnTo>
                    <a:lnTo>
                      <a:pt x="95" y="563"/>
                    </a:lnTo>
                    <a:lnTo>
                      <a:pt x="95" y="552"/>
                    </a:lnTo>
                    <a:lnTo>
                      <a:pt x="96" y="545"/>
                    </a:lnTo>
                    <a:lnTo>
                      <a:pt x="95" y="482"/>
                    </a:lnTo>
                    <a:lnTo>
                      <a:pt x="93" y="468"/>
                    </a:lnTo>
                    <a:lnTo>
                      <a:pt x="84" y="456"/>
                    </a:lnTo>
                    <a:lnTo>
                      <a:pt x="84" y="445"/>
                    </a:lnTo>
                    <a:lnTo>
                      <a:pt x="90" y="433"/>
                    </a:lnTo>
                    <a:lnTo>
                      <a:pt x="95" y="416"/>
                    </a:lnTo>
                    <a:lnTo>
                      <a:pt x="93" y="400"/>
                    </a:lnTo>
                    <a:lnTo>
                      <a:pt x="91" y="393"/>
                    </a:lnTo>
                    <a:lnTo>
                      <a:pt x="91" y="385"/>
                    </a:lnTo>
                    <a:lnTo>
                      <a:pt x="93" y="381"/>
                    </a:lnTo>
                    <a:lnTo>
                      <a:pt x="95" y="364"/>
                    </a:lnTo>
                    <a:lnTo>
                      <a:pt x="93" y="355"/>
                    </a:lnTo>
                    <a:lnTo>
                      <a:pt x="98" y="333"/>
                    </a:lnTo>
                    <a:lnTo>
                      <a:pt x="93" y="314"/>
                    </a:lnTo>
                    <a:lnTo>
                      <a:pt x="96" y="304"/>
                    </a:lnTo>
                    <a:lnTo>
                      <a:pt x="102" y="286"/>
                    </a:lnTo>
                    <a:lnTo>
                      <a:pt x="96" y="274"/>
                    </a:lnTo>
                    <a:lnTo>
                      <a:pt x="86" y="266"/>
                    </a:lnTo>
                    <a:lnTo>
                      <a:pt x="84" y="255"/>
                    </a:lnTo>
                    <a:lnTo>
                      <a:pt x="72" y="247"/>
                    </a:lnTo>
                    <a:lnTo>
                      <a:pt x="60" y="240"/>
                    </a:lnTo>
                    <a:lnTo>
                      <a:pt x="45" y="238"/>
                    </a:lnTo>
                    <a:lnTo>
                      <a:pt x="36" y="224"/>
                    </a:lnTo>
                    <a:lnTo>
                      <a:pt x="25" y="210"/>
                    </a:lnTo>
                    <a:lnTo>
                      <a:pt x="24" y="200"/>
                    </a:lnTo>
                    <a:lnTo>
                      <a:pt x="24" y="190"/>
                    </a:lnTo>
                    <a:lnTo>
                      <a:pt x="20" y="183"/>
                    </a:lnTo>
                    <a:lnTo>
                      <a:pt x="13" y="176"/>
                    </a:lnTo>
                    <a:lnTo>
                      <a:pt x="6" y="172"/>
                    </a:lnTo>
                    <a:lnTo>
                      <a:pt x="0" y="164"/>
                    </a:lnTo>
                    <a:lnTo>
                      <a:pt x="6" y="157"/>
                    </a:lnTo>
                    <a:lnTo>
                      <a:pt x="6" y="139"/>
                    </a:lnTo>
                    <a:lnTo>
                      <a:pt x="3" y="131"/>
                    </a:lnTo>
                    <a:lnTo>
                      <a:pt x="0" y="122"/>
                    </a:lnTo>
                    <a:lnTo>
                      <a:pt x="3" y="110"/>
                    </a:lnTo>
                    <a:lnTo>
                      <a:pt x="19" y="77"/>
                    </a:lnTo>
                    <a:lnTo>
                      <a:pt x="20" y="63"/>
                    </a:lnTo>
                    <a:lnTo>
                      <a:pt x="29" y="50"/>
                    </a:lnTo>
                    <a:lnTo>
                      <a:pt x="29" y="41"/>
                    </a:lnTo>
                    <a:lnTo>
                      <a:pt x="31" y="27"/>
                    </a:lnTo>
                  </a:path>
                </a:pathLst>
              </a:custGeom>
              <a:gradFill rotWithShape="0">
                <a:gsLst>
                  <a:gs pos="0">
                    <a:srgbClr val="33CC33"/>
                  </a:gs>
                  <a:gs pos="100000">
                    <a:srgbClr val="5CD65C"/>
                  </a:gs>
                </a:gsLst>
                <a:lin ang="5400000" scaled="1"/>
                <a:tileRect/>
              </a:gradFill>
              <a:ln w="12700" cap="rnd" cmpd="sng">
                <a:solidFill>
                  <a:srgbClr val="000000"/>
                </a:solidFill>
                <a:prstDash val="solid"/>
                <a:round/>
                <a:headEnd type="none" w="med" len="med"/>
                <a:tailEnd type="none" w="med" len="med"/>
              </a:ln>
            </p:spPr>
            <p:txBody>
              <a:bodyPr/>
              <a:lstStyle/>
              <a:p>
                <a:endParaRPr lang="zh-CN" altLang="en-US"/>
              </a:p>
            </p:txBody>
          </p:sp>
        </p:grpSp>
        <p:sp>
          <p:nvSpPr>
            <p:cNvPr id="33830" name="Line 39"/>
            <p:cNvSpPr/>
            <p:nvPr/>
          </p:nvSpPr>
          <p:spPr>
            <a:xfrm flipV="1">
              <a:off x="1936" y="998"/>
              <a:ext cx="585" cy="1352"/>
            </a:xfrm>
            <a:prstGeom prst="line">
              <a:avLst/>
            </a:prstGeom>
            <a:ln w="25400" cap="flat" cmpd="sng">
              <a:solidFill>
                <a:schemeClr val="bg1"/>
              </a:solidFill>
              <a:prstDash val="solid"/>
              <a:headEnd type="none" w="med" len="med"/>
              <a:tailEnd type="none" w="med" len="med"/>
            </a:ln>
          </p:spPr>
        </p:sp>
        <p:sp>
          <p:nvSpPr>
            <p:cNvPr id="33831" name="Arc 40"/>
            <p:cNvSpPr/>
            <p:nvPr/>
          </p:nvSpPr>
          <p:spPr>
            <a:xfrm>
              <a:off x="988" y="1440"/>
              <a:ext cx="222" cy="202"/>
            </a:xfrm>
            <a:custGeom>
              <a:avLst/>
              <a:gdLst/>
              <a:ahLst/>
              <a:cxnLst>
                <a:cxn ang="0">
                  <a:pos x="0" y="0"/>
                </a:cxn>
                <a:cxn ang="0">
                  <a:pos x="222" y="202"/>
                </a:cxn>
                <a:cxn ang="0">
                  <a:pos x="1" y="202"/>
                </a:cxn>
              </a:cxnLst>
              <a:rect l="0" t="0" r="0" b="0"/>
              <a:pathLst>
                <a:path w="21728" h="21600" fill="none">
                  <a:moveTo>
                    <a:pt x="0" y="0"/>
                  </a:moveTo>
                  <a:cubicBezTo>
                    <a:pt x="42" y="0"/>
                    <a:pt x="85" y="-1"/>
                    <a:pt x="128" y="0"/>
                  </a:cubicBezTo>
                  <a:cubicBezTo>
                    <a:pt x="12057" y="0"/>
                    <a:pt x="21728" y="9670"/>
                    <a:pt x="21728" y="21600"/>
                  </a:cubicBezTo>
                </a:path>
                <a:path w="21728" h="21600" stroke="0">
                  <a:moveTo>
                    <a:pt x="0" y="0"/>
                  </a:moveTo>
                  <a:cubicBezTo>
                    <a:pt x="42" y="0"/>
                    <a:pt x="85" y="-1"/>
                    <a:pt x="128" y="0"/>
                  </a:cubicBezTo>
                  <a:cubicBezTo>
                    <a:pt x="12057" y="0"/>
                    <a:pt x="21728" y="9670"/>
                    <a:pt x="21728" y="21600"/>
                  </a:cubicBezTo>
                  <a:lnTo>
                    <a:pt x="128" y="21600"/>
                  </a:lnTo>
                  <a:close/>
                </a:path>
              </a:pathLst>
            </a:custGeom>
            <a:noFill/>
            <a:ln w="12700" cap="rnd" cmpd="sng">
              <a:solidFill>
                <a:schemeClr val="tx1"/>
              </a:solidFill>
              <a:prstDash val="solid"/>
              <a:round/>
              <a:headEnd type="triangle" w="med" len="med"/>
              <a:tailEnd type="triangle" w="med" len="med"/>
            </a:ln>
          </p:spPr>
          <p:txBody>
            <a:bodyPr/>
            <a:lstStyle/>
            <a:p>
              <a:endParaRPr lang="zh-CN" altLang="en-US"/>
            </a:p>
          </p:txBody>
        </p:sp>
        <p:sp>
          <p:nvSpPr>
            <p:cNvPr id="33832" name="Line 41"/>
            <p:cNvSpPr/>
            <p:nvPr/>
          </p:nvSpPr>
          <p:spPr>
            <a:xfrm flipV="1">
              <a:off x="1244" y="998"/>
              <a:ext cx="634" cy="1354"/>
            </a:xfrm>
            <a:prstGeom prst="line">
              <a:avLst/>
            </a:prstGeom>
            <a:ln w="25400" cap="flat" cmpd="sng">
              <a:solidFill>
                <a:schemeClr val="bg1"/>
              </a:solidFill>
              <a:prstDash val="solid"/>
              <a:headEnd type="none" w="med" len="med"/>
              <a:tailEnd type="none" w="med" len="med"/>
            </a:ln>
          </p:spPr>
        </p:sp>
        <p:sp>
          <p:nvSpPr>
            <p:cNvPr id="33833" name="Line 42"/>
            <p:cNvSpPr/>
            <p:nvPr/>
          </p:nvSpPr>
          <p:spPr>
            <a:xfrm flipV="1">
              <a:off x="2594" y="998"/>
              <a:ext cx="585" cy="1352"/>
            </a:xfrm>
            <a:prstGeom prst="line">
              <a:avLst/>
            </a:prstGeom>
            <a:ln w="25400" cap="flat" cmpd="sng">
              <a:solidFill>
                <a:schemeClr val="bg1"/>
              </a:solidFill>
              <a:prstDash val="solid"/>
              <a:headEnd type="none" w="med" len="med"/>
              <a:tailEnd type="none" w="med" len="med"/>
            </a:ln>
          </p:spPr>
        </p:sp>
        <p:sp>
          <p:nvSpPr>
            <p:cNvPr id="33834" name="Line 43"/>
            <p:cNvSpPr/>
            <p:nvPr/>
          </p:nvSpPr>
          <p:spPr>
            <a:xfrm flipV="1">
              <a:off x="3244" y="998"/>
              <a:ext cx="577" cy="1352"/>
            </a:xfrm>
            <a:prstGeom prst="line">
              <a:avLst/>
            </a:prstGeom>
            <a:ln w="25400" cap="flat" cmpd="sng">
              <a:solidFill>
                <a:schemeClr val="bg1"/>
              </a:solidFill>
              <a:prstDash val="solid"/>
              <a:headEnd type="none" w="med" len="med"/>
              <a:tailEnd type="none" w="med" len="med"/>
            </a:ln>
          </p:spPr>
        </p:sp>
        <p:sp>
          <p:nvSpPr>
            <p:cNvPr id="33835" name="Line 44"/>
            <p:cNvSpPr/>
            <p:nvPr/>
          </p:nvSpPr>
          <p:spPr>
            <a:xfrm flipV="1">
              <a:off x="3877" y="998"/>
              <a:ext cx="602" cy="1352"/>
            </a:xfrm>
            <a:prstGeom prst="line">
              <a:avLst/>
            </a:prstGeom>
            <a:ln w="25400" cap="flat" cmpd="sng">
              <a:solidFill>
                <a:schemeClr val="bg1"/>
              </a:solidFill>
              <a:prstDash val="solid"/>
              <a:headEnd type="none" w="med" len="med"/>
              <a:tailEnd type="none" w="med" len="med"/>
            </a:ln>
          </p:spPr>
        </p:sp>
        <p:grpSp>
          <p:nvGrpSpPr>
            <p:cNvPr id="33836" name="Group 45"/>
            <p:cNvGrpSpPr/>
            <p:nvPr/>
          </p:nvGrpSpPr>
          <p:grpSpPr>
            <a:xfrm>
              <a:off x="1726" y="2139"/>
              <a:ext cx="450" cy="241"/>
              <a:chOff x="2070" y="3642"/>
              <a:chExt cx="345" cy="261"/>
            </a:xfrm>
          </p:grpSpPr>
          <p:sp>
            <p:nvSpPr>
              <p:cNvPr id="33837" name="Freeform 46"/>
              <p:cNvSpPr/>
              <p:nvPr/>
            </p:nvSpPr>
            <p:spPr>
              <a:xfrm>
                <a:off x="2287" y="3642"/>
                <a:ext cx="128" cy="128"/>
              </a:xfrm>
              <a:custGeom>
                <a:avLst/>
                <a:gdLst/>
                <a:ahLst/>
                <a:cxnLst>
                  <a:cxn ang="0">
                    <a:pos x="127" y="77"/>
                  </a:cxn>
                  <a:cxn ang="0">
                    <a:pos x="80" y="0"/>
                  </a:cxn>
                  <a:cxn ang="0">
                    <a:pos x="0" y="43"/>
                  </a:cxn>
                  <a:cxn ang="0">
                    <a:pos x="51" y="127"/>
                  </a:cxn>
                  <a:cxn ang="0">
                    <a:pos x="127" y="77"/>
                  </a:cxn>
                </a:cxnLst>
                <a:rect l="0" t="0" r="0" b="0"/>
                <a:pathLst>
                  <a:path w="128" h="128">
                    <a:moveTo>
                      <a:pt x="127" y="77"/>
                    </a:moveTo>
                    <a:lnTo>
                      <a:pt x="80" y="0"/>
                    </a:lnTo>
                    <a:lnTo>
                      <a:pt x="0" y="43"/>
                    </a:lnTo>
                    <a:lnTo>
                      <a:pt x="51" y="127"/>
                    </a:lnTo>
                    <a:lnTo>
                      <a:pt x="127" y="7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3838" name="Freeform 47"/>
              <p:cNvSpPr/>
              <p:nvPr/>
            </p:nvSpPr>
            <p:spPr>
              <a:xfrm>
                <a:off x="2187" y="3724"/>
                <a:ext cx="109" cy="91"/>
              </a:xfrm>
              <a:custGeom>
                <a:avLst/>
                <a:gdLst/>
                <a:ahLst/>
                <a:cxnLst>
                  <a:cxn ang="0">
                    <a:pos x="10" y="31"/>
                  </a:cxn>
                  <a:cxn ang="0">
                    <a:pos x="62" y="1"/>
                  </a:cxn>
                  <a:cxn ang="0">
                    <a:pos x="84" y="0"/>
                  </a:cxn>
                  <a:cxn ang="0">
                    <a:pos x="108" y="40"/>
                  </a:cxn>
                  <a:cxn ang="0">
                    <a:pos x="96" y="58"/>
                  </a:cxn>
                  <a:cxn ang="0">
                    <a:pos x="45" y="88"/>
                  </a:cxn>
                  <a:cxn ang="0">
                    <a:pos x="24" y="90"/>
                  </a:cxn>
                  <a:cxn ang="0">
                    <a:pos x="0" y="49"/>
                  </a:cxn>
                  <a:cxn ang="0">
                    <a:pos x="10" y="31"/>
                  </a:cxn>
                </a:cxnLst>
                <a:rect l="0" t="0" r="0" b="0"/>
                <a:pathLst>
                  <a:path w="109" h="91">
                    <a:moveTo>
                      <a:pt x="10" y="31"/>
                    </a:moveTo>
                    <a:lnTo>
                      <a:pt x="62" y="1"/>
                    </a:lnTo>
                    <a:lnTo>
                      <a:pt x="84" y="0"/>
                    </a:lnTo>
                    <a:lnTo>
                      <a:pt x="108" y="40"/>
                    </a:lnTo>
                    <a:lnTo>
                      <a:pt x="96" y="58"/>
                    </a:lnTo>
                    <a:lnTo>
                      <a:pt x="45" y="88"/>
                    </a:lnTo>
                    <a:lnTo>
                      <a:pt x="24" y="90"/>
                    </a:lnTo>
                    <a:lnTo>
                      <a:pt x="0" y="49"/>
                    </a:lnTo>
                    <a:lnTo>
                      <a:pt x="10" y="3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839" name="Freeform 48"/>
              <p:cNvSpPr/>
              <p:nvPr/>
            </p:nvSpPr>
            <p:spPr>
              <a:xfrm>
                <a:off x="2224" y="3706"/>
                <a:ext cx="111" cy="91"/>
              </a:xfrm>
              <a:custGeom>
                <a:avLst/>
                <a:gdLst/>
                <a:ahLst/>
                <a:cxnLst>
                  <a:cxn ang="0">
                    <a:pos x="12" y="32"/>
                  </a:cxn>
                  <a:cxn ang="0">
                    <a:pos x="63" y="2"/>
                  </a:cxn>
                  <a:cxn ang="0">
                    <a:pos x="85" y="0"/>
                  </a:cxn>
                  <a:cxn ang="0">
                    <a:pos x="110" y="40"/>
                  </a:cxn>
                  <a:cxn ang="0">
                    <a:pos x="97" y="57"/>
                  </a:cxn>
                  <a:cxn ang="0">
                    <a:pos x="47" y="87"/>
                  </a:cxn>
                  <a:cxn ang="0">
                    <a:pos x="24" y="90"/>
                  </a:cxn>
                  <a:cxn ang="0">
                    <a:pos x="0" y="50"/>
                  </a:cxn>
                  <a:cxn ang="0">
                    <a:pos x="12" y="32"/>
                  </a:cxn>
                </a:cxnLst>
                <a:rect l="0" t="0" r="0" b="0"/>
                <a:pathLst>
                  <a:path w="111" h="91">
                    <a:moveTo>
                      <a:pt x="12" y="32"/>
                    </a:moveTo>
                    <a:lnTo>
                      <a:pt x="63" y="2"/>
                    </a:lnTo>
                    <a:lnTo>
                      <a:pt x="85" y="0"/>
                    </a:lnTo>
                    <a:lnTo>
                      <a:pt x="110" y="40"/>
                    </a:lnTo>
                    <a:lnTo>
                      <a:pt x="97" y="57"/>
                    </a:lnTo>
                    <a:lnTo>
                      <a:pt x="47" y="87"/>
                    </a:lnTo>
                    <a:lnTo>
                      <a:pt x="24" y="90"/>
                    </a:lnTo>
                    <a:lnTo>
                      <a:pt x="0" y="50"/>
                    </a:lnTo>
                    <a:lnTo>
                      <a:pt x="12" y="3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840" name="Freeform 49"/>
              <p:cNvSpPr/>
              <p:nvPr/>
            </p:nvSpPr>
            <p:spPr>
              <a:xfrm>
                <a:off x="2197" y="3717"/>
                <a:ext cx="97" cy="38"/>
              </a:xfrm>
              <a:custGeom>
                <a:avLst/>
                <a:gdLst/>
                <a:ahLst/>
                <a:cxnLst>
                  <a:cxn ang="0">
                    <a:pos x="50" y="6"/>
                  </a:cxn>
                  <a:cxn ang="0">
                    <a:pos x="96" y="0"/>
                  </a:cxn>
                  <a:cxn ang="0">
                    <a:pos x="45" y="29"/>
                  </a:cxn>
                  <a:cxn ang="0">
                    <a:pos x="0" y="37"/>
                  </a:cxn>
                  <a:cxn ang="0">
                    <a:pos x="50" y="6"/>
                  </a:cxn>
                </a:cxnLst>
                <a:rect l="0" t="0" r="0" b="0"/>
                <a:pathLst>
                  <a:path w="97" h="38">
                    <a:moveTo>
                      <a:pt x="50" y="6"/>
                    </a:moveTo>
                    <a:lnTo>
                      <a:pt x="96" y="0"/>
                    </a:lnTo>
                    <a:lnTo>
                      <a:pt x="45" y="29"/>
                    </a:lnTo>
                    <a:lnTo>
                      <a:pt x="0" y="37"/>
                    </a:lnTo>
                    <a:lnTo>
                      <a:pt x="50" y="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3841" name="Freeform 50"/>
              <p:cNvSpPr/>
              <p:nvPr/>
            </p:nvSpPr>
            <p:spPr>
              <a:xfrm>
                <a:off x="2209" y="3796"/>
                <a:ext cx="64" cy="20"/>
              </a:xfrm>
              <a:custGeom>
                <a:avLst/>
                <a:gdLst/>
                <a:ahLst/>
                <a:cxnLst>
                  <a:cxn ang="0">
                    <a:pos x="0" y="19"/>
                  </a:cxn>
                  <a:cxn ang="0">
                    <a:pos x="40" y="0"/>
                  </a:cxn>
                  <a:cxn ang="0">
                    <a:pos x="63" y="0"/>
                  </a:cxn>
                  <a:cxn ang="0">
                    <a:pos x="22" y="19"/>
                  </a:cxn>
                  <a:cxn ang="0">
                    <a:pos x="0" y="19"/>
                  </a:cxn>
                </a:cxnLst>
                <a:rect l="0" t="0" r="0" b="0"/>
                <a:pathLst>
                  <a:path w="64" h="20">
                    <a:moveTo>
                      <a:pt x="0" y="19"/>
                    </a:moveTo>
                    <a:lnTo>
                      <a:pt x="40" y="0"/>
                    </a:lnTo>
                    <a:lnTo>
                      <a:pt x="63" y="0"/>
                    </a:lnTo>
                    <a:lnTo>
                      <a:pt x="22" y="19"/>
                    </a:lnTo>
                    <a:lnTo>
                      <a:pt x="0" y="19"/>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3842" name="Line 51"/>
              <p:cNvSpPr/>
              <p:nvPr/>
            </p:nvSpPr>
            <p:spPr>
              <a:xfrm flipV="1">
                <a:off x="2191" y="3754"/>
                <a:ext cx="29" cy="23"/>
              </a:xfrm>
              <a:prstGeom prst="line">
                <a:avLst/>
              </a:prstGeom>
              <a:ln w="12700" cap="flat" cmpd="sng">
                <a:solidFill>
                  <a:schemeClr val="tx1"/>
                </a:solidFill>
                <a:prstDash val="solid"/>
                <a:headEnd type="none" w="med" len="med"/>
                <a:tailEnd type="none" w="med" len="med"/>
              </a:ln>
            </p:spPr>
          </p:sp>
          <p:sp>
            <p:nvSpPr>
              <p:cNvPr id="33843" name="Oval 52"/>
              <p:cNvSpPr/>
              <p:nvPr/>
            </p:nvSpPr>
            <p:spPr>
              <a:xfrm rot="-1860000">
                <a:off x="2244" y="3743"/>
                <a:ext cx="20" cy="12"/>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844" name="Line 53"/>
              <p:cNvSpPr/>
              <p:nvPr/>
            </p:nvSpPr>
            <p:spPr>
              <a:xfrm flipV="1">
                <a:off x="2246" y="3733"/>
                <a:ext cx="2" cy="14"/>
              </a:xfrm>
              <a:prstGeom prst="line">
                <a:avLst/>
              </a:prstGeom>
              <a:ln w="12700" cap="flat" cmpd="sng">
                <a:solidFill>
                  <a:schemeClr val="tx1"/>
                </a:solidFill>
                <a:prstDash val="solid"/>
                <a:headEnd type="none" w="med" len="med"/>
                <a:tailEnd type="none" w="med" len="med"/>
              </a:ln>
            </p:spPr>
          </p:sp>
          <p:sp>
            <p:nvSpPr>
              <p:cNvPr id="33845" name="Line 54"/>
              <p:cNvSpPr/>
              <p:nvPr/>
            </p:nvSpPr>
            <p:spPr>
              <a:xfrm>
                <a:off x="2250" y="3747"/>
                <a:ext cx="2" cy="0"/>
              </a:xfrm>
              <a:prstGeom prst="line">
                <a:avLst/>
              </a:prstGeom>
              <a:ln w="12700" cap="flat" cmpd="sng">
                <a:solidFill>
                  <a:schemeClr val="tx1"/>
                </a:solidFill>
                <a:prstDash val="solid"/>
                <a:headEnd type="none" w="med" len="med"/>
                <a:tailEnd type="none" w="med" len="med"/>
              </a:ln>
            </p:spPr>
          </p:sp>
          <p:sp>
            <p:nvSpPr>
              <p:cNvPr id="33846" name="Oval 55"/>
              <p:cNvSpPr/>
              <p:nvPr/>
            </p:nvSpPr>
            <p:spPr>
              <a:xfrm rot="-1860000">
                <a:off x="2244" y="3739"/>
                <a:ext cx="85" cy="4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847" name="Line 56"/>
              <p:cNvSpPr/>
              <p:nvPr/>
            </p:nvSpPr>
            <p:spPr>
              <a:xfrm flipV="1">
                <a:off x="2292" y="3697"/>
                <a:ext cx="31" cy="24"/>
              </a:xfrm>
              <a:prstGeom prst="line">
                <a:avLst/>
              </a:prstGeom>
              <a:ln w="12700" cap="flat" cmpd="sng">
                <a:solidFill>
                  <a:schemeClr val="tx1"/>
                </a:solidFill>
                <a:prstDash val="solid"/>
                <a:headEnd type="none" w="med" len="med"/>
                <a:tailEnd type="none" w="med" len="med"/>
              </a:ln>
            </p:spPr>
          </p:sp>
          <p:sp>
            <p:nvSpPr>
              <p:cNvPr id="33848" name="Freeform 57"/>
              <p:cNvSpPr/>
              <p:nvPr/>
            </p:nvSpPr>
            <p:spPr>
              <a:xfrm>
                <a:off x="2246" y="3736"/>
                <a:ext cx="29" cy="20"/>
              </a:xfrm>
              <a:custGeom>
                <a:avLst/>
                <a:gdLst/>
                <a:ahLst/>
                <a:cxnLst>
                  <a:cxn ang="0">
                    <a:pos x="0" y="13"/>
                  </a:cxn>
                  <a:cxn ang="0">
                    <a:pos x="14" y="0"/>
                  </a:cxn>
                  <a:cxn ang="0">
                    <a:pos x="28" y="2"/>
                  </a:cxn>
                  <a:cxn ang="0">
                    <a:pos x="25" y="19"/>
                  </a:cxn>
                  <a:cxn ang="0">
                    <a:pos x="0" y="13"/>
                  </a:cxn>
                </a:cxnLst>
                <a:rect l="0" t="0" r="0" b="0"/>
                <a:pathLst>
                  <a:path w="29" h="20">
                    <a:moveTo>
                      <a:pt x="0" y="13"/>
                    </a:moveTo>
                    <a:lnTo>
                      <a:pt x="14" y="0"/>
                    </a:lnTo>
                    <a:lnTo>
                      <a:pt x="28" y="2"/>
                    </a:lnTo>
                    <a:lnTo>
                      <a:pt x="25" y="19"/>
                    </a:lnTo>
                    <a:lnTo>
                      <a:pt x="0" y="1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849" name="Freeform 58"/>
              <p:cNvSpPr/>
              <p:nvPr/>
            </p:nvSpPr>
            <p:spPr>
              <a:xfrm>
                <a:off x="2247" y="3736"/>
                <a:ext cx="29" cy="22"/>
              </a:xfrm>
              <a:custGeom>
                <a:avLst/>
                <a:gdLst/>
                <a:ahLst/>
                <a:cxnLst>
                  <a:cxn ang="0">
                    <a:pos x="20" y="0"/>
                  </a:cxn>
                  <a:cxn ang="0">
                    <a:pos x="28" y="11"/>
                  </a:cxn>
                  <a:cxn ang="0">
                    <a:pos x="16" y="21"/>
                  </a:cxn>
                  <a:cxn ang="0">
                    <a:pos x="0" y="16"/>
                  </a:cxn>
                  <a:cxn ang="0">
                    <a:pos x="14" y="5"/>
                  </a:cxn>
                  <a:cxn ang="0">
                    <a:pos x="20" y="0"/>
                  </a:cxn>
                </a:cxnLst>
                <a:rect l="0" t="0" r="0" b="0"/>
                <a:pathLst>
                  <a:path w="29" h="22">
                    <a:moveTo>
                      <a:pt x="20" y="0"/>
                    </a:moveTo>
                    <a:lnTo>
                      <a:pt x="28" y="11"/>
                    </a:lnTo>
                    <a:lnTo>
                      <a:pt x="16" y="21"/>
                    </a:lnTo>
                    <a:lnTo>
                      <a:pt x="0" y="16"/>
                    </a:lnTo>
                    <a:lnTo>
                      <a:pt x="14" y="5"/>
                    </a:lnTo>
                    <a:lnTo>
                      <a:pt x="2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850" name="Rectangle 59"/>
              <p:cNvSpPr/>
              <p:nvPr/>
            </p:nvSpPr>
            <p:spPr>
              <a:xfrm rot="-1860000">
                <a:off x="2196" y="3793"/>
                <a:ext cx="21" cy="11"/>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851" name="Freeform 60"/>
              <p:cNvSpPr/>
              <p:nvPr/>
            </p:nvSpPr>
            <p:spPr>
              <a:xfrm>
                <a:off x="2070" y="3752"/>
                <a:ext cx="150" cy="151"/>
              </a:xfrm>
              <a:custGeom>
                <a:avLst/>
                <a:gdLst/>
                <a:ahLst/>
                <a:cxnLst>
                  <a:cxn ang="0">
                    <a:pos x="0" y="53"/>
                  </a:cxn>
                  <a:cxn ang="0">
                    <a:pos x="57" y="150"/>
                  </a:cxn>
                  <a:cxn ang="0">
                    <a:pos x="149" y="90"/>
                  </a:cxn>
                  <a:cxn ang="0">
                    <a:pos x="94" y="0"/>
                  </a:cxn>
                  <a:cxn ang="0">
                    <a:pos x="0" y="53"/>
                  </a:cxn>
                </a:cxnLst>
                <a:rect l="0" t="0" r="0" b="0"/>
                <a:pathLst>
                  <a:path w="150" h="151">
                    <a:moveTo>
                      <a:pt x="0" y="53"/>
                    </a:moveTo>
                    <a:lnTo>
                      <a:pt x="57" y="150"/>
                    </a:lnTo>
                    <a:lnTo>
                      <a:pt x="149" y="90"/>
                    </a:lnTo>
                    <a:lnTo>
                      <a:pt x="94" y="0"/>
                    </a:lnTo>
                    <a:lnTo>
                      <a:pt x="0" y="5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3852" name="Line 61"/>
              <p:cNvSpPr/>
              <p:nvPr/>
            </p:nvSpPr>
            <p:spPr>
              <a:xfrm flipV="1">
                <a:off x="2275" y="3775"/>
                <a:ext cx="6" cy="11"/>
              </a:xfrm>
              <a:prstGeom prst="line">
                <a:avLst/>
              </a:prstGeom>
              <a:ln w="12700" cap="flat" cmpd="sng">
                <a:solidFill>
                  <a:schemeClr val="tx1"/>
                </a:solidFill>
                <a:prstDash val="solid"/>
                <a:headEnd type="none" w="med" len="med"/>
                <a:tailEnd type="none" w="med" len="med"/>
              </a:ln>
            </p:spPr>
          </p:sp>
          <p:sp>
            <p:nvSpPr>
              <p:cNvPr id="33853" name="Line 62"/>
              <p:cNvSpPr/>
              <p:nvPr/>
            </p:nvSpPr>
            <p:spPr>
              <a:xfrm flipV="1">
                <a:off x="2272" y="3772"/>
                <a:ext cx="7" cy="14"/>
              </a:xfrm>
              <a:prstGeom prst="line">
                <a:avLst/>
              </a:prstGeom>
              <a:ln w="12700" cap="flat" cmpd="sng">
                <a:solidFill>
                  <a:schemeClr val="tx1"/>
                </a:solidFill>
                <a:prstDash val="solid"/>
                <a:headEnd type="none" w="med" len="med"/>
                <a:tailEnd type="none" w="med" len="med"/>
              </a:ln>
            </p:spPr>
          </p:sp>
          <p:sp>
            <p:nvSpPr>
              <p:cNvPr id="33854" name="Freeform 63"/>
              <p:cNvSpPr/>
              <p:nvPr/>
            </p:nvSpPr>
            <p:spPr>
              <a:xfrm>
                <a:off x="2268" y="3768"/>
                <a:ext cx="30" cy="26"/>
              </a:xfrm>
              <a:custGeom>
                <a:avLst/>
                <a:gdLst/>
                <a:ahLst/>
                <a:cxnLst>
                  <a:cxn ang="0">
                    <a:pos x="23" y="19"/>
                  </a:cxn>
                  <a:cxn ang="0">
                    <a:pos x="29" y="15"/>
                  </a:cxn>
                  <a:cxn ang="0">
                    <a:pos x="27" y="13"/>
                  </a:cxn>
                  <a:cxn ang="0">
                    <a:pos x="21" y="2"/>
                  </a:cxn>
                  <a:cxn ang="0">
                    <a:pos x="20" y="0"/>
                  </a:cxn>
                  <a:cxn ang="0">
                    <a:pos x="14" y="4"/>
                  </a:cxn>
                  <a:cxn ang="0">
                    <a:pos x="10" y="10"/>
                  </a:cxn>
                  <a:cxn ang="0">
                    <a:pos x="4" y="15"/>
                  </a:cxn>
                  <a:cxn ang="0">
                    <a:pos x="0" y="21"/>
                  </a:cxn>
                  <a:cxn ang="0">
                    <a:pos x="1" y="23"/>
                  </a:cxn>
                  <a:cxn ang="0">
                    <a:pos x="7" y="20"/>
                  </a:cxn>
                  <a:cxn ang="0">
                    <a:pos x="10" y="25"/>
                  </a:cxn>
                  <a:cxn ang="0">
                    <a:pos x="17" y="23"/>
                  </a:cxn>
                  <a:cxn ang="0">
                    <a:pos x="23" y="19"/>
                  </a:cxn>
                </a:cxnLst>
                <a:rect l="0" t="0" r="0" b="0"/>
                <a:pathLst>
                  <a:path w="30" h="26">
                    <a:moveTo>
                      <a:pt x="23" y="19"/>
                    </a:moveTo>
                    <a:lnTo>
                      <a:pt x="29" y="15"/>
                    </a:lnTo>
                    <a:lnTo>
                      <a:pt x="27" y="13"/>
                    </a:lnTo>
                    <a:lnTo>
                      <a:pt x="21" y="2"/>
                    </a:lnTo>
                    <a:lnTo>
                      <a:pt x="20" y="0"/>
                    </a:lnTo>
                    <a:lnTo>
                      <a:pt x="14" y="4"/>
                    </a:lnTo>
                    <a:lnTo>
                      <a:pt x="10" y="10"/>
                    </a:lnTo>
                    <a:lnTo>
                      <a:pt x="4" y="15"/>
                    </a:lnTo>
                    <a:lnTo>
                      <a:pt x="0" y="21"/>
                    </a:lnTo>
                    <a:lnTo>
                      <a:pt x="1" y="23"/>
                    </a:lnTo>
                    <a:lnTo>
                      <a:pt x="7" y="20"/>
                    </a:lnTo>
                    <a:lnTo>
                      <a:pt x="10" y="25"/>
                    </a:lnTo>
                    <a:lnTo>
                      <a:pt x="17" y="23"/>
                    </a:lnTo>
                    <a:lnTo>
                      <a:pt x="23"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55" name="Freeform 64"/>
              <p:cNvSpPr/>
              <p:nvPr/>
            </p:nvSpPr>
            <p:spPr>
              <a:xfrm>
                <a:off x="2269" y="3774"/>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56" name="Freeform 65"/>
              <p:cNvSpPr/>
              <p:nvPr/>
            </p:nvSpPr>
            <p:spPr>
              <a:xfrm>
                <a:off x="2286" y="3768"/>
                <a:ext cx="25" cy="20"/>
              </a:xfrm>
              <a:custGeom>
                <a:avLst/>
                <a:gdLst/>
                <a:ahLst/>
                <a:cxnLst>
                  <a:cxn ang="0">
                    <a:pos x="0" y="16"/>
                  </a:cxn>
                  <a:cxn ang="0">
                    <a:pos x="2" y="19"/>
                  </a:cxn>
                  <a:cxn ang="0">
                    <a:pos x="5" y="16"/>
                  </a:cxn>
                  <a:cxn ang="0">
                    <a:pos x="6" y="19"/>
                  </a:cxn>
                  <a:cxn ang="0">
                    <a:pos x="10" y="19"/>
                  </a:cxn>
                  <a:cxn ang="0">
                    <a:pos x="14" y="19"/>
                  </a:cxn>
                  <a:cxn ang="0">
                    <a:pos x="17" y="16"/>
                  </a:cxn>
                  <a:cxn ang="0">
                    <a:pos x="19" y="11"/>
                  </a:cxn>
                  <a:cxn ang="0">
                    <a:pos x="21" y="8"/>
                  </a:cxn>
                  <a:cxn ang="0">
                    <a:pos x="20" y="5"/>
                  </a:cxn>
                  <a:cxn ang="0">
                    <a:pos x="24" y="3"/>
                  </a:cxn>
                  <a:cxn ang="0">
                    <a:pos x="22" y="1"/>
                  </a:cxn>
                  <a:cxn ang="0">
                    <a:pos x="18" y="1"/>
                  </a:cxn>
                  <a:cxn ang="0">
                    <a:pos x="13" y="1"/>
                  </a:cxn>
                  <a:cxn ang="0">
                    <a:pos x="9" y="0"/>
                  </a:cxn>
                  <a:cxn ang="0">
                    <a:pos x="6" y="2"/>
                  </a:cxn>
                  <a:cxn ang="0">
                    <a:pos x="4" y="7"/>
                  </a:cxn>
                  <a:cxn ang="0">
                    <a:pos x="2" y="11"/>
                  </a:cxn>
                  <a:cxn ang="0">
                    <a:pos x="0" y="16"/>
                  </a:cxn>
                </a:cxnLst>
                <a:rect l="0" t="0" r="0" b="0"/>
                <a:pathLst>
                  <a:path w="25" h="20">
                    <a:moveTo>
                      <a:pt x="0" y="16"/>
                    </a:moveTo>
                    <a:lnTo>
                      <a:pt x="2" y="19"/>
                    </a:lnTo>
                    <a:lnTo>
                      <a:pt x="5" y="16"/>
                    </a:lnTo>
                    <a:lnTo>
                      <a:pt x="6" y="19"/>
                    </a:lnTo>
                    <a:lnTo>
                      <a:pt x="10" y="19"/>
                    </a:lnTo>
                    <a:lnTo>
                      <a:pt x="14" y="19"/>
                    </a:lnTo>
                    <a:lnTo>
                      <a:pt x="17" y="16"/>
                    </a:lnTo>
                    <a:lnTo>
                      <a:pt x="19" y="11"/>
                    </a:lnTo>
                    <a:lnTo>
                      <a:pt x="21" y="8"/>
                    </a:lnTo>
                    <a:lnTo>
                      <a:pt x="20" y="5"/>
                    </a:lnTo>
                    <a:lnTo>
                      <a:pt x="24" y="3"/>
                    </a:lnTo>
                    <a:lnTo>
                      <a:pt x="22" y="1"/>
                    </a:lnTo>
                    <a:lnTo>
                      <a:pt x="18" y="1"/>
                    </a:lnTo>
                    <a:lnTo>
                      <a:pt x="13" y="1"/>
                    </a:lnTo>
                    <a:lnTo>
                      <a:pt x="9" y="0"/>
                    </a:lnTo>
                    <a:lnTo>
                      <a:pt x="6" y="2"/>
                    </a:lnTo>
                    <a:lnTo>
                      <a:pt x="4" y="7"/>
                    </a:lnTo>
                    <a:lnTo>
                      <a:pt x="2"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57" name="Line 66"/>
              <p:cNvSpPr/>
              <p:nvPr/>
            </p:nvSpPr>
            <p:spPr>
              <a:xfrm flipV="1">
                <a:off x="2260" y="3772"/>
                <a:ext cx="2" cy="10"/>
              </a:xfrm>
              <a:prstGeom prst="line">
                <a:avLst/>
              </a:prstGeom>
              <a:ln w="12700" cap="flat" cmpd="sng">
                <a:solidFill>
                  <a:schemeClr val="tx1"/>
                </a:solidFill>
                <a:prstDash val="solid"/>
                <a:headEnd type="none" w="med" len="med"/>
                <a:tailEnd type="none" w="med" len="med"/>
              </a:ln>
            </p:spPr>
          </p:sp>
          <p:sp>
            <p:nvSpPr>
              <p:cNvPr id="33858" name="Line 67"/>
              <p:cNvSpPr/>
              <p:nvPr/>
            </p:nvSpPr>
            <p:spPr>
              <a:xfrm flipV="1">
                <a:off x="2254" y="3765"/>
                <a:ext cx="7" cy="13"/>
              </a:xfrm>
              <a:prstGeom prst="line">
                <a:avLst/>
              </a:prstGeom>
              <a:ln w="12700" cap="flat" cmpd="sng">
                <a:solidFill>
                  <a:schemeClr val="tx1"/>
                </a:solidFill>
                <a:prstDash val="solid"/>
                <a:headEnd type="none" w="med" len="med"/>
                <a:tailEnd type="none" w="med" len="med"/>
              </a:ln>
            </p:spPr>
          </p:sp>
          <p:sp>
            <p:nvSpPr>
              <p:cNvPr id="33859" name="Freeform 68"/>
              <p:cNvSpPr/>
              <p:nvPr/>
            </p:nvSpPr>
            <p:spPr>
              <a:xfrm>
                <a:off x="2256" y="3765"/>
                <a:ext cx="31" cy="22"/>
              </a:xfrm>
              <a:custGeom>
                <a:avLst/>
                <a:gdLst/>
                <a:ahLst/>
                <a:cxnLst>
                  <a:cxn ang="0">
                    <a:pos x="24" y="18"/>
                  </a:cxn>
                  <a:cxn ang="0">
                    <a:pos x="30" y="14"/>
                  </a:cxn>
                  <a:cxn ang="0">
                    <a:pos x="28" y="12"/>
                  </a:cxn>
                  <a:cxn ang="0">
                    <a:pos x="22" y="2"/>
                  </a:cxn>
                  <a:cxn ang="0">
                    <a:pos x="21" y="0"/>
                  </a:cxn>
                  <a:cxn ang="0">
                    <a:pos x="14" y="3"/>
                  </a:cxn>
                  <a:cxn ang="0">
                    <a:pos x="8" y="6"/>
                  </a:cxn>
                  <a:cxn ang="0">
                    <a:pos x="4" y="12"/>
                  </a:cxn>
                  <a:cxn ang="0">
                    <a:pos x="5" y="14"/>
                  </a:cxn>
                  <a:cxn ang="0">
                    <a:pos x="0" y="17"/>
                  </a:cxn>
                  <a:cxn ang="0">
                    <a:pos x="1" y="19"/>
                  </a:cxn>
                  <a:cxn ang="0">
                    <a:pos x="7" y="18"/>
                  </a:cxn>
                  <a:cxn ang="0">
                    <a:pos x="10" y="21"/>
                  </a:cxn>
                  <a:cxn ang="0">
                    <a:pos x="16" y="19"/>
                  </a:cxn>
                  <a:cxn ang="0">
                    <a:pos x="24" y="18"/>
                  </a:cxn>
                </a:cxnLst>
                <a:rect l="0" t="0" r="0" b="0"/>
                <a:pathLst>
                  <a:path w="31" h="22">
                    <a:moveTo>
                      <a:pt x="24" y="18"/>
                    </a:moveTo>
                    <a:lnTo>
                      <a:pt x="30" y="14"/>
                    </a:lnTo>
                    <a:lnTo>
                      <a:pt x="28" y="12"/>
                    </a:lnTo>
                    <a:lnTo>
                      <a:pt x="22" y="2"/>
                    </a:lnTo>
                    <a:lnTo>
                      <a:pt x="21" y="0"/>
                    </a:lnTo>
                    <a:lnTo>
                      <a:pt x="14" y="3"/>
                    </a:lnTo>
                    <a:lnTo>
                      <a:pt x="8" y="6"/>
                    </a:lnTo>
                    <a:lnTo>
                      <a:pt x="4" y="12"/>
                    </a:lnTo>
                    <a:lnTo>
                      <a:pt x="5" y="14"/>
                    </a:lnTo>
                    <a:lnTo>
                      <a:pt x="0" y="17"/>
                    </a:lnTo>
                    <a:lnTo>
                      <a:pt x="1" y="19"/>
                    </a:lnTo>
                    <a:lnTo>
                      <a:pt x="7" y="18"/>
                    </a:lnTo>
                    <a:lnTo>
                      <a:pt x="10" y="21"/>
                    </a:lnTo>
                    <a:lnTo>
                      <a:pt x="16" y="19"/>
                    </a:lnTo>
                    <a:lnTo>
                      <a:pt x="24"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60" name="Freeform 69"/>
              <p:cNvSpPr/>
              <p:nvPr/>
            </p:nvSpPr>
            <p:spPr>
              <a:xfrm>
                <a:off x="2255" y="3769"/>
                <a:ext cx="30" cy="21"/>
              </a:xfrm>
              <a:custGeom>
                <a:avLst/>
                <a:gdLst/>
                <a:ahLst/>
                <a:cxnLst>
                  <a:cxn ang="0">
                    <a:pos x="0" y="6"/>
                  </a:cxn>
                  <a:cxn ang="0">
                    <a:pos x="25" y="0"/>
                  </a:cxn>
                  <a:cxn ang="0">
                    <a:pos x="29" y="11"/>
                  </a:cxn>
                  <a:cxn ang="0">
                    <a:pos x="2" y="20"/>
                  </a:cxn>
                  <a:cxn ang="0">
                    <a:pos x="0" y="6"/>
                  </a:cxn>
                </a:cxnLst>
                <a:rect l="0" t="0" r="0" b="0"/>
                <a:pathLst>
                  <a:path w="30" h="21">
                    <a:moveTo>
                      <a:pt x="0" y="6"/>
                    </a:moveTo>
                    <a:lnTo>
                      <a:pt x="25" y="0"/>
                    </a:lnTo>
                    <a:lnTo>
                      <a:pt x="29" y="11"/>
                    </a:lnTo>
                    <a:lnTo>
                      <a:pt x="2" y="20"/>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61" name="Freeform 70"/>
              <p:cNvSpPr/>
              <p:nvPr/>
            </p:nvSpPr>
            <p:spPr>
              <a:xfrm>
                <a:off x="2269" y="3760"/>
                <a:ext cx="26" cy="23"/>
              </a:xfrm>
              <a:custGeom>
                <a:avLst/>
                <a:gdLst/>
                <a:ahLst/>
                <a:cxnLst>
                  <a:cxn ang="0">
                    <a:pos x="0" y="15"/>
                  </a:cxn>
                  <a:cxn ang="0">
                    <a:pos x="2" y="18"/>
                  </a:cxn>
                  <a:cxn ang="0">
                    <a:pos x="5" y="16"/>
                  </a:cxn>
                  <a:cxn ang="0">
                    <a:pos x="7" y="22"/>
                  </a:cxn>
                  <a:cxn ang="0">
                    <a:pos x="13" y="22"/>
                  </a:cxn>
                  <a:cxn ang="0">
                    <a:pos x="17" y="19"/>
                  </a:cxn>
                  <a:cxn ang="0">
                    <a:pos x="20" y="18"/>
                  </a:cxn>
                  <a:cxn ang="0">
                    <a:pos x="23" y="16"/>
                  </a:cxn>
                  <a:cxn ang="0">
                    <a:pos x="25" y="12"/>
                  </a:cxn>
                  <a:cxn ang="0">
                    <a:pos x="21" y="7"/>
                  </a:cxn>
                  <a:cxn ang="0">
                    <a:pos x="25" y="5"/>
                  </a:cxn>
                  <a:cxn ang="0">
                    <a:pos x="23" y="3"/>
                  </a:cxn>
                  <a:cxn ang="0">
                    <a:pos x="19" y="3"/>
                  </a:cxn>
                  <a:cxn ang="0">
                    <a:pos x="17" y="0"/>
                  </a:cxn>
                  <a:cxn ang="0">
                    <a:pos x="13" y="2"/>
                  </a:cxn>
                  <a:cxn ang="0">
                    <a:pos x="10" y="4"/>
                  </a:cxn>
                  <a:cxn ang="0">
                    <a:pos x="4" y="7"/>
                  </a:cxn>
                  <a:cxn ang="0">
                    <a:pos x="1" y="9"/>
                  </a:cxn>
                  <a:cxn ang="0">
                    <a:pos x="2" y="11"/>
                  </a:cxn>
                  <a:cxn ang="0">
                    <a:pos x="0" y="15"/>
                  </a:cxn>
                </a:cxnLst>
                <a:rect l="0" t="0" r="0" b="0"/>
                <a:pathLst>
                  <a:path w="26" h="23">
                    <a:moveTo>
                      <a:pt x="0" y="15"/>
                    </a:moveTo>
                    <a:lnTo>
                      <a:pt x="2" y="18"/>
                    </a:lnTo>
                    <a:lnTo>
                      <a:pt x="5" y="16"/>
                    </a:lnTo>
                    <a:lnTo>
                      <a:pt x="7" y="22"/>
                    </a:lnTo>
                    <a:lnTo>
                      <a:pt x="13" y="22"/>
                    </a:lnTo>
                    <a:lnTo>
                      <a:pt x="17" y="19"/>
                    </a:lnTo>
                    <a:lnTo>
                      <a:pt x="20" y="18"/>
                    </a:lnTo>
                    <a:lnTo>
                      <a:pt x="23" y="16"/>
                    </a:lnTo>
                    <a:lnTo>
                      <a:pt x="25" y="12"/>
                    </a:lnTo>
                    <a:lnTo>
                      <a:pt x="21" y="7"/>
                    </a:lnTo>
                    <a:lnTo>
                      <a:pt x="25" y="5"/>
                    </a:lnTo>
                    <a:lnTo>
                      <a:pt x="23" y="3"/>
                    </a:lnTo>
                    <a:lnTo>
                      <a:pt x="19" y="3"/>
                    </a:lnTo>
                    <a:lnTo>
                      <a:pt x="17" y="0"/>
                    </a:lnTo>
                    <a:lnTo>
                      <a:pt x="13" y="2"/>
                    </a:lnTo>
                    <a:lnTo>
                      <a:pt x="10" y="4"/>
                    </a:lnTo>
                    <a:lnTo>
                      <a:pt x="4" y="7"/>
                    </a:lnTo>
                    <a:lnTo>
                      <a:pt x="1" y="9"/>
                    </a:lnTo>
                    <a:lnTo>
                      <a:pt x="2" y="11"/>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62" name="Line 71"/>
              <p:cNvSpPr/>
              <p:nvPr/>
            </p:nvSpPr>
            <p:spPr>
              <a:xfrm flipV="1">
                <a:off x="2259" y="3754"/>
                <a:ext cx="4" cy="14"/>
              </a:xfrm>
              <a:prstGeom prst="line">
                <a:avLst/>
              </a:prstGeom>
              <a:ln w="12700" cap="flat" cmpd="sng">
                <a:solidFill>
                  <a:schemeClr val="tx1"/>
                </a:solidFill>
                <a:prstDash val="solid"/>
                <a:headEnd type="none" w="med" len="med"/>
                <a:tailEnd type="none" w="med" len="med"/>
              </a:ln>
            </p:spPr>
          </p:sp>
          <p:sp>
            <p:nvSpPr>
              <p:cNvPr id="33863" name="Line 72"/>
              <p:cNvSpPr/>
              <p:nvPr/>
            </p:nvSpPr>
            <p:spPr>
              <a:xfrm flipV="1">
                <a:off x="2261" y="3752"/>
                <a:ext cx="4" cy="12"/>
              </a:xfrm>
              <a:prstGeom prst="line">
                <a:avLst/>
              </a:prstGeom>
              <a:ln w="12700" cap="flat" cmpd="sng">
                <a:solidFill>
                  <a:schemeClr val="tx1"/>
                </a:solidFill>
                <a:prstDash val="solid"/>
                <a:headEnd type="none" w="med" len="med"/>
                <a:tailEnd type="none" w="med" len="med"/>
              </a:ln>
            </p:spPr>
          </p:sp>
          <p:sp>
            <p:nvSpPr>
              <p:cNvPr id="33864" name="Freeform 73"/>
              <p:cNvSpPr/>
              <p:nvPr/>
            </p:nvSpPr>
            <p:spPr>
              <a:xfrm>
                <a:off x="2255" y="3750"/>
                <a:ext cx="30" cy="23"/>
              </a:xfrm>
              <a:custGeom>
                <a:avLst/>
                <a:gdLst/>
                <a:ahLst/>
                <a:cxnLst>
                  <a:cxn ang="0">
                    <a:pos x="24" y="16"/>
                  </a:cxn>
                  <a:cxn ang="0">
                    <a:pos x="23" y="14"/>
                  </a:cxn>
                  <a:cxn ang="0">
                    <a:pos x="29" y="9"/>
                  </a:cxn>
                  <a:cxn ang="0">
                    <a:pos x="22" y="0"/>
                  </a:cxn>
                  <a:cxn ang="0">
                    <a:pos x="16" y="3"/>
                  </a:cxn>
                  <a:cxn ang="0">
                    <a:pos x="15" y="1"/>
                  </a:cxn>
                  <a:cxn ang="0">
                    <a:pos x="10" y="4"/>
                  </a:cxn>
                  <a:cxn ang="0">
                    <a:pos x="11" y="6"/>
                  </a:cxn>
                  <a:cxn ang="0">
                    <a:pos x="4" y="9"/>
                  </a:cxn>
                  <a:cxn ang="0">
                    <a:pos x="0" y="16"/>
                  </a:cxn>
                  <a:cxn ang="0">
                    <a:pos x="1" y="17"/>
                  </a:cxn>
                  <a:cxn ang="0">
                    <a:pos x="3" y="19"/>
                  </a:cxn>
                  <a:cxn ang="0">
                    <a:pos x="4" y="22"/>
                  </a:cxn>
                  <a:cxn ang="0">
                    <a:pos x="11" y="20"/>
                  </a:cxn>
                  <a:cxn ang="0">
                    <a:pos x="17" y="17"/>
                  </a:cxn>
                  <a:cxn ang="0">
                    <a:pos x="18" y="19"/>
                  </a:cxn>
                  <a:cxn ang="0">
                    <a:pos x="24" y="16"/>
                  </a:cxn>
                </a:cxnLst>
                <a:rect l="0" t="0" r="0" b="0"/>
                <a:pathLst>
                  <a:path w="30" h="23">
                    <a:moveTo>
                      <a:pt x="24" y="16"/>
                    </a:moveTo>
                    <a:lnTo>
                      <a:pt x="23" y="14"/>
                    </a:lnTo>
                    <a:lnTo>
                      <a:pt x="29" y="9"/>
                    </a:lnTo>
                    <a:lnTo>
                      <a:pt x="22" y="0"/>
                    </a:lnTo>
                    <a:lnTo>
                      <a:pt x="16" y="3"/>
                    </a:lnTo>
                    <a:lnTo>
                      <a:pt x="15" y="1"/>
                    </a:lnTo>
                    <a:lnTo>
                      <a:pt x="10" y="4"/>
                    </a:lnTo>
                    <a:lnTo>
                      <a:pt x="11" y="6"/>
                    </a:lnTo>
                    <a:lnTo>
                      <a:pt x="4" y="9"/>
                    </a:lnTo>
                    <a:lnTo>
                      <a:pt x="0" y="16"/>
                    </a:lnTo>
                    <a:lnTo>
                      <a:pt x="1" y="17"/>
                    </a:lnTo>
                    <a:lnTo>
                      <a:pt x="3" y="19"/>
                    </a:lnTo>
                    <a:lnTo>
                      <a:pt x="4" y="22"/>
                    </a:lnTo>
                    <a:lnTo>
                      <a:pt x="11" y="20"/>
                    </a:lnTo>
                    <a:lnTo>
                      <a:pt x="17" y="17"/>
                    </a:lnTo>
                    <a:lnTo>
                      <a:pt x="18" y="19"/>
                    </a:lnTo>
                    <a:lnTo>
                      <a:pt x="24"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65" name="Freeform 74"/>
              <p:cNvSpPr/>
              <p:nvPr/>
            </p:nvSpPr>
            <p:spPr>
              <a:xfrm>
                <a:off x="2256" y="3755"/>
                <a:ext cx="31" cy="20"/>
              </a:xfrm>
              <a:custGeom>
                <a:avLst/>
                <a:gdLst/>
                <a:ahLst/>
                <a:cxnLst>
                  <a:cxn ang="0">
                    <a:pos x="0" y="7"/>
                  </a:cxn>
                  <a:cxn ang="0">
                    <a:pos x="26" y="0"/>
                  </a:cxn>
                  <a:cxn ang="0">
                    <a:pos x="30" y="11"/>
                  </a:cxn>
                  <a:cxn ang="0">
                    <a:pos x="2" y="19"/>
                  </a:cxn>
                  <a:cxn ang="0">
                    <a:pos x="0" y="7"/>
                  </a:cxn>
                </a:cxnLst>
                <a:rect l="0" t="0" r="0" b="0"/>
                <a:pathLst>
                  <a:path w="31" h="20">
                    <a:moveTo>
                      <a:pt x="0" y="7"/>
                    </a:moveTo>
                    <a:lnTo>
                      <a:pt x="26" y="0"/>
                    </a:lnTo>
                    <a:lnTo>
                      <a:pt x="30" y="11"/>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66" name="Freeform 75"/>
              <p:cNvSpPr/>
              <p:nvPr/>
            </p:nvSpPr>
            <p:spPr>
              <a:xfrm>
                <a:off x="2269" y="3747"/>
                <a:ext cx="27" cy="22"/>
              </a:xfrm>
              <a:custGeom>
                <a:avLst/>
                <a:gdLst/>
                <a:ahLst/>
                <a:cxnLst>
                  <a:cxn ang="0">
                    <a:pos x="1" y="16"/>
                  </a:cxn>
                  <a:cxn ang="0">
                    <a:pos x="3" y="18"/>
                  </a:cxn>
                  <a:cxn ang="0">
                    <a:pos x="4" y="21"/>
                  </a:cxn>
                  <a:cxn ang="0">
                    <a:pos x="14" y="21"/>
                  </a:cxn>
                  <a:cxn ang="0">
                    <a:pos x="18" y="17"/>
                  </a:cxn>
                  <a:cxn ang="0">
                    <a:pos x="17" y="15"/>
                  </a:cxn>
                  <a:cxn ang="0">
                    <a:pos x="20" y="13"/>
                  </a:cxn>
                  <a:cxn ang="0">
                    <a:pos x="23" y="8"/>
                  </a:cxn>
                  <a:cxn ang="0">
                    <a:pos x="21" y="6"/>
                  </a:cxn>
                  <a:cxn ang="0">
                    <a:pos x="26" y="4"/>
                  </a:cxn>
                  <a:cxn ang="0">
                    <a:pos x="23" y="0"/>
                  </a:cxn>
                  <a:cxn ang="0">
                    <a:pos x="19" y="2"/>
                  </a:cxn>
                  <a:cxn ang="0">
                    <a:pos x="18" y="0"/>
                  </a:cxn>
                  <a:cxn ang="0">
                    <a:pos x="13" y="1"/>
                  </a:cxn>
                  <a:cxn ang="0">
                    <a:pos x="9" y="3"/>
                  </a:cxn>
                  <a:cxn ang="0">
                    <a:pos x="5" y="5"/>
                  </a:cxn>
                  <a:cxn ang="0">
                    <a:pos x="0" y="14"/>
                  </a:cxn>
                  <a:cxn ang="0">
                    <a:pos x="1" y="16"/>
                  </a:cxn>
                </a:cxnLst>
                <a:rect l="0" t="0" r="0" b="0"/>
                <a:pathLst>
                  <a:path w="27" h="22">
                    <a:moveTo>
                      <a:pt x="1" y="16"/>
                    </a:moveTo>
                    <a:lnTo>
                      <a:pt x="3" y="18"/>
                    </a:lnTo>
                    <a:lnTo>
                      <a:pt x="4" y="21"/>
                    </a:lnTo>
                    <a:lnTo>
                      <a:pt x="14" y="21"/>
                    </a:lnTo>
                    <a:lnTo>
                      <a:pt x="18" y="17"/>
                    </a:lnTo>
                    <a:lnTo>
                      <a:pt x="17" y="15"/>
                    </a:lnTo>
                    <a:lnTo>
                      <a:pt x="20" y="13"/>
                    </a:lnTo>
                    <a:lnTo>
                      <a:pt x="23" y="8"/>
                    </a:lnTo>
                    <a:lnTo>
                      <a:pt x="21" y="6"/>
                    </a:lnTo>
                    <a:lnTo>
                      <a:pt x="26" y="4"/>
                    </a:lnTo>
                    <a:lnTo>
                      <a:pt x="23" y="0"/>
                    </a:lnTo>
                    <a:lnTo>
                      <a:pt x="19" y="2"/>
                    </a:lnTo>
                    <a:lnTo>
                      <a:pt x="18" y="0"/>
                    </a:lnTo>
                    <a:lnTo>
                      <a:pt x="13" y="1"/>
                    </a:lnTo>
                    <a:lnTo>
                      <a:pt x="9" y="3"/>
                    </a:lnTo>
                    <a:lnTo>
                      <a:pt x="5" y="5"/>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67" name="Line 76"/>
              <p:cNvSpPr/>
              <p:nvPr/>
            </p:nvSpPr>
            <p:spPr>
              <a:xfrm flipV="1">
                <a:off x="2281" y="3733"/>
                <a:ext cx="6" cy="13"/>
              </a:xfrm>
              <a:prstGeom prst="line">
                <a:avLst/>
              </a:prstGeom>
              <a:ln w="12700" cap="flat" cmpd="sng">
                <a:solidFill>
                  <a:schemeClr val="tx1"/>
                </a:solidFill>
                <a:prstDash val="solid"/>
                <a:headEnd type="none" w="med" len="med"/>
                <a:tailEnd type="none" w="med" len="med"/>
              </a:ln>
            </p:spPr>
          </p:sp>
          <p:sp>
            <p:nvSpPr>
              <p:cNvPr id="33868" name="Line 77"/>
              <p:cNvSpPr/>
              <p:nvPr/>
            </p:nvSpPr>
            <p:spPr>
              <a:xfrm flipV="1">
                <a:off x="2281" y="3733"/>
                <a:ext cx="3" cy="11"/>
              </a:xfrm>
              <a:prstGeom prst="line">
                <a:avLst/>
              </a:prstGeom>
              <a:ln w="12700" cap="flat" cmpd="sng">
                <a:solidFill>
                  <a:schemeClr val="tx1"/>
                </a:solidFill>
                <a:prstDash val="solid"/>
                <a:headEnd type="none" w="med" len="med"/>
                <a:tailEnd type="none" w="med" len="med"/>
              </a:ln>
            </p:spPr>
          </p:sp>
          <p:sp>
            <p:nvSpPr>
              <p:cNvPr id="33869" name="Freeform 78"/>
              <p:cNvSpPr/>
              <p:nvPr/>
            </p:nvSpPr>
            <p:spPr>
              <a:xfrm>
                <a:off x="2279" y="3730"/>
                <a:ext cx="29" cy="24"/>
              </a:xfrm>
              <a:custGeom>
                <a:avLst/>
                <a:gdLst/>
                <a:ahLst/>
                <a:cxnLst>
                  <a:cxn ang="0">
                    <a:pos x="21" y="18"/>
                  </a:cxn>
                  <a:cxn ang="0">
                    <a:pos x="28" y="15"/>
                  </a:cxn>
                  <a:cxn ang="0">
                    <a:pos x="26" y="13"/>
                  </a:cxn>
                  <a:cxn ang="0">
                    <a:pos x="20" y="2"/>
                  </a:cxn>
                  <a:cxn ang="0">
                    <a:pos x="19" y="0"/>
                  </a:cxn>
                  <a:cxn ang="0">
                    <a:pos x="12" y="3"/>
                  </a:cxn>
                  <a:cxn ang="0">
                    <a:pos x="8" y="8"/>
                  </a:cxn>
                  <a:cxn ang="0">
                    <a:pos x="4" y="14"/>
                  </a:cxn>
                  <a:cxn ang="0">
                    <a:pos x="0" y="20"/>
                  </a:cxn>
                  <a:cxn ang="0">
                    <a:pos x="1" y="23"/>
                  </a:cxn>
                  <a:cxn ang="0">
                    <a:pos x="7" y="20"/>
                  </a:cxn>
                  <a:cxn ang="0">
                    <a:pos x="15" y="19"/>
                  </a:cxn>
                  <a:cxn ang="0">
                    <a:pos x="21" y="18"/>
                  </a:cxn>
                </a:cxnLst>
                <a:rect l="0" t="0" r="0" b="0"/>
                <a:pathLst>
                  <a:path w="29" h="24">
                    <a:moveTo>
                      <a:pt x="21" y="18"/>
                    </a:moveTo>
                    <a:lnTo>
                      <a:pt x="28" y="15"/>
                    </a:lnTo>
                    <a:lnTo>
                      <a:pt x="26" y="13"/>
                    </a:lnTo>
                    <a:lnTo>
                      <a:pt x="20" y="2"/>
                    </a:lnTo>
                    <a:lnTo>
                      <a:pt x="19" y="0"/>
                    </a:lnTo>
                    <a:lnTo>
                      <a:pt x="12" y="3"/>
                    </a:lnTo>
                    <a:lnTo>
                      <a:pt x="8" y="8"/>
                    </a:lnTo>
                    <a:lnTo>
                      <a:pt x="4" y="14"/>
                    </a:lnTo>
                    <a:lnTo>
                      <a:pt x="0" y="20"/>
                    </a:lnTo>
                    <a:lnTo>
                      <a:pt x="1" y="23"/>
                    </a:lnTo>
                    <a:lnTo>
                      <a:pt x="7" y="20"/>
                    </a:lnTo>
                    <a:lnTo>
                      <a:pt x="15" y="19"/>
                    </a:lnTo>
                    <a:lnTo>
                      <a:pt x="21"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70" name="Freeform 79"/>
              <p:cNvSpPr/>
              <p:nvPr/>
            </p:nvSpPr>
            <p:spPr>
              <a:xfrm>
                <a:off x="2277" y="3736"/>
                <a:ext cx="31" cy="20"/>
              </a:xfrm>
              <a:custGeom>
                <a:avLst/>
                <a:gdLst/>
                <a:ahLst/>
                <a:cxnLst>
                  <a:cxn ang="0">
                    <a:pos x="0" y="7"/>
                  </a:cxn>
                  <a:cxn ang="0">
                    <a:pos x="26" y="0"/>
                  </a:cxn>
                  <a:cxn ang="0">
                    <a:pos x="30" y="10"/>
                  </a:cxn>
                  <a:cxn ang="0">
                    <a:pos x="3" y="19"/>
                  </a:cxn>
                  <a:cxn ang="0">
                    <a:pos x="0" y="7"/>
                  </a:cxn>
                </a:cxnLst>
                <a:rect l="0" t="0" r="0" b="0"/>
                <a:pathLst>
                  <a:path w="31" h="20">
                    <a:moveTo>
                      <a:pt x="0" y="7"/>
                    </a:moveTo>
                    <a:lnTo>
                      <a:pt x="26" y="0"/>
                    </a:lnTo>
                    <a:lnTo>
                      <a:pt x="30"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71" name="Freeform 80"/>
              <p:cNvSpPr/>
              <p:nvPr/>
            </p:nvSpPr>
            <p:spPr>
              <a:xfrm>
                <a:off x="2292" y="3727"/>
                <a:ext cx="26" cy="21"/>
              </a:xfrm>
              <a:custGeom>
                <a:avLst/>
                <a:gdLst/>
                <a:ahLst/>
                <a:cxnLst>
                  <a:cxn ang="0">
                    <a:pos x="1" y="17"/>
                  </a:cxn>
                  <a:cxn ang="0">
                    <a:pos x="5" y="17"/>
                  </a:cxn>
                  <a:cxn ang="0">
                    <a:pos x="6" y="20"/>
                  </a:cxn>
                  <a:cxn ang="0">
                    <a:pos x="12" y="20"/>
                  </a:cxn>
                  <a:cxn ang="0">
                    <a:pos x="17" y="20"/>
                  </a:cxn>
                  <a:cxn ang="0">
                    <a:pos x="20" y="17"/>
                  </a:cxn>
                  <a:cxn ang="0">
                    <a:pos x="18" y="15"/>
                  </a:cxn>
                  <a:cxn ang="0">
                    <a:pos x="21" y="14"/>
                  </a:cxn>
                  <a:cxn ang="0">
                    <a:pos x="23" y="9"/>
                  </a:cxn>
                  <a:cxn ang="0">
                    <a:pos x="22" y="7"/>
                  </a:cxn>
                  <a:cxn ang="0">
                    <a:pos x="25" y="2"/>
                  </a:cxn>
                  <a:cxn ang="0">
                    <a:pos x="23" y="0"/>
                  </a:cxn>
                  <a:cxn ang="0">
                    <a:pos x="20" y="2"/>
                  </a:cxn>
                  <a:cxn ang="0">
                    <a:pos x="18" y="0"/>
                  </a:cxn>
                  <a:cxn ang="0">
                    <a:pos x="13" y="0"/>
                  </a:cxn>
                  <a:cxn ang="0">
                    <a:pos x="10" y="2"/>
                  </a:cxn>
                  <a:cxn ang="0">
                    <a:pos x="6" y="4"/>
                  </a:cxn>
                  <a:cxn ang="0">
                    <a:pos x="4" y="5"/>
                  </a:cxn>
                  <a:cxn ang="0">
                    <a:pos x="2" y="10"/>
                  </a:cxn>
                  <a:cxn ang="0">
                    <a:pos x="3" y="12"/>
                  </a:cxn>
                  <a:cxn ang="0">
                    <a:pos x="0" y="15"/>
                  </a:cxn>
                  <a:cxn ang="0">
                    <a:pos x="1" y="17"/>
                  </a:cxn>
                </a:cxnLst>
                <a:rect l="0" t="0" r="0" b="0"/>
                <a:pathLst>
                  <a:path w="26" h="21">
                    <a:moveTo>
                      <a:pt x="1" y="17"/>
                    </a:moveTo>
                    <a:lnTo>
                      <a:pt x="5" y="17"/>
                    </a:lnTo>
                    <a:lnTo>
                      <a:pt x="6" y="20"/>
                    </a:lnTo>
                    <a:lnTo>
                      <a:pt x="12" y="20"/>
                    </a:lnTo>
                    <a:lnTo>
                      <a:pt x="17" y="20"/>
                    </a:lnTo>
                    <a:lnTo>
                      <a:pt x="20" y="17"/>
                    </a:lnTo>
                    <a:lnTo>
                      <a:pt x="18" y="15"/>
                    </a:lnTo>
                    <a:lnTo>
                      <a:pt x="21" y="14"/>
                    </a:lnTo>
                    <a:lnTo>
                      <a:pt x="23" y="9"/>
                    </a:lnTo>
                    <a:lnTo>
                      <a:pt x="22" y="7"/>
                    </a:lnTo>
                    <a:lnTo>
                      <a:pt x="25" y="2"/>
                    </a:lnTo>
                    <a:lnTo>
                      <a:pt x="23" y="0"/>
                    </a:lnTo>
                    <a:lnTo>
                      <a:pt x="20" y="2"/>
                    </a:lnTo>
                    <a:lnTo>
                      <a:pt x="18" y="0"/>
                    </a:lnTo>
                    <a:lnTo>
                      <a:pt x="13" y="0"/>
                    </a:lnTo>
                    <a:lnTo>
                      <a:pt x="10" y="2"/>
                    </a:lnTo>
                    <a:lnTo>
                      <a:pt x="6" y="4"/>
                    </a:lnTo>
                    <a:lnTo>
                      <a:pt x="4" y="5"/>
                    </a:lnTo>
                    <a:lnTo>
                      <a:pt x="2" y="10"/>
                    </a:lnTo>
                    <a:lnTo>
                      <a:pt x="3" y="12"/>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72" name="Line 81"/>
              <p:cNvSpPr/>
              <p:nvPr/>
            </p:nvSpPr>
            <p:spPr>
              <a:xfrm flipV="1">
                <a:off x="2304" y="3726"/>
                <a:ext cx="4" cy="13"/>
              </a:xfrm>
              <a:prstGeom prst="line">
                <a:avLst/>
              </a:prstGeom>
              <a:ln w="12700" cap="flat" cmpd="sng">
                <a:solidFill>
                  <a:schemeClr val="tx1"/>
                </a:solidFill>
                <a:prstDash val="solid"/>
                <a:headEnd type="none" w="med" len="med"/>
                <a:tailEnd type="none" w="med" len="med"/>
              </a:ln>
            </p:spPr>
          </p:sp>
          <p:sp>
            <p:nvSpPr>
              <p:cNvPr id="33873" name="Line 82"/>
              <p:cNvSpPr/>
              <p:nvPr/>
            </p:nvSpPr>
            <p:spPr>
              <a:xfrm flipV="1">
                <a:off x="2303" y="3724"/>
                <a:ext cx="7" cy="12"/>
              </a:xfrm>
              <a:prstGeom prst="line">
                <a:avLst/>
              </a:prstGeom>
              <a:ln w="12700" cap="flat" cmpd="sng">
                <a:solidFill>
                  <a:schemeClr val="tx1"/>
                </a:solidFill>
                <a:prstDash val="solid"/>
                <a:headEnd type="none" w="med" len="med"/>
                <a:tailEnd type="none" w="med" len="med"/>
              </a:ln>
            </p:spPr>
          </p:sp>
          <p:sp>
            <p:nvSpPr>
              <p:cNvPr id="33874" name="Freeform 83"/>
              <p:cNvSpPr/>
              <p:nvPr/>
            </p:nvSpPr>
            <p:spPr>
              <a:xfrm>
                <a:off x="2303" y="3719"/>
                <a:ext cx="28" cy="26"/>
              </a:xfrm>
              <a:custGeom>
                <a:avLst/>
                <a:gdLst/>
                <a:ahLst/>
                <a:cxnLst>
                  <a:cxn ang="0">
                    <a:pos x="21" y="19"/>
                  </a:cxn>
                  <a:cxn ang="0">
                    <a:pos x="27" y="15"/>
                  </a:cxn>
                  <a:cxn ang="0">
                    <a:pos x="25" y="12"/>
                  </a:cxn>
                  <a:cxn ang="0">
                    <a:pos x="19" y="2"/>
                  </a:cxn>
                  <a:cxn ang="0">
                    <a:pos x="18" y="0"/>
                  </a:cxn>
                  <a:cxn ang="0">
                    <a:pos x="11" y="3"/>
                  </a:cxn>
                  <a:cxn ang="0">
                    <a:pos x="6" y="6"/>
                  </a:cxn>
                  <a:cxn ang="0">
                    <a:pos x="4" y="15"/>
                  </a:cxn>
                  <a:cxn ang="0">
                    <a:pos x="0" y="22"/>
                  </a:cxn>
                  <a:cxn ang="0">
                    <a:pos x="1" y="25"/>
                  </a:cxn>
                  <a:cxn ang="0">
                    <a:pos x="6" y="21"/>
                  </a:cxn>
                  <a:cxn ang="0">
                    <a:pos x="8" y="23"/>
                  </a:cxn>
                  <a:cxn ang="0">
                    <a:pos x="15" y="22"/>
                  </a:cxn>
                  <a:cxn ang="0">
                    <a:pos x="21" y="19"/>
                  </a:cxn>
                </a:cxnLst>
                <a:rect l="0" t="0" r="0" b="0"/>
                <a:pathLst>
                  <a:path w="28" h="26">
                    <a:moveTo>
                      <a:pt x="21" y="19"/>
                    </a:moveTo>
                    <a:lnTo>
                      <a:pt x="27" y="15"/>
                    </a:lnTo>
                    <a:lnTo>
                      <a:pt x="25" y="12"/>
                    </a:lnTo>
                    <a:lnTo>
                      <a:pt x="19" y="2"/>
                    </a:lnTo>
                    <a:lnTo>
                      <a:pt x="18" y="0"/>
                    </a:lnTo>
                    <a:lnTo>
                      <a:pt x="11" y="3"/>
                    </a:lnTo>
                    <a:lnTo>
                      <a:pt x="6" y="6"/>
                    </a:lnTo>
                    <a:lnTo>
                      <a:pt x="4" y="15"/>
                    </a:lnTo>
                    <a:lnTo>
                      <a:pt x="0" y="22"/>
                    </a:lnTo>
                    <a:lnTo>
                      <a:pt x="1" y="25"/>
                    </a:lnTo>
                    <a:lnTo>
                      <a:pt x="6" y="21"/>
                    </a:lnTo>
                    <a:lnTo>
                      <a:pt x="8" y="23"/>
                    </a:lnTo>
                    <a:lnTo>
                      <a:pt x="15" y="22"/>
                    </a:lnTo>
                    <a:lnTo>
                      <a:pt x="21"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75" name="Freeform 84"/>
              <p:cNvSpPr/>
              <p:nvPr/>
            </p:nvSpPr>
            <p:spPr>
              <a:xfrm>
                <a:off x="2298" y="3726"/>
                <a:ext cx="32" cy="20"/>
              </a:xfrm>
              <a:custGeom>
                <a:avLst/>
                <a:gdLst/>
                <a:ahLst/>
                <a:cxnLst>
                  <a:cxn ang="0">
                    <a:pos x="1" y="8"/>
                  </a:cxn>
                  <a:cxn ang="0">
                    <a:pos x="27" y="0"/>
                  </a:cxn>
                  <a:cxn ang="0">
                    <a:pos x="31" y="10"/>
                  </a:cxn>
                  <a:cxn ang="0">
                    <a:pos x="3" y="19"/>
                  </a:cxn>
                  <a:cxn ang="0">
                    <a:pos x="0" y="7"/>
                  </a:cxn>
                  <a:cxn ang="0">
                    <a:pos x="1" y="8"/>
                  </a:cxn>
                </a:cxnLst>
                <a:rect l="0" t="0" r="0" b="0"/>
                <a:pathLst>
                  <a:path w="32" h="20">
                    <a:moveTo>
                      <a:pt x="1" y="8"/>
                    </a:moveTo>
                    <a:lnTo>
                      <a:pt x="27" y="0"/>
                    </a:lnTo>
                    <a:lnTo>
                      <a:pt x="31" y="10"/>
                    </a:lnTo>
                    <a:lnTo>
                      <a:pt x="3" y="19"/>
                    </a:lnTo>
                    <a:lnTo>
                      <a:pt x="0" y="7"/>
                    </a:lnTo>
                    <a:lnTo>
                      <a:pt x="1"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76" name="Freeform 85"/>
              <p:cNvSpPr/>
              <p:nvPr/>
            </p:nvSpPr>
            <p:spPr>
              <a:xfrm>
                <a:off x="2317" y="3721"/>
                <a:ext cx="26" cy="21"/>
              </a:xfrm>
              <a:custGeom>
                <a:avLst/>
                <a:gdLst/>
                <a:ahLst/>
                <a:cxnLst>
                  <a:cxn ang="0">
                    <a:pos x="1" y="17"/>
                  </a:cxn>
                  <a:cxn ang="0">
                    <a:pos x="6" y="17"/>
                  </a:cxn>
                  <a:cxn ang="0">
                    <a:pos x="7" y="20"/>
                  </a:cxn>
                  <a:cxn ang="0">
                    <a:pos x="11" y="20"/>
                  </a:cxn>
                  <a:cxn ang="0">
                    <a:pos x="15" y="17"/>
                  </a:cxn>
                  <a:cxn ang="0">
                    <a:pos x="18" y="15"/>
                  </a:cxn>
                  <a:cxn ang="0">
                    <a:pos x="21" y="12"/>
                  </a:cxn>
                  <a:cxn ang="0">
                    <a:pos x="23" y="9"/>
                  </a:cxn>
                  <a:cxn ang="0">
                    <a:pos x="22" y="7"/>
                  </a:cxn>
                  <a:cxn ang="0">
                    <a:pos x="25" y="2"/>
                  </a:cxn>
                  <a:cxn ang="0">
                    <a:pos x="23" y="0"/>
                  </a:cxn>
                  <a:cxn ang="0">
                    <a:pos x="18" y="0"/>
                  </a:cxn>
                  <a:cxn ang="0">
                    <a:pos x="14" y="0"/>
                  </a:cxn>
                  <a:cxn ang="0">
                    <a:pos x="10" y="2"/>
                  </a:cxn>
                  <a:cxn ang="0">
                    <a:pos x="9" y="0"/>
                  </a:cxn>
                  <a:cxn ang="0">
                    <a:pos x="6" y="1"/>
                  </a:cxn>
                  <a:cxn ang="0">
                    <a:pos x="4" y="5"/>
                  </a:cxn>
                  <a:cxn ang="0">
                    <a:pos x="2" y="10"/>
                  </a:cxn>
                  <a:cxn ang="0">
                    <a:pos x="0" y="15"/>
                  </a:cxn>
                  <a:cxn ang="0">
                    <a:pos x="1" y="17"/>
                  </a:cxn>
                </a:cxnLst>
                <a:rect l="0" t="0" r="0" b="0"/>
                <a:pathLst>
                  <a:path w="26" h="21">
                    <a:moveTo>
                      <a:pt x="1" y="17"/>
                    </a:moveTo>
                    <a:lnTo>
                      <a:pt x="6" y="17"/>
                    </a:lnTo>
                    <a:lnTo>
                      <a:pt x="7" y="20"/>
                    </a:lnTo>
                    <a:lnTo>
                      <a:pt x="11" y="20"/>
                    </a:lnTo>
                    <a:lnTo>
                      <a:pt x="15" y="17"/>
                    </a:lnTo>
                    <a:lnTo>
                      <a:pt x="18" y="15"/>
                    </a:lnTo>
                    <a:lnTo>
                      <a:pt x="21" y="12"/>
                    </a:lnTo>
                    <a:lnTo>
                      <a:pt x="23" y="9"/>
                    </a:lnTo>
                    <a:lnTo>
                      <a:pt x="22" y="7"/>
                    </a:lnTo>
                    <a:lnTo>
                      <a:pt x="25" y="2"/>
                    </a:lnTo>
                    <a:lnTo>
                      <a:pt x="23" y="0"/>
                    </a:lnTo>
                    <a:lnTo>
                      <a:pt x="18" y="0"/>
                    </a:lnTo>
                    <a:lnTo>
                      <a:pt x="14" y="0"/>
                    </a:lnTo>
                    <a:lnTo>
                      <a:pt x="10" y="2"/>
                    </a:lnTo>
                    <a:lnTo>
                      <a:pt x="9" y="0"/>
                    </a:lnTo>
                    <a:lnTo>
                      <a:pt x="6" y="1"/>
                    </a:lnTo>
                    <a:lnTo>
                      <a:pt x="4" y="5"/>
                    </a:lnTo>
                    <a:lnTo>
                      <a:pt x="2" y="10"/>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77" name="Line 86"/>
              <p:cNvSpPr/>
              <p:nvPr/>
            </p:nvSpPr>
            <p:spPr>
              <a:xfrm flipV="1">
                <a:off x="2323" y="3733"/>
                <a:ext cx="3" cy="12"/>
              </a:xfrm>
              <a:prstGeom prst="line">
                <a:avLst/>
              </a:prstGeom>
              <a:ln w="12700" cap="flat" cmpd="sng">
                <a:solidFill>
                  <a:schemeClr val="tx1"/>
                </a:solidFill>
                <a:prstDash val="solid"/>
                <a:headEnd type="none" w="med" len="med"/>
                <a:tailEnd type="none" w="med" len="med"/>
              </a:ln>
            </p:spPr>
          </p:sp>
          <p:sp>
            <p:nvSpPr>
              <p:cNvPr id="33878" name="Line 87"/>
              <p:cNvSpPr/>
              <p:nvPr/>
            </p:nvSpPr>
            <p:spPr>
              <a:xfrm flipV="1">
                <a:off x="2322" y="3729"/>
                <a:ext cx="3" cy="11"/>
              </a:xfrm>
              <a:prstGeom prst="line">
                <a:avLst/>
              </a:prstGeom>
              <a:ln w="12700" cap="flat" cmpd="sng">
                <a:solidFill>
                  <a:schemeClr val="tx1"/>
                </a:solidFill>
                <a:prstDash val="solid"/>
                <a:headEnd type="none" w="med" len="med"/>
                <a:tailEnd type="none" w="med" len="med"/>
              </a:ln>
            </p:spPr>
          </p:sp>
          <p:sp>
            <p:nvSpPr>
              <p:cNvPr id="33879" name="Freeform 88"/>
              <p:cNvSpPr/>
              <p:nvPr/>
            </p:nvSpPr>
            <p:spPr>
              <a:xfrm>
                <a:off x="2318" y="3727"/>
                <a:ext cx="28" cy="23"/>
              </a:xfrm>
              <a:custGeom>
                <a:avLst/>
                <a:gdLst/>
                <a:ahLst/>
                <a:cxnLst>
                  <a:cxn ang="0">
                    <a:pos x="23" y="15"/>
                  </a:cxn>
                  <a:cxn ang="0">
                    <a:pos x="27" y="11"/>
                  </a:cxn>
                  <a:cxn ang="0">
                    <a:pos x="21" y="0"/>
                  </a:cxn>
                  <a:cxn ang="0">
                    <a:pos x="15" y="1"/>
                  </a:cxn>
                  <a:cxn ang="0">
                    <a:pos x="10" y="3"/>
                  </a:cxn>
                  <a:cxn ang="0">
                    <a:pos x="6" y="6"/>
                  </a:cxn>
                  <a:cxn ang="0">
                    <a:pos x="3" y="11"/>
                  </a:cxn>
                  <a:cxn ang="0">
                    <a:pos x="5" y="14"/>
                  </a:cxn>
                  <a:cxn ang="0">
                    <a:pos x="0" y="16"/>
                  </a:cxn>
                  <a:cxn ang="0">
                    <a:pos x="3" y="22"/>
                  </a:cxn>
                  <a:cxn ang="0">
                    <a:pos x="7" y="18"/>
                  </a:cxn>
                  <a:cxn ang="0">
                    <a:pos x="9" y="20"/>
                  </a:cxn>
                  <a:cxn ang="0">
                    <a:pos x="15" y="20"/>
                  </a:cxn>
                  <a:cxn ang="0">
                    <a:pos x="19" y="18"/>
                  </a:cxn>
                  <a:cxn ang="0">
                    <a:pos x="23" y="15"/>
                  </a:cxn>
                </a:cxnLst>
                <a:rect l="0" t="0" r="0" b="0"/>
                <a:pathLst>
                  <a:path w="28" h="23">
                    <a:moveTo>
                      <a:pt x="23" y="15"/>
                    </a:moveTo>
                    <a:lnTo>
                      <a:pt x="27" y="11"/>
                    </a:lnTo>
                    <a:lnTo>
                      <a:pt x="21" y="0"/>
                    </a:lnTo>
                    <a:lnTo>
                      <a:pt x="15" y="1"/>
                    </a:lnTo>
                    <a:lnTo>
                      <a:pt x="10" y="3"/>
                    </a:lnTo>
                    <a:lnTo>
                      <a:pt x="6" y="6"/>
                    </a:lnTo>
                    <a:lnTo>
                      <a:pt x="3" y="11"/>
                    </a:lnTo>
                    <a:lnTo>
                      <a:pt x="5" y="14"/>
                    </a:lnTo>
                    <a:lnTo>
                      <a:pt x="0" y="16"/>
                    </a:lnTo>
                    <a:lnTo>
                      <a:pt x="3" y="22"/>
                    </a:lnTo>
                    <a:lnTo>
                      <a:pt x="7" y="18"/>
                    </a:lnTo>
                    <a:lnTo>
                      <a:pt x="9" y="20"/>
                    </a:lnTo>
                    <a:lnTo>
                      <a:pt x="15" y="20"/>
                    </a:lnTo>
                    <a:lnTo>
                      <a:pt x="19" y="18"/>
                    </a:lnTo>
                    <a:lnTo>
                      <a:pt x="23"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80" name="Freeform 89"/>
              <p:cNvSpPr/>
              <p:nvPr/>
            </p:nvSpPr>
            <p:spPr>
              <a:xfrm>
                <a:off x="2316" y="3732"/>
                <a:ext cx="30" cy="20"/>
              </a:xfrm>
              <a:custGeom>
                <a:avLst/>
                <a:gdLst/>
                <a:ahLst/>
                <a:cxnLst>
                  <a:cxn ang="0">
                    <a:pos x="0" y="7"/>
                  </a:cxn>
                  <a:cxn ang="0">
                    <a:pos x="25" y="0"/>
                  </a:cxn>
                  <a:cxn ang="0">
                    <a:pos x="29" y="11"/>
                  </a:cxn>
                  <a:cxn ang="0">
                    <a:pos x="2" y="19"/>
                  </a:cxn>
                  <a:cxn ang="0">
                    <a:pos x="0" y="6"/>
                  </a:cxn>
                  <a:cxn ang="0">
                    <a:pos x="0" y="7"/>
                  </a:cxn>
                </a:cxnLst>
                <a:rect l="0" t="0" r="0" b="0"/>
                <a:pathLst>
                  <a:path w="30" h="20">
                    <a:moveTo>
                      <a:pt x="0" y="7"/>
                    </a:moveTo>
                    <a:lnTo>
                      <a:pt x="25" y="0"/>
                    </a:lnTo>
                    <a:lnTo>
                      <a:pt x="29" y="11"/>
                    </a:lnTo>
                    <a:lnTo>
                      <a:pt x="2" y="19"/>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81" name="Freeform 90"/>
              <p:cNvSpPr/>
              <p:nvPr/>
            </p:nvSpPr>
            <p:spPr>
              <a:xfrm>
                <a:off x="2335" y="3726"/>
                <a:ext cx="23" cy="20"/>
              </a:xfrm>
              <a:custGeom>
                <a:avLst/>
                <a:gdLst/>
                <a:ahLst/>
                <a:cxnLst>
                  <a:cxn ang="0">
                    <a:pos x="0" y="14"/>
                  </a:cxn>
                  <a:cxn ang="0">
                    <a:pos x="1" y="16"/>
                  </a:cxn>
                  <a:cxn ang="0">
                    <a:pos x="5" y="16"/>
                  </a:cxn>
                  <a:cxn ang="0">
                    <a:pos x="6" y="19"/>
                  </a:cxn>
                  <a:cxn ang="0">
                    <a:pos x="11" y="19"/>
                  </a:cxn>
                  <a:cxn ang="0">
                    <a:pos x="14" y="17"/>
                  </a:cxn>
                  <a:cxn ang="0">
                    <a:pos x="17" y="15"/>
                  </a:cxn>
                  <a:cxn ang="0">
                    <a:pos x="19" y="13"/>
                  </a:cxn>
                  <a:cxn ang="0">
                    <a:pos x="22" y="10"/>
                  </a:cxn>
                  <a:cxn ang="0">
                    <a:pos x="20" y="7"/>
                  </a:cxn>
                  <a:cxn ang="0">
                    <a:pos x="22" y="3"/>
                  </a:cxn>
                  <a:cxn ang="0">
                    <a:pos x="20" y="1"/>
                  </a:cxn>
                  <a:cxn ang="0">
                    <a:pos x="16" y="1"/>
                  </a:cxn>
                  <a:cxn ang="0">
                    <a:pos x="12" y="1"/>
                  </a:cxn>
                  <a:cxn ang="0">
                    <a:pos x="7" y="0"/>
                  </a:cxn>
                  <a:cxn ang="0">
                    <a:pos x="5" y="2"/>
                  </a:cxn>
                  <a:cxn ang="0">
                    <a:pos x="6" y="4"/>
                  </a:cxn>
                  <a:cxn ang="0">
                    <a:pos x="3" y="6"/>
                  </a:cxn>
                  <a:cxn ang="0">
                    <a:pos x="1" y="10"/>
                  </a:cxn>
                  <a:cxn ang="0">
                    <a:pos x="0" y="14"/>
                  </a:cxn>
                </a:cxnLst>
                <a:rect l="0" t="0" r="0" b="0"/>
                <a:pathLst>
                  <a:path w="23" h="20">
                    <a:moveTo>
                      <a:pt x="0" y="14"/>
                    </a:moveTo>
                    <a:lnTo>
                      <a:pt x="1" y="16"/>
                    </a:lnTo>
                    <a:lnTo>
                      <a:pt x="5" y="16"/>
                    </a:lnTo>
                    <a:lnTo>
                      <a:pt x="6" y="19"/>
                    </a:lnTo>
                    <a:lnTo>
                      <a:pt x="11" y="19"/>
                    </a:lnTo>
                    <a:lnTo>
                      <a:pt x="14" y="17"/>
                    </a:lnTo>
                    <a:lnTo>
                      <a:pt x="17" y="15"/>
                    </a:lnTo>
                    <a:lnTo>
                      <a:pt x="19" y="13"/>
                    </a:lnTo>
                    <a:lnTo>
                      <a:pt x="22" y="10"/>
                    </a:lnTo>
                    <a:lnTo>
                      <a:pt x="20" y="7"/>
                    </a:lnTo>
                    <a:lnTo>
                      <a:pt x="22" y="3"/>
                    </a:lnTo>
                    <a:lnTo>
                      <a:pt x="20" y="1"/>
                    </a:lnTo>
                    <a:lnTo>
                      <a:pt x="16" y="1"/>
                    </a:lnTo>
                    <a:lnTo>
                      <a:pt x="12" y="1"/>
                    </a:lnTo>
                    <a:lnTo>
                      <a:pt x="7" y="0"/>
                    </a:lnTo>
                    <a:lnTo>
                      <a:pt x="5" y="2"/>
                    </a:lnTo>
                    <a:lnTo>
                      <a:pt x="6" y="4"/>
                    </a:lnTo>
                    <a:lnTo>
                      <a:pt x="3" y="6"/>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82" name="Line 91"/>
              <p:cNvSpPr/>
              <p:nvPr/>
            </p:nvSpPr>
            <p:spPr>
              <a:xfrm flipV="1">
                <a:off x="2317" y="3747"/>
                <a:ext cx="5" cy="14"/>
              </a:xfrm>
              <a:prstGeom prst="line">
                <a:avLst/>
              </a:prstGeom>
              <a:ln w="12700" cap="flat" cmpd="sng">
                <a:solidFill>
                  <a:schemeClr val="tx1"/>
                </a:solidFill>
                <a:prstDash val="solid"/>
                <a:headEnd type="none" w="med" len="med"/>
                <a:tailEnd type="none" w="med" len="med"/>
              </a:ln>
            </p:spPr>
          </p:sp>
          <p:sp>
            <p:nvSpPr>
              <p:cNvPr id="33883" name="Line 92"/>
              <p:cNvSpPr/>
              <p:nvPr/>
            </p:nvSpPr>
            <p:spPr>
              <a:xfrm flipV="1">
                <a:off x="2320" y="3747"/>
                <a:ext cx="3" cy="10"/>
              </a:xfrm>
              <a:prstGeom prst="line">
                <a:avLst/>
              </a:prstGeom>
              <a:ln w="12700" cap="flat" cmpd="sng">
                <a:solidFill>
                  <a:schemeClr val="tx1"/>
                </a:solidFill>
                <a:prstDash val="solid"/>
                <a:headEnd type="none" w="med" len="med"/>
                <a:tailEnd type="none" w="med" len="med"/>
              </a:ln>
            </p:spPr>
          </p:sp>
          <p:sp>
            <p:nvSpPr>
              <p:cNvPr id="33884" name="Freeform 93"/>
              <p:cNvSpPr/>
              <p:nvPr/>
            </p:nvSpPr>
            <p:spPr>
              <a:xfrm>
                <a:off x="2318" y="3744"/>
                <a:ext cx="29" cy="21"/>
              </a:xfrm>
              <a:custGeom>
                <a:avLst/>
                <a:gdLst/>
                <a:ahLst/>
                <a:cxnLst>
                  <a:cxn ang="0">
                    <a:pos x="20" y="17"/>
                  </a:cxn>
                  <a:cxn ang="0">
                    <a:pos x="24" y="14"/>
                  </a:cxn>
                  <a:cxn ang="0">
                    <a:pos x="23" y="13"/>
                  </a:cxn>
                  <a:cxn ang="0">
                    <a:pos x="28" y="8"/>
                  </a:cxn>
                  <a:cxn ang="0">
                    <a:pos x="22" y="0"/>
                  </a:cxn>
                  <a:cxn ang="0">
                    <a:pos x="16" y="1"/>
                  </a:cxn>
                  <a:cxn ang="0">
                    <a:pos x="11" y="3"/>
                  </a:cxn>
                  <a:cxn ang="0">
                    <a:pos x="6" y="6"/>
                  </a:cxn>
                  <a:cxn ang="0">
                    <a:pos x="3" y="11"/>
                  </a:cxn>
                  <a:cxn ang="0">
                    <a:pos x="4" y="13"/>
                  </a:cxn>
                  <a:cxn ang="0">
                    <a:pos x="0" y="15"/>
                  </a:cxn>
                  <a:cxn ang="0">
                    <a:pos x="1" y="17"/>
                  </a:cxn>
                  <a:cxn ang="0">
                    <a:pos x="7" y="17"/>
                  </a:cxn>
                  <a:cxn ang="0">
                    <a:pos x="8" y="20"/>
                  </a:cxn>
                  <a:cxn ang="0">
                    <a:pos x="14" y="18"/>
                  </a:cxn>
                  <a:cxn ang="0">
                    <a:pos x="20" y="17"/>
                  </a:cxn>
                </a:cxnLst>
                <a:rect l="0" t="0" r="0" b="0"/>
                <a:pathLst>
                  <a:path w="29" h="21">
                    <a:moveTo>
                      <a:pt x="20" y="17"/>
                    </a:moveTo>
                    <a:lnTo>
                      <a:pt x="24" y="14"/>
                    </a:lnTo>
                    <a:lnTo>
                      <a:pt x="23" y="13"/>
                    </a:lnTo>
                    <a:lnTo>
                      <a:pt x="28" y="8"/>
                    </a:lnTo>
                    <a:lnTo>
                      <a:pt x="22" y="0"/>
                    </a:lnTo>
                    <a:lnTo>
                      <a:pt x="16" y="1"/>
                    </a:lnTo>
                    <a:lnTo>
                      <a:pt x="11" y="3"/>
                    </a:lnTo>
                    <a:lnTo>
                      <a:pt x="6" y="6"/>
                    </a:lnTo>
                    <a:lnTo>
                      <a:pt x="3" y="11"/>
                    </a:lnTo>
                    <a:lnTo>
                      <a:pt x="4" y="13"/>
                    </a:lnTo>
                    <a:lnTo>
                      <a:pt x="0" y="15"/>
                    </a:lnTo>
                    <a:lnTo>
                      <a:pt x="1" y="17"/>
                    </a:lnTo>
                    <a:lnTo>
                      <a:pt x="7" y="17"/>
                    </a:lnTo>
                    <a:lnTo>
                      <a:pt x="8" y="20"/>
                    </a:lnTo>
                    <a:lnTo>
                      <a:pt x="14" y="18"/>
                    </a:lnTo>
                    <a:lnTo>
                      <a:pt x="20"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85" name="Freeform 94"/>
              <p:cNvSpPr/>
              <p:nvPr/>
            </p:nvSpPr>
            <p:spPr>
              <a:xfrm>
                <a:off x="2314" y="3748"/>
                <a:ext cx="31" cy="20"/>
              </a:xfrm>
              <a:custGeom>
                <a:avLst/>
                <a:gdLst/>
                <a:ahLst/>
                <a:cxnLst>
                  <a:cxn ang="0">
                    <a:pos x="0" y="7"/>
                  </a:cxn>
                  <a:cxn ang="0">
                    <a:pos x="27" y="0"/>
                  </a:cxn>
                  <a:cxn ang="0">
                    <a:pos x="30" y="12"/>
                  </a:cxn>
                  <a:cxn ang="0">
                    <a:pos x="3" y="19"/>
                  </a:cxn>
                  <a:cxn ang="0">
                    <a:pos x="0" y="7"/>
                  </a:cxn>
                </a:cxnLst>
                <a:rect l="0" t="0" r="0" b="0"/>
                <a:pathLst>
                  <a:path w="31" h="20">
                    <a:moveTo>
                      <a:pt x="0" y="7"/>
                    </a:moveTo>
                    <a:lnTo>
                      <a:pt x="27" y="0"/>
                    </a:lnTo>
                    <a:lnTo>
                      <a:pt x="30" y="12"/>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86" name="Freeform 95"/>
              <p:cNvSpPr/>
              <p:nvPr/>
            </p:nvSpPr>
            <p:spPr>
              <a:xfrm>
                <a:off x="2330" y="3739"/>
                <a:ext cx="26" cy="21"/>
              </a:xfrm>
              <a:custGeom>
                <a:avLst/>
                <a:gdLst/>
                <a:ahLst/>
                <a:cxnLst>
                  <a:cxn ang="0">
                    <a:pos x="1" y="18"/>
                  </a:cxn>
                  <a:cxn ang="0">
                    <a:pos x="6" y="18"/>
                  </a:cxn>
                  <a:cxn ang="0">
                    <a:pos x="10" y="20"/>
                  </a:cxn>
                  <a:cxn ang="0">
                    <a:pos x="16" y="20"/>
                  </a:cxn>
                  <a:cxn ang="0">
                    <a:pos x="19" y="17"/>
                  </a:cxn>
                  <a:cxn ang="0">
                    <a:pos x="21" y="12"/>
                  </a:cxn>
                  <a:cxn ang="0">
                    <a:pos x="22" y="8"/>
                  </a:cxn>
                  <a:cxn ang="0">
                    <a:pos x="25" y="3"/>
                  </a:cxn>
                  <a:cxn ang="0">
                    <a:pos x="23" y="1"/>
                  </a:cxn>
                  <a:cxn ang="0">
                    <a:pos x="19" y="3"/>
                  </a:cxn>
                  <a:cxn ang="0">
                    <a:pos x="18" y="0"/>
                  </a:cxn>
                  <a:cxn ang="0">
                    <a:pos x="14" y="0"/>
                  </a:cxn>
                  <a:cxn ang="0">
                    <a:pos x="10" y="2"/>
                  </a:cxn>
                  <a:cxn ang="0">
                    <a:pos x="7" y="4"/>
                  </a:cxn>
                  <a:cxn ang="0">
                    <a:pos x="3" y="5"/>
                  </a:cxn>
                  <a:cxn ang="0">
                    <a:pos x="2" y="11"/>
                  </a:cxn>
                  <a:cxn ang="0">
                    <a:pos x="3" y="14"/>
                  </a:cxn>
                  <a:cxn ang="0">
                    <a:pos x="0" y="16"/>
                  </a:cxn>
                  <a:cxn ang="0">
                    <a:pos x="1" y="18"/>
                  </a:cxn>
                </a:cxnLst>
                <a:rect l="0" t="0" r="0" b="0"/>
                <a:pathLst>
                  <a:path w="26" h="21">
                    <a:moveTo>
                      <a:pt x="1" y="18"/>
                    </a:moveTo>
                    <a:lnTo>
                      <a:pt x="6" y="18"/>
                    </a:lnTo>
                    <a:lnTo>
                      <a:pt x="10" y="20"/>
                    </a:lnTo>
                    <a:lnTo>
                      <a:pt x="16" y="20"/>
                    </a:lnTo>
                    <a:lnTo>
                      <a:pt x="19" y="17"/>
                    </a:lnTo>
                    <a:lnTo>
                      <a:pt x="21" y="12"/>
                    </a:lnTo>
                    <a:lnTo>
                      <a:pt x="22" y="8"/>
                    </a:lnTo>
                    <a:lnTo>
                      <a:pt x="25" y="3"/>
                    </a:lnTo>
                    <a:lnTo>
                      <a:pt x="23" y="1"/>
                    </a:lnTo>
                    <a:lnTo>
                      <a:pt x="19" y="3"/>
                    </a:lnTo>
                    <a:lnTo>
                      <a:pt x="18" y="0"/>
                    </a:lnTo>
                    <a:lnTo>
                      <a:pt x="14" y="0"/>
                    </a:lnTo>
                    <a:lnTo>
                      <a:pt x="10" y="2"/>
                    </a:lnTo>
                    <a:lnTo>
                      <a:pt x="7" y="4"/>
                    </a:lnTo>
                    <a:lnTo>
                      <a:pt x="3" y="5"/>
                    </a:lnTo>
                    <a:lnTo>
                      <a:pt x="2" y="11"/>
                    </a:lnTo>
                    <a:lnTo>
                      <a:pt x="3"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87" name="Line 96"/>
              <p:cNvSpPr/>
              <p:nvPr/>
            </p:nvSpPr>
            <p:spPr>
              <a:xfrm flipV="1">
                <a:off x="2300" y="3765"/>
                <a:ext cx="6" cy="12"/>
              </a:xfrm>
              <a:prstGeom prst="line">
                <a:avLst/>
              </a:prstGeom>
              <a:ln w="12700" cap="flat" cmpd="sng">
                <a:solidFill>
                  <a:schemeClr val="tx1"/>
                </a:solidFill>
                <a:prstDash val="solid"/>
                <a:headEnd type="none" w="med" len="med"/>
                <a:tailEnd type="none" w="med" len="med"/>
              </a:ln>
            </p:spPr>
          </p:sp>
          <p:sp>
            <p:nvSpPr>
              <p:cNvPr id="33888" name="Line 97"/>
              <p:cNvSpPr/>
              <p:nvPr/>
            </p:nvSpPr>
            <p:spPr>
              <a:xfrm flipV="1">
                <a:off x="2302" y="3763"/>
                <a:ext cx="2" cy="12"/>
              </a:xfrm>
              <a:prstGeom prst="line">
                <a:avLst/>
              </a:prstGeom>
              <a:ln w="12700" cap="flat" cmpd="sng">
                <a:solidFill>
                  <a:schemeClr val="tx1"/>
                </a:solidFill>
                <a:prstDash val="solid"/>
                <a:headEnd type="none" w="med" len="med"/>
                <a:tailEnd type="none" w="med" len="med"/>
              </a:ln>
            </p:spPr>
          </p:sp>
          <p:sp>
            <p:nvSpPr>
              <p:cNvPr id="33889" name="Freeform 98"/>
              <p:cNvSpPr/>
              <p:nvPr/>
            </p:nvSpPr>
            <p:spPr>
              <a:xfrm>
                <a:off x="2297" y="3763"/>
                <a:ext cx="29" cy="24"/>
              </a:xfrm>
              <a:custGeom>
                <a:avLst/>
                <a:gdLst/>
                <a:ahLst/>
                <a:cxnLst>
                  <a:cxn ang="0">
                    <a:pos x="22" y="16"/>
                  </a:cxn>
                  <a:cxn ang="0">
                    <a:pos x="21" y="14"/>
                  </a:cxn>
                  <a:cxn ang="0">
                    <a:pos x="28" y="10"/>
                  </a:cxn>
                  <a:cxn ang="0">
                    <a:pos x="21" y="0"/>
                  </a:cxn>
                  <a:cxn ang="0">
                    <a:pos x="15" y="3"/>
                  </a:cxn>
                  <a:cxn ang="0">
                    <a:pos x="14" y="1"/>
                  </a:cxn>
                  <a:cxn ang="0">
                    <a:pos x="9" y="5"/>
                  </a:cxn>
                  <a:cxn ang="0">
                    <a:pos x="10" y="7"/>
                  </a:cxn>
                  <a:cxn ang="0">
                    <a:pos x="5" y="10"/>
                  </a:cxn>
                  <a:cxn ang="0">
                    <a:pos x="0" y="16"/>
                  </a:cxn>
                  <a:cxn ang="0">
                    <a:pos x="2" y="18"/>
                  </a:cxn>
                  <a:cxn ang="0">
                    <a:pos x="3" y="20"/>
                  </a:cxn>
                  <a:cxn ang="0">
                    <a:pos x="4" y="23"/>
                  </a:cxn>
                  <a:cxn ang="0">
                    <a:pos x="11" y="21"/>
                  </a:cxn>
                  <a:cxn ang="0">
                    <a:pos x="16" y="17"/>
                  </a:cxn>
                  <a:cxn ang="0">
                    <a:pos x="17" y="19"/>
                  </a:cxn>
                  <a:cxn ang="0">
                    <a:pos x="22" y="16"/>
                  </a:cxn>
                </a:cxnLst>
                <a:rect l="0" t="0" r="0" b="0"/>
                <a:pathLst>
                  <a:path w="29" h="24">
                    <a:moveTo>
                      <a:pt x="22" y="16"/>
                    </a:moveTo>
                    <a:lnTo>
                      <a:pt x="21" y="14"/>
                    </a:lnTo>
                    <a:lnTo>
                      <a:pt x="28" y="10"/>
                    </a:lnTo>
                    <a:lnTo>
                      <a:pt x="21" y="0"/>
                    </a:lnTo>
                    <a:lnTo>
                      <a:pt x="15" y="3"/>
                    </a:lnTo>
                    <a:lnTo>
                      <a:pt x="14" y="1"/>
                    </a:lnTo>
                    <a:lnTo>
                      <a:pt x="9" y="5"/>
                    </a:lnTo>
                    <a:lnTo>
                      <a:pt x="10" y="7"/>
                    </a:lnTo>
                    <a:lnTo>
                      <a:pt x="5" y="10"/>
                    </a:lnTo>
                    <a:lnTo>
                      <a:pt x="0" y="16"/>
                    </a:lnTo>
                    <a:lnTo>
                      <a:pt x="2" y="18"/>
                    </a:lnTo>
                    <a:lnTo>
                      <a:pt x="3" y="20"/>
                    </a:lnTo>
                    <a:lnTo>
                      <a:pt x="4" y="23"/>
                    </a:lnTo>
                    <a:lnTo>
                      <a:pt x="11" y="21"/>
                    </a:lnTo>
                    <a:lnTo>
                      <a:pt x="16" y="17"/>
                    </a:lnTo>
                    <a:lnTo>
                      <a:pt x="17" y="19"/>
                    </a:lnTo>
                    <a:lnTo>
                      <a:pt x="22"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90" name="Freeform 99"/>
              <p:cNvSpPr/>
              <p:nvPr/>
            </p:nvSpPr>
            <p:spPr>
              <a:xfrm>
                <a:off x="2294" y="3767"/>
                <a:ext cx="30" cy="20"/>
              </a:xfrm>
              <a:custGeom>
                <a:avLst/>
                <a:gdLst/>
                <a:ahLst/>
                <a:cxnLst>
                  <a:cxn ang="0">
                    <a:pos x="0" y="7"/>
                  </a:cxn>
                  <a:cxn ang="0">
                    <a:pos x="25" y="0"/>
                  </a:cxn>
                  <a:cxn ang="0">
                    <a:pos x="29" y="10"/>
                  </a:cxn>
                  <a:cxn ang="0">
                    <a:pos x="3" y="19"/>
                  </a:cxn>
                  <a:cxn ang="0">
                    <a:pos x="0" y="7"/>
                  </a:cxn>
                </a:cxnLst>
                <a:rect l="0" t="0" r="0" b="0"/>
                <a:pathLst>
                  <a:path w="30" h="20">
                    <a:moveTo>
                      <a:pt x="0" y="7"/>
                    </a:moveTo>
                    <a:lnTo>
                      <a:pt x="25" y="0"/>
                    </a:lnTo>
                    <a:lnTo>
                      <a:pt x="29"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91" name="Freeform 100"/>
              <p:cNvSpPr/>
              <p:nvPr/>
            </p:nvSpPr>
            <p:spPr>
              <a:xfrm>
                <a:off x="2306" y="3756"/>
                <a:ext cx="28" cy="22"/>
              </a:xfrm>
              <a:custGeom>
                <a:avLst/>
                <a:gdLst/>
                <a:ahLst/>
                <a:cxnLst>
                  <a:cxn ang="0">
                    <a:pos x="2" y="16"/>
                  </a:cxn>
                  <a:cxn ang="0">
                    <a:pos x="3" y="18"/>
                  </a:cxn>
                  <a:cxn ang="0">
                    <a:pos x="4" y="21"/>
                  </a:cxn>
                  <a:cxn ang="0">
                    <a:pos x="10" y="21"/>
                  </a:cxn>
                  <a:cxn ang="0">
                    <a:pos x="13" y="18"/>
                  </a:cxn>
                  <a:cxn ang="0">
                    <a:pos x="15" y="21"/>
                  </a:cxn>
                  <a:cxn ang="0">
                    <a:pos x="19" y="18"/>
                  </a:cxn>
                  <a:cxn ang="0">
                    <a:pos x="24" y="9"/>
                  </a:cxn>
                  <a:cxn ang="0">
                    <a:pos x="27" y="4"/>
                  </a:cxn>
                  <a:cxn ang="0">
                    <a:pos x="23" y="0"/>
                  </a:cxn>
                  <a:cxn ang="0">
                    <a:pos x="10" y="2"/>
                  </a:cxn>
                  <a:cxn ang="0">
                    <a:pos x="5" y="4"/>
                  </a:cxn>
                  <a:cxn ang="0">
                    <a:pos x="2" y="8"/>
                  </a:cxn>
                  <a:cxn ang="0">
                    <a:pos x="0" y="12"/>
                  </a:cxn>
                  <a:cxn ang="0">
                    <a:pos x="1" y="15"/>
                  </a:cxn>
                  <a:cxn ang="0">
                    <a:pos x="2" y="16"/>
                  </a:cxn>
                </a:cxnLst>
                <a:rect l="0" t="0" r="0" b="0"/>
                <a:pathLst>
                  <a:path w="28" h="22">
                    <a:moveTo>
                      <a:pt x="2" y="16"/>
                    </a:moveTo>
                    <a:lnTo>
                      <a:pt x="3" y="18"/>
                    </a:lnTo>
                    <a:lnTo>
                      <a:pt x="4" y="21"/>
                    </a:lnTo>
                    <a:lnTo>
                      <a:pt x="10" y="21"/>
                    </a:lnTo>
                    <a:lnTo>
                      <a:pt x="13" y="18"/>
                    </a:lnTo>
                    <a:lnTo>
                      <a:pt x="15" y="21"/>
                    </a:lnTo>
                    <a:lnTo>
                      <a:pt x="19" y="18"/>
                    </a:lnTo>
                    <a:lnTo>
                      <a:pt x="24" y="9"/>
                    </a:lnTo>
                    <a:lnTo>
                      <a:pt x="27" y="4"/>
                    </a:lnTo>
                    <a:lnTo>
                      <a:pt x="23" y="0"/>
                    </a:lnTo>
                    <a:lnTo>
                      <a:pt x="10" y="2"/>
                    </a:lnTo>
                    <a:lnTo>
                      <a:pt x="5" y="4"/>
                    </a:lnTo>
                    <a:lnTo>
                      <a:pt x="2" y="8"/>
                    </a:lnTo>
                    <a:lnTo>
                      <a:pt x="0" y="12"/>
                    </a:lnTo>
                    <a:lnTo>
                      <a:pt x="1" y="15"/>
                    </a:lnTo>
                    <a:lnTo>
                      <a:pt x="2"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92" name="Line 101"/>
              <p:cNvSpPr/>
              <p:nvPr/>
            </p:nvSpPr>
            <p:spPr>
              <a:xfrm flipV="1">
                <a:off x="2294" y="3756"/>
                <a:ext cx="8" cy="15"/>
              </a:xfrm>
              <a:prstGeom prst="line">
                <a:avLst/>
              </a:prstGeom>
              <a:ln w="12700" cap="flat" cmpd="sng">
                <a:solidFill>
                  <a:schemeClr val="tx1"/>
                </a:solidFill>
                <a:prstDash val="solid"/>
                <a:headEnd type="none" w="med" len="med"/>
                <a:tailEnd type="none" w="med" len="med"/>
              </a:ln>
            </p:spPr>
          </p:sp>
          <p:sp>
            <p:nvSpPr>
              <p:cNvPr id="33893" name="Line 102"/>
              <p:cNvSpPr/>
              <p:nvPr/>
            </p:nvSpPr>
            <p:spPr>
              <a:xfrm flipV="1">
                <a:off x="2295" y="3756"/>
                <a:ext cx="6" cy="9"/>
              </a:xfrm>
              <a:prstGeom prst="line">
                <a:avLst/>
              </a:prstGeom>
              <a:ln w="12700" cap="flat" cmpd="sng">
                <a:solidFill>
                  <a:schemeClr val="tx1"/>
                </a:solidFill>
                <a:prstDash val="solid"/>
                <a:headEnd type="none" w="med" len="med"/>
                <a:tailEnd type="none" w="med" len="med"/>
              </a:ln>
            </p:spPr>
          </p:sp>
          <p:sp>
            <p:nvSpPr>
              <p:cNvPr id="33894" name="Freeform 103"/>
              <p:cNvSpPr/>
              <p:nvPr/>
            </p:nvSpPr>
            <p:spPr>
              <a:xfrm>
                <a:off x="2288" y="3754"/>
                <a:ext cx="30" cy="22"/>
              </a:xfrm>
              <a:custGeom>
                <a:avLst/>
                <a:gdLst/>
                <a:ahLst/>
                <a:cxnLst>
                  <a:cxn ang="0">
                    <a:pos x="24" y="15"/>
                  </a:cxn>
                  <a:cxn ang="0">
                    <a:pos x="29" y="10"/>
                  </a:cxn>
                  <a:cxn ang="0">
                    <a:pos x="22" y="0"/>
                  </a:cxn>
                  <a:cxn ang="0">
                    <a:pos x="16" y="3"/>
                  </a:cxn>
                  <a:cxn ang="0">
                    <a:pos x="15" y="1"/>
                  </a:cxn>
                  <a:cxn ang="0">
                    <a:pos x="8" y="4"/>
                  </a:cxn>
                  <a:cxn ang="0">
                    <a:pos x="10" y="6"/>
                  </a:cxn>
                  <a:cxn ang="0">
                    <a:pos x="4" y="9"/>
                  </a:cxn>
                  <a:cxn ang="0">
                    <a:pos x="0" y="15"/>
                  </a:cxn>
                  <a:cxn ang="0">
                    <a:pos x="1" y="17"/>
                  </a:cxn>
                  <a:cxn ang="0">
                    <a:pos x="2" y="18"/>
                  </a:cxn>
                  <a:cxn ang="0">
                    <a:pos x="3" y="20"/>
                  </a:cxn>
                  <a:cxn ang="0">
                    <a:pos x="12" y="21"/>
                  </a:cxn>
                  <a:cxn ang="0">
                    <a:pos x="17" y="18"/>
                  </a:cxn>
                  <a:cxn ang="0">
                    <a:pos x="24" y="15"/>
                  </a:cxn>
                </a:cxnLst>
                <a:rect l="0" t="0" r="0" b="0"/>
                <a:pathLst>
                  <a:path w="30" h="22">
                    <a:moveTo>
                      <a:pt x="24" y="15"/>
                    </a:moveTo>
                    <a:lnTo>
                      <a:pt x="29" y="10"/>
                    </a:lnTo>
                    <a:lnTo>
                      <a:pt x="22" y="0"/>
                    </a:lnTo>
                    <a:lnTo>
                      <a:pt x="16" y="3"/>
                    </a:lnTo>
                    <a:lnTo>
                      <a:pt x="15" y="1"/>
                    </a:lnTo>
                    <a:lnTo>
                      <a:pt x="8" y="4"/>
                    </a:lnTo>
                    <a:lnTo>
                      <a:pt x="10" y="6"/>
                    </a:lnTo>
                    <a:lnTo>
                      <a:pt x="4" y="9"/>
                    </a:lnTo>
                    <a:lnTo>
                      <a:pt x="0" y="15"/>
                    </a:lnTo>
                    <a:lnTo>
                      <a:pt x="1" y="17"/>
                    </a:lnTo>
                    <a:lnTo>
                      <a:pt x="2" y="18"/>
                    </a:lnTo>
                    <a:lnTo>
                      <a:pt x="3" y="20"/>
                    </a:lnTo>
                    <a:lnTo>
                      <a:pt x="12" y="21"/>
                    </a:lnTo>
                    <a:lnTo>
                      <a:pt x="17" y="18"/>
                    </a:lnTo>
                    <a:lnTo>
                      <a:pt x="24"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95" name="Freeform 104"/>
              <p:cNvSpPr/>
              <p:nvPr/>
            </p:nvSpPr>
            <p:spPr>
              <a:xfrm>
                <a:off x="2289" y="3757"/>
                <a:ext cx="31" cy="21"/>
              </a:xfrm>
              <a:custGeom>
                <a:avLst/>
                <a:gdLst/>
                <a:ahLst/>
                <a:cxnLst>
                  <a:cxn ang="0">
                    <a:pos x="0" y="7"/>
                  </a:cxn>
                  <a:cxn ang="0">
                    <a:pos x="25" y="0"/>
                  </a:cxn>
                  <a:cxn ang="0">
                    <a:pos x="30" y="10"/>
                  </a:cxn>
                  <a:cxn ang="0">
                    <a:pos x="3" y="20"/>
                  </a:cxn>
                  <a:cxn ang="0">
                    <a:pos x="0" y="7"/>
                  </a:cxn>
                </a:cxnLst>
                <a:rect l="0" t="0" r="0" b="0"/>
                <a:pathLst>
                  <a:path w="31" h="21">
                    <a:moveTo>
                      <a:pt x="0" y="7"/>
                    </a:moveTo>
                    <a:lnTo>
                      <a:pt x="25" y="0"/>
                    </a:lnTo>
                    <a:lnTo>
                      <a:pt x="30" y="10"/>
                    </a:lnTo>
                    <a:lnTo>
                      <a:pt x="3" y="20"/>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896" name="Freeform 105"/>
              <p:cNvSpPr/>
              <p:nvPr/>
            </p:nvSpPr>
            <p:spPr>
              <a:xfrm>
                <a:off x="2306" y="3750"/>
                <a:ext cx="25" cy="21"/>
              </a:xfrm>
              <a:custGeom>
                <a:avLst/>
                <a:gdLst/>
                <a:ahLst/>
                <a:cxnLst>
                  <a:cxn ang="0">
                    <a:pos x="1" y="15"/>
                  </a:cxn>
                  <a:cxn ang="0">
                    <a:pos x="3" y="17"/>
                  </a:cxn>
                  <a:cxn ang="0">
                    <a:pos x="4" y="20"/>
                  </a:cxn>
                  <a:cxn ang="0">
                    <a:pos x="8" y="20"/>
                  </a:cxn>
                  <a:cxn ang="0">
                    <a:pos x="12" y="17"/>
                  </a:cxn>
                  <a:cxn ang="0">
                    <a:pos x="13" y="20"/>
                  </a:cxn>
                  <a:cxn ang="0">
                    <a:pos x="16" y="17"/>
                  </a:cxn>
                  <a:cxn ang="0">
                    <a:pos x="24" y="4"/>
                  </a:cxn>
                  <a:cxn ang="0">
                    <a:pos x="21" y="0"/>
                  </a:cxn>
                  <a:cxn ang="0">
                    <a:pos x="8" y="2"/>
                  </a:cxn>
                  <a:cxn ang="0">
                    <a:pos x="5" y="4"/>
                  </a:cxn>
                  <a:cxn ang="0">
                    <a:pos x="6" y="6"/>
                  </a:cxn>
                  <a:cxn ang="0">
                    <a:pos x="3" y="8"/>
                  </a:cxn>
                  <a:cxn ang="0">
                    <a:pos x="0" y="14"/>
                  </a:cxn>
                  <a:cxn ang="0">
                    <a:pos x="1" y="15"/>
                  </a:cxn>
                </a:cxnLst>
                <a:rect l="0" t="0" r="0" b="0"/>
                <a:pathLst>
                  <a:path w="25" h="21">
                    <a:moveTo>
                      <a:pt x="1" y="15"/>
                    </a:moveTo>
                    <a:lnTo>
                      <a:pt x="3" y="17"/>
                    </a:lnTo>
                    <a:lnTo>
                      <a:pt x="4" y="20"/>
                    </a:lnTo>
                    <a:lnTo>
                      <a:pt x="8" y="20"/>
                    </a:lnTo>
                    <a:lnTo>
                      <a:pt x="12" y="17"/>
                    </a:lnTo>
                    <a:lnTo>
                      <a:pt x="13" y="20"/>
                    </a:lnTo>
                    <a:lnTo>
                      <a:pt x="16" y="17"/>
                    </a:lnTo>
                    <a:lnTo>
                      <a:pt x="24" y="4"/>
                    </a:lnTo>
                    <a:lnTo>
                      <a:pt x="21" y="0"/>
                    </a:lnTo>
                    <a:lnTo>
                      <a:pt x="8" y="2"/>
                    </a:lnTo>
                    <a:lnTo>
                      <a:pt x="5" y="4"/>
                    </a:lnTo>
                    <a:lnTo>
                      <a:pt x="6" y="6"/>
                    </a:lnTo>
                    <a:lnTo>
                      <a:pt x="3" y="8"/>
                    </a:lnTo>
                    <a:lnTo>
                      <a:pt x="0" y="14"/>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897" name="Line 106"/>
              <p:cNvSpPr/>
              <p:nvPr/>
            </p:nvSpPr>
            <p:spPr>
              <a:xfrm flipV="1">
                <a:off x="2279" y="3760"/>
                <a:ext cx="2" cy="11"/>
              </a:xfrm>
              <a:prstGeom prst="line">
                <a:avLst/>
              </a:prstGeom>
              <a:ln w="12700" cap="flat" cmpd="sng">
                <a:solidFill>
                  <a:schemeClr val="tx1"/>
                </a:solidFill>
                <a:prstDash val="solid"/>
                <a:headEnd type="none" w="med" len="med"/>
                <a:tailEnd type="none" w="med" len="med"/>
              </a:ln>
            </p:spPr>
          </p:sp>
          <p:sp>
            <p:nvSpPr>
              <p:cNvPr id="33898" name="Line 107"/>
              <p:cNvSpPr/>
              <p:nvPr/>
            </p:nvSpPr>
            <p:spPr>
              <a:xfrm flipV="1">
                <a:off x="2276" y="3757"/>
                <a:ext cx="6" cy="11"/>
              </a:xfrm>
              <a:prstGeom prst="line">
                <a:avLst/>
              </a:prstGeom>
              <a:ln w="12700" cap="flat" cmpd="sng">
                <a:solidFill>
                  <a:schemeClr val="tx1"/>
                </a:solidFill>
                <a:prstDash val="solid"/>
                <a:headEnd type="none" w="med" len="med"/>
                <a:tailEnd type="none" w="med" len="med"/>
              </a:ln>
            </p:spPr>
          </p:sp>
          <p:sp>
            <p:nvSpPr>
              <p:cNvPr id="33899" name="Freeform 108"/>
              <p:cNvSpPr/>
              <p:nvPr/>
            </p:nvSpPr>
            <p:spPr>
              <a:xfrm>
                <a:off x="2275" y="3754"/>
                <a:ext cx="28" cy="22"/>
              </a:xfrm>
              <a:custGeom>
                <a:avLst/>
                <a:gdLst/>
                <a:ahLst/>
                <a:cxnLst>
                  <a:cxn ang="0">
                    <a:pos x="23" y="16"/>
                  </a:cxn>
                  <a:cxn ang="0">
                    <a:pos x="21" y="14"/>
                  </a:cxn>
                  <a:cxn ang="0">
                    <a:pos x="27" y="11"/>
                  </a:cxn>
                  <a:cxn ang="0">
                    <a:pos x="20" y="0"/>
                  </a:cxn>
                  <a:cxn ang="0">
                    <a:pos x="15" y="3"/>
                  </a:cxn>
                  <a:cxn ang="0">
                    <a:pos x="13" y="1"/>
                  </a:cxn>
                  <a:cxn ang="0">
                    <a:pos x="9" y="3"/>
                  </a:cxn>
                  <a:cxn ang="0">
                    <a:pos x="10" y="5"/>
                  </a:cxn>
                  <a:cxn ang="0">
                    <a:pos x="5" y="8"/>
                  </a:cxn>
                  <a:cxn ang="0">
                    <a:pos x="2" y="13"/>
                  </a:cxn>
                  <a:cxn ang="0">
                    <a:pos x="4" y="15"/>
                  </a:cxn>
                  <a:cxn ang="0">
                    <a:pos x="0" y="18"/>
                  </a:cxn>
                  <a:cxn ang="0">
                    <a:pos x="1" y="21"/>
                  </a:cxn>
                  <a:cxn ang="0">
                    <a:pos x="6" y="19"/>
                  </a:cxn>
                  <a:cxn ang="0">
                    <a:pos x="12" y="19"/>
                  </a:cxn>
                  <a:cxn ang="0">
                    <a:pos x="16" y="16"/>
                  </a:cxn>
                  <a:cxn ang="0">
                    <a:pos x="19" y="18"/>
                  </a:cxn>
                  <a:cxn ang="0">
                    <a:pos x="23" y="16"/>
                  </a:cxn>
                </a:cxnLst>
                <a:rect l="0" t="0" r="0" b="0"/>
                <a:pathLst>
                  <a:path w="28" h="22">
                    <a:moveTo>
                      <a:pt x="23" y="16"/>
                    </a:moveTo>
                    <a:lnTo>
                      <a:pt x="21" y="14"/>
                    </a:lnTo>
                    <a:lnTo>
                      <a:pt x="27" y="11"/>
                    </a:lnTo>
                    <a:lnTo>
                      <a:pt x="20" y="0"/>
                    </a:lnTo>
                    <a:lnTo>
                      <a:pt x="15" y="3"/>
                    </a:lnTo>
                    <a:lnTo>
                      <a:pt x="13" y="1"/>
                    </a:lnTo>
                    <a:lnTo>
                      <a:pt x="9" y="3"/>
                    </a:lnTo>
                    <a:lnTo>
                      <a:pt x="10" y="5"/>
                    </a:lnTo>
                    <a:lnTo>
                      <a:pt x="5" y="8"/>
                    </a:lnTo>
                    <a:lnTo>
                      <a:pt x="2" y="13"/>
                    </a:lnTo>
                    <a:lnTo>
                      <a:pt x="4" y="15"/>
                    </a:lnTo>
                    <a:lnTo>
                      <a:pt x="0" y="18"/>
                    </a:lnTo>
                    <a:lnTo>
                      <a:pt x="1" y="21"/>
                    </a:lnTo>
                    <a:lnTo>
                      <a:pt x="6" y="19"/>
                    </a:lnTo>
                    <a:lnTo>
                      <a:pt x="12" y="19"/>
                    </a:lnTo>
                    <a:lnTo>
                      <a:pt x="16" y="16"/>
                    </a:lnTo>
                    <a:lnTo>
                      <a:pt x="19" y="18"/>
                    </a:lnTo>
                    <a:lnTo>
                      <a:pt x="23"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00" name="Freeform 109"/>
              <p:cNvSpPr/>
              <p:nvPr/>
            </p:nvSpPr>
            <p:spPr>
              <a:xfrm>
                <a:off x="2274" y="3757"/>
                <a:ext cx="30" cy="21"/>
              </a:xfrm>
              <a:custGeom>
                <a:avLst/>
                <a:gdLst/>
                <a:ahLst/>
                <a:cxnLst>
                  <a:cxn ang="0">
                    <a:pos x="0" y="8"/>
                  </a:cxn>
                  <a:cxn ang="0">
                    <a:pos x="25" y="0"/>
                  </a:cxn>
                  <a:cxn ang="0">
                    <a:pos x="29" y="11"/>
                  </a:cxn>
                  <a:cxn ang="0">
                    <a:pos x="3" y="20"/>
                  </a:cxn>
                  <a:cxn ang="0">
                    <a:pos x="0" y="8"/>
                  </a:cxn>
                </a:cxnLst>
                <a:rect l="0" t="0" r="0" b="0"/>
                <a:pathLst>
                  <a:path w="30" h="21">
                    <a:moveTo>
                      <a:pt x="0" y="8"/>
                    </a:moveTo>
                    <a:lnTo>
                      <a:pt x="25" y="0"/>
                    </a:lnTo>
                    <a:lnTo>
                      <a:pt x="29" y="11"/>
                    </a:lnTo>
                    <a:lnTo>
                      <a:pt x="3" y="20"/>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01" name="Freeform 110"/>
              <p:cNvSpPr/>
              <p:nvPr/>
            </p:nvSpPr>
            <p:spPr>
              <a:xfrm>
                <a:off x="2287" y="3751"/>
                <a:ext cx="28" cy="23"/>
              </a:xfrm>
              <a:custGeom>
                <a:avLst/>
                <a:gdLst/>
                <a:ahLst/>
                <a:cxnLst>
                  <a:cxn ang="0">
                    <a:pos x="2" y="17"/>
                  </a:cxn>
                  <a:cxn ang="0">
                    <a:pos x="3" y="19"/>
                  </a:cxn>
                  <a:cxn ang="0">
                    <a:pos x="4" y="22"/>
                  </a:cxn>
                  <a:cxn ang="0">
                    <a:pos x="9" y="22"/>
                  </a:cxn>
                  <a:cxn ang="0">
                    <a:pos x="14" y="19"/>
                  </a:cxn>
                  <a:cxn ang="0">
                    <a:pos x="15" y="22"/>
                  </a:cxn>
                  <a:cxn ang="0">
                    <a:pos x="18" y="18"/>
                  </a:cxn>
                  <a:cxn ang="0">
                    <a:pos x="21" y="13"/>
                  </a:cxn>
                  <a:cxn ang="0">
                    <a:pos x="23" y="9"/>
                  </a:cxn>
                  <a:cxn ang="0">
                    <a:pos x="22" y="6"/>
                  </a:cxn>
                  <a:cxn ang="0">
                    <a:pos x="27" y="4"/>
                  </a:cxn>
                  <a:cxn ang="0">
                    <a:pos x="24" y="2"/>
                  </a:cxn>
                  <a:cxn ang="0">
                    <a:pos x="20" y="2"/>
                  </a:cxn>
                  <a:cxn ang="0">
                    <a:pos x="18" y="0"/>
                  </a:cxn>
                  <a:cxn ang="0">
                    <a:pos x="14" y="1"/>
                  </a:cxn>
                  <a:cxn ang="0">
                    <a:pos x="9" y="3"/>
                  </a:cxn>
                  <a:cxn ang="0">
                    <a:pos x="6" y="5"/>
                  </a:cxn>
                  <a:cxn ang="0">
                    <a:pos x="2" y="8"/>
                  </a:cxn>
                  <a:cxn ang="0">
                    <a:pos x="0" y="12"/>
                  </a:cxn>
                  <a:cxn ang="0">
                    <a:pos x="1" y="15"/>
                  </a:cxn>
                  <a:cxn ang="0">
                    <a:pos x="2" y="17"/>
                  </a:cxn>
                </a:cxnLst>
                <a:rect l="0" t="0" r="0" b="0"/>
                <a:pathLst>
                  <a:path w="28" h="23">
                    <a:moveTo>
                      <a:pt x="2" y="17"/>
                    </a:moveTo>
                    <a:lnTo>
                      <a:pt x="3" y="19"/>
                    </a:lnTo>
                    <a:lnTo>
                      <a:pt x="4" y="22"/>
                    </a:lnTo>
                    <a:lnTo>
                      <a:pt x="9" y="22"/>
                    </a:lnTo>
                    <a:lnTo>
                      <a:pt x="14" y="19"/>
                    </a:lnTo>
                    <a:lnTo>
                      <a:pt x="15" y="22"/>
                    </a:lnTo>
                    <a:lnTo>
                      <a:pt x="18" y="18"/>
                    </a:lnTo>
                    <a:lnTo>
                      <a:pt x="21" y="13"/>
                    </a:lnTo>
                    <a:lnTo>
                      <a:pt x="23" y="9"/>
                    </a:lnTo>
                    <a:lnTo>
                      <a:pt x="22" y="6"/>
                    </a:lnTo>
                    <a:lnTo>
                      <a:pt x="27" y="4"/>
                    </a:lnTo>
                    <a:lnTo>
                      <a:pt x="24" y="2"/>
                    </a:lnTo>
                    <a:lnTo>
                      <a:pt x="20" y="2"/>
                    </a:lnTo>
                    <a:lnTo>
                      <a:pt x="18" y="0"/>
                    </a:lnTo>
                    <a:lnTo>
                      <a:pt x="14" y="1"/>
                    </a:lnTo>
                    <a:lnTo>
                      <a:pt x="9" y="3"/>
                    </a:lnTo>
                    <a:lnTo>
                      <a:pt x="6" y="5"/>
                    </a:lnTo>
                    <a:lnTo>
                      <a:pt x="2" y="8"/>
                    </a:lnTo>
                    <a:lnTo>
                      <a:pt x="0" y="12"/>
                    </a:lnTo>
                    <a:lnTo>
                      <a:pt x="1" y="15"/>
                    </a:lnTo>
                    <a:lnTo>
                      <a:pt x="2"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02" name="Line 111"/>
              <p:cNvSpPr/>
              <p:nvPr/>
            </p:nvSpPr>
            <p:spPr>
              <a:xfrm flipV="1">
                <a:off x="2304" y="3744"/>
                <a:ext cx="2" cy="13"/>
              </a:xfrm>
              <a:prstGeom prst="line">
                <a:avLst/>
              </a:prstGeom>
              <a:ln w="12700" cap="flat" cmpd="sng">
                <a:solidFill>
                  <a:schemeClr val="tx1"/>
                </a:solidFill>
                <a:prstDash val="solid"/>
                <a:headEnd type="none" w="med" len="med"/>
                <a:tailEnd type="none" w="med" len="med"/>
              </a:ln>
            </p:spPr>
          </p:sp>
          <p:sp>
            <p:nvSpPr>
              <p:cNvPr id="33903" name="Line 112"/>
              <p:cNvSpPr/>
              <p:nvPr/>
            </p:nvSpPr>
            <p:spPr>
              <a:xfrm flipV="1">
                <a:off x="2303" y="3741"/>
                <a:ext cx="5" cy="12"/>
              </a:xfrm>
              <a:prstGeom prst="line">
                <a:avLst/>
              </a:prstGeom>
              <a:ln w="12700" cap="flat" cmpd="sng">
                <a:solidFill>
                  <a:schemeClr val="tx1"/>
                </a:solidFill>
                <a:prstDash val="solid"/>
                <a:headEnd type="none" w="med" len="med"/>
                <a:tailEnd type="none" w="med" len="med"/>
              </a:ln>
            </p:spPr>
          </p:sp>
          <p:sp>
            <p:nvSpPr>
              <p:cNvPr id="33904" name="Freeform 113"/>
              <p:cNvSpPr/>
              <p:nvPr/>
            </p:nvSpPr>
            <p:spPr>
              <a:xfrm>
                <a:off x="2299" y="3738"/>
                <a:ext cx="30" cy="23"/>
              </a:xfrm>
              <a:custGeom>
                <a:avLst/>
                <a:gdLst/>
                <a:ahLst/>
                <a:cxnLst>
                  <a:cxn ang="0">
                    <a:pos x="22" y="17"/>
                  </a:cxn>
                  <a:cxn ang="0">
                    <a:pos x="29" y="14"/>
                  </a:cxn>
                  <a:cxn ang="0">
                    <a:pos x="26" y="12"/>
                  </a:cxn>
                  <a:cxn ang="0">
                    <a:pos x="21" y="2"/>
                  </a:cxn>
                  <a:cxn ang="0">
                    <a:pos x="18" y="0"/>
                  </a:cxn>
                  <a:cxn ang="0">
                    <a:pos x="13" y="3"/>
                  </a:cxn>
                  <a:cxn ang="0">
                    <a:pos x="8" y="8"/>
                  </a:cxn>
                  <a:cxn ang="0">
                    <a:pos x="4" y="14"/>
                  </a:cxn>
                  <a:cxn ang="0">
                    <a:pos x="0" y="19"/>
                  </a:cxn>
                  <a:cxn ang="0">
                    <a:pos x="1" y="22"/>
                  </a:cxn>
                  <a:cxn ang="0">
                    <a:pos x="8" y="20"/>
                  </a:cxn>
                  <a:cxn ang="0">
                    <a:pos x="15" y="19"/>
                  </a:cxn>
                  <a:cxn ang="0">
                    <a:pos x="22" y="17"/>
                  </a:cxn>
                </a:cxnLst>
                <a:rect l="0" t="0" r="0" b="0"/>
                <a:pathLst>
                  <a:path w="30" h="23">
                    <a:moveTo>
                      <a:pt x="22" y="17"/>
                    </a:moveTo>
                    <a:lnTo>
                      <a:pt x="29" y="14"/>
                    </a:lnTo>
                    <a:lnTo>
                      <a:pt x="26" y="12"/>
                    </a:lnTo>
                    <a:lnTo>
                      <a:pt x="21" y="2"/>
                    </a:lnTo>
                    <a:lnTo>
                      <a:pt x="18" y="0"/>
                    </a:lnTo>
                    <a:lnTo>
                      <a:pt x="13" y="3"/>
                    </a:lnTo>
                    <a:lnTo>
                      <a:pt x="8" y="8"/>
                    </a:lnTo>
                    <a:lnTo>
                      <a:pt x="4" y="14"/>
                    </a:lnTo>
                    <a:lnTo>
                      <a:pt x="0" y="19"/>
                    </a:lnTo>
                    <a:lnTo>
                      <a:pt x="1" y="22"/>
                    </a:lnTo>
                    <a:lnTo>
                      <a:pt x="8" y="20"/>
                    </a:lnTo>
                    <a:lnTo>
                      <a:pt x="15" y="19"/>
                    </a:lnTo>
                    <a:lnTo>
                      <a:pt x="22"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05" name="Freeform 114"/>
              <p:cNvSpPr/>
              <p:nvPr/>
            </p:nvSpPr>
            <p:spPr>
              <a:xfrm>
                <a:off x="2300" y="3743"/>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06" name="Freeform 115"/>
              <p:cNvSpPr/>
              <p:nvPr/>
            </p:nvSpPr>
            <p:spPr>
              <a:xfrm>
                <a:off x="2317" y="3735"/>
                <a:ext cx="24" cy="20"/>
              </a:xfrm>
              <a:custGeom>
                <a:avLst/>
                <a:gdLst/>
                <a:ahLst/>
                <a:cxnLst>
                  <a:cxn ang="0">
                    <a:pos x="1" y="15"/>
                  </a:cxn>
                  <a:cxn ang="0">
                    <a:pos x="2" y="17"/>
                  </a:cxn>
                  <a:cxn ang="0">
                    <a:pos x="5" y="16"/>
                  </a:cxn>
                  <a:cxn ang="0">
                    <a:pos x="6" y="19"/>
                  </a:cxn>
                  <a:cxn ang="0">
                    <a:pos x="10" y="19"/>
                  </a:cxn>
                  <a:cxn ang="0">
                    <a:pos x="14" y="19"/>
                  </a:cxn>
                  <a:cxn ang="0">
                    <a:pos x="17" y="16"/>
                  </a:cxn>
                  <a:cxn ang="0">
                    <a:pos x="19" y="13"/>
                  </a:cxn>
                  <a:cxn ang="0">
                    <a:pos x="20" y="8"/>
                  </a:cxn>
                  <a:cxn ang="0">
                    <a:pos x="19" y="6"/>
                  </a:cxn>
                  <a:cxn ang="0">
                    <a:pos x="23" y="4"/>
                  </a:cxn>
                  <a:cxn ang="0">
                    <a:pos x="20" y="1"/>
                  </a:cxn>
                  <a:cxn ang="0">
                    <a:pos x="17" y="2"/>
                  </a:cxn>
                  <a:cxn ang="0">
                    <a:pos x="16" y="0"/>
                  </a:cxn>
                  <a:cxn ang="0">
                    <a:pos x="12" y="0"/>
                  </a:cxn>
                  <a:cxn ang="0">
                    <a:pos x="9" y="2"/>
                  </a:cxn>
                  <a:cxn ang="0">
                    <a:pos x="6" y="3"/>
                  </a:cxn>
                  <a:cxn ang="0">
                    <a:pos x="3" y="5"/>
                  </a:cxn>
                  <a:cxn ang="0">
                    <a:pos x="2" y="10"/>
                  </a:cxn>
                  <a:cxn ang="0">
                    <a:pos x="3" y="12"/>
                  </a:cxn>
                  <a:cxn ang="0">
                    <a:pos x="0" y="13"/>
                  </a:cxn>
                  <a:cxn ang="0">
                    <a:pos x="1" y="15"/>
                  </a:cxn>
                </a:cxnLst>
                <a:rect l="0" t="0" r="0" b="0"/>
                <a:pathLst>
                  <a:path w="24" h="20">
                    <a:moveTo>
                      <a:pt x="1" y="15"/>
                    </a:moveTo>
                    <a:lnTo>
                      <a:pt x="2" y="17"/>
                    </a:lnTo>
                    <a:lnTo>
                      <a:pt x="5" y="16"/>
                    </a:lnTo>
                    <a:lnTo>
                      <a:pt x="6" y="19"/>
                    </a:lnTo>
                    <a:lnTo>
                      <a:pt x="10" y="19"/>
                    </a:lnTo>
                    <a:lnTo>
                      <a:pt x="14" y="19"/>
                    </a:lnTo>
                    <a:lnTo>
                      <a:pt x="17" y="16"/>
                    </a:lnTo>
                    <a:lnTo>
                      <a:pt x="19" y="13"/>
                    </a:lnTo>
                    <a:lnTo>
                      <a:pt x="20" y="8"/>
                    </a:lnTo>
                    <a:lnTo>
                      <a:pt x="19" y="6"/>
                    </a:lnTo>
                    <a:lnTo>
                      <a:pt x="23" y="4"/>
                    </a:lnTo>
                    <a:lnTo>
                      <a:pt x="20" y="1"/>
                    </a:lnTo>
                    <a:lnTo>
                      <a:pt x="17" y="2"/>
                    </a:lnTo>
                    <a:lnTo>
                      <a:pt x="16" y="0"/>
                    </a:lnTo>
                    <a:lnTo>
                      <a:pt x="12" y="0"/>
                    </a:lnTo>
                    <a:lnTo>
                      <a:pt x="9" y="2"/>
                    </a:lnTo>
                    <a:lnTo>
                      <a:pt x="6" y="3"/>
                    </a:lnTo>
                    <a:lnTo>
                      <a:pt x="3" y="5"/>
                    </a:lnTo>
                    <a:lnTo>
                      <a:pt x="2" y="10"/>
                    </a:lnTo>
                    <a:lnTo>
                      <a:pt x="3" y="12"/>
                    </a:lnTo>
                    <a:lnTo>
                      <a:pt x="0" y="13"/>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07" name="Line 116"/>
              <p:cNvSpPr/>
              <p:nvPr/>
            </p:nvSpPr>
            <p:spPr>
              <a:xfrm flipV="1">
                <a:off x="2285" y="3745"/>
                <a:ext cx="7" cy="13"/>
              </a:xfrm>
              <a:prstGeom prst="line">
                <a:avLst/>
              </a:prstGeom>
              <a:ln w="12700" cap="flat" cmpd="sng">
                <a:solidFill>
                  <a:schemeClr val="tx1"/>
                </a:solidFill>
                <a:prstDash val="solid"/>
                <a:headEnd type="none" w="med" len="med"/>
                <a:tailEnd type="none" w="med" len="med"/>
              </a:ln>
            </p:spPr>
          </p:sp>
          <p:sp>
            <p:nvSpPr>
              <p:cNvPr id="33908" name="Line 117"/>
              <p:cNvSpPr/>
              <p:nvPr/>
            </p:nvSpPr>
            <p:spPr>
              <a:xfrm flipV="1">
                <a:off x="2286" y="3742"/>
                <a:ext cx="4" cy="11"/>
              </a:xfrm>
              <a:prstGeom prst="line">
                <a:avLst/>
              </a:prstGeom>
              <a:ln w="12700" cap="flat" cmpd="sng">
                <a:solidFill>
                  <a:schemeClr val="tx1"/>
                </a:solidFill>
                <a:prstDash val="solid"/>
                <a:headEnd type="none" w="med" len="med"/>
                <a:tailEnd type="none" w="med" len="med"/>
              </a:ln>
            </p:spPr>
          </p:sp>
          <p:sp>
            <p:nvSpPr>
              <p:cNvPr id="33909" name="Freeform 118"/>
              <p:cNvSpPr/>
              <p:nvPr/>
            </p:nvSpPr>
            <p:spPr>
              <a:xfrm>
                <a:off x="2281" y="3739"/>
                <a:ext cx="31" cy="25"/>
              </a:xfrm>
              <a:custGeom>
                <a:avLst/>
                <a:gdLst/>
                <a:ahLst/>
                <a:cxnLst>
                  <a:cxn ang="0">
                    <a:pos x="25" y="17"/>
                  </a:cxn>
                  <a:cxn ang="0">
                    <a:pos x="30" y="10"/>
                  </a:cxn>
                  <a:cxn ang="0">
                    <a:pos x="23" y="0"/>
                  </a:cxn>
                  <a:cxn ang="0">
                    <a:pos x="16" y="1"/>
                  </a:cxn>
                  <a:cxn ang="0">
                    <a:pos x="10" y="4"/>
                  </a:cxn>
                  <a:cxn ang="0">
                    <a:pos x="4" y="8"/>
                  </a:cxn>
                  <a:cxn ang="0">
                    <a:pos x="0" y="14"/>
                  </a:cxn>
                  <a:cxn ang="0">
                    <a:pos x="1" y="17"/>
                  </a:cxn>
                  <a:cxn ang="0">
                    <a:pos x="3" y="20"/>
                  </a:cxn>
                  <a:cxn ang="0">
                    <a:pos x="4" y="22"/>
                  </a:cxn>
                  <a:cxn ang="0">
                    <a:pos x="13" y="24"/>
                  </a:cxn>
                  <a:cxn ang="0">
                    <a:pos x="20" y="20"/>
                  </a:cxn>
                  <a:cxn ang="0">
                    <a:pos x="25" y="17"/>
                  </a:cxn>
                </a:cxnLst>
                <a:rect l="0" t="0" r="0" b="0"/>
                <a:pathLst>
                  <a:path w="31" h="25">
                    <a:moveTo>
                      <a:pt x="25" y="17"/>
                    </a:moveTo>
                    <a:lnTo>
                      <a:pt x="30" y="10"/>
                    </a:lnTo>
                    <a:lnTo>
                      <a:pt x="23" y="0"/>
                    </a:lnTo>
                    <a:lnTo>
                      <a:pt x="16" y="1"/>
                    </a:lnTo>
                    <a:lnTo>
                      <a:pt x="10" y="4"/>
                    </a:lnTo>
                    <a:lnTo>
                      <a:pt x="4" y="8"/>
                    </a:lnTo>
                    <a:lnTo>
                      <a:pt x="0" y="14"/>
                    </a:lnTo>
                    <a:lnTo>
                      <a:pt x="1" y="17"/>
                    </a:lnTo>
                    <a:lnTo>
                      <a:pt x="3" y="20"/>
                    </a:lnTo>
                    <a:lnTo>
                      <a:pt x="4" y="22"/>
                    </a:lnTo>
                    <a:lnTo>
                      <a:pt x="13" y="24"/>
                    </a:lnTo>
                    <a:lnTo>
                      <a:pt x="20" y="20"/>
                    </a:lnTo>
                    <a:lnTo>
                      <a:pt x="25"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10" name="Freeform 119"/>
              <p:cNvSpPr/>
              <p:nvPr/>
            </p:nvSpPr>
            <p:spPr>
              <a:xfrm>
                <a:off x="2282" y="3743"/>
                <a:ext cx="31" cy="20"/>
              </a:xfrm>
              <a:custGeom>
                <a:avLst/>
                <a:gdLst/>
                <a:ahLst/>
                <a:cxnLst>
                  <a:cxn ang="0">
                    <a:pos x="0" y="8"/>
                  </a:cxn>
                  <a:cxn ang="0">
                    <a:pos x="25" y="0"/>
                  </a:cxn>
                  <a:cxn ang="0">
                    <a:pos x="30" y="10"/>
                  </a:cxn>
                  <a:cxn ang="0">
                    <a:pos x="3" y="19"/>
                  </a:cxn>
                  <a:cxn ang="0">
                    <a:pos x="0" y="7"/>
                  </a:cxn>
                  <a:cxn ang="0">
                    <a:pos x="0" y="8"/>
                  </a:cxn>
                </a:cxnLst>
                <a:rect l="0" t="0" r="0" b="0"/>
                <a:pathLst>
                  <a:path w="31" h="20">
                    <a:moveTo>
                      <a:pt x="0" y="8"/>
                    </a:moveTo>
                    <a:lnTo>
                      <a:pt x="25" y="0"/>
                    </a:lnTo>
                    <a:lnTo>
                      <a:pt x="30" y="10"/>
                    </a:lnTo>
                    <a:lnTo>
                      <a:pt x="3" y="19"/>
                    </a:lnTo>
                    <a:lnTo>
                      <a:pt x="0" y="7"/>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11" name="Freeform 120"/>
              <p:cNvSpPr/>
              <p:nvPr/>
            </p:nvSpPr>
            <p:spPr>
              <a:xfrm>
                <a:off x="2299" y="3736"/>
                <a:ext cx="27" cy="24"/>
              </a:xfrm>
              <a:custGeom>
                <a:avLst/>
                <a:gdLst/>
                <a:ahLst/>
                <a:cxnLst>
                  <a:cxn ang="0">
                    <a:pos x="1" y="17"/>
                  </a:cxn>
                  <a:cxn ang="0">
                    <a:pos x="2" y="19"/>
                  </a:cxn>
                  <a:cxn ang="0">
                    <a:pos x="3" y="21"/>
                  </a:cxn>
                  <a:cxn ang="0">
                    <a:pos x="9" y="23"/>
                  </a:cxn>
                  <a:cxn ang="0">
                    <a:pos x="13" y="20"/>
                  </a:cxn>
                  <a:cxn ang="0">
                    <a:pos x="17" y="18"/>
                  </a:cxn>
                  <a:cxn ang="0">
                    <a:pos x="20" y="16"/>
                  </a:cxn>
                  <a:cxn ang="0">
                    <a:pos x="24" y="13"/>
                  </a:cxn>
                  <a:cxn ang="0">
                    <a:pos x="26" y="6"/>
                  </a:cxn>
                  <a:cxn ang="0">
                    <a:pos x="24" y="4"/>
                  </a:cxn>
                  <a:cxn ang="0">
                    <a:pos x="23" y="2"/>
                  </a:cxn>
                  <a:cxn ang="0">
                    <a:pos x="22" y="0"/>
                  </a:cxn>
                  <a:cxn ang="0">
                    <a:pos x="17" y="1"/>
                  </a:cxn>
                  <a:cxn ang="0">
                    <a:pos x="13" y="3"/>
                  </a:cxn>
                  <a:cxn ang="0">
                    <a:pos x="8" y="3"/>
                  </a:cxn>
                  <a:cxn ang="0">
                    <a:pos x="5" y="5"/>
                  </a:cxn>
                  <a:cxn ang="0">
                    <a:pos x="6" y="7"/>
                  </a:cxn>
                  <a:cxn ang="0">
                    <a:pos x="2" y="9"/>
                  </a:cxn>
                  <a:cxn ang="0">
                    <a:pos x="0" y="15"/>
                  </a:cxn>
                  <a:cxn ang="0">
                    <a:pos x="1" y="17"/>
                  </a:cxn>
                </a:cxnLst>
                <a:rect l="0" t="0" r="0" b="0"/>
                <a:pathLst>
                  <a:path w="27" h="24">
                    <a:moveTo>
                      <a:pt x="1" y="17"/>
                    </a:moveTo>
                    <a:lnTo>
                      <a:pt x="2" y="19"/>
                    </a:lnTo>
                    <a:lnTo>
                      <a:pt x="3" y="21"/>
                    </a:lnTo>
                    <a:lnTo>
                      <a:pt x="9" y="23"/>
                    </a:lnTo>
                    <a:lnTo>
                      <a:pt x="13" y="20"/>
                    </a:lnTo>
                    <a:lnTo>
                      <a:pt x="17" y="18"/>
                    </a:lnTo>
                    <a:lnTo>
                      <a:pt x="20" y="16"/>
                    </a:lnTo>
                    <a:lnTo>
                      <a:pt x="24" y="13"/>
                    </a:lnTo>
                    <a:lnTo>
                      <a:pt x="26" y="6"/>
                    </a:lnTo>
                    <a:lnTo>
                      <a:pt x="24" y="4"/>
                    </a:lnTo>
                    <a:lnTo>
                      <a:pt x="23" y="2"/>
                    </a:lnTo>
                    <a:lnTo>
                      <a:pt x="22" y="0"/>
                    </a:lnTo>
                    <a:lnTo>
                      <a:pt x="17" y="1"/>
                    </a:lnTo>
                    <a:lnTo>
                      <a:pt x="13" y="3"/>
                    </a:lnTo>
                    <a:lnTo>
                      <a:pt x="8" y="3"/>
                    </a:lnTo>
                    <a:lnTo>
                      <a:pt x="5" y="5"/>
                    </a:lnTo>
                    <a:lnTo>
                      <a:pt x="6" y="7"/>
                    </a:lnTo>
                    <a:lnTo>
                      <a:pt x="2" y="9"/>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33912" name="Group 121"/>
            <p:cNvGrpSpPr/>
            <p:nvPr/>
          </p:nvGrpSpPr>
          <p:grpSpPr>
            <a:xfrm>
              <a:off x="2196" y="1004"/>
              <a:ext cx="450" cy="243"/>
              <a:chOff x="2430" y="2414"/>
              <a:chExt cx="345" cy="262"/>
            </a:xfrm>
          </p:grpSpPr>
          <p:sp>
            <p:nvSpPr>
              <p:cNvPr id="33913" name="Freeform 122"/>
              <p:cNvSpPr/>
              <p:nvPr/>
            </p:nvSpPr>
            <p:spPr>
              <a:xfrm>
                <a:off x="2647" y="2414"/>
                <a:ext cx="128" cy="129"/>
              </a:xfrm>
              <a:custGeom>
                <a:avLst/>
                <a:gdLst/>
                <a:ahLst/>
                <a:cxnLst>
                  <a:cxn ang="0">
                    <a:pos x="127" y="77"/>
                  </a:cxn>
                  <a:cxn ang="0">
                    <a:pos x="80" y="0"/>
                  </a:cxn>
                  <a:cxn ang="0">
                    <a:pos x="0" y="43"/>
                  </a:cxn>
                  <a:cxn ang="0">
                    <a:pos x="51" y="128"/>
                  </a:cxn>
                  <a:cxn ang="0">
                    <a:pos x="127" y="77"/>
                  </a:cxn>
                </a:cxnLst>
                <a:rect l="0" t="0" r="0" b="0"/>
                <a:pathLst>
                  <a:path w="128" h="129">
                    <a:moveTo>
                      <a:pt x="127" y="77"/>
                    </a:moveTo>
                    <a:lnTo>
                      <a:pt x="80" y="0"/>
                    </a:lnTo>
                    <a:lnTo>
                      <a:pt x="0" y="43"/>
                    </a:lnTo>
                    <a:lnTo>
                      <a:pt x="51" y="128"/>
                    </a:lnTo>
                    <a:lnTo>
                      <a:pt x="127" y="7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3914" name="Freeform 123"/>
              <p:cNvSpPr/>
              <p:nvPr/>
            </p:nvSpPr>
            <p:spPr>
              <a:xfrm>
                <a:off x="2547" y="2496"/>
                <a:ext cx="109" cy="91"/>
              </a:xfrm>
              <a:custGeom>
                <a:avLst/>
                <a:gdLst/>
                <a:ahLst/>
                <a:cxnLst>
                  <a:cxn ang="0">
                    <a:pos x="10" y="31"/>
                  </a:cxn>
                  <a:cxn ang="0">
                    <a:pos x="62" y="1"/>
                  </a:cxn>
                  <a:cxn ang="0">
                    <a:pos x="84" y="0"/>
                  </a:cxn>
                  <a:cxn ang="0">
                    <a:pos x="108" y="40"/>
                  </a:cxn>
                  <a:cxn ang="0">
                    <a:pos x="96" y="58"/>
                  </a:cxn>
                  <a:cxn ang="0">
                    <a:pos x="45" y="88"/>
                  </a:cxn>
                  <a:cxn ang="0">
                    <a:pos x="24" y="90"/>
                  </a:cxn>
                  <a:cxn ang="0">
                    <a:pos x="0" y="49"/>
                  </a:cxn>
                  <a:cxn ang="0">
                    <a:pos x="10" y="31"/>
                  </a:cxn>
                </a:cxnLst>
                <a:rect l="0" t="0" r="0" b="0"/>
                <a:pathLst>
                  <a:path w="109" h="91">
                    <a:moveTo>
                      <a:pt x="10" y="31"/>
                    </a:moveTo>
                    <a:lnTo>
                      <a:pt x="62" y="1"/>
                    </a:lnTo>
                    <a:lnTo>
                      <a:pt x="84" y="0"/>
                    </a:lnTo>
                    <a:lnTo>
                      <a:pt x="108" y="40"/>
                    </a:lnTo>
                    <a:lnTo>
                      <a:pt x="96" y="58"/>
                    </a:lnTo>
                    <a:lnTo>
                      <a:pt x="45" y="88"/>
                    </a:lnTo>
                    <a:lnTo>
                      <a:pt x="24" y="90"/>
                    </a:lnTo>
                    <a:lnTo>
                      <a:pt x="0" y="49"/>
                    </a:lnTo>
                    <a:lnTo>
                      <a:pt x="10" y="3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915" name="Freeform 124"/>
              <p:cNvSpPr/>
              <p:nvPr/>
            </p:nvSpPr>
            <p:spPr>
              <a:xfrm>
                <a:off x="2584" y="2478"/>
                <a:ext cx="111" cy="91"/>
              </a:xfrm>
              <a:custGeom>
                <a:avLst/>
                <a:gdLst/>
                <a:ahLst/>
                <a:cxnLst>
                  <a:cxn ang="0">
                    <a:pos x="12" y="32"/>
                  </a:cxn>
                  <a:cxn ang="0">
                    <a:pos x="63" y="2"/>
                  </a:cxn>
                  <a:cxn ang="0">
                    <a:pos x="85" y="0"/>
                  </a:cxn>
                  <a:cxn ang="0">
                    <a:pos x="110" y="40"/>
                  </a:cxn>
                  <a:cxn ang="0">
                    <a:pos x="97" y="57"/>
                  </a:cxn>
                  <a:cxn ang="0">
                    <a:pos x="47" y="87"/>
                  </a:cxn>
                  <a:cxn ang="0">
                    <a:pos x="24" y="90"/>
                  </a:cxn>
                  <a:cxn ang="0">
                    <a:pos x="0" y="50"/>
                  </a:cxn>
                  <a:cxn ang="0">
                    <a:pos x="12" y="32"/>
                  </a:cxn>
                </a:cxnLst>
                <a:rect l="0" t="0" r="0" b="0"/>
                <a:pathLst>
                  <a:path w="111" h="91">
                    <a:moveTo>
                      <a:pt x="12" y="32"/>
                    </a:moveTo>
                    <a:lnTo>
                      <a:pt x="63" y="2"/>
                    </a:lnTo>
                    <a:lnTo>
                      <a:pt x="85" y="0"/>
                    </a:lnTo>
                    <a:lnTo>
                      <a:pt x="110" y="40"/>
                    </a:lnTo>
                    <a:lnTo>
                      <a:pt x="97" y="57"/>
                    </a:lnTo>
                    <a:lnTo>
                      <a:pt x="47" y="87"/>
                    </a:lnTo>
                    <a:lnTo>
                      <a:pt x="24" y="90"/>
                    </a:lnTo>
                    <a:lnTo>
                      <a:pt x="0" y="50"/>
                    </a:lnTo>
                    <a:lnTo>
                      <a:pt x="12" y="3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916" name="Freeform 125"/>
              <p:cNvSpPr/>
              <p:nvPr/>
            </p:nvSpPr>
            <p:spPr>
              <a:xfrm>
                <a:off x="2557" y="2489"/>
                <a:ext cx="97" cy="38"/>
              </a:xfrm>
              <a:custGeom>
                <a:avLst/>
                <a:gdLst/>
                <a:ahLst/>
                <a:cxnLst>
                  <a:cxn ang="0">
                    <a:pos x="50" y="6"/>
                  </a:cxn>
                  <a:cxn ang="0">
                    <a:pos x="96" y="0"/>
                  </a:cxn>
                  <a:cxn ang="0">
                    <a:pos x="45" y="29"/>
                  </a:cxn>
                  <a:cxn ang="0">
                    <a:pos x="0" y="37"/>
                  </a:cxn>
                  <a:cxn ang="0">
                    <a:pos x="50" y="6"/>
                  </a:cxn>
                </a:cxnLst>
                <a:rect l="0" t="0" r="0" b="0"/>
                <a:pathLst>
                  <a:path w="97" h="38">
                    <a:moveTo>
                      <a:pt x="50" y="6"/>
                    </a:moveTo>
                    <a:lnTo>
                      <a:pt x="96" y="0"/>
                    </a:lnTo>
                    <a:lnTo>
                      <a:pt x="45" y="29"/>
                    </a:lnTo>
                    <a:lnTo>
                      <a:pt x="0" y="37"/>
                    </a:lnTo>
                    <a:lnTo>
                      <a:pt x="50" y="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3917" name="Freeform 126"/>
              <p:cNvSpPr/>
              <p:nvPr/>
            </p:nvSpPr>
            <p:spPr>
              <a:xfrm>
                <a:off x="2569" y="2568"/>
                <a:ext cx="64" cy="21"/>
              </a:xfrm>
              <a:custGeom>
                <a:avLst/>
                <a:gdLst/>
                <a:ahLst/>
                <a:cxnLst>
                  <a:cxn ang="0">
                    <a:pos x="0" y="20"/>
                  </a:cxn>
                  <a:cxn ang="0">
                    <a:pos x="40" y="0"/>
                  </a:cxn>
                  <a:cxn ang="0">
                    <a:pos x="63" y="0"/>
                  </a:cxn>
                  <a:cxn ang="0">
                    <a:pos x="22" y="20"/>
                  </a:cxn>
                  <a:cxn ang="0">
                    <a:pos x="0" y="20"/>
                  </a:cxn>
                </a:cxnLst>
                <a:rect l="0" t="0" r="0" b="0"/>
                <a:pathLst>
                  <a:path w="64" h="21">
                    <a:moveTo>
                      <a:pt x="0" y="20"/>
                    </a:moveTo>
                    <a:lnTo>
                      <a:pt x="40" y="0"/>
                    </a:lnTo>
                    <a:lnTo>
                      <a:pt x="63" y="0"/>
                    </a:lnTo>
                    <a:lnTo>
                      <a:pt x="22" y="20"/>
                    </a:lnTo>
                    <a:lnTo>
                      <a:pt x="0" y="2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3918" name="Line 127"/>
              <p:cNvSpPr/>
              <p:nvPr/>
            </p:nvSpPr>
            <p:spPr>
              <a:xfrm flipV="1">
                <a:off x="2551" y="2527"/>
                <a:ext cx="29" cy="23"/>
              </a:xfrm>
              <a:prstGeom prst="line">
                <a:avLst/>
              </a:prstGeom>
              <a:ln w="12700" cap="flat" cmpd="sng">
                <a:solidFill>
                  <a:schemeClr val="tx1"/>
                </a:solidFill>
                <a:prstDash val="solid"/>
                <a:headEnd type="none" w="med" len="med"/>
                <a:tailEnd type="none" w="med" len="med"/>
              </a:ln>
            </p:spPr>
          </p:sp>
          <p:sp>
            <p:nvSpPr>
              <p:cNvPr id="33919" name="Oval 128"/>
              <p:cNvSpPr/>
              <p:nvPr/>
            </p:nvSpPr>
            <p:spPr>
              <a:xfrm rot="-1860000">
                <a:off x="2604" y="2516"/>
                <a:ext cx="20" cy="11"/>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920" name="Line 129"/>
              <p:cNvSpPr/>
              <p:nvPr/>
            </p:nvSpPr>
            <p:spPr>
              <a:xfrm flipV="1">
                <a:off x="2606" y="2504"/>
                <a:ext cx="2" cy="15"/>
              </a:xfrm>
              <a:prstGeom prst="line">
                <a:avLst/>
              </a:prstGeom>
              <a:ln w="12700" cap="flat" cmpd="sng">
                <a:solidFill>
                  <a:schemeClr val="tx1"/>
                </a:solidFill>
                <a:prstDash val="solid"/>
                <a:headEnd type="none" w="med" len="med"/>
                <a:tailEnd type="none" w="med" len="med"/>
              </a:ln>
            </p:spPr>
          </p:sp>
          <p:sp>
            <p:nvSpPr>
              <p:cNvPr id="33921" name="Line 130"/>
              <p:cNvSpPr/>
              <p:nvPr/>
            </p:nvSpPr>
            <p:spPr>
              <a:xfrm>
                <a:off x="2610" y="2519"/>
                <a:ext cx="2" cy="0"/>
              </a:xfrm>
              <a:prstGeom prst="line">
                <a:avLst/>
              </a:prstGeom>
              <a:ln w="12700" cap="flat" cmpd="sng">
                <a:solidFill>
                  <a:schemeClr val="tx1"/>
                </a:solidFill>
                <a:prstDash val="solid"/>
                <a:headEnd type="none" w="med" len="med"/>
                <a:tailEnd type="none" w="med" len="med"/>
              </a:ln>
            </p:spPr>
          </p:sp>
          <p:sp>
            <p:nvSpPr>
              <p:cNvPr id="33922" name="Oval 131"/>
              <p:cNvSpPr/>
              <p:nvPr/>
            </p:nvSpPr>
            <p:spPr>
              <a:xfrm rot="-1860000">
                <a:off x="2604" y="2511"/>
                <a:ext cx="85" cy="4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923" name="Line 132"/>
              <p:cNvSpPr/>
              <p:nvPr/>
            </p:nvSpPr>
            <p:spPr>
              <a:xfrm flipV="1">
                <a:off x="2652" y="2469"/>
                <a:ext cx="31" cy="24"/>
              </a:xfrm>
              <a:prstGeom prst="line">
                <a:avLst/>
              </a:prstGeom>
              <a:ln w="12700" cap="flat" cmpd="sng">
                <a:solidFill>
                  <a:schemeClr val="tx1"/>
                </a:solidFill>
                <a:prstDash val="solid"/>
                <a:headEnd type="none" w="med" len="med"/>
                <a:tailEnd type="none" w="med" len="med"/>
              </a:ln>
            </p:spPr>
          </p:sp>
          <p:sp>
            <p:nvSpPr>
              <p:cNvPr id="33924" name="Freeform 133"/>
              <p:cNvSpPr/>
              <p:nvPr/>
            </p:nvSpPr>
            <p:spPr>
              <a:xfrm>
                <a:off x="2606" y="2508"/>
                <a:ext cx="29" cy="21"/>
              </a:xfrm>
              <a:custGeom>
                <a:avLst/>
                <a:gdLst/>
                <a:ahLst/>
                <a:cxnLst>
                  <a:cxn ang="0">
                    <a:pos x="0" y="13"/>
                  </a:cxn>
                  <a:cxn ang="0">
                    <a:pos x="14" y="0"/>
                  </a:cxn>
                  <a:cxn ang="0">
                    <a:pos x="28" y="3"/>
                  </a:cxn>
                  <a:cxn ang="0">
                    <a:pos x="25" y="20"/>
                  </a:cxn>
                  <a:cxn ang="0">
                    <a:pos x="0" y="13"/>
                  </a:cxn>
                </a:cxnLst>
                <a:rect l="0" t="0" r="0" b="0"/>
                <a:pathLst>
                  <a:path w="29" h="21">
                    <a:moveTo>
                      <a:pt x="0" y="13"/>
                    </a:moveTo>
                    <a:lnTo>
                      <a:pt x="14" y="0"/>
                    </a:lnTo>
                    <a:lnTo>
                      <a:pt x="28" y="3"/>
                    </a:lnTo>
                    <a:lnTo>
                      <a:pt x="25" y="20"/>
                    </a:lnTo>
                    <a:lnTo>
                      <a:pt x="0" y="1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925" name="Freeform 134"/>
              <p:cNvSpPr/>
              <p:nvPr/>
            </p:nvSpPr>
            <p:spPr>
              <a:xfrm>
                <a:off x="2607" y="2508"/>
                <a:ext cx="29" cy="23"/>
              </a:xfrm>
              <a:custGeom>
                <a:avLst/>
                <a:gdLst/>
                <a:ahLst/>
                <a:cxnLst>
                  <a:cxn ang="0">
                    <a:pos x="20" y="0"/>
                  </a:cxn>
                  <a:cxn ang="0">
                    <a:pos x="28" y="12"/>
                  </a:cxn>
                  <a:cxn ang="0">
                    <a:pos x="16" y="22"/>
                  </a:cxn>
                  <a:cxn ang="0">
                    <a:pos x="0" y="17"/>
                  </a:cxn>
                  <a:cxn ang="0">
                    <a:pos x="14" y="5"/>
                  </a:cxn>
                  <a:cxn ang="0">
                    <a:pos x="20" y="0"/>
                  </a:cxn>
                </a:cxnLst>
                <a:rect l="0" t="0" r="0" b="0"/>
                <a:pathLst>
                  <a:path w="29" h="23">
                    <a:moveTo>
                      <a:pt x="20" y="0"/>
                    </a:moveTo>
                    <a:lnTo>
                      <a:pt x="28" y="12"/>
                    </a:lnTo>
                    <a:lnTo>
                      <a:pt x="16" y="22"/>
                    </a:lnTo>
                    <a:lnTo>
                      <a:pt x="0" y="17"/>
                    </a:lnTo>
                    <a:lnTo>
                      <a:pt x="14" y="5"/>
                    </a:lnTo>
                    <a:lnTo>
                      <a:pt x="2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926" name="Rectangle 135"/>
              <p:cNvSpPr/>
              <p:nvPr/>
            </p:nvSpPr>
            <p:spPr>
              <a:xfrm rot="-1860000">
                <a:off x="2556" y="2565"/>
                <a:ext cx="21" cy="11"/>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927" name="Freeform 136"/>
              <p:cNvSpPr/>
              <p:nvPr/>
            </p:nvSpPr>
            <p:spPr>
              <a:xfrm>
                <a:off x="2430" y="2525"/>
                <a:ext cx="150" cy="151"/>
              </a:xfrm>
              <a:custGeom>
                <a:avLst/>
                <a:gdLst/>
                <a:ahLst/>
                <a:cxnLst>
                  <a:cxn ang="0">
                    <a:pos x="0" y="53"/>
                  </a:cxn>
                  <a:cxn ang="0">
                    <a:pos x="57" y="150"/>
                  </a:cxn>
                  <a:cxn ang="0">
                    <a:pos x="149" y="90"/>
                  </a:cxn>
                  <a:cxn ang="0">
                    <a:pos x="94" y="0"/>
                  </a:cxn>
                  <a:cxn ang="0">
                    <a:pos x="0" y="53"/>
                  </a:cxn>
                </a:cxnLst>
                <a:rect l="0" t="0" r="0" b="0"/>
                <a:pathLst>
                  <a:path w="150" h="151">
                    <a:moveTo>
                      <a:pt x="0" y="53"/>
                    </a:moveTo>
                    <a:lnTo>
                      <a:pt x="57" y="150"/>
                    </a:lnTo>
                    <a:lnTo>
                      <a:pt x="149" y="90"/>
                    </a:lnTo>
                    <a:lnTo>
                      <a:pt x="94" y="0"/>
                    </a:lnTo>
                    <a:lnTo>
                      <a:pt x="0" y="5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3928" name="Line 137"/>
              <p:cNvSpPr/>
              <p:nvPr/>
            </p:nvSpPr>
            <p:spPr>
              <a:xfrm flipV="1">
                <a:off x="2635" y="2547"/>
                <a:ext cx="6" cy="11"/>
              </a:xfrm>
              <a:prstGeom prst="line">
                <a:avLst/>
              </a:prstGeom>
              <a:ln w="12700" cap="flat" cmpd="sng">
                <a:solidFill>
                  <a:schemeClr val="tx1"/>
                </a:solidFill>
                <a:prstDash val="solid"/>
                <a:headEnd type="none" w="med" len="med"/>
                <a:tailEnd type="none" w="med" len="med"/>
              </a:ln>
            </p:spPr>
          </p:sp>
          <p:sp>
            <p:nvSpPr>
              <p:cNvPr id="33929" name="Line 138"/>
              <p:cNvSpPr/>
              <p:nvPr/>
            </p:nvSpPr>
            <p:spPr>
              <a:xfrm flipV="1">
                <a:off x="2632" y="2545"/>
                <a:ext cx="7" cy="13"/>
              </a:xfrm>
              <a:prstGeom prst="line">
                <a:avLst/>
              </a:prstGeom>
              <a:ln w="12700" cap="flat" cmpd="sng">
                <a:solidFill>
                  <a:schemeClr val="tx1"/>
                </a:solidFill>
                <a:prstDash val="solid"/>
                <a:headEnd type="none" w="med" len="med"/>
                <a:tailEnd type="none" w="med" len="med"/>
              </a:ln>
            </p:spPr>
          </p:sp>
          <p:sp>
            <p:nvSpPr>
              <p:cNvPr id="33930" name="Freeform 139"/>
              <p:cNvSpPr/>
              <p:nvPr/>
            </p:nvSpPr>
            <p:spPr>
              <a:xfrm>
                <a:off x="2628" y="2541"/>
                <a:ext cx="30" cy="26"/>
              </a:xfrm>
              <a:custGeom>
                <a:avLst/>
                <a:gdLst/>
                <a:ahLst/>
                <a:cxnLst>
                  <a:cxn ang="0">
                    <a:pos x="23" y="19"/>
                  </a:cxn>
                  <a:cxn ang="0">
                    <a:pos x="29" y="15"/>
                  </a:cxn>
                  <a:cxn ang="0">
                    <a:pos x="27" y="13"/>
                  </a:cxn>
                  <a:cxn ang="0">
                    <a:pos x="21" y="2"/>
                  </a:cxn>
                  <a:cxn ang="0">
                    <a:pos x="20" y="0"/>
                  </a:cxn>
                  <a:cxn ang="0">
                    <a:pos x="14" y="4"/>
                  </a:cxn>
                  <a:cxn ang="0">
                    <a:pos x="10" y="10"/>
                  </a:cxn>
                  <a:cxn ang="0">
                    <a:pos x="4" y="15"/>
                  </a:cxn>
                  <a:cxn ang="0">
                    <a:pos x="0" y="21"/>
                  </a:cxn>
                  <a:cxn ang="0">
                    <a:pos x="1" y="23"/>
                  </a:cxn>
                  <a:cxn ang="0">
                    <a:pos x="7" y="20"/>
                  </a:cxn>
                  <a:cxn ang="0">
                    <a:pos x="10" y="25"/>
                  </a:cxn>
                  <a:cxn ang="0">
                    <a:pos x="17" y="23"/>
                  </a:cxn>
                  <a:cxn ang="0">
                    <a:pos x="23" y="19"/>
                  </a:cxn>
                </a:cxnLst>
                <a:rect l="0" t="0" r="0" b="0"/>
                <a:pathLst>
                  <a:path w="30" h="26">
                    <a:moveTo>
                      <a:pt x="23" y="19"/>
                    </a:moveTo>
                    <a:lnTo>
                      <a:pt x="29" y="15"/>
                    </a:lnTo>
                    <a:lnTo>
                      <a:pt x="27" y="13"/>
                    </a:lnTo>
                    <a:lnTo>
                      <a:pt x="21" y="2"/>
                    </a:lnTo>
                    <a:lnTo>
                      <a:pt x="20" y="0"/>
                    </a:lnTo>
                    <a:lnTo>
                      <a:pt x="14" y="4"/>
                    </a:lnTo>
                    <a:lnTo>
                      <a:pt x="10" y="10"/>
                    </a:lnTo>
                    <a:lnTo>
                      <a:pt x="4" y="15"/>
                    </a:lnTo>
                    <a:lnTo>
                      <a:pt x="0" y="21"/>
                    </a:lnTo>
                    <a:lnTo>
                      <a:pt x="1" y="23"/>
                    </a:lnTo>
                    <a:lnTo>
                      <a:pt x="7" y="20"/>
                    </a:lnTo>
                    <a:lnTo>
                      <a:pt x="10" y="25"/>
                    </a:lnTo>
                    <a:lnTo>
                      <a:pt x="17" y="23"/>
                    </a:lnTo>
                    <a:lnTo>
                      <a:pt x="23"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31" name="Freeform 140"/>
              <p:cNvSpPr/>
              <p:nvPr/>
            </p:nvSpPr>
            <p:spPr>
              <a:xfrm>
                <a:off x="2629" y="2547"/>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32" name="Freeform 141"/>
              <p:cNvSpPr/>
              <p:nvPr/>
            </p:nvSpPr>
            <p:spPr>
              <a:xfrm>
                <a:off x="2646" y="2541"/>
                <a:ext cx="25" cy="20"/>
              </a:xfrm>
              <a:custGeom>
                <a:avLst/>
                <a:gdLst/>
                <a:ahLst/>
                <a:cxnLst>
                  <a:cxn ang="0">
                    <a:pos x="0" y="16"/>
                  </a:cxn>
                  <a:cxn ang="0">
                    <a:pos x="2" y="19"/>
                  </a:cxn>
                  <a:cxn ang="0">
                    <a:pos x="5" y="16"/>
                  </a:cxn>
                  <a:cxn ang="0">
                    <a:pos x="6" y="19"/>
                  </a:cxn>
                  <a:cxn ang="0">
                    <a:pos x="10" y="19"/>
                  </a:cxn>
                  <a:cxn ang="0">
                    <a:pos x="14" y="19"/>
                  </a:cxn>
                  <a:cxn ang="0">
                    <a:pos x="17" y="16"/>
                  </a:cxn>
                  <a:cxn ang="0">
                    <a:pos x="19" y="11"/>
                  </a:cxn>
                  <a:cxn ang="0">
                    <a:pos x="21" y="8"/>
                  </a:cxn>
                  <a:cxn ang="0">
                    <a:pos x="20" y="5"/>
                  </a:cxn>
                  <a:cxn ang="0">
                    <a:pos x="24" y="3"/>
                  </a:cxn>
                  <a:cxn ang="0">
                    <a:pos x="22" y="1"/>
                  </a:cxn>
                  <a:cxn ang="0">
                    <a:pos x="18" y="1"/>
                  </a:cxn>
                  <a:cxn ang="0">
                    <a:pos x="13" y="1"/>
                  </a:cxn>
                  <a:cxn ang="0">
                    <a:pos x="9" y="0"/>
                  </a:cxn>
                  <a:cxn ang="0">
                    <a:pos x="6" y="2"/>
                  </a:cxn>
                  <a:cxn ang="0">
                    <a:pos x="4" y="7"/>
                  </a:cxn>
                  <a:cxn ang="0">
                    <a:pos x="2" y="11"/>
                  </a:cxn>
                  <a:cxn ang="0">
                    <a:pos x="0" y="16"/>
                  </a:cxn>
                </a:cxnLst>
                <a:rect l="0" t="0" r="0" b="0"/>
                <a:pathLst>
                  <a:path w="25" h="20">
                    <a:moveTo>
                      <a:pt x="0" y="16"/>
                    </a:moveTo>
                    <a:lnTo>
                      <a:pt x="2" y="19"/>
                    </a:lnTo>
                    <a:lnTo>
                      <a:pt x="5" y="16"/>
                    </a:lnTo>
                    <a:lnTo>
                      <a:pt x="6" y="19"/>
                    </a:lnTo>
                    <a:lnTo>
                      <a:pt x="10" y="19"/>
                    </a:lnTo>
                    <a:lnTo>
                      <a:pt x="14" y="19"/>
                    </a:lnTo>
                    <a:lnTo>
                      <a:pt x="17" y="16"/>
                    </a:lnTo>
                    <a:lnTo>
                      <a:pt x="19" y="11"/>
                    </a:lnTo>
                    <a:lnTo>
                      <a:pt x="21" y="8"/>
                    </a:lnTo>
                    <a:lnTo>
                      <a:pt x="20" y="5"/>
                    </a:lnTo>
                    <a:lnTo>
                      <a:pt x="24" y="3"/>
                    </a:lnTo>
                    <a:lnTo>
                      <a:pt x="22" y="1"/>
                    </a:lnTo>
                    <a:lnTo>
                      <a:pt x="18" y="1"/>
                    </a:lnTo>
                    <a:lnTo>
                      <a:pt x="13" y="1"/>
                    </a:lnTo>
                    <a:lnTo>
                      <a:pt x="9" y="0"/>
                    </a:lnTo>
                    <a:lnTo>
                      <a:pt x="6" y="2"/>
                    </a:lnTo>
                    <a:lnTo>
                      <a:pt x="4" y="7"/>
                    </a:lnTo>
                    <a:lnTo>
                      <a:pt x="2"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33" name="Line 142"/>
              <p:cNvSpPr/>
              <p:nvPr/>
            </p:nvSpPr>
            <p:spPr>
              <a:xfrm flipV="1">
                <a:off x="2620" y="2544"/>
                <a:ext cx="2" cy="9"/>
              </a:xfrm>
              <a:prstGeom prst="line">
                <a:avLst/>
              </a:prstGeom>
              <a:ln w="12700" cap="flat" cmpd="sng">
                <a:solidFill>
                  <a:schemeClr val="tx1"/>
                </a:solidFill>
                <a:prstDash val="solid"/>
                <a:headEnd type="none" w="med" len="med"/>
                <a:tailEnd type="none" w="med" len="med"/>
              </a:ln>
            </p:spPr>
          </p:sp>
          <p:sp>
            <p:nvSpPr>
              <p:cNvPr id="33934" name="Line 143"/>
              <p:cNvSpPr/>
              <p:nvPr/>
            </p:nvSpPr>
            <p:spPr>
              <a:xfrm flipV="1">
                <a:off x="2614" y="2538"/>
                <a:ext cx="7" cy="13"/>
              </a:xfrm>
              <a:prstGeom prst="line">
                <a:avLst/>
              </a:prstGeom>
              <a:ln w="12700" cap="flat" cmpd="sng">
                <a:solidFill>
                  <a:schemeClr val="tx1"/>
                </a:solidFill>
                <a:prstDash val="solid"/>
                <a:headEnd type="none" w="med" len="med"/>
                <a:tailEnd type="none" w="med" len="med"/>
              </a:ln>
            </p:spPr>
          </p:sp>
          <p:sp>
            <p:nvSpPr>
              <p:cNvPr id="33935" name="Freeform 144"/>
              <p:cNvSpPr/>
              <p:nvPr/>
            </p:nvSpPr>
            <p:spPr>
              <a:xfrm>
                <a:off x="2616" y="2537"/>
                <a:ext cx="31" cy="23"/>
              </a:xfrm>
              <a:custGeom>
                <a:avLst/>
                <a:gdLst/>
                <a:ahLst/>
                <a:cxnLst>
                  <a:cxn ang="0">
                    <a:pos x="24" y="19"/>
                  </a:cxn>
                  <a:cxn ang="0">
                    <a:pos x="30" y="15"/>
                  </a:cxn>
                  <a:cxn ang="0">
                    <a:pos x="28" y="12"/>
                  </a:cxn>
                  <a:cxn ang="0">
                    <a:pos x="22" y="2"/>
                  </a:cxn>
                  <a:cxn ang="0">
                    <a:pos x="21" y="0"/>
                  </a:cxn>
                  <a:cxn ang="0">
                    <a:pos x="14" y="3"/>
                  </a:cxn>
                  <a:cxn ang="0">
                    <a:pos x="8" y="6"/>
                  </a:cxn>
                  <a:cxn ang="0">
                    <a:pos x="4" y="12"/>
                  </a:cxn>
                  <a:cxn ang="0">
                    <a:pos x="5" y="15"/>
                  </a:cxn>
                  <a:cxn ang="0">
                    <a:pos x="0" y="18"/>
                  </a:cxn>
                  <a:cxn ang="0">
                    <a:pos x="1" y="20"/>
                  </a:cxn>
                  <a:cxn ang="0">
                    <a:pos x="7" y="19"/>
                  </a:cxn>
                  <a:cxn ang="0">
                    <a:pos x="10" y="22"/>
                  </a:cxn>
                  <a:cxn ang="0">
                    <a:pos x="16" y="20"/>
                  </a:cxn>
                  <a:cxn ang="0">
                    <a:pos x="24" y="19"/>
                  </a:cxn>
                </a:cxnLst>
                <a:rect l="0" t="0" r="0" b="0"/>
                <a:pathLst>
                  <a:path w="31" h="23">
                    <a:moveTo>
                      <a:pt x="24" y="19"/>
                    </a:moveTo>
                    <a:lnTo>
                      <a:pt x="30" y="15"/>
                    </a:lnTo>
                    <a:lnTo>
                      <a:pt x="28" y="12"/>
                    </a:lnTo>
                    <a:lnTo>
                      <a:pt x="22" y="2"/>
                    </a:lnTo>
                    <a:lnTo>
                      <a:pt x="21" y="0"/>
                    </a:lnTo>
                    <a:lnTo>
                      <a:pt x="14" y="3"/>
                    </a:lnTo>
                    <a:lnTo>
                      <a:pt x="8" y="6"/>
                    </a:lnTo>
                    <a:lnTo>
                      <a:pt x="4" y="12"/>
                    </a:lnTo>
                    <a:lnTo>
                      <a:pt x="5" y="15"/>
                    </a:lnTo>
                    <a:lnTo>
                      <a:pt x="0" y="18"/>
                    </a:lnTo>
                    <a:lnTo>
                      <a:pt x="1" y="20"/>
                    </a:lnTo>
                    <a:lnTo>
                      <a:pt x="7" y="19"/>
                    </a:lnTo>
                    <a:lnTo>
                      <a:pt x="10" y="22"/>
                    </a:lnTo>
                    <a:lnTo>
                      <a:pt x="16" y="20"/>
                    </a:lnTo>
                    <a:lnTo>
                      <a:pt x="24"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36" name="Freeform 145"/>
              <p:cNvSpPr/>
              <p:nvPr/>
            </p:nvSpPr>
            <p:spPr>
              <a:xfrm>
                <a:off x="2615" y="2542"/>
                <a:ext cx="30" cy="20"/>
              </a:xfrm>
              <a:custGeom>
                <a:avLst/>
                <a:gdLst/>
                <a:ahLst/>
                <a:cxnLst>
                  <a:cxn ang="0">
                    <a:pos x="0" y="6"/>
                  </a:cxn>
                  <a:cxn ang="0">
                    <a:pos x="25" y="0"/>
                  </a:cxn>
                  <a:cxn ang="0">
                    <a:pos x="29" y="11"/>
                  </a:cxn>
                  <a:cxn ang="0">
                    <a:pos x="2" y="19"/>
                  </a:cxn>
                  <a:cxn ang="0">
                    <a:pos x="0" y="6"/>
                  </a:cxn>
                </a:cxnLst>
                <a:rect l="0" t="0" r="0" b="0"/>
                <a:pathLst>
                  <a:path w="30" h="20">
                    <a:moveTo>
                      <a:pt x="0" y="6"/>
                    </a:moveTo>
                    <a:lnTo>
                      <a:pt x="25" y="0"/>
                    </a:lnTo>
                    <a:lnTo>
                      <a:pt x="29" y="11"/>
                    </a:lnTo>
                    <a:lnTo>
                      <a:pt x="2" y="19"/>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37" name="Freeform 146"/>
              <p:cNvSpPr/>
              <p:nvPr/>
            </p:nvSpPr>
            <p:spPr>
              <a:xfrm>
                <a:off x="2629" y="2531"/>
                <a:ext cx="26" cy="24"/>
              </a:xfrm>
              <a:custGeom>
                <a:avLst/>
                <a:gdLst/>
                <a:ahLst/>
                <a:cxnLst>
                  <a:cxn ang="0">
                    <a:pos x="0" y="16"/>
                  </a:cxn>
                  <a:cxn ang="0">
                    <a:pos x="2" y="19"/>
                  </a:cxn>
                  <a:cxn ang="0">
                    <a:pos x="5" y="17"/>
                  </a:cxn>
                  <a:cxn ang="0">
                    <a:pos x="7" y="23"/>
                  </a:cxn>
                  <a:cxn ang="0">
                    <a:pos x="13" y="23"/>
                  </a:cxn>
                  <a:cxn ang="0">
                    <a:pos x="17" y="20"/>
                  </a:cxn>
                  <a:cxn ang="0">
                    <a:pos x="20" y="19"/>
                  </a:cxn>
                  <a:cxn ang="0">
                    <a:pos x="23" y="17"/>
                  </a:cxn>
                  <a:cxn ang="0">
                    <a:pos x="25" y="13"/>
                  </a:cxn>
                  <a:cxn ang="0">
                    <a:pos x="21" y="7"/>
                  </a:cxn>
                  <a:cxn ang="0">
                    <a:pos x="25" y="5"/>
                  </a:cxn>
                  <a:cxn ang="0">
                    <a:pos x="23" y="3"/>
                  </a:cxn>
                  <a:cxn ang="0">
                    <a:pos x="19" y="3"/>
                  </a:cxn>
                  <a:cxn ang="0">
                    <a:pos x="17" y="0"/>
                  </a:cxn>
                  <a:cxn ang="0">
                    <a:pos x="13" y="2"/>
                  </a:cxn>
                  <a:cxn ang="0">
                    <a:pos x="10" y="4"/>
                  </a:cxn>
                  <a:cxn ang="0">
                    <a:pos x="4" y="7"/>
                  </a:cxn>
                  <a:cxn ang="0">
                    <a:pos x="1" y="9"/>
                  </a:cxn>
                  <a:cxn ang="0">
                    <a:pos x="2" y="12"/>
                  </a:cxn>
                  <a:cxn ang="0">
                    <a:pos x="0" y="16"/>
                  </a:cxn>
                </a:cxnLst>
                <a:rect l="0" t="0" r="0" b="0"/>
                <a:pathLst>
                  <a:path w="26" h="24">
                    <a:moveTo>
                      <a:pt x="0" y="16"/>
                    </a:moveTo>
                    <a:lnTo>
                      <a:pt x="2" y="19"/>
                    </a:lnTo>
                    <a:lnTo>
                      <a:pt x="5" y="17"/>
                    </a:lnTo>
                    <a:lnTo>
                      <a:pt x="7" y="23"/>
                    </a:lnTo>
                    <a:lnTo>
                      <a:pt x="13" y="23"/>
                    </a:lnTo>
                    <a:lnTo>
                      <a:pt x="17" y="20"/>
                    </a:lnTo>
                    <a:lnTo>
                      <a:pt x="20" y="19"/>
                    </a:lnTo>
                    <a:lnTo>
                      <a:pt x="23" y="17"/>
                    </a:lnTo>
                    <a:lnTo>
                      <a:pt x="25" y="13"/>
                    </a:lnTo>
                    <a:lnTo>
                      <a:pt x="21" y="7"/>
                    </a:lnTo>
                    <a:lnTo>
                      <a:pt x="25" y="5"/>
                    </a:lnTo>
                    <a:lnTo>
                      <a:pt x="23" y="3"/>
                    </a:lnTo>
                    <a:lnTo>
                      <a:pt x="19" y="3"/>
                    </a:lnTo>
                    <a:lnTo>
                      <a:pt x="17" y="0"/>
                    </a:lnTo>
                    <a:lnTo>
                      <a:pt x="13" y="2"/>
                    </a:lnTo>
                    <a:lnTo>
                      <a:pt x="10" y="4"/>
                    </a:lnTo>
                    <a:lnTo>
                      <a:pt x="4" y="7"/>
                    </a:lnTo>
                    <a:lnTo>
                      <a:pt x="1" y="9"/>
                    </a:lnTo>
                    <a:lnTo>
                      <a:pt x="2" y="12"/>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38" name="Line 147"/>
              <p:cNvSpPr/>
              <p:nvPr/>
            </p:nvSpPr>
            <p:spPr>
              <a:xfrm flipV="1">
                <a:off x="2619" y="2527"/>
                <a:ext cx="4" cy="13"/>
              </a:xfrm>
              <a:prstGeom prst="line">
                <a:avLst/>
              </a:prstGeom>
              <a:ln w="12700" cap="flat" cmpd="sng">
                <a:solidFill>
                  <a:schemeClr val="tx1"/>
                </a:solidFill>
                <a:prstDash val="solid"/>
                <a:headEnd type="none" w="med" len="med"/>
                <a:tailEnd type="none" w="med" len="med"/>
              </a:ln>
            </p:spPr>
          </p:sp>
          <p:sp>
            <p:nvSpPr>
              <p:cNvPr id="33939" name="Line 148"/>
              <p:cNvSpPr/>
              <p:nvPr/>
            </p:nvSpPr>
            <p:spPr>
              <a:xfrm flipV="1">
                <a:off x="2621" y="2524"/>
                <a:ext cx="4" cy="12"/>
              </a:xfrm>
              <a:prstGeom prst="line">
                <a:avLst/>
              </a:prstGeom>
              <a:ln w="12700" cap="flat" cmpd="sng">
                <a:solidFill>
                  <a:schemeClr val="tx1"/>
                </a:solidFill>
                <a:prstDash val="solid"/>
                <a:headEnd type="none" w="med" len="med"/>
                <a:tailEnd type="none" w="med" len="med"/>
              </a:ln>
            </p:spPr>
          </p:sp>
          <p:sp>
            <p:nvSpPr>
              <p:cNvPr id="33940" name="Freeform 149"/>
              <p:cNvSpPr/>
              <p:nvPr/>
            </p:nvSpPr>
            <p:spPr>
              <a:xfrm>
                <a:off x="2615" y="2523"/>
                <a:ext cx="30" cy="22"/>
              </a:xfrm>
              <a:custGeom>
                <a:avLst/>
                <a:gdLst/>
                <a:ahLst/>
                <a:cxnLst>
                  <a:cxn ang="0">
                    <a:pos x="24" y="15"/>
                  </a:cxn>
                  <a:cxn ang="0">
                    <a:pos x="23" y="13"/>
                  </a:cxn>
                  <a:cxn ang="0">
                    <a:pos x="29" y="9"/>
                  </a:cxn>
                  <a:cxn ang="0">
                    <a:pos x="22" y="0"/>
                  </a:cxn>
                  <a:cxn ang="0">
                    <a:pos x="16" y="3"/>
                  </a:cxn>
                  <a:cxn ang="0">
                    <a:pos x="15" y="1"/>
                  </a:cxn>
                  <a:cxn ang="0">
                    <a:pos x="10" y="4"/>
                  </a:cxn>
                  <a:cxn ang="0">
                    <a:pos x="11" y="6"/>
                  </a:cxn>
                  <a:cxn ang="0">
                    <a:pos x="4" y="9"/>
                  </a:cxn>
                  <a:cxn ang="0">
                    <a:pos x="0" y="15"/>
                  </a:cxn>
                  <a:cxn ang="0">
                    <a:pos x="1" y="16"/>
                  </a:cxn>
                  <a:cxn ang="0">
                    <a:pos x="3" y="18"/>
                  </a:cxn>
                  <a:cxn ang="0">
                    <a:pos x="4" y="21"/>
                  </a:cxn>
                  <a:cxn ang="0">
                    <a:pos x="11" y="19"/>
                  </a:cxn>
                  <a:cxn ang="0">
                    <a:pos x="17" y="16"/>
                  </a:cxn>
                  <a:cxn ang="0">
                    <a:pos x="18" y="18"/>
                  </a:cxn>
                  <a:cxn ang="0">
                    <a:pos x="24" y="15"/>
                  </a:cxn>
                </a:cxnLst>
                <a:rect l="0" t="0" r="0" b="0"/>
                <a:pathLst>
                  <a:path w="30" h="22">
                    <a:moveTo>
                      <a:pt x="24" y="15"/>
                    </a:moveTo>
                    <a:lnTo>
                      <a:pt x="23" y="13"/>
                    </a:lnTo>
                    <a:lnTo>
                      <a:pt x="29" y="9"/>
                    </a:lnTo>
                    <a:lnTo>
                      <a:pt x="22" y="0"/>
                    </a:lnTo>
                    <a:lnTo>
                      <a:pt x="16" y="3"/>
                    </a:lnTo>
                    <a:lnTo>
                      <a:pt x="15" y="1"/>
                    </a:lnTo>
                    <a:lnTo>
                      <a:pt x="10" y="4"/>
                    </a:lnTo>
                    <a:lnTo>
                      <a:pt x="11" y="6"/>
                    </a:lnTo>
                    <a:lnTo>
                      <a:pt x="4" y="9"/>
                    </a:lnTo>
                    <a:lnTo>
                      <a:pt x="0" y="15"/>
                    </a:lnTo>
                    <a:lnTo>
                      <a:pt x="1" y="16"/>
                    </a:lnTo>
                    <a:lnTo>
                      <a:pt x="3" y="18"/>
                    </a:lnTo>
                    <a:lnTo>
                      <a:pt x="4" y="21"/>
                    </a:lnTo>
                    <a:lnTo>
                      <a:pt x="11" y="19"/>
                    </a:lnTo>
                    <a:lnTo>
                      <a:pt x="17" y="16"/>
                    </a:lnTo>
                    <a:lnTo>
                      <a:pt x="18" y="18"/>
                    </a:lnTo>
                    <a:lnTo>
                      <a:pt x="24"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41" name="Freeform 150"/>
              <p:cNvSpPr/>
              <p:nvPr/>
            </p:nvSpPr>
            <p:spPr>
              <a:xfrm>
                <a:off x="2616" y="2528"/>
                <a:ext cx="31" cy="20"/>
              </a:xfrm>
              <a:custGeom>
                <a:avLst/>
                <a:gdLst/>
                <a:ahLst/>
                <a:cxnLst>
                  <a:cxn ang="0">
                    <a:pos x="0" y="7"/>
                  </a:cxn>
                  <a:cxn ang="0">
                    <a:pos x="26" y="0"/>
                  </a:cxn>
                  <a:cxn ang="0">
                    <a:pos x="30" y="11"/>
                  </a:cxn>
                  <a:cxn ang="0">
                    <a:pos x="2" y="19"/>
                  </a:cxn>
                  <a:cxn ang="0">
                    <a:pos x="0" y="7"/>
                  </a:cxn>
                </a:cxnLst>
                <a:rect l="0" t="0" r="0" b="0"/>
                <a:pathLst>
                  <a:path w="31" h="20">
                    <a:moveTo>
                      <a:pt x="0" y="7"/>
                    </a:moveTo>
                    <a:lnTo>
                      <a:pt x="26" y="0"/>
                    </a:lnTo>
                    <a:lnTo>
                      <a:pt x="30" y="11"/>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42" name="Freeform 151"/>
              <p:cNvSpPr/>
              <p:nvPr/>
            </p:nvSpPr>
            <p:spPr>
              <a:xfrm>
                <a:off x="2629" y="2519"/>
                <a:ext cx="27" cy="23"/>
              </a:xfrm>
              <a:custGeom>
                <a:avLst/>
                <a:gdLst/>
                <a:ahLst/>
                <a:cxnLst>
                  <a:cxn ang="0">
                    <a:pos x="1" y="17"/>
                  </a:cxn>
                  <a:cxn ang="0">
                    <a:pos x="3" y="19"/>
                  </a:cxn>
                  <a:cxn ang="0">
                    <a:pos x="4" y="22"/>
                  </a:cxn>
                  <a:cxn ang="0">
                    <a:pos x="14" y="22"/>
                  </a:cxn>
                  <a:cxn ang="0">
                    <a:pos x="18" y="18"/>
                  </a:cxn>
                  <a:cxn ang="0">
                    <a:pos x="17" y="16"/>
                  </a:cxn>
                  <a:cxn ang="0">
                    <a:pos x="20" y="13"/>
                  </a:cxn>
                  <a:cxn ang="0">
                    <a:pos x="23" y="9"/>
                  </a:cxn>
                  <a:cxn ang="0">
                    <a:pos x="21" y="6"/>
                  </a:cxn>
                  <a:cxn ang="0">
                    <a:pos x="26" y="4"/>
                  </a:cxn>
                  <a:cxn ang="0">
                    <a:pos x="23" y="0"/>
                  </a:cxn>
                  <a:cxn ang="0">
                    <a:pos x="19" y="2"/>
                  </a:cxn>
                  <a:cxn ang="0">
                    <a:pos x="18" y="0"/>
                  </a:cxn>
                  <a:cxn ang="0">
                    <a:pos x="13" y="1"/>
                  </a:cxn>
                  <a:cxn ang="0">
                    <a:pos x="9" y="3"/>
                  </a:cxn>
                  <a:cxn ang="0">
                    <a:pos x="5" y="5"/>
                  </a:cxn>
                  <a:cxn ang="0">
                    <a:pos x="0" y="15"/>
                  </a:cxn>
                  <a:cxn ang="0">
                    <a:pos x="1" y="17"/>
                  </a:cxn>
                </a:cxnLst>
                <a:rect l="0" t="0" r="0" b="0"/>
                <a:pathLst>
                  <a:path w="27" h="23">
                    <a:moveTo>
                      <a:pt x="1" y="17"/>
                    </a:moveTo>
                    <a:lnTo>
                      <a:pt x="3" y="19"/>
                    </a:lnTo>
                    <a:lnTo>
                      <a:pt x="4" y="22"/>
                    </a:lnTo>
                    <a:lnTo>
                      <a:pt x="14" y="22"/>
                    </a:lnTo>
                    <a:lnTo>
                      <a:pt x="18" y="18"/>
                    </a:lnTo>
                    <a:lnTo>
                      <a:pt x="17" y="16"/>
                    </a:lnTo>
                    <a:lnTo>
                      <a:pt x="20" y="13"/>
                    </a:lnTo>
                    <a:lnTo>
                      <a:pt x="23" y="9"/>
                    </a:lnTo>
                    <a:lnTo>
                      <a:pt x="21" y="6"/>
                    </a:lnTo>
                    <a:lnTo>
                      <a:pt x="26" y="4"/>
                    </a:lnTo>
                    <a:lnTo>
                      <a:pt x="23" y="0"/>
                    </a:lnTo>
                    <a:lnTo>
                      <a:pt x="19" y="2"/>
                    </a:lnTo>
                    <a:lnTo>
                      <a:pt x="18" y="0"/>
                    </a:lnTo>
                    <a:lnTo>
                      <a:pt x="13" y="1"/>
                    </a:lnTo>
                    <a:lnTo>
                      <a:pt x="9" y="3"/>
                    </a:lnTo>
                    <a:lnTo>
                      <a:pt x="5" y="5"/>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43" name="Line 152"/>
              <p:cNvSpPr/>
              <p:nvPr/>
            </p:nvSpPr>
            <p:spPr>
              <a:xfrm flipV="1">
                <a:off x="2641" y="2505"/>
                <a:ext cx="6" cy="14"/>
              </a:xfrm>
              <a:prstGeom prst="line">
                <a:avLst/>
              </a:prstGeom>
              <a:ln w="12700" cap="flat" cmpd="sng">
                <a:solidFill>
                  <a:schemeClr val="tx1"/>
                </a:solidFill>
                <a:prstDash val="solid"/>
                <a:headEnd type="none" w="med" len="med"/>
                <a:tailEnd type="none" w="med" len="med"/>
              </a:ln>
            </p:spPr>
          </p:sp>
          <p:sp>
            <p:nvSpPr>
              <p:cNvPr id="33944" name="Line 153"/>
              <p:cNvSpPr/>
              <p:nvPr/>
            </p:nvSpPr>
            <p:spPr>
              <a:xfrm flipV="1">
                <a:off x="2641" y="2505"/>
                <a:ext cx="3" cy="11"/>
              </a:xfrm>
              <a:prstGeom prst="line">
                <a:avLst/>
              </a:prstGeom>
              <a:ln w="12700" cap="flat" cmpd="sng">
                <a:solidFill>
                  <a:schemeClr val="tx1"/>
                </a:solidFill>
                <a:prstDash val="solid"/>
                <a:headEnd type="none" w="med" len="med"/>
                <a:tailEnd type="none" w="med" len="med"/>
              </a:ln>
            </p:spPr>
          </p:sp>
          <p:sp>
            <p:nvSpPr>
              <p:cNvPr id="33945" name="Freeform 154"/>
              <p:cNvSpPr/>
              <p:nvPr/>
            </p:nvSpPr>
            <p:spPr>
              <a:xfrm>
                <a:off x="2639" y="2502"/>
                <a:ext cx="29" cy="24"/>
              </a:xfrm>
              <a:custGeom>
                <a:avLst/>
                <a:gdLst/>
                <a:ahLst/>
                <a:cxnLst>
                  <a:cxn ang="0">
                    <a:pos x="21" y="18"/>
                  </a:cxn>
                  <a:cxn ang="0">
                    <a:pos x="28" y="15"/>
                  </a:cxn>
                  <a:cxn ang="0">
                    <a:pos x="26" y="13"/>
                  </a:cxn>
                  <a:cxn ang="0">
                    <a:pos x="20" y="2"/>
                  </a:cxn>
                  <a:cxn ang="0">
                    <a:pos x="19" y="0"/>
                  </a:cxn>
                  <a:cxn ang="0">
                    <a:pos x="12" y="3"/>
                  </a:cxn>
                  <a:cxn ang="0">
                    <a:pos x="8" y="8"/>
                  </a:cxn>
                  <a:cxn ang="0">
                    <a:pos x="4" y="14"/>
                  </a:cxn>
                  <a:cxn ang="0">
                    <a:pos x="0" y="20"/>
                  </a:cxn>
                  <a:cxn ang="0">
                    <a:pos x="1" y="23"/>
                  </a:cxn>
                  <a:cxn ang="0">
                    <a:pos x="7" y="20"/>
                  </a:cxn>
                  <a:cxn ang="0">
                    <a:pos x="15" y="19"/>
                  </a:cxn>
                  <a:cxn ang="0">
                    <a:pos x="21" y="18"/>
                  </a:cxn>
                </a:cxnLst>
                <a:rect l="0" t="0" r="0" b="0"/>
                <a:pathLst>
                  <a:path w="29" h="24">
                    <a:moveTo>
                      <a:pt x="21" y="18"/>
                    </a:moveTo>
                    <a:lnTo>
                      <a:pt x="28" y="15"/>
                    </a:lnTo>
                    <a:lnTo>
                      <a:pt x="26" y="13"/>
                    </a:lnTo>
                    <a:lnTo>
                      <a:pt x="20" y="2"/>
                    </a:lnTo>
                    <a:lnTo>
                      <a:pt x="19" y="0"/>
                    </a:lnTo>
                    <a:lnTo>
                      <a:pt x="12" y="3"/>
                    </a:lnTo>
                    <a:lnTo>
                      <a:pt x="8" y="8"/>
                    </a:lnTo>
                    <a:lnTo>
                      <a:pt x="4" y="14"/>
                    </a:lnTo>
                    <a:lnTo>
                      <a:pt x="0" y="20"/>
                    </a:lnTo>
                    <a:lnTo>
                      <a:pt x="1" y="23"/>
                    </a:lnTo>
                    <a:lnTo>
                      <a:pt x="7" y="20"/>
                    </a:lnTo>
                    <a:lnTo>
                      <a:pt x="15" y="19"/>
                    </a:lnTo>
                    <a:lnTo>
                      <a:pt x="21"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46" name="Freeform 155"/>
              <p:cNvSpPr/>
              <p:nvPr/>
            </p:nvSpPr>
            <p:spPr>
              <a:xfrm>
                <a:off x="2637" y="2508"/>
                <a:ext cx="31" cy="21"/>
              </a:xfrm>
              <a:custGeom>
                <a:avLst/>
                <a:gdLst/>
                <a:ahLst/>
                <a:cxnLst>
                  <a:cxn ang="0">
                    <a:pos x="0" y="7"/>
                  </a:cxn>
                  <a:cxn ang="0">
                    <a:pos x="26" y="0"/>
                  </a:cxn>
                  <a:cxn ang="0">
                    <a:pos x="30" y="10"/>
                  </a:cxn>
                  <a:cxn ang="0">
                    <a:pos x="3" y="20"/>
                  </a:cxn>
                  <a:cxn ang="0">
                    <a:pos x="0" y="7"/>
                  </a:cxn>
                </a:cxnLst>
                <a:rect l="0" t="0" r="0" b="0"/>
                <a:pathLst>
                  <a:path w="31" h="21">
                    <a:moveTo>
                      <a:pt x="0" y="7"/>
                    </a:moveTo>
                    <a:lnTo>
                      <a:pt x="26" y="0"/>
                    </a:lnTo>
                    <a:lnTo>
                      <a:pt x="30" y="10"/>
                    </a:lnTo>
                    <a:lnTo>
                      <a:pt x="3" y="20"/>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47" name="Freeform 156"/>
              <p:cNvSpPr/>
              <p:nvPr/>
            </p:nvSpPr>
            <p:spPr>
              <a:xfrm>
                <a:off x="2652" y="2500"/>
                <a:ext cx="26" cy="20"/>
              </a:xfrm>
              <a:custGeom>
                <a:avLst/>
                <a:gdLst/>
                <a:ahLst/>
                <a:cxnLst>
                  <a:cxn ang="0">
                    <a:pos x="1" y="16"/>
                  </a:cxn>
                  <a:cxn ang="0">
                    <a:pos x="5" y="16"/>
                  </a:cxn>
                  <a:cxn ang="0">
                    <a:pos x="6" y="19"/>
                  </a:cxn>
                  <a:cxn ang="0">
                    <a:pos x="12" y="19"/>
                  </a:cxn>
                  <a:cxn ang="0">
                    <a:pos x="17" y="19"/>
                  </a:cxn>
                  <a:cxn ang="0">
                    <a:pos x="20" y="16"/>
                  </a:cxn>
                  <a:cxn ang="0">
                    <a:pos x="18" y="14"/>
                  </a:cxn>
                  <a:cxn ang="0">
                    <a:pos x="21" y="13"/>
                  </a:cxn>
                  <a:cxn ang="0">
                    <a:pos x="23" y="8"/>
                  </a:cxn>
                  <a:cxn ang="0">
                    <a:pos x="22" y="6"/>
                  </a:cxn>
                  <a:cxn ang="0">
                    <a:pos x="25" y="2"/>
                  </a:cxn>
                  <a:cxn ang="0">
                    <a:pos x="23" y="0"/>
                  </a:cxn>
                  <a:cxn ang="0">
                    <a:pos x="20" y="2"/>
                  </a:cxn>
                  <a:cxn ang="0">
                    <a:pos x="18" y="0"/>
                  </a:cxn>
                  <a:cxn ang="0">
                    <a:pos x="13" y="0"/>
                  </a:cxn>
                  <a:cxn ang="0">
                    <a:pos x="10" y="2"/>
                  </a:cxn>
                  <a:cxn ang="0">
                    <a:pos x="6" y="4"/>
                  </a:cxn>
                  <a:cxn ang="0">
                    <a:pos x="4" y="5"/>
                  </a:cxn>
                  <a:cxn ang="0">
                    <a:pos x="2" y="10"/>
                  </a:cxn>
                  <a:cxn ang="0">
                    <a:pos x="3" y="12"/>
                  </a:cxn>
                  <a:cxn ang="0">
                    <a:pos x="0" y="14"/>
                  </a:cxn>
                  <a:cxn ang="0">
                    <a:pos x="1" y="16"/>
                  </a:cxn>
                </a:cxnLst>
                <a:rect l="0" t="0" r="0" b="0"/>
                <a:pathLst>
                  <a:path w="26" h="20">
                    <a:moveTo>
                      <a:pt x="1" y="16"/>
                    </a:moveTo>
                    <a:lnTo>
                      <a:pt x="5" y="16"/>
                    </a:lnTo>
                    <a:lnTo>
                      <a:pt x="6" y="19"/>
                    </a:lnTo>
                    <a:lnTo>
                      <a:pt x="12" y="19"/>
                    </a:lnTo>
                    <a:lnTo>
                      <a:pt x="17" y="19"/>
                    </a:lnTo>
                    <a:lnTo>
                      <a:pt x="20" y="16"/>
                    </a:lnTo>
                    <a:lnTo>
                      <a:pt x="18" y="14"/>
                    </a:lnTo>
                    <a:lnTo>
                      <a:pt x="21" y="13"/>
                    </a:lnTo>
                    <a:lnTo>
                      <a:pt x="23" y="8"/>
                    </a:lnTo>
                    <a:lnTo>
                      <a:pt x="22" y="6"/>
                    </a:lnTo>
                    <a:lnTo>
                      <a:pt x="25" y="2"/>
                    </a:lnTo>
                    <a:lnTo>
                      <a:pt x="23" y="0"/>
                    </a:lnTo>
                    <a:lnTo>
                      <a:pt x="20" y="2"/>
                    </a:lnTo>
                    <a:lnTo>
                      <a:pt x="18" y="0"/>
                    </a:lnTo>
                    <a:lnTo>
                      <a:pt x="13" y="0"/>
                    </a:lnTo>
                    <a:lnTo>
                      <a:pt x="10" y="2"/>
                    </a:lnTo>
                    <a:lnTo>
                      <a:pt x="6" y="4"/>
                    </a:lnTo>
                    <a:lnTo>
                      <a:pt x="4" y="5"/>
                    </a:lnTo>
                    <a:lnTo>
                      <a:pt x="2" y="10"/>
                    </a:lnTo>
                    <a:lnTo>
                      <a:pt x="3" y="12"/>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48" name="Line 157"/>
              <p:cNvSpPr/>
              <p:nvPr/>
            </p:nvSpPr>
            <p:spPr>
              <a:xfrm flipV="1">
                <a:off x="2664" y="2498"/>
                <a:ext cx="4" cy="13"/>
              </a:xfrm>
              <a:prstGeom prst="line">
                <a:avLst/>
              </a:prstGeom>
              <a:ln w="12700" cap="flat" cmpd="sng">
                <a:solidFill>
                  <a:schemeClr val="tx1"/>
                </a:solidFill>
                <a:prstDash val="solid"/>
                <a:headEnd type="none" w="med" len="med"/>
                <a:tailEnd type="none" w="med" len="med"/>
              </a:ln>
            </p:spPr>
          </p:sp>
          <p:sp>
            <p:nvSpPr>
              <p:cNvPr id="33949" name="Line 158"/>
              <p:cNvSpPr/>
              <p:nvPr/>
            </p:nvSpPr>
            <p:spPr>
              <a:xfrm flipV="1">
                <a:off x="2663" y="2497"/>
                <a:ext cx="7" cy="12"/>
              </a:xfrm>
              <a:prstGeom prst="line">
                <a:avLst/>
              </a:prstGeom>
              <a:ln w="12700" cap="flat" cmpd="sng">
                <a:solidFill>
                  <a:schemeClr val="tx1"/>
                </a:solidFill>
                <a:prstDash val="solid"/>
                <a:headEnd type="none" w="med" len="med"/>
                <a:tailEnd type="none" w="med" len="med"/>
              </a:ln>
            </p:spPr>
          </p:sp>
          <p:sp>
            <p:nvSpPr>
              <p:cNvPr id="33950" name="Freeform 159"/>
              <p:cNvSpPr/>
              <p:nvPr/>
            </p:nvSpPr>
            <p:spPr>
              <a:xfrm>
                <a:off x="2663" y="2492"/>
                <a:ext cx="28" cy="26"/>
              </a:xfrm>
              <a:custGeom>
                <a:avLst/>
                <a:gdLst/>
                <a:ahLst/>
                <a:cxnLst>
                  <a:cxn ang="0">
                    <a:pos x="21" y="19"/>
                  </a:cxn>
                  <a:cxn ang="0">
                    <a:pos x="27" y="15"/>
                  </a:cxn>
                  <a:cxn ang="0">
                    <a:pos x="25" y="12"/>
                  </a:cxn>
                  <a:cxn ang="0">
                    <a:pos x="19" y="2"/>
                  </a:cxn>
                  <a:cxn ang="0">
                    <a:pos x="18" y="0"/>
                  </a:cxn>
                  <a:cxn ang="0">
                    <a:pos x="11" y="3"/>
                  </a:cxn>
                  <a:cxn ang="0">
                    <a:pos x="6" y="6"/>
                  </a:cxn>
                  <a:cxn ang="0">
                    <a:pos x="4" y="15"/>
                  </a:cxn>
                  <a:cxn ang="0">
                    <a:pos x="0" y="22"/>
                  </a:cxn>
                  <a:cxn ang="0">
                    <a:pos x="1" y="25"/>
                  </a:cxn>
                  <a:cxn ang="0">
                    <a:pos x="6" y="21"/>
                  </a:cxn>
                  <a:cxn ang="0">
                    <a:pos x="8" y="23"/>
                  </a:cxn>
                  <a:cxn ang="0">
                    <a:pos x="15" y="22"/>
                  </a:cxn>
                  <a:cxn ang="0">
                    <a:pos x="21" y="19"/>
                  </a:cxn>
                </a:cxnLst>
                <a:rect l="0" t="0" r="0" b="0"/>
                <a:pathLst>
                  <a:path w="28" h="26">
                    <a:moveTo>
                      <a:pt x="21" y="19"/>
                    </a:moveTo>
                    <a:lnTo>
                      <a:pt x="27" y="15"/>
                    </a:lnTo>
                    <a:lnTo>
                      <a:pt x="25" y="12"/>
                    </a:lnTo>
                    <a:lnTo>
                      <a:pt x="19" y="2"/>
                    </a:lnTo>
                    <a:lnTo>
                      <a:pt x="18" y="0"/>
                    </a:lnTo>
                    <a:lnTo>
                      <a:pt x="11" y="3"/>
                    </a:lnTo>
                    <a:lnTo>
                      <a:pt x="6" y="6"/>
                    </a:lnTo>
                    <a:lnTo>
                      <a:pt x="4" y="15"/>
                    </a:lnTo>
                    <a:lnTo>
                      <a:pt x="0" y="22"/>
                    </a:lnTo>
                    <a:lnTo>
                      <a:pt x="1" y="25"/>
                    </a:lnTo>
                    <a:lnTo>
                      <a:pt x="6" y="21"/>
                    </a:lnTo>
                    <a:lnTo>
                      <a:pt x="8" y="23"/>
                    </a:lnTo>
                    <a:lnTo>
                      <a:pt x="15" y="22"/>
                    </a:lnTo>
                    <a:lnTo>
                      <a:pt x="21"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51" name="Freeform 160"/>
              <p:cNvSpPr/>
              <p:nvPr/>
            </p:nvSpPr>
            <p:spPr>
              <a:xfrm>
                <a:off x="2658" y="2499"/>
                <a:ext cx="32" cy="20"/>
              </a:xfrm>
              <a:custGeom>
                <a:avLst/>
                <a:gdLst/>
                <a:ahLst/>
                <a:cxnLst>
                  <a:cxn ang="0">
                    <a:pos x="1" y="8"/>
                  </a:cxn>
                  <a:cxn ang="0">
                    <a:pos x="27" y="0"/>
                  </a:cxn>
                  <a:cxn ang="0">
                    <a:pos x="31" y="10"/>
                  </a:cxn>
                  <a:cxn ang="0">
                    <a:pos x="3" y="19"/>
                  </a:cxn>
                  <a:cxn ang="0">
                    <a:pos x="0" y="7"/>
                  </a:cxn>
                  <a:cxn ang="0">
                    <a:pos x="1" y="8"/>
                  </a:cxn>
                </a:cxnLst>
                <a:rect l="0" t="0" r="0" b="0"/>
                <a:pathLst>
                  <a:path w="32" h="20">
                    <a:moveTo>
                      <a:pt x="1" y="8"/>
                    </a:moveTo>
                    <a:lnTo>
                      <a:pt x="27" y="0"/>
                    </a:lnTo>
                    <a:lnTo>
                      <a:pt x="31" y="10"/>
                    </a:lnTo>
                    <a:lnTo>
                      <a:pt x="3" y="19"/>
                    </a:lnTo>
                    <a:lnTo>
                      <a:pt x="0" y="7"/>
                    </a:lnTo>
                    <a:lnTo>
                      <a:pt x="1"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52" name="Freeform 161"/>
              <p:cNvSpPr/>
              <p:nvPr/>
            </p:nvSpPr>
            <p:spPr>
              <a:xfrm>
                <a:off x="2677" y="2494"/>
                <a:ext cx="26" cy="20"/>
              </a:xfrm>
              <a:custGeom>
                <a:avLst/>
                <a:gdLst/>
                <a:ahLst/>
                <a:cxnLst>
                  <a:cxn ang="0">
                    <a:pos x="1" y="16"/>
                  </a:cxn>
                  <a:cxn ang="0">
                    <a:pos x="6" y="16"/>
                  </a:cxn>
                  <a:cxn ang="0">
                    <a:pos x="7" y="19"/>
                  </a:cxn>
                  <a:cxn ang="0">
                    <a:pos x="11" y="19"/>
                  </a:cxn>
                  <a:cxn ang="0">
                    <a:pos x="15" y="16"/>
                  </a:cxn>
                  <a:cxn ang="0">
                    <a:pos x="18" y="14"/>
                  </a:cxn>
                  <a:cxn ang="0">
                    <a:pos x="21" y="12"/>
                  </a:cxn>
                  <a:cxn ang="0">
                    <a:pos x="23" y="8"/>
                  </a:cxn>
                  <a:cxn ang="0">
                    <a:pos x="22" y="6"/>
                  </a:cxn>
                  <a:cxn ang="0">
                    <a:pos x="25" y="2"/>
                  </a:cxn>
                  <a:cxn ang="0">
                    <a:pos x="23" y="0"/>
                  </a:cxn>
                  <a:cxn ang="0">
                    <a:pos x="18" y="0"/>
                  </a:cxn>
                  <a:cxn ang="0">
                    <a:pos x="14" y="0"/>
                  </a:cxn>
                  <a:cxn ang="0">
                    <a:pos x="10" y="2"/>
                  </a:cxn>
                  <a:cxn ang="0">
                    <a:pos x="9" y="0"/>
                  </a:cxn>
                  <a:cxn ang="0">
                    <a:pos x="6" y="1"/>
                  </a:cxn>
                  <a:cxn ang="0">
                    <a:pos x="4" y="5"/>
                  </a:cxn>
                  <a:cxn ang="0">
                    <a:pos x="2" y="10"/>
                  </a:cxn>
                  <a:cxn ang="0">
                    <a:pos x="0" y="14"/>
                  </a:cxn>
                  <a:cxn ang="0">
                    <a:pos x="1" y="16"/>
                  </a:cxn>
                </a:cxnLst>
                <a:rect l="0" t="0" r="0" b="0"/>
                <a:pathLst>
                  <a:path w="26" h="20">
                    <a:moveTo>
                      <a:pt x="1" y="16"/>
                    </a:moveTo>
                    <a:lnTo>
                      <a:pt x="6" y="16"/>
                    </a:lnTo>
                    <a:lnTo>
                      <a:pt x="7" y="19"/>
                    </a:lnTo>
                    <a:lnTo>
                      <a:pt x="11" y="19"/>
                    </a:lnTo>
                    <a:lnTo>
                      <a:pt x="15" y="16"/>
                    </a:lnTo>
                    <a:lnTo>
                      <a:pt x="18" y="14"/>
                    </a:lnTo>
                    <a:lnTo>
                      <a:pt x="21" y="12"/>
                    </a:lnTo>
                    <a:lnTo>
                      <a:pt x="23" y="8"/>
                    </a:lnTo>
                    <a:lnTo>
                      <a:pt x="22" y="6"/>
                    </a:lnTo>
                    <a:lnTo>
                      <a:pt x="25" y="2"/>
                    </a:lnTo>
                    <a:lnTo>
                      <a:pt x="23" y="0"/>
                    </a:lnTo>
                    <a:lnTo>
                      <a:pt x="18" y="0"/>
                    </a:lnTo>
                    <a:lnTo>
                      <a:pt x="14" y="0"/>
                    </a:lnTo>
                    <a:lnTo>
                      <a:pt x="10" y="2"/>
                    </a:lnTo>
                    <a:lnTo>
                      <a:pt x="9" y="0"/>
                    </a:lnTo>
                    <a:lnTo>
                      <a:pt x="6" y="1"/>
                    </a:lnTo>
                    <a:lnTo>
                      <a:pt x="4" y="5"/>
                    </a:lnTo>
                    <a:lnTo>
                      <a:pt x="2" y="10"/>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53" name="Line 162"/>
              <p:cNvSpPr/>
              <p:nvPr/>
            </p:nvSpPr>
            <p:spPr>
              <a:xfrm flipV="1">
                <a:off x="2683" y="2505"/>
                <a:ext cx="3" cy="12"/>
              </a:xfrm>
              <a:prstGeom prst="line">
                <a:avLst/>
              </a:prstGeom>
              <a:ln w="12700" cap="flat" cmpd="sng">
                <a:solidFill>
                  <a:schemeClr val="tx1"/>
                </a:solidFill>
                <a:prstDash val="solid"/>
                <a:headEnd type="none" w="med" len="med"/>
                <a:tailEnd type="none" w="med" len="med"/>
              </a:ln>
            </p:spPr>
          </p:sp>
          <p:sp>
            <p:nvSpPr>
              <p:cNvPr id="33954" name="Line 163"/>
              <p:cNvSpPr/>
              <p:nvPr/>
            </p:nvSpPr>
            <p:spPr>
              <a:xfrm flipV="1">
                <a:off x="2682" y="2502"/>
                <a:ext cx="3" cy="11"/>
              </a:xfrm>
              <a:prstGeom prst="line">
                <a:avLst/>
              </a:prstGeom>
              <a:ln w="12700" cap="flat" cmpd="sng">
                <a:solidFill>
                  <a:schemeClr val="tx1"/>
                </a:solidFill>
                <a:prstDash val="solid"/>
                <a:headEnd type="none" w="med" len="med"/>
                <a:tailEnd type="none" w="med" len="med"/>
              </a:ln>
            </p:spPr>
          </p:sp>
          <p:sp>
            <p:nvSpPr>
              <p:cNvPr id="33955" name="Freeform 164"/>
              <p:cNvSpPr/>
              <p:nvPr/>
            </p:nvSpPr>
            <p:spPr>
              <a:xfrm>
                <a:off x="2678" y="2500"/>
                <a:ext cx="28" cy="23"/>
              </a:xfrm>
              <a:custGeom>
                <a:avLst/>
                <a:gdLst/>
                <a:ahLst/>
                <a:cxnLst>
                  <a:cxn ang="0">
                    <a:pos x="23" y="15"/>
                  </a:cxn>
                  <a:cxn ang="0">
                    <a:pos x="27" y="11"/>
                  </a:cxn>
                  <a:cxn ang="0">
                    <a:pos x="21" y="0"/>
                  </a:cxn>
                  <a:cxn ang="0">
                    <a:pos x="15" y="1"/>
                  </a:cxn>
                  <a:cxn ang="0">
                    <a:pos x="10" y="3"/>
                  </a:cxn>
                  <a:cxn ang="0">
                    <a:pos x="6" y="6"/>
                  </a:cxn>
                  <a:cxn ang="0">
                    <a:pos x="3" y="11"/>
                  </a:cxn>
                  <a:cxn ang="0">
                    <a:pos x="5" y="14"/>
                  </a:cxn>
                  <a:cxn ang="0">
                    <a:pos x="0" y="16"/>
                  </a:cxn>
                  <a:cxn ang="0">
                    <a:pos x="3" y="22"/>
                  </a:cxn>
                  <a:cxn ang="0">
                    <a:pos x="7" y="18"/>
                  </a:cxn>
                  <a:cxn ang="0">
                    <a:pos x="9" y="20"/>
                  </a:cxn>
                  <a:cxn ang="0">
                    <a:pos x="15" y="20"/>
                  </a:cxn>
                  <a:cxn ang="0">
                    <a:pos x="19" y="18"/>
                  </a:cxn>
                  <a:cxn ang="0">
                    <a:pos x="23" y="15"/>
                  </a:cxn>
                </a:cxnLst>
                <a:rect l="0" t="0" r="0" b="0"/>
                <a:pathLst>
                  <a:path w="28" h="23">
                    <a:moveTo>
                      <a:pt x="23" y="15"/>
                    </a:moveTo>
                    <a:lnTo>
                      <a:pt x="27" y="11"/>
                    </a:lnTo>
                    <a:lnTo>
                      <a:pt x="21" y="0"/>
                    </a:lnTo>
                    <a:lnTo>
                      <a:pt x="15" y="1"/>
                    </a:lnTo>
                    <a:lnTo>
                      <a:pt x="10" y="3"/>
                    </a:lnTo>
                    <a:lnTo>
                      <a:pt x="6" y="6"/>
                    </a:lnTo>
                    <a:lnTo>
                      <a:pt x="3" y="11"/>
                    </a:lnTo>
                    <a:lnTo>
                      <a:pt x="5" y="14"/>
                    </a:lnTo>
                    <a:lnTo>
                      <a:pt x="0" y="16"/>
                    </a:lnTo>
                    <a:lnTo>
                      <a:pt x="3" y="22"/>
                    </a:lnTo>
                    <a:lnTo>
                      <a:pt x="7" y="18"/>
                    </a:lnTo>
                    <a:lnTo>
                      <a:pt x="9" y="20"/>
                    </a:lnTo>
                    <a:lnTo>
                      <a:pt x="15" y="20"/>
                    </a:lnTo>
                    <a:lnTo>
                      <a:pt x="19" y="18"/>
                    </a:lnTo>
                    <a:lnTo>
                      <a:pt x="23"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56" name="Freeform 165"/>
              <p:cNvSpPr/>
              <p:nvPr/>
            </p:nvSpPr>
            <p:spPr>
              <a:xfrm>
                <a:off x="2676" y="2505"/>
                <a:ext cx="30" cy="20"/>
              </a:xfrm>
              <a:custGeom>
                <a:avLst/>
                <a:gdLst/>
                <a:ahLst/>
                <a:cxnLst>
                  <a:cxn ang="0">
                    <a:pos x="0" y="7"/>
                  </a:cxn>
                  <a:cxn ang="0">
                    <a:pos x="25" y="0"/>
                  </a:cxn>
                  <a:cxn ang="0">
                    <a:pos x="29" y="11"/>
                  </a:cxn>
                  <a:cxn ang="0">
                    <a:pos x="2" y="19"/>
                  </a:cxn>
                  <a:cxn ang="0">
                    <a:pos x="0" y="6"/>
                  </a:cxn>
                  <a:cxn ang="0">
                    <a:pos x="0" y="7"/>
                  </a:cxn>
                </a:cxnLst>
                <a:rect l="0" t="0" r="0" b="0"/>
                <a:pathLst>
                  <a:path w="30" h="20">
                    <a:moveTo>
                      <a:pt x="0" y="7"/>
                    </a:moveTo>
                    <a:lnTo>
                      <a:pt x="25" y="0"/>
                    </a:lnTo>
                    <a:lnTo>
                      <a:pt x="29" y="11"/>
                    </a:lnTo>
                    <a:lnTo>
                      <a:pt x="2" y="19"/>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57" name="Freeform 166"/>
              <p:cNvSpPr/>
              <p:nvPr/>
            </p:nvSpPr>
            <p:spPr>
              <a:xfrm>
                <a:off x="2695" y="2499"/>
                <a:ext cx="23" cy="20"/>
              </a:xfrm>
              <a:custGeom>
                <a:avLst/>
                <a:gdLst/>
                <a:ahLst/>
                <a:cxnLst>
                  <a:cxn ang="0">
                    <a:pos x="0" y="14"/>
                  </a:cxn>
                  <a:cxn ang="0">
                    <a:pos x="1" y="16"/>
                  </a:cxn>
                  <a:cxn ang="0">
                    <a:pos x="5" y="16"/>
                  </a:cxn>
                  <a:cxn ang="0">
                    <a:pos x="6" y="19"/>
                  </a:cxn>
                  <a:cxn ang="0">
                    <a:pos x="11" y="19"/>
                  </a:cxn>
                  <a:cxn ang="0">
                    <a:pos x="14" y="17"/>
                  </a:cxn>
                  <a:cxn ang="0">
                    <a:pos x="17" y="15"/>
                  </a:cxn>
                  <a:cxn ang="0">
                    <a:pos x="19" y="13"/>
                  </a:cxn>
                  <a:cxn ang="0">
                    <a:pos x="22" y="10"/>
                  </a:cxn>
                  <a:cxn ang="0">
                    <a:pos x="20" y="7"/>
                  </a:cxn>
                  <a:cxn ang="0">
                    <a:pos x="22" y="3"/>
                  </a:cxn>
                  <a:cxn ang="0">
                    <a:pos x="20" y="1"/>
                  </a:cxn>
                  <a:cxn ang="0">
                    <a:pos x="16" y="1"/>
                  </a:cxn>
                  <a:cxn ang="0">
                    <a:pos x="12" y="1"/>
                  </a:cxn>
                  <a:cxn ang="0">
                    <a:pos x="7" y="0"/>
                  </a:cxn>
                  <a:cxn ang="0">
                    <a:pos x="5" y="2"/>
                  </a:cxn>
                  <a:cxn ang="0">
                    <a:pos x="6" y="4"/>
                  </a:cxn>
                  <a:cxn ang="0">
                    <a:pos x="3" y="6"/>
                  </a:cxn>
                  <a:cxn ang="0">
                    <a:pos x="1" y="10"/>
                  </a:cxn>
                  <a:cxn ang="0">
                    <a:pos x="0" y="14"/>
                  </a:cxn>
                </a:cxnLst>
                <a:rect l="0" t="0" r="0" b="0"/>
                <a:pathLst>
                  <a:path w="23" h="20">
                    <a:moveTo>
                      <a:pt x="0" y="14"/>
                    </a:moveTo>
                    <a:lnTo>
                      <a:pt x="1" y="16"/>
                    </a:lnTo>
                    <a:lnTo>
                      <a:pt x="5" y="16"/>
                    </a:lnTo>
                    <a:lnTo>
                      <a:pt x="6" y="19"/>
                    </a:lnTo>
                    <a:lnTo>
                      <a:pt x="11" y="19"/>
                    </a:lnTo>
                    <a:lnTo>
                      <a:pt x="14" y="17"/>
                    </a:lnTo>
                    <a:lnTo>
                      <a:pt x="17" y="15"/>
                    </a:lnTo>
                    <a:lnTo>
                      <a:pt x="19" y="13"/>
                    </a:lnTo>
                    <a:lnTo>
                      <a:pt x="22" y="10"/>
                    </a:lnTo>
                    <a:lnTo>
                      <a:pt x="20" y="7"/>
                    </a:lnTo>
                    <a:lnTo>
                      <a:pt x="22" y="3"/>
                    </a:lnTo>
                    <a:lnTo>
                      <a:pt x="20" y="1"/>
                    </a:lnTo>
                    <a:lnTo>
                      <a:pt x="16" y="1"/>
                    </a:lnTo>
                    <a:lnTo>
                      <a:pt x="12" y="1"/>
                    </a:lnTo>
                    <a:lnTo>
                      <a:pt x="7" y="0"/>
                    </a:lnTo>
                    <a:lnTo>
                      <a:pt x="5" y="2"/>
                    </a:lnTo>
                    <a:lnTo>
                      <a:pt x="6" y="4"/>
                    </a:lnTo>
                    <a:lnTo>
                      <a:pt x="3" y="6"/>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58" name="Line 167"/>
              <p:cNvSpPr/>
              <p:nvPr/>
            </p:nvSpPr>
            <p:spPr>
              <a:xfrm flipV="1">
                <a:off x="2677" y="2520"/>
                <a:ext cx="5" cy="14"/>
              </a:xfrm>
              <a:prstGeom prst="line">
                <a:avLst/>
              </a:prstGeom>
              <a:ln w="12700" cap="flat" cmpd="sng">
                <a:solidFill>
                  <a:schemeClr val="tx1"/>
                </a:solidFill>
                <a:prstDash val="solid"/>
                <a:headEnd type="none" w="med" len="med"/>
                <a:tailEnd type="none" w="med" len="med"/>
              </a:ln>
            </p:spPr>
          </p:sp>
          <p:sp>
            <p:nvSpPr>
              <p:cNvPr id="33959" name="Line 168"/>
              <p:cNvSpPr/>
              <p:nvPr/>
            </p:nvSpPr>
            <p:spPr>
              <a:xfrm flipV="1">
                <a:off x="2680" y="2519"/>
                <a:ext cx="3" cy="9"/>
              </a:xfrm>
              <a:prstGeom prst="line">
                <a:avLst/>
              </a:prstGeom>
              <a:ln w="12700" cap="flat" cmpd="sng">
                <a:solidFill>
                  <a:schemeClr val="tx1"/>
                </a:solidFill>
                <a:prstDash val="solid"/>
                <a:headEnd type="none" w="med" len="med"/>
                <a:tailEnd type="none" w="med" len="med"/>
              </a:ln>
            </p:spPr>
          </p:sp>
          <p:sp>
            <p:nvSpPr>
              <p:cNvPr id="33960" name="Freeform 169"/>
              <p:cNvSpPr/>
              <p:nvPr/>
            </p:nvSpPr>
            <p:spPr>
              <a:xfrm>
                <a:off x="2678" y="2517"/>
                <a:ext cx="29" cy="21"/>
              </a:xfrm>
              <a:custGeom>
                <a:avLst/>
                <a:gdLst/>
                <a:ahLst/>
                <a:cxnLst>
                  <a:cxn ang="0">
                    <a:pos x="20" y="17"/>
                  </a:cxn>
                  <a:cxn ang="0">
                    <a:pos x="24" y="14"/>
                  </a:cxn>
                  <a:cxn ang="0">
                    <a:pos x="23" y="13"/>
                  </a:cxn>
                  <a:cxn ang="0">
                    <a:pos x="28" y="8"/>
                  </a:cxn>
                  <a:cxn ang="0">
                    <a:pos x="22" y="0"/>
                  </a:cxn>
                  <a:cxn ang="0">
                    <a:pos x="16" y="1"/>
                  </a:cxn>
                  <a:cxn ang="0">
                    <a:pos x="11" y="3"/>
                  </a:cxn>
                  <a:cxn ang="0">
                    <a:pos x="6" y="6"/>
                  </a:cxn>
                  <a:cxn ang="0">
                    <a:pos x="3" y="11"/>
                  </a:cxn>
                  <a:cxn ang="0">
                    <a:pos x="4" y="13"/>
                  </a:cxn>
                  <a:cxn ang="0">
                    <a:pos x="0" y="15"/>
                  </a:cxn>
                  <a:cxn ang="0">
                    <a:pos x="1" y="17"/>
                  </a:cxn>
                  <a:cxn ang="0">
                    <a:pos x="7" y="17"/>
                  </a:cxn>
                  <a:cxn ang="0">
                    <a:pos x="8" y="20"/>
                  </a:cxn>
                  <a:cxn ang="0">
                    <a:pos x="14" y="18"/>
                  </a:cxn>
                  <a:cxn ang="0">
                    <a:pos x="20" y="17"/>
                  </a:cxn>
                </a:cxnLst>
                <a:rect l="0" t="0" r="0" b="0"/>
                <a:pathLst>
                  <a:path w="29" h="21">
                    <a:moveTo>
                      <a:pt x="20" y="17"/>
                    </a:moveTo>
                    <a:lnTo>
                      <a:pt x="24" y="14"/>
                    </a:lnTo>
                    <a:lnTo>
                      <a:pt x="23" y="13"/>
                    </a:lnTo>
                    <a:lnTo>
                      <a:pt x="28" y="8"/>
                    </a:lnTo>
                    <a:lnTo>
                      <a:pt x="22" y="0"/>
                    </a:lnTo>
                    <a:lnTo>
                      <a:pt x="16" y="1"/>
                    </a:lnTo>
                    <a:lnTo>
                      <a:pt x="11" y="3"/>
                    </a:lnTo>
                    <a:lnTo>
                      <a:pt x="6" y="6"/>
                    </a:lnTo>
                    <a:lnTo>
                      <a:pt x="3" y="11"/>
                    </a:lnTo>
                    <a:lnTo>
                      <a:pt x="4" y="13"/>
                    </a:lnTo>
                    <a:lnTo>
                      <a:pt x="0" y="15"/>
                    </a:lnTo>
                    <a:lnTo>
                      <a:pt x="1" y="17"/>
                    </a:lnTo>
                    <a:lnTo>
                      <a:pt x="7" y="17"/>
                    </a:lnTo>
                    <a:lnTo>
                      <a:pt x="8" y="20"/>
                    </a:lnTo>
                    <a:lnTo>
                      <a:pt x="14" y="18"/>
                    </a:lnTo>
                    <a:lnTo>
                      <a:pt x="20"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61" name="Freeform 170"/>
              <p:cNvSpPr/>
              <p:nvPr/>
            </p:nvSpPr>
            <p:spPr>
              <a:xfrm>
                <a:off x="2674" y="2520"/>
                <a:ext cx="31" cy="21"/>
              </a:xfrm>
              <a:custGeom>
                <a:avLst/>
                <a:gdLst/>
                <a:ahLst/>
                <a:cxnLst>
                  <a:cxn ang="0">
                    <a:pos x="0" y="8"/>
                  </a:cxn>
                  <a:cxn ang="0">
                    <a:pos x="27" y="0"/>
                  </a:cxn>
                  <a:cxn ang="0">
                    <a:pos x="30" y="13"/>
                  </a:cxn>
                  <a:cxn ang="0">
                    <a:pos x="3" y="20"/>
                  </a:cxn>
                  <a:cxn ang="0">
                    <a:pos x="0" y="8"/>
                  </a:cxn>
                </a:cxnLst>
                <a:rect l="0" t="0" r="0" b="0"/>
                <a:pathLst>
                  <a:path w="31" h="21">
                    <a:moveTo>
                      <a:pt x="0" y="8"/>
                    </a:moveTo>
                    <a:lnTo>
                      <a:pt x="27" y="0"/>
                    </a:lnTo>
                    <a:lnTo>
                      <a:pt x="30" y="13"/>
                    </a:lnTo>
                    <a:lnTo>
                      <a:pt x="3" y="20"/>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62" name="Freeform 171"/>
              <p:cNvSpPr/>
              <p:nvPr/>
            </p:nvSpPr>
            <p:spPr>
              <a:xfrm>
                <a:off x="2690" y="2512"/>
                <a:ext cx="26" cy="20"/>
              </a:xfrm>
              <a:custGeom>
                <a:avLst/>
                <a:gdLst/>
                <a:ahLst/>
                <a:cxnLst>
                  <a:cxn ang="0">
                    <a:pos x="1" y="17"/>
                  </a:cxn>
                  <a:cxn ang="0">
                    <a:pos x="6" y="17"/>
                  </a:cxn>
                  <a:cxn ang="0">
                    <a:pos x="10" y="19"/>
                  </a:cxn>
                  <a:cxn ang="0">
                    <a:pos x="16" y="19"/>
                  </a:cxn>
                  <a:cxn ang="0">
                    <a:pos x="19" y="16"/>
                  </a:cxn>
                  <a:cxn ang="0">
                    <a:pos x="21" y="12"/>
                  </a:cxn>
                  <a:cxn ang="0">
                    <a:pos x="22" y="7"/>
                  </a:cxn>
                  <a:cxn ang="0">
                    <a:pos x="25" y="3"/>
                  </a:cxn>
                  <a:cxn ang="0">
                    <a:pos x="23" y="1"/>
                  </a:cxn>
                  <a:cxn ang="0">
                    <a:pos x="19" y="3"/>
                  </a:cxn>
                  <a:cxn ang="0">
                    <a:pos x="18" y="0"/>
                  </a:cxn>
                  <a:cxn ang="0">
                    <a:pos x="14" y="0"/>
                  </a:cxn>
                  <a:cxn ang="0">
                    <a:pos x="10" y="2"/>
                  </a:cxn>
                  <a:cxn ang="0">
                    <a:pos x="7" y="4"/>
                  </a:cxn>
                  <a:cxn ang="0">
                    <a:pos x="3" y="5"/>
                  </a:cxn>
                  <a:cxn ang="0">
                    <a:pos x="2" y="11"/>
                  </a:cxn>
                  <a:cxn ang="0">
                    <a:pos x="3" y="13"/>
                  </a:cxn>
                  <a:cxn ang="0">
                    <a:pos x="0" y="15"/>
                  </a:cxn>
                  <a:cxn ang="0">
                    <a:pos x="1" y="17"/>
                  </a:cxn>
                </a:cxnLst>
                <a:rect l="0" t="0" r="0" b="0"/>
                <a:pathLst>
                  <a:path w="26" h="20">
                    <a:moveTo>
                      <a:pt x="1" y="17"/>
                    </a:moveTo>
                    <a:lnTo>
                      <a:pt x="6" y="17"/>
                    </a:lnTo>
                    <a:lnTo>
                      <a:pt x="10" y="19"/>
                    </a:lnTo>
                    <a:lnTo>
                      <a:pt x="16" y="19"/>
                    </a:lnTo>
                    <a:lnTo>
                      <a:pt x="19" y="16"/>
                    </a:lnTo>
                    <a:lnTo>
                      <a:pt x="21" y="12"/>
                    </a:lnTo>
                    <a:lnTo>
                      <a:pt x="22" y="7"/>
                    </a:lnTo>
                    <a:lnTo>
                      <a:pt x="25" y="3"/>
                    </a:lnTo>
                    <a:lnTo>
                      <a:pt x="23" y="1"/>
                    </a:lnTo>
                    <a:lnTo>
                      <a:pt x="19" y="3"/>
                    </a:lnTo>
                    <a:lnTo>
                      <a:pt x="18" y="0"/>
                    </a:lnTo>
                    <a:lnTo>
                      <a:pt x="14" y="0"/>
                    </a:lnTo>
                    <a:lnTo>
                      <a:pt x="10" y="2"/>
                    </a:lnTo>
                    <a:lnTo>
                      <a:pt x="7" y="4"/>
                    </a:lnTo>
                    <a:lnTo>
                      <a:pt x="3" y="5"/>
                    </a:lnTo>
                    <a:lnTo>
                      <a:pt x="2" y="11"/>
                    </a:lnTo>
                    <a:lnTo>
                      <a:pt x="3" y="13"/>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63" name="Line 172"/>
              <p:cNvSpPr/>
              <p:nvPr/>
            </p:nvSpPr>
            <p:spPr>
              <a:xfrm flipV="1">
                <a:off x="2660" y="2538"/>
                <a:ext cx="6" cy="12"/>
              </a:xfrm>
              <a:prstGeom prst="line">
                <a:avLst/>
              </a:prstGeom>
              <a:ln w="12700" cap="flat" cmpd="sng">
                <a:solidFill>
                  <a:schemeClr val="tx1"/>
                </a:solidFill>
                <a:prstDash val="solid"/>
                <a:headEnd type="none" w="med" len="med"/>
                <a:tailEnd type="none" w="med" len="med"/>
              </a:ln>
            </p:spPr>
          </p:sp>
          <p:sp>
            <p:nvSpPr>
              <p:cNvPr id="33964" name="Line 173"/>
              <p:cNvSpPr/>
              <p:nvPr/>
            </p:nvSpPr>
            <p:spPr>
              <a:xfrm flipV="1">
                <a:off x="2662" y="2535"/>
                <a:ext cx="2" cy="12"/>
              </a:xfrm>
              <a:prstGeom prst="line">
                <a:avLst/>
              </a:prstGeom>
              <a:ln w="12700" cap="flat" cmpd="sng">
                <a:solidFill>
                  <a:schemeClr val="tx1"/>
                </a:solidFill>
                <a:prstDash val="solid"/>
                <a:headEnd type="none" w="med" len="med"/>
                <a:tailEnd type="none" w="med" len="med"/>
              </a:ln>
            </p:spPr>
          </p:sp>
          <p:sp>
            <p:nvSpPr>
              <p:cNvPr id="33965" name="Freeform 174"/>
              <p:cNvSpPr/>
              <p:nvPr/>
            </p:nvSpPr>
            <p:spPr>
              <a:xfrm>
                <a:off x="2657" y="2536"/>
                <a:ext cx="29" cy="24"/>
              </a:xfrm>
              <a:custGeom>
                <a:avLst/>
                <a:gdLst/>
                <a:ahLst/>
                <a:cxnLst>
                  <a:cxn ang="0">
                    <a:pos x="22" y="16"/>
                  </a:cxn>
                  <a:cxn ang="0">
                    <a:pos x="21" y="14"/>
                  </a:cxn>
                  <a:cxn ang="0">
                    <a:pos x="28" y="10"/>
                  </a:cxn>
                  <a:cxn ang="0">
                    <a:pos x="21" y="0"/>
                  </a:cxn>
                  <a:cxn ang="0">
                    <a:pos x="15" y="3"/>
                  </a:cxn>
                  <a:cxn ang="0">
                    <a:pos x="14" y="1"/>
                  </a:cxn>
                  <a:cxn ang="0">
                    <a:pos x="9" y="5"/>
                  </a:cxn>
                  <a:cxn ang="0">
                    <a:pos x="10" y="7"/>
                  </a:cxn>
                  <a:cxn ang="0">
                    <a:pos x="5" y="10"/>
                  </a:cxn>
                  <a:cxn ang="0">
                    <a:pos x="0" y="16"/>
                  </a:cxn>
                  <a:cxn ang="0">
                    <a:pos x="2" y="18"/>
                  </a:cxn>
                  <a:cxn ang="0">
                    <a:pos x="3" y="20"/>
                  </a:cxn>
                  <a:cxn ang="0">
                    <a:pos x="4" y="23"/>
                  </a:cxn>
                  <a:cxn ang="0">
                    <a:pos x="11" y="21"/>
                  </a:cxn>
                  <a:cxn ang="0">
                    <a:pos x="16" y="17"/>
                  </a:cxn>
                  <a:cxn ang="0">
                    <a:pos x="17" y="19"/>
                  </a:cxn>
                  <a:cxn ang="0">
                    <a:pos x="22" y="16"/>
                  </a:cxn>
                </a:cxnLst>
                <a:rect l="0" t="0" r="0" b="0"/>
                <a:pathLst>
                  <a:path w="29" h="24">
                    <a:moveTo>
                      <a:pt x="22" y="16"/>
                    </a:moveTo>
                    <a:lnTo>
                      <a:pt x="21" y="14"/>
                    </a:lnTo>
                    <a:lnTo>
                      <a:pt x="28" y="10"/>
                    </a:lnTo>
                    <a:lnTo>
                      <a:pt x="21" y="0"/>
                    </a:lnTo>
                    <a:lnTo>
                      <a:pt x="15" y="3"/>
                    </a:lnTo>
                    <a:lnTo>
                      <a:pt x="14" y="1"/>
                    </a:lnTo>
                    <a:lnTo>
                      <a:pt x="9" y="5"/>
                    </a:lnTo>
                    <a:lnTo>
                      <a:pt x="10" y="7"/>
                    </a:lnTo>
                    <a:lnTo>
                      <a:pt x="5" y="10"/>
                    </a:lnTo>
                    <a:lnTo>
                      <a:pt x="0" y="16"/>
                    </a:lnTo>
                    <a:lnTo>
                      <a:pt x="2" y="18"/>
                    </a:lnTo>
                    <a:lnTo>
                      <a:pt x="3" y="20"/>
                    </a:lnTo>
                    <a:lnTo>
                      <a:pt x="4" y="23"/>
                    </a:lnTo>
                    <a:lnTo>
                      <a:pt x="11" y="21"/>
                    </a:lnTo>
                    <a:lnTo>
                      <a:pt x="16" y="17"/>
                    </a:lnTo>
                    <a:lnTo>
                      <a:pt x="17" y="19"/>
                    </a:lnTo>
                    <a:lnTo>
                      <a:pt x="22"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66" name="Freeform 175"/>
              <p:cNvSpPr/>
              <p:nvPr/>
            </p:nvSpPr>
            <p:spPr>
              <a:xfrm>
                <a:off x="2654" y="2540"/>
                <a:ext cx="30" cy="20"/>
              </a:xfrm>
              <a:custGeom>
                <a:avLst/>
                <a:gdLst/>
                <a:ahLst/>
                <a:cxnLst>
                  <a:cxn ang="0">
                    <a:pos x="0" y="7"/>
                  </a:cxn>
                  <a:cxn ang="0">
                    <a:pos x="25" y="0"/>
                  </a:cxn>
                  <a:cxn ang="0">
                    <a:pos x="29" y="10"/>
                  </a:cxn>
                  <a:cxn ang="0">
                    <a:pos x="3" y="19"/>
                  </a:cxn>
                  <a:cxn ang="0">
                    <a:pos x="0" y="7"/>
                  </a:cxn>
                </a:cxnLst>
                <a:rect l="0" t="0" r="0" b="0"/>
                <a:pathLst>
                  <a:path w="30" h="20">
                    <a:moveTo>
                      <a:pt x="0" y="7"/>
                    </a:moveTo>
                    <a:lnTo>
                      <a:pt x="25" y="0"/>
                    </a:lnTo>
                    <a:lnTo>
                      <a:pt x="29"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67" name="Freeform 176"/>
              <p:cNvSpPr/>
              <p:nvPr/>
            </p:nvSpPr>
            <p:spPr>
              <a:xfrm>
                <a:off x="2666" y="2530"/>
                <a:ext cx="28" cy="21"/>
              </a:xfrm>
              <a:custGeom>
                <a:avLst/>
                <a:gdLst/>
                <a:ahLst/>
                <a:cxnLst>
                  <a:cxn ang="0">
                    <a:pos x="2" y="15"/>
                  </a:cxn>
                  <a:cxn ang="0">
                    <a:pos x="3" y="17"/>
                  </a:cxn>
                  <a:cxn ang="0">
                    <a:pos x="4" y="20"/>
                  </a:cxn>
                  <a:cxn ang="0">
                    <a:pos x="10" y="20"/>
                  </a:cxn>
                  <a:cxn ang="0">
                    <a:pos x="13" y="17"/>
                  </a:cxn>
                  <a:cxn ang="0">
                    <a:pos x="15" y="20"/>
                  </a:cxn>
                  <a:cxn ang="0">
                    <a:pos x="19" y="17"/>
                  </a:cxn>
                  <a:cxn ang="0">
                    <a:pos x="24" y="8"/>
                  </a:cxn>
                  <a:cxn ang="0">
                    <a:pos x="27" y="4"/>
                  </a:cxn>
                  <a:cxn ang="0">
                    <a:pos x="23" y="0"/>
                  </a:cxn>
                  <a:cxn ang="0">
                    <a:pos x="10" y="2"/>
                  </a:cxn>
                  <a:cxn ang="0">
                    <a:pos x="5" y="4"/>
                  </a:cxn>
                  <a:cxn ang="0">
                    <a:pos x="2" y="7"/>
                  </a:cxn>
                  <a:cxn ang="0">
                    <a:pos x="0" y="12"/>
                  </a:cxn>
                  <a:cxn ang="0">
                    <a:pos x="1" y="14"/>
                  </a:cxn>
                  <a:cxn ang="0">
                    <a:pos x="2" y="15"/>
                  </a:cxn>
                </a:cxnLst>
                <a:rect l="0" t="0" r="0" b="0"/>
                <a:pathLst>
                  <a:path w="28" h="21">
                    <a:moveTo>
                      <a:pt x="2" y="15"/>
                    </a:moveTo>
                    <a:lnTo>
                      <a:pt x="3" y="17"/>
                    </a:lnTo>
                    <a:lnTo>
                      <a:pt x="4" y="20"/>
                    </a:lnTo>
                    <a:lnTo>
                      <a:pt x="10" y="20"/>
                    </a:lnTo>
                    <a:lnTo>
                      <a:pt x="13" y="17"/>
                    </a:lnTo>
                    <a:lnTo>
                      <a:pt x="15" y="20"/>
                    </a:lnTo>
                    <a:lnTo>
                      <a:pt x="19" y="17"/>
                    </a:lnTo>
                    <a:lnTo>
                      <a:pt x="24" y="8"/>
                    </a:lnTo>
                    <a:lnTo>
                      <a:pt x="27" y="4"/>
                    </a:lnTo>
                    <a:lnTo>
                      <a:pt x="23" y="0"/>
                    </a:lnTo>
                    <a:lnTo>
                      <a:pt x="10" y="2"/>
                    </a:lnTo>
                    <a:lnTo>
                      <a:pt x="5" y="4"/>
                    </a:lnTo>
                    <a:lnTo>
                      <a:pt x="2" y="7"/>
                    </a:lnTo>
                    <a:lnTo>
                      <a:pt x="0" y="12"/>
                    </a:lnTo>
                    <a:lnTo>
                      <a:pt x="1" y="14"/>
                    </a:lnTo>
                    <a:lnTo>
                      <a:pt x="2"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68" name="Line 177"/>
              <p:cNvSpPr/>
              <p:nvPr/>
            </p:nvSpPr>
            <p:spPr>
              <a:xfrm flipV="1">
                <a:off x="2654" y="2528"/>
                <a:ext cx="8" cy="16"/>
              </a:xfrm>
              <a:prstGeom prst="line">
                <a:avLst/>
              </a:prstGeom>
              <a:ln w="12700" cap="flat" cmpd="sng">
                <a:solidFill>
                  <a:schemeClr val="tx1"/>
                </a:solidFill>
                <a:prstDash val="solid"/>
                <a:headEnd type="none" w="med" len="med"/>
                <a:tailEnd type="none" w="med" len="med"/>
              </a:ln>
            </p:spPr>
          </p:sp>
          <p:sp>
            <p:nvSpPr>
              <p:cNvPr id="33969" name="Line 178"/>
              <p:cNvSpPr/>
              <p:nvPr/>
            </p:nvSpPr>
            <p:spPr>
              <a:xfrm flipV="1">
                <a:off x="2655" y="2529"/>
                <a:ext cx="6" cy="10"/>
              </a:xfrm>
              <a:prstGeom prst="line">
                <a:avLst/>
              </a:prstGeom>
              <a:ln w="12700" cap="flat" cmpd="sng">
                <a:solidFill>
                  <a:schemeClr val="tx1"/>
                </a:solidFill>
                <a:prstDash val="solid"/>
                <a:headEnd type="none" w="med" len="med"/>
                <a:tailEnd type="none" w="med" len="med"/>
              </a:ln>
            </p:spPr>
          </p:sp>
          <p:sp>
            <p:nvSpPr>
              <p:cNvPr id="33970" name="Freeform 179"/>
              <p:cNvSpPr/>
              <p:nvPr/>
            </p:nvSpPr>
            <p:spPr>
              <a:xfrm>
                <a:off x="2648" y="2526"/>
                <a:ext cx="30" cy="23"/>
              </a:xfrm>
              <a:custGeom>
                <a:avLst/>
                <a:gdLst/>
                <a:ahLst/>
                <a:cxnLst>
                  <a:cxn ang="0">
                    <a:pos x="24" y="15"/>
                  </a:cxn>
                  <a:cxn ang="0">
                    <a:pos x="29" y="10"/>
                  </a:cxn>
                  <a:cxn ang="0">
                    <a:pos x="22" y="0"/>
                  </a:cxn>
                  <a:cxn ang="0">
                    <a:pos x="16" y="3"/>
                  </a:cxn>
                  <a:cxn ang="0">
                    <a:pos x="15" y="1"/>
                  </a:cxn>
                  <a:cxn ang="0">
                    <a:pos x="8" y="4"/>
                  </a:cxn>
                  <a:cxn ang="0">
                    <a:pos x="10" y="6"/>
                  </a:cxn>
                  <a:cxn ang="0">
                    <a:pos x="4" y="9"/>
                  </a:cxn>
                  <a:cxn ang="0">
                    <a:pos x="0" y="15"/>
                  </a:cxn>
                  <a:cxn ang="0">
                    <a:pos x="1" y="17"/>
                  </a:cxn>
                  <a:cxn ang="0">
                    <a:pos x="2" y="18"/>
                  </a:cxn>
                  <a:cxn ang="0">
                    <a:pos x="3" y="20"/>
                  </a:cxn>
                  <a:cxn ang="0">
                    <a:pos x="12" y="22"/>
                  </a:cxn>
                  <a:cxn ang="0">
                    <a:pos x="17" y="18"/>
                  </a:cxn>
                  <a:cxn ang="0">
                    <a:pos x="24" y="15"/>
                  </a:cxn>
                </a:cxnLst>
                <a:rect l="0" t="0" r="0" b="0"/>
                <a:pathLst>
                  <a:path w="30" h="23">
                    <a:moveTo>
                      <a:pt x="24" y="15"/>
                    </a:moveTo>
                    <a:lnTo>
                      <a:pt x="29" y="10"/>
                    </a:lnTo>
                    <a:lnTo>
                      <a:pt x="22" y="0"/>
                    </a:lnTo>
                    <a:lnTo>
                      <a:pt x="16" y="3"/>
                    </a:lnTo>
                    <a:lnTo>
                      <a:pt x="15" y="1"/>
                    </a:lnTo>
                    <a:lnTo>
                      <a:pt x="8" y="4"/>
                    </a:lnTo>
                    <a:lnTo>
                      <a:pt x="10" y="6"/>
                    </a:lnTo>
                    <a:lnTo>
                      <a:pt x="4" y="9"/>
                    </a:lnTo>
                    <a:lnTo>
                      <a:pt x="0" y="15"/>
                    </a:lnTo>
                    <a:lnTo>
                      <a:pt x="1" y="17"/>
                    </a:lnTo>
                    <a:lnTo>
                      <a:pt x="2" y="18"/>
                    </a:lnTo>
                    <a:lnTo>
                      <a:pt x="3" y="20"/>
                    </a:lnTo>
                    <a:lnTo>
                      <a:pt x="12" y="22"/>
                    </a:lnTo>
                    <a:lnTo>
                      <a:pt x="17" y="18"/>
                    </a:lnTo>
                    <a:lnTo>
                      <a:pt x="24"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71" name="Freeform 180"/>
              <p:cNvSpPr/>
              <p:nvPr/>
            </p:nvSpPr>
            <p:spPr>
              <a:xfrm>
                <a:off x="2649" y="2530"/>
                <a:ext cx="31" cy="20"/>
              </a:xfrm>
              <a:custGeom>
                <a:avLst/>
                <a:gdLst/>
                <a:ahLst/>
                <a:cxnLst>
                  <a:cxn ang="0">
                    <a:pos x="0" y="7"/>
                  </a:cxn>
                  <a:cxn ang="0">
                    <a:pos x="25" y="0"/>
                  </a:cxn>
                  <a:cxn ang="0">
                    <a:pos x="30" y="10"/>
                  </a:cxn>
                  <a:cxn ang="0">
                    <a:pos x="3" y="19"/>
                  </a:cxn>
                  <a:cxn ang="0">
                    <a:pos x="0" y="7"/>
                  </a:cxn>
                </a:cxnLst>
                <a:rect l="0" t="0" r="0" b="0"/>
                <a:pathLst>
                  <a:path w="31" h="20">
                    <a:moveTo>
                      <a:pt x="0" y="7"/>
                    </a:moveTo>
                    <a:lnTo>
                      <a:pt x="25" y="0"/>
                    </a:lnTo>
                    <a:lnTo>
                      <a:pt x="30"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72" name="Freeform 181"/>
              <p:cNvSpPr/>
              <p:nvPr/>
            </p:nvSpPr>
            <p:spPr>
              <a:xfrm>
                <a:off x="2666" y="2523"/>
                <a:ext cx="25" cy="21"/>
              </a:xfrm>
              <a:custGeom>
                <a:avLst/>
                <a:gdLst/>
                <a:ahLst/>
                <a:cxnLst>
                  <a:cxn ang="0">
                    <a:pos x="1" y="15"/>
                  </a:cxn>
                  <a:cxn ang="0">
                    <a:pos x="3" y="17"/>
                  </a:cxn>
                  <a:cxn ang="0">
                    <a:pos x="4" y="20"/>
                  </a:cxn>
                  <a:cxn ang="0">
                    <a:pos x="8" y="20"/>
                  </a:cxn>
                  <a:cxn ang="0">
                    <a:pos x="12" y="17"/>
                  </a:cxn>
                  <a:cxn ang="0">
                    <a:pos x="13" y="20"/>
                  </a:cxn>
                  <a:cxn ang="0">
                    <a:pos x="16" y="17"/>
                  </a:cxn>
                  <a:cxn ang="0">
                    <a:pos x="24" y="4"/>
                  </a:cxn>
                  <a:cxn ang="0">
                    <a:pos x="21" y="0"/>
                  </a:cxn>
                  <a:cxn ang="0">
                    <a:pos x="8" y="2"/>
                  </a:cxn>
                  <a:cxn ang="0">
                    <a:pos x="5" y="4"/>
                  </a:cxn>
                  <a:cxn ang="0">
                    <a:pos x="6" y="6"/>
                  </a:cxn>
                  <a:cxn ang="0">
                    <a:pos x="3" y="8"/>
                  </a:cxn>
                  <a:cxn ang="0">
                    <a:pos x="0" y="14"/>
                  </a:cxn>
                  <a:cxn ang="0">
                    <a:pos x="1" y="15"/>
                  </a:cxn>
                </a:cxnLst>
                <a:rect l="0" t="0" r="0" b="0"/>
                <a:pathLst>
                  <a:path w="25" h="21">
                    <a:moveTo>
                      <a:pt x="1" y="15"/>
                    </a:moveTo>
                    <a:lnTo>
                      <a:pt x="3" y="17"/>
                    </a:lnTo>
                    <a:lnTo>
                      <a:pt x="4" y="20"/>
                    </a:lnTo>
                    <a:lnTo>
                      <a:pt x="8" y="20"/>
                    </a:lnTo>
                    <a:lnTo>
                      <a:pt x="12" y="17"/>
                    </a:lnTo>
                    <a:lnTo>
                      <a:pt x="13" y="20"/>
                    </a:lnTo>
                    <a:lnTo>
                      <a:pt x="16" y="17"/>
                    </a:lnTo>
                    <a:lnTo>
                      <a:pt x="24" y="4"/>
                    </a:lnTo>
                    <a:lnTo>
                      <a:pt x="21" y="0"/>
                    </a:lnTo>
                    <a:lnTo>
                      <a:pt x="8" y="2"/>
                    </a:lnTo>
                    <a:lnTo>
                      <a:pt x="5" y="4"/>
                    </a:lnTo>
                    <a:lnTo>
                      <a:pt x="6" y="6"/>
                    </a:lnTo>
                    <a:lnTo>
                      <a:pt x="3" y="8"/>
                    </a:lnTo>
                    <a:lnTo>
                      <a:pt x="0" y="14"/>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73" name="Line 182"/>
              <p:cNvSpPr/>
              <p:nvPr/>
            </p:nvSpPr>
            <p:spPr>
              <a:xfrm flipV="1">
                <a:off x="2639" y="2533"/>
                <a:ext cx="2" cy="11"/>
              </a:xfrm>
              <a:prstGeom prst="line">
                <a:avLst/>
              </a:prstGeom>
              <a:ln w="12700" cap="flat" cmpd="sng">
                <a:solidFill>
                  <a:schemeClr val="tx1"/>
                </a:solidFill>
                <a:prstDash val="solid"/>
                <a:headEnd type="none" w="med" len="med"/>
                <a:tailEnd type="none" w="med" len="med"/>
              </a:ln>
            </p:spPr>
          </p:sp>
          <p:sp>
            <p:nvSpPr>
              <p:cNvPr id="33974" name="Line 183"/>
              <p:cNvSpPr/>
              <p:nvPr/>
            </p:nvSpPr>
            <p:spPr>
              <a:xfrm flipV="1">
                <a:off x="2636" y="2529"/>
                <a:ext cx="6" cy="11"/>
              </a:xfrm>
              <a:prstGeom prst="line">
                <a:avLst/>
              </a:prstGeom>
              <a:ln w="12700" cap="flat" cmpd="sng">
                <a:solidFill>
                  <a:schemeClr val="tx1"/>
                </a:solidFill>
                <a:prstDash val="solid"/>
                <a:headEnd type="none" w="med" len="med"/>
                <a:tailEnd type="none" w="med" len="med"/>
              </a:ln>
            </p:spPr>
          </p:sp>
          <p:sp>
            <p:nvSpPr>
              <p:cNvPr id="33975" name="Freeform 184"/>
              <p:cNvSpPr/>
              <p:nvPr/>
            </p:nvSpPr>
            <p:spPr>
              <a:xfrm>
                <a:off x="2635" y="2526"/>
                <a:ext cx="28" cy="23"/>
              </a:xfrm>
              <a:custGeom>
                <a:avLst/>
                <a:gdLst/>
                <a:ahLst/>
                <a:cxnLst>
                  <a:cxn ang="0">
                    <a:pos x="23" y="17"/>
                  </a:cxn>
                  <a:cxn ang="0">
                    <a:pos x="21" y="15"/>
                  </a:cxn>
                  <a:cxn ang="0">
                    <a:pos x="27" y="11"/>
                  </a:cxn>
                  <a:cxn ang="0">
                    <a:pos x="20" y="0"/>
                  </a:cxn>
                  <a:cxn ang="0">
                    <a:pos x="15" y="3"/>
                  </a:cxn>
                  <a:cxn ang="0">
                    <a:pos x="13" y="1"/>
                  </a:cxn>
                  <a:cxn ang="0">
                    <a:pos x="9" y="3"/>
                  </a:cxn>
                  <a:cxn ang="0">
                    <a:pos x="10" y="5"/>
                  </a:cxn>
                  <a:cxn ang="0">
                    <a:pos x="5" y="9"/>
                  </a:cxn>
                  <a:cxn ang="0">
                    <a:pos x="2" y="13"/>
                  </a:cxn>
                  <a:cxn ang="0">
                    <a:pos x="4" y="16"/>
                  </a:cxn>
                  <a:cxn ang="0">
                    <a:pos x="0" y="19"/>
                  </a:cxn>
                  <a:cxn ang="0">
                    <a:pos x="1" y="22"/>
                  </a:cxn>
                  <a:cxn ang="0">
                    <a:pos x="6" y="20"/>
                  </a:cxn>
                  <a:cxn ang="0">
                    <a:pos x="12" y="20"/>
                  </a:cxn>
                  <a:cxn ang="0">
                    <a:pos x="16" y="17"/>
                  </a:cxn>
                  <a:cxn ang="0">
                    <a:pos x="19" y="19"/>
                  </a:cxn>
                  <a:cxn ang="0">
                    <a:pos x="23" y="17"/>
                  </a:cxn>
                </a:cxnLst>
                <a:rect l="0" t="0" r="0" b="0"/>
                <a:pathLst>
                  <a:path w="28" h="23">
                    <a:moveTo>
                      <a:pt x="23" y="17"/>
                    </a:moveTo>
                    <a:lnTo>
                      <a:pt x="21" y="15"/>
                    </a:lnTo>
                    <a:lnTo>
                      <a:pt x="27" y="11"/>
                    </a:lnTo>
                    <a:lnTo>
                      <a:pt x="20" y="0"/>
                    </a:lnTo>
                    <a:lnTo>
                      <a:pt x="15" y="3"/>
                    </a:lnTo>
                    <a:lnTo>
                      <a:pt x="13" y="1"/>
                    </a:lnTo>
                    <a:lnTo>
                      <a:pt x="9" y="3"/>
                    </a:lnTo>
                    <a:lnTo>
                      <a:pt x="10" y="5"/>
                    </a:lnTo>
                    <a:lnTo>
                      <a:pt x="5" y="9"/>
                    </a:lnTo>
                    <a:lnTo>
                      <a:pt x="2" y="13"/>
                    </a:lnTo>
                    <a:lnTo>
                      <a:pt x="4" y="16"/>
                    </a:lnTo>
                    <a:lnTo>
                      <a:pt x="0" y="19"/>
                    </a:lnTo>
                    <a:lnTo>
                      <a:pt x="1" y="22"/>
                    </a:lnTo>
                    <a:lnTo>
                      <a:pt x="6" y="20"/>
                    </a:lnTo>
                    <a:lnTo>
                      <a:pt x="12" y="20"/>
                    </a:lnTo>
                    <a:lnTo>
                      <a:pt x="16" y="17"/>
                    </a:lnTo>
                    <a:lnTo>
                      <a:pt x="19" y="19"/>
                    </a:lnTo>
                    <a:lnTo>
                      <a:pt x="23"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76" name="Freeform 185"/>
              <p:cNvSpPr/>
              <p:nvPr/>
            </p:nvSpPr>
            <p:spPr>
              <a:xfrm>
                <a:off x="2634" y="2530"/>
                <a:ext cx="30" cy="20"/>
              </a:xfrm>
              <a:custGeom>
                <a:avLst/>
                <a:gdLst/>
                <a:ahLst/>
                <a:cxnLst>
                  <a:cxn ang="0">
                    <a:pos x="0" y="7"/>
                  </a:cxn>
                  <a:cxn ang="0">
                    <a:pos x="25" y="0"/>
                  </a:cxn>
                  <a:cxn ang="0">
                    <a:pos x="29" y="11"/>
                  </a:cxn>
                  <a:cxn ang="0">
                    <a:pos x="3" y="19"/>
                  </a:cxn>
                  <a:cxn ang="0">
                    <a:pos x="0" y="7"/>
                  </a:cxn>
                </a:cxnLst>
                <a:rect l="0" t="0" r="0" b="0"/>
                <a:pathLst>
                  <a:path w="30" h="20">
                    <a:moveTo>
                      <a:pt x="0" y="7"/>
                    </a:moveTo>
                    <a:lnTo>
                      <a:pt x="25" y="0"/>
                    </a:lnTo>
                    <a:lnTo>
                      <a:pt x="29" y="11"/>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77" name="Freeform 186"/>
              <p:cNvSpPr/>
              <p:nvPr/>
            </p:nvSpPr>
            <p:spPr>
              <a:xfrm>
                <a:off x="2647" y="2524"/>
                <a:ext cx="28" cy="23"/>
              </a:xfrm>
              <a:custGeom>
                <a:avLst/>
                <a:gdLst/>
                <a:ahLst/>
                <a:cxnLst>
                  <a:cxn ang="0">
                    <a:pos x="2" y="17"/>
                  </a:cxn>
                  <a:cxn ang="0">
                    <a:pos x="3" y="19"/>
                  </a:cxn>
                  <a:cxn ang="0">
                    <a:pos x="4" y="22"/>
                  </a:cxn>
                  <a:cxn ang="0">
                    <a:pos x="9" y="22"/>
                  </a:cxn>
                  <a:cxn ang="0">
                    <a:pos x="14" y="19"/>
                  </a:cxn>
                  <a:cxn ang="0">
                    <a:pos x="15" y="22"/>
                  </a:cxn>
                  <a:cxn ang="0">
                    <a:pos x="18" y="18"/>
                  </a:cxn>
                  <a:cxn ang="0">
                    <a:pos x="21" y="13"/>
                  </a:cxn>
                  <a:cxn ang="0">
                    <a:pos x="23" y="9"/>
                  </a:cxn>
                  <a:cxn ang="0">
                    <a:pos x="22" y="6"/>
                  </a:cxn>
                  <a:cxn ang="0">
                    <a:pos x="27" y="4"/>
                  </a:cxn>
                  <a:cxn ang="0">
                    <a:pos x="24" y="2"/>
                  </a:cxn>
                  <a:cxn ang="0">
                    <a:pos x="20" y="2"/>
                  </a:cxn>
                  <a:cxn ang="0">
                    <a:pos x="18" y="0"/>
                  </a:cxn>
                  <a:cxn ang="0">
                    <a:pos x="14" y="1"/>
                  </a:cxn>
                  <a:cxn ang="0">
                    <a:pos x="9" y="3"/>
                  </a:cxn>
                  <a:cxn ang="0">
                    <a:pos x="6" y="5"/>
                  </a:cxn>
                  <a:cxn ang="0">
                    <a:pos x="2" y="8"/>
                  </a:cxn>
                  <a:cxn ang="0">
                    <a:pos x="0" y="12"/>
                  </a:cxn>
                  <a:cxn ang="0">
                    <a:pos x="1" y="15"/>
                  </a:cxn>
                  <a:cxn ang="0">
                    <a:pos x="2" y="17"/>
                  </a:cxn>
                </a:cxnLst>
                <a:rect l="0" t="0" r="0" b="0"/>
                <a:pathLst>
                  <a:path w="28" h="23">
                    <a:moveTo>
                      <a:pt x="2" y="17"/>
                    </a:moveTo>
                    <a:lnTo>
                      <a:pt x="3" y="19"/>
                    </a:lnTo>
                    <a:lnTo>
                      <a:pt x="4" y="22"/>
                    </a:lnTo>
                    <a:lnTo>
                      <a:pt x="9" y="22"/>
                    </a:lnTo>
                    <a:lnTo>
                      <a:pt x="14" y="19"/>
                    </a:lnTo>
                    <a:lnTo>
                      <a:pt x="15" y="22"/>
                    </a:lnTo>
                    <a:lnTo>
                      <a:pt x="18" y="18"/>
                    </a:lnTo>
                    <a:lnTo>
                      <a:pt x="21" y="13"/>
                    </a:lnTo>
                    <a:lnTo>
                      <a:pt x="23" y="9"/>
                    </a:lnTo>
                    <a:lnTo>
                      <a:pt x="22" y="6"/>
                    </a:lnTo>
                    <a:lnTo>
                      <a:pt x="27" y="4"/>
                    </a:lnTo>
                    <a:lnTo>
                      <a:pt x="24" y="2"/>
                    </a:lnTo>
                    <a:lnTo>
                      <a:pt x="20" y="2"/>
                    </a:lnTo>
                    <a:lnTo>
                      <a:pt x="18" y="0"/>
                    </a:lnTo>
                    <a:lnTo>
                      <a:pt x="14" y="1"/>
                    </a:lnTo>
                    <a:lnTo>
                      <a:pt x="9" y="3"/>
                    </a:lnTo>
                    <a:lnTo>
                      <a:pt x="6" y="5"/>
                    </a:lnTo>
                    <a:lnTo>
                      <a:pt x="2" y="8"/>
                    </a:lnTo>
                    <a:lnTo>
                      <a:pt x="0" y="12"/>
                    </a:lnTo>
                    <a:lnTo>
                      <a:pt x="1" y="15"/>
                    </a:lnTo>
                    <a:lnTo>
                      <a:pt x="2"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78" name="Line 187"/>
              <p:cNvSpPr/>
              <p:nvPr/>
            </p:nvSpPr>
            <p:spPr>
              <a:xfrm flipV="1">
                <a:off x="2664" y="2516"/>
                <a:ext cx="2" cy="13"/>
              </a:xfrm>
              <a:prstGeom prst="line">
                <a:avLst/>
              </a:prstGeom>
              <a:ln w="12700" cap="flat" cmpd="sng">
                <a:solidFill>
                  <a:schemeClr val="tx1"/>
                </a:solidFill>
                <a:prstDash val="solid"/>
                <a:headEnd type="none" w="med" len="med"/>
                <a:tailEnd type="none" w="med" len="med"/>
              </a:ln>
            </p:spPr>
          </p:sp>
          <p:sp>
            <p:nvSpPr>
              <p:cNvPr id="33979" name="Line 188"/>
              <p:cNvSpPr/>
              <p:nvPr/>
            </p:nvSpPr>
            <p:spPr>
              <a:xfrm flipV="1">
                <a:off x="2663" y="2514"/>
                <a:ext cx="5" cy="12"/>
              </a:xfrm>
              <a:prstGeom prst="line">
                <a:avLst/>
              </a:prstGeom>
              <a:ln w="12700" cap="flat" cmpd="sng">
                <a:solidFill>
                  <a:schemeClr val="tx1"/>
                </a:solidFill>
                <a:prstDash val="solid"/>
                <a:headEnd type="none" w="med" len="med"/>
                <a:tailEnd type="none" w="med" len="med"/>
              </a:ln>
            </p:spPr>
          </p:sp>
          <p:sp>
            <p:nvSpPr>
              <p:cNvPr id="33980" name="Freeform 189"/>
              <p:cNvSpPr/>
              <p:nvPr/>
            </p:nvSpPr>
            <p:spPr>
              <a:xfrm>
                <a:off x="2659" y="2511"/>
                <a:ext cx="30" cy="22"/>
              </a:xfrm>
              <a:custGeom>
                <a:avLst/>
                <a:gdLst/>
                <a:ahLst/>
                <a:cxnLst>
                  <a:cxn ang="0">
                    <a:pos x="22" y="16"/>
                  </a:cxn>
                  <a:cxn ang="0">
                    <a:pos x="29" y="13"/>
                  </a:cxn>
                  <a:cxn ang="0">
                    <a:pos x="26" y="11"/>
                  </a:cxn>
                  <a:cxn ang="0">
                    <a:pos x="21" y="2"/>
                  </a:cxn>
                  <a:cxn ang="0">
                    <a:pos x="18" y="0"/>
                  </a:cxn>
                  <a:cxn ang="0">
                    <a:pos x="13" y="3"/>
                  </a:cxn>
                  <a:cxn ang="0">
                    <a:pos x="8" y="8"/>
                  </a:cxn>
                  <a:cxn ang="0">
                    <a:pos x="4" y="13"/>
                  </a:cxn>
                  <a:cxn ang="0">
                    <a:pos x="0" y="18"/>
                  </a:cxn>
                  <a:cxn ang="0">
                    <a:pos x="1" y="21"/>
                  </a:cxn>
                  <a:cxn ang="0">
                    <a:pos x="8" y="19"/>
                  </a:cxn>
                  <a:cxn ang="0">
                    <a:pos x="15" y="18"/>
                  </a:cxn>
                  <a:cxn ang="0">
                    <a:pos x="22" y="16"/>
                  </a:cxn>
                </a:cxnLst>
                <a:rect l="0" t="0" r="0" b="0"/>
                <a:pathLst>
                  <a:path w="30" h="22">
                    <a:moveTo>
                      <a:pt x="22" y="16"/>
                    </a:moveTo>
                    <a:lnTo>
                      <a:pt x="29" y="13"/>
                    </a:lnTo>
                    <a:lnTo>
                      <a:pt x="26" y="11"/>
                    </a:lnTo>
                    <a:lnTo>
                      <a:pt x="21" y="2"/>
                    </a:lnTo>
                    <a:lnTo>
                      <a:pt x="18" y="0"/>
                    </a:lnTo>
                    <a:lnTo>
                      <a:pt x="13" y="3"/>
                    </a:lnTo>
                    <a:lnTo>
                      <a:pt x="8" y="8"/>
                    </a:lnTo>
                    <a:lnTo>
                      <a:pt x="4" y="13"/>
                    </a:lnTo>
                    <a:lnTo>
                      <a:pt x="0" y="18"/>
                    </a:lnTo>
                    <a:lnTo>
                      <a:pt x="1" y="21"/>
                    </a:lnTo>
                    <a:lnTo>
                      <a:pt x="8" y="19"/>
                    </a:lnTo>
                    <a:lnTo>
                      <a:pt x="15" y="18"/>
                    </a:lnTo>
                    <a:lnTo>
                      <a:pt x="22"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81" name="Freeform 190"/>
              <p:cNvSpPr/>
              <p:nvPr/>
            </p:nvSpPr>
            <p:spPr>
              <a:xfrm>
                <a:off x="2660" y="2516"/>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82" name="Freeform 191"/>
              <p:cNvSpPr/>
              <p:nvPr/>
            </p:nvSpPr>
            <p:spPr>
              <a:xfrm>
                <a:off x="2677" y="2507"/>
                <a:ext cx="24" cy="20"/>
              </a:xfrm>
              <a:custGeom>
                <a:avLst/>
                <a:gdLst/>
                <a:ahLst/>
                <a:cxnLst>
                  <a:cxn ang="0">
                    <a:pos x="1" y="15"/>
                  </a:cxn>
                  <a:cxn ang="0">
                    <a:pos x="2" y="17"/>
                  </a:cxn>
                  <a:cxn ang="0">
                    <a:pos x="5" y="16"/>
                  </a:cxn>
                  <a:cxn ang="0">
                    <a:pos x="6" y="19"/>
                  </a:cxn>
                  <a:cxn ang="0">
                    <a:pos x="10" y="19"/>
                  </a:cxn>
                  <a:cxn ang="0">
                    <a:pos x="14" y="19"/>
                  </a:cxn>
                  <a:cxn ang="0">
                    <a:pos x="17" y="16"/>
                  </a:cxn>
                  <a:cxn ang="0">
                    <a:pos x="19" y="13"/>
                  </a:cxn>
                  <a:cxn ang="0">
                    <a:pos x="20" y="8"/>
                  </a:cxn>
                  <a:cxn ang="0">
                    <a:pos x="19" y="6"/>
                  </a:cxn>
                  <a:cxn ang="0">
                    <a:pos x="23" y="4"/>
                  </a:cxn>
                  <a:cxn ang="0">
                    <a:pos x="20" y="1"/>
                  </a:cxn>
                  <a:cxn ang="0">
                    <a:pos x="17" y="2"/>
                  </a:cxn>
                  <a:cxn ang="0">
                    <a:pos x="16" y="0"/>
                  </a:cxn>
                  <a:cxn ang="0">
                    <a:pos x="12" y="0"/>
                  </a:cxn>
                  <a:cxn ang="0">
                    <a:pos x="9" y="2"/>
                  </a:cxn>
                  <a:cxn ang="0">
                    <a:pos x="6" y="3"/>
                  </a:cxn>
                  <a:cxn ang="0">
                    <a:pos x="3" y="5"/>
                  </a:cxn>
                  <a:cxn ang="0">
                    <a:pos x="2" y="10"/>
                  </a:cxn>
                  <a:cxn ang="0">
                    <a:pos x="3" y="12"/>
                  </a:cxn>
                  <a:cxn ang="0">
                    <a:pos x="0" y="13"/>
                  </a:cxn>
                  <a:cxn ang="0">
                    <a:pos x="1" y="15"/>
                  </a:cxn>
                </a:cxnLst>
                <a:rect l="0" t="0" r="0" b="0"/>
                <a:pathLst>
                  <a:path w="24" h="20">
                    <a:moveTo>
                      <a:pt x="1" y="15"/>
                    </a:moveTo>
                    <a:lnTo>
                      <a:pt x="2" y="17"/>
                    </a:lnTo>
                    <a:lnTo>
                      <a:pt x="5" y="16"/>
                    </a:lnTo>
                    <a:lnTo>
                      <a:pt x="6" y="19"/>
                    </a:lnTo>
                    <a:lnTo>
                      <a:pt x="10" y="19"/>
                    </a:lnTo>
                    <a:lnTo>
                      <a:pt x="14" y="19"/>
                    </a:lnTo>
                    <a:lnTo>
                      <a:pt x="17" y="16"/>
                    </a:lnTo>
                    <a:lnTo>
                      <a:pt x="19" y="13"/>
                    </a:lnTo>
                    <a:lnTo>
                      <a:pt x="20" y="8"/>
                    </a:lnTo>
                    <a:lnTo>
                      <a:pt x="19" y="6"/>
                    </a:lnTo>
                    <a:lnTo>
                      <a:pt x="23" y="4"/>
                    </a:lnTo>
                    <a:lnTo>
                      <a:pt x="20" y="1"/>
                    </a:lnTo>
                    <a:lnTo>
                      <a:pt x="17" y="2"/>
                    </a:lnTo>
                    <a:lnTo>
                      <a:pt x="16" y="0"/>
                    </a:lnTo>
                    <a:lnTo>
                      <a:pt x="12" y="0"/>
                    </a:lnTo>
                    <a:lnTo>
                      <a:pt x="9" y="2"/>
                    </a:lnTo>
                    <a:lnTo>
                      <a:pt x="6" y="3"/>
                    </a:lnTo>
                    <a:lnTo>
                      <a:pt x="3" y="5"/>
                    </a:lnTo>
                    <a:lnTo>
                      <a:pt x="2" y="10"/>
                    </a:lnTo>
                    <a:lnTo>
                      <a:pt x="3" y="12"/>
                    </a:lnTo>
                    <a:lnTo>
                      <a:pt x="0" y="13"/>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3983" name="Line 192"/>
              <p:cNvSpPr/>
              <p:nvPr/>
            </p:nvSpPr>
            <p:spPr>
              <a:xfrm flipV="1">
                <a:off x="2645" y="2517"/>
                <a:ext cx="7" cy="14"/>
              </a:xfrm>
              <a:prstGeom prst="line">
                <a:avLst/>
              </a:prstGeom>
              <a:ln w="12700" cap="flat" cmpd="sng">
                <a:solidFill>
                  <a:schemeClr val="tx1"/>
                </a:solidFill>
                <a:prstDash val="solid"/>
                <a:headEnd type="none" w="med" len="med"/>
                <a:tailEnd type="none" w="med" len="med"/>
              </a:ln>
            </p:spPr>
          </p:sp>
          <p:sp>
            <p:nvSpPr>
              <p:cNvPr id="33984" name="Line 193"/>
              <p:cNvSpPr/>
              <p:nvPr/>
            </p:nvSpPr>
            <p:spPr>
              <a:xfrm flipV="1">
                <a:off x="2646" y="2515"/>
                <a:ext cx="4" cy="11"/>
              </a:xfrm>
              <a:prstGeom prst="line">
                <a:avLst/>
              </a:prstGeom>
              <a:ln w="12700" cap="flat" cmpd="sng">
                <a:solidFill>
                  <a:schemeClr val="tx1"/>
                </a:solidFill>
                <a:prstDash val="solid"/>
                <a:headEnd type="none" w="med" len="med"/>
                <a:tailEnd type="none" w="med" len="med"/>
              </a:ln>
            </p:spPr>
          </p:sp>
          <p:sp>
            <p:nvSpPr>
              <p:cNvPr id="33985" name="Freeform 194"/>
              <p:cNvSpPr/>
              <p:nvPr/>
            </p:nvSpPr>
            <p:spPr>
              <a:xfrm>
                <a:off x="2641" y="2512"/>
                <a:ext cx="31" cy="25"/>
              </a:xfrm>
              <a:custGeom>
                <a:avLst/>
                <a:gdLst/>
                <a:ahLst/>
                <a:cxnLst>
                  <a:cxn ang="0">
                    <a:pos x="25" y="17"/>
                  </a:cxn>
                  <a:cxn ang="0">
                    <a:pos x="30" y="10"/>
                  </a:cxn>
                  <a:cxn ang="0">
                    <a:pos x="23" y="0"/>
                  </a:cxn>
                  <a:cxn ang="0">
                    <a:pos x="16" y="1"/>
                  </a:cxn>
                  <a:cxn ang="0">
                    <a:pos x="10" y="4"/>
                  </a:cxn>
                  <a:cxn ang="0">
                    <a:pos x="4" y="8"/>
                  </a:cxn>
                  <a:cxn ang="0">
                    <a:pos x="0" y="14"/>
                  </a:cxn>
                  <a:cxn ang="0">
                    <a:pos x="1" y="17"/>
                  </a:cxn>
                  <a:cxn ang="0">
                    <a:pos x="3" y="20"/>
                  </a:cxn>
                  <a:cxn ang="0">
                    <a:pos x="4" y="22"/>
                  </a:cxn>
                  <a:cxn ang="0">
                    <a:pos x="13" y="24"/>
                  </a:cxn>
                  <a:cxn ang="0">
                    <a:pos x="20" y="20"/>
                  </a:cxn>
                  <a:cxn ang="0">
                    <a:pos x="25" y="17"/>
                  </a:cxn>
                </a:cxnLst>
                <a:rect l="0" t="0" r="0" b="0"/>
                <a:pathLst>
                  <a:path w="31" h="25">
                    <a:moveTo>
                      <a:pt x="25" y="17"/>
                    </a:moveTo>
                    <a:lnTo>
                      <a:pt x="30" y="10"/>
                    </a:lnTo>
                    <a:lnTo>
                      <a:pt x="23" y="0"/>
                    </a:lnTo>
                    <a:lnTo>
                      <a:pt x="16" y="1"/>
                    </a:lnTo>
                    <a:lnTo>
                      <a:pt x="10" y="4"/>
                    </a:lnTo>
                    <a:lnTo>
                      <a:pt x="4" y="8"/>
                    </a:lnTo>
                    <a:lnTo>
                      <a:pt x="0" y="14"/>
                    </a:lnTo>
                    <a:lnTo>
                      <a:pt x="1" y="17"/>
                    </a:lnTo>
                    <a:lnTo>
                      <a:pt x="3" y="20"/>
                    </a:lnTo>
                    <a:lnTo>
                      <a:pt x="4" y="22"/>
                    </a:lnTo>
                    <a:lnTo>
                      <a:pt x="13" y="24"/>
                    </a:lnTo>
                    <a:lnTo>
                      <a:pt x="20" y="20"/>
                    </a:lnTo>
                    <a:lnTo>
                      <a:pt x="25"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86" name="Freeform 195"/>
              <p:cNvSpPr/>
              <p:nvPr/>
            </p:nvSpPr>
            <p:spPr>
              <a:xfrm>
                <a:off x="2642" y="2516"/>
                <a:ext cx="31" cy="20"/>
              </a:xfrm>
              <a:custGeom>
                <a:avLst/>
                <a:gdLst/>
                <a:ahLst/>
                <a:cxnLst>
                  <a:cxn ang="0">
                    <a:pos x="0" y="8"/>
                  </a:cxn>
                  <a:cxn ang="0">
                    <a:pos x="25" y="0"/>
                  </a:cxn>
                  <a:cxn ang="0">
                    <a:pos x="30" y="10"/>
                  </a:cxn>
                  <a:cxn ang="0">
                    <a:pos x="3" y="19"/>
                  </a:cxn>
                  <a:cxn ang="0">
                    <a:pos x="0" y="7"/>
                  </a:cxn>
                  <a:cxn ang="0">
                    <a:pos x="0" y="8"/>
                  </a:cxn>
                </a:cxnLst>
                <a:rect l="0" t="0" r="0" b="0"/>
                <a:pathLst>
                  <a:path w="31" h="20">
                    <a:moveTo>
                      <a:pt x="0" y="8"/>
                    </a:moveTo>
                    <a:lnTo>
                      <a:pt x="25" y="0"/>
                    </a:lnTo>
                    <a:lnTo>
                      <a:pt x="30" y="10"/>
                    </a:lnTo>
                    <a:lnTo>
                      <a:pt x="3" y="19"/>
                    </a:lnTo>
                    <a:lnTo>
                      <a:pt x="0" y="7"/>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3987" name="Freeform 196"/>
              <p:cNvSpPr/>
              <p:nvPr/>
            </p:nvSpPr>
            <p:spPr>
              <a:xfrm>
                <a:off x="2659" y="2508"/>
                <a:ext cx="27" cy="24"/>
              </a:xfrm>
              <a:custGeom>
                <a:avLst/>
                <a:gdLst/>
                <a:ahLst/>
                <a:cxnLst>
                  <a:cxn ang="0">
                    <a:pos x="1" y="17"/>
                  </a:cxn>
                  <a:cxn ang="0">
                    <a:pos x="2" y="19"/>
                  </a:cxn>
                  <a:cxn ang="0">
                    <a:pos x="3" y="21"/>
                  </a:cxn>
                  <a:cxn ang="0">
                    <a:pos x="9" y="23"/>
                  </a:cxn>
                  <a:cxn ang="0">
                    <a:pos x="13" y="20"/>
                  </a:cxn>
                  <a:cxn ang="0">
                    <a:pos x="17" y="18"/>
                  </a:cxn>
                  <a:cxn ang="0">
                    <a:pos x="20" y="16"/>
                  </a:cxn>
                  <a:cxn ang="0">
                    <a:pos x="24" y="13"/>
                  </a:cxn>
                  <a:cxn ang="0">
                    <a:pos x="26" y="6"/>
                  </a:cxn>
                  <a:cxn ang="0">
                    <a:pos x="24" y="4"/>
                  </a:cxn>
                  <a:cxn ang="0">
                    <a:pos x="23" y="2"/>
                  </a:cxn>
                  <a:cxn ang="0">
                    <a:pos x="22" y="0"/>
                  </a:cxn>
                  <a:cxn ang="0">
                    <a:pos x="17" y="1"/>
                  </a:cxn>
                  <a:cxn ang="0">
                    <a:pos x="13" y="3"/>
                  </a:cxn>
                  <a:cxn ang="0">
                    <a:pos x="8" y="3"/>
                  </a:cxn>
                  <a:cxn ang="0">
                    <a:pos x="5" y="5"/>
                  </a:cxn>
                  <a:cxn ang="0">
                    <a:pos x="6" y="7"/>
                  </a:cxn>
                  <a:cxn ang="0">
                    <a:pos x="2" y="9"/>
                  </a:cxn>
                  <a:cxn ang="0">
                    <a:pos x="0" y="15"/>
                  </a:cxn>
                  <a:cxn ang="0">
                    <a:pos x="1" y="17"/>
                  </a:cxn>
                </a:cxnLst>
                <a:rect l="0" t="0" r="0" b="0"/>
                <a:pathLst>
                  <a:path w="27" h="24">
                    <a:moveTo>
                      <a:pt x="1" y="17"/>
                    </a:moveTo>
                    <a:lnTo>
                      <a:pt x="2" y="19"/>
                    </a:lnTo>
                    <a:lnTo>
                      <a:pt x="3" y="21"/>
                    </a:lnTo>
                    <a:lnTo>
                      <a:pt x="9" y="23"/>
                    </a:lnTo>
                    <a:lnTo>
                      <a:pt x="13" y="20"/>
                    </a:lnTo>
                    <a:lnTo>
                      <a:pt x="17" y="18"/>
                    </a:lnTo>
                    <a:lnTo>
                      <a:pt x="20" y="16"/>
                    </a:lnTo>
                    <a:lnTo>
                      <a:pt x="24" y="13"/>
                    </a:lnTo>
                    <a:lnTo>
                      <a:pt x="26" y="6"/>
                    </a:lnTo>
                    <a:lnTo>
                      <a:pt x="24" y="4"/>
                    </a:lnTo>
                    <a:lnTo>
                      <a:pt x="23" y="2"/>
                    </a:lnTo>
                    <a:lnTo>
                      <a:pt x="22" y="0"/>
                    </a:lnTo>
                    <a:lnTo>
                      <a:pt x="17" y="1"/>
                    </a:lnTo>
                    <a:lnTo>
                      <a:pt x="13" y="3"/>
                    </a:lnTo>
                    <a:lnTo>
                      <a:pt x="8" y="3"/>
                    </a:lnTo>
                    <a:lnTo>
                      <a:pt x="5" y="5"/>
                    </a:lnTo>
                    <a:lnTo>
                      <a:pt x="6" y="7"/>
                    </a:lnTo>
                    <a:lnTo>
                      <a:pt x="2" y="9"/>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33988" name="Group 197"/>
            <p:cNvGrpSpPr/>
            <p:nvPr/>
          </p:nvGrpSpPr>
          <p:grpSpPr>
            <a:xfrm>
              <a:off x="2057" y="1380"/>
              <a:ext cx="452" cy="242"/>
              <a:chOff x="2324" y="2821"/>
              <a:chExt cx="346" cy="261"/>
            </a:xfrm>
          </p:grpSpPr>
          <p:sp>
            <p:nvSpPr>
              <p:cNvPr id="33989" name="Freeform 198"/>
              <p:cNvSpPr/>
              <p:nvPr/>
            </p:nvSpPr>
            <p:spPr>
              <a:xfrm>
                <a:off x="2542" y="2821"/>
                <a:ext cx="128" cy="128"/>
              </a:xfrm>
              <a:custGeom>
                <a:avLst/>
                <a:gdLst/>
                <a:ahLst/>
                <a:cxnLst>
                  <a:cxn ang="0">
                    <a:pos x="127" y="77"/>
                  </a:cxn>
                  <a:cxn ang="0">
                    <a:pos x="80" y="0"/>
                  </a:cxn>
                  <a:cxn ang="0">
                    <a:pos x="0" y="43"/>
                  </a:cxn>
                  <a:cxn ang="0">
                    <a:pos x="51" y="127"/>
                  </a:cxn>
                  <a:cxn ang="0">
                    <a:pos x="127" y="77"/>
                  </a:cxn>
                </a:cxnLst>
                <a:rect l="0" t="0" r="0" b="0"/>
                <a:pathLst>
                  <a:path w="128" h="128">
                    <a:moveTo>
                      <a:pt x="127" y="77"/>
                    </a:moveTo>
                    <a:lnTo>
                      <a:pt x="80" y="0"/>
                    </a:lnTo>
                    <a:lnTo>
                      <a:pt x="0" y="43"/>
                    </a:lnTo>
                    <a:lnTo>
                      <a:pt x="51" y="127"/>
                    </a:lnTo>
                    <a:lnTo>
                      <a:pt x="127" y="7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3990" name="Freeform 199"/>
              <p:cNvSpPr/>
              <p:nvPr/>
            </p:nvSpPr>
            <p:spPr>
              <a:xfrm>
                <a:off x="2442" y="2903"/>
                <a:ext cx="109" cy="91"/>
              </a:xfrm>
              <a:custGeom>
                <a:avLst/>
                <a:gdLst/>
                <a:ahLst/>
                <a:cxnLst>
                  <a:cxn ang="0">
                    <a:pos x="10" y="31"/>
                  </a:cxn>
                  <a:cxn ang="0">
                    <a:pos x="62" y="1"/>
                  </a:cxn>
                  <a:cxn ang="0">
                    <a:pos x="84" y="0"/>
                  </a:cxn>
                  <a:cxn ang="0">
                    <a:pos x="108" y="40"/>
                  </a:cxn>
                  <a:cxn ang="0">
                    <a:pos x="96" y="58"/>
                  </a:cxn>
                  <a:cxn ang="0">
                    <a:pos x="45" y="88"/>
                  </a:cxn>
                  <a:cxn ang="0">
                    <a:pos x="24" y="90"/>
                  </a:cxn>
                  <a:cxn ang="0">
                    <a:pos x="0" y="49"/>
                  </a:cxn>
                  <a:cxn ang="0">
                    <a:pos x="10" y="31"/>
                  </a:cxn>
                </a:cxnLst>
                <a:rect l="0" t="0" r="0" b="0"/>
                <a:pathLst>
                  <a:path w="109" h="91">
                    <a:moveTo>
                      <a:pt x="10" y="31"/>
                    </a:moveTo>
                    <a:lnTo>
                      <a:pt x="62" y="1"/>
                    </a:lnTo>
                    <a:lnTo>
                      <a:pt x="84" y="0"/>
                    </a:lnTo>
                    <a:lnTo>
                      <a:pt x="108" y="40"/>
                    </a:lnTo>
                    <a:lnTo>
                      <a:pt x="96" y="58"/>
                    </a:lnTo>
                    <a:lnTo>
                      <a:pt x="45" y="88"/>
                    </a:lnTo>
                    <a:lnTo>
                      <a:pt x="24" y="90"/>
                    </a:lnTo>
                    <a:lnTo>
                      <a:pt x="0" y="49"/>
                    </a:lnTo>
                    <a:lnTo>
                      <a:pt x="10" y="3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991" name="Freeform 200"/>
              <p:cNvSpPr/>
              <p:nvPr/>
            </p:nvSpPr>
            <p:spPr>
              <a:xfrm>
                <a:off x="2478" y="2885"/>
                <a:ext cx="110" cy="91"/>
              </a:xfrm>
              <a:custGeom>
                <a:avLst/>
                <a:gdLst/>
                <a:ahLst/>
                <a:cxnLst>
                  <a:cxn ang="0">
                    <a:pos x="11" y="32"/>
                  </a:cxn>
                  <a:cxn ang="0">
                    <a:pos x="63" y="2"/>
                  </a:cxn>
                  <a:cxn ang="0">
                    <a:pos x="85" y="0"/>
                  </a:cxn>
                  <a:cxn ang="0">
                    <a:pos x="109" y="40"/>
                  </a:cxn>
                  <a:cxn ang="0">
                    <a:pos x="97" y="57"/>
                  </a:cxn>
                  <a:cxn ang="0">
                    <a:pos x="46" y="87"/>
                  </a:cxn>
                  <a:cxn ang="0">
                    <a:pos x="23" y="90"/>
                  </a:cxn>
                  <a:cxn ang="0">
                    <a:pos x="0" y="50"/>
                  </a:cxn>
                  <a:cxn ang="0">
                    <a:pos x="11" y="32"/>
                  </a:cxn>
                </a:cxnLst>
                <a:rect l="0" t="0" r="0" b="0"/>
                <a:pathLst>
                  <a:path w="110" h="91">
                    <a:moveTo>
                      <a:pt x="11" y="32"/>
                    </a:moveTo>
                    <a:lnTo>
                      <a:pt x="63" y="2"/>
                    </a:lnTo>
                    <a:lnTo>
                      <a:pt x="85" y="0"/>
                    </a:lnTo>
                    <a:lnTo>
                      <a:pt x="109" y="40"/>
                    </a:lnTo>
                    <a:lnTo>
                      <a:pt x="97" y="57"/>
                    </a:lnTo>
                    <a:lnTo>
                      <a:pt x="46" y="87"/>
                    </a:lnTo>
                    <a:lnTo>
                      <a:pt x="23" y="90"/>
                    </a:lnTo>
                    <a:lnTo>
                      <a:pt x="0" y="50"/>
                    </a:lnTo>
                    <a:lnTo>
                      <a:pt x="11" y="3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3992" name="Freeform 201"/>
              <p:cNvSpPr/>
              <p:nvPr/>
            </p:nvSpPr>
            <p:spPr>
              <a:xfrm>
                <a:off x="2451" y="2896"/>
                <a:ext cx="97" cy="38"/>
              </a:xfrm>
              <a:custGeom>
                <a:avLst/>
                <a:gdLst/>
                <a:ahLst/>
                <a:cxnLst>
                  <a:cxn ang="0">
                    <a:pos x="50" y="6"/>
                  </a:cxn>
                  <a:cxn ang="0">
                    <a:pos x="96" y="0"/>
                  </a:cxn>
                  <a:cxn ang="0">
                    <a:pos x="45" y="29"/>
                  </a:cxn>
                  <a:cxn ang="0">
                    <a:pos x="0" y="37"/>
                  </a:cxn>
                  <a:cxn ang="0">
                    <a:pos x="50" y="6"/>
                  </a:cxn>
                </a:cxnLst>
                <a:rect l="0" t="0" r="0" b="0"/>
                <a:pathLst>
                  <a:path w="97" h="38">
                    <a:moveTo>
                      <a:pt x="50" y="6"/>
                    </a:moveTo>
                    <a:lnTo>
                      <a:pt x="96" y="0"/>
                    </a:lnTo>
                    <a:lnTo>
                      <a:pt x="45" y="29"/>
                    </a:lnTo>
                    <a:lnTo>
                      <a:pt x="0" y="37"/>
                    </a:lnTo>
                    <a:lnTo>
                      <a:pt x="50" y="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3993" name="Freeform 202"/>
              <p:cNvSpPr/>
              <p:nvPr/>
            </p:nvSpPr>
            <p:spPr>
              <a:xfrm>
                <a:off x="2465" y="2975"/>
                <a:ext cx="63" cy="20"/>
              </a:xfrm>
              <a:custGeom>
                <a:avLst/>
                <a:gdLst/>
                <a:ahLst/>
                <a:cxnLst>
                  <a:cxn ang="0">
                    <a:pos x="0" y="19"/>
                  </a:cxn>
                  <a:cxn ang="0">
                    <a:pos x="39" y="0"/>
                  </a:cxn>
                  <a:cxn ang="0">
                    <a:pos x="62" y="0"/>
                  </a:cxn>
                  <a:cxn ang="0">
                    <a:pos x="22" y="19"/>
                  </a:cxn>
                  <a:cxn ang="0">
                    <a:pos x="0" y="19"/>
                  </a:cxn>
                </a:cxnLst>
                <a:rect l="0" t="0" r="0" b="0"/>
                <a:pathLst>
                  <a:path w="63" h="20">
                    <a:moveTo>
                      <a:pt x="0" y="19"/>
                    </a:moveTo>
                    <a:lnTo>
                      <a:pt x="39" y="0"/>
                    </a:lnTo>
                    <a:lnTo>
                      <a:pt x="62" y="0"/>
                    </a:lnTo>
                    <a:lnTo>
                      <a:pt x="22" y="19"/>
                    </a:lnTo>
                    <a:lnTo>
                      <a:pt x="0" y="19"/>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3994" name="Line 203"/>
              <p:cNvSpPr/>
              <p:nvPr/>
            </p:nvSpPr>
            <p:spPr>
              <a:xfrm flipV="1">
                <a:off x="2447" y="2933"/>
                <a:ext cx="28" cy="23"/>
              </a:xfrm>
              <a:prstGeom prst="line">
                <a:avLst/>
              </a:prstGeom>
              <a:ln w="12700" cap="flat" cmpd="sng">
                <a:solidFill>
                  <a:schemeClr val="tx1"/>
                </a:solidFill>
                <a:prstDash val="solid"/>
                <a:headEnd type="none" w="med" len="med"/>
                <a:tailEnd type="none" w="med" len="med"/>
              </a:ln>
            </p:spPr>
          </p:sp>
          <p:sp>
            <p:nvSpPr>
              <p:cNvPr id="33995" name="Oval 204"/>
              <p:cNvSpPr/>
              <p:nvPr/>
            </p:nvSpPr>
            <p:spPr>
              <a:xfrm rot="-1860000">
                <a:off x="2499" y="2922"/>
                <a:ext cx="19" cy="12"/>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996" name="Line 205"/>
              <p:cNvSpPr/>
              <p:nvPr/>
            </p:nvSpPr>
            <p:spPr>
              <a:xfrm flipV="1">
                <a:off x="2501" y="2912"/>
                <a:ext cx="2" cy="14"/>
              </a:xfrm>
              <a:prstGeom prst="line">
                <a:avLst/>
              </a:prstGeom>
              <a:ln w="12700" cap="flat" cmpd="sng">
                <a:solidFill>
                  <a:schemeClr val="tx1"/>
                </a:solidFill>
                <a:prstDash val="solid"/>
                <a:headEnd type="none" w="med" len="med"/>
                <a:tailEnd type="none" w="med" len="med"/>
              </a:ln>
            </p:spPr>
          </p:sp>
          <p:sp>
            <p:nvSpPr>
              <p:cNvPr id="33997" name="Line 206"/>
              <p:cNvSpPr/>
              <p:nvPr/>
            </p:nvSpPr>
            <p:spPr>
              <a:xfrm>
                <a:off x="2504" y="2926"/>
                <a:ext cx="2" cy="0"/>
              </a:xfrm>
              <a:prstGeom prst="line">
                <a:avLst/>
              </a:prstGeom>
              <a:ln w="12700" cap="flat" cmpd="sng">
                <a:solidFill>
                  <a:schemeClr val="tx1"/>
                </a:solidFill>
                <a:prstDash val="solid"/>
                <a:headEnd type="none" w="med" len="med"/>
                <a:tailEnd type="none" w="med" len="med"/>
              </a:ln>
            </p:spPr>
          </p:sp>
          <p:sp>
            <p:nvSpPr>
              <p:cNvPr id="33998" name="Oval 207"/>
              <p:cNvSpPr/>
              <p:nvPr/>
            </p:nvSpPr>
            <p:spPr>
              <a:xfrm rot="-1860000">
                <a:off x="2499" y="2918"/>
                <a:ext cx="84" cy="4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3999" name="Line 208"/>
              <p:cNvSpPr/>
              <p:nvPr/>
            </p:nvSpPr>
            <p:spPr>
              <a:xfrm flipV="1">
                <a:off x="2548" y="2876"/>
                <a:ext cx="30" cy="24"/>
              </a:xfrm>
              <a:prstGeom prst="line">
                <a:avLst/>
              </a:prstGeom>
              <a:ln w="12700" cap="flat" cmpd="sng">
                <a:solidFill>
                  <a:schemeClr val="tx1"/>
                </a:solidFill>
                <a:prstDash val="solid"/>
                <a:headEnd type="none" w="med" len="med"/>
                <a:tailEnd type="none" w="med" len="med"/>
              </a:ln>
            </p:spPr>
          </p:sp>
          <p:sp>
            <p:nvSpPr>
              <p:cNvPr id="34000" name="Freeform 209"/>
              <p:cNvSpPr/>
              <p:nvPr/>
            </p:nvSpPr>
            <p:spPr>
              <a:xfrm>
                <a:off x="2500" y="2915"/>
                <a:ext cx="29" cy="20"/>
              </a:xfrm>
              <a:custGeom>
                <a:avLst/>
                <a:gdLst/>
                <a:ahLst/>
                <a:cxnLst>
                  <a:cxn ang="0">
                    <a:pos x="0" y="13"/>
                  </a:cxn>
                  <a:cxn ang="0">
                    <a:pos x="14" y="0"/>
                  </a:cxn>
                  <a:cxn ang="0">
                    <a:pos x="28" y="2"/>
                  </a:cxn>
                  <a:cxn ang="0">
                    <a:pos x="25" y="19"/>
                  </a:cxn>
                  <a:cxn ang="0">
                    <a:pos x="0" y="13"/>
                  </a:cxn>
                </a:cxnLst>
                <a:rect l="0" t="0" r="0" b="0"/>
                <a:pathLst>
                  <a:path w="29" h="20">
                    <a:moveTo>
                      <a:pt x="0" y="13"/>
                    </a:moveTo>
                    <a:lnTo>
                      <a:pt x="14" y="0"/>
                    </a:lnTo>
                    <a:lnTo>
                      <a:pt x="28" y="2"/>
                    </a:lnTo>
                    <a:lnTo>
                      <a:pt x="25" y="19"/>
                    </a:lnTo>
                    <a:lnTo>
                      <a:pt x="0" y="1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4001" name="Freeform 210"/>
              <p:cNvSpPr/>
              <p:nvPr/>
            </p:nvSpPr>
            <p:spPr>
              <a:xfrm>
                <a:off x="2501" y="2915"/>
                <a:ext cx="28" cy="22"/>
              </a:xfrm>
              <a:custGeom>
                <a:avLst/>
                <a:gdLst/>
                <a:ahLst/>
                <a:cxnLst>
                  <a:cxn ang="0">
                    <a:pos x="19" y="0"/>
                  </a:cxn>
                  <a:cxn ang="0">
                    <a:pos x="27" y="11"/>
                  </a:cxn>
                  <a:cxn ang="0">
                    <a:pos x="16" y="21"/>
                  </a:cxn>
                  <a:cxn ang="0">
                    <a:pos x="0" y="16"/>
                  </a:cxn>
                  <a:cxn ang="0">
                    <a:pos x="14" y="5"/>
                  </a:cxn>
                  <a:cxn ang="0">
                    <a:pos x="19" y="0"/>
                  </a:cxn>
                </a:cxnLst>
                <a:rect l="0" t="0" r="0" b="0"/>
                <a:pathLst>
                  <a:path w="28" h="22">
                    <a:moveTo>
                      <a:pt x="19" y="0"/>
                    </a:moveTo>
                    <a:lnTo>
                      <a:pt x="27" y="11"/>
                    </a:lnTo>
                    <a:lnTo>
                      <a:pt x="16" y="21"/>
                    </a:lnTo>
                    <a:lnTo>
                      <a:pt x="0" y="16"/>
                    </a:lnTo>
                    <a:lnTo>
                      <a:pt x="14" y="5"/>
                    </a:lnTo>
                    <a:lnTo>
                      <a:pt x="19"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4002" name="Rectangle 211"/>
              <p:cNvSpPr/>
              <p:nvPr/>
            </p:nvSpPr>
            <p:spPr>
              <a:xfrm rot="-1860000">
                <a:off x="2451" y="2972"/>
                <a:ext cx="20" cy="11"/>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003" name="Freeform 212"/>
              <p:cNvSpPr/>
              <p:nvPr/>
            </p:nvSpPr>
            <p:spPr>
              <a:xfrm>
                <a:off x="2324" y="2931"/>
                <a:ext cx="150" cy="151"/>
              </a:xfrm>
              <a:custGeom>
                <a:avLst/>
                <a:gdLst/>
                <a:ahLst/>
                <a:cxnLst>
                  <a:cxn ang="0">
                    <a:pos x="0" y="53"/>
                  </a:cxn>
                  <a:cxn ang="0">
                    <a:pos x="57" y="150"/>
                  </a:cxn>
                  <a:cxn ang="0">
                    <a:pos x="149" y="90"/>
                  </a:cxn>
                  <a:cxn ang="0">
                    <a:pos x="94" y="0"/>
                  </a:cxn>
                  <a:cxn ang="0">
                    <a:pos x="0" y="53"/>
                  </a:cxn>
                </a:cxnLst>
                <a:rect l="0" t="0" r="0" b="0"/>
                <a:pathLst>
                  <a:path w="150" h="151">
                    <a:moveTo>
                      <a:pt x="0" y="53"/>
                    </a:moveTo>
                    <a:lnTo>
                      <a:pt x="57" y="150"/>
                    </a:lnTo>
                    <a:lnTo>
                      <a:pt x="149" y="90"/>
                    </a:lnTo>
                    <a:lnTo>
                      <a:pt x="94" y="0"/>
                    </a:lnTo>
                    <a:lnTo>
                      <a:pt x="0" y="5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4004" name="Line 213"/>
              <p:cNvSpPr/>
              <p:nvPr/>
            </p:nvSpPr>
            <p:spPr>
              <a:xfrm flipV="1">
                <a:off x="2529" y="2954"/>
                <a:ext cx="6" cy="11"/>
              </a:xfrm>
              <a:prstGeom prst="line">
                <a:avLst/>
              </a:prstGeom>
              <a:ln w="12700" cap="flat" cmpd="sng">
                <a:solidFill>
                  <a:schemeClr val="tx1"/>
                </a:solidFill>
                <a:prstDash val="solid"/>
                <a:headEnd type="none" w="med" len="med"/>
                <a:tailEnd type="none" w="med" len="med"/>
              </a:ln>
            </p:spPr>
          </p:sp>
          <p:sp>
            <p:nvSpPr>
              <p:cNvPr id="34005" name="Line 214"/>
              <p:cNvSpPr/>
              <p:nvPr/>
            </p:nvSpPr>
            <p:spPr>
              <a:xfrm flipV="1">
                <a:off x="2526" y="2951"/>
                <a:ext cx="7" cy="14"/>
              </a:xfrm>
              <a:prstGeom prst="line">
                <a:avLst/>
              </a:prstGeom>
              <a:ln w="12700" cap="flat" cmpd="sng">
                <a:solidFill>
                  <a:schemeClr val="tx1"/>
                </a:solidFill>
                <a:prstDash val="solid"/>
                <a:headEnd type="none" w="med" len="med"/>
                <a:tailEnd type="none" w="med" len="med"/>
              </a:ln>
            </p:spPr>
          </p:sp>
          <p:sp>
            <p:nvSpPr>
              <p:cNvPr id="34006" name="Freeform 215"/>
              <p:cNvSpPr/>
              <p:nvPr/>
            </p:nvSpPr>
            <p:spPr>
              <a:xfrm>
                <a:off x="2522" y="2947"/>
                <a:ext cx="30" cy="26"/>
              </a:xfrm>
              <a:custGeom>
                <a:avLst/>
                <a:gdLst/>
                <a:ahLst/>
                <a:cxnLst>
                  <a:cxn ang="0">
                    <a:pos x="23" y="19"/>
                  </a:cxn>
                  <a:cxn ang="0">
                    <a:pos x="29" y="15"/>
                  </a:cxn>
                  <a:cxn ang="0">
                    <a:pos x="27" y="13"/>
                  </a:cxn>
                  <a:cxn ang="0">
                    <a:pos x="21" y="2"/>
                  </a:cxn>
                  <a:cxn ang="0">
                    <a:pos x="20" y="0"/>
                  </a:cxn>
                  <a:cxn ang="0">
                    <a:pos x="14" y="4"/>
                  </a:cxn>
                  <a:cxn ang="0">
                    <a:pos x="10" y="10"/>
                  </a:cxn>
                  <a:cxn ang="0">
                    <a:pos x="4" y="15"/>
                  </a:cxn>
                  <a:cxn ang="0">
                    <a:pos x="0" y="21"/>
                  </a:cxn>
                  <a:cxn ang="0">
                    <a:pos x="1" y="23"/>
                  </a:cxn>
                  <a:cxn ang="0">
                    <a:pos x="7" y="20"/>
                  </a:cxn>
                  <a:cxn ang="0">
                    <a:pos x="10" y="25"/>
                  </a:cxn>
                  <a:cxn ang="0">
                    <a:pos x="17" y="23"/>
                  </a:cxn>
                  <a:cxn ang="0">
                    <a:pos x="23" y="19"/>
                  </a:cxn>
                </a:cxnLst>
                <a:rect l="0" t="0" r="0" b="0"/>
                <a:pathLst>
                  <a:path w="30" h="26">
                    <a:moveTo>
                      <a:pt x="23" y="19"/>
                    </a:moveTo>
                    <a:lnTo>
                      <a:pt x="29" y="15"/>
                    </a:lnTo>
                    <a:lnTo>
                      <a:pt x="27" y="13"/>
                    </a:lnTo>
                    <a:lnTo>
                      <a:pt x="21" y="2"/>
                    </a:lnTo>
                    <a:lnTo>
                      <a:pt x="20" y="0"/>
                    </a:lnTo>
                    <a:lnTo>
                      <a:pt x="14" y="4"/>
                    </a:lnTo>
                    <a:lnTo>
                      <a:pt x="10" y="10"/>
                    </a:lnTo>
                    <a:lnTo>
                      <a:pt x="4" y="15"/>
                    </a:lnTo>
                    <a:lnTo>
                      <a:pt x="0" y="21"/>
                    </a:lnTo>
                    <a:lnTo>
                      <a:pt x="1" y="23"/>
                    </a:lnTo>
                    <a:lnTo>
                      <a:pt x="7" y="20"/>
                    </a:lnTo>
                    <a:lnTo>
                      <a:pt x="10" y="25"/>
                    </a:lnTo>
                    <a:lnTo>
                      <a:pt x="17" y="23"/>
                    </a:lnTo>
                    <a:lnTo>
                      <a:pt x="23"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07" name="Freeform 216"/>
              <p:cNvSpPr/>
              <p:nvPr/>
            </p:nvSpPr>
            <p:spPr>
              <a:xfrm>
                <a:off x="2523" y="2953"/>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08" name="Freeform 217"/>
              <p:cNvSpPr/>
              <p:nvPr/>
            </p:nvSpPr>
            <p:spPr>
              <a:xfrm>
                <a:off x="2540" y="2947"/>
                <a:ext cx="25" cy="20"/>
              </a:xfrm>
              <a:custGeom>
                <a:avLst/>
                <a:gdLst/>
                <a:ahLst/>
                <a:cxnLst>
                  <a:cxn ang="0">
                    <a:pos x="0" y="16"/>
                  </a:cxn>
                  <a:cxn ang="0">
                    <a:pos x="2" y="19"/>
                  </a:cxn>
                  <a:cxn ang="0">
                    <a:pos x="5" y="16"/>
                  </a:cxn>
                  <a:cxn ang="0">
                    <a:pos x="6" y="19"/>
                  </a:cxn>
                  <a:cxn ang="0">
                    <a:pos x="10" y="19"/>
                  </a:cxn>
                  <a:cxn ang="0">
                    <a:pos x="14" y="19"/>
                  </a:cxn>
                  <a:cxn ang="0">
                    <a:pos x="17" y="16"/>
                  </a:cxn>
                  <a:cxn ang="0">
                    <a:pos x="19" y="11"/>
                  </a:cxn>
                  <a:cxn ang="0">
                    <a:pos x="21" y="8"/>
                  </a:cxn>
                  <a:cxn ang="0">
                    <a:pos x="20" y="5"/>
                  </a:cxn>
                  <a:cxn ang="0">
                    <a:pos x="24" y="3"/>
                  </a:cxn>
                  <a:cxn ang="0">
                    <a:pos x="22" y="1"/>
                  </a:cxn>
                  <a:cxn ang="0">
                    <a:pos x="18" y="1"/>
                  </a:cxn>
                  <a:cxn ang="0">
                    <a:pos x="13" y="1"/>
                  </a:cxn>
                  <a:cxn ang="0">
                    <a:pos x="9" y="0"/>
                  </a:cxn>
                  <a:cxn ang="0">
                    <a:pos x="6" y="2"/>
                  </a:cxn>
                  <a:cxn ang="0">
                    <a:pos x="4" y="7"/>
                  </a:cxn>
                  <a:cxn ang="0">
                    <a:pos x="2" y="11"/>
                  </a:cxn>
                  <a:cxn ang="0">
                    <a:pos x="0" y="16"/>
                  </a:cxn>
                </a:cxnLst>
                <a:rect l="0" t="0" r="0" b="0"/>
                <a:pathLst>
                  <a:path w="25" h="20">
                    <a:moveTo>
                      <a:pt x="0" y="16"/>
                    </a:moveTo>
                    <a:lnTo>
                      <a:pt x="2" y="19"/>
                    </a:lnTo>
                    <a:lnTo>
                      <a:pt x="5" y="16"/>
                    </a:lnTo>
                    <a:lnTo>
                      <a:pt x="6" y="19"/>
                    </a:lnTo>
                    <a:lnTo>
                      <a:pt x="10" y="19"/>
                    </a:lnTo>
                    <a:lnTo>
                      <a:pt x="14" y="19"/>
                    </a:lnTo>
                    <a:lnTo>
                      <a:pt x="17" y="16"/>
                    </a:lnTo>
                    <a:lnTo>
                      <a:pt x="19" y="11"/>
                    </a:lnTo>
                    <a:lnTo>
                      <a:pt x="21" y="8"/>
                    </a:lnTo>
                    <a:lnTo>
                      <a:pt x="20" y="5"/>
                    </a:lnTo>
                    <a:lnTo>
                      <a:pt x="24" y="3"/>
                    </a:lnTo>
                    <a:lnTo>
                      <a:pt x="22" y="1"/>
                    </a:lnTo>
                    <a:lnTo>
                      <a:pt x="18" y="1"/>
                    </a:lnTo>
                    <a:lnTo>
                      <a:pt x="13" y="1"/>
                    </a:lnTo>
                    <a:lnTo>
                      <a:pt x="9" y="0"/>
                    </a:lnTo>
                    <a:lnTo>
                      <a:pt x="6" y="2"/>
                    </a:lnTo>
                    <a:lnTo>
                      <a:pt x="4" y="7"/>
                    </a:lnTo>
                    <a:lnTo>
                      <a:pt x="2"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09" name="Line 218"/>
              <p:cNvSpPr/>
              <p:nvPr/>
            </p:nvSpPr>
            <p:spPr>
              <a:xfrm flipV="1">
                <a:off x="2514" y="2951"/>
                <a:ext cx="2" cy="10"/>
              </a:xfrm>
              <a:prstGeom prst="line">
                <a:avLst/>
              </a:prstGeom>
              <a:ln w="12700" cap="flat" cmpd="sng">
                <a:solidFill>
                  <a:schemeClr val="tx1"/>
                </a:solidFill>
                <a:prstDash val="solid"/>
                <a:headEnd type="none" w="med" len="med"/>
                <a:tailEnd type="none" w="med" len="med"/>
              </a:ln>
            </p:spPr>
          </p:sp>
          <p:sp>
            <p:nvSpPr>
              <p:cNvPr id="34010" name="Line 219"/>
              <p:cNvSpPr/>
              <p:nvPr/>
            </p:nvSpPr>
            <p:spPr>
              <a:xfrm flipV="1">
                <a:off x="2508" y="2944"/>
                <a:ext cx="7" cy="13"/>
              </a:xfrm>
              <a:prstGeom prst="line">
                <a:avLst/>
              </a:prstGeom>
              <a:ln w="12700" cap="flat" cmpd="sng">
                <a:solidFill>
                  <a:schemeClr val="tx1"/>
                </a:solidFill>
                <a:prstDash val="solid"/>
                <a:headEnd type="none" w="med" len="med"/>
                <a:tailEnd type="none" w="med" len="med"/>
              </a:ln>
            </p:spPr>
          </p:sp>
          <p:sp>
            <p:nvSpPr>
              <p:cNvPr id="34011" name="Freeform 220"/>
              <p:cNvSpPr/>
              <p:nvPr/>
            </p:nvSpPr>
            <p:spPr>
              <a:xfrm>
                <a:off x="2510" y="2944"/>
                <a:ext cx="31" cy="22"/>
              </a:xfrm>
              <a:custGeom>
                <a:avLst/>
                <a:gdLst/>
                <a:ahLst/>
                <a:cxnLst>
                  <a:cxn ang="0">
                    <a:pos x="24" y="18"/>
                  </a:cxn>
                  <a:cxn ang="0">
                    <a:pos x="30" y="14"/>
                  </a:cxn>
                  <a:cxn ang="0">
                    <a:pos x="28" y="12"/>
                  </a:cxn>
                  <a:cxn ang="0">
                    <a:pos x="22" y="2"/>
                  </a:cxn>
                  <a:cxn ang="0">
                    <a:pos x="21" y="0"/>
                  </a:cxn>
                  <a:cxn ang="0">
                    <a:pos x="14" y="3"/>
                  </a:cxn>
                  <a:cxn ang="0">
                    <a:pos x="8" y="6"/>
                  </a:cxn>
                  <a:cxn ang="0">
                    <a:pos x="4" y="12"/>
                  </a:cxn>
                  <a:cxn ang="0">
                    <a:pos x="5" y="14"/>
                  </a:cxn>
                  <a:cxn ang="0">
                    <a:pos x="0" y="17"/>
                  </a:cxn>
                  <a:cxn ang="0">
                    <a:pos x="1" y="19"/>
                  </a:cxn>
                  <a:cxn ang="0">
                    <a:pos x="7" y="18"/>
                  </a:cxn>
                  <a:cxn ang="0">
                    <a:pos x="10" y="21"/>
                  </a:cxn>
                  <a:cxn ang="0">
                    <a:pos x="16" y="19"/>
                  </a:cxn>
                  <a:cxn ang="0">
                    <a:pos x="24" y="18"/>
                  </a:cxn>
                </a:cxnLst>
                <a:rect l="0" t="0" r="0" b="0"/>
                <a:pathLst>
                  <a:path w="31" h="22">
                    <a:moveTo>
                      <a:pt x="24" y="18"/>
                    </a:moveTo>
                    <a:lnTo>
                      <a:pt x="30" y="14"/>
                    </a:lnTo>
                    <a:lnTo>
                      <a:pt x="28" y="12"/>
                    </a:lnTo>
                    <a:lnTo>
                      <a:pt x="22" y="2"/>
                    </a:lnTo>
                    <a:lnTo>
                      <a:pt x="21" y="0"/>
                    </a:lnTo>
                    <a:lnTo>
                      <a:pt x="14" y="3"/>
                    </a:lnTo>
                    <a:lnTo>
                      <a:pt x="8" y="6"/>
                    </a:lnTo>
                    <a:lnTo>
                      <a:pt x="4" y="12"/>
                    </a:lnTo>
                    <a:lnTo>
                      <a:pt x="5" y="14"/>
                    </a:lnTo>
                    <a:lnTo>
                      <a:pt x="0" y="17"/>
                    </a:lnTo>
                    <a:lnTo>
                      <a:pt x="1" y="19"/>
                    </a:lnTo>
                    <a:lnTo>
                      <a:pt x="7" y="18"/>
                    </a:lnTo>
                    <a:lnTo>
                      <a:pt x="10" y="21"/>
                    </a:lnTo>
                    <a:lnTo>
                      <a:pt x="16" y="19"/>
                    </a:lnTo>
                    <a:lnTo>
                      <a:pt x="24"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12" name="Freeform 221"/>
              <p:cNvSpPr/>
              <p:nvPr/>
            </p:nvSpPr>
            <p:spPr>
              <a:xfrm>
                <a:off x="2509" y="2948"/>
                <a:ext cx="30" cy="21"/>
              </a:xfrm>
              <a:custGeom>
                <a:avLst/>
                <a:gdLst/>
                <a:ahLst/>
                <a:cxnLst>
                  <a:cxn ang="0">
                    <a:pos x="0" y="6"/>
                  </a:cxn>
                  <a:cxn ang="0">
                    <a:pos x="25" y="0"/>
                  </a:cxn>
                  <a:cxn ang="0">
                    <a:pos x="29" y="11"/>
                  </a:cxn>
                  <a:cxn ang="0">
                    <a:pos x="2" y="20"/>
                  </a:cxn>
                  <a:cxn ang="0">
                    <a:pos x="0" y="6"/>
                  </a:cxn>
                </a:cxnLst>
                <a:rect l="0" t="0" r="0" b="0"/>
                <a:pathLst>
                  <a:path w="30" h="21">
                    <a:moveTo>
                      <a:pt x="0" y="6"/>
                    </a:moveTo>
                    <a:lnTo>
                      <a:pt x="25" y="0"/>
                    </a:lnTo>
                    <a:lnTo>
                      <a:pt x="29" y="11"/>
                    </a:lnTo>
                    <a:lnTo>
                      <a:pt x="2" y="20"/>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13" name="Freeform 222"/>
              <p:cNvSpPr/>
              <p:nvPr/>
            </p:nvSpPr>
            <p:spPr>
              <a:xfrm>
                <a:off x="2524" y="2939"/>
                <a:ext cx="27" cy="23"/>
              </a:xfrm>
              <a:custGeom>
                <a:avLst/>
                <a:gdLst/>
                <a:ahLst/>
                <a:cxnLst>
                  <a:cxn ang="0">
                    <a:pos x="0" y="15"/>
                  </a:cxn>
                  <a:cxn ang="0">
                    <a:pos x="2" y="18"/>
                  </a:cxn>
                  <a:cxn ang="0">
                    <a:pos x="5" y="16"/>
                  </a:cxn>
                  <a:cxn ang="0">
                    <a:pos x="8" y="22"/>
                  </a:cxn>
                  <a:cxn ang="0">
                    <a:pos x="14" y="22"/>
                  </a:cxn>
                  <a:cxn ang="0">
                    <a:pos x="17" y="19"/>
                  </a:cxn>
                  <a:cxn ang="0">
                    <a:pos x="21" y="18"/>
                  </a:cxn>
                  <a:cxn ang="0">
                    <a:pos x="24" y="16"/>
                  </a:cxn>
                  <a:cxn ang="0">
                    <a:pos x="26" y="12"/>
                  </a:cxn>
                  <a:cxn ang="0">
                    <a:pos x="22" y="7"/>
                  </a:cxn>
                  <a:cxn ang="0">
                    <a:pos x="26" y="5"/>
                  </a:cxn>
                  <a:cxn ang="0">
                    <a:pos x="24" y="3"/>
                  </a:cxn>
                  <a:cxn ang="0">
                    <a:pos x="20" y="3"/>
                  </a:cxn>
                  <a:cxn ang="0">
                    <a:pos x="17" y="0"/>
                  </a:cxn>
                  <a:cxn ang="0">
                    <a:pos x="14" y="2"/>
                  </a:cxn>
                  <a:cxn ang="0">
                    <a:pos x="10" y="4"/>
                  </a:cxn>
                  <a:cxn ang="0">
                    <a:pos x="4" y="7"/>
                  </a:cxn>
                  <a:cxn ang="0">
                    <a:pos x="1" y="9"/>
                  </a:cxn>
                  <a:cxn ang="0">
                    <a:pos x="2" y="11"/>
                  </a:cxn>
                  <a:cxn ang="0">
                    <a:pos x="0" y="15"/>
                  </a:cxn>
                </a:cxnLst>
                <a:rect l="0" t="0" r="0" b="0"/>
                <a:pathLst>
                  <a:path w="27" h="23">
                    <a:moveTo>
                      <a:pt x="0" y="15"/>
                    </a:moveTo>
                    <a:lnTo>
                      <a:pt x="2" y="18"/>
                    </a:lnTo>
                    <a:lnTo>
                      <a:pt x="5" y="16"/>
                    </a:lnTo>
                    <a:lnTo>
                      <a:pt x="8" y="22"/>
                    </a:lnTo>
                    <a:lnTo>
                      <a:pt x="14" y="22"/>
                    </a:lnTo>
                    <a:lnTo>
                      <a:pt x="17" y="19"/>
                    </a:lnTo>
                    <a:lnTo>
                      <a:pt x="21" y="18"/>
                    </a:lnTo>
                    <a:lnTo>
                      <a:pt x="24" y="16"/>
                    </a:lnTo>
                    <a:lnTo>
                      <a:pt x="26" y="12"/>
                    </a:lnTo>
                    <a:lnTo>
                      <a:pt x="22" y="7"/>
                    </a:lnTo>
                    <a:lnTo>
                      <a:pt x="26" y="5"/>
                    </a:lnTo>
                    <a:lnTo>
                      <a:pt x="24" y="3"/>
                    </a:lnTo>
                    <a:lnTo>
                      <a:pt x="20" y="3"/>
                    </a:lnTo>
                    <a:lnTo>
                      <a:pt x="17" y="0"/>
                    </a:lnTo>
                    <a:lnTo>
                      <a:pt x="14" y="2"/>
                    </a:lnTo>
                    <a:lnTo>
                      <a:pt x="10" y="4"/>
                    </a:lnTo>
                    <a:lnTo>
                      <a:pt x="4" y="7"/>
                    </a:lnTo>
                    <a:lnTo>
                      <a:pt x="1" y="9"/>
                    </a:lnTo>
                    <a:lnTo>
                      <a:pt x="2" y="11"/>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14" name="Line 223"/>
              <p:cNvSpPr/>
              <p:nvPr/>
            </p:nvSpPr>
            <p:spPr>
              <a:xfrm flipV="1">
                <a:off x="2513" y="2933"/>
                <a:ext cx="3" cy="14"/>
              </a:xfrm>
              <a:prstGeom prst="line">
                <a:avLst/>
              </a:prstGeom>
              <a:ln w="12700" cap="flat" cmpd="sng">
                <a:solidFill>
                  <a:schemeClr val="tx1"/>
                </a:solidFill>
                <a:prstDash val="solid"/>
                <a:headEnd type="none" w="med" len="med"/>
                <a:tailEnd type="none" w="med" len="med"/>
              </a:ln>
            </p:spPr>
          </p:sp>
          <p:sp>
            <p:nvSpPr>
              <p:cNvPr id="34015" name="Line 224"/>
              <p:cNvSpPr/>
              <p:nvPr/>
            </p:nvSpPr>
            <p:spPr>
              <a:xfrm flipV="1">
                <a:off x="2514" y="2931"/>
                <a:ext cx="5" cy="12"/>
              </a:xfrm>
              <a:prstGeom prst="line">
                <a:avLst/>
              </a:prstGeom>
              <a:ln w="12700" cap="flat" cmpd="sng">
                <a:solidFill>
                  <a:schemeClr val="tx1"/>
                </a:solidFill>
                <a:prstDash val="solid"/>
                <a:headEnd type="none" w="med" len="med"/>
                <a:tailEnd type="none" w="med" len="med"/>
              </a:ln>
            </p:spPr>
          </p:sp>
          <p:sp>
            <p:nvSpPr>
              <p:cNvPr id="34016" name="Freeform 225"/>
              <p:cNvSpPr/>
              <p:nvPr/>
            </p:nvSpPr>
            <p:spPr>
              <a:xfrm>
                <a:off x="2509" y="2929"/>
                <a:ext cx="30" cy="23"/>
              </a:xfrm>
              <a:custGeom>
                <a:avLst/>
                <a:gdLst/>
                <a:ahLst/>
                <a:cxnLst>
                  <a:cxn ang="0">
                    <a:pos x="24" y="16"/>
                  </a:cxn>
                  <a:cxn ang="0">
                    <a:pos x="23" y="14"/>
                  </a:cxn>
                  <a:cxn ang="0">
                    <a:pos x="29" y="9"/>
                  </a:cxn>
                  <a:cxn ang="0">
                    <a:pos x="22" y="0"/>
                  </a:cxn>
                  <a:cxn ang="0">
                    <a:pos x="16" y="3"/>
                  </a:cxn>
                  <a:cxn ang="0">
                    <a:pos x="15" y="1"/>
                  </a:cxn>
                  <a:cxn ang="0">
                    <a:pos x="10" y="4"/>
                  </a:cxn>
                  <a:cxn ang="0">
                    <a:pos x="11" y="6"/>
                  </a:cxn>
                  <a:cxn ang="0">
                    <a:pos x="4" y="9"/>
                  </a:cxn>
                  <a:cxn ang="0">
                    <a:pos x="0" y="16"/>
                  </a:cxn>
                  <a:cxn ang="0">
                    <a:pos x="1" y="17"/>
                  </a:cxn>
                  <a:cxn ang="0">
                    <a:pos x="3" y="19"/>
                  </a:cxn>
                  <a:cxn ang="0">
                    <a:pos x="4" y="22"/>
                  </a:cxn>
                  <a:cxn ang="0">
                    <a:pos x="11" y="20"/>
                  </a:cxn>
                  <a:cxn ang="0">
                    <a:pos x="17" y="17"/>
                  </a:cxn>
                  <a:cxn ang="0">
                    <a:pos x="18" y="19"/>
                  </a:cxn>
                  <a:cxn ang="0">
                    <a:pos x="24" y="16"/>
                  </a:cxn>
                </a:cxnLst>
                <a:rect l="0" t="0" r="0" b="0"/>
                <a:pathLst>
                  <a:path w="30" h="23">
                    <a:moveTo>
                      <a:pt x="24" y="16"/>
                    </a:moveTo>
                    <a:lnTo>
                      <a:pt x="23" y="14"/>
                    </a:lnTo>
                    <a:lnTo>
                      <a:pt x="29" y="9"/>
                    </a:lnTo>
                    <a:lnTo>
                      <a:pt x="22" y="0"/>
                    </a:lnTo>
                    <a:lnTo>
                      <a:pt x="16" y="3"/>
                    </a:lnTo>
                    <a:lnTo>
                      <a:pt x="15" y="1"/>
                    </a:lnTo>
                    <a:lnTo>
                      <a:pt x="10" y="4"/>
                    </a:lnTo>
                    <a:lnTo>
                      <a:pt x="11" y="6"/>
                    </a:lnTo>
                    <a:lnTo>
                      <a:pt x="4" y="9"/>
                    </a:lnTo>
                    <a:lnTo>
                      <a:pt x="0" y="16"/>
                    </a:lnTo>
                    <a:lnTo>
                      <a:pt x="1" y="17"/>
                    </a:lnTo>
                    <a:lnTo>
                      <a:pt x="3" y="19"/>
                    </a:lnTo>
                    <a:lnTo>
                      <a:pt x="4" y="22"/>
                    </a:lnTo>
                    <a:lnTo>
                      <a:pt x="11" y="20"/>
                    </a:lnTo>
                    <a:lnTo>
                      <a:pt x="17" y="17"/>
                    </a:lnTo>
                    <a:lnTo>
                      <a:pt x="18" y="19"/>
                    </a:lnTo>
                    <a:lnTo>
                      <a:pt x="24"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17" name="Freeform 226"/>
              <p:cNvSpPr/>
              <p:nvPr/>
            </p:nvSpPr>
            <p:spPr>
              <a:xfrm>
                <a:off x="2510" y="2934"/>
                <a:ext cx="31" cy="20"/>
              </a:xfrm>
              <a:custGeom>
                <a:avLst/>
                <a:gdLst/>
                <a:ahLst/>
                <a:cxnLst>
                  <a:cxn ang="0">
                    <a:pos x="0" y="7"/>
                  </a:cxn>
                  <a:cxn ang="0">
                    <a:pos x="26" y="0"/>
                  </a:cxn>
                  <a:cxn ang="0">
                    <a:pos x="30" y="11"/>
                  </a:cxn>
                  <a:cxn ang="0">
                    <a:pos x="2" y="19"/>
                  </a:cxn>
                  <a:cxn ang="0">
                    <a:pos x="0" y="7"/>
                  </a:cxn>
                </a:cxnLst>
                <a:rect l="0" t="0" r="0" b="0"/>
                <a:pathLst>
                  <a:path w="31" h="20">
                    <a:moveTo>
                      <a:pt x="0" y="7"/>
                    </a:moveTo>
                    <a:lnTo>
                      <a:pt x="26" y="0"/>
                    </a:lnTo>
                    <a:lnTo>
                      <a:pt x="30" y="11"/>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18" name="Freeform 227"/>
              <p:cNvSpPr/>
              <p:nvPr/>
            </p:nvSpPr>
            <p:spPr>
              <a:xfrm>
                <a:off x="2522" y="2926"/>
                <a:ext cx="28" cy="22"/>
              </a:xfrm>
              <a:custGeom>
                <a:avLst/>
                <a:gdLst/>
                <a:ahLst/>
                <a:cxnLst>
                  <a:cxn ang="0">
                    <a:pos x="1" y="16"/>
                  </a:cxn>
                  <a:cxn ang="0">
                    <a:pos x="3" y="18"/>
                  </a:cxn>
                  <a:cxn ang="0">
                    <a:pos x="4" y="21"/>
                  </a:cxn>
                  <a:cxn ang="0">
                    <a:pos x="14" y="21"/>
                  </a:cxn>
                  <a:cxn ang="0">
                    <a:pos x="19" y="17"/>
                  </a:cxn>
                  <a:cxn ang="0">
                    <a:pos x="18" y="15"/>
                  </a:cxn>
                  <a:cxn ang="0">
                    <a:pos x="21" y="13"/>
                  </a:cxn>
                  <a:cxn ang="0">
                    <a:pos x="24" y="8"/>
                  </a:cxn>
                  <a:cxn ang="0">
                    <a:pos x="22" y="6"/>
                  </a:cxn>
                  <a:cxn ang="0">
                    <a:pos x="27" y="4"/>
                  </a:cxn>
                  <a:cxn ang="0">
                    <a:pos x="24" y="0"/>
                  </a:cxn>
                  <a:cxn ang="0">
                    <a:pos x="20" y="2"/>
                  </a:cxn>
                  <a:cxn ang="0">
                    <a:pos x="19" y="0"/>
                  </a:cxn>
                  <a:cxn ang="0">
                    <a:pos x="13" y="1"/>
                  </a:cxn>
                  <a:cxn ang="0">
                    <a:pos x="10" y="3"/>
                  </a:cxn>
                  <a:cxn ang="0">
                    <a:pos x="5" y="5"/>
                  </a:cxn>
                  <a:cxn ang="0">
                    <a:pos x="0" y="14"/>
                  </a:cxn>
                  <a:cxn ang="0">
                    <a:pos x="1" y="16"/>
                  </a:cxn>
                </a:cxnLst>
                <a:rect l="0" t="0" r="0" b="0"/>
                <a:pathLst>
                  <a:path w="28" h="22">
                    <a:moveTo>
                      <a:pt x="1" y="16"/>
                    </a:moveTo>
                    <a:lnTo>
                      <a:pt x="3" y="18"/>
                    </a:lnTo>
                    <a:lnTo>
                      <a:pt x="4" y="21"/>
                    </a:lnTo>
                    <a:lnTo>
                      <a:pt x="14" y="21"/>
                    </a:lnTo>
                    <a:lnTo>
                      <a:pt x="19" y="17"/>
                    </a:lnTo>
                    <a:lnTo>
                      <a:pt x="18" y="15"/>
                    </a:lnTo>
                    <a:lnTo>
                      <a:pt x="21" y="13"/>
                    </a:lnTo>
                    <a:lnTo>
                      <a:pt x="24" y="8"/>
                    </a:lnTo>
                    <a:lnTo>
                      <a:pt x="22" y="6"/>
                    </a:lnTo>
                    <a:lnTo>
                      <a:pt x="27" y="4"/>
                    </a:lnTo>
                    <a:lnTo>
                      <a:pt x="24" y="0"/>
                    </a:lnTo>
                    <a:lnTo>
                      <a:pt x="20" y="2"/>
                    </a:lnTo>
                    <a:lnTo>
                      <a:pt x="19" y="0"/>
                    </a:lnTo>
                    <a:lnTo>
                      <a:pt x="13" y="1"/>
                    </a:lnTo>
                    <a:lnTo>
                      <a:pt x="10" y="3"/>
                    </a:lnTo>
                    <a:lnTo>
                      <a:pt x="5" y="5"/>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19" name="Line 228"/>
              <p:cNvSpPr/>
              <p:nvPr/>
            </p:nvSpPr>
            <p:spPr>
              <a:xfrm flipV="1">
                <a:off x="2535" y="2912"/>
                <a:ext cx="6" cy="13"/>
              </a:xfrm>
              <a:prstGeom prst="line">
                <a:avLst/>
              </a:prstGeom>
              <a:ln w="12700" cap="flat" cmpd="sng">
                <a:solidFill>
                  <a:schemeClr val="tx1"/>
                </a:solidFill>
                <a:prstDash val="solid"/>
                <a:headEnd type="none" w="med" len="med"/>
                <a:tailEnd type="none" w="med" len="med"/>
              </a:ln>
            </p:spPr>
          </p:sp>
          <p:sp>
            <p:nvSpPr>
              <p:cNvPr id="34020" name="Line 229"/>
              <p:cNvSpPr/>
              <p:nvPr/>
            </p:nvSpPr>
            <p:spPr>
              <a:xfrm flipV="1">
                <a:off x="2536" y="2912"/>
                <a:ext cx="3" cy="11"/>
              </a:xfrm>
              <a:prstGeom prst="line">
                <a:avLst/>
              </a:prstGeom>
              <a:ln w="12700" cap="flat" cmpd="sng">
                <a:solidFill>
                  <a:schemeClr val="tx1"/>
                </a:solidFill>
                <a:prstDash val="solid"/>
                <a:headEnd type="none" w="med" len="med"/>
                <a:tailEnd type="none" w="med" len="med"/>
              </a:ln>
            </p:spPr>
          </p:sp>
          <p:sp>
            <p:nvSpPr>
              <p:cNvPr id="34021" name="Freeform 230"/>
              <p:cNvSpPr/>
              <p:nvPr/>
            </p:nvSpPr>
            <p:spPr>
              <a:xfrm>
                <a:off x="2532" y="2909"/>
                <a:ext cx="30" cy="24"/>
              </a:xfrm>
              <a:custGeom>
                <a:avLst/>
                <a:gdLst/>
                <a:ahLst/>
                <a:cxnLst>
                  <a:cxn ang="0">
                    <a:pos x="22" y="18"/>
                  </a:cxn>
                  <a:cxn ang="0">
                    <a:pos x="29" y="15"/>
                  </a:cxn>
                  <a:cxn ang="0">
                    <a:pos x="27" y="13"/>
                  </a:cxn>
                  <a:cxn ang="0">
                    <a:pos x="21" y="2"/>
                  </a:cxn>
                  <a:cxn ang="0">
                    <a:pos x="20" y="0"/>
                  </a:cxn>
                  <a:cxn ang="0">
                    <a:pos x="13" y="3"/>
                  </a:cxn>
                  <a:cxn ang="0">
                    <a:pos x="8" y="8"/>
                  </a:cxn>
                  <a:cxn ang="0">
                    <a:pos x="4" y="14"/>
                  </a:cxn>
                  <a:cxn ang="0">
                    <a:pos x="0" y="20"/>
                  </a:cxn>
                  <a:cxn ang="0">
                    <a:pos x="1" y="23"/>
                  </a:cxn>
                  <a:cxn ang="0">
                    <a:pos x="7" y="20"/>
                  </a:cxn>
                  <a:cxn ang="0">
                    <a:pos x="15" y="19"/>
                  </a:cxn>
                  <a:cxn ang="0">
                    <a:pos x="22" y="18"/>
                  </a:cxn>
                </a:cxnLst>
                <a:rect l="0" t="0" r="0" b="0"/>
                <a:pathLst>
                  <a:path w="30" h="24">
                    <a:moveTo>
                      <a:pt x="22" y="18"/>
                    </a:moveTo>
                    <a:lnTo>
                      <a:pt x="29" y="15"/>
                    </a:lnTo>
                    <a:lnTo>
                      <a:pt x="27" y="13"/>
                    </a:lnTo>
                    <a:lnTo>
                      <a:pt x="21" y="2"/>
                    </a:lnTo>
                    <a:lnTo>
                      <a:pt x="20" y="0"/>
                    </a:lnTo>
                    <a:lnTo>
                      <a:pt x="13" y="3"/>
                    </a:lnTo>
                    <a:lnTo>
                      <a:pt x="8" y="8"/>
                    </a:lnTo>
                    <a:lnTo>
                      <a:pt x="4" y="14"/>
                    </a:lnTo>
                    <a:lnTo>
                      <a:pt x="0" y="20"/>
                    </a:lnTo>
                    <a:lnTo>
                      <a:pt x="1" y="23"/>
                    </a:lnTo>
                    <a:lnTo>
                      <a:pt x="7" y="20"/>
                    </a:lnTo>
                    <a:lnTo>
                      <a:pt x="15" y="19"/>
                    </a:lnTo>
                    <a:lnTo>
                      <a:pt x="22"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22" name="Freeform 231"/>
              <p:cNvSpPr/>
              <p:nvPr/>
            </p:nvSpPr>
            <p:spPr>
              <a:xfrm>
                <a:off x="2532" y="2915"/>
                <a:ext cx="31" cy="20"/>
              </a:xfrm>
              <a:custGeom>
                <a:avLst/>
                <a:gdLst/>
                <a:ahLst/>
                <a:cxnLst>
                  <a:cxn ang="0">
                    <a:pos x="0" y="7"/>
                  </a:cxn>
                  <a:cxn ang="0">
                    <a:pos x="26" y="0"/>
                  </a:cxn>
                  <a:cxn ang="0">
                    <a:pos x="30" y="10"/>
                  </a:cxn>
                  <a:cxn ang="0">
                    <a:pos x="3" y="19"/>
                  </a:cxn>
                  <a:cxn ang="0">
                    <a:pos x="0" y="7"/>
                  </a:cxn>
                </a:cxnLst>
                <a:rect l="0" t="0" r="0" b="0"/>
                <a:pathLst>
                  <a:path w="31" h="20">
                    <a:moveTo>
                      <a:pt x="0" y="7"/>
                    </a:moveTo>
                    <a:lnTo>
                      <a:pt x="26" y="0"/>
                    </a:lnTo>
                    <a:lnTo>
                      <a:pt x="30"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23" name="Freeform 232"/>
              <p:cNvSpPr/>
              <p:nvPr/>
            </p:nvSpPr>
            <p:spPr>
              <a:xfrm>
                <a:off x="2546" y="2906"/>
                <a:ext cx="26" cy="21"/>
              </a:xfrm>
              <a:custGeom>
                <a:avLst/>
                <a:gdLst/>
                <a:ahLst/>
                <a:cxnLst>
                  <a:cxn ang="0">
                    <a:pos x="1" y="17"/>
                  </a:cxn>
                  <a:cxn ang="0">
                    <a:pos x="5" y="17"/>
                  </a:cxn>
                  <a:cxn ang="0">
                    <a:pos x="6" y="20"/>
                  </a:cxn>
                  <a:cxn ang="0">
                    <a:pos x="12" y="20"/>
                  </a:cxn>
                  <a:cxn ang="0">
                    <a:pos x="17" y="20"/>
                  </a:cxn>
                  <a:cxn ang="0">
                    <a:pos x="20" y="17"/>
                  </a:cxn>
                  <a:cxn ang="0">
                    <a:pos x="18" y="15"/>
                  </a:cxn>
                  <a:cxn ang="0">
                    <a:pos x="21" y="14"/>
                  </a:cxn>
                  <a:cxn ang="0">
                    <a:pos x="23" y="9"/>
                  </a:cxn>
                  <a:cxn ang="0">
                    <a:pos x="22" y="7"/>
                  </a:cxn>
                  <a:cxn ang="0">
                    <a:pos x="25" y="2"/>
                  </a:cxn>
                  <a:cxn ang="0">
                    <a:pos x="23" y="0"/>
                  </a:cxn>
                  <a:cxn ang="0">
                    <a:pos x="20" y="2"/>
                  </a:cxn>
                  <a:cxn ang="0">
                    <a:pos x="18" y="0"/>
                  </a:cxn>
                  <a:cxn ang="0">
                    <a:pos x="13" y="0"/>
                  </a:cxn>
                  <a:cxn ang="0">
                    <a:pos x="10" y="2"/>
                  </a:cxn>
                  <a:cxn ang="0">
                    <a:pos x="6" y="4"/>
                  </a:cxn>
                  <a:cxn ang="0">
                    <a:pos x="4" y="5"/>
                  </a:cxn>
                  <a:cxn ang="0">
                    <a:pos x="2" y="10"/>
                  </a:cxn>
                  <a:cxn ang="0">
                    <a:pos x="3" y="12"/>
                  </a:cxn>
                  <a:cxn ang="0">
                    <a:pos x="0" y="15"/>
                  </a:cxn>
                  <a:cxn ang="0">
                    <a:pos x="1" y="17"/>
                  </a:cxn>
                </a:cxnLst>
                <a:rect l="0" t="0" r="0" b="0"/>
                <a:pathLst>
                  <a:path w="26" h="21">
                    <a:moveTo>
                      <a:pt x="1" y="17"/>
                    </a:moveTo>
                    <a:lnTo>
                      <a:pt x="5" y="17"/>
                    </a:lnTo>
                    <a:lnTo>
                      <a:pt x="6" y="20"/>
                    </a:lnTo>
                    <a:lnTo>
                      <a:pt x="12" y="20"/>
                    </a:lnTo>
                    <a:lnTo>
                      <a:pt x="17" y="20"/>
                    </a:lnTo>
                    <a:lnTo>
                      <a:pt x="20" y="17"/>
                    </a:lnTo>
                    <a:lnTo>
                      <a:pt x="18" y="15"/>
                    </a:lnTo>
                    <a:lnTo>
                      <a:pt x="21" y="14"/>
                    </a:lnTo>
                    <a:lnTo>
                      <a:pt x="23" y="9"/>
                    </a:lnTo>
                    <a:lnTo>
                      <a:pt x="22" y="7"/>
                    </a:lnTo>
                    <a:lnTo>
                      <a:pt x="25" y="2"/>
                    </a:lnTo>
                    <a:lnTo>
                      <a:pt x="23" y="0"/>
                    </a:lnTo>
                    <a:lnTo>
                      <a:pt x="20" y="2"/>
                    </a:lnTo>
                    <a:lnTo>
                      <a:pt x="18" y="0"/>
                    </a:lnTo>
                    <a:lnTo>
                      <a:pt x="13" y="0"/>
                    </a:lnTo>
                    <a:lnTo>
                      <a:pt x="10" y="2"/>
                    </a:lnTo>
                    <a:lnTo>
                      <a:pt x="6" y="4"/>
                    </a:lnTo>
                    <a:lnTo>
                      <a:pt x="4" y="5"/>
                    </a:lnTo>
                    <a:lnTo>
                      <a:pt x="2" y="10"/>
                    </a:lnTo>
                    <a:lnTo>
                      <a:pt x="3" y="12"/>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24" name="Line 233"/>
              <p:cNvSpPr/>
              <p:nvPr/>
            </p:nvSpPr>
            <p:spPr>
              <a:xfrm flipV="1">
                <a:off x="2557" y="2905"/>
                <a:ext cx="5" cy="13"/>
              </a:xfrm>
              <a:prstGeom prst="line">
                <a:avLst/>
              </a:prstGeom>
              <a:ln w="12700" cap="flat" cmpd="sng">
                <a:solidFill>
                  <a:schemeClr val="tx1"/>
                </a:solidFill>
                <a:prstDash val="solid"/>
                <a:headEnd type="none" w="med" len="med"/>
                <a:tailEnd type="none" w="med" len="med"/>
              </a:ln>
            </p:spPr>
          </p:sp>
          <p:sp>
            <p:nvSpPr>
              <p:cNvPr id="34025" name="Line 234"/>
              <p:cNvSpPr/>
              <p:nvPr/>
            </p:nvSpPr>
            <p:spPr>
              <a:xfrm flipV="1">
                <a:off x="2557" y="2903"/>
                <a:ext cx="7" cy="12"/>
              </a:xfrm>
              <a:prstGeom prst="line">
                <a:avLst/>
              </a:prstGeom>
              <a:ln w="12700" cap="flat" cmpd="sng">
                <a:solidFill>
                  <a:schemeClr val="tx1"/>
                </a:solidFill>
                <a:prstDash val="solid"/>
                <a:headEnd type="none" w="med" len="med"/>
                <a:tailEnd type="none" w="med" len="med"/>
              </a:ln>
            </p:spPr>
          </p:sp>
          <p:sp>
            <p:nvSpPr>
              <p:cNvPr id="34026" name="Freeform 235"/>
              <p:cNvSpPr/>
              <p:nvPr/>
            </p:nvSpPr>
            <p:spPr>
              <a:xfrm>
                <a:off x="2558" y="2898"/>
                <a:ext cx="29" cy="26"/>
              </a:xfrm>
              <a:custGeom>
                <a:avLst/>
                <a:gdLst/>
                <a:ahLst/>
                <a:cxnLst>
                  <a:cxn ang="0">
                    <a:pos x="22" y="19"/>
                  </a:cxn>
                  <a:cxn ang="0">
                    <a:pos x="28" y="15"/>
                  </a:cxn>
                  <a:cxn ang="0">
                    <a:pos x="26" y="12"/>
                  </a:cxn>
                  <a:cxn ang="0">
                    <a:pos x="20" y="2"/>
                  </a:cxn>
                  <a:cxn ang="0">
                    <a:pos x="19" y="0"/>
                  </a:cxn>
                  <a:cxn ang="0">
                    <a:pos x="12" y="3"/>
                  </a:cxn>
                  <a:cxn ang="0">
                    <a:pos x="6" y="6"/>
                  </a:cxn>
                  <a:cxn ang="0">
                    <a:pos x="4" y="15"/>
                  </a:cxn>
                  <a:cxn ang="0">
                    <a:pos x="0" y="22"/>
                  </a:cxn>
                  <a:cxn ang="0">
                    <a:pos x="1" y="25"/>
                  </a:cxn>
                  <a:cxn ang="0">
                    <a:pos x="6" y="21"/>
                  </a:cxn>
                  <a:cxn ang="0">
                    <a:pos x="8" y="23"/>
                  </a:cxn>
                  <a:cxn ang="0">
                    <a:pos x="15" y="22"/>
                  </a:cxn>
                  <a:cxn ang="0">
                    <a:pos x="22" y="19"/>
                  </a:cxn>
                </a:cxnLst>
                <a:rect l="0" t="0" r="0" b="0"/>
                <a:pathLst>
                  <a:path w="29" h="26">
                    <a:moveTo>
                      <a:pt x="22" y="19"/>
                    </a:moveTo>
                    <a:lnTo>
                      <a:pt x="28" y="15"/>
                    </a:lnTo>
                    <a:lnTo>
                      <a:pt x="26" y="12"/>
                    </a:lnTo>
                    <a:lnTo>
                      <a:pt x="20" y="2"/>
                    </a:lnTo>
                    <a:lnTo>
                      <a:pt x="19" y="0"/>
                    </a:lnTo>
                    <a:lnTo>
                      <a:pt x="12" y="3"/>
                    </a:lnTo>
                    <a:lnTo>
                      <a:pt x="6" y="6"/>
                    </a:lnTo>
                    <a:lnTo>
                      <a:pt x="4" y="15"/>
                    </a:lnTo>
                    <a:lnTo>
                      <a:pt x="0" y="22"/>
                    </a:lnTo>
                    <a:lnTo>
                      <a:pt x="1" y="25"/>
                    </a:lnTo>
                    <a:lnTo>
                      <a:pt x="6" y="21"/>
                    </a:lnTo>
                    <a:lnTo>
                      <a:pt x="8" y="23"/>
                    </a:lnTo>
                    <a:lnTo>
                      <a:pt x="15" y="22"/>
                    </a:lnTo>
                    <a:lnTo>
                      <a:pt x="22"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27" name="Freeform 236"/>
              <p:cNvSpPr/>
              <p:nvPr/>
            </p:nvSpPr>
            <p:spPr>
              <a:xfrm>
                <a:off x="2553" y="2905"/>
                <a:ext cx="33" cy="20"/>
              </a:xfrm>
              <a:custGeom>
                <a:avLst/>
                <a:gdLst/>
                <a:ahLst/>
                <a:cxnLst>
                  <a:cxn ang="0">
                    <a:pos x="1" y="8"/>
                  </a:cxn>
                  <a:cxn ang="0">
                    <a:pos x="28" y="0"/>
                  </a:cxn>
                  <a:cxn ang="0">
                    <a:pos x="32" y="10"/>
                  </a:cxn>
                  <a:cxn ang="0">
                    <a:pos x="3" y="19"/>
                  </a:cxn>
                  <a:cxn ang="0">
                    <a:pos x="0" y="7"/>
                  </a:cxn>
                  <a:cxn ang="0">
                    <a:pos x="1" y="8"/>
                  </a:cxn>
                </a:cxnLst>
                <a:rect l="0" t="0" r="0" b="0"/>
                <a:pathLst>
                  <a:path w="33" h="20">
                    <a:moveTo>
                      <a:pt x="1" y="8"/>
                    </a:moveTo>
                    <a:lnTo>
                      <a:pt x="28" y="0"/>
                    </a:lnTo>
                    <a:lnTo>
                      <a:pt x="32" y="10"/>
                    </a:lnTo>
                    <a:lnTo>
                      <a:pt x="3" y="19"/>
                    </a:lnTo>
                    <a:lnTo>
                      <a:pt x="0" y="7"/>
                    </a:lnTo>
                    <a:lnTo>
                      <a:pt x="1"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28" name="Freeform 237"/>
              <p:cNvSpPr/>
              <p:nvPr/>
            </p:nvSpPr>
            <p:spPr>
              <a:xfrm>
                <a:off x="2572" y="2900"/>
                <a:ext cx="27" cy="21"/>
              </a:xfrm>
              <a:custGeom>
                <a:avLst/>
                <a:gdLst/>
                <a:ahLst/>
                <a:cxnLst>
                  <a:cxn ang="0">
                    <a:pos x="1" y="17"/>
                  </a:cxn>
                  <a:cxn ang="0">
                    <a:pos x="6" y="17"/>
                  </a:cxn>
                  <a:cxn ang="0">
                    <a:pos x="7" y="20"/>
                  </a:cxn>
                  <a:cxn ang="0">
                    <a:pos x="12" y="20"/>
                  </a:cxn>
                  <a:cxn ang="0">
                    <a:pos x="15" y="17"/>
                  </a:cxn>
                  <a:cxn ang="0">
                    <a:pos x="19" y="15"/>
                  </a:cxn>
                  <a:cxn ang="0">
                    <a:pos x="22" y="12"/>
                  </a:cxn>
                  <a:cxn ang="0">
                    <a:pos x="24" y="9"/>
                  </a:cxn>
                  <a:cxn ang="0">
                    <a:pos x="23" y="7"/>
                  </a:cxn>
                  <a:cxn ang="0">
                    <a:pos x="26" y="2"/>
                  </a:cxn>
                  <a:cxn ang="0">
                    <a:pos x="24" y="0"/>
                  </a:cxn>
                  <a:cxn ang="0">
                    <a:pos x="19" y="0"/>
                  </a:cxn>
                  <a:cxn ang="0">
                    <a:pos x="14" y="0"/>
                  </a:cxn>
                  <a:cxn ang="0">
                    <a:pos x="11" y="2"/>
                  </a:cxn>
                  <a:cxn ang="0">
                    <a:pos x="10" y="0"/>
                  </a:cxn>
                  <a:cxn ang="0">
                    <a:pos x="6" y="1"/>
                  </a:cxn>
                  <a:cxn ang="0">
                    <a:pos x="4" y="5"/>
                  </a:cxn>
                  <a:cxn ang="0">
                    <a:pos x="2" y="10"/>
                  </a:cxn>
                  <a:cxn ang="0">
                    <a:pos x="0" y="15"/>
                  </a:cxn>
                  <a:cxn ang="0">
                    <a:pos x="1" y="17"/>
                  </a:cxn>
                </a:cxnLst>
                <a:rect l="0" t="0" r="0" b="0"/>
                <a:pathLst>
                  <a:path w="27" h="21">
                    <a:moveTo>
                      <a:pt x="1" y="17"/>
                    </a:moveTo>
                    <a:lnTo>
                      <a:pt x="6" y="17"/>
                    </a:lnTo>
                    <a:lnTo>
                      <a:pt x="7" y="20"/>
                    </a:lnTo>
                    <a:lnTo>
                      <a:pt x="12" y="20"/>
                    </a:lnTo>
                    <a:lnTo>
                      <a:pt x="15" y="17"/>
                    </a:lnTo>
                    <a:lnTo>
                      <a:pt x="19" y="15"/>
                    </a:lnTo>
                    <a:lnTo>
                      <a:pt x="22" y="12"/>
                    </a:lnTo>
                    <a:lnTo>
                      <a:pt x="24" y="9"/>
                    </a:lnTo>
                    <a:lnTo>
                      <a:pt x="23" y="7"/>
                    </a:lnTo>
                    <a:lnTo>
                      <a:pt x="26" y="2"/>
                    </a:lnTo>
                    <a:lnTo>
                      <a:pt x="24" y="0"/>
                    </a:lnTo>
                    <a:lnTo>
                      <a:pt x="19" y="0"/>
                    </a:lnTo>
                    <a:lnTo>
                      <a:pt x="14" y="0"/>
                    </a:lnTo>
                    <a:lnTo>
                      <a:pt x="11" y="2"/>
                    </a:lnTo>
                    <a:lnTo>
                      <a:pt x="10" y="0"/>
                    </a:lnTo>
                    <a:lnTo>
                      <a:pt x="6" y="1"/>
                    </a:lnTo>
                    <a:lnTo>
                      <a:pt x="4" y="5"/>
                    </a:lnTo>
                    <a:lnTo>
                      <a:pt x="2" y="10"/>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29" name="Line 238"/>
              <p:cNvSpPr/>
              <p:nvPr/>
            </p:nvSpPr>
            <p:spPr>
              <a:xfrm flipV="1">
                <a:off x="2578" y="2912"/>
                <a:ext cx="3" cy="12"/>
              </a:xfrm>
              <a:prstGeom prst="line">
                <a:avLst/>
              </a:prstGeom>
              <a:ln w="12700" cap="flat" cmpd="sng">
                <a:solidFill>
                  <a:schemeClr val="tx1"/>
                </a:solidFill>
                <a:prstDash val="solid"/>
                <a:headEnd type="none" w="med" len="med"/>
                <a:tailEnd type="none" w="med" len="med"/>
              </a:ln>
            </p:spPr>
          </p:sp>
          <p:sp>
            <p:nvSpPr>
              <p:cNvPr id="34030" name="Line 239"/>
              <p:cNvSpPr/>
              <p:nvPr/>
            </p:nvSpPr>
            <p:spPr>
              <a:xfrm flipV="1">
                <a:off x="2577" y="2908"/>
                <a:ext cx="4" cy="11"/>
              </a:xfrm>
              <a:prstGeom prst="line">
                <a:avLst/>
              </a:prstGeom>
              <a:ln w="12700" cap="flat" cmpd="sng">
                <a:solidFill>
                  <a:schemeClr val="tx1"/>
                </a:solidFill>
                <a:prstDash val="solid"/>
                <a:headEnd type="none" w="med" len="med"/>
                <a:tailEnd type="none" w="med" len="med"/>
              </a:ln>
            </p:spPr>
          </p:sp>
          <p:sp>
            <p:nvSpPr>
              <p:cNvPr id="34031" name="Freeform 240"/>
              <p:cNvSpPr/>
              <p:nvPr/>
            </p:nvSpPr>
            <p:spPr>
              <a:xfrm>
                <a:off x="2574" y="2906"/>
                <a:ext cx="27" cy="23"/>
              </a:xfrm>
              <a:custGeom>
                <a:avLst/>
                <a:gdLst/>
                <a:ahLst/>
                <a:cxnLst>
                  <a:cxn ang="0">
                    <a:pos x="22" y="15"/>
                  </a:cxn>
                  <a:cxn ang="0">
                    <a:pos x="26" y="11"/>
                  </a:cxn>
                  <a:cxn ang="0">
                    <a:pos x="20" y="0"/>
                  </a:cxn>
                  <a:cxn ang="0">
                    <a:pos x="14" y="1"/>
                  </a:cxn>
                  <a:cxn ang="0">
                    <a:pos x="10" y="3"/>
                  </a:cxn>
                  <a:cxn ang="0">
                    <a:pos x="6" y="6"/>
                  </a:cxn>
                  <a:cxn ang="0">
                    <a:pos x="3" y="11"/>
                  </a:cxn>
                  <a:cxn ang="0">
                    <a:pos x="5" y="14"/>
                  </a:cxn>
                  <a:cxn ang="0">
                    <a:pos x="0" y="16"/>
                  </a:cxn>
                  <a:cxn ang="0">
                    <a:pos x="3" y="22"/>
                  </a:cxn>
                  <a:cxn ang="0">
                    <a:pos x="7" y="18"/>
                  </a:cxn>
                  <a:cxn ang="0">
                    <a:pos x="9" y="20"/>
                  </a:cxn>
                  <a:cxn ang="0">
                    <a:pos x="14" y="20"/>
                  </a:cxn>
                  <a:cxn ang="0">
                    <a:pos x="18" y="18"/>
                  </a:cxn>
                  <a:cxn ang="0">
                    <a:pos x="22" y="15"/>
                  </a:cxn>
                </a:cxnLst>
                <a:rect l="0" t="0" r="0" b="0"/>
                <a:pathLst>
                  <a:path w="27" h="23">
                    <a:moveTo>
                      <a:pt x="22" y="15"/>
                    </a:moveTo>
                    <a:lnTo>
                      <a:pt x="26" y="11"/>
                    </a:lnTo>
                    <a:lnTo>
                      <a:pt x="20" y="0"/>
                    </a:lnTo>
                    <a:lnTo>
                      <a:pt x="14" y="1"/>
                    </a:lnTo>
                    <a:lnTo>
                      <a:pt x="10" y="3"/>
                    </a:lnTo>
                    <a:lnTo>
                      <a:pt x="6" y="6"/>
                    </a:lnTo>
                    <a:lnTo>
                      <a:pt x="3" y="11"/>
                    </a:lnTo>
                    <a:lnTo>
                      <a:pt x="5" y="14"/>
                    </a:lnTo>
                    <a:lnTo>
                      <a:pt x="0" y="16"/>
                    </a:lnTo>
                    <a:lnTo>
                      <a:pt x="3" y="22"/>
                    </a:lnTo>
                    <a:lnTo>
                      <a:pt x="7" y="18"/>
                    </a:lnTo>
                    <a:lnTo>
                      <a:pt x="9" y="20"/>
                    </a:lnTo>
                    <a:lnTo>
                      <a:pt x="14" y="20"/>
                    </a:lnTo>
                    <a:lnTo>
                      <a:pt x="18" y="18"/>
                    </a:lnTo>
                    <a:lnTo>
                      <a:pt x="22"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32" name="Freeform 241"/>
              <p:cNvSpPr/>
              <p:nvPr/>
            </p:nvSpPr>
            <p:spPr>
              <a:xfrm>
                <a:off x="2570" y="2911"/>
                <a:ext cx="30" cy="20"/>
              </a:xfrm>
              <a:custGeom>
                <a:avLst/>
                <a:gdLst/>
                <a:ahLst/>
                <a:cxnLst>
                  <a:cxn ang="0">
                    <a:pos x="0" y="7"/>
                  </a:cxn>
                  <a:cxn ang="0">
                    <a:pos x="25" y="0"/>
                  </a:cxn>
                  <a:cxn ang="0">
                    <a:pos x="29" y="11"/>
                  </a:cxn>
                  <a:cxn ang="0">
                    <a:pos x="2" y="19"/>
                  </a:cxn>
                  <a:cxn ang="0">
                    <a:pos x="0" y="6"/>
                  </a:cxn>
                  <a:cxn ang="0">
                    <a:pos x="0" y="7"/>
                  </a:cxn>
                </a:cxnLst>
                <a:rect l="0" t="0" r="0" b="0"/>
                <a:pathLst>
                  <a:path w="30" h="20">
                    <a:moveTo>
                      <a:pt x="0" y="7"/>
                    </a:moveTo>
                    <a:lnTo>
                      <a:pt x="25" y="0"/>
                    </a:lnTo>
                    <a:lnTo>
                      <a:pt x="29" y="11"/>
                    </a:lnTo>
                    <a:lnTo>
                      <a:pt x="2" y="19"/>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33" name="Freeform 242"/>
              <p:cNvSpPr/>
              <p:nvPr/>
            </p:nvSpPr>
            <p:spPr>
              <a:xfrm>
                <a:off x="2589" y="2905"/>
                <a:ext cx="23" cy="20"/>
              </a:xfrm>
              <a:custGeom>
                <a:avLst/>
                <a:gdLst/>
                <a:ahLst/>
                <a:cxnLst>
                  <a:cxn ang="0">
                    <a:pos x="0" y="14"/>
                  </a:cxn>
                  <a:cxn ang="0">
                    <a:pos x="1" y="16"/>
                  </a:cxn>
                  <a:cxn ang="0">
                    <a:pos x="5" y="16"/>
                  </a:cxn>
                  <a:cxn ang="0">
                    <a:pos x="6" y="19"/>
                  </a:cxn>
                  <a:cxn ang="0">
                    <a:pos x="11" y="19"/>
                  </a:cxn>
                  <a:cxn ang="0">
                    <a:pos x="14" y="17"/>
                  </a:cxn>
                  <a:cxn ang="0">
                    <a:pos x="17" y="15"/>
                  </a:cxn>
                  <a:cxn ang="0">
                    <a:pos x="19" y="13"/>
                  </a:cxn>
                  <a:cxn ang="0">
                    <a:pos x="22" y="10"/>
                  </a:cxn>
                  <a:cxn ang="0">
                    <a:pos x="20" y="7"/>
                  </a:cxn>
                  <a:cxn ang="0">
                    <a:pos x="22" y="3"/>
                  </a:cxn>
                  <a:cxn ang="0">
                    <a:pos x="20" y="1"/>
                  </a:cxn>
                  <a:cxn ang="0">
                    <a:pos x="16" y="1"/>
                  </a:cxn>
                  <a:cxn ang="0">
                    <a:pos x="12" y="1"/>
                  </a:cxn>
                  <a:cxn ang="0">
                    <a:pos x="7" y="0"/>
                  </a:cxn>
                  <a:cxn ang="0">
                    <a:pos x="5" y="2"/>
                  </a:cxn>
                  <a:cxn ang="0">
                    <a:pos x="6" y="4"/>
                  </a:cxn>
                  <a:cxn ang="0">
                    <a:pos x="3" y="6"/>
                  </a:cxn>
                  <a:cxn ang="0">
                    <a:pos x="1" y="10"/>
                  </a:cxn>
                  <a:cxn ang="0">
                    <a:pos x="0" y="14"/>
                  </a:cxn>
                </a:cxnLst>
                <a:rect l="0" t="0" r="0" b="0"/>
                <a:pathLst>
                  <a:path w="23" h="20">
                    <a:moveTo>
                      <a:pt x="0" y="14"/>
                    </a:moveTo>
                    <a:lnTo>
                      <a:pt x="1" y="16"/>
                    </a:lnTo>
                    <a:lnTo>
                      <a:pt x="5" y="16"/>
                    </a:lnTo>
                    <a:lnTo>
                      <a:pt x="6" y="19"/>
                    </a:lnTo>
                    <a:lnTo>
                      <a:pt x="11" y="19"/>
                    </a:lnTo>
                    <a:lnTo>
                      <a:pt x="14" y="17"/>
                    </a:lnTo>
                    <a:lnTo>
                      <a:pt x="17" y="15"/>
                    </a:lnTo>
                    <a:lnTo>
                      <a:pt x="19" y="13"/>
                    </a:lnTo>
                    <a:lnTo>
                      <a:pt x="22" y="10"/>
                    </a:lnTo>
                    <a:lnTo>
                      <a:pt x="20" y="7"/>
                    </a:lnTo>
                    <a:lnTo>
                      <a:pt x="22" y="3"/>
                    </a:lnTo>
                    <a:lnTo>
                      <a:pt x="20" y="1"/>
                    </a:lnTo>
                    <a:lnTo>
                      <a:pt x="16" y="1"/>
                    </a:lnTo>
                    <a:lnTo>
                      <a:pt x="12" y="1"/>
                    </a:lnTo>
                    <a:lnTo>
                      <a:pt x="7" y="0"/>
                    </a:lnTo>
                    <a:lnTo>
                      <a:pt x="5" y="2"/>
                    </a:lnTo>
                    <a:lnTo>
                      <a:pt x="6" y="4"/>
                    </a:lnTo>
                    <a:lnTo>
                      <a:pt x="3" y="6"/>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34" name="Line 243"/>
              <p:cNvSpPr/>
              <p:nvPr/>
            </p:nvSpPr>
            <p:spPr>
              <a:xfrm flipV="1">
                <a:off x="2573" y="2926"/>
                <a:ext cx="4" cy="14"/>
              </a:xfrm>
              <a:prstGeom prst="line">
                <a:avLst/>
              </a:prstGeom>
              <a:ln w="12700" cap="flat" cmpd="sng">
                <a:solidFill>
                  <a:schemeClr val="tx1"/>
                </a:solidFill>
                <a:prstDash val="solid"/>
                <a:headEnd type="none" w="med" len="med"/>
                <a:tailEnd type="none" w="med" len="med"/>
              </a:ln>
            </p:spPr>
          </p:sp>
          <p:sp>
            <p:nvSpPr>
              <p:cNvPr id="34035" name="Line 244"/>
              <p:cNvSpPr/>
              <p:nvPr/>
            </p:nvSpPr>
            <p:spPr>
              <a:xfrm flipV="1">
                <a:off x="2574" y="2926"/>
                <a:ext cx="3" cy="10"/>
              </a:xfrm>
              <a:prstGeom prst="line">
                <a:avLst/>
              </a:prstGeom>
              <a:ln w="12700" cap="flat" cmpd="sng">
                <a:solidFill>
                  <a:schemeClr val="tx1"/>
                </a:solidFill>
                <a:prstDash val="solid"/>
                <a:headEnd type="none" w="med" len="med"/>
                <a:tailEnd type="none" w="med" len="med"/>
              </a:ln>
            </p:spPr>
          </p:sp>
          <p:sp>
            <p:nvSpPr>
              <p:cNvPr id="34036" name="Freeform 245"/>
              <p:cNvSpPr/>
              <p:nvPr/>
            </p:nvSpPr>
            <p:spPr>
              <a:xfrm>
                <a:off x="2572" y="2923"/>
                <a:ext cx="29" cy="21"/>
              </a:xfrm>
              <a:custGeom>
                <a:avLst/>
                <a:gdLst/>
                <a:ahLst/>
                <a:cxnLst>
                  <a:cxn ang="0">
                    <a:pos x="20" y="17"/>
                  </a:cxn>
                  <a:cxn ang="0">
                    <a:pos x="24" y="14"/>
                  </a:cxn>
                  <a:cxn ang="0">
                    <a:pos x="23" y="13"/>
                  </a:cxn>
                  <a:cxn ang="0">
                    <a:pos x="28" y="8"/>
                  </a:cxn>
                  <a:cxn ang="0">
                    <a:pos x="22" y="0"/>
                  </a:cxn>
                  <a:cxn ang="0">
                    <a:pos x="16" y="1"/>
                  </a:cxn>
                  <a:cxn ang="0">
                    <a:pos x="11" y="3"/>
                  </a:cxn>
                  <a:cxn ang="0">
                    <a:pos x="6" y="6"/>
                  </a:cxn>
                  <a:cxn ang="0">
                    <a:pos x="3" y="11"/>
                  </a:cxn>
                  <a:cxn ang="0">
                    <a:pos x="4" y="13"/>
                  </a:cxn>
                  <a:cxn ang="0">
                    <a:pos x="0" y="15"/>
                  </a:cxn>
                  <a:cxn ang="0">
                    <a:pos x="1" y="17"/>
                  </a:cxn>
                  <a:cxn ang="0">
                    <a:pos x="7" y="17"/>
                  </a:cxn>
                  <a:cxn ang="0">
                    <a:pos x="8" y="20"/>
                  </a:cxn>
                  <a:cxn ang="0">
                    <a:pos x="14" y="18"/>
                  </a:cxn>
                  <a:cxn ang="0">
                    <a:pos x="20" y="17"/>
                  </a:cxn>
                </a:cxnLst>
                <a:rect l="0" t="0" r="0" b="0"/>
                <a:pathLst>
                  <a:path w="29" h="21">
                    <a:moveTo>
                      <a:pt x="20" y="17"/>
                    </a:moveTo>
                    <a:lnTo>
                      <a:pt x="24" y="14"/>
                    </a:lnTo>
                    <a:lnTo>
                      <a:pt x="23" y="13"/>
                    </a:lnTo>
                    <a:lnTo>
                      <a:pt x="28" y="8"/>
                    </a:lnTo>
                    <a:lnTo>
                      <a:pt x="22" y="0"/>
                    </a:lnTo>
                    <a:lnTo>
                      <a:pt x="16" y="1"/>
                    </a:lnTo>
                    <a:lnTo>
                      <a:pt x="11" y="3"/>
                    </a:lnTo>
                    <a:lnTo>
                      <a:pt x="6" y="6"/>
                    </a:lnTo>
                    <a:lnTo>
                      <a:pt x="3" y="11"/>
                    </a:lnTo>
                    <a:lnTo>
                      <a:pt x="4" y="13"/>
                    </a:lnTo>
                    <a:lnTo>
                      <a:pt x="0" y="15"/>
                    </a:lnTo>
                    <a:lnTo>
                      <a:pt x="1" y="17"/>
                    </a:lnTo>
                    <a:lnTo>
                      <a:pt x="7" y="17"/>
                    </a:lnTo>
                    <a:lnTo>
                      <a:pt x="8" y="20"/>
                    </a:lnTo>
                    <a:lnTo>
                      <a:pt x="14" y="18"/>
                    </a:lnTo>
                    <a:lnTo>
                      <a:pt x="20"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37" name="Freeform 246"/>
              <p:cNvSpPr/>
              <p:nvPr/>
            </p:nvSpPr>
            <p:spPr>
              <a:xfrm>
                <a:off x="2569" y="2927"/>
                <a:ext cx="31" cy="20"/>
              </a:xfrm>
              <a:custGeom>
                <a:avLst/>
                <a:gdLst/>
                <a:ahLst/>
                <a:cxnLst>
                  <a:cxn ang="0">
                    <a:pos x="0" y="7"/>
                  </a:cxn>
                  <a:cxn ang="0">
                    <a:pos x="27" y="0"/>
                  </a:cxn>
                  <a:cxn ang="0">
                    <a:pos x="30" y="12"/>
                  </a:cxn>
                  <a:cxn ang="0">
                    <a:pos x="3" y="19"/>
                  </a:cxn>
                  <a:cxn ang="0">
                    <a:pos x="0" y="7"/>
                  </a:cxn>
                </a:cxnLst>
                <a:rect l="0" t="0" r="0" b="0"/>
                <a:pathLst>
                  <a:path w="31" h="20">
                    <a:moveTo>
                      <a:pt x="0" y="7"/>
                    </a:moveTo>
                    <a:lnTo>
                      <a:pt x="27" y="0"/>
                    </a:lnTo>
                    <a:lnTo>
                      <a:pt x="30" y="12"/>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38" name="Freeform 247"/>
              <p:cNvSpPr/>
              <p:nvPr/>
            </p:nvSpPr>
            <p:spPr>
              <a:xfrm>
                <a:off x="2585" y="2918"/>
                <a:ext cx="26" cy="21"/>
              </a:xfrm>
              <a:custGeom>
                <a:avLst/>
                <a:gdLst/>
                <a:ahLst/>
                <a:cxnLst>
                  <a:cxn ang="0">
                    <a:pos x="1" y="18"/>
                  </a:cxn>
                  <a:cxn ang="0">
                    <a:pos x="6" y="18"/>
                  </a:cxn>
                  <a:cxn ang="0">
                    <a:pos x="10" y="20"/>
                  </a:cxn>
                  <a:cxn ang="0">
                    <a:pos x="16" y="20"/>
                  </a:cxn>
                  <a:cxn ang="0">
                    <a:pos x="19" y="17"/>
                  </a:cxn>
                  <a:cxn ang="0">
                    <a:pos x="21" y="12"/>
                  </a:cxn>
                  <a:cxn ang="0">
                    <a:pos x="22" y="8"/>
                  </a:cxn>
                  <a:cxn ang="0">
                    <a:pos x="25" y="3"/>
                  </a:cxn>
                  <a:cxn ang="0">
                    <a:pos x="23" y="1"/>
                  </a:cxn>
                  <a:cxn ang="0">
                    <a:pos x="19" y="3"/>
                  </a:cxn>
                  <a:cxn ang="0">
                    <a:pos x="18" y="0"/>
                  </a:cxn>
                  <a:cxn ang="0">
                    <a:pos x="14" y="0"/>
                  </a:cxn>
                  <a:cxn ang="0">
                    <a:pos x="10" y="2"/>
                  </a:cxn>
                  <a:cxn ang="0">
                    <a:pos x="7" y="4"/>
                  </a:cxn>
                  <a:cxn ang="0">
                    <a:pos x="3" y="5"/>
                  </a:cxn>
                  <a:cxn ang="0">
                    <a:pos x="2" y="11"/>
                  </a:cxn>
                  <a:cxn ang="0">
                    <a:pos x="3" y="14"/>
                  </a:cxn>
                  <a:cxn ang="0">
                    <a:pos x="0" y="16"/>
                  </a:cxn>
                  <a:cxn ang="0">
                    <a:pos x="1" y="18"/>
                  </a:cxn>
                </a:cxnLst>
                <a:rect l="0" t="0" r="0" b="0"/>
                <a:pathLst>
                  <a:path w="26" h="21">
                    <a:moveTo>
                      <a:pt x="1" y="18"/>
                    </a:moveTo>
                    <a:lnTo>
                      <a:pt x="6" y="18"/>
                    </a:lnTo>
                    <a:lnTo>
                      <a:pt x="10" y="20"/>
                    </a:lnTo>
                    <a:lnTo>
                      <a:pt x="16" y="20"/>
                    </a:lnTo>
                    <a:lnTo>
                      <a:pt x="19" y="17"/>
                    </a:lnTo>
                    <a:lnTo>
                      <a:pt x="21" y="12"/>
                    </a:lnTo>
                    <a:lnTo>
                      <a:pt x="22" y="8"/>
                    </a:lnTo>
                    <a:lnTo>
                      <a:pt x="25" y="3"/>
                    </a:lnTo>
                    <a:lnTo>
                      <a:pt x="23" y="1"/>
                    </a:lnTo>
                    <a:lnTo>
                      <a:pt x="19" y="3"/>
                    </a:lnTo>
                    <a:lnTo>
                      <a:pt x="18" y="0"/>
                    </a:lnTo>
                    <a:lnTo>
                      <a:pt x="14" y="0"/>
                    </a:lnTo>
                    <a:lnTo>
                      <a:pt x="10" y="2"/>
                    </a:lnTo>
                    <a:lnTo>
                      <a:pt x="7" y="4"/>
                    </a:lnTo>
                    <a:lnTo>
                      <a:pt x="3" y="5"/>
                    </a:lnTo>
                    <a:lnTo>
                      <a:pt x="2" y="11"/>
                    </a:lnTo>
                    <a:lnTo>
                      <a:pt x="3"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39" name="Line 248"/>
              <p:cNvSpPr/>
              <p:nvPr/>
            </p:nvSpPr>
            <p:spPr>
              <a:xfrm flipV="1">
                <a:off x="2554" y="2944"/>
                <a:ext cx="5" cy="12"/>
              </a:xfrm>
              <a:prstGeom prst="line">
                <a:avLst/>
              </a:prstGeom>
              <a:ln w="12700" cap="flat" cmpd="sng">
                <a:solidFill>
                  <a:schemeClr val="tx1"/>
                </a:solidFill>
                <a:prstDash val="solid"/>
                <a:headEnd type="none" w="med" len="med"/>
                <a:tailEnd type="none" w="med" len="med"/>
              </a:ln>
            </p:spPr>
          </p:sp>
          <p:sp>
            <p:nvSpPr>
              <p:cNvPr id="34040" name="Line 249"/>
              <p:cNvSpPr/>
              <p:nvPr/>
            </p:nvSpPr>
            <p:spPr>
              <a:xfrm flipV="1">
                <a:off x="2556" y="2942"/>
                <a:ext cx="2" cy="12"/>
              </a:xfrm>
              <a:prstGeom prst="line">
                <a:avLst/>
              </a:prstGeom>
              <a:ln w="12700" cap="flat" cmpd="sng">
                <a:solidFill>
                  <a:schemeClr val="tx1"/>
                </a:solidFill>
                <a:prstDash val="solid"/>
                <a:headEnd type="none" w="med" len="med"/>
                <a:tailEnd type="none" w="med" len="med"/>
              </a:ln>
            </p:spPr>
          </p:sp>
          <p:sp>
            <p:nvSpPr>
              <p:cNvPr id="34041" name="Freeform 250"/>
              <p:cNvSpPr/>
              <p:nvPr/>
            </p:nvSpPr>
            <p:spPr>
              <a:xfrm>
                <a:off x="2550" y="2942"/>
                <a:ext cx="30" cy="24"/>
              </a:xfrm>
              <a:custGeom>
                <a:avLst/>
                <a:gdLst/>
                <a:ahLst/>
                <a:cxnLst>
                  <a:cxn ang="0">
                    <a:pos x="23" y="16"/>
                  </a:cxn>
                  <a:cxn ang="0">
                    <a:pos x="22" y="14"/>
                  </a:cxn>
                  <a:cxn ang="0">
                    <a:pos x="29" y="10"/>
                  </a:cxn>
                  <a:cxn ang="0">
                    <a:pos x="22" y="0"/>
                  </a:cxn>
                  <a:cxn ang="0">
                    <a:pos x="16" y="3"/>
                  </a:cxn>
                  <a:cxn ang="0">
                    <a:pos x="15" y="1"/>
                  </a:cxn>
                  <a:cxn ang="0">
                    <a:pos x="9" y="5"/>
                  </a:cxn>
                  <a:cxn ang="0">
                    <a:pos x="10" y="7"/>
                  </a:cxn>
                  <a:cxn ang="0">
                    <a:pos x="5" y="10"/>
                  </a:cxn>
                  <a:cxn ang="0">
                    <a:pos x="0" y="16"/>
                  </a:cxn>
                  <a:cxn ang="0">
                    <a:pos x="2" y="18"/>
                  </a:cxn>
                  <a:cxn ang="0">
                    <a:pos x="3" y="20"/>
                  </a:cxn>
                  <a:cxn ang="0">
                    <a:pos x="4" y="23"/>
                  </a:cxn>
                  <a:cxn ang="0">
                    <a:pos x="11" y="21"/>
                  </a:cxn>
                  <a:cxn ang="0">
                    <a:pos x="17" y="17"/>
                  </a:cxn>
                  <a:cxn ang="0">
                    <a:pos x="18" y="19"/>
                  </a:cxn>
                  <a:cxn ang="0">
                    <a:pos x="23" y="16"/>
                  </a:cxn>
                </a:cxnLst>
                <a:rect l="0" t="0" r="0" b="0"/>
                <a:pathLst>
                  <a:path w="30" h="24">
                    <a:moveTo>
                      <a:pt x="23" y="16"/>
                    </a:moveTo>
                    <a:lnTo>
                      <a:pt x="22" y="14"/>
                    </a:lnTo>
                    <a:lnTo>
                      <a:pt x="29" y="10"/>
                    </a:lnTo>
                    <a:lnTo>
                      <a:pt x="22" y="0"/>
                    </a:lnTo>
                    <a:lnTo>
                      <a:pt x="16" y="3"/>
                    </a:lnTo>
                    <a:lnTo>
                      <a:pt x="15" y="1"/>
                    </a:lnTo>
                    <a:lnTo>
                      <a:pt x="9" y="5"/>
                    </a:lnTo>
                    <a:lnTo>
                      <a:pt x="10" y="7"/>
                    </a:lnTo>
                    <a:lnTo>
                      <a:pt x="5" y="10"/>
                    </a:lnTo>
                    <a:lnTo>
                      <a:pt x="0" y="16"/>
                    </a:lnTo>
                    <a:lnTo>
                      <a:pt x="2" y="18"/>
                    </a:lnTo>
                    <a:lnTo>
                      <a:pt x="3" y="20"/>
                    </a:lnTo>
                    <a:lnTo>
                      <a:pt x="4" y="23"/>
                    </a:lnTo>
                    <a:lnTo>
                      <a:pt x="11" y="21"/>
                    </a:lnTo>
                    <a:lnTo>
                      <a:pt x="17" y="17"/>
                    </a:lnTo>
                    <a:lnTo>
                      <a:pt x="18" y="19"/>
                    </a:lnTo>
                    <a:lnTo>
                      <a:pt x="23"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42" name="Freeform 251"/>
              <p:cNvSpPr/>
              <p:nvPr/>
            </p:nvSpPr>
            <p:spPr>
              <a:xfrm>
                <a:off x="2549" y="2946"/>
                <a:ext cx="30" cy="20"/>
              </a:xfrm>
              <a:custGeom>
                <a:avLst/>
                <a:gdLst/>
                <a:ahLst/>
                <a:cxnLst>
                  <a:cxn ang="0">
                    <a:pos x="0" y="7"/>
                  </a:cxn>
                  <a:cxn ang="0">
                    <a:pos x="25" y="0"/>
                  </a:cxn>
                  <a:cxn ang="0">
                    <a:pos x="29" y="10"/>
                  </a:cxn>
                  <a:cxn ang="0">
                    <a:pos x="3" y="19"/>
                  </a:cxn>
                  <a:cxn ang="0">
                    <a:pos x="0" y="7"/>
                  </a:cxn>
                </a:cxnLst>
                <a:rect l="0" t="0" r="0" b="0"/>
                <a:pathLst>
                  <a:path w="30" h="20">
                    <a:moveTo>
                      <a:pt x="0" y="7"/>
                    </a:moveTo>
                    <a:lnTo>
                      <a:pt x="25" y="0"/>
                    </a:lnTo>
                    <a:lnTo>
                      <a:pt x="29"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43" name="Freeform 252"/>
              <p:cNvSpPr/>
              <p:nvPr/>
            </p:nvSpPr>
            <p:spPr>
              <a:xfrm>
                <a:off x="2562" y="2935"/>
                <a:ext cx="27" cy="22"/>
              </a:xfrm>
              <a:custGeom>
                <a:avLst/>
                <a:gdLst/>
                <a:ahLst/>
                <a:cxnLst>
                  <a:cxn ang="0">
                    <a:pos x="2" y="16"/>
                  </a:cxn>
                  <a:cxn ang="0">
                    <a:pos x="3" y="18"/>
                  </a:cxn>
                  <a:cxn ang="0">
                    <a:pos x="4" y="21"/>
                  </a:cxn>
                  <a:cxn ang="0">
                    <a:pos x="9" y="21"/>
                  </a:cxn>
                  <a:cxn ang="0">
                    <a:pos x="13" y="18"/>
                  </a:cxn>
                  <a:cxn ang="0">
                    <a:pos x="15" y="21"/>
                  </a:cxn>
                  <a:cxn ang="0">
                    <a:pos x="18" y="18"/>
                  </a:cxn>
                  <a:cxn ang="0">
                    <a:pos x="23" y="9"/>
                  </a:cxn>
                  <a:cxn ang="0">
                    <a:pos x="26" y="4"/>
                  </a:cxn>
                  <a:cxn ang="0">
                    <a:pos x="22" y="0"/>
                  </a:cxn>
                  <a:cxn ang="0">
                    <a:pos x="9" y="2"/>
                  </a:cxn>
                  <a:cxn ang="0">
                    <a:pos x="5" y="4"/>
                  </a:cxn>
                  <a:cxn ang="0">
                    <a:pos x="2" y="8"/>
                  </a:cxn>
                  <a:cxn ang="0">
                    <a:pos x="0" y="12"/>
                  </a:cxn>
                  <a:cxn ang="0">
                    <a:pos x="1" y="15"/>
                  </a:cxn>
                  <a:cxn ang="0">
                    <a:pos x="2" y="16"/>
                  </a:cxn>
                </a:cxnLst>
                <a:rect l="0" t="0" r="0" b="0"/>
                <a:pathLst>
                  <a:path w="27" h="22">
                    <a:moveTo>
                      <a:pt x="2" y="16"/>
                    </a:moveTo>
                    <a:lnTo>
                      <a:pt x="3" y="18"/>
                    </a:lnTo>
                    <a:lnTo>
                      <a:pt x="4" y="21"/>
                    </a:lnTo>
                    <a:lnTo>
                      <a:pt x="9" y="21"/>
                    </a:lnTo>
                    <a:lnTo>
                      <a:pt x="13" y="18"/>
                    </a:lnTo>
                    <a:lnTo>
                      <a:pt x="15" y="21"/>
                    </a:lnTo>
                    <a:lnTo>
                      <a:pt x="18" y="18"/>
                    </a:lnTo>
                    <a:lnTo>
                      <a:pt x="23" y="9"/>
                    </a:lnTo>
                    <a:lnTo>
                      <a:pt x="26" y="4"/>
                    </a:lnTo>
                    <a:lnTo>
                      <a:pt x="22" y="0"/>
                    </a:lnTo>
                    <a:lnTo>
                      <a:pt x="9" y="2"/>
                    </a:lnTo>
                    <a:lnTo>
                      <a:pt x="5" y="4"/>
                    </a:lnTo>
                    <a:lnTo>
                      <a:pt x="2" y="8"/>
                    </a:lnTo>
                    <a:lnTo>
                      <a:pt x="0" y="12"/>
                    </a:lnTo>
                    <a:lnTo>
                      <a:pt x="1" y="15"/>
                    </a:lnTo>
                    <a:lnTo>
                      <a:pt x="2"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44" name="Line 253"/>
              <p:cNvSpPr/>
              <p:nvPr/>
            </p:nvSpPr>
            <p:spPr>
              <a:xfrm flipV="1">
                <a:off x="2549" y="2935"/>
                <a:ext cx="8" cy="15"/>
              </a:xfrm>
              <a:prstGeom prst="line">
                <a:avLst/>
              </a:prstGeom>
              <a:ln w="12700" cap="flat" cmpd="sng">
                <a:solidFill>
                  <a:schemeClr val="tx1"/>
                </a:solidFill>
                <a:prstDash val="solid"/>
                <a:headEnd type="none" w="med" len="med"/>
                <a:tailEnd type="none" w="med" len="med"/>
              </a:ln>
            </p:spPr>
          </p:sp>
          <p:sp>
            <p:nvSpPr>
              <p:cNvPr id="34045" name="Line 254"/>
              <p:cNvSpPr/>
              <p:nvPr/>
            </p:nvSpPr>
            <p:spPr>
              <a:xfrm flipV="1">
                <a:off x="2549" y="2935"/>
                <a:ext cx="5" cy="9"/>
              </a:xfrm>
              <a:prstGeom prst="line">
                <a:avLst/>
              </a:prstGeom>
              <a:ln w="12700" cap="flat" cmpd="sng">
                <a:solidFill>
                  <a:schemeClr val="tx1"/>
                </a:solidFill>
                <a:prstDash val="solid"/>
                <a:headEnd type="none" w="med" len="med"/>
                <a:tailEnd type="none" w="med" len="med"/>
              </a:ln>
            </p:spPr>
          </p:sp>
          <p:sp>
            <p:nvSpPr>
              <p:cNvPr id="34046" name="Freeform 255"/>
              <p:cNvSpPr/>
              <p:nvPr/>
            </p:nvSpPr>
            <p:spPr>
              <a:xfrm>
                <a:off x="2543" y="2933"/>
                <a:ext cx="30" cy="22"/>
              </a:xfrm>
              <a:custGeom>
                <a:avLst/>
                <a:gdLst/>
                <a:ahLst/>
                <a:cxnLst>
                  <a:cxn ang="0">
                    <a:pos x="24" y="15"/>
                  </a:cxn>
                  <a:cxn ang="0">
                    <a:pos x="29" y="10"/>
                  </a:cxn>
                  <a:cxn ang="0">
                    <a:pos x="22" y="0"/>
                  </a:cxn>
                  <a:cxn ang="0">
                    <a:pos x="16" y="3"/>
                  </a:cxn>
                  <a:cxn ang="0">
                    <a:pos x="15" y="1"/>
                  </a:cxn>
                  <a:cxn ang="0">
                    <a:pos x="8" y="4"/>
                  </a:cxn>
                  <a:cxn ang="0">
                    <a:pos x="10" y="6"/>
                  </a:cxn>
                  <a:cxn ang="0">
                    <a:pos x="4" y="9"/>
                  </a:cxn>
                  <a:cxn ang="0">
                    <a:pos x="0" y="15"/>
                  </a:cxn>
                  <a:cxn ang="0">
                    <a:pos x="1" y="17"/>
                  </a:cxn>
                  <a:cxn ang="0">
                    <a:pos x="2" y="18"/>
                  </a:cxn>
                  <a:cxn ang="0">
                    <a:pos x="3" y="20"/>
                  </a:cxn>
                  <a:cxn ang="0">
                    <a:pos x="12" y="21"/>
                  </a:cxn>
                  <a:cxn ang="0">
                    <a:pos x="17" y="18"/>
                  </a:cxn>
                  <a:cxn ang="0">
                    <a:pos x="24" y="15"/>
                  </a:cxn>
                </a:cxnLst>
                <a:rect l="0" t="0" r="0" b="0"/>
                <a:pathLst>
                  <a:path w="30" h="22">
                    <a:moveTo>
                      <a:pt x="24" y="15"/>
                    </a:moveTo>
                    <a:lnTo>
                      <a:pt x="29" y="10"/>
                    </a:lnTo>
                    <a:lnTo>
                      <a:pt x="22" y="0"/>
                    </a:lnTo>
                    <a:lnTo>
                      <a:pt x="16" y="3"/>
                    </a:lnTo>
                    <a:lnTo>
                      <a:pt x="15" y="1"/>
                    </a:lnTo>
                    <a:lnTo>
                      <a:pt x="8" y="4"/>
                    </a:lnTo>
                    <a:lnTo>
                      <a:pt x="10" y="6"/>
                    </a:lnTo>
                    <a:lnTo>
                      <a:pt x="4" y="9"/>
                    </a:lnTo>
                    <a:lnTo>
                      <a:pt x="0" y="15"/>
                    </a:lnTo>
                    <a:lnTo>
                      <a:pt x="1" y="17"/>
                    </a:lnTo>
                    <a:lnTo>
                      <a:pt x="2" y="18"/>
                    </a:lnTo>
                    <a:lnTo>
                      <a:pt x="3" y="20"/>
                    </a:lnTo>
                    <a:lnTo>
                      <a:pt x="12" y="21"/>
                    </a:lnTo>
                    <a:lnTo>
                      <a:pt x="17" y="18"/>
                    </a:lnTo>
                    <a:lnTo>
                      <a:pt x="24"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47" name="Freeform 256"/>
              <p:cNvSpPr/>
              <p:nvPr/>
            </p:nvSpPr>
            <p:spPr>
              <a:xfrm>
                <a:off x="2544" y="2936"/>
                <a:ext cx="31" cy="21"/>
              </a:xfrm>
              <a:custGeom>
                <a:avLst/>
                <a:gdLst/>
                <a:ahLst/>
                <a:cxnLst>
                  <a:cxn ang="0">
                    <a:pos x="0" y="7"/>
                  </a:cxn>
                  <a:cxn ang="0">
                    <a:pos x="25" y="0"/>
                  </a:cxn>
                  <a:cxn ang="0">
                    <a:pos x="30" y="10"/>
                  </a:cxn>
                  <a:cxn ang="0">
                    <a:pos x="3" y="20"/>
                  </a:cxn>
                  <a:cxn ang="0">
                    <a:pos x="0" y="7"/>
                  </a:cxn>
                </a:cxnLst>
                <a:rect l="0" t="0" r="0" b="0"/>
                <a:pathLst>
                  <a:path w="31" h="21">
                    <a:moveTo>
                      <a:pt x="0" y="7"/>
                    </a:moveTo>
                    <a:lnTo>
                      <a:pt x="25" y="0"/>
                    </a:lnTo>
                    <a:lnTo>
                      <a:pt x="30" y="10"/>
                    </a:lnTo>
                    <a:lnTo>
                      <a:pt x="3" y="20"/>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48" name="Freeform 257"/>
              <p:cNvSpPr/>
              <p:nvPr/>
            </p:nvSpPr>
            <p:spPr>
              <a:xfrm>
                <a:off x="2561" y="2929"/>
                <a:ext cx="25" cy="21"/>
              </a:xfrm>
              <a:custGeom>
                <a:avLst/>
                <a:gdLst/>
                <a:ahLst/>
                <a:cxnLst>
                  <a:cxn ang="0">
                    <a:pos x="1" y="15"/>
                  </a:cxn>
                  <a:cxn ang="0">
                    <a:pos x="3" y="17"/>
                  </a:cxn>
                  <a:cxn ang="0">
                    <a:pos x="4" y="20"/>
                  </a:cxn>
                  <a:cxn ang="0">
                    <a:pos x="8" y="20"/>
                  </a:cxn>
                  <a:cxn ang="0">
                    <a:pos x="12" y="17"/>
                  </a:cxn>
                  <a:cxn ang="0">
                    <a:pos x="13" y="20"/>
                  </a:cxn>
                  <a:cxn ang="0">
                    <a:pos x="16" y="17"/>
                  </a:cxn>
                  <a:cxn ang="0">
                    <a:pos x="24" y="4"/>
                  </a:cxn>
                  <a:cxn ang="0">
                    <a:pos x="21" y="0"/>
                  </a:cxn>
                  <a:cxn ang="0">
                    <a:pos x="8" y="2"/>
                  </a:cxn>
                  <a:cxn ang="0">
                    <a:pos x="5" y="4"/>
                  </a:cxn>
                  <a:cxn ang="0">
                    <a:pos x="6" y="6"/>
                  </a:cxn>
                  <a:cxn ang="0">
                    <a:pos x="3" y="8"/>
                  </a:cxn>
                  <a:cxn ang="0">
                    <a:pos x="0" y="14"/>
                  </a:cxn>
                  <a:cxn ang="0">
                    <a:pos x="1" y="15"/>
                  </a:cxn>
                </a:cxnLst>
                <a:rect l="0" t="0" r="0" b="0"/>
                <a:pathLst>
                  <a:path w="25" h="21">
                    <a:moveTo>
                      <a:pt x="1" y="15"/>
                    </a:moveTo>
                    <a:lnTo>
                      <a:pt x="3" y="17"/>
                    </a:lnTo>
                    <a:lnTo>
                      <a:pt x="4" y="20"/>
                    </a:lnTo>
                    <a:lnTo>
                      <a:pt x="8" y="20"/>
                    </a:lnTo>
                    <a:lnTo>
                      <a:pt x="12" y="17"/>
                    </a:lnTo>
                    <a:lnTo>
                      <a:pt x="13" y="20"/>
                    </a:lnTo>
                    <a:lnTo>
                      <a:pt x="16" y="17"/>
                    </a:lnTo>
                    <a:lnTo>
                      <a:pt x="24" y="4"/>
                    </a:lnTo>
                    <a:lnTo>
                      <a:pt x="21" y="0"/>
                    </a:lnTo>
                    <a:lnTo>
                      <a:pt x="8" y="2"/>
                    </a:lnTo>
                    <a:lnTo>
                      <a:pt x="5" y="4"/>
                    </a:lnTo>
                    <a:lnTo>
                      <a:pt x="6" y="6"/>
                    </a:lnTo>
                    <a:lnTo>
                      <a:pt x="3" y="8"/>
                    </a:lnTo>
                    <a:lnTo>
                      <a:pt x="0" y="14"/>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49" name="Line 258"/>
              <p:cNvSpPr/>
              <p:nvPr/>
            </p:nvSpPr>
            <p:spPr>
              <a:xfrm flipV="1">
                <a:off x="2533" y="2939"/>
                <a:ext cx="2" cy="11"/>
              </a:xfrm>
              <a:prstGeom prst="line">
                <a:avLst/>
              </a:prstGeom>
              <a:ln w="12700" cap="flat" cmpd="sng">
                <a:solidFill>
                  <a:schemeClr val="tx1"/>
                </a:solidFill>
                <a:prstDash val="solid"/>
                <a:headEnd type="none" w="med" len="med"/>
                <a:tailEnd type="none" w="med" len="med"/>
              </a:ln>
            </p:spPr>
          </p:sp>
          <p:sp>
            <p:nvSpPr>
              <p:cNvPr id="34050" name="Line 259"/>
              <p:cNvSpPr/>
              <p:nvPr/>
            </p:nvSpPr>
            <p:spPr>
              <a:xfrm flipV="1">
                <a:off x="2530" y="2936"/>
                <a:ext cx="5" cy="11"/>
              </a:xfrm>
              <a:prstGeom prst="line">
                <a:avLst/>
              </a:prstGeom>
              <a:ln w="12700" cap="flat" cmpd="sng">
                <a:solidFill>
                  <a:schemeClr val="tx1"/>
                </a:solidFill>
                <a:prstDash val="solid"/>
                <a:headEnd type="none" w="med" len="med"/>
                <a:tailEnd type="none" w="med" len="med"/>
              </a:ln>
            </p:spPr>
          </p:sp>
          <p:sp>
            <p:nvSpPr>
              <p:cNvPr id="34051" name="Freeform 260"/>
              <p:cNvSpPr/>
              <p:nvPr/>
            </p:nvSpPr>
            <p:spPr>
              <a:xfrm>
                <a:off x="2531" y="2933"/>
                <a:ext cx="27" cy="22"/>
              </a:xfrm>
              <a:custGeom>
                <a:avLst/>
                <a:gdLst/>
                <a:ahLst/>
                <a:cxnLst>
                  <a:cxn ang="0">
                    <a:pos x="22" y="16"/>
                  </a:cxn>
                  <a:cxn ang="0">
                    <a:pos x="20" y="14"/>
                  </a:cxn>
                  <a:cxn ang="0">
                    <a:pos x="26" y="11"/>
                  </a:cxn>
                  <a:cxn ang="0">
                    <a:pos x="19" y="0"/>
                  </a:cxn>
                  <a:cxn ang="0">
                    <a:pos x="15" y="3"/>
                  </a:cxn>
                  <a:cxn ang="0">
                    <a:pos x="13" y="1"/>
                  </a:cxn>
                  <a:cxn ang="0">
                    <a:pos x="8" y="3"/>
                  </a:cxn>
                  <a:cxn ang="0">
                    <a:pos x="9" y="5"/>
                  </a:cxn>
                  <a:cxn ang="0">
                    <a:pos x="5" y="8"/>
                  </a:cxn>
                  <a:cxn ang="0">
                    <a:pos x="2" y="13"/>
                  </a:cxn>
                  <a:cxn ang="0">
                    <a:pos x="4" y="15"/>
                  </a:cxn>
                  <a:cxn ang="0">
                    <a:pos x="0" y="18"/>
                  </a:cxn>
                  <a:cxn ang="0">
                    <a:pos x="1" y="21"/>
                  </a:cxn>
                  <a:cxn ang="0">
                    <a:pos x="6" y="19"/>
                  </a:cxn>
                  <a:cxn ang="0">
                    <a:pos x="11" y="19"/>
                  </a:cxn>
                  <a:cxn ang="0">
                    <a:pos x="16" y="16"/>
                  </a:cxn>
                  <a:cxn ang="0">
                    <a:pos x="18" y="18"/>
                  </a:cxn>
                  <a:cxn ang="0">
                    <a:pos x="22" y="16"/>
                  </a:cxn>
                </a:cxnLst>
                <a:rect l="0" t="0" r="0" b="0"/>
                <a:pathLst>
                  <a:path w="27" h="22">
                    <a:moveTo>
                      <a:pt x="22" y="16"/>
                    </a:moveTo>
                    <a:lnTo>
                      <a:pt x="20" y="14"/>
                    </a:lnTo>
                    <a:lnTo>
                      <a:pt x="26" y="11"/>
                    </a:lnTo>
                    <a:lnTo>
                      <a:pt x="19" y="0"/>
                    </a:lnTo>
                    <a:lnTo>
                      <a:pt x="15" y="3"/>
                    </a:lnTo>
                    <a:lnTo>
                      <a:pt x="13" y="1"/>
                    </a:lnTo>
                    <a:lnTo>
                      <a:pt x="8" y="3"/>
                    </a:lnTo>
                    <a:lnTo>
                      <a:pt x="9" y="5"/>
                    </a:lnTo>
                    <a:lnTo>
                      <a:pt x="5" y="8"/>
                    </a:lnTo>
                    <a:lnTo>
                      <a:pt x="2" y="13"/>
                    </a:lnTo>
                    <a:lnTo>
                      <a:pt x="4" y="15"/>
                    </a:lnTo>
                    <a:lnTo>
                      <a:pt x="0" y="18"/>
                    </a:lnTo>
                    <a:lnTo>
                      <a:pt x="1" y="21"/>
                    </a:lnTo>
                    <a:lnTo>
                      <a:pt x="6" y="19"/>
                    </a:lnTo>
                    <a:lnTo>
                      <a:pt x="11" y="19"/>
                    </a:lnTo>
                    <a:lnTo>
                      <a:pt x="16" y="16"/>
                    </a:lnTo>
                    <a:lnTo>
                      <a:pt x="18" y="18"/>
                    </a:lnTo>
                    <a:lnTo>
                      <a:pt x="22"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52" name="Freeform 261"/>
              <p:cNvSpPr/>
              <p:nvPr/>
            </p:nvSpPr>
            <p:spPr>
              <a:xfrm>
                <a:off x="2528" y="2936"/>
                <a:ext cx="30" cy="21"/>
              </a:xfrm>
              <a:custGeom>
                <a:avLst/>
                <a:gdLst/>
                <a:ahLst/>
                <a:cxnLst>
                  <a:cxn ang="0">
                    <a:pos x="0" y="8"/>
                  </a:cxn>
                  <a:cxn ang="0">
                    <a:pos x="25" y="0"/>
                  </a:cxn>
                  <a:cxn ang="0">
                    <a:pos x="29" y="11"/>
                  </a:cxn>
                  <a:cxn ang="0">
                    <a:pos x="3" y="20"/>
                  </a:cxn>
                  <a:cxn ang="0">
                    <a:pos x="0" y="8"/>
                  </a:cxn>
                </a:cxnLst>
                <a:rect l="0" t="0" r="0" b="0"/>
                <a:pathLst>
                  <a:path w="30" h="21">
                    <a:moveTo>
                      <a:pt x="0" y="8"/>
                    </a:moveTo>
                    <a:lnTo>
                      <a:pt x="25" y="0"/>
                    </a:lnTo>
                    <a:lnTo>
                      <a:pt x="29" y="11"/>
                    </a:lnTo>
                    <a:lnTo>
                      <a:pt x="3" y="20"/>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53" name="Freeform 262"/>
              <p:cNvSpPr/>
              <p:nvPr/>
            </p:nvSpPr>
            <p:spPr>
              <a:xfrm>
                <a:off x="2543" y="2930"/>
                <a:ext cx="27" cy="23"/>
              </a:xfrm>
              <a:custGeom>
                <a:avLst/>
                <a:gdLst/>
                <a:ahLst/>
                <a:cxnLst>
                  <a:cxn ang="0">
                    <a:pos x="2" y="17"/>
                  </a:cxn>
                  <a:cxn ang="0">
                    <a:pos x="3" y="19"/>
                  </a:cxn>
                  <a:cxn ang="0">
                    <a:pos x="4" y="22"/>
                  </a:cxn>
                  <a:cxn ang="0">
                    <a:pos x="9" y="22"/>
                  </a:cxn>
                  <a:cxn ang="0">
                    <a:pos x="13" y="19"/>
                  </a:cxn>
                  <a:cxn ang="0">
                    <a:pos x="14" y="22"/>
                  </a:cxn>
                  <a:cxn ang="0">
                    <a:pos x="17" y="18"/>
                  </a:cxn>
                  <a:cxn ang="0">
                    <a:pos x="20" y="13"/>
                  </a:cxn>
                  <a:cxn ang="0">
                    <a:pos x="22" y="9"/>
                  </a:cxn>
                  <a:cxn ang="0">
                    <a:pos x="21" y="6"/>
                  </a:cxn>
                  <a:cxn ang="0">
                    <a:pos x="26" y="4"/>
                  </a:cxn>
                  <a:cxn ang="0">
                    <a:pos x="23" y="2"/>
                  </a:cxn>
                  <a:cxn ang="0">
                    <a:pos x="19" y="2"/>
                  </a:cxn>
                  <a:cxn ang="0">
                    <a:pos x="17" y="0"/>
                  </a:cxn>
                  <a:cxn ang="0">
                    <a:pos x="13" y="1"/>
                  </a:cxn>
                  <a:cxn ang="0">
                    <a:pos x="9" y="3"/>
                  </a:cxn>
                  <a:cxn ang="0">
                    <a:pos x="6" y="5"/>
                  </a:cxn>
                  <a:cxn ang="0">
                    <a:pos x="2" y="8"/>
                  </a:cxn>
                  <a:cxn ang="0">
                    <a:pos x="0" y="12"/>
                  </a:cxn>
                  <a:cxn ang="0">
                    <a:pos x="1" y="15"/>
                  </a:cxn>
                  <a:cxn ang="0">
                    <a:pos x="2" y="17"/>
                  </a:cxn>
                </a:cxnLst>
                <a:rect l="0" t="0" r="0" b="0"/>
                <a:pathLst>
                  <a:path w="27" h="23">
                    <a:moveTo>
                      <a:pt x="2" y="17"/>
                    </a:moveTo>
                    <a:lnTo>
                      <a:pt x="3" y="19"/>
                    </a:lnTo>
                    <a:lnTo>
                      <a:pt x="4" y="22"/>
                    </a:lnTo>
                    <a:lnTo>
                      <a:pt x="9" y="22"/>
                    </a:lnTo>
                    <a:lnTo>
                      <a:pt x="13" y="19"/>
                    </a:lnTo>
                    <a:lnTo>
                      <a:pt x="14" y="22"/>
                    </a:lnTo>
                    <a:lnTo>
                      <a:pt x="17" y="18"/>
                    </a:lnTo>
                    <a:lnTo>
                      <a:pt x="20" y="13"/>
                    </a:lnTo>
                    <a:lnTo>
                      <a:pt x="22" y="9"/>
                    </a:lnTo>
                    <a:lnTo>
                      <a:pt x="21" y="6"/>
                    </a:lnTo>
                    <a:lnTo>
                      <a:pt x="26" y="4"/>
                    </a:lnTo>
                    <a:lnTo>
                      <a:pt x="23" y="2"/>
                    </a:lnTo>
                    <a:lnTo>
                      <a:pt x="19" y="2"/>
                    </a:lnTo>
                    <a:lnTo>
                      <a:pt x="17" y="0"/>
                    </a:lnTo>
                    <a:lnTo>
                      <a:pt x="13" y="1"/>
                    </a:lnTo>
                    <a:lnTo>
                      <a:pt x="9" y="3"/>
                    </a:lnTo>
                    <a:lnTo>
                      <a:pt x="6" y="5"/>
                    </a:lnTo>
                    <a:lnTo>
                      <a:pt x="2" y="8"/>
                    </a:lnTo>
                    <a:lnTo>
                      <a:pt x="0" y="12"/>
                    </a:lnTo>
                    <a:lnTo>
                      <a:pt x="1" y="15"/>
                    </a:lnTo>
                    <a:lnTo>
                      <a:pt x="2"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54" name="Line 263"/>
              <p:cNvSpPr/>
              <p:nvPr/>
            </p:nvSpPr>
            <p:spPr>
              <a:xfrm flipV="1">
                <a:off x="2558" y="2923"/>
                <a:ext cx="2" cy="13"/>
              </a:xfrm>
              <a:prstGeom prst="line">
                <a:avLst/>
              </a:prstGeom>
              <a:ln w="12700" cap="flat" cmpd="sng">
                <a:solidFill>
                  <a:schemeClr val="tx1"/>
                </a:solidFill>
                <a:prstDash val="solid"/>
                <a:headEnd type="none" w="med" len="med"/>
                <a:tailEnd type="none" w="med" len="med"/>
              </a:ln>
            </p:spPr>
          </p:sp>
          <p:sp>
            <p:nvSpPr>
              <p:cNvPr id="34055" name="Line 264"/>
              <p:cNvSpPr/>
              <p:nvPr/>
            </p:nvSpPr>
            <p:spPr>
              <a:xfrm flipV="1">
                <a:off x="2558" y="2920"/>
                <a:ext cx="6" cy="12"/>
              </a:xfrm>
              <a:prstGeom prst="line">
                <a:avLst/>
              </a:prstGeom>
              <a:ln w="12700" cap="flat" cmpd="sng">
                <a:solidFill>
                  <a:schemeClr val="tx1"/>
                </a:solidFill>
                <a:prstDash val="solid"/>
                <a:headEnd type="none" w="med" len="med"/>
                <a:tailEnd type="none" w="med" len="med"/>
              </a:ln>
            </p:spPr>
          </p:sp>
          <p:sp>
            <p:nvSpPr>
              <p:cNvPr id="34056" name="Freeform 265"/>
              <p:cNvSpPr/>
              <p:nvPr/>
            </p:nvSpPr>
            <p:spPr>
              <a:xfrm>
                <a:off x="2555" y="2917"/>
                <a:ext cx="29" cy="23"/>
              </a:xfrm>
              <a:custGeom>
                <a:avLst/>
                <a:gdLst/>
                <a:ahLst/>
                <a:cxnLst>
                  <a:cxn ang="0">
                    <a:pos x="21" y="17"/>
                  </a:cxn>
                  <a:cxn ang="0">
                    <a:pos x="28" y="14"/>
                  </a:cxn>
                  <a:cxn ang="0">
                    <a:pos x="25" y="12"/>
                  </a:cxn>
                  <a:cxn ang="0">
                    <a:pos x="20" y="2"/>
                  </a:cxn>
                  <a:cxn ang="0">
                    <a:pos x="18" y="0"/>
                  </a:cxn>
                  <a:cxn ang="0">
                    <a:pos x="12" y="3"/>
                  </a:cxn>
                  <a:cxn ang="0">
                    <a:pos x="8" y="8"/>
                  </a:cxn>
                  <a:cxn ang="0">
                    <a:pos x="4" y="14"/>
                  </a:cxn>
                  <a:cxn ang="0">
                    <a:pos x="0" y="19"/>
                  </a:cxn>
                  <a:cxn ang="0">
                    <a:pos x="1" y="22"/>
                  </a:cxn>
                  <a:cxn ang="0">
                    <a:pos x="8" y="20"/>
                  </a:cxn>
                  <a:cxn ang="0">
                    <a:pos x="15" y="19"/>
                  </a:cxn>
                  <a:cxn ang="0">
                    <a:pos x="21" y="17"/>
                  </a:cxn>
                </a:cxnLst>
                <a:rect l="0" t="0" r="0" b="0"/>
                <a:pathLst>
                  <a:path w="29" h="23">
                    <a:moveTo>
                      <a:pt x="21" y="17"/>
                    </a:moveTo>
                    <a:lnTo>
                      <a:pt x="28" y="14"/>
                    </a:lnTo>
                    <a:lnTo>
                      <a:pt x="25" y="12"/>
                    </a:lnTo>
                    <a:lnTo>
                      <a:pt x="20" y="2"/>
                    </a:lnTo>
                    <a:lnTo>
                      <a:pt x="18" y="0"/>
                    </a:lnTo>
                    <a:lnTo>
                      <a:pt x="12" y="3"/>
                    </a:lnTo>
                    <a:lnTo>
                      <a:pt x="8" y="8"/>
                    </a:lnTo>
                    <a:lnTo>
                      <a:pt x="4" y="14"/>
                    </a:lnTo>
                    <a:lnTo>
                      <a:pt x="0" y="19"/>
                    </a:lnTo>
                    <a:lnTo>
                      <a:pt x="1" y="22"/>
                    </a:lnTo>
                    <a:lnTo>
                      <a:pt x="8" y="20"/>
                    </a:lnTo>
                    <a:lnTo>
                      <a:pt x="15" y="19"/>
                    </a:lnTo>
                    <a:lnTo>
                      <a:pt x="21"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57" name="Freeform 266"/>
              <p:cNvSpPr/>
              <p:nvPr/>
            </p:nvSpPr>
            <p:spPr>
              <a:xfrm>
                <a:off x="2554" y="2922"/>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58" name="Freeform 267"/>
              <p:cNvSpPr/>
              <p:nvPr/>
            </p:nvSpPr>
            <p:spPr>
              <a:xfrm>
                <a:off x="2571" y="2914"/>
                <a:ext cx="24" cy="20"/>
              </a:xfrm>
              <a:custGeom>
                <a:avLst/>
                <a:gdLst/>
                <a:ahLst/>
                <a:cxnLst>
                  <a:cxn ang="0">
                    <a:pos x="1" y="15"/>
                  </a:cxn>
                  <a:cxn ang="0">
                    <a:pos x="2" y="17"/>
                  </a:cxn>
                  <a:cxn ang="0">
                    <a:pos x="5" y="16"/>
                  </a:cxn>
                  <a:cxn ang="0">
                    <a:pos x="6" y="19"/>
                  </a:cxn>
                  <a:cxn ang="0">
                    <a:pos x="10" y="19"/>
                  </a:cxn>
                  <a:cxn ang="0">
                    <a:pos x="14" y="19"/>
                  </a:cxn>
                  <a:cxn ang="0">
                    <a:pos x="17" y="16"/>
                  </a:cxn>
                  <a:cxn ang="0">
                    <a:pos x="19" y="13"/>
                  </a:cxn>
                  <a:cxn ang="0">
                    <a:pos x="20" y="8"/>
                  </a:cxn>
                  <a:cxn ang="0">
                    <a:pos x="19" y="6"/>
                  </a:cxn>
                  <a:cxn ang="0">
                    <a:pos x="23" y="4"/>
                  </a:cxn>
                  <a:cxn ang="0">
                    <a:pos x="20" y="1"/>
                  </a:cxn>
                  <a:cxn ang="0">
                    <a:pos x="17" y="2"/>
                  </a:cxn>
                  <a:cxn ang="0">
                    <a:pos x="16" y="0"/>
                  </a:cxn>
                  <a:cxn ang="0">
                    <a:pos x="12" y="0"/>
                  </a:cxn>
                  <a:cxn ang="0">
                    <a:pos x="9" y="2"/>
                  </a:cxn>
                  <a:cxn ang="0">
                    <a:pos x="6" y="3"/>
                  </a:cxn>
                  <a:cxn ang="0">
                    <a:pos x="3" y="5"/>
                  </a:cxn>
                  <a:cxn ang="0">
                    <a:pos x="2" y="10"/>
                  </a:cxn>
                  <a:cxn ang="0">
                    <a:pos x="3" y="12"/>
                  </a:cxn>
                  <a:cxn ang="0">
                    <a:pos x="0" y="13"/>
                  </a:cxn>
                  <a:cxn ang="0">
                    <a:pos x="1" y="15"/>
                  </a:cxn>
                </a:cxnLst>
                <a:rect l="0" t="0" r="0" b="0"/>
                <a:pathLst>
                  <a:path w="24" h="20">
                    <a:moveTo>
                      <a:pt x="1" y="15"/>
                    </a:moveTo>
                    <a:lnTo>
                      <a:pt x="2" y="17"/>
                    </a:lnTo>
                    <a:lnTo>
                      <a:pt x="5" y="16"/>
                    </a:lnTo>
                    <a:lnTo>
                      <a:pt x="6" y="19"/>
                    </a:lnTo>
                    <a:lnTo>
                      <a:pt x="10" y="19"/>
                    </a:lnTo>
                    <a:lnTo>
                      <a:pt x="14" y="19"/>
                    </a:lnTo>
                    <a:lnTo>
                      <a:pt x="17" y="16"/>
                    </a:lnTo>
                    <a:lnTo>
                      <a:pt x="19" y="13"/>
                    </a:lnTo>
                    <a:lnTo>
                      <a:pt x="20" y="8"/>
                    </a:lnTo>
                    <a:lnTo>
                      <a:pt x="19" y="6"/>
                    </a:lnTo>
                    <a:lnTo>
                      <a:pt x="23" y="4"/>
                    </a:lnTo>
                    <a:lnTo>
                      <a:pt x="20" y="1"/>
                    </a:lnTo>
                    <a:lnTo>
                      <a:pt x="17" y="2"/>
                    </a:lnTo>
                    <a:lnTo>
                      <a:pt x="16" y="0"/>
                    </a:lnTo>
                    <a:lnTo>
                      <a:pt x="12" y="0"/>
                    </a:lnTo>
                    <a:lnTo>
                      <a:pt x="9" y="2"/>
                    </a:lnTo>
                    <a:lnTo>
                      <a:pt x="6" y="3"/>
                    </a:lnTo>
                    <a:lnTo>
                      <a:pt x="3" y="5"/>
                    </a:lnTo>
                    <a:lnTo>
                      <a:pt x="2" y="10"/>
                    </a:lnTo>
                    <a:lnTo>
                      <a:pt x="3" y="12"/>
                    </a:lnTo>
                    <a:lnTo>
                      <a:pt x="0" y="13"/>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59" name="Line 268"/>
              <p:cNvSpPr/>
              <p:nvPr/>
            </p:nvSpPr>
            <p:spPr>
              <a:xfrm flipV="1">
                <a:off x="2539" y="2924"/>
                <a:ext cx="7" cy="13"/>
              </a:xfrm>
              <a:prstGeom prst="line">
                <a:avLst/>
              </a:prstGeom>
              <a:ln w="12700" cap="flat" cmpd="sng">
                <a:solidFill>
                  <a:schemeClr val="tx1"/>
                </a:solidFill>
                <a:prstDash val="solid"/>
                <a:headEnd type="none" w="med" len="med"/>
                <a:tailEnd type="none" w="med" len="med"/>
              </a:ln>
            </p:spPr>
          </p:sp>
          <p:sp>
            <p:nvSpPr>
              <p:cNvPr id="34060" name="Line 269"/>
              <p:cNvSpPr/>
              <p:nvPr/>
            </p:nvSpPr>
            <p:spPr>
              <a:xfrm flipV="1">
                <a:off x="2539" y="2921"/>
                <a:ext cx="5" cy="11"/>
              </a:xfrm>
              <a:prstGeom prst="line">
                <a:avLst/>
              </a:prstGeom>
              <a:ln w="12700" cap="flat" cmpd="sng">
                <a:solidFill>
                  <a:schemeClr val="tx1"/>
                </a:solidFill>
                <a:prstDash val="solid"/>
                <a:headEnd type="none" w="med" len="med"/>
                <a:tailEnd type="none" w="med" len="med"/>
              </a:ln>
            </p:spPr>
          </p:sp>
          <p:sp>
            <p:nvSpPr>
              <p:cNvPr id="34061" name="Freeform 270"/>
              <p:cNvSpPr/>
              <p:nvPr/>
            </p:nvSpPr>
            <p:spPr>
              <a:xfrm>
                <a:off x="2535" y="2918"/>
                <a:ext cx="31" cy="25"/>
              </a:xfrm>
              <a:custGeom>
                <a:avLst/>
                <a:gdLst/>
                <a:ahLst/>
                <a:cxnLst>
                  <a:cxn ang="0">
                    <a:pos x="25" y="17"/>
                  </a:cxn>
                  <a:cxn ang="0">
                    <a:pos x="30" y="10"/>
                  </a:cxn>
                  <a:cxn ang="0">
                    <a:pos x="23" y="0"/>
                  </a:cxn>
                  <a:cxn ang="0">
                    <a:pos x="16" y="1"/>
                  </a:cxn>
                  <a:cxn ang="0">
                    <a:pos x="10" y="4"/>
                  </a:cxn>
                  <a:cxn ang="0">
                    <a:pos x="4" y="8"/>
                  </a:cxn>
                  <a:cxn ang="0">
                    <a:pos x="0" y="14"/>
                  </a:cxn>
                  <a:cxn ang="0">
                    <a:pos x="1" y="17"/>
                  </a:cxn>
                  <a:cxn ang="0">
                    <a:pos x="3" y="20"/>
                  </a:cxn>
                  <a:cxn ang="0">
                    <a:pos x="4" y="22"/>
                  </a:cxn>
                  <a:cxn ang="0">
                    <a:pos x="13" y="24"/>
                  </a:cxn>
                  <a:cxn ang="0">
                    <a:pos x="20" y="20"/>
                  </a:cxn>
                  <a:cxn ang="0">
                    <a:pos x="25" y="17"/>
                  </a:cxn>
                </a:cxnLst>
                <a:rect l="0" t="0" r="0" b="0"/>
                <a:pathLst>
                  <a:path w="31" h="25">
                    <a:moveTo>
                      <a:pt x="25" y="17"/>
                    </a:moveTo>
                    <a:lnTo>
                      <a:pt x="30" y="10"/>
                    </a:lnTo>
                    <a:lnTo>
                      <a:pt x="23" y="0"/>
                    </a:lnTo>
                    <a:lnTo>
                      <a:pt x="16" y="1"/>
                    </a:lnTo>
                    <a:lnTo>
                      <a:pt x="10" y="4"/>
                    </a:lnTo>
                    <a:lnTo>
                      <a:pt x="4" y="8"/>
                    </a:lnTo>
                    <a:lnTo>
                      <a:pt x="0" y="14"/>
                    </a:lnTo>
                    <a:lnTo>
                      <a:pt x="1" y="17"/>
                    </a:lnTo>
                    <a:lnTo>
                      <a:pt x="3" y="20"/>
                    </a:lnTo>
                    <a:lnTo>
                      <a:pt x="4" y="22"/>
                    </a:lnTo>
                    <a:lnTo>
                      <a:pt x="13" y="24"/>
                    </a:lnTo>
                    <a:lnTo>
                      <a:pt x="20" y="20"/>
                    </a:lnTo>
                    <a:lnTo>
                      <a:pt x="25"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62" name="Freeform 271"/>
              <p:cNvSpPr/>
              <p:nvPr/>
            </p:nvSpPr>
            <p:spPr>
              <a:xfrm>
                <a:off x="2536" y="2922"/>
                <a:ext cx="31" cy="20"/>
              </a:xfrm>
              <a:custGeom>
                <a:avLst/>
                <a:gdLst/>
                <a:ahLst/>
                <a:cxnLst>
                  <a:cxn ang="0">
                    <a:pos x="0" y="8"/>
                  </a:cxn>
                  <a:cxn ang="0">
                    <a:pos x="25" y="0"/>
                  </a:cxn>
                  <a:cxn ang="0">
                    <a:pos x="30" y="10"/>
                  </a:cxn>
                  <a:cxn ang="0">
                    <a:pos x="3" y="19"/>
                  </a:cxn>
                  <a:cxn ang="0">
                    <a:pos x="0" y="7"/>
                  </a:cxn>
                  <a:cxn ang="0">
                    <a:pos x="0" y="8"/>
                  </a:cxn>
                </a:cxnLst>
                <a:rect l="0" t="0" r="0" b="0"/>
                <a:pathLst>
                  <a:path w="31" h="20">
                    <a:moveTo>
                      <a:pt x="0" y="8"/>
                    </a:moveTo>
                    <a:lnTo>
                      <a:pt x="25" y="0"/>
                    </a:lnTo>
                    <a:lnTo>
                      <a:pt x="30" y="10"/>
                    </a:lnTo>
                    <a:lnTo>
                      <a:pt x="3" y="19"/>
                    </a:lnTo>
                    <a:lnTo>
                      <a:pt x="0" y="7"/>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63" name="Freeform 272"/>
              <p:cNvSpPr/>
              <p:nvPr/>
            </p:nvSpPr>
            <p:spPr>
              <a:xfrm>
                <a:off x="2552" y="2915"/>
                <a:ext cx="28" cy="24"/>
              </a:xfrm>
              <a:custGeom>
                <a:avLst/>
                <a:gdLst/>
                <a:ahLst/>
                <a:cxnLst>
                  <a:cxn ang="0">
                    <a:pos x="1" y="17"/>
                  </a:cxn>
                  <a:cxn ang="0">
                    <a:pos x="2" y="19"/>
                  </a:cxn>
                  <a:cxn ang="0">
                    <a:pos x="3" y="21"/>
                  </a:cxn>
                  <a:cxn ang="0">
                    <a:pos x="9" y="23"/>
                  </a:cxn>
                  <a:cxn ang="0">
                    <a:pos x="14" y="20"/>
                  </a:cxn>
                  <a:cxn ang="0">
                    <a:pos x="18" y="18"/>
                  </a:cxn>
                  <a:cxn ang="0">
                    <a:pos x="21" y="16"/>
                  </a:cxn>
                  <a:cxn ang="0">
                    <a:pos x="25" y="13"/>
                  </a:cxn>
                  <a:cxn ang="0">
                    <a:pos x="27" y="6"/>
                  </a:cxn>
                  <a:cxn ang="0">
                    <a:pos x="25" y="4"/>
                  </a:cxn>
                  <a:cxn ang="0">
                    <a:pos x="24" y="2"/>
                  </a:cxn>
                  <a:cxn ang="0">
                    <a:pos x="23" y="0"/>
                  </a:cxn>
                  <a:cxn ang="0">
                    <a:pos x="18" y="1"/>
                  </a:cxn>
                  <a:cxn ang="0">
                    <a:pos x="14" y="3"/>
                  </a:cxn>
                  <a:cxn ang="0">
                    <a:pos x="8" y="3"/>
                  </a:cxn>
                  <a:cxn ang="0">
                    <a:pos x="5" y="5"/>
                  </a:cxn>
                  <a:cxn ang="0">
                    <a:pos x="6" y="7"/>
                  </a:cxn>
                  <a:cxn ang="0">
                    <a:pos x="2" y="9"/>
                  </a:cxn>
                  <a:cxn ang="0">
                    <a:pos x="0" y="15"/>
                  </a:cxn>
                  <a:cxn ang="0">
                    <a:pos x="1" y="17"/>
                  </a:cxn>
                </a:cxnLst>
                <a:rect l="0" t="0" r="0" b="0"/>
                <a:pathLst>
                  <a:path w="28" h="24">
                    <a:moveTo>
                      <a:pt x="1" y="17"/>
                    </a:moveTo>
                    <a:lnTo>
                      <a:pt x="2" y="19"/>
                    </a:lnTo>
                    <a:lnTo>
                      <a:pt x="3" y="21"/>
                    </a:lnTo>
                    <a:lnTo>
                      <a:pt x="9" y="23"/>
                    </a:lnTo>
                    <a:lnTo>
                      <a:pt x="14" y="20"/>
                    </a:lnTo>
                    <a:lnTo>
                      <a:pt x="18" y="18"/>
                    </a:lnTo>
                    <a:lnTo>
                      <a:pt x="21" y="16"/>
                    </a:lnTo>
                    <a:lnTo>
                      <a:pt x="25" y="13"/>
                    </a:lnTo>
                    <a:lnTo>
                      <a:pt x="27" y="6"/>
                    </a:lnTo>
                    <a:lnTo>
                      <a:pt x="25" y="4"/>
                    </a:lnTo>
                    <a:lnTo>
                      <a:pt x="24" y="2"/>
                    </a:lnTo>
                    <a:lnTo>
                      <a:pt x="23" y="0"/>
                    </a:lnTo>
                    <a:lnTo>
                      <a:pt x="18" y="1"/>
                    </a:lnTo>
                    <a:lnTo>
                      <a:pt x="14" y="3"/>
                    </a:lnTo>
                    <a:lnTo>
                      <a:pt x="8" y="3"/>
                    </a:lnTo>
                    <a:lnTo>
                      <a:pt x="5" y="5"/>
                    </a:lnTo>
                    <a:lnTo>
                      <a:pt x="6" y="7"/>
                    </a:lnTo>
                    <a:lnTo>
                      <a:pt x="2" y="9"/>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34064" name="Group 273"/>
            <p:cNvGrpSpPr/>
            <p:nvPr/>
          </p:nvGrpSpPr>
          <p:grpSpPr>
            <a:xfrm>
              <a:off x="1873" y="1724"/>
              <a:ext cx="451" cy="241"/>
              <a:chOff x="2183" y="3193"/>
              <a:chExt cx="345" cy="261"/>
            </a:xfrm>
          </p:grpSpPr>
          <p:sp>
            <p:nvSpPr>
              <p:cNvPr id="34065" name="Freeform 274"/>
              <p:cNvSpPr/>
              <p:nvPr/>
            </p:nvSpPr>
            <p:spPr>
              <a:xfrm>
                <a:off x="2400" y="3193"/>
                <a:ext cx="128" cy="128"/>
              </a:xfrm>
              <a:custGeom>
                <a:avLst/>
                <a:gdLst/>
                <a:ahLst/>
                <a:cxnLst>
                  <a:cxn ang="0">
                    <a:pos x="127" y="77"/>
                  </a:cxn>
                  <a:cxn ang="0">
                    <a:pos x="80" y="0"/>
                  </a:cxn>
                  <a:cxn ang="0">
                    <a:pos x="0" y="43"/>
                  </a:cxn>
                  <a:cxn ang="0">
                    <a:pos x="51" y="127"/>
                  </a:cxn>
                  <a:cxn ang="0">
                    <a:pos x="127" y="77"/>
                  </a:cxn>
                </a:cxnLst>
                <a:rect l="0" t="0" r="0" b="0"/>
                <a:pathLst>
                  <a:path w="128" h="128">
                    <a:moveTo>
                      <a:pt x="127" y="77"/>
                    </a:moveTo>
                    <a:lnTo>
                      <a:pt x="80" y="0"/>
                    </a:lnTo>
                    <a:lnTo>
                      <a:pt x="0" y="43"/>
                    </a:lnTo>
                    <a:lnTo>
                      <a:pt x="51" y="127"/>
                    </a:lnTo>
                    <a:lnTo>
                      <a:pt x="127" y="7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4066" name="Freeform 275"/>
              <p:cNvSpPr/>
              <p:nvPr/>
            </p:nvSpPr>
            <p:spPr>
              <a:xfrm>
                <a:off x="2300" y="3275"/>
                <a:ext cx="109" cy="91"/>
              </a:xfrm>
              <a:custGeom>
                <a:avLst/>
                <a:gdLst/>
                <a:ahLst/>
                <a:cxnLst>
                  <a:cxn ang="0">
                    <a:pos x="10" y="31"/>
                  </a:cxn>
                  <a:cxn ang="0">
                    <a:pos x="62" y="1"/>
                  </a:cxn>
                  <a:cxn ang="0">
                    <a:pos x="84" y="0"/>
                  </a:cxn>
                  <a:cxn ang="0">
                    <a:pos x="108" y="40"/>
                  </a:cxn>
                  <a:cxn ang="0">
                    <a:pos x="96" y="58"/>
                  </a:cxn>
                  <a:cxn ang="0">
                    <a:pos x="45" y="88"/>
                  </a:cxn>
                  <a:cxn ang="0">
                    <a:pos x="24" y="90"/>
                  </a:cxn>
                  <a:cxn ang="0">
                    <a:pos x="0" y="49"/>
                  </a:cxn>
                  <a:cxn ang="0">
                    <a:pos x="10" y="31"/>
                  </a:cxn>
                </a:cxnLst>
                <a:rect l="0" t="0" r="0" b="0"/>
                <a:pathLst>
                  <a:path w="109" h="91">
                    <a:moveTo>
                      <a:pt x="10" y="31"/>
                    </a:moveTo>
                    <a:lnTo>
                      <a:pt x="62" y="1"/>
                    </a:lnTo>
                    <a:lnTo>
                      <a:pt x="84" y="0"/>
                    </a:lnTo>
                    <a:lnTo>
                      <a:pt x="108" y="40"/>
                    </a:lnTo>
                    <a:lnTo>
                      <a:pt x="96" y="58"/>
                    </a:lnTo>
                    <a:lnTo>
                      <a:pt x="45" y="88"/>
                    </a:lnTo>
                    <a:lnTo>
                      <a:pt x="24" y="90"/>
                    </a:lnTo>
                    <a:lnTo>
                      <a:pt x="0" y="49"/>
                    </a:lnTo>
                    <a:lnTo>
                      <a:pt x="10" y="3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4067" name="Freeform 276"/>
              <p:cNvSpPr/>
              <p:nvPr/>
            </p:nvSpPr>
            <p:spPr>
              <a:xfrm>
                <a:off x="2336" y="3257"/>
                <a:ext cx="110" cy="91"/>
              </a:xfrm>
              <a:custGeom>
                <a:avLst/>
                <a:gdLst/>
                <a:ahLst/>
                <a:cxnLst>
                  <a:cxn ang="0">
                    <a:pos x="11" y="32"/>
                  </a:cxn>
                  <a:cxn ang="0">
                    <a:pos x="63" y="2"/>
                  </a:cxn>
                  <a:cxn ang="0">
                    <a:pos x="85" y="0"/>
                  </a:cxn>
                  <a:cxn ang="0">
                    <a:pos x="109" y="40"/>
                  </a:cxn>
                  <a:cxn ang="0">
                    <a:pos x="97" y="57"/>
                  </a:cxn>
                  <a:cxn ang="0">
                    <a:pos x="46" y="87"/>
                  </a:cxn>
                  <a:cxn ang="0">
                    <a:pos x="23" y="90"/>
                  </a:cxn>
                  <a:cxn ang="0">
                    <a:pos x="0" y="50"/>
                  </a:cxn>
                  <a:cxn ang="0">
                    <a:pos x="11" y="32"/>
                  </a:cxn>
                </a:cxnLst>
                <a:rect l="0" t="0" r="0" b="0"/>
                <a:pathLst>
                  <a:path w="110" h="91">
                    <a:moveTo>
                      <a:pt x="11" y="32"/>
                    </a:moveTo>
                    <a:lnTo>
                      <a:pt x="63" y="2"/>
                    </a:lnTo>
                    <a:lnTo>
                      <a:pt x="85" y="0"/>
                    </a:lnTo>
                    <a:lnTo>
                      <a:pt x="109" y="40"/>
                    </a:lnTo>
                    <a:lnTo>
                      <a:pt x="97" y="57"/>
                    </a:lnTo>
                    <a:lnTo>
                      <a:pt x="46" y="87"/>
                    </a:lnTo>
                    <a:lnTo>
                      <a:pt x="23" y="90"/>
                    </a:lnTo>
                    <a:lnTo>
                      <a:pt x="0" y="50"/>
                    </a:lnTo>
                    <a:lnTo>
                      <a:pt x="11" y="3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4068" name="Freeform 277"/>
              <p:cNvSpPr/>
              <p:nvPr/>
            </p:nvSpPr>
            <p:spPr>
              <a:xfrm>
                <a:off x="2310" y="3268"/>
                <a:ext cx="97" cy="38"/>
              </a:xfrm>
              <a:custGeom>
                <a:avLst/>
                <a:gdLst/>
                <a:ahLst/>
                <a:cxnLst>
                  <a:cxn ang="0">
                    <a:pos x="50" y="6"/>
                  </a:cxn>
                  <a:cxn ang="0">
                    <a:pos x="96" y="0"/>
                  </a:cxn>
                  <a:cxn ang="0">
                    <a:pos x="45" y="29"/>
                  </a:cxn>
                  <a:cxn ang="0">
                    <a:pos x="0" y="37"/>
                  </a:cxn>
                  <a:cxn ang="0">
                    <a:pos x="50" y="6"/>
                  </a:cxn>
                </a:cxnLst>
                <a:rect l="0" t="0" r="0" b="0"/>
                <a:pathLst>
                  <a:path w="97" h="38">
                    <a:moveTo>
                      <a:pt x="50" y="6"/>
                    </a:moveTo>
                    <a:lnTo>
                      <a:pt x="96" y="0"/>
                    </a:lnTo>
                    <a:lnTo>
                      <a:pt x="45" y="29"/>
                    </a:lnTo>
                    <a:lnTo>
                      <a:pt x="0" y="37"/>
                    </a:lnTo>
                    <a:lnTo>
                      <a:pt x="50" y="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4069" name="Freeform 278"/>
              <p:cNvSpPr/>
              <p:nvPr/>
            </p:nvSpPr>
            <p:spPr>
              <a:xfrm>
                <a:off x="2323" y="3347"/>
                <a:ext cx="63" cy="20"/>
              </a:xfrm>
              <a:custGeom>
                <a:avLst/>
                <a:gdLst/>
                <a:ahLst/>
                <a:cxnLst>
                  <a:cxn ang="0">
                    <a:pos x="0" y="19"/>
                  </a:cxn>
                  <a:cxn ang="0">
                    <a:pos x="39" y="0"/>
                  </a:cxn>
                  <a:cxn ang="0">
                    <a:pos x="62" y="0"/>
                  </a:cxn>
                  <a:cxn ang="0">
                    <a:pos x="22" y="19"/>
                  </a:cxn>
                  <a:cxn ang="0">
                    <a:pos x="0" y="19"/>
                  </a:cxn>
                </a:cxnLst>
                <a:rect l="0" t="0" r="0" b="0"/>
                <a:pathLst>
                  <a:path w="63" h="20">
                    <a:moveTo>
                      <a:pt x="0" y="19"/>
                    </a:moveTo>
                    <a:lnTo>
                      <a:pt x="39" y="0"/>
                    </a:lnTo>
                    <a:lnTo>
                      <a:pt x="62" y="0"/>
                    </a:lnTo>
                    <a:lnTo>
                      <a:pt x="22" y="19"/>
                    </a:lnTo>
                    <a:lnTo>
                      <a:pt x="0" y="19"/>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4070" name="Line 279"/>
              <p:cNvSpPr/>
              <p:nvPr/>
            </p:nvSpPr>
            <p:spPr>
              <a:xfrm flipV="1">
                <a:off x="2304" y="3305"/>
                <a:ext cx="29" cy="23"/>
              </a:xfrm>
              <a:prstGeom prst="line">
                <a:avLst/>
              </a:prstGeom>
              <a:ln w="12700" cap="flat" cmpd="sng">
                <a:solidFill>
                  <a:schemeClr val="tx1"/>
                </a:solidFill>
                <a:prstDash val="solid"/>
                <a:headEnd type="none" w="med" len="med"/>
                <a:tailEnd type="none" w="med" len="med"/>
              </a:ln>
            </p:spPr>
          </p:sp>
          <p:sp>
            <p:nvSpPr>
              <p:cNvPr id="34071" name="Oval 280"/>
              <p:cNvSpPr/>
              <p:nvPr/>
            </p:nvSpPr>
            <p:spPr>
              <a:xfrm rot="-1860000">
                <a:off x="2357" y="3294"/>
                <a:ext cx="20" cy="12"/>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072" name="Line 281"/>
              <p:cNvSpPr/>
              <p:nvPr/>
            </p:nvSpPr>
            <p:spPr>
              <a:xfrm flipV="1">
                <a:off x="2359" y="3284"/>
                <a:ext cx="2" cy="14"/>
              </a:xfrm>
              <a:prstGeom prst="line">
                <a:avLst/>
              </a:prstGeom>
              <a:ln w="12700" cap="flat" cmpd="sng">
                <a:solidFill>
                  <a:schemeClr val="tx1"/>
                </a:solidFill>
                <a:prstDash val="solid"/>
                <a:headEnd type="none" w="med" len="med"/>
                <a:tailEnd type="none" w="med" len="med"/>
              </a:ln>
            </p:spPr>
          </p:sp>
          <p:sp>
            <p:nvSpPr>
              <p:cNvPr id="34073" name="Line 282"/>
              <p:cNvSpPr/>
              <p:nvPr/>
            </p:nvSpPr>
            <p:spPr>
              <a:xfrm>
                <a:off x="2363" y="3298"/>
                <a:ext cx="2" cy="0"/>
              </a:xfrm>
              <a:prstGeom prst="line">
                <a:avLst/>
              </a:prstGeom>
              <a:ln w="12700" cap="flat" cmpd="sng">
                <a:solidFill>
                  <a:schemeClr val="tx1"/>
                </a:solidFill>
                <a:prstDash val="solid"/>
                <a:headEnd type="none" w="med" len="med"/>
                <a:tailEnd type="none" w="med" len="med"/>
              </a:ln>
            </p:spPr>
          </p:sp>
          <p:sp>
            <p:nvSpPr>
              <p:cNvPr id="34074" name="Oval 283"/>
              <p:cNvSpPr/>
              <p:nvPr/>
            </p:nvSpPr>
            <p:spPr>
              <a:xfrm rot="-1860000">
                <a:off x="2357" y="3290"/>
                <a:ext cx="84" cy="4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075" name="Line 284"/>
              <p:cNvSpPr/>
              <p:nvPr/>
            </p:nvSpPr>
            <p:spPr>
              <a:xfrm flipV="1">
                <a:off x="2405" y="3248"/>
                <a:ext cx="31" cy="24"/>
              </a:xfrm>
              <a:prstGeom prst="line">
                <a:avLst/>
              </a:prstGeom>
              <a:ln w="12700" cap="flat" cmpd="sng">
                <a:solidFill>
                  <a:schemeClr val="tx1"/>
                </a:solidFill>
                <a:prstDash val="solid"/>
                <a:headEnd type="none" w="med" len="med"/>
                <a:tailEnd type="none" w="med" len="med"/>
              </a:ln>
            </p:spPr>
          </p:sp>
          <p:sp>
            <p:nvSpPr>
              <p:cNvPr id="34076" name="Freeform 285"/>
              <p:cNvSpPr/>
              <p:nvPr/>
            </p:nvSpPr>
            <p:spPr>
              <a:xfrm>
                <a:off x="2358" y="3287"/>
                <a:ext cx="28" cy="20"/>
              </a:xfrm>
              <a:custGeom>
                <a:avLst/>
                <a:gdLst/>
                <a:ahLst/>
                <a:cxnLst>
                  <a:cxn ang="0">
                    <a:pos x="0" y="13"/>
                  </a:cxn>
                  <a:cxn ang="0">
                    <a:pos x="14" y="0"/>
                  </a:cxn>
                  <a:cxn ang="0">
                    <a:pos x="27" y="2"/>
                  </a:cxn>
                  <a:cxn ang="0">
                    <a:pos x="24" y="19"/>
                  </a:cxn>
                  <a:cxn ang="0">
                    <a:pos x="0" y="13"/>
                  </a:cxn>
                </a:cxnLst>
                <a:rect l="0" t="0" r="0" b="0"/>
                <a:pathLst>
                  <a:path w="28" h="20">
                    <a:moveTo>
                      <a:pt x="0" y="13"/>
                    </a:moveTo>
                    <a:lnTo>
                      <a:pt x="14" y="0"/>
                    </a:lnTo>
                    <a:lnTo>
                      <a:pt x="27" y="2"/>
                    </a:lnTo>
                    <a:lnTo>
                      <a:pt x="24" y="19"/>
                    </a:lnTo>
                    <a:lnTo>
                      <a:pt x="0" y="1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4077" name="Freeform 286"/>
              <p:cNvSpPr/>
              <p:nvPr/>
            </p:nvSpPr>
            <p:spPr>
              <a:xfrm>
                <a:off x="2360" y="3287"/>
                <a:ext cx="29" cy="22"/>
              </a:xfrm>
              <a:custGeom>
                <a:avLst/>
                <a:gdLst/>
                <a:ahLst/>
                <a:cxnLst>
                  <a:cxn ang="0">
                    <a:pos x="20" y="0"/>
                  </a:cxn>
                  <a:cxn ang="0">
                    <a:pos x="28" y="11"/>
                  </a:cxn>
                  <a:cxn ang="0">
                    <a:pos x="16" y="21"/>
                  </a:cxn>
                  <a:cxn ang="0">
                    <a:pos x="0" y="16"/>
                  </a:cxn>
                  <a:cxn ang="0">
                    <a:pos x="14" y="5"/>
                  </a:cxn>
                  <a:cxn ang="0">
                    <a:pos x="20" y="0"/>
                  </a:cxn>
                </a:cxnLst>
                <a:rect l="0" t="0" r="0" b="0"/>
                <a:pathLst>
                  <a:path w="29" h="22">
                    <a:moveTo>
                      <a:pt x="20" y="0"/>
                    </a:moveTo>
                    <a:lnTo>
                      <a:pt x="28" y="11"/>
                    </a:lnTo>
                    <a:lnTo>
                      <a:pt x="16" y="21"/>
                    </a:lnTo>
                    <a:lnTo>
                      <a:pt x="0" y="16"/>
                    </a:lnTo>
                    <a:lnTo>
                      <a:pt x="14" y="5"/>
                    </a:lnTo>
                    <a:lnTo>
                      <a:pt x="2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4078" name="Rectangle 287"/>
              <p:cNvSpPr/>
              <p:nvPr/>
            </p:nvSpPr>
            <p:spPr>
              <a:xfrm rot="-1860000">
                <a:off x="2309" y="3344"/>
                <a:ext cx="21" cy="11"/>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079" name="Freeform 288"/>
              <p:cNvSpPr/>
              <p:nvPr/>
            </p:nvSpPr>
            <p:spPr>
              <a:xfrm>
                <a:off x="2183" y="3303"/>
                <a:ext cx="150" cy="151"/>
              </a:xfrm>
              <a:custGeom>
                <a:avLst/>
                <a:gdLst/>
                <a:ahLst/>
                <a:cxnLst>
                  <a:cxn ang="0">
                    <a:pos x="0" y="53"/>
                  </a:cxn>
                  <a:cxn ang="0">
                    <a:pos x="57" y="150"/>
                  </a:cxn>
                  <a:cxn ang="0">
                    <a:pos x="149" y="90"/>
                  </a:cxn>
                  <a:cxn ang="0">
                    <a:pos x="94" y="0"/>
                  </a:cxn>
                  <a:cxn ang="0">
                    <a:pos x="0" y="53"/>
                  </a:cxn>
                </a:cxnLst>
                <a:rect l="0" t="0" r="0" b="0"/>
                <a:pathLst>
                  <a:path w="150" h="151">
                    <a:moveTo>
                      <a:pt x="0" y="53"/>
                    </a:moveTo>
                    <a:lnTo>
                      <a:pt x="57" y="150"/>
                    </a:lnTo>
                    <a:lnTo>
                      <a:pt x="149" y="90"/>
                    </a:lnTo>
                    <a:lnTo>
                      <a:pt x="94" y="0"/>
                    </a:lnTo>
                    <a:lnTo>
                      <a:pt x="0" y="5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4080" name="Line 289"/>
              <p:cNvSpPr/>
              <p:nvPr/>
            </p:nvSpPr>
            <p:spPr>
              <a:xfrm flipV="1">
                <a:off x="2387" y="3326"/>
                <a:ext cx="5" cy="11"/>
              </a:xfrm>
              <a:prstGeom prst="line">
                <a:avLst/>
              </a:prstGeom>
              <a:ln w="12700" cap="flat" cmpd="sng">
                <a:solidFill>
                  <a:schemeClr val="tx1"/>
                </a:solidFill>
                <a:prstDash val="solid"/>
                <a:headEnd type="none" w="med" len="med"/>
                <a:tailEnd type="none" w="med" len="med"/>
              </a:ln>
            </p:spPr>
          </p:sp>
          <p:sp>
            <p:nvSpPr>
              <p:cNvPr id="34081" name="Line 290"/>
              <p:cNvSpPr/>
              <p:nvPr/>
            </p:nvSpPr>
            <p:spPr>
              <a:xfrm flipV="1">
                <a:off x="2386" y="3323"/>
                <a:ext cx="6" cy="14"/>
              </a:xfrm>
              <a:prstGeom prst="line">
                <a:avLst/>
              </a:prstGeom>
              <a:ln w="12700" cap="flat" cmpd="sng">
                <a:solidFill>
                  <a:schemeClr val="tx1"/>
                </a:solidFill>
                <a:prstDash val="solid"/>
                <a:headEnd type="none" w="med" len="med"/>
                <a:tailEnd type="none" w="med" len="med"/>
              </a:ln>
            </p:spPr>
          </p:sp>
          <p:sp>
            <p:nvSpPr>
              <p:cNvPr id="34082" name="Freeform 291"/>
              <p:cNvSpPr/>
              <p:nvPr/>
            </p:nvSpPr>
            <p:spPr>
              <a:xfrm>
                <a:off x="2381" y="3319"/>
                <a:ext cx="30" cy="26"/>
              </a:xfrm>
              <a:custGeom>
                <a:avLst/>
                <a:gdLst/>
                <a:ahLst/>
                <a:cxnLst>
                  <a:cxn ang="0">
                    <a:pos x="23" y="19"/>
                  </a:cxn>
                  <a:cxn ang="0">
                    <a:pos x="29" y="15"/>
                  </a:cxn>
                  <a:cxn ang="0">
                    <a:pos x="27" y="13"/>
                  </a:cxn>
                  <a:cxn ang="0">
                    <a:pos x="21" y="2"/>
                  </a:cxn>
                  <a:cxn ang="0">
                    <a:pos x="20" y="0"/>
                  </a:cxn>
                  <a:cxn ang="0">
                    <a:pos x="14" y="4"/>
                  </a:cxn>
                  <a:cxn ang="0">
                    <a:pos x="10" y="10"/>
                  </a:cxn>
                  <a:cxn ang="0">
                    <a:pos x="4" y="15"/>
                  </a:cxn>
                  <a:cxn ang="0">
                    <a:pos x="0" y="21"/>
                  </a:cxn>
                  <a:cxn ang="0">
                    <a:pos x="1" y="23"/>
                  </a:cxn>
                  <a:cxn ang="0">
                    <a:pos x="7" y="20"/>
                  </a:cxn>
                  <a:cxn ang="0">
                    <a:pos x="10" y="25"/>
                  </a:cxn>
                  <a:cxn ang="0">
                    <a:pos x="17" y="23"/>
                  </a:cxn>
                  <a:cxn ang="0">
                    <a:pos x="23" y="19"/>
                  </a:cxn>
                </a:cxnLst>
                <a:rect l="0" t="0" r="0" b="0"/>
                <a:pathLst>
                  <a:path w="30" h="26">
                    <a:moveTo>
                      <a:pt x="23" y="19"/>
                    </a:moveTo>
                    <a:lnTo>
                      <a:pt x="29" y="15"/>
                    </a:lnTo>
                    <a:lnTo>
                      <a:pt x="27" y="13"/>
                    </a:lnTo>
                    <a:lnTo>
                      <a:pt x="21" y="2"/>
                    </a:lnTo>
                    <a:lnTo>
                      <a:pt x="20" y="0"/>
                    </a:lnTo>
                    <a:lnTo>
                      <a:pt x="14" y="4"/>
                    </a:lnTo>
                    <a:lnTo>
                      <a:pt x="10" y="10"/>
                    </a:lnTo>
                    <a:lnTo>
                      <a:pt x="4" y="15"/>
                    </a:lnTo>
                    <a:lnTo>
                      <a:pt x="0" y="21"/>
                    </a:lnTo>
                    <a:lnTo>
                      <a:pt x="1" y="23"/>
                    </a:lnTo>
                    <a:lnTo>
                      <a:pt x="7" y="20"/>
                    </a:lnTo>
                    <a:lnTo>
                      <a:pt x="10" y="25"/>
                    </a:lnTo>
                    <a:lnTo>
                      <a:pt x="17" y="23"/>
                    </a:lnTo>
                    <a:lnTo>
                      <a:pt x="23"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83" name="Freeform 292"/>
              <p:cNvSpPr/>
              <p:nvPr/>
            </p:nvSpPr>
            <p:spPr>
              <a:xfrm>
                <a:off x="2382" y="3325"/>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84" name="Freeform 293"/>
              <p:cNvSpPr/>
              <p:nvPr/>
            </p:nvSpPr>
            <p:spPr>
              <a:xfrm>
                <a:off x="2399" y="3319"/>
                <a:ext cx="25" cy="20"/>
              </a:xfrm>
              <a:custGeom>
                <a:avLst/>
                <a:gdLst/>
                <a:ahLst/>
                <a:cxnLst>
                  <a:cxn ang="0">
                    <a:pos x="0" y="16"/>
                  </a:cxn>
                  <a:cxn ang="0">
                    <a:pos x="2" y="19"/>
                  </a:cxn>
                  <a:cxn ang="0">
                    <a:pos x="5" y="16"/>
                  </a:cxn>
                  <a:cxn ang="0">
                    <a:pos x="6" y="19"/>
                  </a:cxn>
                  <a:cxn ang="0">
                    <a:pos x="10" y="19"/>
                  </a:cxn>
                  <a:cxn ang="0">
                    <a:pos x="14" y="19"/>
                  </a:cxn>
                  <a:cxn ang="0">
                    <a:pos x="17" y="16"/>
                  </a:cxn>
                  <a:cxn ang="0">
                    <a:pos x="19" y="11"/>
                  </a:cxn>
                  <a:cxn ang="0">
                    <a:pos x="21" y="8"/>
                  </a:cxn>
                  <a:cxn ang="0">
                    <a:pos x="20" y="5"/>
                  </a:cxn>
                  <a:cxn ang="0">
                    <a:pos x="24" y="3"/>
                  </a:cxn>
                  <a:cxn ang="0">
                    <a:pos x="22" y="1"/>
                  </a:cxn>
                  <a:cxn ang="0">
                    <a:pos x="18" y="1"/>
                  </a:cxn>
                  <a:cxn ang="0">
                    <a:pos x="13" y="1"/>
                  </a:cxn>
                  <a:cxn ang="0">
                    <a:pos x="9" y="0"/>
                  </a:cxn>
                  <a:cxn ang="0">
                    <a:pos x="6" y="2"/>
                  </a:cxn>
                  <a:cxn ang="0">
                    <a:pos x="4" y="7"/>
                  </a:cxn>
                  <a:cxn ang="0">
                    <a:pos x="2" y="11"/>
                  </a:cxn>
                  <a:cxn ang="0">
                    <a:pos x="0" y="16"/>
                  </a:cxn>
                </a:cxnLst>
                <a:rect l="0" t="0" r="0" b="0"/>
                <a:pathLst>
                  <a:path w="25" h="20">
                    <a:moveTo>
                      <a:pt x="0" y="16"/>
                    </a:moveTo>
                    <a:lnTo>
                      <a:pt x="2" y="19"/>
                    </a:lnTo>
                    <a:lnTo>
                      <a:pt x="5" y="16"/>
                    </a:lnTo>
                    <a:lnTo>
                      <a:pt x="6" y="19"/>
                    </a:lnTo>
                    <a:lnTo>
                      <a:pt x="10" y="19"/>
                    </a:lnTo>
                    <a:lnTo>
                      <a:pt x="14" y="19"/>
                    </a:lnTo>
                    <a:lnTo>
                      <a:pt x="17" y="16"/>
                    </a:lnTo>
                    <a:lnTo>
                      <a:pt x="19" y="11"/>
                    </a:lnTo>
                    <a:lnTo>
                      <a:pt x="21" y="8"/>
                    </a:lnTo>
                    <a:lnTo>
                      <a:pt x="20" y="5"/>
                    </a:lnTo>
                    <a:lnTo>
                      <a:pt x="24" y="3"/>
                    </a:lnTo>
                    <a:lnTo>
                      <a:pt x="22" y="1"/>
                    </a:lnTo>
                    <a:lnTo>
                      <a:pt x="18" y="1"/>
                    </a:lnTo>
                    <a:lnTo>
                      <a:pt x="13" y="1"/>
                    </a:lnTo>
                    <a:lnTo>
                      <a:pt x="9" y="0"/>
                    </a:lnTo>
                    <a:lnTo>
                      <a:pt x="6" y="2"/>
                    </a:lnTo>
                    <a:lnTo>
                      <a:pt x="4" y="7"/>
                    </a:lnTo>
                    <a:lnTo>
                      <a:pt x="2" y="11"/>
                    </a:lnTo>
                    <a:lnTo>
                      <a:pt x="0"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85" name="Line 294"/>
              <p:cNvSpPr/>
              <p:nvPr/>
            </p:nvSpPr>
            <p:spPr>
              <a:xfrm flipV="1">
                <a:off x="2372" y="3323"/>
                <a:ext cx="2" cy="10"/>
              </a:xfrm>
              <a:prstGeom prst="line">
                <a:avLst/>
              </a:prstGeom>
              <a:ln w="12700" cap="flat" cmpd="sng">
                <a:solidFill>
                  <a:schemeClr val="tx1"/>
                </a:solidFill>
                <a:prstDash val="solid"/>
                <a:headEnd type="none" w="med" len="med"/>
                <a:tailEnd type="none" w="med" len="med"/>
              </a:ln>
            </p:spPr>
          </p:sp>
          <p:sp>
            <p:nvSpPr>
              <p:cNvPr id="34086" name="Line 295"/>
              <p:cNvSpPr/>
              <p:nvPr/>
            </p:nvSpPr>
            <p:spPr>
              <a:xfrm flipV="1">
                <a:off x="2368" y="3316"/>
                <a:ext cx="6" cy="13"/>
              </a:xfrm>
              <a:prstGeom prst="line">
                <a:avLst/>
              </a:prstGeom>
              <a:ln w="12700" cap="flat" cmpd="sng">
                <a:solidFill>
                  <a:schemeClr val="tx1"/>
                </a:solidFill>
                <a:prstDash val="solid"/>
                <a:headEnd type="none" w="med" len="med"/>
                <a:tailEnd type="none" w="med" len="med"/>
              </a:ln>
            </p:spPr>
          </p:sp>
          <p:sp>
            <p:nvSpPr>
              <p:cNvPr id="34087" name="Freeform 296"/>
              <p:cNvSpPr/>
              <p:nvPr/>
            </p:nvSpPr>
            <p:spPr>
              <a:xfrm>
                <a:off x="2368" y="3316"/>
                <a:ext cx="31" cy="22"/>
              </a:xfrm>
              <a:custGeom>
                <a:avLst/>
                <a:gdLst/>
                <a:ahLst/>
                <a:cxnLst>
                  <a:cxn ang="0">
                    <a:pos x="24" y="18"/>
                  </a:cxn>
                  <a:cxn ang="0">
                    <a:pos x="30" y="14"/>
                  </a:cxn>
                  <a:cxn ang="0">
                    <a:pos x="28" y="12"/>
                  </a:cxn>
                  <a:cxn ang="0">
                    <a:pos x="22" y="2"/>
                  </a:cxn>
                  <a:cxn ang="0">
                    <a:pos x="21" y="0"/>
                  </a:cxn>
                  <a:cxn ang="0">
                    <a:pos x="14" y="3"/>
                  </a:cxn>
                  <a:cxn ang="0">
                    <a:pos x="8" y="6"/>
                  </a:cxn>
                  <a:cxn ang="0">
                    <a:pos x="4" y="12"/>
                  </a:cxn>
                  <a:cxn ang="0">
                    <a:pos x="5" y="14"/>
                  </a:cxn>
                  <a:cxn ang="0">
                    <a:pos x="0" y="17"/>
                  </a:cxn>
                  <a:cxn ang="0">
                    <a:pos x="1" y="19"/>
                  </a:cxn>
                  <a:cxn ang="0">
                    <a:pos x="7" y="18"/>
                  </a:cxn>
                  <a:cxn ang="0">
                    <a:pos x="10" y="21"/>
                  </a:cxn>
                  <a:cxn ang="0">
                    <a:pos x="16" y="19"/>
                  </a:cxn>
                  <a:cxn ang="0">
                    <a:pos x="24" y="18"/>
                  </a:cxn>
                </a:cxnLst>
                <a:rect l="0" t="0" r="0" b="0"/>
                <a:pathLst>
                  <a:path w="31" h="22">
                    <a:moveTo>
                      <a:pt x="24" y="18"/>
                    </a:moveTo>
                    <a:lnTo>
                      <a:pt x="30" y="14"/>
                    </a:lnTo>
                    <a:lnTo>
                      <a:pt x="28" y="12"/>
                    </a:lnTo>
                    <a:lnTo>
                      <a:pt x="22" y="2"/>
                    </a:lnTo>
                    <a:lnTo>
                      <a:pt x="21" y="0"/>
                    </a:lnTo>
                    <a:lnTo>
                      <a:pt x="14" y="3"/>
                    </a:lnTo>
                    <a:lnTo>
                      <a:pt x="8" y="6"/>
                    </a:lnTo>
                    <a:lnTo>
                      <a:pt x="4" y="12"/>
                    </a:lnTo>
                    <a:lnTo>
                      <a:pt x="5" y="14"/>
                    </a:lnTo>
                    <a:lnTo>
                      <a:pt x="0" y="17"/>
                    </a:lnTo>
                    <a:lnTo>
                      <a:pt x="1" y="19"/>
                    </a:lnTo>
                    <a:lnTo>
                      <a:pt x="7" y="18"/>
                    </a:lnTo>
                    <a:lnTo>
                      <a:pt x="10" y="21"/>
                    </a:lnTo>
                    <a:lnTo>
                      <a:pt x="16" y="19"/>
                    </a:lnTo>
                    <a:lnTo>
                      <a:pt x="24"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88" name="Freeform 297"/>
              <p:cNvSpPr/>
              <p:nvPr/>
            </p:nvSpPr>
            <p:spPr>
              <a:xfrm>
                <a:off x="2369" y="3320"/>
                <a:ext cx="29" cy="21"/>
              </a:xfrm>
              <a:custGeom>
                <a:avLst/>
                <a:gdLst/>
                <a:ahLst/>
                <a:cxnLst>
                  <a:cxn ang="0">
                    <a:pos x="0" y="6"/>
                  </a:cxn>
                  <a:cxn ang="0">
                    <a:pos x="24" y="0"/>
                  </a:cxn>
                  <a:cxn ang="0">
                    <a:pos x="28" y="11"/>
                  </a:cxn>
                  <a:cxn ang="0">
                    <a:pos x="2" y="20"/>
                  </a:cxn>
                  <a:cxn ang="0">
                    <a:pos x="0" y="6"/>
                  </a:cxn>
                </a:cxnLst>
                <a:rect l="0" t="0" r="0" b="0"/>
                <a:pathLst>
                  <a:path w="29" h="21">
                    <a:moveTo>
                      <a:pt x="0" y="6"/>
                    </a:moveTo>
                    <a:lnTo>
                      <a:pt x="24" y="0"/>
                    </a:lnTo>
                    <a:lnTo>
                      <a:pt x="28" y="11"/>
                    </a:lnTo>
                    <a:lnTo>
                      <a:pt x="2" y="20"/>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89" name="Freeform 298"/>
              <p:cNvSpPr/>
              <p:nvPr/>
            </p:nvSpPr>
            <p:spPr>
              <a:xfrm>
                <a:off x="2382" y="3311"/>
                <a:ext cx="26" cy="23"/>
              </a:xfrm>
              <a:custGeom>
                <a:avLst/>
                <a:gdLst/>
                <a:ahLst/>
                <a:cxnLst>
                  <a:cxn ang="0">
                    <a:pos x="0" y="15"/>
                  </a:cxn>
                  <a:cxn ang="0">
                    <a:pos x="2" y="18"/>
                  </a:cxn>
                  <a:cxn ang="0">
                    <a:pos x="5" y="16"/>
                  </a:cxn>
                  <a:cxn ang="0">
                    <a:pos x="7" y="22"/>
                  </a:cxn>
                  <a:cxn ang="0">
                    <a:pos x="13" y="22"/>
                  </a:cxn>
                  <a:cxn ang="0">
                    <a:pos x="17" y="19"/>
                  </a:cxn>
                  <a:cxn ang="0">
                    <a:pos x="20" y="18"/>
                  </a:cxn>
                  <a:cxn ang="0">
                    <a:pos x="23" y="16"/>
                  </a:cxn>
                  <a:cxn ang="0">
                    <a:pos x="25" y="12"/>
                  </a:cxn>
                  <a:cxn ang="0">
                    <a:pos x="21" y="7"/>
                  </a:cxn>
                  <a:cxn ang="0">
                    <a:pos x="25" y="5"/>
                  </a:cxn>
                  <a:cxn ang="0">
                    <a:pos x="23" y="3"/>
                  </a:cxn>
                  <a:cxn ang="0">
                    <a:pos x="19" y="3"/>
                  </a:cxn>
                  <a:cxn ang="0">
                    <a:pos x="17" y="0"/>
                  </a:cxn>
                  <a:cxn ang="0">
                    <a:pos x="13" y="2"/>
                  </a:cxn>
                  <a:cxn ang="0">
                    <a:pos x="10" y="4"/>
                  </a:cxn>
                  <a:cxn ang="0">
                    <a:pos x="4" y="7"/>
                  </a:cxn>
                  <a:cxn ang="0">
                    <a:pos x="1" y="9"/>
                  </a:cxn>
                  <a:cxn ang="0">
                    <a:pos x="2" y="11"/>
                  </a:cxn>
                  <a:cxn ang="0">
                    <a:pos x="0" y="15"/>
                  </a:cxn>
                </a:cxnLst>
                <a:rect l="0" t="0" r="0" b="0"/>
                <a:pathLst>
                  <a:path w="26" h="23">
                    <a:moveTo>
                      <a:pt x="0" y="15"/>
                    </a:moveTo>
                    <a:lnTo>
                      <a:pt x="2" y="18"/>
                    </a:lnTo>
                    <a:lnTo>
                      <a:pt x="5" y="16"/>
                    </a:lnTo>
                    <a:lnTo>
                      <a:pt x="7" y="22"/>
                    </a:lnTo>
                    <a:lnTo>
                      <a:pt x="13" y="22"/>
                    </a:lnTo>
                    <a:lnTo>
                      <a:pt x="17" y="19"/>
                    </a:lnTo>
                    <a:lnTo>
                      <a:pt x="20" y="18"/>
                    </a:lnTo>
                    <a:lnTo>
                      <a:pt x="23" y="16"/>
                    </a:lnTo>
                    <a:lnTo>
                      <a:pt x="25" y="12"/>
                    </a:lnTo>
                    <a:lnTo>
                      <a:pt x="21" y="7"/>
                    </a:lnTo>
                    <a:lnTo>
                      <a:pt x="25" y="5"/>
                    </a:lnTo>
                    <a:lnTo>
                      <a:pt x="23" y="3"/>
                    </a:lnTo>
                    <a:lnTo>
                      <a:pt x="19" y="3"/>
                    </a:lnTo>
                    <a:lnTo>
                      <a:pt x="17" y="0"/>
                    </a:lnTo>
                    <a:lnTo>
                      <a:pt x="13" y="2"/>
                    </a:lnTo>
                    <a:lnTo>
                      <a:pt x="10" y="4"/>
                    </a:lnTo>
                    <a:lnTo>
                      <a:pt x="4" y="7"/>
                    </a:lnTo>
                    <a:lnTo>
                      <a:pt x="1" y="9"/>
                    </a:lnTo>
                    <a:lnTo>
                      <a:pt x="2" y="11"/>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90" name="Line 299"/>
              <p:cNvSpPr/>
              <p:nvPr/>
            </p:nvSpPr>
            <p:spPr>
              <a:xfrm flipV="1">
                <a:off x="2371" y="3305"/>
                <a:ext cx="3" cy="14"/>
              </a:xfrm>
              <a:prstGeom prst="line">
                <a:avLst/>
              </a:prstGeom>
              <a:ln w="12700" cap="flat" cmpd="sng">
                <a:solidFill>
                  <a:schemeClr val="tx1"/>
                </a:solidFill>
                <a:prstDash val="solid"/>
                <a:headEnd type="none" w="med" len="med"/>
                <a:tailEnd type="none" w="med" len="med"/>
              </a:ln>
            </p:spPr>
          </p:sp>
          <p:sp>
            <p:nvSpPr>
              <p:cNvPr id="34091" name="Line 300"/>
              <p:cNvSpPr/>
              <p:nvPr/>
            </p:nvSpPr>
            <p:spPr>
              <a:xfrm flipV="1">
                <a:off x="2374" y="3303"/>
                <a:ext cx="4" cy="12"/>
              </a:xfrm>
              <a:prstGeom prst="line">
                <a:avLst/>
              </a:prstGeom>
              <a:ln w="12700" cap="flat" cmpd="sng">
                <a:solidFill>
                  <a:schemeClr val="tx1"/>
                </a:solidFill>
                <a:prstDash val="solid"/>
                <a:headEnd type="none" w="med" len="med"/>
                <a:tailEnd type="none" w="med" len="med"/>
              </a:ln>
            </p:spPr>
          </p:sp>
          <p:sp>
            <p:nvSpPr>
              <p:cNvPr id="34092" name="Freeform 301"/>
              <p:cNvSpPr/>
              <p:nvPr/>
            </p:nvSpPr>
            <p:spPr>
              <a:xfrm>
                <a:off x="2369" y="3301"/>
                <a:ext cx="29" cy="23"/>
              </a:xfrm>
              <a:custGeom>
                <a:avLst/>
                <a:gdLst/>
                <a:ahLst/>
                <a:cxnLst>
                  <a:cxn ang="0">
                    <a:pos x="23" y="16"/>
                  </a:cxn>
                  <a:cxn ang="0">
                    <a:pos x="22" y="14"/>
                  </a:cxn>
                  <a:cxn ang="0">
                    <a:pos x="28" y="9"/>
                  </a:cxn>
                  <a:cxn ang="0">
                    <a:pos x="21" y="0"/>
                  </a:cxn>
                  <a:cxn ang="0">
                    <a:pos x="16" y="3"/>
                  </a:cxn>
                  <a:cxn ang="0">
                    <a:pos x="15" y="1"/>
                  </a:cxn>
                  <a:cxn ang="0">
                    <a:pos x="9" y="4"/>
                  </a:cxn>
                  <a:cxn ang="0">
                    <a:pos x="10" y="6"/>
                  </a:cxn>
                  <a:cxn ang="0">
                    <a:pos x="4" y="9"/>
                  </a:cxn>
                  <a:cxn ang="0">
                    <a:pos x="0" y="16"/>
                  </a:cxn>
                  <a:cxn ang="0">
                    <a:pos x="1" y="17"/>
                  </a:cxn>
                  <a:cxn ang="0">
                    <a:pos x="3" y="19"/>
                  </a:cxn>
                  <a:cxn ang="0">
                    <a:pos x="4" y="22"/>
                  </a:cxn>
                  <a:cxn ang="0">
                    <a:pos x="10" y="20"/>
                  </a:cxn>
                  <a:cxn ang="0">
                    <a:pos x="17" y="17"/>
                  </a:cxn>
                  <a:cxn ang="0">
                    <a:pos x="18" y="19"/>
                  </a:cxn>
                  <a:cxn ang="0">
                    <a:pos x="23" y="16"/>
                  </a:cxn>
                </a:cxnLst>
                <a:rect l="0" t="0" r="0" b="0"/>
                <a:pathLst>
                  <a:path w="29" h="23">
                    <a:moveTo>
                      <a:pt x="23" y="16"/>
                    </a:moveTo>
                    <a:lnTo>
                      <a:pt x="22" y="14"/>
                    </a:lnTo>
                    <a:lnTo>
                      <a:pt x="28" y="9"/>
                    </a:lnTo>
                    <a:lnTo>
                      <a:pt x="21" y="0"/>
                    </a:lnTo>
                    <a:lnTo>
                      <a:pt x="16" y="3"/>
                    </a:lnTo>
                    <a:lnTo>
                      <a:pt x="15" y="1"/>
                    </a:lnTo>
                    <a:lnTo>
                      <a:pt x="9" y="4"/>
                    </a:lnTo>
                    <a:lnTo>
                      <a:pt x="10" y="6"/>
                    </a:lnTo>
                    <a:lnTo>
                      <a:pt x="4" y="9"/>
                    </a:lnTo>
                    <a:lnTo>
                      <a:pt x="0" y="16"/>
                    </a:lnTo>
                    <a:lnTo>
                      <a:pt x="1" y="17"/>
                    </a:lnTo>
                    <a:lnTo>
                      <a:pt x="3" y="19"/>
                    </a:lnTo>
                    <a:lnTo>
                      <a:pt x="4" y="22"/>
                    </a:lnTo>
                    <a:lnTo>
                      <a:pt x="10" y="20"/>
                    </a:lnTo>
                    <a:lnTo>
                      <a:pt x="17" y="17"/>
                    </a:lnTo>
                    <a:lnTo>
                      <a:pt x="18" y="19"/>
                    </a:lnTo>
                    <a:lnTo>
                      <a:pt x="23"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93" name="Freeform 302"/>
              <p:cNvSpPr/>
              <p:nvPr/>
            </p:nvSpPr>
            <p:spPr>
              <a:xfrm>
                <a:off x="2368" y="3306"/>
                <a:ext cx="31" cy="20"/>
              </a:xfrm>
              <a:custGeom>
                <a:avLst/>
                <a:gdLst/>
                <a:ahLst/>
                <a:cxnLst>
                  <a:cxn ang="0">
                    <a:pos x="0" y="7"/>
                  </a:cxn>
                  <a:cxn ang="0">
                    <a:pos x="26" y="0"/>
                  </a:cxn>
                  <a:cxn ang="0">
                    <a:pos x="30" y="11"/>
                  </a:cxn>
                  <a:cxn ang="0">
                    <a:pos x="2" y="19"/>
                  </a:cxn>
                  <a:cxn ang="0">
                    <a:pos x="0" y="7"/>
                  </a:cxn>
                </a:cxnLst>
                <a:rect l="0" t="0" r="0" b="0"/>
                <a:pathLst>
                  <a:path w="31" h="20">
                    <a:moveTo>
                      <a:pt x="0" y="7"/>
                    </a:moveTo>
                    <a:lnTo>
                      <a:pt x="26" y="0"/>
                    </a:lnTo>
                    <a:lnTo>
                      <a:pt x="30" y="11"/>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94" name="Freeform 303"/>
              <p:cNvSpPr/>
              <p:nvPr/>
            </p:nvSpPr>
            <p:spPr>
              <a:xfrm>
                <a:off x="2382" y="3298"/>
                <a:ext cx="27" cy="22"/>
              </a:xfrm>
              <a:custGeom>
                <a:avLst/>
                <a:gdLst/>
                <a:ahLst/>
                <a:cxnLst>
                  <a:cxn ang="0">
                    <a:pos x="1" y="16"/>
                  </a:cxn>
                  <a:cxn ang="0">
                    <a:pos x="3" y="18"/>
                  </a:cxn>
                  <a:cxn ang="0">
                    <a:pos x="4" y="21"/>
                  </a:cxn>
                  <a:cxn ang="0">
                    <a:pos x="14" y="21"/>
                  </a:cxn>
                  <a:cxn ang="0">
                    <a:pos x="18" y="17"/>
                  </a:cxn>
                  <a:cxn ang="0">
                    <a:pos x="17" y="15"/>
                  </a:cxn>
                  <a:cxn ang="0">
                    <a:pos x="20" y="13"/>
                  </a:cxn>
                  <a:cxn ang="0">
                    <a:pos x="23" y="8"/>
                  </a:cxn>
                  <a:cxn ang="0">
                    <a:pos x="21" y="6"/>
                  </a:cxn>
                  <a:cxn ang="0">
                    <a:pos x="26" y="4"/>
                  </a:cxn>
                  <a:cxn ang="0">
                    <a:pos x="23" y="0"/>
                  </a:cxn>
                  <a:cxn ang="0">
                    <a:pos x="19" y="2"/>
                  </a:cxn>
                  <a:cxn ang="0">
                    <a:pos x="18" y="0"/>
                  </a:cxn>
                  <a:cxn ang="0">
                    <a:pos x="13" y="1"/>
                  </a:cxn>
                  <a:cxn ang="0">
                    <a:pos x="9" y="3"/>
                  </a:cxn>
                  <a:cxn ang="0">
                    <a:pos x="5" y="5"/>
                  </a:cxn>
                  <a:cxn ang="0">
                    <a:pos x="0" y="14"/>
                  </a:cxn>
                  <a:cxn ang="0">
                    <a:pos x="1" y="16"/>
                  </a:cxn>
                </a:cxnLst>
                <a:rect l="0" t="0" r="0" b="0"/>
                <a:pathLst>
                  <a:path w="27" h="22">
                    <a:moveTo>
                      <a:pt x="1" y="16"/>
                    </a:moveTo>
                    <a:lnTo>
                      <a:pt x="3" y="18"/>
                    </a:lnTo>
                    <a:lnTo>
                      <a:pt x="4" y="21"/>
                    </a:lnTo>
                    <a:lnTo>
                      <a:pt x="14" y="21"/>
                    </a:lnTo>
                    <a:lnTo>
                      <a:pt x="18" y="17"/>
                    </a:lnTo>
                    <a:lnTo>
                      <a:pt x="17" y="15"/>
                    </a:lnTo>
                    <a:lnTo>
                      <a:pt x="20" y="13"/>
                    </a:lnTo>
                    <a:lnTo>
                      <a:pt x="23" y="8"/>
                    </a:lnTo>
                    <a:lnTo>
                      <a:pt x="21" y="6"/>
                    </a:lnTo>
                    <a:lnTo>
                      <a:pt x="26" y="4"/>
                    </a:lnTo>
                    <a:lnTo>
                      <a:pt x="23" y="0"/>
                    </a:lnTo>
                    <a:lnTo>
                      <a:pt x="19" y="2"/>
                    </a:lnTo>
                    <a:lnTo>
                      <a:pt x="18" y="0"/>
                    </a:lnTo>
                    <a:lnTo>
                      <a:pt x="13" y="1"/>
                    </a:lnTo>
                    <a:lnTo>
                      <a:pt x="9" y="3"/>
                    </a:lnTo>
                    <a:lnTo>
                      <a:pt x="5" y="5"/>
                    </a:lnTo>
                    <a:lnTo>
                      <a:pt x="0" y="14"/>
                    </a:lnTo>
                    <a:lnTo>
                      <a:pt x="1"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095" name="Line 304"/>
              <p:cNvSpPr/>
              <p:nvPr/>
            </p:nvSpPr>
            <p:spPr>
              <a:xfrm flipV="1">
                <a:off x="2393" y="3284"/>
                <a:ext cx="5" cy="13"/>
              </a:xfrm>
              <a:prstGeom prst="line">
                <a:avLst/>
              </a:prstGeom>
              <a:ln w="12700" cap="flat" cmpd="sng">
                <a:solidFill>
                  <a:schemeClr val="tx1"/>
                </a:solidFill>
                <a:prstDash val="solid"/>
                <a:headEnd type="none" w="med" len="med"/>
                <a:tailEnd type="none" w="med" len="med"/>
              </a:ln>
            </p:spPr>
          </p:sp>
          <p:sp>
            <p:nvSpPr>
              <p:cNvPr id="34096" name="Line 305"/>
              <p:cNvSpPr/>
              <p:nvPr/>
            </p:nvSpPr>
            <p:spPr>
              <a:xfrm flipV="1">
                <a:off x="2394" y="3284"/>
                <a:ext cx="3" cy="11"/>
              </a:xfrm>
              <a:prstGeom prst="line">
                <a:avLst/>
              </a:prstGeom>
              <a:ln w="12700" cap="flat" cmpd="sng">
                <a:solidFill>
                  <a:schemeClr val="tx1"/>
                </a:solidFill>
                <a:prstDash val="solid"/>
                <a:headEnd type="none" w="med" len="med"/>
                <a:tailEnd type="none" w="med" len="med"/>
              </a:ln>
            </p:spPr>
          </p:sp>
          <p:sp>
            <p:nvSpPr>
              <p:cNvPr id="34097" name="Freeform 306"/>
              <p:cNvSpPr/>
              <p:nvPr/>
            </p:nvSpPr>
            <p:spPr>
              <a:xfrm>
                <a:off x="2390" y="3281"/>
                <a:ext cx="30" cy="24"/>
              </a:xfrm>
              <a:custGeom>
                <a:avLst/>
                <a:gdLst/>
                <a:ahLst/>
                <a:cxnLst>
                  <a:cxn ang="0">
                    <a:pos x="22" y="18"/>
                  </a:cxn>
                  <a:cxn ang="0">
                    <a:pos x="29" y="15"/>
                  </a:cxn>
                  <a:cxn ang="0">
                    <a:pos x="27" y="13"/>
                  </a:cxn>
                  <a:cxn ang="0">
                    <a:pos x="21" y="2"/>
                  </a:cxn>
                  <a:cxn ang="0">
                    <a:pos x="20" y="0"/>
                  </a:cxn>
                  <a:cxn ang="0">
                    <a:pos x="13" y="3"/>
                  </a:cxn>
                  <a:cxn ang="0">
                    <a:pos x="8" y="8"/>
                  </a:cxn>
                  <a:cxn ang="0">
                    <a:pos x="4" y="14"/>
                  </a:cxn>
                  <a:cxn ang="0">
                    <a:pos x="0" y="20"/>
                  </a:cxn>
                  <a:cxn ang="0">
                    <a:pos x="1" y="23"/>
                  </a:cxn>
                  <a:cxn ang="0">
                    <a:pos x="7" y="20"/>
                  </a:cxn>
                  <a:cxn ang="0">
                    <a:pos x="15" y="19"/>
                  </a:cxn>
                  <a:cxn ang="0">
                    <a:pos x="22" y="18"/>
                  </a:cxn>
                </a:cxnLst>
                <a:rect l="0" t="0" r="0" b="0"/>
                <a:pathLst>
                  <a:path w="30" h="24">
                    <a:moveTo>
                      <a:pt x="22" y="18"/>
                    </a:moveTo>
                    <a:lnTo>
                      <a:pt x="29" y="15"/>
                    </a:lnTo>
                    <a:lnTo>
                      <a:pt x="27" y="13"/>
                    </a:lnTo>
                    <a:lnTo>
                      <a:pt x="21" y="2"/>
                    </a:lnTo>
                    <a:lnTo>
                      <a:pt x="20" y="0"/>
                    </a:lnTo>
                    <a:lnTo>
                      <a:pt x="13" y="3"/>
                    </a:lnTo>
                    <a:lnTo>
                      <a:pt x="8" y="8"/>
                    </a:lnTo>
                    <a:lnTo>
                      <a:pt x="4" y="14"/>
                    </a:lnTo>
                    <a:lnTo>
                      <a:pt x="0" y="20"/>
                    </a:lnTo>
                    <a:lnTo>
                      <a:pt x="1" y="23"/>
                    </a:lnTo>
                    <a:lnTo>
                      <a:pt x="7" y="20"/>
                    </a:lnTo>
                    <a:lnTo>
                      <a:pt x="15" y="19"/>
                    </a:lnTo>
                    <a:lnTo>
                      <a:pt x="22"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98" name="Freeform 307"/>
              <p:cNvSpPr/>
              <p:nvPr/>
            </p:nvSpPr>
            <p:spPr>
              <a:xfrm>
                <a:off x="2390" y="3287"/>
                <a:ext cx="31" cy="20"/>
              </a:xfrm>
              <a:custGeom>
                <a:avLst/>
                <a:gdLst/>
                <a:ahLst/>
                <a:cxnLst>
                  <a:cxn ang="0">
                    <a:pos x="0" y="7"/>
                  </a:cxn>
                  <a:cxn ang="0">
                    <a:pos x="26" y="0"/>
                  </a:cxn>
                  <a:cxn ang="0">
                    <a:pos x="30" y="10"/>
                  </a:cxn>
                  <a:cxn ang="0">
                    <a:pos x="3" y="19"/>
                  </a:cxn>
                  <a:cxn ang="0">
                    <a:pos x="0" y="7"/>
                  </a:cxn>
                </a:cxnLst>
                <a:rect l="0" t="0" r="0" b="0"/>
                <a:pathLst>
                  <a:path w="31" h="20">
                    <a:moveTo>
                      <a:pt x="0" y="7"/>
                    </a:moveTo>
                    <a:lnTo>
                      <a:pt x="26" y="0"/>
                    </a:lnTo>
                    <a:lnTo>
                      <a:pt x="30"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099" name="Freeform 308"/>
              <p:cNvSpPr/>
              <p:nvPr/>
            </p:nvSpPr>
            <p:spPr>
              <a:xfrm>
                <a:off x="2405" y="3278"/>
                <a:ext cx="26" cy="21"/>
              </a:xfrm>
              <a:custGeom>
                <a:avLst/>
                <a:gdLst/>
                <a:ahLst/>
                <a:cxnLst>
                  <a:cxn ang="0">
                    <a:pos x="1" y="17"/>
                  </a:cxn>
                  <a:cxn ang="0">
                    <a:pos x="5" y="17"/>
                  </a:cxn>
                  <a:cxn ang="0">
                    <a:pos x="6" y="20"/>
                  </a:cxn>
                  <a:cxn ang="0">
                    <a:pos x="12" y="20"/>
                  </a:cxn>
                  <a:cxn ang="0">
                    <a:pos x="17" y="20"/>
                  </a:cxn>
                  <a:cxn ang="0">
                    <a:pos x="20" y="17"/>
                  </a:cxn>
                  <a:cxn ang="0">
                    <a:pos x="18" y="15"/>
                  </a:cxn>
                  <a:cxn ang="0">
                    <a:pos x="21" y="14"/>
                  </a:cxn>
                  <a:cxn ang="0">
                    <a:pos x="23" y="9"/>
                  </a:cxn>
                  <a:cxn ang="0">
                    <a:pos x="22" y="7"/>
                  </a:cxn>
                  <a:cxn ang="0">
                    <a:pos x="25" y="2"/>
                  </a:cxn>
                  <a:cxn ang="0">
                    <a:pos x="23" y="0"/>
                  </a:cxn>
                  <a:cxn ang="0">
                    <a:pos x="20" y="2"/>
                  </a:cxn>
                  <a:cxn ang="0">
                    <a:pos x="18" y="0"/>
                  </a:cxn>
                  <a:cxn ang="0">
                    <a:pos x="13" y="0"/>
                  </a:cxn>
                  <a:cxn ang="0">
                    <a:pos x="10" y="2"/>
                  </a:cxn>
                  <a:cxn ang="0">
                    <a:pos x="6" y="4"/>
                  </a:cxn>
                  <a:cxn ang="0">
                    <a:pos x="4" y="5"/>
                  </a:cxn>
                  <a:cxn ang="0">
                    <a:pos x="2" y="10"/>
                  </a:cxn>
                  <a:cxn ang="0">
                    <a:pos x="3" y="12"/>
                  </a:cxn>
                  <a:cxn ang="0">
                    <a:pos x="0" y="15"/>
                  </a:cxn>
                  <a:cxn ang="0">
                    <a:pos x="1" y="17"/>
                  </a:cxn>
                </a:cxnLst>
                <a:rect l="0" t="0" r="0" b="0"/>
                <a:pathLst>
                  <a:path w="26" h="21">
                    <a:moveTo>
                      <a:pt x="1" y="17"/>
                    </a:moveTo>
                    <a:lnTo>
                      <a:pt x="5" y="17"/>
                    </a:lnTo>
                    <a:lnTo>
                      <a:pt x="6" y="20"/>
                    </a:lnTo>
                    <a:lnTo>
                      <a:pt x="12" y="20"/>
                    </a:lnTo>
                    <a:lnTo>
                      <a:pt x="17" y="20"/>
                    </a:lnTo>
                    <a:lnTo>
                      <a:pt x="20" y="17"/>
                    </a:lnTo>
                    <a:lnTo>
                      <a:pt x="18" y="15"/>
                    </a:lnTo>
                    <a:lnTo>
                      <a:pt x="21" y="14"/>
                    </a:lnTo>
                    <a:lnTo>
                      <a:pt x="23" y="9"/>
                    </a:lnTo>
                    <a:lnTo>
                      <a:pt x="22" y="7"/>
                    </a:lnTo>
                    <a:lnTo>
                      <a:pt x="25" y="2"/>
                    </a:lnTo>
                    <a:lnTo>
                      <a:pt x="23" y="0"/>
                    </a:lnTo>
                    <a:lnTo>
                      <a:pt x="20" y="2"/>
                    </a:lnTo>
                    <a:lnTo>
                      <a:pt x="18" y="0"/>
                    </a:lnTo>
                    <a:lnTo>
                      <a:pt x="13" y="0"/>
                    </a:lnTo>
                    <a:lnTo>
                      <a:pt x="10" y="2"/>
                    </a:lnTo>
                    <a:lnTo>
                      <a:pt x="6" y="4"/>
                    </a:lnTo>
                    <a:lnTo>
                      <a:pt x="4" y="5"/>
                    </a:lnTo>
                    <a:lnTo>
                      <a:pt x="2" y="10"/>
                    </a:lnTo>
                    <a:lnTo>
                      <a:pt x="3" y="12"/>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00" name="Line 309"/>
              <p:cNvSpPr/>
              <p:nvPr/>
            </p:nvSpPr>
            <p:spPr>
              <a:xfrm flipV="1">
                <a:off x="2417" y="3277"/>
                <a:ext cx="4" cy="13"/>
              </a:xfrm>
              <a:prstGeom prst="line">
                <a:avLst/>
              </a:prstGeom>
              <a:ln w="12700" cap="flat" cmpd="sng">
                <a:solidFill>
                  <a:schemeClr val="tx1"/>
                </a:solidFill>
                <a:prstDash val="solid"/>
                <a:headEnd type="none" w="med" len="med"/>
                <a:tailEnd type="none" w="med" len="med"/>
              </a:ln>
            </p:spPr>
          </p:sp>
          <p:sp>
            <p:nvSpPr>
              <p:cNvPr id="34101" name="Line 310"/>
              <p:cNvSpPr/>
              <p:nvPr/>
            </p:nvSpPr>
            <p:spPr>
              <a:xfrm flipV="1">
                <a:off x="2416" y="3275"/>
                <a:ext cx="7" cy="12"/>
              </a:xfrm>
              <a:prstGeom prst="line">
                <a:avLst/>
              </a:prstGeom>
              <a:ln w="12700" cap="flat" cmpd="sng">
                <a:solidFill>
                  <a:schemeClr val="tx1"/>
                </a:solidFill>
                <a:prstDash val="solid"/>
                <a:headEnd type="none" w="med" len="med"/>
                <a:tailEnd type="none" w="med" len="med"/>
              </a:ln>
            </p:spPr>
          </p:sp>
          <p:sp>
            <p:nvSpPr>
              <p:cNvPr id="34102" name="Freeform 311"/>
              <p:cNvSpPr/>
              <p:nvPr/>
            </p:nvSpPr>
            <p:spPr>
              <a:xfrm>
                <a:off x="2416" y="3270"/>
                <a:ext cx="29" cy="26"/>
              </a:xfrm>
              <a:custGeom>
                <a:avLst/>
                <a:gdLst/>
                <a:ahLst/>
                <a:cxnLst>
                  <a:cxn ang="0">
                    <a:pos x="22" y="19"/>
                  </a:cxn>
                  <a:cxn ang="0">
                    <a:pos x="28" y="15"/>
                  </a:cxn>
                  <a:cxn ang="0">
                    <a:pos x="26" y="12"/>
                  </a:cxn>
                  <a:cxn ang="0">
                    <a:pos x="20" y="2"/>
                  </a:cxn>
                  <a:cxn ang="0">
                    <a:pos x="19" y="0"/>
                  </a:cxn>
                  <a:cxn ang="0">
                    <a:pos x="12" y="3"/>
                  </a:cxn>
                  <a:cxn ang="0">
                    <a:pos x="6" y="6"/>
                  </a:cxn>
                  <a:cxn ang="0">
                    <a:pos x="4" y="15"/>
                  </a:cxn>
                  <a:cxn ang="0">
                    <a:pos x="0" y="22"/>
                  </a:cxn>
                  <a:cxn ang="0">
                    <a:pos x="1" y="25"/>
                  </a:cxn>
                  <a:cxn ang="0">
                    <a:pos x="6" y="21"/>
                  </a:cxn>
                  <a:cxn ang="0">
                    <a:pos x="8" y="23"/>
                  </a:cxn>
                  <a:cxn ang="0">
                    <a:pos x="15" y="22"/>
                  </a:cxn>
                  <a:cxn ang="0">
                    <a:pos x="22" y="19"/>
                  </a:cxn>
                </a:cxnLst>
                <a:rect l="0" t="0" r="0" b="0"/>
                <a:pathLst>
                  <a:path w="29" h="26">
                    <a:moveTo>
                      <a:pt x="22" y="19"/>
                    </a:moveTo>
                    <a:lnTo>
                      <a:pt x="28" y="15"/>
                    </a:lnTo>
                    <a:lnTo>
                      <a:pt x="26" y="12"/>
                    </a:lnTo>
                    <a:lnTo>
                      <a:pt x="20" y="2"/>
                    </a:lnTo>
                    <a:lnTo>
                      <a:pt x="19" y="0"/>
                    </a:lnTo>
                    <a:lnTo>
                      <a:pt x="12" y="3"/>
                    </a:lnTo>
                    <a:lnTo>
                      <a:pt x="6" y="6"/>
                    </a:lnTo>
                    <a:lnTo>
                      <a:pt x="4" y="15"/>
                    </a:lnTo>
                    <a:lnTo>
                      <a:pt x="0" y="22"/>
                    </a:lnTo>
                    <a:lnTo>
                      <a:pt x="1" y="25"/>
                    </a:lnTo>
                    <a:lnTo>
                      <a:pt x="6" y="21"/>
                    </a:lnTo>
                    <a:lnTo>
                      <a:pt x="8" y="23"/>
                    </a:lnTo>
                    <a:lnTo>
                      <a:pt x="15" y="22"/>
                    </a:lnTo>
                    <a:lnTo>
                      <a:pt x="22"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03" name="Freeform 312"/>
              <p:cNvSpPr/>
              <p:nvPr/>
            </p:nvSpPr>
            <p:spPr>
              <a:xfrm>
                <a:off x="2411" y="3277"/>
                <a:ext cx="32" cy="20"/>
              </a:xfrm>
              <a:custGeom>
                <a:avLst/>
                <a:gdLst/>
                <a:ahLst/>
                <a:cxnLst>
                  <a:cxn ang="0">
                    <a:pos x="1" y="8"/>
                  </a:cxn>
                  <a:cxn ang="0">
                    <a:pos x="27" y="0"/>
                  </a:cxn>
                  <a:cxn ang="0">
                    <a:pos x="31" y="10"/>
                  </a:cxn>
                  <a:cxn ang="0">
                    <a:pos x="3" y="19"/>
                  </a:cxn>
                  <a:cxn ang="0">
                    <a:pos x="0" y="7"/>
                  </a:cxn>
                  <a:cxn ang="0">
                    <a:pos x="1" y="8"/>
                  </a:cxn>
                </a:cxnLst>
                <a:rect l="0" t="0" r="0" b="0"/>
                <a:pathLst>
                  <a:path w="32" h="20">
                    <a:moveTo>
                      <a:pt x="1" y="8"/>
                    </a:moveTo>
                    <a:lnTo>
                      <a:pt x="27" y="0"/>
                    </a:lnTo>
                    <a:lnTo>
                      <a:pt x="31" y="10"/>
                    </a:lnTo>
                    <a:lnTo>
                      <a:pt x="3" y="19"/>
                    </a:lnTo>
                    <a:lnTo>
                      <a:pt x="0" y="7"/>
                    </a:lnTo>
                    <a:lnTo>
                      <a:pt x="1"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04" name="Freeform 313"/>
              <p:cNvSpPr/>
              <p:nvPr/>
            </p:nvSpPr>
            <p:spPr>
              <a:xfrm>
                <a:off x="2430" y="3272"/>
                <a:ext cx="26" cy="21"/>
              </a:xfrm>
              <a:custGeom>
                <a:avLst/>
                <a:gdLst/>
                <a:ahLst/>
                <a:cxnLst>
                  <a:cxn ang="0">
                    <a:pos x="1" y="17"/>
                  </a:cxn>
                  <a:cxn ang="0">
                    <a:pos x="6" y="17"/>
                  </a:cxn>
                  <a:cxn ang="0">
                    <a:pos x="7" y="20"/>
                  </a:cxn>
                  <a:cxn ang="0">
                    <a:pos x="11" y="20"/>
                  </a:cxn>
                  <a:cxn ang="0">
                    <a:pos x="15" y="17"/>
                  </a:cxn>
                  <a:cxn ang="0">
                    <a:pos x="18" y="15"/>
                  </a:cxn>
                  <a:cxn ang="0">
                    <a:pos x="21" y="12"/>
                  </a:cxn>
                  <a:cxn ang="0">
                    <a:pos x="23" y="9"/>
                  </a:cxn>
                  <a:cxn ang="0">
                    <a:pos x="22" y="7"/>
                  </a:cxn>
                  <a:cxn ang="0">
                    <a:pos x="25" y="2"/>
                  </a:cxn>
                  <a:cxn ang="0">
                    <a:pos x="23" y="0"/>
                  </a:cxn>
                  <a:cxn ang="0">
                    <a:pos x="18" y="0"/>
                  </a:cxn>
                  <a:cxn ang="0">
                    <a:pos x="14" y="0"/>
                  </a:cxn>
                  <a:cxn ang="0">
                    <a:pos x="10" y="2"/>
                  </a:cxn>
                  <a:cxn ang="0">
                    <a:pos x="9" y="0"/>
                  </a:cxn>
                  <a:cxn ang="0">
                    <a:pos x="6" y="1"/>
                  </a:cxn>
                  <a:cxn ang="0">
                    <a:pos x="4" y="5"/>
                  </a:cxn>
                  <a:cxn ang="0">
                    <a:pos x="2" y="10"/>
                  </a:cxn>
                  <a:cxn ang="0">
                    <a:pos x="0" y="15"/>
                  </a:cxn>
                  <a:cxn ang="0">
                    <a:pos x="1" y="17"/>
                  </a:cxn>
                </a:cxnLst>
                <a:rect l="0" t="0" r="0" b="0"/>
                <a:pathLst>
                  <a:path w="26" h="21">
                    <a:moveTo>
                      <a:pt x="1" y="17"/>
                    </a:moveTo>
                    <a:lnTo>
                      <a:pt x="6" y="17"/>
                    </a:lnTo>
                    <a:lnTo>
                      <a:pt x="7" y="20"/>
                    </a:lnTo>
                    <a:lnTo>
                      <a:pt x="11" y="20"/>
                    </a:lnTo>
                    <a:lnTo>
                      <a:pt x="15" y="17"/>
                    </a:lnTo>
                    <a:lnTo>
                      <a:pt x="18" y="15"/>
                    </a:lnTo>
                    <a:lnTo>
                      <a:pt x="21" y="12"/>
                    </a:lnTo>
                    <a:lnTo>
                      <a:pt x="23" y="9"/>
                    </a:lnTo>
                    <a:lnTo>
                      <a:pt x="22" y="7"/>
                    </a:lnTo>
                    <a:lnTo>
                      <a:pt x="25" y="2"/>
                    </a:lnTo>
                    <a:lnTo>
                      <a:pt x="23" y="0"/>
                    </a:lnTo>
                    <a:lnTo>
                      <a:pt x="18" y="0"/>
                    </a:lnTo>
                    <a:lnTo>
                      <a:pt x="14" y="0"/>
                    </a:lnTo>
                    <a:lnTo>
                      <a:pt x="10" y="2"/>
                    </a:lnTo>
                    <a:lnTo>
                      <a:pt x="9" y="0"/>
                    </a:lnTo>
                    <a:lnTo>
                      <a:pt x="6" y="1"/>
                    </a:lnTo>
                    <a:lnTo>
                      <a:pt x="4" y="5"/>
                    </a:lnTo>
                    <a:lnTo>
                      <a:pt x="2" y="10"/>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05" name="Line 314"/>
              <p:cNvSpPr/>
              <p:nvPr/>
            </p:nvSpPr>
            <p:spPr>
              <a:xfrm flipV="1">
                <a:off x="2436" y="3284"/>
                <a:ext cx="3" cy="12"/>
              </a:xfrm>
              <a:prstGeom prst="line">
                <a:avLst/>
              </a:prstGeom>
              <a:ln w="12700" cap="flat" cmpd="sng">
                <a:solidFill>
                  <a:schemeClr val="tx1"/>
                </a:solidFill>
                <a:prstDash val="solid"/>
                <a:headEnd type="none" w="med" len="med"/>
                <a:tailEnd type="none" w="med" len="med"/>
              </a:ln>
            </p:spPr>
          </p:sp>
          <p:sp>
            <p:nvSpPr>
              <p:cNvPr id="34106" name="Line 315"/>
              <p:cNvSpPr/>
              <p:nvPr/>
            </p:nvSpPr>
            <p:spPr>
              <a:xfrm flipV="1">
                <a:off x="2435" y="3280"/>
                <a:ext cx="3" cy="11"/>
              </a:xfrm>
              <a:prstGeom prst="line">
                <a:avLst/>
              </a:prstGeom>
              <a:ln w="12700" cap="flat" cmpd="sng">
                <a:solidFill>
                  <a:schemeClr val="tx1"/>
                </a:solidFill>
                <a:prstDash val="solid"/>
                <a:headEnd type="none" w="med" len="med"/>
                <a:tailEnd type="none" w="med" len="med"/>
              </a:ln>
            </p:spPr>
          </p:sp>
          <p:sp>
            <p:nvSpPr>
              <p:cNvPr id="34107" name="Freeform 316"/>
              <p:cNvSpPr/>
              <p:nvPr/>
            </p:nvSpPr>
            <p:spPr>
              <a:xfrm>
                <a:off x="2431" y="3278"/>
                <a:ext cx="28" cy="23"/>
              </a:xfrm>
              <a:custGeom>
                <a:avLst/>
                <a:gdLst/>
                <a:ahLst/>
                <a:cxnLst>
                  <a:cxn ang="0">
                    <a:pos x="23" y="15"/>
                  </a:cxn>
                  <a:cxn ang="0">
                    <a:pos x="27" y="11"/>
                  </a:cxn>
                  <a:cxn ang="0">
                    <a:pos x="21" y="0"/>
                  </a:cxn>
                  <a:cxn ang="0">
                    <a:pos x="15" y="1"/>
                  </a:cxn>
                  <a:cxn ang="0">
                    <a:pos x="10" y="3"/>
                  </a:cxn>
                  <a:cxn ang="0">
                    <a:pos x="6" y="6"/>
                  </a:cxn>
                  <a:cxn ang="0">
                    <a:pos x="3" y="11"/>
                  </a:cxn>
                  <a:cxn ang="0">
                    <a:pos x="5" y="14"/>
                  </a:cxn>
                  <a:cxn ang="0">
                    <a:pos x="0" y="16"/>
                  </a:cxn>
                  <a:cxn ang="0">
                    <a:pos x="3" y="22"/>
                  </a:cxn>
                  <a:cxn ang="0">
                    <a:pos x="7" y="18"/>
                  </a:cxn>
                  <a:cxn ang="0">
                    <a:pos x="9" y="20"/>
                  </a:cxn>
                  <a:cxn ang="0">
                    <a:pos x="15" y="20"/>
                  </a:cxn>
                  <a:cxn ang="0">
                    <a:pos x="19" y="18"/>
                  </a:cxn>
                  <a:cxn ang="0">
                    <a:pos x="23" y="15"/>
                  </a:cxn>
                </a:cxnLst>
                <a:rect l="0" t="0" r="0" b="0"/>
                <a:pathLst>
                  <a:path w="28" h="23">
                    <a:moveTo>
                      <a:pt x="23" y="15"/>
                    </a:moveTo>
                    <a:lnTo>
                      <a:pt x="27" y="11"/>
                    </a:lnTo>
                    <a:lnTo>
                      <a:pt x="21" y="0"/>
                    </a:lnTo>
                    <a:lnTo>
                      <a:pt x="15" y="1"/>
                    </a:lnTo>
                    <a:lnTo>
                      <a:pt x="10" y="3"/>
                    </a:lnTo>
                    <a:lnTo>
                      <a:pt x="6" y="6"/>
                    </a:lnTo>
                    <a:lnTo>
                      <a:pt x="3" y="11"/>
                    </a:lnTo>
                    <a:lnTo>
                      <a:pt x="5" y="14"/>
                    </a:lnTo>
                    <a:lnTo>
                      <a:pt x="0" y="16"/>
                    </a:lnTo>
                    <a:lnTo>
                      <a:pt x="3" y="22"/>
                    </a:lnTo>
                    <a:lnTo>
                      <a:pt x="7" y="18"/>
                    </a:lnTo>
                    <a:lnTo>
                      <a:pt x="9" y="20"/>
                    </a:lnTo>
                    <a:lnTo>
                      <a:pt x="15" y="20"/>
                    </a:lnTo>
                    <a:lnTo>
                      <a:pt x="19" y="18"/>
                    </a:lnTo>
                    <a:lnTo>
                      <a:pt x="23"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08" name="Freeform 317"/>
              <p:cNvSpPr/>
              <p:nvPr/>
            </p:nvSpPr>
            <p:spPr>
              <a:xfrm>
                <a:off x="2429" y="3283"/>
                <a:ext cx="30" cy="20"/>
              </a:xfrm>
              <a:custGeom>
                <a:avLst/>
                <a:gdLst/>
                <a:ahLst/>
                <a:cxnLst>
                  <a:cxn ang="0">
                    <a:pos x="0" y="7"/>
                  </a:cxn>
                  <a:cxn ang="0">
                    <a:pos x="25" y="0"/>
                  </a:cxn>
                  <a:cxn ang="0">
                    <a:pos x="29" y="11"/>
                  </a:cxn>
                  <a:cxn ang="0">
                    <a:pos x="2" y="19"/>
                  </a:cxn>
                  <a:cxn ang="0">
                    <a:pos x="0" y="6"/>
                  </a:cxn>
                  <a:cxn ang="0">
                    <a:pos x="0" y="7"/>
                  </a:cxn>
                </a:cxnLst>
                <a:rect l="0" t="0" r="0" b="0"/>
                <a:pathLst>
                  <a:path w="30" h="20">
                    <a:moveTo>
                      <a:pt x="0" y="7"/>
                    </a:moveTo>
                    <a:lnTo>
                      <a:pt x="25" y="0"/>
                    </a:lnTo>
                    <a:lnTo>
                      <a:pt x="29" y="11"/>
                    </a:lnTo>
                    <a:lnTo>
                      <a:pt x="2" y="19"/>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09" name="Freeform 318"/>
              <p:cNvSpPr/>
              <p:nvPr/>
            </p:nvSpPr>
            <p:spPr>
              <a:xfrm>
                <a:off x="2447" y="3277"/>
                <a:ext cx="22" cy="20"/>
              </a:xfrm>
              <a:custGeom>
                <a:avLst/>
                <a:gdLst/>
                <a:ahLst/>
                <a:cxnLst>
                  <a:cxn ang="0">
                    <a:pos x="0" y="14"/>
                  </a:cxn>
                  <a:cxn ang="0">
                    <a:pos x="1" y="16"/>
                  </a:cxn>
                  <a:cxn ang="0">
                    <a:pos x="5" y="16"/>
                  </a:cxn>
                  <a:cxn ang="0">
                    <a:pos x="6" y="19"/>
                  </a:cxn>
                  <a:cxn ang="0">
                    <a:pos x="10" y="19"/>
                  </a:cxn>
                  <a:cxn ang="0">
                    <a:pos x="13" y="17"/>
                  </a:cxn>
                  <a:cxn ang="0">
                    <a:pos x="16" y="15"/>
                  </a:cxn>
                  <a:cxn ang="0">
                    <a:pos x="18" y="13"/>
                  </a:cxn>
                  <a:cxn ang="0">
                    <a:pos x="21" y="10"/>
                  </a:cxn>
                  <a:cxn ang="0">
                    <a:pos x="19" y="7"/>
                  </a:cxn>
                  <a:cxn ang="0">
                    <a:pos x="21" y="3"/>
                  </a:cxn>
                  <a:cxn ang="0">
                    <a:pos x="19" y="1"/>
                  </a:cxn>
                  <a:cxn ang="0">
                    <a:pos x="15" y="1"/>
                  </a:cxn>
                  <a:cxn ang="0">
                    <a:pos x="11" y="1"/>
                  </a:cxn>
                  <a:cxn ang="0">
                    <a:pos x="7" y="0"/>
                  </a:cxn>
                  <a:cxn ang="0">
                    <a:pos x="5" y="2"/>
                  </a:cxn>
                  <a:cxn ang="0">
                    <a:pos x="6" y="4"/>
                  </a:cxn>
                  <a:cxn ang="0">
                    <a:pos x="3" y="6"/>
                  </a:cxn>
                  <a:cxn ang="0">
                    <a:pos x="1" y="10"/>
                  </a:cxn>
                  <a:cxn ang="0">
                    <a:pos x="0" y="14"/>
                  </a:cxn>
                </a:cxnLst>
                <a:rect l="0" t="0" r="0" b="0"/>
                <a:pathLst>
                  <a:path w="22" h="20">
                    <a:moveTo>
                      <a:pt x="0" y="14"/>
                    </a:moveTo>
                    <a:lnTo>
                      <a:pt x="1" y="16"/>
                    </a:lnTo>
                    <a:lnTo>
                      <a:pt x="5" y="16"/>
                    </a:lnTo>
                    <a:lnTo>
                      <a:pt x="6" y="19"/>
                    </a:lnTo>
                    <a:lnTo>
                      <a:pt x="10" y="19"/>
                    </a:lnTo>
                    <a:lnTo>
                      <a:pt x="13" y="17"/>
                    </a:lnTo>
                    <a:lnTo>
                      <a:pt x="16" y="15"/>
                    </a:lnTo>
                    <a:lnTo>
                      <a:pt x="18" y="13"/>
                    </a:lnTo>
                    <a:lnTo>
                      <a:pt x="21" y="10"/>
                    </a:lnTo>
                    <a:lnTo>
                      <a:pt x="19" y="7"/>
                    </a:lnTo>
                    <a:lnTo>
                      <a:pt x="21" y="3"/>
                    </a:lnTo>
                    <a:lnTo>
                      <a:pt x="19" y="1"/>
                    </a:lnTo>
                    <a:lnTo>
                      <a:pt x="15" y="1"/>
                    </a:lnTo>
                    <a:lnTo>
                      <a:pt x="11" y="1"/>
                    </a:lnTo>
                    <a:lnTo>
                      <a:pt x="7" y="0"/>
                    </a:lnTo>
                    <a:lnTo>
                      <a:pt x="5" y="2"/>
                    </a:lnTo>
                    <a:lnTo>
                      <a:pt x="6" y="4"/>
                    </a:lnTo>
                    <a:lnTo>
                      <a:pt x="3" y="6"/>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10" name="Line 319"/>
              <p:cNvSpPr/>
              <p:nvPr/>
            </p:nvSpPr>
            <p:spPr>
              <a:xfrm flipV="1">
                <a:off x="2430" y="3298"/>
                <a:ext cx="5" cy="14"/>
              </a:xfrm>
              <a:prstGeom prst="line">
                <a:avLst/>
              </a:prstGeom>
              <a:ln w="12700" cap="flat" cmpd="sng">
                <a:solidFill>
                  <a:schemeClr val="tx1"/>
                </a:solidFill>
                <a:prstDash val="solid"/>
                <a:headEnd type="none" w="med" len="med"/>
                <a:tailEnd type="none" w="med" len="med"/>
              </a:ln>
            </p:spPr>
          </p:sp>
          <p:sp>
            <p:nvSpPr>
              <p:cNvPr id="34111" name="Line 320"/>
              <p:cNvSpPr/>
              <p:nvPr/>
            </p:nvSpPr>
            <p:spPr>
              <a:xfrm flipV="1">
                <a:off x="2433" y="3298"/>
                <a:ext cx="4" cy="10"/>
              </a:xfrm>
              <a:prstGeom prst="line">
                <a:avLst/>
              </a:prstGeom>
              <a:ln w="12700" cap="flat" cmpd="sng">
                <a:solidFill>
                  <a:schemeClr val="tx1"/>
                </a:solidFill>
                <a:prstDash val="solid"/>
                <a:headEnd type="none" w="med" len="med"/>
                <a:tailEnd type="none" w="med" len="med"/>
              </a:ln>
            </p:spPr>
          </p:sp>
          <p:sp>
            <p:nvSpPr>
              <p:cNvPr id="34112" name="Freeform 321"/>
              <p:cNvSpPr/>
              <p:nvPr/>
            </p:nvSpPr>
            <p:spPr>
              <a:xfrm>
                <a:off x="2430" y="3295"/>
                <a:ext cx="28" cy="21"/>
              </a:xfrm>
              <a:custGeom>
                <a:avLst/>
                <a:gdLst/>
                <a:ahLst/>
                <a:cxnLst>
                  <a:cxn ang="0">
                    <a:pos x="19" y="17"/>
                  </a:cxn>
                  <a:cxn ang="0">
                    <a:pos x="23" y="14"/>
                  </a:cxn>
                  <a:cxn ang="0">
                    <a:pos x="22" y="13"/>
                  </a:cxn>
                  <a:cxn ang="0">
                    <a:pos x="27" y="8"/>
                  </a:cxn>
                  <a:cxn ang="0">
                    <a:pos x="21" y="0"/>
                  </a:cxn>
                  <a:cxn ang="0">
                    <a:pos x="15" y="1"/>
                  </a:cxn>
                  <a:cxn ang="0">
                    <a:pos x="11" y="3"/>
                  </a:cxn>
                  <a:cxn ang="0">
                    <a:pos x="6" y="6"/>
                  </a:cxn>
                  <a:cxn ang="0">
                    <a:pos x="3" y="11"/>
                  </a:cxn>
                  <a:cxn ang="0">
                    <a:pos x="4" y="13"/>
                  </a:cxn>
                  <a:cxn ang="0">
                    <a:pos x="0" y="15"/>
                  </a:cxn>
                  <a:cxn ang="0">
                    <a:pos x="1" y="17"/>
                  </a:cxn>
                  <a:cxn ang="0">
                    <a:pos x="7" y="17"/>
                  </a:cxn>
                  <a:cxn ang="0">
                    <a:pos x="8" y="20"/>
                  </a:cxn>
                  <a:cxn ang="0">
                    <a:pos x="13" y="18"/>
                  </a:cxn>
                  <a:cxn ang="0">
                    <a:pos x="19" y="17"/>
                  </a:cxn>
                </a:cxnLst>
                <a:rect l="0" t="0" r="0" b="0"/>
                <a:pathLst>
                  <a:path w="28" h="21">
                    <a:moveTo>
                      <a:pt x="19" y="17"/>
                    </a:moveTo>
                    <a:lnTo>
                      <a:pt x="23" y="14"/>
                    </a:lnTo>
                    <a:lnTo>
                      <a:pt x="22" y="13"/>
                    </a:lnTo>
                    <a:lnTo>
                      <a:pt x="27" y="8"/>
                    </a:lnTo>
                    <a:lnTo>
                      <a:pt x="21" y="0"/>
                    </a:lnTo>
                    <a:lnTo>
                      <a:pt x="15" y="1"/>
                    </a:lnTo>
                    <a:lnTo>
                      <a:pt x="11" y="3"/>
                    </a:lnTo>
                    <a:lnTo>
                      <a:pt x="6" y="6"/>
                    </a:lnTo>
                    <a:lnTo>
                      <a:pt x="3" y="11"/>
                    </a:lnTo>
                    <a:lnTo>
                      <a:pt x="4" y="13"/>
                    </a:lnTo>
                    <a:lnTo>
                      <a:pt x="0" y="15"/>
                    </a:lnTo>
                    <a:lnTo>
                      <a:pt x="1" y="17"/>
                    </a:lnTo>
                    <a:lnTo>
                      <a:pt x="7" y="17"/>
                    </a:lnTo>
                    <a:lnTo>
                      <a:pt x="8" y="20"/>
                    </a:lnTo>
                    <a:lnTo>
                      <a:pt x="13" y="18"/>
                    </a:lnTo>
                    <a:lnTo>
                      <a:pt x="19"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13" name="Freeform 322"/>
              <p:cNvSpPr/>
              <p:nvPr/>
            </p:nvSpPr>
            <p:spPr>
              <a:xfrm>
                <a:off x="2427" y="3299"/>
                <a:ext cx="31" cy="20"/>
              </a:xfrm>
              <a:custGeom>
                <a:avLst/>
                <a:gdLst/>
                <a:ahLst/>
                <a:cxnLst>
                  <a:cxn ang="0">
                    <a:pos x="0" y="7"/>
                  </a:cxn>
                  <a:cxn ang="0">
                    <a:pos x="27" y="0"/>
                  </a:cxn>
                  <a:cxn ang="0">
                    <a:pos x="30" y="12"/>
                  </a:cxn>
                  <a:cxn ang="0">
                    <a:pos x="3" y="19"/>
                  </a:cxn>
                  <a:cxn ang="0">
                    <a:pos x="0" y="7"/>
                  </a:cxn>
                </a:cxnLst>
                <a:rect l="0" t="0" r="0" b="0"/>
                <a:pathLst>
                  <a:path w="31" h="20">
                    <a:moveTo>
                      <a:pt x="0" y="7"/>
                    </a:moveTo>
                    <a:lnTo>
                      <a:pt x="27" y="0"/>
                    </a:lnTo>
                    <a:lnTo>
                      <a:pt x="30" y="12"/>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14" name="Freeform 323"/>
              <p:cNvSpPr/>
              <p:nvPr/>
            </p:nvSpPr>
            <p:spPr>
              <a:xfrm>
                <a:off x="2443" y="3290"/>
                <a:ext cx="26" cy="21"/>
              </a:xfrm>
              <a:custGeom>
                <a:avLst/>
                <a:gdLst/>
                <a:ahLst/>
                <a:cxnLst>
                  <a:cxn ang="0">
                    <a:pos x="1" y="18"/>
                  </a:cxn>
                  <a:cxn ang="0">
                    <a:pos x="6" y="18"/>
                  </a:cxn>
                  <a:cxn ang="0">
                    <a:pos x="10" y="20"/>
                  </a:cxn>
                  <a:cxn ang="0">
                    <a:pos x="16" y="20"/>
                  </a:cxn>
                  <a:cxn ang="0">
                    <a:pos x="19" y="17"/>
                  </a:cxn>
                  <a:cxn ang="0">
                    <a:pos x="21" y="12"/>
                  </a:cxn>
                  <a:cxn ang="0">
                    <a:pos x="22" y="8"/>
                  </a:cxn>
                  <a:cxn ang="0">
                    <a:pos x="25" y="3"/>
                  </a:cxn>
                  <a:cxn ang="0">
                    <a:pos x="23" y="1"/>
                  </a:cxn>
                  <a:cxn ang="0">
                    <a:pos x="19" y="3"/>
                  </a:cxn>
                  <a:cxn ang="0">
                    <a:pos x="18" y="0"/>
                  </a:cxn>
                  <a:cxn ang="0">
                    <a:pos x="14" y="0"/>
                  </a:cxn>
                  <a:cxn ang="0">
                    <a:pos x="10" y="2"/>
                  </a:cxn>
                  <a:cxn ang="0">
                    <a:pos x="7" y="4"/>
                  </a:cxn>
                  <a:cxn ang="0">
                    <a:pos x="3" y="5"/>
                  </a:cxn>
                  <a:cxn ang="0">
                    <a:pos x="2" y="11"/>
                  </a:cxn>
                  <a:cxn ang="0">
                    <a:pos x="3" y="14"/>
                  </a:cxn>
                  <a:cxn ang="0">
                    <a:pos x="0" y="16"/>
                  </a:cxn>
                  <a:cxn ang="0">
                    <a:pos x="1" y="18"/>
                  </a:cxn>
                </a:cxnLst>
                <a:rect l="0" t="0" r="0" b="0"/>
                <a:pathLst>
                  <a:path w="26" h="21">
                    <a:moveTo>
                      <a:pt x="1" y="18"/>
                    </a:moveTo>
                    <a:lnTo>
                      <a:pt x="6" y="18"/>
                    </a:lnTo>
                    <a:lnTo>
                      <a:pt x="10" y="20"/>
                    </a:lnTo>
                    <a:lnTo>
                      <a:pt x="16" y="20"/>
                    </a:lnTo>
                    <a:lnTo>
                      <a:pt x="19" y="17"/>
                    </a:lnTo>
                    <a:lnTo>
                      <a:pt x="21" y="12"/>
                    </a:lnTo>
                    <a:lnTo>
                      <a:pt x="22" y="8"/>
                    </a:lnTo>
                    <a:lnTo>
                      <a:pt x="25" y="3"/>
                    </a:lnTo>
                    <a:lnTo>
                      <a:pt x="23" y="1"/>
                    </a:lnTo>
                    <a:lnTo>
                      <a:pt x="19" y="3"/>
                    </a:lnTo>
                    <a:lnTo>
                      <a:pt x="18" y="0"/>
                    </a:lnTo>
                    <a:lnTo>
                      <a:pt x="14" y="0"/>
                    </a:lnTo>
                    <a:lnTo>
                      <a:pt x="10" y="2"/>
                    </a:lnTo>
                    <a:lnTo>
                      <a:pt x="7" y="4"/>
                    </a:lnTo>
                    <a:lnTo>
                      <a:pt x="3" y="5"/>
                    </a:lnTo>
                    <a:lnTo>
                      <a:pt x="2" y="11"/>
                    </a:lnTo>
                    <a:lnTo>
                      <a:pt x="3"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15" name="Line 324"/>
              <p:cNvSpPr/>
              <p:nvPr/>
            </p:nvSpPr>
            <p:spPr>
              <a:xfrm flipV="1">
                <a:off x="2413" y="3316"/>
                <a:ext cx="6" cy="12"/>
              </a:xfrm>
              <a:prstGeom prst="line">
                <a:avLst/>
              </a:prstGeom>
              <a:ln w="12700" cap="flat" cmpd="sng">
                <a:solidFill>
                  <a:schemeClr val="tx1"/>
                </a:solidFill>
                <a:prstDash val="solid"/>
                <a:headEnd type="none" w="med" len="med"/>
                <a:tailEnd type="none" w="med" len="med"/>
              </a:ln>
            </p:spPr>
          </p:sp>
          <p:sp>
            <p:nvSpPr>
              <p:cNvPr id="34116" name="Line 325"/>
              <p:cNvSpPr/>
              <p:nvPr/>
            </p:nvSpPr>
            <p:spPr>
              <a:xfrm flipV="1">
                <a:off x="2414" y="3314"/>
                <a:ext cx="2" cy="12"/>
              </a:xfrm>
              <a:prstGeom prst="line">
                <a:avLst/>
              </a:prstGeom>
              <a:ln w="12700" cap="flat" cmpd="sng">
                <a:solidFill>
                  <a:schemeClr val="tx1"/>
                </a:solidFill>
                <a:prstDash val="solid"/>
                <a:headEnd type="none" w="med" len="med"/>
                <a:tailEnd type="none" w="med" len="med"/>
              </a:ln>
            </p:spPr>
          </p:sp>
          <p:sp>
            <p:nvSpPr>
              <p:cNvPr id="34117" name="Freeform 326"/>
              <p:cNvSpPr/>
              <p:nvPr/>
            </p:nvSpPr>
            <p:spPr>
              <a:xfrm>
                <a:off x="2408" y="3314"/>
                <a:ext cx="30" cy="24"/>
              </a:xfrm>
              <a:custGeom>
                <a:avLst/>
                <a:gdLst/>
                <a:ahLst/>
                <a:cxnLst>
                  <a:cxn ang="0">
                    <a:pos x="23" y="16"/>
                  </a:cxn>
                  <a:cxn ang="0">
                    <a:pos x="22" y="14"/>
                  </a:cxn>
                  <a:cxn ang="0">
                    <a:pos x="29" y="10"/>
                  </a:cxn>
                  <a:cxn ang="0">
                    <a:pos x="22" y="0"/>
                  </a:cxn>
                  <a:cxn ang="0">
                    <a:pos x="16" y="3"/>
                  </a:cxn>
                  <a:cxn ang="0">
                    <a:pos x="15" y="1"/>
                  </a:cxn>
                  <a:cxn ang="0">
                    <a:pos x="9" y="5"/>
                  </a:cxn>
                  <a:cxn ang="0">
                    <a:pos x="10" y="7"/>
                  </a:cxn>
                  <a:cxn ang="0">
                    <a:pos x="5" y="10"/>
                  </a:cxn>
                  <a:cxn ang="0">
                    <a:pos x="0" y="16"/>
                  </a:cxn>
                  <a:cxn ang="0">
                    <a:pos x="2" y="18"/>
                  </a:cxn>
                  <a:cxn ang="0">
                    <a:pos x="3" y="20"/>
                  </a:cxn>
                  <a:cxn ang="0">
                    <a:pos x="4" y="23"/>
                  </a:cxn>
                  <a:cxn ang="0">
                    <a:pos x="11" y="21"/>
                  </a:cxn>
                  <a:cxn ang="0">
                    <a:pos x="17" y="17"/>
                  </a:cxn>
                  <a:cxn ang="0">
                    <a:pos x="18" y="19"/>
                  </a:cxn>
                  <a:cxn ang="0">
                    <a:pos x="23" y="16"/>
                  </a:cxn>
                </a:cxnLst>
                <a:rect l="0" t="0" r="0" b="0"/>
                <a:pathLst>
                  <a:path w="30" h="24">
                    <a:moveTo>
                      <a:pt x="23" y="16"/>
                    </a:moveTo>
                    <a:lnTo>
                      <a:pt x="22" y="14"/>
                    </a:lnTo>
                    <a:lnTo>
                      <a:pt x="29" y="10"/>
                    </a:lnTo>
                    <a:lnTo>
                      <a:pt x="22" y="0"/>
                    </a:lnTo>
                    <a:lnTo>
                      <a:pt x="16" y="3"/>
                    </a:lnTo>
                    <a:lnTo>
                      <a:pt x="15" y="1"/>
                    </a:lnTo>
                    <a:lnTo>
                      <a:pt x="9" y="5"/>
                    </a:lnTo>
                    <a:lnTo>
                      <a:pt x="10" y="7"/>
                    </a:lnTo>
                    <a:lnTo>
                      <a:pt x="5" y="10"/>
                    </a:lnTo>
                    <a:lnTo>
                      <a:pt x="0" y="16"/>
                    </a:lnTo>
                    <a:lnTo>
                      <a:pt x="2" y="18"/>
                    </a:lnTo>
                    <a:lnTo>
                      <a:pt x="3" y="20"/>
                    </a:lnTo>
                    <a:lnTo>
                      <a:pt x="4" y="23"/>
                    </a:lnTo>
                    <a:lnTo>
                      <a:pt x="11" y="21"/>
                    </a:lnTo>
                    <a:lnTo>
                      <a:pt x="17" y="17"/>
                    </a:lnTo>
                    <a:lnTo>
                      <a:pt x="18" y="19"/>
                    </a:lnTo>
                    <a:lnTo>
                      <a:pt x="23"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18" name="Freeform 327"/>
              <p:cNvSpPr/>
              <p:nvPr/>
            </p:nvSpPr>
            <p:spPr>
              <a:xfrm>
                <a:off x="2407" y="3318"/>
                <a:ext cx="30" cy="20"/>
              </a:xfrm>
              <a:custGeom>
                <a:avLst/>
                <a:gdLst/>
                <a:ahLst/>
                <a:cxnLst>
                  <a:cxn ang="0">
                    <a:pos x="0" y="7"/>
                  </a:cxn>
                  <a:cxn ang="0">
                    <a:pos x="25" y="0"/>
                  </a:cxn>
                  <a:cxn ang="0">
                    <a:pos x="29" y="10"/>
                  </a:cxn>
                  <a:cxn ang="0">
                    <a:pos x="3" y="19"/>
                  </a:cxn>
                  <a:cxn ang="0">
                    <a:pos x="0" y="7"/>
                  </a:cxn>
                </a:cxnLst>
                <a:rect l="0" t="0" r="0" b="0"/>
                <a:pathLst>
                  <a:path w="30" h="20">
                    <a:moveTo>
                      <a:pt x="0" y="7"/>
                    </a:moveTo>
                    <a:lnTo>
                      <a:pt x="25" y="0"/>
                    </a:lnTo>
                    <a:lnTo>
                      <a:pt x="29" y="10"/>
                    </a:lnTo>
                    <a:lnTo>
                      <a:pt x="3"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19" name="Freeform 328"/>
              <p:cNvSpPr/>
              <p:nvPr/>
            </p:nvSpPr>
            <p:spPr>
              <a:xfrm>
                <a:off x="2419" y="3307"/>
                <a:ext cx="28" cy="22"/>
              </a:xfrm>
              <a:custGeom>
                <a:avLst/>
                <a:gdLst/>
                <a:ahLst/>
                <a:cxnLst>
                  <a:cxn ang="0">
                    <a:pos x="2" y="16"/>
                  </a:cxn>
                  <a:cxn ang="0">
                    <a:pos x="3" y="18"/>
                  </a:cxn>
                  <a:cxn ang="0">
                    <a:pos x="4" y="21"/>
                  </a:cxn>
                  <a:cxn ang="0">
                    <a:pos x="10" y="21"/>
                  </a:cxn>
                  <a:cxn ang="0">
                    <a:pos x="13" y="18"/>
                  </a:cxn>
                  <a:cxn ang="0">
                    <a:pos x="15" y="21"/>
                  </a:cxn>
                  <a:cxn ang="0">
                    <a:pos x="19" y="18"/>
                  </a:cxn>
                  <a:cxn ang="0">
                    <a:pos x="24" y="9"/>
                  </a:cxn>
                  <a:cxn ang="0">
                    <a:pos x="27" y="4"/>
                  </a:cxn>
                  <a:cxn ang="0">
                    <a:pos x="23" y="0"/>
                  </a:cxn>
                  <a:cxn ang="0">
                    <a:pos x="10" y="2"/>
                  </a:cxn>
                  <a:cxn ang="0">
                    <a:pos x="5" y="4"/>
                  </a:cxn>
                  <a:cxn ang="0">
                    <a:pos x="2" y="8"/>
                  </a:cxn>
                  <a:cxn ang="0">
                    <a:pos x="0" y="12"/>
                  </a:cxn>
                  <a:cxn ang="0">
                    <a:pos x="1" y="15"/>
                  </a:cxn>
                  <a:cxn ang="0">
                    <a:pos x="2" y="16"/>
                  </a:cxn>
                </a:cxnLst>
                <a:rect l="0" t="0" r="0" b="0"/>
                <a:pathLst>
                  <a:path w="28" h="22">
                    <a:moveTo>
                      <a:pt x="2" y="16"/>
                    </a:moveTo>
                    <a:lnTo>
                      <a:pt x="3" y="18"/>
                    </a:lnTo>
                    <a:lnTo>
                      <a:pt x="4" y="21"/>
                    </a:lnTo>
                    <a:lnTo>
                      <a:pt x="10" y="21"/>
                    </a:lnTo>
                    <a:lnTo>
                      <a:pt x="13" y="18"/>
                    </a:lnTo>
                    <a:lnTo>
                      <a:pt x="15" y="21"/>
                    </a:lnTo>
                    <a:lnTo>
                      <a:pt x="19" y="18"/>
                    </a:lnTo>
                    <a:lnTo>
                      <a:pt x="24" y="9"/>
                    </a:lnTo>
                    <a:lnTo>
                      <a:pt x="27" y="4"/>
                    </a:lnTo>
                    <a:lnTo>
                      <a:pt x="23" y="0"/>
                    </a:lnTo>
                    <a:lnTo>
                      <a:pt x="10" y="2"/>
                    </a:lnTo>
                    <a:lnTo>
                      <a:pt x="5" y="4"/>
                    </a:lnTo>
                    <a:lnTo>
                      <a:pt x="2" y="8"/>
                    </a:lnTo>
                    <a:lnTo>
                      <a:pt x="0" y="12"/>
                    </a:lnTo>
                    <a:lnTo>
                      <a:pt x="1" y="15"/>
                    </a:lnTo>
                    <a:lnTo>
                      <a:pt x="2" y="1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20" name="Line 329"/>
              <p:cNvSpPr/>
              <p:nvPr/>
            </p:nvSpPr>
            <p:spPr>
              <a:xfrm flipV="1">
                <a:off x="2407" y="3307"/>
                <a:ext cx="8" cy="15"/>
              </a:xfrm>
              <a:prstGeom prst="line">
                <a:avLst/>
              </a:prstGeom>
              <a:ln w="12700" cap="flat" cmpd="sng">
                <a:solidFill>
                  <a:schemeClr val="tx1"/>
                </a:solidFill>
                <a:prstDash val="solid"/>
                <a:headEnd type="none" w="med" len="med"/>
                <a:tailEnd type="none" w="med" len="med"/>
              </a:ln>
            </p:spPr>
          </p:sp>
          <p:sp>
            <p:nvSpPr>
              <p:cNvPr id="34121" name="Line 330"/>
              <p:cNvSpPr/>
              <p:nvPr/>
            </p:nvSpPr>
            <p:spPr>
              <a:xfrm flipV="1">
                <a:off x="2408" y="3307"/>
                <a:ext cx="6" cy="9"/>
              </a:xfrm>
              <a:prstGeom prst="line">
                <a:avLst/>
              </a:prstGeom>
              <a:ln w="12700" cap="flat" cmpd="sng">
                <a:solidFill>
                  <a:schemeClr val="tx1"/>
                </a:solidFill>
                <a:prstDash val="solid"/>
                <a:headEnd type="none" w="med" len="med"/>
                <a:tailEnd type="none" w="med" len="med"/>
              </a:ln>
            </p:spPr>
          </p:sp>
          <p:sp>
            <p:nvSpPr>
              <p:cNvPr id="34122" name="Freeform 331"/>
              <p:cNvSpPr/>
              <p:nvPr/>
            </p:nvSpPr>
            <p:spPr>
              <a:xfrm>
                <a:off x="2401" y="3305"/>
                <a:ext cx="30" cy="22"/>
              </a:xfrm>
              <a:custGeom>
                <a:avLst/>
                <a:gdLst/>
                <a:ahLst/>
                <a:cxnLst>
                  <a:cxn ang="0">
                    <a:pos x="24" y="15"/>
                  </a:cxn>
                  <a:cxn ang="0">
                    <a:pos x="29" y="10"/>
                  </a:cxn>
                  <a:cxn ang="0">
                    <a:pos x="22" y="0"/>
                  </a:cxn>
                  <a:cxn ang="0">
                    <a:pos x="16" y="3"/>
                  </a:cxn>
                  <a:cxn ang="0">
                    <a:pos x="15" y="1"/>
                  </a:cxn>
                  <a:cxn ang="0">
                    <a:pos x="8" y="4"/>
                  </a:cxn>
                  <a:cxn ang="0">
                    <a:pos x="10" y="6"/>
                  </a:cxn>
                  <a:cxn ang="0">
                    <a:pos x="4" y="9"/>
                  </a:cxn>
                  <a:cxn ang="0">
                    <a:pos x="0" y="15"/>
                  </a:cxn>
                  <a:cxn ang="0">
                    <a:pos x="1" y="17"/>
                  </a:cxn>
                  <a:cxn ang="0">
                    <a:pos x="2" y="18"/>
                  </a:cxn>
                  <a:cxn ang="0">
                    <a:pos x="3" y="20"/>
                  </a:cxn>
                  <a:cxn ang="0">
                    <a:pos x="12" y="21"/>
                  </a:cxn>
                  <a:cxn ang="0">
                    <a:pos x="17" y="18"/>
                  </a:cxn>
                  <a:cxn ang="0">
                    <a:pos x="24" y="15"/>
                  </a:cxn>
                </a:cxnLst>
                <a:rect l="0" t="0" r="0" b="0"/>
                <a:pathLst>
                  <a:path w="30" h="22">
                    <a:moveTo>
                      <a:pt x="24" y="15"/>
                    </a:moveTo>
                    <a:lnTo>
                      <a:pt x="29" y="10"/>
                    </a:lnTo>
                    <a:lnTo>
                      <a:pt x="22" y="0"/>
                    </a:lnTo>
                    <a:lnTo>
                      <a:pt x="16" y="3"/>
                    </a:lnTo>
                    <a:lnTo>
                      <a:pt x="15" y="1"/>
                    </a:lnTo>
                    <a:lnTo>
                      <a:pt x="8" y="4"/>
                    </a:lnTo>
                    <a:lnTo>
                      <a:pt x="10" y="6"/>
                    </a:lnTo>
                    <a:lnTo>
                      <a:pt x="4" y="9"/>
                    </a:lnTo>
                    <a:lnTo>
                      <a:pt x="0" y="15"/>
                    </a:lnTo>
                    <a:lnTo>
                      <a:pt x="1" y="17"/>
                    </a:lnTo>
                    <a:lnTo>
                      <a:pt x="2" y="18"/>
                    </a:lnTo>
                    <a:lnTo>
                      <a:pt x="3" y="20"/>
                    </a:lnTo>
                    <a:lnTo>
                      <a:pt x="12" y="21"/>
                    </a:lnTo>
                    <a:lnTo>
                      <a:pt x="17" y="18"/>
                    </a:lnTo>
                    <a:lnTo>
                      <a:pt x="24"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23" name="Freeform 332"/>
              <p:cNvSpPr/>
              <p:nvPr/>
            </p:nvSpPr>
            <p:spPr>
              <a:xfrm>
                <a:off x="2402" y="3308"/>
                <a:ext cx="31" cy="21"/>
              </a:xfrm>
              <a:custGeom>
                <a:avLst/>
                <a:gdLst/>
                <a:ahLst/>
                <a:cxnLst>
                  <a:cxn ang="0">
                    <a:pos x="0" y="7"/>
                  </a:cxn>
                  <a:cxn ang="0">
                    <a:pos x="25" y="0"/>
                  </a:cxn>
                  <a:cxn ang="0">
                    <a:pos x="30" y="10"/>
                  </a:cxn>
                  <a:cxn ang="0">
                    <a:pos x="3" y="20"/>
                  </a:cxn>
                  <a:cxn ang="0">
                    <a:pos x="0" y="7"/>
                  </a:cxn>
                </a:cxnLst>
                <a:rect l="0" t="0" r="0" b="0"/>
                <a:pathLst>
                  <a:path w="31" h="21">
                    <a:moveTo>
                      <a:pt x="0" y="7"/>
                    </a:moveTo>
                    <a:lnTo>
                      <a:pt x="25" y="0"/>
                    </a:lnTo>
                    <a:lnTo>
                      <a:pt x="30" y="10"/>
                    </a:lnTo>
                    <a:lnTo>
                      <a:pt x="3" y="20"/>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24" name="Freeform 333"/>
              <p:cNvSpPr/>
              <p:nvPr/>
            </p:nvSpPr>
            <p:spPr>
              <a:xfrm>
                <a:off x="2419" y="3301"/>
                <a:ext cx="25" cy="21"/>
              </a:xfrm>
              <a:custGeom>
                <a:avLst/>
                <a:gdLst/>
                <a:ahLst/>
                <a:cxnLst>
                  <a:cxn ang="0">
                    <a:pos x="1" y="15"/>
                  </a:cxn>
                  <a:cxn ang="0">
                    <a:pos x="3" y="17"/>
                  </a:cxn>
                  <a:cxn ang="0">
                    <a:pos x="4" y="20"/>
                  </a:cxn>
                  <a:cxn ang="0">
                    <a:pos x="8" y="20"/>
                  </a:cxn>
                  <a:cxn ang="0">
                    <a:pos x="12" y="17"/>
                  </a:cxn>
                  <a:cxn ang="0">
                    <a:pos x="13" y="20"/>
                  </a:cxn>
                  <a:cxn ang="0">
                    <a:pos x="16" y="17"/>
                  </a:cxn>
                  <a:cxn ang="0">
                    <a:pos x="24" y="4"/>
                  </a:cxn>
                  <a:cxn ang="0">
                    <a:pos x="21" y="0"/>
                  </a:cxn>
                  <a:cxn ang="0">
                    <a:pos x="8" y="2"/>
                  </a:cxn>
                  <a:cxn ang="0">
                    <a:pos x="5" y="4"/>
                  </a:cxn>
                  <a:cxn ang="0">
                    <a:pos x="6" y="6"/>
                  </a:cxn>
                  <a:cxn ang="0">
                    <a:pos x="3" y="8"/>
                  </a:cxn>
                  <a:cxn ang="0">
                    <a:pos x="0" y="14"/>
                  </a:cxn>
                  <a:cxn ang="0">
                    <a:pos x="1" y="15"/>
                  </a:cxn>
                </a:cxnLst>
                <a:rect l="0" t="0" r="0" b="0"/>
                <a:pathLst>
                  <a:path w="25" h="21">
                    <a:moveTo>
                      <a:pt x="1" y="15"/>
                    </a:moveTo>
                    <a:lnTo>
                      <a:pt x="3" y="17"/>
                    </a:lnTo>
                    <a:lnTo>
                      <a:pt x="4" y="20"/>
                    </a:lnTo>
                    <a:lnTo>
                      <a:pt x="8" y="20"/>
                    </a:lnTo>
                    <a:lnTo>
                      <a:pt x="12" y="17"/>
                    </a:lnTo>
                    <a:lnTo>
                      <a:pt x="13" y="20"/>
                    </a:lnTo>
                    <a:lnTo>
                      <a:pt x="16" y="17"/>
                    </a:lnTo>
                    <a:lnTo>
                      <a:pt x="24" y="4"/>
                    </a:lnTo>
                    <a:lnTo>
                      <a:pt x="21" y="0"/>
                    </a:lnTo>
                    <a:lnTo>
                      <a:pt x="8" y="2"/>
                    </a:lnTo>
                    <a:lnTo>
                      <a:pt x="5" y="4"/>
                    </a:lnTo>
                    <a:lnTo>
                      <a:pt x="6" y="6"/>
                    </a:lnTo>
                    <a:lnTo>
                      <a:pt x="3" y="8"/>
                    </a:lnTo>
                    <a:lnTo>
                      <a:pt x="0" y="14"/>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25" name="Line 334"/>
              <p:cNvSpPr/>
              <p:nvPr/>
            </p:nvSpPr>
            <p:spPr>
              <a:xfrm flipV="1">
                <a:off x="2392" y="3311"/>
                <a:ext cx="2" cy="11"/>
              </a:xfrm>
              <a:prstGeom prst="line">
                <a:avLst/>
              </a:prstGeom>
              <a:ln w="12700" cap="flat" cmpd="sng">
                <a:solidFill>
                  <a:schemeClr val="tx1"/>
                </a:solidFill>
                <a:prstDash val="solid"/>
                <a:headEnd type="none" w="med" len="med"/>
                <a:tailEnd type="none" w="med" len="med"/>
              </a:ln>
            </p:spPr>
          </p:sp>
          <p:sp>
            <p:nvSpPr>
              <p:cNvPr id="34126" name="Line 335"/>
              <p:cNvSpPr/>
              <p:nvPr/>
            </p:nvSpPr>
            <p:spPr>
              <a:xfrm flipV="1">
                <a:off x="2389" y="3308"/>
                <a:ext cx="6" cy="11"/>
              </a:xfrm>
              <a:prstGeom prst="line">
                <a:avLst/>
              </a:prstGeom>
              <a:ln w="12700" cap="flat" cmpd="sng">
                <a:solidFill>
                  <a:schemeClr val="tx1"/>
                </a:solidFill>
                <a:prstDash val="solid"/>
                <a:headEnd type="none" w="med" len="med"/>
                <a:tailEnd type="none" w="med" len="med"/>
              </a:ln>
            </p:spPr>
          </p:sp>
          <p:sp>
            <p:nvSpPr>
              <p:cNvPr id="34127" name="Freeform 336"/>
              <p:cNvSpPr/>
              <p:nvPr/>
            </p:nvSpPr>
            <p:spPr>
              <a:xfrm>
                <a:off x="2389" y="3305"/>
                <a:ext cx="27" cy="22"/>
              </a:xfrm>
              <a:custGeom>
                <a:avLst/>
                <a:gdLst/>
                <a:ahLst/>
                <a:cxnLst>
                  <a:cxn ang="0">
                    <a:pos x="22" y="16"/>
                  </a:cxn>
                  <a:cxn ang="0">
                    <a:pos x="20" y="14"/>
                  </a:cxn>
                  <a:cxn ang="0">
                    <a:pos x="26" y="11"/>
                  </a:cxn>
                  <a:cxn ang="0">
                    <a:pos x="19" y="0"/>
                  </a:cxn>
                  <a:cxn ang="0">
                    <a:pos x="15" y="3"/>
                  </a:cxn>
                  <a:cxn ang="0">
                    <a:pos x="13" y="1"/>
                  </a:cxn>
                  <a:cxn ang="0">
                    <a:pos x="8" y="3"/>
                  </a:cxn>
                  <a:cxn ang="0">
                    <a:pos x="9" y="5"/>
                  </a:cxn>
                  <a:cxn ang="0">
                    <a:pos x="5" y="8"/>
                  </a:cxn>
                  <a:cxn ang="0">
                    <a:pos x="2" y="13"/>
                  </a:cxn>
                  <a:cxn ang="0">
                    <a:pos x="4" y="15"/>
                  </a:cxn>
                  <a:cxn ang="0">
                    <a:pos x="0" y="18"/>
                  </a:cxn>
                  <a:cxn ang="0">
                    <a:pos x="1" y="21"/>
                  </a:cxn>
                  <a:cxn ang="0">
                    <a:pos x="6" y="19"/>
                  </a:cxn>
                  <a:cxn ang="0">
                    <a:pos x="11" y="19"/>
                  </a:cxn>
                  <a:cxn ang="0">
                    <a:pos x="16" y="16"/>
                  </a:cxn>
                  <a:cxn ang="0">
                    <a:pos x="18" y="18"/>
                  </a:cxn>
                  <a:cxn ang="0">
                    <a:pos x="22" y="16"/>
                  </a:cxn>
                </a:cxnLst>
                <a:rect l="0" t="0" r="0" b="0"/>
                <a:pathLst>
                  <a:path w="27" h="22">
                    <a:moveTo>
                      <a:pt x="22" y="16"/>
                    </a:moveTo>
                    <a:lnTo>
                      <a:pt x="20" y="14"/>
                    </a:lnTo>
                    <a:lnTo>
                      <a:pt x="26" y="11"/>
                    </a:lnTo>
                    <a:lnTo>
                      <a:pt x="19" y="0"/>
                    </a:lnTo>
                    <a:lnTo>
                      <a:pt x="15" y="3"/>
                    </a:lnTo>
                    <a:lnTo>
                      <a:pt x="13" y="1"/>
                    </a:lnTo>
                    <a:lnTo>
                      <a:pt x="8" y="3"/>
                    </a:lnTo>
                    <a:lnTo>
                      <a:pt x="9" y="5"/>
                    </a:lnTo>
                    <a:lnTo>
                      <a:pt x="5" y="8"/>
                    </a:lnTo>
                    <a:lnTo>
                      <a:pt x="2" y="13"/>
                    </a:lnTo>
                    <a:lnTo>
                      <a:pt x="4" y="15"/>
                    </a:lnTo>
                    <a:lnTo>
                      <a:pt x="0" y="18"/>
                    </a:lnTo>
                    <a:lnTo>
                      <a:pt x="1" y="21"/>
                    </a:lnTo>
                    <a:lnTo>
                      <a:pt x="6" y="19"/>
                    </a:lnTo>
                    <a:lnTo>
                      <a:pt x="11" y="19"/>
                    </a:lnTo>
                    <a:lnTo>
                      <a:pt x="16" y="16"/>
                    </a:lnTo>
                    <a:lnTo>
                      <a:pt x="18" y="18"/>
                    </a:lnTo>
                    <a:lnTo>
                      <a:pt x="22"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28" name="Freeform 337"/>
              <p:cNvSpPr/>
              <p:nvPr/>
            </p:nvSpPr>
            <p:spPr>
              <a:xfrm>
                <a:off x="2387" y="3308"/>
                <a:ext cx="30" cy="21"/>
              </a:xfrm>
              <a:custGeom>
                <a:avLst/>
                <a:gdLst/>
                <a:ahLst/>
                <a:cxnLst>
                  <a:cxn ang="0">
                    <a:pos x="0" y="8"/>
                  </a:cxn>
                  <a:cxn ang="0">
                    <a:pos x="25" y="0"/>
                  </a:cxn>
                  <a:cxn ang="0">
                    <a:pos x="29" y="11"/>
                  </a:cxn>
                  <a:cxn ang="0">
                    <a:pos x="3" y="20"/>
                  </a:cxn>
                  <a:cxn ang="0">
                    <a:pos x="0" y="8"/>
                  </a:cxn>
                </a:cxnLst>
                <a:rect l="0" t="0" r="0" b="0"/>
                <a:pathLst>
                  <a:path w="30" h="21">
                    <a:moveTo>
                      <a:pt x="0" y="8"/>
                    </a:moveTo>
                    <a:lnTo>
                      <a:pt x="25" y="0"/>
                    </a:lnTo>
                    <a:lnTo>
                      <a:pt x="29" y="11"/>
                    </a:lnTo>
                    <a:lnTo>
                      <a:pt x="3" y="20"/>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29" name="Freeform 338"/>
              <p:cNvSpPr/>
              <p:nvPr/>
            </p:nvSpPr>
            <p:spPr>
              <a:xfrm>
                <a:off x="2401" y="3302"/>
                <a:ext cx="27" cy="23"/>
              </a:xfrm>
              <a:custGeom>
                <a:avLst/>
                <a:gdLst/>
                <a:ahLst/>
                <a:cxnLst>
                  <a:cxn ang="0">
                    <a:pos x="2" y="17"/>
                  </a:cxn>
                  <a:cxn ang="0">
                    <a:pos x="3" y="19"/>
                  </a:cxn>
                  <a:cxn ang="0">
                    <a:pos x="4" y="22"/>
                  </a:cxn>
                  <a:cxn ang="0">
                    <a:pos x="9" y="22"/>
                  </a:cxn>
                  <a:cxn ang="0">
                    <a:pos x="13" y="19"/>
                  </a:cxn>
                  <a:cxn ang="0">
                    <a:pos x="14" y="22"/>
                  </a:cxn>
                  <a:cxn ang="0">
                    <a:pos x="17" y="18"/>
                  </a:cxn>
                  <a:cxn ang="0">
                    <a:pos x="20" y="13"/>
                  </a:cxn>
                  <a:cxn ang="0">
                    <a:pos x="22" y="9"/>
                  </a:cxn>
                  <a:cxn ang="0">
                    <a:pos x="21" y="6"/>
                  </a:cxn>
                  <a:cxn ang="0">
                    <a:pos x="26" y="4"/>
                  </a:cxn>
                  <a:cxn ang="0">
                    <a:pos x="23" y="2"/>
                  </a:cxn>
                  <a:cxn ang="0">
                    <a:pos x="19" y="2"/>
                  </a:cxn>
                  <a:cxn ang="0">
                    <a:pos x="17" y="0"/>
                  </a:cxn>
                  <a:cxn ang="0">
                    <a:pos x="13" y="1"/>
                  </a:cxn>
                  <a:cxn ang="0">
                    <a:pos x="9" y="3"/>
                  </a:cxn>
                  <a:cxn ang="0">
                    <a:pos x="6" y="5"/>
                  </a:cxn>
                  <a:cxn ang="0">
                    <a:pos x="2" y="8"/>
                  </a:cxn>
                  <a:cxn ang="0">
                    <a:pos x="0" y="12"/>
                  </a:cxn>
                  <a:cxn ang="0">
                    <a:pos x="1" y="15"/>
                  </a:cxn>
                  <a:cxn ang="0">
                    <a:pos x="2" y="17"/>
                  </a:cxn>
                </a:cxnLst>
                <a:rect l="0" t="0" r="0" b="0"/>
                <a:pathLst>
                  <a:path w="27" h="23">
                    <a:moveTo>
                      <a:pt x="2" y="17"/>
                    </a:moveTo>
                    <a:lnTo>
                      <a:pt x="3" y="19"/>
                    </a:lnTo>
                    <a:lnTo>
                      <a:pt x="4" y="22"/>
                    </a:lnTo>
                    <a:lnTo>
                      <a:pt x="9" y="22"/>
                    </a:lnTo>
                    <a:lnTo>
                      <a:pt x="13" y="19"/>
                    </a:lnTo>
                    <a:lnTo>
                      <a:pt x="14" y="22"/>
                    </a:lnTo>
                    <a:lnTo>
                      <a:pt x="17" y="18"/>
                    </a:lnTo>
                    <a:lnTo>
                      <a:pt x="20" y="13"/>
                    </a:lnTo>
                    <a:lnTo>
                      <a:pt x="22" y="9"/>
                    </a:lnTo>
                    <a:lnTo>
                      <a:pt x="21" y="6"/>
                    </a:lnTo>
                    <a:lnTo>
                      <a:pt x="26" y="4"/>
                    </a:lnTo>
                    <a:lnTo>
                      <a:pt x="23" y="2"/>
                    </a:lnTo>
                    <a:lnTo>
                      <a:pt x="19" y="2"/>
                    </a:lnTo>
                    <a:lnTo>
                      <a:pt x="17" y="0"/>
                    </a:lnTo>
                    <a:lnTo>
                      <a:pt x="13" y="1"/>
                    </a:lnTo>
                    <a:lnTo>
                      <a:pt x="9" y="3"/>
                    </a:lnTo>
                    <a:lnTo>
                      <a:pt x="6" y="5"/>
                    </a:lnTo>
                    <a:lnTo>
                      <a:pt x="2" y="8"/>
                    </a:lnTo>
                    <a:lnTo>
                      <a:pt x="0" y="12"/>
                    </a:lnTo>
                    <a:lnTo>
                      <a:pt x="1" y="15"/>
                    </a:lnTo>
                    <a:lnTo>
                      <a:pt x="2"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30" name="Line 339"/>
              <p:cNvSpPr/>
              <p:nvPr/>
            </p:nvSpPr>
            <p:spPr>
              <a:xfrm flipV="1">
                <a:off x="2417" y="3295"/>
                <a:ext cx="2" cy="13"/>
              </a:xfrm>
              <a:prstGeom prst="line">
                <a:avLst/>
              </a:prstGeom>
              <a:ln w="12700" cap="flat" cmpd="sng">
                <a:solidFill>
                  <a:schemeClr val="tx1"/>
                </a:solidFill>
                <a:prstDash val="solid"/>
                <a:headEnd type="none" w="med" len="med"/>
                <a:tailEnd type="none" w="med" len="med"/>
              </a:ln>
            </p:spPr>
          </p:sp>
          <p:sp>
            <p:nvSpPr>
              <p:cNvPr id="34131" name="Line 340"/>
              <p:cNvSpPr/>
              <p:nvPr/>
            </p:nvSpPr>
            <p:spPr>
              <a:xfrm flipV="1">
                <a:off x="2416" y="3292"/>
                <a:ext cx="5" cy="12"/>
              </a:xfrm>
              <a:prstGeom prst="line">
                <a:avLst/>
              </a:prstGeom>
              <a:ln w="12700" cap="flat" cmpd="sng">
                <a:solidFill>
                  <a:schemeClr val="tx1"/>
                </a:solidFill>
                <a:prstDash val="solid"/>
                <a:headEnd type="none" w="med" len="med"/>
                <a:tailEnd type="none" w="med" len="med"/>
              </a:ln>
            </p:spPr>
          </p:sp>
          <p:sp>
            <p:nvSpPr>
              <p:cNvPr id="34132" name="Freeform 341"/>
              <p:cNvSpPr/>
              <p:nvPr/>
            </p:nvSpPr>
            <p:spPr>
              <a:xfrm>
                <a:off x="2412" y="3289"/>
                <a:ext cx="30" cy="23"/>
              </a:xfrm>
              <a:custGeom>
                <a:avLst/>
                <a:gdLst/>
                <a:ahLst/>
                <a:cxnLst>
                  <a:cxn ang="0">
                    <a:pos x="22" y="17"/>
                  </a:cxn>
                  <a:cxn ang="0">
                    <a:pos x="29" y="14"/>
                  </a:cxn>
                  <a:cxn ang="0">
                    <a:pos x="26" y="12"/>
                  </a:cxn>
                  <a:cxn ang="0">
                    <a:pos x="21" y="2"/>
                  </a:cxn>
                  <a:cxn ang="0">
                    <a:pos x="18" y="0"/>
                  </a:cxn>
                  <a:cxn ang="0">
                    <a:pos x="13" y="3"/>
                  </a:cxn>
                  <a:cxn ang="0">
                    <a:pos x="8" y="8"/>
                  </a:cxn>
                  <a:cxn ang="0">
                    <a:pos x="4" y="14"/>
                  </a:cxn>
                  <a:cxn ang="0">
                    <a:pos x="0" y="19"/>
                  </a:cxn>
                  <a:cxn ang="0">
                    <a:pos x="1" y="22"/>
                  </a:cxn>
                  <a:cxn ang="0">
                    <a:pos x="8" y="20"/>
                  </a:cxn>
                  <a:cxn ang="0">
                    <a:pos x="15" y="19"/>
                  </a:cxn>
                  <a:cxn ang="0">
                    <a:pos x="22" y="17"/>
                  </a:cxn>
                </a:cxnLst>
                <a:rect l="0" t="0" r="0" b="0"/>
                <a:pathLst>
                  <a:path w="30" h="23">
                    <a:moveTo>
                      <a:pt x="22" y="17"/>
                    </a:moveTo>
                    <a:lnTo>
                      <a:pt x="29" y="14"/>
                    </a:lnTo>
                    <a:lnTo>
                      <a:pt x="26" y="12"/>
                    </a:lnTo>
                    <a:lnTo>
                      <a:pt x="21" y="2"/>
                    </a:lnTo>
                    <a:lnTo>
                      <a:pt x="18" y="0"/>
                    </a:lnTo>
                    <a:lnTo>
                      <a:pt x="13" y="3"/>
                    </a:lnTo>
                    <a:lnTo>
                      <a:pt x="8" y="8"/>
                    </a:lnTo>
                    <a:lnTo>
                      <a:pt x="4" y="14"/>
                    </a:lnTo>
                    <a:lnTo>
                      <a:pt x="0" y="19"/>
                    </a:lnTo>
                    <a:lnTo>
                      <a:pt x="1" y="22"/>
                    </a:lnTo>
                    <a:lnTo>
                      <a:pt x="8" y="20"/>
                    </a:lnTo>
                    <a:lnTo>
                      <a:pt x="15" y="19"/>
                    </a:lnTo>
                    <a:lnTo>
                      <a:pt x="22"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33" name="Freeform 342"/>
              <p:cNvSpPr/>
              <p:nvPr/>
            </p:nvSpPr>
            <p:spPr>
              <a:xfrm>
                <a:off x="2413" y="3294"/>
                <a:ext cx="31" cy="20"/>
              </a:xfrm>
              <a:custGeom>
                <a:avLst/>
                <a:gdLst/>
                <a:ahLst/>
                <a:cxnLst>
                  <a:cxn ang="0">
                    <a:pos x="0" y="7"/>
                  </a:cxn>
                  <a:cxn ang="0">
                    <a:pos x="26" y="0"/>
                  </a:cxn>
                  <a:cxn ang="0">
                    <a:pos x="30" y="10"/>
                  </a:cxn>
                  <a:cxn ang="0">
                    <a:pos x="2" y="19"/>
                  </a:cxn>
                  <a:cxn ang="0">
                    <a:pos x="0" y="7"/>
                  </a:cxn>
                </a:cxnLst>
                <a:rect l="0" t="0" r="0" b="0"/>
                <a:pathLst>
                  <a:path w="31" h="20">
                    <a:moveTo>
                      <a:pt x="0" y="7"/>
                    </a:moveTo>
                    <a:lnTo>
                      <a:pt x="26" y="0"/>
                    </a:lnTo>
                    <a:lnTo>
                      <a:pt x="30" y="10"/>
                    </a:lnTo>
                    <a:lnTo>
                      <a:pt x="2" y="19"/>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34" name="Freeform 343"/>
              <p:cNvSpPr/>
              <p:nvPr/>
            </p:nvSpPr>
            <p:spPr>
              <a:xfrm>
                <a:off x="2430" y="3286"/>
                <a:ext cx="24" cy="20"/>
              </a:xfrm>
              <a:custGeom>
                <a:avLst/>
                <a:gdLst/>
                <a:ahLst/>
                <a:cxnLst>
                  <a:cxn ang="0">
                    <a:pos x="1" y="15"/>
                  </a:cxn>
                  <a:cxn ang="0">
                    <a:pos x="2" y="17"/>
                  </a:cxn>
                  <a:cxn ang="0">
                    <a:pos x="5" y="16"/>
                  </a:cxn>
                  <a:cxn ang="0">
                    <a:pos x="6" y="19"/>
                  </a:cxn>
                  <a:cxn ang="0">
                    <a:pos x="10" y="19"/>
                  </a:cxn>
                  <a:cxn ang="0">
                    <a:pos x="14" y="19"/>
                  </a:cxn>
                  <a:cxn ang="0">
                    <a:pos x="17" y="16"/>
                  </a:cxn>
                  <a:cxn ang="0">
                    <a:pos x="19" y="13"/>
                  </a:cxn>
                  <a:cxn ang="0">
                    <a:pos x="20" y="8"/>
                  </a:cxn>
                  <a:cxn ang="0">
                    <a:pos x="19" y="6"/>
                  </a:cxn>
                  <a:cxn ang="0">
                    <a:pos x="23" y="4"/>
                  </a:cxn>
                  <a:cxn ang="0">
                    <a:pos x="20" y="1"/>
                  </a:cxn>
                  <a:cxn ang="0">
                    <a:pos x="17" y="2"/>
                  </a:cxn>
                  <a:cxn ang="0">
                    <a:pos x="16" y="0"/>
                  </a:cxn>
                  <a:cxn ang="0">
                    <a:pos x="12" y="0"/>
                  </a:cxn>
                  <a:cxn ang="0">
                    <a:pos x="9" y="2"/>
                  </a:cxn>
                  <a:cxn ang="0">
                    <a:pos x="6" y="3"/>
                  </a:cxn>
                  <a:cxn ang="0">
                    <a:pos x="3" y="5"/>
                  </a:cxn>
                  <a:cxn ang="0">
                    <a:pos x="2" y="10"/>
                  </a:cxn>
                  <a:cxn ang="0">
                    <a:pos x="3" y="12"/>
                  </a:cxn>
                  <a:cxn ang="0">
                    <a:pos x="0" y="13"/>
                  </a:cxn>
                  <a:cxn ang="0">
                    <a:pos x="1" y="15"/>
                  </a:cxn>
                </a:cxnLst>
                <a:rect l="0" t="0" r="0" b="0"/>
                <a:pathLst>
                  <a:path w="24" h="20">
                    <a:moveTo>
                      <a:pt x="1" y="15"/>
                    </a:moveTo>
                    <a:lnTo>
                      <a:pt x="2" y="17"/>
                    </a:lnTo>
                    <a:lnTo>
                      <a:pt x="5" y="16"/>
                    </a:lnTo>
                    <a:lnTo>
                      <a:pt x="6" y="19"/>
                    </a:lnTo>
                    <a:lnTo>
                      <a:pt x="10" y="19"/>
                    </a:lnTo>
                    <a:lnTo>
                      <a:pt x="14" y="19"/>
                    </a:lnTo>
                    <a:lnTo>
                      <a:pt x="17" y="16"/>
                    </a:lnTo>
                    <a:lnTo>
                      <a:pt x="19" y="13"/>
                    </a:lnTo>
                    <a:lnTo>
                      <a:pt x="20" y="8"/>
                    </a:lnTo>
                    <a:lnTo>
                      <a:pt x="19" y="6"/>
                    </a:lnTo>
                    <a:lnTo>
                      <a:pt x="23" y="4"/>
                    </a:lnTo>
                    <a:lnTo>
                      <a:pt x="20" y="1"/>
                    </a:lnTo>
                    <a:lnTo>
                      <a:pt x="17" y="2"/>
                    </a:lnTo>
                    <a:lnTo>
                      <a:pt x="16" y="0"/>
                    </a:lnTo>
                    <a:lnTo>
                      <a:pt x="12" y="0"/>
                    </a:lnTo>
                    <a:lnTo>
                      <a:pt x="9" y="2"/>
                    </a:lnTo>
                    <a:lnTo>
                      <a:pt x="6" y="3"/>
                    </a:lnTo>
                    <a:lnTo>
                      <a:pt x="3" y="5"/>
                    </a:lnTo>
                    <a:lnTo>
                      <a:pt x="2" y="10"/>
                    </a:lnTo>
                    <a:lnTo>
                      <a:pt x="3" y="12"/>
                    </a:lnTo>
                    <a:lnTo>
                      <a:pt x="0" y="13"/>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4135" name="Line 344"/>
              <p:cNvSpPr/>
              <p:nvPr/>
            </p:nvSpPr>
            <p:spPr>
              <a:xfrm flipV="1">
                <a:off x="2398" y="3296"/>
                <a:ext cx="7" cy="13"/>
              </a:xfrm>
              <a:prstGeom prst="line">
                <a:avLst/>
              </a:prstGeom>
              <a:ln w="12700" cap="flat" cmpd="sng">
                <a:solidFill>
                  <a:schemeClr val="tx1"/>
                </a:solidFill>
                <a:prstDash val="solid"/>
                <a:headEnd type="none" w="med" len="med"/>
                <a:tailEnd type="none" w="med" len="med"/>
              </a:ln>
            </p:spPr>
          </p:sp>
          <p:sp>
            <p:nvSpPr>
              <p:cNvPr id="34136" name="Line 345"/>
              <p:cNvSpPr/>
              <p:nvPr/>
            </p:nvSpPr>
            <p:spPr>
              <a:xfrm flipV="1">
                <a:off x="2399" y="3293"/>
                <a:ext cx="4" cy="11"/>
              </a:xfrm>
              <a:prstGeom prst="line">
                <a:avLst/>
              </a:prstGeom>
              <a:ln w="12700" cap="flat" cmpd="sng">
                <a:solidFill>
                  <a:schemeClr val="tx1"/>
                </a:solidFill>
                <a:prstDash val="solid"/>
                <a:headEnd type="none" w="med" len="med"/>
                <a:tailEnd type="none" w="med" len="med"/>
              </a:ln>
            </p:spPr>
          </p:sp>
          <p:sp>
            <p:nvSpPr>
              <p:cNvPr id="34137" name="Freeform 346"/>
              <p:cNvSpPr/>
              <p:nvPr/>
            </p:nvSpPr>
            <p:spPr>
              <a:xfrm>
                <a:off x="2394" y="3290"/>
                <a:ext cx="31" cy="25"/>
              </a:xfrm>
              <a:custGeom>
                <a:avLst/>
                <a:gdLst/>
                <a:ahLst/>
                <a:cxnLst>
                  <a:cxn ang="0">
                    <a:pos x="25" y="17"/>
                  </a:cxn>
                  <a:cxn ang="0">
                    <a:pos x="30" y="10"/>
                  </a:cxn>
                  <a:cxn ang="0">
                    <a:pos x="23" y="0"/>
                  </a:cxn>
                  <a:cxn ang="0">
                    <a:pos x="16" y="1"/>
                  </a:cxn>
                  <a:cxn ang="0">
                    <a:pos x="10" y="4"/>
                  </a:cxn>
                  <a:cxn ang="0">
                    <a:pos x="4" y="8"/>
                  </a:cxn>
                  <a:cxn ang="0">
                    <a:pos x="0" y="14"/>
                  </a:cxn>
                  <a:cxn ang="0">
                    <a:pos x="1" y="17"/>
                  </a:cxn>
                  <a:cxn ang="0">
                    <a:pos x="3" y="20"/>
                  </a:cxn>
                  <a:cxn ang="0">
                    <a:pos x="4" y="22"/>
                  </a:cxn>
                  <a:cxn ang="0">
                    <a:pos x="13" y="24"/>
                  </a:cxn>
                  <a:cxn ang="0">
                    <a:pos x="20" y="20"/>
                  </a:cxn>
                  <a:cxn ang="0">
                    <a:pos x="25" y="17"/>
                  </a:cxn>
                </a:cxnLst>
                <a:rect l="0" t="0" r="0" b="0"/>
                <a:pathLst>
                  <a:path w="31" h="25">
                    <a:moveTo>
                      <a:pt x="25" y="17"/>
                    </a:moveTo>
                    <a:lnTo>
                      <a:pt x="30" y="10"/>
                    </a:lnTo>
                    <a:lnTo>
                      <a:pt x="23" y="0"/>
                    </a:lnTo>
                    <a:lnTo>
                      <a:pt x="16" y="1"/>
                    </a:lnTo>
                    <a:lnTo>
                      <a:pt x="10" y="4"/>
                    </a:lnTo>
                    <a:lnTo>
                      <a:pt x="4" y="8"/>
                    </a:lnTo>
                    <a:lnTo>
                      <a:pt x="0" y="14"/>
                    </a:lnTo>
                    <a:lnTo>
                      <a:pt x="1" y="17"/>
                    </a:lnTo>
                    <a:lnTo>
                      <a:pt x="3" y="20"/>
                    </a:lnTo>
                    <a:lnTo>
                      <a:pt x="4" y="22"/>
                    </a:lnTo>
                    <a:lnTo>
                      <a:pt x="13" y="24"/>
                    </a:lnTo>
                    <a:lnTo>
                      <a:pt x="20" y="20"/>
                    </a:lnTo>
                    <a:lnTo>
                      <a:pt x="25"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38" name="Freeform 347"/>
              <p:cNvSpPr/>
              <p:nvPr/>
            </p:nvSpPr>
            <p:spPr>
              <a:xfrm>
                <a:off x="2395" y="3294"/>
                <a:ext cx="31" cy="20"/>
              </a:xfrm>
              <a:custGeom>
                <a:avLst/>
                <a:gdLst/>
                <a:ahLst/>
                <a:cxnLst>
                  <a:cxn ang="0">
                    <a:pos x="0" y="8"/>
                  </a:cxn>
                  <a:cxn ang="0">
                    <a:pos x="25" y="0"/>
                  </a:cxn>
                  <a:cxn ang="0">
                    <a:pos x="30" y="10"/>
                  </a:cxn>
                  <a:cxn ang="0">
                    <a:pos x="3" y="19"/>
                  </a:cxn>
                  <a:cxn ang="0">
                    <a:pos x="0" y="7"/>
                  </a:cxn>
                  <a:cxn ang="0">
                    <a:pos x="0" y="8"/>
                  </a:cxn>
                </a:cxnLst>
                <a:rect l="0" t="0" r="0" b="0"/>
                <a:pathLst>
                  <a:path w="31" h="20">
                    <a:moveTo>
                      <a:pt x="0" y="8"/>
                    </a:moveTo>
                    <a:lnTo>
                      <a:pt x="25" y="0"/>
                    </a:lnTo>
                    <a:lnTo>
                      <a:pt x="30" y="10"/>
                    </a:lnTo>
                    <a:lnTo>
                      <a:pt x="3" y="19"/>
                    </a:lnTo>
                    <a:lnTo>
                      <a:pt x="0" y="7"/>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4139" name="Freeform 348"/>
              <p:cNvSpPr/>
              <p:nvPr/>
            </p:nvSpPr>
            <p:spPr>
              <a:xfrm>
                <a:off x="2412" y="3287"/>
                <a:ext cx="27" cy="24"/>
              </a:xfrm>
              <a:custGeom>
                <a:avLst/>
                <a:gdLst/>
                <a:ahLst/>
                <a:cxnLst>
                  <a:cxn ang="0">
                    <a:pos x="1" y="17"/>
                  </a:cxn>
                  <a:cxn ang="0">
                    <a:pos x="2" y="19"/>
                  </a:cxn>
                  <a:cxn ang="0">
                    <a:pos x="3" y="21"/>
                  </a:cxn>
                  <a:cxn ang="0">
                    <a:pos x="9" y="23"/>
                  </a:cxn>
                  <a:cxn ang="0">
                    <a:pos x="13" y="20"/>
                  </a:cxn>
                  <a:cxn ang="0">
                    <a:pos x="17" y="18"/>
                  </a:cxn>
                  <a:cxn ang="0">
                    <a:pos x="20" y="16"/>
                  </a:cxn>
                  <a:cxn ang="0">
                    <a:pos x="24" y="13"/>
                  </a:cxn>
                  <a:cxn ang="0">
                    <a:pos x="26" y="6"/>
                  </a:cxn>
                  <a:cxn ang="0">
                    <a:pos x="24" y="4"/>
                  </a:cxn>
                  <a:cxn ang="0">
                    <a:pos x="23" y="2"/>
                  </a:cxn>
                  <a:cxn ang="0">
                    <a:pos x="22" y="0"/>
                  </a:cxn>
                  <a:cxn ang="0">
                    <a:pos x="17" y="1"/>
                  </a:cxn>
                  <a:cxn ang="0">
                    <a:pos x="13" y="3"/>
                  </a:cxn>
                  <a:cxn ang="0">
                    <a:pos x="8" y="3"/>
                  </a:cxn>
                  <a:cxn ang="0">
                    <a:pos x="5" y="5"/>
                  </a:cxn>
                  <a:cxn ang="0">
                    <a:pos x="6" y="7"/>
                  </a:cxn>
                  <a:cxn ang="0">
                    <a:pos x="2" y="9"/>
                  </a:cxn>
                  <a:cxn ang="0">
                    <a:pos x="0" y="15"/>
                  </a:cxn>
                  <a:cxn ang="0">
                    <a:pos x="1" y="17"/>
                  </a:cxn>
                </a:cxnLst>
                <a:rect l="0" t="0" r="0" b="0"/>
                <a:pathLst>
                  <a:path w="27" h="24">
                    <a:moveTo>
                      <a:pt x="1" y="17"/>
                    </a:moveTo>
                    <a:lnTo>
                      <a:pt x="2" y="19"/>
                    </a:lnTo>
                    <a:lnTo>
                      <a:pt x="3" y="21"/>
                    </a:lnTo>
                    <a:lnTo>
                      <a:pt x="9" y="23"/>
                    </a:lnTo>
                    <a:lnTo>
                      <a:pt x="13" y="20"/>
                    </a:lnTo>
                    <a:lnTo>
                      <a:pt x="17" y="18"/>
                    </a:lnTo>
                    <a:lnTo>
                      <a:pt x="20" y="16"/>
                    </a:lnTo>
                    <a:lnTo>
                      <a:pt x="24" y="13"/>
                    </a:lnTo>
                    <a:lnTo>
                      <a:pt x="26" y="6"/>
                    </a:lnTo>
                    <a:lnTo>
                      <a:pt x="24" y="4"/>
                    </a:lnTo>
                    <a:lnTo>
                      <a:pt x="23" y="2"/>
                    </a:lnTo>
                    <a:lnTo>
                      <a:pt x="22" y="0"/>
                    </a:lnTo>
                    <a:lnTo>
                      <a:pt x="17" y="1"/>
                    </a:lnTo>
                    <a:lnTo>
                      <a:pt x="13" y="3"/>
                    </a:lnTo>
                    <a:lnTo>
                      <a:pt x="8" y="3"/>
                    </a:lnTo>
                    <a:lnTo>
                      <a:pt x="5" y="5"/>
                    </a:lnTo>
                    <a:lnTo>
                      <a:pt x="6" y="7"/>
                    </a:lnTo>
                    <a:lnTo>
                      <a:pt x="2" y="9"/>
                    </a:lnTo>
                    <a:lnTo>
                      <a:pt x="0" y="15"/>
                    </a:lnTo>
                    <a:lnTo>
                      <a:pt x="1"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15709" name="Rectangle 349"/>
            <p:cNvSpPr>
              <a:spLocks noChangeArrowheads="1"/>
            </p:cNvSpPr>
            <p:nvPr/>
          </p:nvSpPr>
          <p:spPr bwMode="auto">
            <a:xfrm>
              <a:off x="4583" y="1482"/>
              <a:ext cx="115" cy="212"/>
            </a:xfrm>
            <a:prstGeom prst="rect">
              <a:avLst/>
            </a:prstGeom>
            <a:noFill/>
            <a:ln w="12700">
              <a:noFill/>
              <a:miter lim="800000"/>
            </a:ln>
            <a:effectLst/>
          </p:spPr>
          <p:txBody>
            <a:bodyPr wrap="none" lIns="90488" tIns="44450" rIns="90488" bIns="44450">
              <a:spAutoFit/>
            </a:bodyPr>
            <a:lstStyle/>
            <a:p>
              <a:pPr marL="390525" indent="-390525" defTabSz="1042670" eaLnBrk="0" fontAlgn="base" hangingPunct="0">
                <a:spcBef>
                  <a:spcPct val="20000"/>
                </a:spcBef>
                <a:spcAft>
                  <a:spcPct val="0"/>
                </a:spcAft>
                <a:defRPr/>
              </a:pPr>
              <a:endParaRPr kumimoji="1" lang="zh-CN" altLang="zh-CN" sz="1400" b="1" i="1">
                <a:solidFill>
                  <a:srgbClr val="FF6633"/>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p:txBody>
        </p:sp>
        <p:sp>
          <p:nvSpPr>
            <p:cNvPr id="34141" name="Oval 350"/>
            <p:cNvSpPr/>
            <p:nvPr/>
          </p:nvSpPr>
          <p:spPr>
            <a:xfrm>
              <a:off x="4303" y="1816"/>
              <a:ext cx="78" cy="55"/>
            </a:xfrm>
            <a:prstGeom prst="ellipse">
              <a:avLst/>
            </a:prstGeom>
            <a:solidFill>
              <a:srgbClr val="66FF33"/>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142" name="Rectangle 351"/>
            <p:cNvSpPr/>
            <p:nvPr/>
          </p:nvSpPr>
          <p:spPr>
            <a:xfrm>
              <a:off x="1048" y="1330"/>
              <a:ext cx="212" cy="190"/>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i="1">
                  <a:latin typeface="Times New Roman" panose="02020603050405020304" pitchFamily="18" charset="0"/>
                </a:rPr>
                <a:t>55</a:t>
              </a:r>
            </a:p>
          </p:txBody>
        </p:sp>
        <p:sp>
          <p:nvSpPr>
            <p:cNvPr id="34143" name="Oval 352"/>
            <p:cNvSpPr/>
            <p:nvPr/>
          </p:nvSpPr>
          <p:spPr>
            <a:xfrm>
              <a:off x="1409" y="1265"/>
              <a:ext cx="93" cy="90"/>
            </a:xfrm>
            <a:prstGeom prst="ellipse">
              <a:avLst/>
            </a:prstGeom>
            <a:solidFill>
              <a:srgbClr val="FD350D"/>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144" name="Oval 353"/>
            <p:cNvSpPr/>
            <p:nvPr/>
          </p:nvSpPr>
          <p:spPr>
            <a:xfrm>
              <a:off x="1035" y="1488"/>
              <a:ext cx="93"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145" name="Oval 354"/>
            <p:cNvSpPr/>
            <p:nvPr/>
          </p:nvSpPr>
          <p:spPr>
            <a:xfrm>
              <a:off x="2436" y="1667"/>
              <a:ext cx="93" cy="89"/>
            </a:xfrm>
            <a:prstGeom prst="ellipse">
              <a:avLst/>
            </a:prstGeom>
            <a:solidFill>
              <a:srgbClr val="0731B7"/>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146" name="Oval 355"/>
            <p:cNvSpPr/>
            <p:nvPr/>
          </p:nvSpPr>
          <p:spPr>
            <a:xfrm>
              <a:off x="3557" y="1622"/>
              <a:ext cx="93" cy="89"/>
            </a:xfrm>
            <a:prstGeom prst="ellipse">
              <a:avLst/>
            </a:prstGeom>
            <a:solidFill>
              <a:srgbClr val="0731B7"/>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147" name="Oval 356"/>
            <p:cNvSpPr/>
            <p:nvPr/>
          </p:nvSpPr>
          <p:spPr>
            <a:xfrm>
              <a:off x="4491" y="1444"/>
              <a:ext cx="93" cy="89"/>
            </a:xfrm>
            <a:prstGeom prst="ellipse">
              <a:avLst/>
            </a:prstGeom>
            <a:solidFill>
              <a:srgbClr val="0731B7"/>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148" name="Text Box 357"/>
            <p:cNvSpPr txBox="1"/>
            <p:nvPr/>
          </p:nvSpPr>
          <p:spPr>
            <a:xfrm>
              <a:off x="748" y="1616"/>
              <a:ext cx="701" cy="275"/>
            </a:xfrm>
            <a:prstGeom prst="rect">
              <a:avLst/>
            </a:prstGeom>
            <a:noFill/>
            <a:ln w="9525">
              <a:noFill/>
            </a:ln>
          </p:spPr>
          <p:txBody>
            <a:bodyPr>
              <a:spAutoFit/>
            </a:bodyPr>
            <a:lstStyle/>
            <a:p>
              <a:pPr>
                <a:spcBef>
                  <a:spcPct val="50000"/>
                </a:spcBef>
              </a:pPr>
              <a:r>
                <a:rPr lang="en-US" altLang="zh-CN" sz="2000">
                  <a:latin typeface="Times New Roman" panose="02020603050405020304" pitchFamily="18" charset="0"/>
                </a:rPr>
                <a:t>Hawaii</a:t>
              </a:r>
            </a:p>
          </p:txBody>
        </p:sp>
        <p:sp>
          <p:nvSpPr>
            <p:cNvPr id="34149" name="Text Box 358"/>
            <p:cNvSpPr txBox="1"/>
            <p:nvPr/>
          </p:nvSpPr>
          <p:spPr>
            <a:xfrm>
              <a:off x="2245" y="1797"/>
              <a:ext cx="1088" cy="275"/>
            </a:xfrm>
            <a:prstGeom prst="rect">
              <a:avLst/>
            </a:prstGeom>
            <a:noFill/>
            <a:ln w="9525">
              <a:noFill/>
            </a:ln>
          </p:spPr>
          <p:txBody>
            <a:bodyPr>
              <a:spAutoFit/>
            </a:bodyPr>
            <a:lstStyle/>
            <a:p>
              <a:pPr>
                <a:spcBef>
                  <a:spcPct val="50000"/>
                </a:spcBef>
              </a:pPr>
              <a:r>
                <a:rPr lang="en-US" altLang="zh-CN" sz="2000" err="1">
                  <a:latin typeface="Times New Roman" panose="02020603050405020304" pitchFamily="18" charset="0"/>
                </a:rPr>
                <a:t>Ascencion</a:t>
              </a:r>
              <a:endParaRPr lang="en-US" altLang="zh-CN" sz="2000">
                <a:latin typeface="Times New Roman" panose="02020603050405020304" pitchFamily="18" charset="0"/>
              </a:endParaRPr>
            </a:p>
          </p:txBody>
        </p:sp>
        <p:sp>
          <p:nvSpPr>
            <p:cNvPr id="34150" name="Text Box 359"/>
            <p:cNvSpPr txBox="1"/>
            <p:nvPr/>
          </p:nvSpPr>
          <p:spPr>
            <a:xfrm>
              <a:off x="3334" y="1797"/>
              <a:ext cx="1195" cy="275"/>
            </a:xfrm>
            <a:prstGeom prst="rect">
              <a:avLst/>
            </a:prstGeom>
            <a:noFill/>
            <a:ln w="9525">
              <a:noFill/>
            </a:ln>
          </p:spPr>
          <p:txBody>
            <a:bodyPr>
              <a:spAutoFit/>
            </a:bodyPr>
            <a:lstStyle/>
            <a:p>
              <a:pPr>
                <a:spcBef>
                  <a:spcPct val="50000"/>
                </a:spcBef>
              </a:pPr>
              <a:r>
                <a:rPr lang="en-US" altLang="zh-CN" sz="2000">
                  <a:latin typeface="Times New Roman" panose="02020603050405020304" pitchFamily="18" charset="0"/>
                </a:rPr>
                <a:t>Diego Garcia</a:t>
              </a:r>
            </a:p>
          </p:txBody>
        </p:sp>
        <p:sp>
          <p:nvSpPr>
            <p:cNvPr id="34151" name="Text Box 360"/>
            <p:cNvSpPr txBox="1"/>
            <p:nvPr/>
          </p:nvSpPr>
          <p:spPr>
            <a:xfrm>
              <a:off x="4604" y="1525"/>
              <a:ext cx="887" cy="275"/>
            </a:xfrm>
            <a:prstGeom prst="rect">
              <a:avLst/>
            </a:prstGeom>
            <a:noFill/>
            <a:ln w="9525">
              <a:noFill/>
            </a:ln>
          </p:spPr>
          <p:txBody>
            <a:bodyPr>
              <a:spAutoFit/>
            </a:bodyPr>
            <a:lstStyle/>
            <a:p>
              <a:pPr>
                <a:spcBef>
                  <a:spcPct val="50000"/>
                </a:spcBef>
              </a:pPr>
              <a:r>
                <a:rPr lang="en-US" altLang="zh-CN" sz="2000" err="1">
                  <a:latin typeface="Times New Roman" panose="02020603050405020304" pitchFamily="18" charset="0"/>
                </a:rPr>
                <a:t>kwajalein</a:t>
              </a:r>
              <a:endParaRPr lang="en-US" altLang="zh-CN" sz="2000">
                <a:latin typeface="Times New Roman" panose="02020603050405020304" pitchFamily="18" charset="0"/>
              </a:endParaRPr>
            </a:p>
          </p:txBody>
        </p:sp>
        <p:sp>
          <p:nvSpPr>
            <p:cNvPr id="34152" name="Text Box 361"/>
            <p:cNvSpPr txBox="1"/>
            <p:nvPr/>
          </p:nvSpPr>
          <p:spPr>
            <a:xfrm>
              <a:off x="476" y="890"/>
              <a:ext cx="1401" cy="275"/>
            </a:xfrm>
            <a:prstGeom prst="rect">
              <a:avLst/>
            </a:prstGeom>
            <a:noFill/>
            <a:ln w="9525">
              <a:noFill/>
            </a:ln>
          </p:spPr>
          <p:txBody>
            <a:bodyPr>
              <a:spAutoFit/>
            </a:bodyPr>
            <a:lstStyle/>
            <a:p>
              <a:pPr>
                <a:spcBef>
                  <a:spcPct val="50000"/>
                </a:spcBef>
              </a:pPr>
              <a:r>
                <a:rPr lang="en-US" altLang="zh-CN" sz="2000">
                  <a:latin typeface="Times New Roman" panose="02020603050405020304" pitchFamily="18" charset="0"/>
                </a:rPr>
                <a:t>Colorado springs</a:t>
              </a:r>
            </a:p>
          </p:txBody>
        </p:sp>
      </p:grpSp>
      <p:sp>
        <p:nvSpPr>
          <p:cNvPr id="15722" name="Rectangle 362"/>
          <p:cNvSpPr/>
          <p:nvPr/>
        </p:nvSpPr>
        <p:spPr>
          <a:xfrm>
            <a:off x="1484417" y="4779293"/>
            <a:ext cx="9357754" cy="2087562"/>
          </a:xfrm>
          <a:prstGeom prst="rect">
            <a:avLst/>
          </a:prstGeom>
          <a:noFill/>
          <a:ln w="12700">
            <a:noFill/>
          </a:ln>
        </p:spPr>
        <p:txBody>
          <a:bodyPr lIns="92075" tIns="42862" rIns="92075" bIns="42862"/>
          <a:lstStyle/>
          <a:p>
            <a:pPr>
              <a:lnSpc>
                <a:spcPct val="80000"/>
              </a:lnSpc>
              <a:spcBef>
                <a:spcPct val="20000"/>
              </a:spcBef>
            </a:pPr>
            <a:r>
              <a:rPr lang="zh-CN" altLang="zh-CN" sz="2400" b="1" dirty="0"/>
              <a:t>一个主控站</a:t>
            </a:r>
            <a:r>
              <a:rPr lang="zh-CN" altLang="zh-CN" sz="2400" dirty="0"/>
              <a:t>：科罗拉多•斯必灵司</a:t>
            </a:r>
          </a:p>
          <a:p>
            <a:pPr>
              <a:lnSpc>
                <a:spcPct val="80000"/>
              </a:lnSpc>
              <a:spcBef>
                <a:spcPct val="20000"/>
              </a:spcBef>
            </a:pPr>
            <a:r>
              <a:rPr lang="zh-CN" altLang="zh-CN" sz="2400" b="1" dirty="0"/>
              <a:t>三个注入站：</a:t>
            </a:r>
            <a:r>
              <a:rPr lang="zh-CN" altLang="zh-CN" sz="2400" dirty="0"/>
              <a:t>阿松森(</a:t>
            </a:r>
            <a:r>
              <a:rPr lang="en-US" altLang="zh-CN" sz="2400" dirty="0" err="1"/>
              <a:t>Ascencion</a:t>
            </a:r>
            <a:r>
              <a:rPr lang="en-US" altLang="zh-CN" sz="2400" dirty="0"/>
              <a:t>)</a:t>
            </a:r>
            <a:r>
              <a:rPr lang="zh-CN" altLang="en-US" sz="2400" b="1" dirty="0"/>
              <a:t>、</a:t>
            </a:r>
            <a:r>
              <a:rPr lang="zh-CN" altLang="zh-CN" sz="2400" dirty="0"/>
              <a:t>迭哥•伽西亚(</a:t>
            </a:r>
            <a:r>
              <a:rPr lang="en-US" altLang="zh-CN" sz="2400" dirty="0"/>
              <a:t>Diego Garcia)</a:t>
            </a:r>
            <a:r>
              <a:rPr lang="zh-CN" altLang="en-US" sz="2400" dirty="0"/>
              <a:t>和</a:t>
            </a:r>
            <a:r>
              <a:rPr lang="zh-CN" altLang="zh-CN" sz="2400" dirty="0"/>
              <a:t>卡瓦加兰(</a:t>
            </a:r>
            <a:r>
              <a:rPr lang="en-US" altLang="zh-CN" sz="2400" dirty="0" err="1"/>
              <a:t>kwajalein</a:t>
            </a:r>
            <a:r>
              <a:rPr lang="en-US" altLang="zh-CN" sz="2400" dirty="0"/>
              <a:t>)</a:t>
            </a:r>
          </a:p>
          <a:p>
            <a:pPr>
              <a:lnSpc>
                <a:spcPct val="80000"/>
              </a:lnSpc>
              <a:spcBef>
                <a:spcPct val="20000"/>
              </a:spcBef>
            </a:pPr>
            <a:r>
              <a:rPr lang="zh-CN" altLang="zh-CN" sz="2400" b="1" dirty="0"/>
              <a:t>五个监测站</a:t>
            </a:r>
            <a:r>
              <a:rPr lang="zh-CN" altLang="en-US" sz="2400" dirty="0"/>
              <a:t>：在</a:t>
            </a:r>
            <a:r>
              <a:rPr lang="zh-CN" altLang="zh-CN" sz="2400" dirty="0"/>
              <a:t>主控站</a:t>
            </a:r>
            <a:r>
              <a:rPr lang="zh-CN" altLang="en-US" sz="2400" dirty="0"/>
              <a:t>和</a:t>
            </a:r>
            <a:r>
              <a:rPr lang="en-US" altLang="zh-CN" sz="2400" dirty="0"/>
              <a:t>3</a:t>
            </a:r>
            <a:r>
              <a:rPr lang="zh-CN" altLang="en-US" sz="2400" dirty="0"/>
              <a:t>个</a:t>
            </a:r>
            <a:r>
              <a:rPr lang="zh-CN" altLang="zh-CN" sz="2400" dirty="0"/>
              <a:t>注入站</a:t>
            </a:r>
            <a:r>
              <a:rPr lang="zh-CN" altLang="en-US" sz="2400" dirty="0"/>
              <a:t>各设一个，另一个设在</a:t>
            </a:r>
            <a:r>
              <a:rPr lang="zh-CN" altLang="zh-CN" sz="2400" dirty="0"/>
              <a:t>夏威夷(</a:t>
            </a:r>
            <a:r>
              <a:rPr lang="en-US" altLang="zh-CN" sz="2400" dirty="0"/>
              <a:t>Hawaii)</a:t>
            </a:r>
            <a:endParaRPr lang="en-US" altLang="zh-CN" sz="2400" b="1" dirty="0"/>
          </a:p>
        </p:txBody>
      </p:sp>
      <p:sp>
        <p:nvSpPr>
          <p:cNvPr id="363" name="Rectangle 2"/>
          <p:cNvSpPr txBox="1"/>
          <p:nvPr/>
        </p:nvSpPr>
        <p:spPr>
          <a:xfrm>
            <a:off x="1348805" y="1553107"/>
            <a:ext cx="10135907" cy="833131"/>
          </a:xfrm>
          <a:prstGeom prst="rect">
            <a:avLst/>
          </a:prstGeom>
        </p:spPr>
        <p:txBody>
          <a:bodyPr vert="horz" wrap="square" lIns="91440" tIns="45720" rIns="91440" bIns="45720" anchor="t"/>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Bef>
                <a:spcPct val="20000"/>
              </a:spcBef>
              <a:buClr>
                <a:schemeClr val="accent2"/>
              </a:buClr>
              <a:buSzPct val="80000"/>
              <a:buFont typeface="Wingdings" panose="05000000000000000000" pitchFamily="2" charset="2"/>
              <a:buNone/>
            </a:pPr>
            <a:r>
              <a:rPr lang="zh-CN" altLang="en-US" sz="2400" dirty="0" smtClean="0"/>
              <a:t>        该系统由</a:t>
            </a:r>
            <a:r>
              <a:rPr lang="en-US" altLang="zh-CN" sz="2400" dirty="0" smtClean="0"/>
              <a:t>5</a:t>
            </a:r>
            <a:r>
              <a:rPr lang="zh-CN" altLang="en-US" sz="2400" dirty="0" smtClean="0"/>
              <a:t>个监测站、</a:t>
            </a:r>
            <a:r>
              <a:rPr lang="en-US" altLang="zh-CN" sz="2400" dirty="0" smtClean="0"/>
              <a:t>1</a:t>
            </a:r>
            <a:r>
              <a:rPr lang="zh-CN" altLang="en-US" sz="2400" dirty="0" smtClean="0"/>
              <a:t>个主控站和</a:t>
            </a:r>
            <a:r>
              <a:rPr lang="en-US" altLang="zh-CN" sz="2400" dirty="0" smtClean="0"/>
              <a:t>3</a:t>
            </a:r>
            <a:r>
              <a:rPr lang="zh-CN" altLang="en-US" sz="2400" dirty="0" smtClean="0"/>
              <a:t>个注入站组成，设在美国本土的科罗拉多和三大洋的美国军事基地中。</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dissolve">
                                      <p:cBhvr>
                                        <p:cTn id="7" dur="500"/>
                                        <p:tgtEl>
                                          <p:spTgt spid="153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5722">
                                            <p:txEl>
                                              <p:pRg st="0" end="0"/>
                                            </p:txEl>
                                          </p:spTgt>
                                        </p:tgtEl>
                                        <p:attrNameLst>
                                          <p:attrName>style.visibility</p:attrName>
                                        </p:attrNameLst>
                                      </p:cBhvr>
                                      <p:to>
                                        <p:strVal val="visible"/>
                                      </p:to>
                                    </p:set>
                                    <p:anim calcmode="lin" valueType="num">
                                      <p:cBhvr additive="base">
                                        <p:cTn id="17" dur="500" fill="hold"/>
                                        <p:tgtEl>
                                          <p:spTgt spid="15722">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5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5722">
                                            <p:txEl>
                                              <p:pRg st="1" end="1"/>
                                            </p:txEl>
                                          </p:spTgt>
                                        </p:tgtEl>
                                        <p:attrNameLst>
                                          <p:attrName>style.visibility</p:attrName>
                                        </p:attrNameLst>
                                      </p:cBhvr>
                                      <p:to>
                                        <p:strVal val="visible"/>
                                      </p:to>
                                    </p:set>
                                    <p:anim calcmode="lin" valueType="num">
                                      <p:cBhvr additive="base">
                                        <p:cTn id="23" dur="500" fill="hold"/>
                                        <p:tgtEl>
                                          <p:spTgt spid="15722">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57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5722">
                                            <p:txEl>
                                              <p:pRg st="2" end="2"/>
                                            </p:txEl>
                                          </p:spTgt>
                                        </p:tgtEl>
                                        <p:attrNameLst>
                                          <p:attrName>style.visibility</p:attrName>
                                        </p:attrNameLst>
                                      </p:cBhvr>
                                      <p:to>
                                        <p:strVal val="visible"/>
                                      </p:to>
                                    </p:set>
                                    <p:anim calcmode="lin" valueType="num">
                                      <p:cBhvr additive="base">
                                        <p:cTn id="29" dur="500" fill="hold"/>
                                        <p:tgtEl>
                                          <p:spTgt spid="15722">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57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63">
                                            <p:txEl>
                                              <p:pRg st="0" end="0"/>
                                            </p:txEl>
                                          </p:spTgt>
                                        </p:tgtEl>
                                        <p:attrNameLst>
                                          <p:attrName>style.visibility</p:attrName>
                                        </p:attrNameLst>
                                      </p:cBhvr>
                                      <p:to>
                                        <p:strVal val="visible"/>
                                      </p:to>
                                    </p:set>
                                    <p:animEffect transition="in" filter="dissolve">
                                      <p:cBhvr>
                                        <p:cTn id="35" dur="500"/>
                                        <p:tgtEl>
                                          <p:spTgt spid="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P spid="36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p:cNvSpPr>
          <p:nvPr>
            <p:ph idx="1"/>
          </p:nvPr>
        </p:nvSpPr>
        <p:spPr>
          <a:xfrm>
            <a:off x="902524" y="1508168"/>
            <a:ext cx="10770919" cy="4524498"/>
          </a:xfrm>
        </p:spPr>
        <p:txBody>
          <a:bodyPr vert="horz" wrap="square" lIns="91440" tIns="45720" rIns="91440" bIns="45720" anchor="t"/>
          <a:lstStyle/>
          <a:p>
            <a:pPr>
              <a:lnSpc>
                <a:spcPts val="3600"/>
              </a:lnSpc>
            </a:pPr>
            <a:r>
              <a:rPr lang="zh-CN" altLang="en-US" sz="2400" dirty="0">
                <a:latin typeface="+mn-ea"/>
              </a:rPr>
              <a:t>    </a:t>
            </a:r>
            <a:r>
              <a:rPr lang="zh-CN" altLang="en-US" sz="2400" dirty="0" smtClean="0">
                <a:latin typeface="+mn-ea"/>
              </a:rPr>
              <a:t>地面站</a:t>
            </a:r>
            <a:r>
              <a:rPr lang="zh-CN" altLang="en-US" sz="2400" dirty="0">
                <a:latin typeface="+mn-ea"/>
              </a:rPr>
              <a:t>主要负责对卫星进行实时监测（包括卫星上设备是否正常工作、卫星是否沿轨道运行等）；向每颗卫星提供其编写并播发的导航电文，包括卫星星历（即描述卫星运动及其轨道参数的数据）、卫星钟差（时钟修正参数）和大气修正参数等，以保证卫星能够不间断地向地面用户发送准确可靠的导航信号</a:t>
            </a:r>
            <a:r>
              <a:rPr lang="zh-CN" altLang="en-US" sz="2400" dirty="0" smtClean="0">
                <a:latin typeface="+mn-ea"/>
              </a:rPr>
              <a:t>。</a:t>
            </a:r>
            <a:endParaRPr lang="zh-CN" altLang="en-US" sz="2400" dirty="0">
              <a:latin typeface="+mn-ea"/>
            </a:endParaRPr>
          </a:p>
          <a:p>
            <a:pPr fontAlgn="ctr">
              <a:lnSpc>
                <a:spcPts val="3600"/>
              </a:lnSpc>
            </a:pPr>
            <a:r>
              <a:rPr lang="zh-CN" altLang="en-US" sz="2400" dirty="0" smtClean="0">
                <a:solidFill>
                  <a:schemeClr val="accent1"/>
                </a:solidFill>
                <a:latin typeface="+mn-ea"/>
              </a:rPr>
              <a:t>监测站：</a:t>
            </a:r>
            <a:r>
              <a:rPr lang="zh-CN" altLang="en-US" sz="2400" dirty="0" smtClean="0">
                <a:latin typeface="+mn-ea"/>
              </a:rPr>
              <a:t>任务</a:t>
            </a:r>
            <a:r>
              <a:rPr lang="zh-CN" altLang="en-US" sz="2400" dirty="0">
                <a:latin typeface="+mn-ea"/>
              </a:rPr>
              <a:t>是连续跟踪观测和接收</a:t>
            </a:r>
            <a:r>
              <a:rPr lang="en-US" altLang="zh-CN" sz="2400" dirty="0">
                <a:latin typeface="+mn-ea"/>
              </a:rPr>
              <a:t>GPS</a:t>
            </a:r>
            <a:r>
              <a:rPr lang="zh-CN" altLang="en-US" sz="2400" dirty="0">
                <a:latin typeface="+mn-ea"/>
              </a:rPr>
              <a:t>卫星的信号，并监测卫星的工作状态。</a:t>
            </a:r>
          </a:p>
          <a:p>
            <a:pPr>
              <a:lnSpc>
                <a:spcPts val="3600"/>
              </a:lnSpc>
            </a:pPr>
            <a:r>
              <a:rPr lang="zh-CN" altLang="en-US" sz="2400" dirty="0" smtClean="0">
                <a:solidFill>
                  <a:schemeClr val="accent1"/>
                </a:solidFill>
                <a:latin typeface="+mn-ea"/>
              </a:rPr>
              <a:t>主控站：</a:t>
            </a:r>
            <a:r>
              <a:rPr lang="zh-CN" altLang="en-US" sz="2400" dirty="0" smtClean="0">
                <a:latin typeface="+mn-ea"/>
              </a:rPr>
              <a:t>负责</a:t>
            </a:r>
            <a:r>
              <a:rPr lang="zh-CN" altLang="en-US" sz="2400" dirty="0">
                <a:latin typeface="+mn-ea"/>
              </a:rPr>
              <a:t>收集由监测站传来的卫星跟踪数据并计算卫星星历和时间参数。</a:t>
            </a:r>
          </a:p>
          <a:p>
            <a:pPr>
              <a:lnSpc>
                <a:spcPts val="3600"/>
              </a:lnSpc>
            </a:pPr>
            <a:r>
              <a:rPr lang="zh-CN" altLang="en-US" sz="2400" dirty="0" smtClean="0">
                <a:solidFill>
                  <a:schemeClr val="accent1"/>
                </a:solidFill>
                <a:latin typeface="+mn-ea"/>
              </a:rPr>
              <a:t>注入站：</a:t>
            </a:r>
            <a:r>
              <a:rPr lang="zh-CN" altLang="en-US" sz="2400" dirty="0" smtClean="0">
                <a:latin typeface="+mn-ea"/>
              </a:rPr>
              <a:t>任务</a:t>
            </a:r>
            <a:r>
              <a:rPr lang="zh-CN" altLang="en-US" sz="2400" dirty="0">
                <a:latin typeface="+mn-ea"/>
              </a:rPr>
              <a:t>是将主控站发来的导航电文（卫星星历和时间参数）注入给卫星。</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06500" y="1038066"/>
            <a:ext cx="9753600" cy="2143125"/>
          </a:xfrm>
          <a:prstGeom prst="rect">
            <a:avLst/>
          </a:prstGeom>
          <a:noFill/>
        </p:spPr>
        <p:txBody>
          <a:bodyPr vert="horz" wrap="square" rtlCol="0" anchor="ctr" anchorCtr="0">
            <a:noAutofit/>
          </a:bodyPr>
          <a:lstStyle/>
          <a:p>
            <a:pPr>
              <a:lnSpc>
                <a:spcPts val="3600"/>
              </a:lnSpc>
            </a:pPr>
            <a:endParaRPr lang="zh-CN" altLang="en-US" sz="2800" dirty="0">
              <a:latin typeface="+mn-ea"/>
            </a:endParaRPr>
          </a:p>
          <a:p>
            <a:pPr>
              <a:lnSpc>
                <a:spcPts val="3600"/>
              </a:lnSpc>
            </a:pPr>
            <a:endParaRPr lang="zh-CN" altLang="en-US" sz="2800" dirty="0">
              <a:latin typeface="+mn-ea"/>
            </a:endParaRPr>
          </a:p>
          <a:p>
            <a:pPr>
              <a:lnSpc>
                <a:spcPts val="3600"/>
              </a:lnSpc>
            </a:pPr>
            <a:r>
              <a:rPr lang="zh-CN" altLang="en-US" sz="2800" dirty="0" smtClean="0">
                <a:solidFill>
                  <a:srgbClr val="639EF4"/>
                </a:solidFill>
                <a:latin typeface="+mn-ea"/>
              </a:rPr>
              <a:t> </a:t>
            </a:r>
            <a:r>
              <a:rPr lang="en-US" altLang="zh-CN" sz="2800" dirty="0" smtClean="0">
                <a:solidFill>
                  <a:srgbClr val="639EF4"/>
                </a:solidFill>
                <a:latin typeface="+mn-ea"/>
              </a:rPr>
              <a:t>[</a:t>
            </a:r>
            <a:r>
              <a:rPr lang="zh-CN" altLang="en-US" sz="2800" dirty="0" smtClean="0">
                <a:solidFill>
                  <a:srgbClr val="639EF4"/>
                </a:solidFill>
                <a:latin typeface="+mn-ea"/>
              </a:rPr>
              <a:t>填空</a:t>
            </a:r>
            <a:r>
              <a:rPr lang="en-US" altLang="zh-CN" sz="2800" dirty="0" smtClean="0">
                <a:solidFill>
                  <a:srgbClr val="639EF4"/>
                </a:solidFill>
                <a:latin typeface="+mn-ea"/>
              </a:rPr>
              <a:t>1]</a:t>
            </a:r>
            <a:r>
              <a:rPr lang="en-US" altLang="zh-CN" sz="2800" dirty="0" smtClean="0">
                <a:solidFill>
                  <a:srgbClr val="000000"/>
                </a:solidFill>
                <a:latin typeface="+mn-ea"/>
              </a:rPr>
              <a:t> </a:t>
            </a:r>
            <a:r>
              <a:rPr lang="zh-CN" altLang="en-US" sz="2800" dirty="0" smtClean="0">
                <a:solidFill>
                  <a:schemeClr val="accent1"/>
                </a:solidFill>
                <a:latin typeface="+mn-ea"/>
              </a:rPr>
              <a:t>：</a:t>
            </a:r>
            <a:r>
              <a:rPr lang="zh-CN" altLang="en-US" sz="2800" dirty="0">
                <a:latin typeface="+mn-ea"/>
              </a:rPr>
              <a:t>任务是将主控站发来的导航电文（卫星星历和时间参数）注入给</a:t>
            </a:r>
            <a:r>
              <a:rPr lang="zh-CN" altLang="en-US" sz="2800" dirty="0" smtClean="0">
                <a:latin typeface="+mn-ea"/>
              </a:rPr>
              <a:t>卫星；</a:t>
            </a:r>
            <a:endParaRPr lang="en-US" altLang="zh-CN" sz="2800" dirty="0">
              <a:latin typeface="+mn-ea"/>
            </a:endParaRPr>
          </a:p>
          <a:p>
            <a:pPr>
              <a:lnSpc>
                <a:spcPts val="3600"/>
              </a:lnSpc>
            </a:pPr>
            <a:r>
              <a:rPr lang="zh-CN" altLang="en-US" sz="2800" dirty="0" smtClean="0">
                <a:solidFill>
                  <a:srgbClr val="639EF4"/>
                </a:solidFill>
                <a:latin typeface="+mn-ea"/>
              </a:rPr>
              <a:t> </a:t>
            </a:r>
            <a:r>
              <a:rPr lang="en-US" altLang="zh-CN" sz="2800" dirty="0" smtClean="0">
                <a:solidFill>
                  <a:srgbClr val="639EF4"/>
                </a:solidFill>
                <a:latin typeface="+mn-ea"/>
              </a:rPr>
              <a:t>[</a:t>
            </a:r>
            <a:r>
              <a:rPr lang="zh-CN" altLang="en-US" sz="2800" dirty="0" smtClean="0">
                <a:solidFill>
                  <a:srgbClr val="639EF4"/>
                </a:solidFill>
                <a:latin typeface="+mn-ea"/>
              </a:rPr>
              <a:t>填空</a:t>
            </a:r>
            <a:r>
              <a:rPr lang="en-US" altLang="zh-CN" sz="2800" dirty="0" smtClean="0">
                <a:solidFill>
                  <a:srgbClr val="639EF4"/>
                </a:solidFill>
                <a:latin typeface="+mn-ea"/>
              </a:rPr>
              <a:t>2]</a:t>
            </a:r>
            <a:r>
              <a:rPr lang="en-US" altLang="zh-CN" sz="2800" dirty="0" smtClean="0">
                <a:solidFill>
                  <a:srgbClr val="000000"/>
                </a:solidFill>
                <a:latin typeface="+mn-ea"/>
              </a:rPr>
              <a:t> </a:t>
            </a:r>
            <a:r>
              <a:rPr lang="zh-CN" altLang="en-US" sz="2800" dirty="0" smtClean="0">
                <a:solidFill>
                  <a:schemeClr val="accent1"/>
                </a:solidFill>
                <a:latin typeface="+mn-ea"/>
              </a:rPr>
              <a:t>：</a:t>
            </a:r>
            <a:r>
              <a:rPr lang="zh-CN" altLang="en-US" sz="2800" dirty="0">
                <a:latin typeface="+mn-ea"/>
              </a:rPr>
              <a:t>负责收集由监测站传来的卫星跟踪数据并计算卫星星历和时间参数</a:t>
            </a:r>
            <a:r>
              <a:rPr lang="zh-CN" altLang="en-US" sz="2800" dirty="0" smtClean="0">
                <a:latin typeface="+mn-ea"/>
              </a:rPr>
              <a:t>。</a:t>
            </a:r>
            <a:endParaRPr lang="en-US" altLang="zh-CN" sz="2800" dirty="0" smtClean="0">
              <a:latin typeface="+mn-ea"/>
            </a:endParaRPr>
          </a:p>
          <a:p>
            <a:pPr>
              <a:lnSpc>
                <a:spcPts val="3600"/>
              </a:lnSpc>
            </a:pPr>
            <a:r>
              <a:rPr lang="zh-CN" altLang="en-US" sz="2800" dirty="0" smtClean="0">
                <a:solidFill>
                  <a:srgbClr val="639EF4"/>
                </a:solidFill>
                <a:latin typeface="+mn-ea"/>
              </a:rPr>
              <a:t> </a:t>
            </a:r>
            <a:r>
              <a:rPr lang="en-US" altLang="zh-CN" sz="2800" dirty="0" smtClean="0">
                <a:solidFill>
                  <a:srgbClr val="639EF4"/>
                </a:solidFill>
                <a:latin typeface="+mn-ea"/>
              </a:rPr>
              <a:t>[</a:t>
            </a:r>
            <a:r>
              <a:rPr lang="zh-CN" altLang="en-US" sz="2800" dirty="0" smtClean="0">
                <a:solidFill>
                  <a:srgbClr val="639EF4"/>
                </a:solidFill>
                <a:latin typeface="+mn-ea"/>
              </a:rPr>
              <a:t>填空</a:t>
            </a:r>
            <a:r>
              <a:rPr lang="en-US" altLang="zh-CN" sz="2800" dirty="0" smtClean="0">
                <a:solidFill>
                  <a:srgbClr val="639EF4"/>
                </a:solidFill>
                <a:latin typeface="+mn-ea"/>
              </a:rPr>
              <a:t>3]</a:t>
            </a:r>
            <a:r>
              <a:rPr lang="en-US" altLang="zh-CN" sz="2800" dirty="0" smtClean="0">
                <a:solidFill>
                  <a:srgbClr val="000000"/>
                </a:solidFill>
                <a:latin typeface="+mn-ea"/>
              </a:rPr>
              <a:t> </a:t>
            </a:r>
            <a:r>
              <a:rPr lang="zh-CN" altLang="en-US" sz="2800" dirty="0" smtClean="0">
                <a:solidFill>
                  <a:schemeClr val="accent1"/>
                </a:solidFill>
                <a:latin typeface="+mn-ea"/>
              </a:rPr>
              <a:t>：</a:t>
            </a:r>
            <a:r>
              <a:rPr lang="zh-CN" altLang="en-US" sz="2800" dirty="0">
                <a:latin typeface="+mn-ea"/>
              </a:rPr>
              <a:t>任务是连续跟踪观测和接收</a:t>
            </a:r>
            <a:r>
              <a:rPr lang="en-US" altLang="zh-CN" sz="2800" dirty="0">
                <a:latin typeface="+mn-ea"/>
              </a:rPr>
              <a:t>GPS</a:t>
            </a:r>
            <a:r>
              <a:rPr lang="zh-CN" altLang="en-US" sz="2800" dirty="0">
                <a:latin typeface="+mn-ea"/>
              </a:rPr>
              <a:t>卫星的信号，并监测卫星的工作状态</a:t>
            </a:r>
            <a:r>
              <a:rPr lang="zh-CN" altLang="en-US" sz="2800" dirty="0" smtClean="0">
                <a:latin typeface="+mn-ea"/>
              </a:rPr>
              <a:t>。</a:t>
            </a:r>
            <a:endParaRPr lang="en-US" altLang="zh-CN" sz="2800" dirty="0" smtClean="0">
              <a:latin typeface="+mn-ea"/>
            </a:endParaRPr>
          </a:p>
          <a:p>
            <a:pPr>
              <a:lnSpc>
                <a:spcPts val="3600"/>
              </a:lnSpc>
            </a:pPr>
            <a:r>
              <a:rPr lang="zh-CN" altLang="en-US" sz="2800" dirty="0" smtClean="0">
                <a:solidFill>
                  <a:schemeClr val="accent1"/>
                </a:solidFill>
                <a:latin typeface="+mn-ea"/>
              </a:rPr>
              <a:t>（注：本题可选名词：监测站、主控站、注入站）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idx="1"/>
          </p:nvPr>
        </p:nvSpPr>
        <p:spPr>
          <a:xfrm>
            <a:off x="890650" y="1104653"/>
            <a:ext cx="10854047" cy="2633206"/>
          </a:xfrm>
        </p:spPr>
        <p:txBody>
          <a:bodyPr vert="horz" wrap="square" lIns="91440" tIns="45720" rIns="91440" bIns="45720" anchor="t"/>
          <a:lstStyle/>
          <a:p>
            <a:r>
              <a:rPr lang="en-US" altLang="zh-CN" dirty="0" smtClean="0">
                <a:latin typeface="+mn-ea"/>
              </a:rPr>
              <a:t>    GPS</a:t>
            </a:r>
            <a:r>
              <a:rPr lang="zh-CN" altLang="en-US" dirty="0">
                <a:latin typeface="+mn-ea"/>
              </a:rPr>
              <a:t>接收机是能够接收、跟踪、解译和量测</a:t>
            </a:r>
            <a:r>
              <a:rPr lang="en-US" altLang="zh-CN" dirty="0">
                <a:latin typeface="+mn-ea"/>
              </a:rPr>
              <a:t>GPS</a:t>
            </a:r>
            <a:r>
              <a:rPr lang="zh-CN" altLang="en-US" dirty="0">
                <a:latin typeface="+mn-ea"/>
              </a:rPr>
              <a:t>信号的设备，由接收主机、天线、计算机以及控制显示设备等组成。</a:t>
            </a:r>
            <a:r>
              <a:rPr lang="en-US" altLang="zh-CN" dirty="0">
                <a:latin typeface="+mn-ea"/>
              </a:rPr>
              <a:t>GPS</a:t>
            </a:r>
            <a:r>
              <a:rPr lang="zh-CN" altLang="en-US" dirty="0">
                <a:latin typeface="+mn-ea"/>
              </a:rPr>
              <a:t>卫星发送的导航定位信号是一种全球共享的信息资源，只要用户掌握其解码，则各类用户在任何地点、任何时刻、任何气候均可用</a:t>
            </a:r>
            <a:r>
              <a:rPr lang="en-US" altLang="zh-CN" dirty="0">
                <a:latin typeface="+mn-ea"/>
              </a:rPr>
              <a:t>GPS</a:t>
            </a:r>
            <a:r>
              <a:rPr lang="zh-CN" altLang="en-US" dirty="0">
                <a:latin typeface="+mn-ea"/>
              </a:rPr>
              <a:t>接收机接收信号，进行导航定位测量</a:t>
            </a:r>
            <a:r>
              <a:rPr lang="zh-CN" altLang="en-US" dirty="0" smtClean="0">
                <a:latin typeface="+mn-ea"/>
              </a:rPr>
              <a:t>。</a:t>
            </a:r>
            <a:endParaRPr lang="en-US" altLang="zh-CN" dirty="0">
              <a:latin typeface="+mn-ea"/>
            </a:endParaRPr>
          </a:p>
        </p:txBody>
      </p:sp>
      <p:pic>
        <p:nvPicPr>
          <p:cNvPr id="17411" name="Picture 3" descr="ngs-200"/>
          <p:cNvPicPr>
            <a:picLocks noChangeAspect="1"/>
          </p:cNvPicPr>
          <p:nvPr/>
        </p:nvPicPr>
        <p:blipFill>
          <a:blip r:embed="rId3"/>
          <a:stretch>
            <a:fillRect/>
          </a:stretch>
        </p:blipFill>
        <p:spPr>
          <a:xfrm>
            <a:off x="7910680" y="2707574"/>
            <a:ext cx="2757320" cy="4162016"/>
          </a:xfrm>
          <a:prstGeom prst="rect">
            <a:avLst/>
          </a:prstGeom>
          <a:noFill/>
          <a:ln w="9525">
            <a:noFill/>
          </a:ln>
        </p:spPr>
      </p:pic>
      <p:grpSp>
        <p:nvGrpSpPr>
          <p:cNvPr id="2" name="Group 4"/>
          <p:cNvGrpSpPr/>
          <p:nvPr/>
        </p:nvGrpSpPr>
        <p:grpSpPr>
          <a:xfrm>
            <a:off x="1155870" y="3352344"/>
            <a:ext cx="6094413" cy="3375025"/>
            <a:chOff x="1314" y="1045"/>
            <a:chExt cx="3839" cy="2126"/>
          </a:xfrm>
        </p:grpSpPr>
        <p:sp>
          <p:nvSpPr>
            <p:cNvPr id="35845" name="Line 5"/>
            <p:cNvSpPr/>
            <p:nvPr/>
          </p:nvSpPr>
          <p:spPr>
            <a:xfrm>
              <a:off x="2334" y="1278"/>
              <a:ext cx="860" cy="1228"/>
            </a:xfrm>
            <a:prstGeom prst="line">
              <a:avLst/>
            </a:prstGeom>
            <a:ln w="12700" cap="flat" cmpd="sng">
              <a:solidFill>
                <a:schemeClr val="tx1"/>
              </a:solidFill>
              <a:prstDash val="solid"/>
              <a:headEnd type="none" w="med" len="med"/>
              <a:tailEnd type="none" w="med" len="med"/>
            </a:ln>
          </p:spPr>
        </p:sp>
        <p:sp>
          <p:nvSpPr>
            <p:cNvPr id="35846" name="Line 6"/>
            <p:cNvSpPr/>
            <p:nvPr/>
          </p:nvSpPr>
          <p:spPr>
            <a:xfrm flipH="1">
              <a:off x="3196" y="1310"/>
              <a:ext cx="424" cy="1196"/>
            </a:xfrm>
            <a:prstGeom prst="line">
              <a:avLst/>
            </a:prstGeom>
            <a:ln w="12700" cap="flat" cmpd="sng">
              <a:solidFill>
                <a:schemeClr val="tx1"/>
              </a:solidFill>
              <a:prstDash val="solid"/>
              <a:headEnd type="none" w="med" len="med"/>
              <a:tailEnd type="none" w="med" len="med"/>
            </a:ln>
          </p:spPr>
        </p:sp>
        <p:sp>
          <p:nvSpPr>
            <p:cNvPr id="35847" name="Line 7"/>
            <p:cNvSpPr/>
            <p:nvPr/>
          </p:nvSpPr>
          <p:spPr>
            <a:xfrm flipH="1">
              <a:off x="3196" y="1958"/>
              <a:ext cx="1688" cy="548"/>
            </a:xfrm>
            <a:prstGeom prst="line">
              <a:avLst/>
            </a:prstGeom>
            <a:ln w="12700" cap="flat" cmpd="sng">
              <a:solidFill>
                <a:schemeClr val="tx1"/>
              </a:solidFill>
              <a:prstDash val="solid"/>
              <a:headEnd type="none" w="med" len="med"/>
              <a:tailEnd type="none" w="med" len="med"/>
            </a:ln>
          </p:spPr>
        </p:sp>
        <p:grpSp>
          <p:nvGrpSpPr>
            <p:cNvPr id="35848" name="Group 8"/>
            <p:cNvGrpSpPr/>
            <p:nvPr/>
          </p:nvGrpSpPr>
          <p:grpSpPr>
            <a:xfrm>
              <a:off x="1314" y="1500"/>
              <a:ext cx="441" cy="335"/>
              <a:chOff x="1314" y="1500"/>
              <a:chExt cx="441" cy="335"/>
            </a:xfrm>
          </p:grpSpPr>
          <p:sp>
            <p:nvSpPr>
              <p:cNvPr id="35849" name="Freeform 9"/>
              <p:cNvSpPr/>
              <p:nvPr/>
            </p:nvSpPr>
            <p:spPr>
              <a:xfrm>
                <a:off x="1591" y="1500"/>
                <a:ext cx="164" cy="165"/>
              </a:xfrm>
              <a:custGeom>
                <a:avLst/>
                <a:gdLst/>
                <a:ahLst/>
                <a:cxnLst>
                  <a:cxn ang="0">
                    <a:pos x="163" y="99"/>
                  </a:cxn>
                  <a:cxn ang="0">
                    <a:pos x="103" y="0"/>
                  </a:cxn>
                  <a:cxn ang="0">
                    <a:pos x="0" y="56"/>
                  </a:cxn>
                  <a:cxn ang="0">
                    <a:pos x="65" y="164"/>
                  </a:cxn>
                  <a:cxn ang="0">
                    <a:pos x="163" y="99"/>
                  </a:cxn>
                </a:cxnLst>
                <a:rect l="0" t="0" r="0" b="0"/>
                <a:pathLst>
                  <a:path w="164" h="165">
                    <a:moveTo>
                      <a:pt x="163" y="99"/>
                    </a:moveTo>
                    <a:lnTo>
                      <a:pt x="103" y="0"/>
                    </a:lnTo>
                    <a:lnTo>
                      <a:pt x="0" y="56"/>
                    </a:lnTo>
                    <a:lnTo>
                      <a:pt x="65" y="164"/>
                    </a:lnTo>
                    <a:lnTo>
                      <a:pt x="163"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50" name="Freeform 10"/>
              <p:cNvSpPr/>
              <p:nvPr/>
            </p:nvSpPr>
            <p:spPr>
              <a:xfrm>
                <a:off x="1463" y="1604"/>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51" name="Freeform 11"/>
              <p:cNvSpPr/>
              <p:nvPr/>
            </p:nvSpPr>
            <p:spPr>
              <a:xfrm>
                <a:off x="1511" y="1581"/>
                <a:ext cx="141" cy="117"/>
              </a:xfrm>
              <a:custGeom>
                <a:avLst/>
                <a:gdLst/>
                <a:ahLst/>
                <a:cxnLst>
                  <a:cxn ang="0">
                    <a:pos x="15" y="41"/>
                  </a:cxn>
                  <a:cxn ang="0">
                    <a:pos x="81" y="2"/>
                  </a:cxn>
                  <a:cxn ang="0">
                    <a:pos x="109" y="0"/>
                  </a:cxn>
                  <a:cxn ang="0">
                    <a:pos x="140" y="52"/>
                  </a:cxn>
                  <a:cxn ang="0">
                    <a:pos x="124" y="74"/>
                  </a:cxn>
                  <a:cxn ang="0">
                    <a:pos x="60" y="113"/>
                  </a:cxn>
                  <a:cxn ang="0">
                    <a:pos x="30" y="116"/>
                  </a:cxn>
                  <a:cxn ang="0">
                    <a:pos x="0" y="64"/>
                  </a:cxn>
                  <a:cxn ang="0">
                    <a:pos x="15" y="41"/>
                  </a:cxn>
                </a:cxnLst>
                <a:rect l="0" t="0" r="0" b="0"/>
                <a:pathLst>
                  <a:path w="141" h="117">
                    <a:moveTo>
                      <a:pt x="15" y="41"/>
                    </a:moveTo>
                    <a:lnTo>
                      <a:pt x="81" y="2"/>
                    </a:lnTo>
                    <a:lnTo>
                      <a:pt x="109" y="0"/>
                    </a:lnTo>
                    <a:lnTo>
                      <a:pt x="140" y="52"/>
                    </a:lnTo>
                    <a:lnTo>
                      <a:pt x="124" y="74"/>
                    </a:lnTo>
                    <a:lnTo>
                      <a:pt x="60"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52" name="Freeform 12"/>
              <p:cNvSpPr/>
              <p:nvPr/>
            </p:nvSpPr>
            <p:spPr>
              <a:xfrm>
                <a:off x="1476" y="1597"/>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53" name="Freeform 13"/>
              <p:cNvSpPr/>
              <p:nvPr/>
            </p:nvSpPr>
            <p:spPr>
              <a:xfrm>
                <a:off x="1494" y="1700"/>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54" name="Line 14"/>
              <p:cNvSpPr/>
              <p:nvPr/>
            </p:nvSpPr>
            <p:spPr>
              <a:xfrm flipV="1">
                <a:off x="1468" y="1646"/>
                <a:ext cx="39" cy="27"/>
              </a:xfrm>
              <a:prstGeom prst="line">
                <a:avLst/>
              </a:prstGeom>
              <a:ln w="12700" cap="flat" cmpd="sng">
                <a:solidFill>
                  <a:schemeClr val="tx1"/>
                </a:solidFill>
                <a:prstDash val="solid"/>
                <a:headEnd type="none" w="med" len="med"/>
                <a:tailEnd type="none" w="med" len="med"/>
              </a:ln>
            </p:spPr>
          </p:sp>
          <p:sp>
            <p:nvSpPr>
              <p:cNvPr id="35855" name="Oval 15"/>
              <p:cNvSpPr/>
              <p:nvPr/>
            </p:nvSpPr>
            <p:spPr>
              <a:xfrm rot="-1860000">
                <a:off x="1535" y="1629"/>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5856" name="Line 16"/>
              <p:cNvSpPr/>
              <p:nvPr/>
            </p:nvSpPr>
            <p:spPr>
              <a:xfrm flipV="1">
                <a:off x="1538" y="1616"/>
                <a:ext cx="5" cy="17"/>
              </a:xfrm>
              <a:prstGeom prst="line">
                <a:avLst/>
              </a:prstGeom>
              <a:ln w="12700" cap="flat" cmpd="sng">
                <a:solidFill>
                  <a:schemeClr val="tx1"/>
                </a:solidFill>
                <a:prstDash val="solid"/>
                <a:headEnd type="none" w="med" len="med"/>
                <a:tailEnd type="none" w="med" len="med"/>
              </a:ln>
            </p:spPr>
          </p:sp>
          <p:sp>
            <p:nvSpPr>
              <p:cNvPr id="35857" name="Line 17"/>
              <p:cNvSpPr/>
              <p:nvPr/>
            </p:nvSpPr>
            <p:spPr>
              <a:xfrm>
                <a:off x="1541" y="1636"/>
                <a:ext cx="5" cy="0"/>
              </a:xfrm>
              <a:prstGeom prst="line">
                <a:avLst/>
              </a:prstGeom>
              <a:ln w="12700" cap="flat" cmpd="sng">
                <a:solidFill>
                  <a:schemeClr val="tx1"/>
                </a:solidFill>
                <a:prstDash val="solid"/>
                <a:headEnd type="none" w="med" len="med"/>
                <a:tailEnd type="none" w="med" len="med"/>
              </a:ln>
            </p:spPr>
          </p:sp>
          <p:sp>
            <p:nvSpPr>
              <p:cNvPr id="35858" name="Oval 18"/>
              <p:cNvSpPr/>
              <p:nvPr/>
            </p:nvSpPr>
            <p:spPr>
              <a:xfrm rot="-1860000">
                <a:off x="1535" y="1623"/>
                <a:ext cx="111"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5859" name="Line 19"/>
              <p:cNvSpPr/>
              <p:nvPr/>
            </p:nvSpPr>
            <p:spPr>
              <a:xfrm flipV="1">
                <a:off x="1596" y="1571"/>
                <a:ext cx="43" cy="29"/>
              </a:xfrm>
              <a:prstGeom prst="line">
                <a:avLst/>
              </a:prstGeom>
              <a:ln w="12700" cap="flat" cmpd="sng">
                <a:solidFill>
                  <a:schemeClr val="tx1"/>
                </a:solidFill>
                <a:prstDash val="solid"/>
                <a:headEnd type="none" w="med" len="med"/>
                <a:tailEnd type="none" w="med" len="med"/>
              </a:ln>
            </p:spPr>
          </p:sp>
          <p:sp>
            <p:nvSpPr>
              <p:cNvPr id="35860" name="Freeform 20"/>
              <p:cNvSpPr/>
              <p:nvPr/>
            </p:nvSpPr>
            <p:spPr>
              <a:xfrm>
                <a:off x="1538" y="1621"/>
                <a:ext cx="37" cy="22"/>
              </a:xfrm>
              <a:custGeom>
                <a:avLst/>
                <a:gdLst/>
                <a:ahLst/>
                <a:cxnLst>
                  <a:cxn ang="0">
                    <a:pos x="0" y="14"/>
                  </a:cxn>
                  <a:cxn ang="0">
                    <a:pos x="18" y="0"/>
                  </a:cxn>
                  <a:cxn ang="0">
                    <a:pos x="36" y="3"/>
                  </a:cxn>
                  <a:cxn ang="0">
                    <a:pos x="33" y="21"/>
                  </a:cxn>
                  <a:cxn ang="0">
                    <a:pos x="0" y="14"/>
                  </a:cxn>
                </a:cxnLst>
                <a:rect l="0" t="0" r="0" b="0"/>
                <a:pathLst>
                  <a:path w="37" h="22">
                    <a:moveTo>
                      <a:pt x="0" y="14"/>
                    </a:moveTo>
                    <a:lnTo>
                      <a:pt x="18" y="0"/>
                    </a:lnTo>
                    <a:lnTo>
                      <a:pt x="36" y="3"/>
                    </a:lnTo>
                    <a:lnTo>
                      <a:pt x="33"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61" name="Freeform 21"/>
              <p:cNvSpPr/>
              <p:nvPr/>
            </p:nvSpPr>
            <p:spPr>
              <a:xfrm>
                <a:off x="1540" y="1620"/>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62" name="Rectangle 22"/>
              <p:cNvSpPr/>
              <p:nvPr/>
            </p:nvSpPr>
            <p:spPr>
              <a:xfrm rot="-1860000">
                <a:off x="1474" y="1692"/>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mn-ea"/>
                </a:endParaRPr>
              </a:p>
            </p:txBody>
          </p:sp>
          <p:sp>
            <p:nvSpPr>
              <p:cNvPr id="35863" name="Freeform 23"/>
              <p:cNvSpPr/>
              <p:nvPr/>
            </p:nvSpPr>
            <p:spPr>
              <a:xfrm>
                <a:off x="1314" y="1642"/>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64" name="Line 24"/>
              <p:cNvSpPr/>
              <p:nvPr/>
            </p:nvSpPr>
            <p:spPr>
              <a:xfrm flipV="1">
                <a:off x="1572" y="1672"/>
                <a:ext cx="11" cy="11"/>
              </a:xfrm>
              <a:prstGeom prst="line">
                <a:avLst/>
              </a:prstGeom>
              <a:ln w="12700" cap="flat" cmpd="sng">
                <a:solidFill>
                  <a:schemeClr val="tx1"/>
                </a:solidFill>
                <a:prstDash val="solid"/>
                <a:headEnd type="none" w="med" len="med"/>
                <a:tailEnd type="none" w="med" len="med"/>
              </a:ln>
            </p:spPr>
          </p:sp>
          <p:sp>
            <p:nvSpPr>
              <p:cNvPr id="35865" name="Line 25"/>
              <p:cNvSpPr/>
              <p:nvPr/>
            </p:nvSpPr>
            <p:spPr>
              <a:xfrm flipV="1">
                <a:off x="1571" y="1670"/>
                <a:ext cx="11" cy="14"/>
              </a:xfrm>
              <a:prstGeom prst="line">
                <a:avLst/>
              </a:prstGeom>
              <a:ln w="12700" cap="flat" cmpd="sng">
                <a:solidFill>
                  <a:schemeClr val="tx1"/>
                </a:solidFill>
                <a:prstDash val="solid"/>
                <a:headEnd type="none" w="med" len="med"/>
                <a:tailEnd type="none" w="med" len="med"/>
              </a:ln>
            </p:spPr>
          </p:sp>
          <p:sp>
            <p:nvSpPr>
              <p:cNvPr id="35866" name="Freeform 26"/>
              <p:cNvSpPr/>
              <p:nvPr/>
            </p:nvSpPr>
            <p:spPr>
              <a:xfrm>
                <a:off x="1567" y="1663"/>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67" name="Freeform 27"/>
              <p:cNvSpPr/>
              <p:nvPr/>
            </p:nvSpPr>
            <p:spPr>
              <a:xfrm>
                <a:off x="1568" y="1672"/>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68" name="Freeform 28"/>
              <p:cNvSpPr/>
              <p:nvPr/>
            </p:nvSpPr>
            <p:spPr>
              <a:xfrm>
                <a:off x="1590" y="1664"/>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69" name="Line 29"/>
              <p:cNvSpPr/>
              <p:nvPr/>
            </p:nvSpPr>
            <p:spPr>
              <a:xfrm flipV="1">
                <a:off x="1555" y="1668"/>
                <a:ext cx="5" cy="11"/>
              </a:xfrm>
              <a:prstGeom prst="line">
                <a:avLst/>
              </a:prstGeom>
              <a:ln w="12700" cap="flat" cmpd="sng">
                <a:solidFill>
                  <a:schemeClr val="tx1"/>
                </a:solidFill>
                <a:prstDash val="solid"/>
                <a:headEnd type="none" w="med" len="med"/>
                <a:tailEnd type="none" w="med" len="med"/>
              </a:ln>
            </p:spPr>
          </p:sp>
          <p:sp>
            <p:nvSpPr>
              <p:cNvPr id="35870" name="Line 30"/>
              <p:cNvSpPr/>
              <p:nvPr/>
            </p:nvSpPr>
            <p:spPr>
              <a:xfrm flipV="1">
                <a:off x="1550" y="1661"/>
                <a:ext cx="12" cy="14"/>
              </a:xfrm>
              <a:prstGeom prst="line">
                <a:avLst/>
              </a:prstGeom>
              <a:ln w="12700" cap="flat" cmpd="sng">
                <a:solidFill>
                  <a:schemeClr val="tx1"/>
                </a:solidFill>
                <a:prstDash val="solid"/>
                <a:headEnd type="none" w="med" len="med"/>
                <a:tailEnd type="none" w="med" len="med"/>
              </a:ln>
            </p:spPr>
          </p:sp>
          <p:sp>
            <p:nvSpPr>
              <p:cNvPr id="35871" name="Freeform 31"/>
              <p:cNvSpPr/>
              <p:nvPr/>
            </p:nvSpPr>
            <p:spPr>
              <a:xfrm>
                <a:off x="1551" y="1660"/>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72" name="Freeform 32"/>
              <p:cNvSpPr/>
              <p:nvPr/>
            </p:nvSpPr>
            <p:spPr>
              <a:xfrm>
                <a:off x="1551" y="1665"/>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73" name="Freeform 33"/>
              <p:cNvSpPr/>
              <p:nvPr/>
            </p:nvSpPr>
            <p:spPr>
              <a:xfrm>
                <a:off x="1568" y="1652"/>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74" name="Line 34"/>
              <p:cNvSpPr/>
              <p:nvPr/>
            </p:nvSpPr>
            <p:spPr>
              <a:xfrm flipV="1">
                <a:off x="1554" y="1646"/>
                <a:ext cx="8" cy="16"/>
              </a:xfrm>
              <a:prstGeom prst="line">
                <a:avLst/>
              </a:prstGeom>
              <a:ln w="12700" cap="flat" cmpd="sng">
                <a:solidFill>
                  <a:schemeClr val="tx1"/>
                </a:solidFill>
                <a:prstDash val="solid"/>
                <a:headEnd type="none" w="med" len="med"/>
                <a:tailEnd type="none" w="med" len="med"/>
              </a:ln>
            </p:spPr>
          </p:sp>
          <p:sp>
            <p:nvSpPr>
              <p:cNvPr id="35875" name="Line 35"/>
              <p:cNvSpPr/>
              <p:nvPr/>
            </p:nvSpPr>
            <p:spPr>
              <a:xfrm flipV="1">
                <a:off x="1557" y="1642"/>
                <a:ext cx="7" cy="14"/>
              </a:xfrm>
              <a:prstGeom prst="line">
                <a:avLst/>
              </a:prstGeom>
              <a:ln w="12700" cap="flat" cmpd="sng">
                <a:solidFill>
                  <a:schemeClr val="tx1"/>
                </a:solidFill>
                <a:prstDash val="solid"/>
                <a:headEnd type="none" w="med" len="med"/>
                <a:tailEnd type="none" w="med" len="med"/>
              </a:ln>
            </p:spPr>
          </p:sp>
          <p:sp>
            <p:nvSpPr>
              <p:cNvPr id="35876" name="Freeform 36"/>
              <p:cNvSpPr/>
              <p:nvPr/>
            </p:nvSpPr>
            <p:spPr>
              <a:xfrm>
                <a:off x="1550" y="1639"/>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77" name="Freeform 37"/>
              <p:cNvSpPr/>
              <p:nvPr/>
            </p:nvSpPr>
            <p:spPr>
              <a:xfrm>
                <a:off x="1551" y="1647"/>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78" name="Freeform 38"/>
              <p:cNvSpPr/>
              <p:nvPr/>
            </p:nvSpPr>
            <p:spPr>
              <a:xfrm>
                <a:off x="1568" y="1637"/>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79" name="Line 39"/>
              <p:cNvSpPr/>
              <p:nvPr/>
            </p:nvSpPr>
            <p:spPr>
              <a:xfrm flipV="1">
                <a:off x="1582" y="1620"/>
                <a:ext cx="10" cy="14"/>
              </a:xfrm>
              <a:prstGeom prst="line">
                <a:avLst/>
              </a:prstGeom>
              <a:ln w="12700" cap="flat" cmpd="sng">
                <a:solidFill>
                  <a:schemeClr val="tx1"/>
                </a:solidFill>
                <a:prstDash val="solid"/>
                <a:headEnd type="none" w="med" len="med"/>
                <a:tailEnd type="none" w="med" len="med"/>
              </a:ln>
            </p:spPr>
          </p:sp>
          <p:sp>
            <p:nvSpPr>
              <p:cNvPr id="35880" name="Line 40"/>
              <p:cNvSpPr/>
              <p:nvPr/>
            </p:nvSpPr>
            <p:spPr>
              <a:xfrm flipV="1">
                <a:off x="1582" y="1619"/>
                <a:ext cx="7" cy="11"/>
              </a:xfrm>
              <a:prstGeom prst="line">
                <a:avLst/>
              </a:prstGeom>
              <a:ln w="12700" cap="flat" cmpd="sng">
                <a:solidFill>
                  <a:schemeClr val="tx1"/>
                </a:solidFill>
                <a:prstDash val="solid"/>
                <a:headEnd type="none" w="med" len="med"/>
                <a:tailEnd type="none" w="med" len="med"/>
              </a:ln>
            </p:spPr>
          </p:sp>
          <p:sp>
            <p:nvSpPr>
              <p:cNvPr id="35881" name="Freeform 41"/>
              <p:cNvSpPr/>
              <p:nvPr/>
            </p:nvSpPr>
            <p:spPr>
              <a:xfrm>
                <a:off x="1581" y="1615"/>
                <a:ext cx="37" cy="31"/>
              </a:xfrm>
              <a:custGeom>
                <a:avLst/>
                <a:gdLst/>
                <a:ahLst/>
                <a:cxnLst>
                  <a:cxn ang="0">
                    <a:pos x="27" y="24"/>
                  </a:cxn>
                  <a:cxn ang="0">
                    <a:pos x="36" y="20"/>
                  </a:cxn>
                  <a:cxn ang="0">
                    <a:pos x="34" y="17"/>
                  </a:cxn>
                  <a:cxn ang="0">
                    <a:pos x="26" y="2"/>
                  </a:cxn>
                  <a:cxn ang="0">
                    <a:pos x="24" y="0"/>
                  </a:cxn>
                  <a:cxn ang="0">
                    <a:pos x="16" y="4"/>
                  </a:cxn>
                  <a:cxn ang="0">
                    <a:pos x="11" y="11"/>
                  </a:cxn>
                  <a:cxn ang="0">
                    <a:pos x="5" y="18"/>
                  </a:cxn>
                  <a:cxn ang="0">
                    <a:pos x="0" y="27"/>
                  </a:cxn>
                  <a:cxn ang="0">
                    <a:pos x="1" y="30"/>
                  </a:cxn>
                  <a:cxn ang="0">
                    <a:pos x="9" y="27"/>
                  </a:cxn>
                  <a:cxn ang="0">
                    <a:pos x="19" y="25"/>
                  </a:cxn>
                  <a:cxn ang="0">
                    <a:pos x="27" y="24"/>
                  </a:cxn>
                </a:cxnLst>
                <a:rect l="0" t="0" r="0" b="0"/>
                <a:pathLst>
                  <a:path w="37" h="31">
                    <a:moveTo>
                      <a:pt x="27" y="24"/>
                    </a:moveTo>
                    <a:lnTo>
                      <a:pt x="36" y="20"/>
                    </a:lnTo>
                    <a:lnTo>
                      <a:pt x="34" y="17"/>
                    </a:lnTo>
                    <a:lnTo>
                      <a:pt x="26" y="2"/>
                    </a:lnTo>
                    <a:lnTo>
                      <a:pt x="24" y="0"/>
                    </a:lnTo>
                    <a:lnTo>
                      <a:pt x="16" y="4"/>
                    </a:lnTo>
                    <a:lnTo>
                      <a:pt x="11" y="11"/>
                    </a:lnTo>
                    <a:lnTo>
                      <a:pt x="5" y="18"/>
                    </a:lnTo>
                    <a:lnTo>
                      <a:pt x="0" y="27"/>
                    </a:lnTo>
                    <a:lnTo>
                      <a:pt x="1" y="30"/>
                    </a:lnTo>
                    <a:lnTo>
                      <a:pt x="9" y="27"/>
                    </a:lnTo>
                    <a:lnTo>
                      <a:pt x="19" y="25"/>
                    </a:lnTo>
                    <a:lnTo>
                      <a:pt x="27"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82" name="Freeform 42"/>
              <p:cNvSpPr/>
              <p:nvPr/>
            </p:nvSpPr>
            <p:spPr>
              <a:xfrm>
                <a:off x="1578" y="1623"/>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83" name="Freeform 43"/>
              <p:cNvSpPr/>
              <p:nvPr/>
            </p:nvSpPr>
            <p:spPr>
              <a:xfrm>
                <a:off x="1597" y="1611"/>
                <a:ext cx="33" cy="25"/>
              </a:xfrm>
              <a:custGeom>
                <a:avLst/>
                <a:gdLst/>
                <a:ahLst/>
                <a:cxnLst>
                  <a:cxn ang="0">
                    <a:pos x="1" y="21"/>
                  </a:cxn>
                  <a:cxn ang="0">
                    <a:pos x="7" y="21"/>
                  </a:cxn>
                  <a:cxn ang="0">
                    <a:pos x="8" y="24"/>
                  </a:cxn>
                  <a:cxn ang="0">
                    <a:pos x="16" y="24"/>
                  </a:cxn>
                  <a:cxn ang="0">
                    <a:pos x="21" y="24"/>
                  </a:cxn>
                  <a:cxn ang="0">
                    <a:pos x="26" y="21"/>
                  </a:cxn>
                  <a:cxn ang="0">
                    <a:pos x="23" y="18"/>
                  </a:cxn>
                  <a:cxn ang="0">
                    <a:pos x="27" y="16"/>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2"/>
                  </a:cxn>
                  <a:cxn ang="0">
                    <a:pos x="4" y="15"/>
                  </a:cxn>
                  <a:cxn ang="0">
                    <a:pos x="0" y="18"/>
                  </a:cxn>
                  <a:cxn ang="0">
                    <a:pos x="1" y="21"/>
                  </a:cxn>
                </a:cxnLst>
                <a:rect l="0" t="0" r="0" b="0"/>
                <a:pathLst>
                  <a:path w="33" h="25">
                    <a:moveTo>
                      <a:pt x="1" y="21"/>
                    </a:moveTo>
                    <a:lnTo>
                      <a:pt x="7" y="21"/>
                    </a:lnTo>
                    <a:lnTo>
                      <a:pt x="8" y="24"/>
                    </a:lnTo>
                    <a:lnTo>
                      <a:pt x="16" y="24"/>
                    </a:lnTo>
                    <a:lnTo>
                      <a:pt x="21" y="24"/>
                    </a:lnTo>
                    <a:lnTo>
                      <a:pt x="26" y="21"/>
                    </a:lnTo>
                    <a:lnTo>
                      <a:pt x="23" y="18"/>
                    </a:lnTo>
                    <a:lnTo>
                      <a:pt x="27" y="16"/>
                    </a:lnTo>
                    <a:lnTo>
                      <a:pt x="30" y="11"/>
                    </a:lnTo>
                    <a:lnTo>
                      <a:pt x="29" y="8"/>
                    </a:lnTo>
                    <a:lnTo>
                      <a:pt x="32" y="2"/>
                    </a:lnTo>
                    <a:lnTo>
                      <a:pt x="30" y="0"/>
                    </a:lnTo>
                    <a:lnTo>
                      <a:pt x="26" y="2"/>
                    </a:lnTo>
                    <a:lnTo>
                      <a:pt x="23" y="0"/>
                    </a:lnTo>
                    <a:lnTo>
                      <a:pt x="17" y="0"/>
                    </a:lnTo>
                    <a:lnTo>
                      <a:pt x="13" y="2"/>
                    </a:lnTo>
                    <a:lnTo>
                      <a:pt x="8" y="5"/>
                    </a:lnTo>
                    <a:lnTo>
                      <a:pt x="5" y="7"/>
                    </a:lnTo>
                    <a:lnTo>
                      <a:pt x="2"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84" name="Line 44"/>
              <p:cNvSpPr/>
              <p:nvPr/>
            </p:nvSpPr>
            <p:spPr>
              <a:xfrm flipV="1">
                <a:off x="1612" y="1611"/>
                <a:ext cx="7" cy="14"/>
              </a:xfrm>
              <a:prstGeom prst="line">
                <a:avLst/>
              </a:prstGeom>
              <a:ln w="12700" cap="flat" cmpd="sng">
                <a:solidFill>
                  <a:schemeClr val="tx1"/>
                </a:solidFill>
                <a:prstDash val="solid"/>
                <a:headEnd type="none" w="med" len="med"/>
                <a:tailEnd type="none" w="med" len="med"/>
              </a:ln>
            </p:spPr>
          </p:sp>
          <p:sp>
            <p:nvSpPr>
              <p:cNvPr id="35885" name="Line 45"/>
              <p:cNvSpPr/>
              <p:nvPr/>
            </p:nvSpPr>
            <p:spPr>
              <a:xfrm flipV="1">
                <a:off x="1611" y="1606"/>
                <a:ext cx="11" cy="14"/>
              </a:xfrm>
              <a:prstGeom prst="line">
                <a:avLst/>
              </a:prstGeom>
              <a:ln w="12700" cap="flat" cmpd="sng">
                <a:solidFill>
                  <a:schemeClr val="tx1"/>
                </a:solidFill>
                <a:prstDash val="solid"/>
                <a:headEnd type="none" w="med" len="med"/>
                <a:tailEnd type="none" w="med" len="med"/>
              </a:ln>
            </p:spPr>
          </p:sp>
          <p:sp>
            <p:nvSpPr>
              <p:cNvPr id="35886" name="Freeform 46"/>
              <p:cNvSpPr/>
              <p:nvPr/>
            </p:nvSpPr>
            <p:spPr>
              <a:xfrm>
                <a:off x="1612" y="1601"/>
                <a:ext cx="35" cy="33"/>
              </a:xfrm>
              <a:custGeom>
                <a:avLst/>
                <a:gdLst/>
                <a:ahLst/>
                <a:cxnLst>
                  <a:cxn ang="0">
                    <a:pos x="27" y="24"/>
                  </a:cxn>
                  <a:cxn ang="0">
                    <a:pos x="34" y="20"/>
                  </a:cxn>
                  <a:cxn ang="0">
                    <a:pos x="32" y="16"/>
                  </a:cxn>
                  <a:cxn ang="0">
                    <a:pos x="24" y="2"/>
                  </a:cxn>
                  <a:cxn ang="0">
                    <a:pos x="23" y="0"/>
                  </a:cxn>
                  <a:cxn ang="0">
                    <a:pos x="14" y="4"/>
                  </a:cxn>
                  <a:cxn ang="0">
                    <a:pos x="8" y="8"/>
                  </a:cxn>
                  <a:cxn ang="0">
                    <a:pos x="5" y="20"/>
                  </a:cxn>
                  <a:cxn ang="0">
                    <a:pos x="0" y="29"/>
                  </a:cxn>
                  <a:cxn ang="0">
                    <a:pos x="1" y="32"/>
                  </a:cxn>
                  <a:cxn ang="0">
                    <a:pos x="8" y="27"/>
                  </a:cxn>
                  <a:cxn ang="0">
                    <a:pos x="10" y="30"/>
                  </a:cxn>
                  <a:cxn ang="0">
                    <a:pos x="19" y="29"/>
                  </a:cxn>
                  <a:cxn ang="0">
                    <a:pos x="27" y="24"/>
                  </a:cxn>
                </a:cxnLst>
                <a:rect l="0" t="0" r="0" b="0"/>
                <a:pathLst>
                  <a:path w="35" h="33">
                    <a:moveTo>
                      <a:pt x="27" y="24"/>
                    </a:moveTo>
                    <a:lnTo>
                      <a:pt x="34" y="20"/>
                    </a:lnTo>
                    <a:lnTo>
                      <a:pt x="32" y="16"/>
                    </a:lnTo>
                    <a:lnTo>
                      <a:pt x="24" y="2"/>
                    </a:lnTo>
                    <a:lnTo>
                      <a:pt x="23" y="0"/>
                    </a:lnTo>
                    <a:lnTo>
                      <a:pt x="14" y="4"/>
                    </a:lnTo>
                    <a:lnTo>
                      <a:pt x="8" y="8"/>
                    </a:lnTo>
                    <a:lnTo>
                      <a:pt x="5" y="20"/>
                    </a:lnTo>
                    <a:lnTo>
                      <a:pt x="0" y="29"/>
                    </a:lnTo>
                    <a:lnTo>
                      <a:pt x="1" y="32"/>
                    </a:lnTo>
                    <a:lnTo>
                      <a:pt x="8" y="27"/>
                    </a:lnTo>
                    <a:lnTo>
                      <a:pt x="10" y="30"/>
                    </a:lnTo>
                    <a:lnTo>
                      <a:pt x="19" y="29"/>
                    </a:lnTo>
                    <a:lnTo>
                      <a:pt x="27"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87" name="Freeform 47"/>
              <p:cNvSpPr/>
              <p:nvPr/>
            </p:nvSpPr>
            <p:spPr>
              <a:xfrm>
                <a:off x="1606" y="1609"/>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88" name="Freeform 48"/>
              <p:cNvSpPr/>
              <p:nvPr/>
            </p:nvSpPr>
            <p:spPr>
              <a:xfrm>
                <a:off x="1630" y="1603"/>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89" name="Line 49"/>
              <p:cNvSpPr/>
              <p:nvPr/>
            </p:nvSpPr>
            <p:spPr>
              <a:xfrm flipV="1">
                <a:off x="1636" y="1617"/>
                <a:ext cx="6" cy="14"/>
              </a:xfrm>
              <a:prstGeom prst="line">
                <a:avLst/>
              </a:prstGeom>
              <a:ln w="12700" cap="flat" cmpd="sng">
                <a:solidFill>
                  <a:schemeClr val="tx1"/>
                </a:solidFill>
                <a:prstDash val="solid"/>
                <a:headEnd type="none" w="med" len="med"/>
                <a:tailEnd type="none" w="med" len="med"/>
              </a:ln>
            </p:spPr>
          </p:sp>
          <p:sp>
            <p:nvSpPr>
              <p:cNvPr id="35890" name="Line 50"/>
              <p:cNvSpPr/>
              <p:nvPr/>
            </p:nvSpPr>
            <p:spPr>
              <a:xfrm flipV="1">
                <a:off x="1635" y="1612"/>
                <a:ext cx="6" cy="13"/>
              </a:xfrm>
              <a:prstGeom prst="line">
                <a:avLst/>
              </a:prstGeom>
              <a:ln w="12700" cap="flat" cmpd="sng">
                <a:solidFill>
                  <a:schemeClr val="tx1"/>
                </a:solidFill>
                <a:prstDash val="solid"/>
                <a:headEnd type="none" w="med" len="med"/>
                <a:tailEnd type="none" w="med" len="med"/>
              </a:ln>
            </p:spPr>
          </p:sp>
          <p:sp>
            <p:nvSpPr>
              <p:cNvPr id="35891" name="Freeform 51"/>
              <p:cNvSpPr/>
              <p:nvPr/>
            </p:nvSpPr>
            <p:spPr>
              <a:xfrm>
                <a:off x="1631" y="1610"/>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92" name="Freeform 52"/>
              <p:cNvSpPr/>
              <p:nvPr/>
            </p:nvSpPr>
            <p:spPr>
              <a:xfrm>
                <a:off x="1631" y="1617"/>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93" name="Freeform 53"/>
              <p:cNvSpPr/>
              <p:nvPr/>
            </p:nvSpPr>
            <p:spPr>
              <a:xfrm>
                <a:off x="1652" y="1610"/>
                <a:ext cx="29" cy="25"/>
              </a:xfrm>
              <a:custGeom>
                <a:avLst/>
                <a:gdLst/>
                <a:ahLst/>
                <a:cxnLst>
                  <a:cxn ang="0">
                    <a:pos x="0" y="18"/>
                  </a:cxn>
                  <a:cxn ang="0">
                    <a:pos x="1" y="21"/>
                  </a:cxn>
                  <a:cxn ang="0">
                    <a:pos x="7" y="21"/>
                  </a:cxn>
                  <a:cxn ang="0">
                    <a:pos x="8" y="24"/>
                  </a:cxn>
                  <a:cxn ang="0">
                    <a:pos x="14" y="24"/>
                  </a:cxn>
                  <a:cxn ang="0">
                    <a:pos x="18" y="22"/>
                  </a:cxn>
                  <a:cxn ang="0">
                    <a:pos x="22" y="19"/>
                  </a:cxn>
                  <a:cxn ang="0">
                    <a:pos x="25" y="16"/>
                  </a:cxn>
                  <a:cxn ang="0">
                    <a:pos x="28" y="12"/>
                  </a:cxn>
                  <a:cxn ang="0">
                    <a:pos x="26" y="9"/>
                  </a:cxn>
                  <a:cxn ang="0">
                    <a:pos x="28" y="4"/>
                  </a:cxn>
                  <a:cxn ang="0">
                    <a:pos x="26" y="1"/>
                  </a:cxn>
                  <a:cxn ang="0">
                    <a:pos x="21" y="1"/>
                  </a:cxn>
                  <a:cxn ang="0">
                    <a:pos x="15" y="1"/>
                  </a:cxn>
                  <a:cxn ang="0">
                    <a:pos x="9" y="0"/>
                  </a:cxn>
                  <a:cxn ang="0">
                    <a:pos x="7" y="2"/>
                  </a:cxn>
                  <a:cxn ang="0">
                    <a:pos x="8" y="5"/>
                  </a:cxn>
                  <a:cxn ang="0">
                    <a:pos x="4" y="8"/>
                  </a:cxn>
                  <a:cxn ang="0">
                    <a:pos x="1" y="12"/>
                  </a:cxn>
                  <a:cxn ang="0">
                    <a:pos x="0" y="18"/>
                  </a:cxn>
                </a:cxnLst>
                <a:rect l="0" t="0" r="0" b="0"/>
                <a:pathLst>
                  <a:path w="29" h="25">
                    <a:moveTo>
                      <a:pt x="0" y="18"/>
                    </a:moveTo>
                    <a:lnTo>
                      <a:pt x="1" y="21"/>
                    </a:lnTo>
                    <a:lnTo>
                      <a:pt x="7" y="21"/>
                    </a:lnTo>
                    <a:lnTo>
                      <a:pt x="8" y="24"/>
                    </a:lnTo>
                    <a:lnTo>
                      <a:pt x="14" y="24"/>
                    </a:lnTo>
                    <a:lnTo>
                      <a:pt x="18" y="22"/>
                    </a:lnTo>
                    <a:lnTo>
                      <a:pt x="22" y="19"/>
                    </a:lnTo>
                    <a:lnTo>
                      <a:pt x="25" y="16"/>
                    </a:lnTo>
                    <a:lnTo>
                      <a:pt x="28" y="12"/>
                    </a:lnTo>
                    <a:lnTo>
                      <a:pt x="26" y="9"/>
                    </a:lnTo>
                    <a:lnTo>
                      <a:pt x="28" y="4"/>
                    </a:lnTo>
                    <a:lnTo>
                      <a:pt x="26" y="1"/>
                    </a:lnTo>
                    <a:lnTo>
                      <a:pt x="21" y="1"/>
                    </a:lnTo>
                    <a:lnTo>
                      <a:pt x="15" y="1"/>
                    </a:lnTo>
                    <a:lnTo>
                      <a:pt x="9" y="0"/>
                    </a:lnTo>
                    <a:lnTo>
                      <a:pt x="7"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94" name="Line 54"/>
              <p:cNvSpPr/>
              <p:nvPr/>
            </p:nvSpPr>
            <p:spPr>
              <a:xfrm flipV="1">
                <a:off x="1630" y="1636"/>
                <a:ext cx="10" cy="16"/>
              </a:xfrm>
              <a:prstGeom prst="line">
                <a:avLst/>
              </a:prstGeom>
              <a:ln w="12700" cap="flat" cmpd="sng">
                <a:solidFill>
                  <a:schemeClr val="tx1"/>
                </a:solidFill>
                <a:prstDash val="solid"/>
                <a:headEnd type="none" w="med" len="med"/>
                <a:tailEnd type="none" w="med" len="med"/>
              </a:ln>
            </p:spPr>
          </p:sp>
          <p:sp>
            <p:nvSpPr>
              <p:cNvPr id="35895" name="Line 55"/>
              <p:cNvSpPr/>
              <p:nvPr/>
            </p:nvSpPr>
            <p:spPr>
              <a:xfrm flipV="1">
                <a:off x="1632" y="1636"/>
                <a:ext cx="6" cy="11"/>
              </a:xfrm>
              <a:prstGeom prst="line">
                <a:avLst/>
              </a:prstGeom>
              <a:ln w="12700" cap="flat" cmpd="sng">
                <a:solidFill>
                  <a:schemeClr val="tx1"/>
                </a:solidFill>
                <a:prstDash val="solid"/>
                <a:headEnd type="none" w="med" len="med"/>
                <a:tailEnd type="none" w="med" len="med"/>
              </a:ln>
            </p:spPr>
          </p:sp>
          <p:sp>
            <p:nvSpPr>
              <p:cNvPr id="35896" name="Freeform 56"/>
              <p:cNvSpPr/>
              <p:nvPr/>
            </p:nvSpPr>
            <p:spPr>
              <a:xfrm>
                <a:off x="1630" y="1631"/>
                <a:ext cx="37" cy="27"/>
              </a:xfrm>
              <a:custGeom>
                <a:avLst/>
                <a:gdLst/>
                <a:ahLst/>
                <a:cxnLst>
                  <a:cxn ang="0">
                    <a:pos x="26" y="23"/>
                  </a:cxn>
                  <a:cxn ang="0">
                    <a:pos x="31" y="19"/>
                  </a:cxn>
                  <a:cxn ang="0">
                    <a:pos x="30" y="17"/>
                  </a:cxn>
                  <a:cxn ang="0">
                    <a:pos x="36" y="10"/>
                  </a:cxn>
                  <a:cxn ang="0">
                    <a:pos x="29" y="0"/>
                  </a:cxn>
                  <a:cxn ang="0">
                    <a:pos x="20" y="1"/>
                  </a:cxn>
                  <a:cxn ang="0">
                    <a:pos x="15" y="4"/>
                  </a:cxn>
                  <a:cxn ang="0">
                    <a:pos x="8" y="8"/>
                  </a:cxn>
                  <a:cxn ang="0">
                    <a:pos x="4" y="15"/>
                  </a:cxn>
                  <a:cxn ang="0">
                    <a:pos x="5" y="17"/>
                  </a:cxn>
                  <a:cxn ang="0">
                    <a:pos x="0" y="20"/>
                  </a:cxn>
                  <a:cxn ang="0">
                    <a:pos x="1" y="23"/>
                  </a:cxn>
                  <a:cxn ang="0">
                    <a:pos x="9" y="23"/>
                  </a:cxn>
                  <a:cxn ang="0">
                    <a:pos x="11" y="26"/>
                  </a:cxn>
                  <a:cxn ang="0">
                    <a:pos x="18" y="24"/>
                  </a:cxn>
                  <a:cxn ang="0">
                    <a:pos x="26" y="23"/>
                  </a:cxn>
                </a:cxnLst>
                <a:rect l="0" t="0" r="0" b="0"/>
                <a:pathLst>
                  <a:path w="37" h="27">
                    <a:moveTo>
                      <a:pt x="26" y="23"/>
                    </a:moveTo>
                    <a:lnTo>
                      <a:pt x="31" y="19"/>
                    </a:lnTo>
                    <a:lnTo>
                      <a:pt x="30" y="17"/>
                    </a:lnTo>
                    <a:lnTo>
                      <a:pt x="36" y="10"/>
                    </a:lnTo>
                    <a:lnTo>
                      <a:pt x="29" y="0"/>
                    </a:lnTo>
                    <a:lnTo>
                      <a:pt x="20" y="1"/>
                    </a:lnTo>
                    <a:lnTo>
                      <a:pt x="15" y="4"/>
                    </a:lnTo>
                    <a:lnTo>
                      <a:pt x="8" y="8"/>
                    </a:lnTo>
                    <a:lnTo>
                      <a:pt x="4" y="15"/>
                    </a:lnTo>
                    <a:lnTo>
                      <a:pt x="5" y="17"/>
                    </a:lnTo>
                    <a:lnTo>
                      <a:pt x="0" y="20"/>
                    </a:lnTo>
                    <a:lnTo>
                      <a:pt x="1" y="23"/>
                    </a:lnTo>
                    <a:lnTo>
                      <a:pt x="9" y="23"/>
                    </a:lnTo>
                    <a:lnTo>
                      <a:pt x="11" y="26"/>
                    </a:lnTo>
                    <a:lnTo>
                      <a:pt x="18" y="24"/>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97" name="Freeform 57"/>
              <p:cNvSpPr/>
              <p:nvPr/>
            </p:nvSpPr>
            <p:spPr>
              <a:xfrm>
                <a:off x="1626" y="1637"/>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98" name="Freeform 58"/>
              <p:cNvSpPr/>
              <p:nvPr/>
            </p:nvSpPr>
            <p:spPr>
              <a:xfrm>
                <a:off x="1646" y="1627"/>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899" name="Line 59"/>
              <p:cNvSpPr/>
              <p:nvPr/>
            </p:nvSpPr>
            <p:spPr>
              <a:xfrm flipV="1">
                <a:off x="1606" y="1659"/>
                <a:ext cx="10" cy="14"/>
              </a:xfrm>
              <a:prstGeom prst="line">
                <a:avLst/>
              </a:prstGeom>
              <a:ln w="12700" cap="flat" cmpd="sng">
                <a:solidFill>
                  <a:schemeClr val="tx1"/>
                </a:solidFill>
                <a:prstDash val="solid"/>
                <a:headEnd type="none" w="med" len="med"/>
                <a:tailEnd type="none" w="med" len="med"/>
              </a:ln>
            </p:spPr>
          </p:sp>
          <p:sp>
            <p:nvSpPr>
              <p:cNvPr id="35900" name="Line 60"/>
              <p:cNvSpPr/>
              <p:nvPr/>
            </p:nvSpPr>
            <p:spPr>
              <a:xfrm flipV="1">
                <a:off x="1609" y="1655"/>
                <a:ext cx="5" cy="14"/>
              </a:xfrm>
              <a:prstGeom prst="line">
                <a:avLst/>
              </a:prstGeom>
              <a:ln w="12700" cap="flat" cmpd="sng">
                <a:solidFill>
                  <a:schemeClr val="tx1"/>
                </a:solidFill>
                <a:prstDash val="solid"/>
                <a:headEnd type="none" w="med" len="med"/>
                <a:tailEnd type="none" w="med" len="med"/>
              </a:ln>
            </p:spPr>
          </p:sp>
          <p:sp>
            <p:nvSpPr>
              <p:cNvPr id="35901" name="Freeform 61"/>
              <p:cNvSpPr/>
              <p:nvPr/>
            </p:nvSpPr>
            <p:spPr>
              <a:xfrm>
                <a:off x="1604" y="1656"/>
                <a:ext cx="37" cy="30"/>
              </a:xfrm>
              <a:custGeom>
                <a:avLst/>
                <a:gdLst/>
                <a:ahLst/>
                <a:cxnLst>
                  <a:cxn ang="0">
                    <a:pos x="29" y="20"/>
                  </a:cxn>
                  <a:cxn ang="0">
                    <a:pos x="28" y="17"/>
                  </a:cxn>
                  <a:cxn ang="0">
                    <a:pos x="36" y="13"/>
                  </a:cxn>
                  <a:cxn ang="0">
                    <a:pos x="28" y="0"/>
                  </a:cxn>
                  <a:cxn ang="0">
                    <a:pos x="20" y="4"/>
                  </a:cxn>
                  <a:cxn ang="0">
                    <a:pos x="18" y="1"/>
                  </a:cxn>
                  <a:cxn ang="0">
                    <a:pos x="12" y="6"/>
                  </a:cxn>
                  <a:cxn ang="0">
                    <a:pos x="13" y="9"/>
                  </a:cxn>
                  <a:cxn ang="0">
                    <a:pos x="6" y="13"/>
                  </a:cxn>
                  <a:cxn ang="0">
                    <a:pos x="0" y="20"/>
                  </a:cxn>
                  <a:cxn ang="0">
                    <a:pos x="2" y="23"/>
                  </a:cxn>
                  <a:cxn ang="0">
                    <a:pos x="4" y="26"/>
                  </a:cxn>
                  <a:cxn ang="0">
                    <a:pos x="5" y="29"/>
                  </a:cxn>
                  <a:cxn ang="0">
                    <a:pos x="14" y="27"/>
                  </a:cxn>
                  <a:cxn ang="0">
                    <a:pos x="21" y="22"/>
                  </a:cxn>
                  <a:cxn ang="0">
                    <a:pos x="22" y="24"/>
                  </a:cxn>
                  <a:cxn ang="0">
                    <a:pos x="29" y="20"/>
                  </a:cxn>
                </a:cxnLst>
                <a:rect l="0" t="0" r="0" b="0"/>
                <a:pathLst>
                  <a:path w="37" h="30">
                    <a:moveTo>
                      <a:pt x="29" y="20"/>
                    </a:moveTo>
                    <a:lnTo>
                      <a:pt x="28" y="17"/>
                    </a:lnTo>
                    <a:lnTo>
                      <a:pt x="36" y="13"/>
                    </a:lnTo>
                    <a:lnTo>
                      <a:pt x="28" y="0"/>
                    </a:lnTo>
                    <a:lnTo>
                      <a:pt x="20" y="4"/>
                    </a:lnTo>
                    <a:lnTo>
                      <a:pt x="18" y="1"/>
                    </a:lnTo>
                    <a:lnTo>
                      <a:pt x="12" y="6"/>
                    </a:lnTo>
                    <a:lnTo>
                      <a:pt x="13" y="9"/>
                    </a:lnTo>
                    <a:lnTo>
                      <a:pt x="6" y="13"/>
                    </a:lnTo>
                    <a:lnTo>
                      <a:pt x="0" y="20"/>
                    </a:lnTo>
                    <a:lnTo>
                      <a:pt x="2" y="23"/>
                    </a:lnTo>
                    <a:lnTo>
                      <a:pt x="4" y="26"/>
                    </a:lnTo>
                    <a:lnTo>
                      <a:pt x="5" y="29"/>
                    </a:lnTo>
                    <a:lnTo>
                      <a:pt x="14" y="27"/>
                    </a:lnTo>
                    <a:lnTo>
                      <a:pt x="21" y="22"/>
                    </a:lnTo>
                    <a:lnTo>
                      <a:pt x="22" y="24"/>
                    </a:lnTo>
                    <a:lnTo>
                      <a:pt x="29"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02" name="Freeform 62"/>
              <p:cNvSpPr/>
              <p:nvPr/>
            </p:nvSpPr>
            <p:spPr>
              <a:xfrm>
                <a:off x="1601" y="1662"/>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03" name="Freeform 63"/>
              <p:cNvSpPr/>
              <p:nvPr/>
            </p:nvSpPr>
            <p:spPr>
              <a:xfrm>
                <a:off x="1618" y="1649"/>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04" name="Line 64"/>
              <p:cNvSpPr/>
              <p:nvPr/>
            </p:nvSpPr>
            <p:spPr>
              <a:xfrm flipV="1">
                <a:off x="1599" y="1647"/>
                <a:ext cx="12" cy="18"/>
              </a:xfrm>
              <a:prstGeom prst="line">
                <a:avLst/>
              </a:prstGeom>
              <a:ln w="12700" cap="flat" cmpd="sng">
                <a:solidFill>
                  <a:schemeClr val="tx1"/>
                </a:solidFill>
                <a:prstDash val="solid"/>
                <a:headEnd type="none" w="med" len="med"/>
                <a:tailEnd type="none" w="med" len="med"/>
              </a:ln>
            </p:spPr>
          </p:sp>
          <p:sp>
            <p:nvSpPr>
              <p:cNvPr id="35905" name="Line 65"/>
              <p:cNvSpPr/>
              <p:nvPr/>
            </p:nvSpPr>
            <p:spPr>
              <a:xfrm flipV="1">
                <a:off x="1600" y="1649"/>
                <a:ext cx="10" cy="10"/>
              </a:xfrm>
              <a:prstGeom prst="line">
                <a:avLst/>
              </a:prstGeom>
              <a:ln w="12700" cap="flat" cmpd="sng">
                <a:solidFill>
                  <a:schemeClr val="tx1"/>
                </a:solidFill>
                <a:prstDash val="solid"/>
                <a:headEnd type="none" w="med" len="med"/>
                <a:tailEnd type="none" w="med" len="med"/>
              </a:ln>
            </p:spPr>
          </p:sp>
          <p:sp>
            <p:nvSpPr>
              <p:cNvPr id="35906" name="Freeform 66"/>
              <p:cNvSpPr/>
              <p:nvPr/>
            </p:nvSpPr>
            <p:spPr>
              <a:xfrm>
                <a:off x="1593" y="1645"/>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07" name="Freeform 67"/>
              <p:cNvSpPr/>
              <p:nvPr/>
            </p:nvSpPr>
            <p:spPr>
              <a:xfrm>
                <a:off x="1591" y="1649"/>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08" name="Freeform 68"/>
              <p:cNvSpPr/>
              <p:nvPr/>
            </p:nvSpPr>
            <p:spPr>
              <a:xfrm>
                <a:off x="1615" y="1639"/>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09" name="Line 69"/>
              <p:cNvSpPr/>
              <p:nvPr/>
            </p:nvSpPr>
            <p:spPr>
              <a:xfrm flipV="1">
                <a:off x="1580" y="1653"/>
                <a:ext cx="5" cy="13"/>
              </a:xfrm>
              <a:prstGeom prst="line">
                <a:avLst/>
              </a:prstGeom>
              <a:ln w="12700" cap="flat" cmpd="sng">
                <a:solidFill>
                  <a:schemeClr val="tx1"/>
                </a:solidFill>
                <a:prstDash val="solid"/>
                <a:headEnd type="none" w="med" len="med"/>
                <a:tailEnd type="none" w="med" len="med"/>
              </a:ln>
            </p:spPr>
          </p:sp>
          <p:sp>
            <p:nvSpPr>
              <p:cNvPr id="35910" name="Line 70"/>
              <p:cNvSpPr/>
              <p:nvPr/>
            </p:nvSpPr>
            <p:spPr>
              <a:xfrm flipV="1">
                <a:off x="1576" y="1649"/>
                <a:ext cx="10" cy="13"/>
              </a:xfrm>
              <a:prstGeom prst="line">
                <a:avLst/>
              </a:prstGeom>
              <a:ln w="12700" cap="flat" cmpd="sng">
                <a:solidFill>
                  <a:schemeClr val="tx1"/>
                </a:solidFill>
                <a:prstDash val="solid"/>
                <a:headEnd type="none" w="med" len="med"/>
                <a:tailEnd type="none" w="med" len="med"/>
              </a:ln>
            </p:spPr>
          </p:sp>
          <p:sp>
            <p:nvSpPr>
              <p:cNvPr id="35911" name="Freeform 71"/>
              <p:cNvSpPr/>
              <p:nvPr/>
            </p:nvSpPr>
            <p:spPr>
              <a:xfrm>
                <a:off x="1578" y="1646"/>
                <a:ext cx="35" cy="27"/>
              </a:xfrm>
              <a:custGeom>
                <a:avLst/>
                <a:gdLst/>
                <a:ahLst/>
                <a:cxnLst>
                  <a:cxn ang="0">
                    <a:pos x="29" y="20"/>
                  </a:cxn>
                  <a:cxn ang="0">
                    <a:pos x="26" y="17"/>
                  </a:cxn>
                  <a:cxn ang="0">
                    <a:pos x="34" y="13"/>
                  </a:cxn>
                  <a:cxn ang="0">
                    <a:pos x="25" y="0"/>
                  </a:cxn>
                  <a:cxn ang="0">
                    <a:pos x="19" y="4"/>
                  </a:cxn>
                  <a:cxn ang="0">
                    <a:pos x="17" y="1"/>
                  </a:cxn>
                  <a:cxn ang="0">
                    <a:pos x="11" y="4"/>
                  </a:cxn>
                  <a:cxn ang="0">
                    <a:pos x="12" y="6"/>
                  </a:cxn>
                  <a:cxn ang="0">
                    <a:pos x="7" y="10"/>
                  </a:cxn>
                  <a:cxn ang="0">
                    <a:pos x="2" y="16"/>
                  </a:cxn>
                  <a:cxn ang="0">
                    <a:pos x="5" y="19"/>
                  </a:cxn>
                  <a:cxn ang="0">
                    <a:pos x="0" y="23"/>
                  </a:cxn>
                  <a:cxn ang="0">
                    <a:pos x="1" y="26"/>
                  </a:cxn>
                  <a:cxn ang="0">
                    <a:pos x="8" y="24"/>
                  </a:cxn>
                  <a:cxn ang="0">
                    <a:pos x="15" y="24"/>
                  </a:cxn>
                  <a:cxn ang="0">
                    <a:pos x="21" y="20"/>
                  </a:cxn>
                  <a:cxn ang="0">
                    <a:pos x="24" y="23"/>
                  </a:cxn>
                  <a:cxn ang="0">
                    <a:pos x="29" y="20"/>
                  </a:cxn>
                </a:cxnLst>
                <a:rect l="0" t="0" r="0" b="0"/>
                <a:pathLst>
                  <a:path w="35" h="27">
                    <a:moveTo>
                      <a:pt x="29" y="20"/>
                    </a:moveTo>
                    <a:lnTo>
                      <a:pt x="26" y="17"/>
                    </a:lnTo>
                    <a:lnTo>
                      <a:pt x="34" y="13"/>
                    </a:lnTo>
                    <a:lnTo>
                      <a:pt x="25" y="0"/>
                    </a:lnTo>
                    <a:lnTo>
                      <a:pt x="19" y="4"/>
                    </a:lnTo>
                    <a:lnTo>
                      <a:pt x="17" y="1"/>
                    </a:lnTo>
                    <a:lnTo>
                      <a:pt x="11" y="4"/>
                    </a:lnTo>
                    <a:lnTo>
                      <a:pt x="12" y="6"/>
                    </a:lnTo>
                    <a:lnTo>
                      <a:pt x="7" y="10"/>
                    </a:lnTo>
                    <a:lnTo>
                      <a:pt x="2" y="16"/>
                    </a:lnTo>
                    <a:lnTo>
                      <a:pt x="5" y="19"/>
                    </a:lnTo>
                    <a:lnTo>
                      <a:pt x="0" y="23"/>
                    </a:lnTo>
                    <a:lnTo>
                      <a:pt x="1" y="26"/>
                    </a:lnTo>
                    <a:lnTo>
                      <a:pt x="8" y="24"/>
                    </a:lnTo>
                    <a:lnTo>
                      <a:pt x="15" y="24"/>
                    </a:lnTo>
                    <a:lnTo>
                      <a:pt x="21" y="20"/>
                    </a:lnTo>
                    <a:lnTo>
                      <a:pt x="24" y="23"/>
                    </a:lnTo>
                    <a:lnTo>
                      <a:pt x="29"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12" name="Freeform 72"/>
              <p:cNvSpPr/>
              <p:nvPr/>
            </p:nvSpPr>
            <p:spPr>
              <a:xfrm>
                <a:off x="1575" y="1650"/>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13" name="Freeform 73"/>
              <p:cNvSpPr/>
              <p:nvPr/>
            </p:nvSpPr>
            <p:spPr>
              <a:xfrm>
                <a:off x="1591" y="1641"/>
                <a:ext cx="36" cy="29"/>
              </a:xfrm>
              <a:custGeom>
                <a:avLst/>
                <a:gdLst/>
                <a:ahLst/>
                <a:cxnLst>
                  <a:cxn ang="0">
                    <a:pos x="2" y="22"/>
                  </a:cxn>
                  <a:cxn ang="0">
                    <a:pos x="4" y="25"/>
                  </a:cxn>
                  <a:cxn ang="0">
                    <a:pos x="5" y="28"/>
                  </a:cxn>
                  <a:cxn ang="0">
                    <a:pos x="12" y="28"/>
                  </a:cxn>
                  <a:cxn ang="0">
                    <a:pos x="18" y="25"/>
                  </a:cxn>
                  <a:cxn ang="0">
                    <a:pos x="19" y="28"/>
                  </a:cxn>
                  <a:cxn ang="0">
                    <a:pos x="23" y="23"/>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10"/>
                  </a:cxn>
                  <a:cxn ang="0">
                    <a:pos x="0" y="16"/>
                  </a:cxn>
                  <a:cxn ang="0">
                    <a:pos x="1" y="19"/>
                  </a:cxn>
                  <a:cxn ang="0">
                    <a:pos x="2" y="22"/>
                  </a:cxn>
                </a:cxnLst>
                <a:rect l="0" t="0" r="0" b="0"/>
                <a:pathLst>
                  <a:path w="36" h="29">
                    <a:moveTo>
                      <a:pt x="2" y="22"/>
                    </a:moveTo>
                    <a:lnTo>
                      <a:pt x="4" y="25"/>
                    </a:lnTo>
                    <a:lnTo>
                      <a:pt x="5" y="28"/>
                    </a:lnTo>
                    <a:lnTo>
                      <a:pt x="12" y="28"/>
                    </a:lnTo>
                    <a:lnTo>
                      <a:pt x="18" y="25"/>
                    </a:lnTo>
                    <a:lnTo>
                      <a:pt x="19" y="28"/>
                    </a:lnTo>
                    <a:lnTo>
                      <a:pt x="23" y="23"/>
                    </a:lnTo>
                    <a:lnTo>
                      <a:pt x="28" y="17"/>
                    </a:lnTo>
                    <a:lnTo>
                      <a:pt x="30" y="11"/>
                    </a:lnTo>
                    <a:lnTo>
                      <a:pt x="29" y="8"/>
                    </a:lnTo>
                    <a:lnTo>
                      <a:pt x="35" y="5"/>
                    </a:lnTo>
                    <a:lnTo>
                      <a:pt x="32" y="2"/>
                    </a:lnTo>
                    <a:lnTo>
                      <a:pt x="26" y="2"/>
                    </a:lnTo>
                    <a:lnTo>
                      <a:pt x="23" y="0"/>
                    </a:lnTo>
                    <a:lnTo>
                      <a:pt x="18"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14" name="Line 74"/>
              <p:cNvSpPr/>
              <p:nvPr/>
            </p:nvSpPr>
            <p:spPr>
              <a:xfrm flipV="1">
                <a:off x="1611" y="1632"/>
                <a:ext cx="6" cy="15"/>
              </a:xfrm>
              <a:prstGeom prst="line">
                <a:avLst/>
              </a:prstGeom>
              <a:ln w="12700" cap="flat" cmpd="sng">
                <a:solidFill>
                  <a:schemeClr val="tx1"/>
                </a:solidFill>
                <a:prstDash val="solid"/>
                <a:headEnd type="none" w="med" len="med"/>
                <a:tailEnd type="none" w="med" len="med"/>
              </a:ln>
            </p:spPr>
          </p:sp>
          <p:sp>
            <p:nvSpPr>
              <p:cNvPr id="35915" name="Line 75"/>
              <p:cNvSpPr/>
              <p:nvPr/>
            </p:nvSpPr>
            <p:spPr>
              <a:xfrm flipV="1">
                <a:off x="1610" y="1629"/>
                <a:ext cx="10" cy="13"/>
              </a:xfrm>
              <a:prstGeom prst="line">
                <a:avLst/>
              </a:prstGeom>
              <a:ln w="12700" cap="flat" cmpd="sng">
                <a:solidFill>
                  <a:schemeClr val="tx1"/>
                </a:solidFill>
                <a:prstDash val="solid"/>
                <a:headEnd type="none" w="med" len="med"/>
                <a:tailEnd type="none" w="med" len="med"/>
              </a:ln>
            </p:spPr>
          </p:sp>
          <p:sp>
            <p:nvSpPr>
              <p:cNvPr id="35916" name="Freeform 76"/>
              <p:cNvSpPr/>
              <p:nvPr/>
            </p:nvSpPr>
            <p:spPr>
              <a:xfrm>
                <a:off x="1607" y="1624"/>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17" name="Freeform 77"/>
              <p:cNvSpPr/>
              <p:nvPr/>
            </p:nvSpPr>
            <p:spPr>
              <a:xfrm>
                <a:off x="1605" y="1631"/>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18" name="Freeform 78"/>
              <p:cNvSpPr/>
              <p:nvPr/>
            </p:nvSpPr>
            <p:spPr>
              <a:xfrm>
                <a:off x="1629" y="1621"/>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19" name="Line 79"/>
              <p:cNvSpPr/>
              <p:nvPr/>
            </p:nvSpPr>
            <p:spPr>
              <a:xfrm flipV="1">
                <a:off x="1589" y="1633"/>
                <a:ext cx="12" cy="15"/>
              </a:xfrm>
              <a:prstGeom prst="line">
                <a:avLst/>
              </a:prstGeom>
              <a:ln w="12700" cap="flat" cmpd="sng">
                <a:solidFill>
                  <a:schemeClr val="tx1"/>
                </a:solidFill>
                <a:prstDash val="solid"/>
                <a:headEnd type="none" w="med" len="med"/>
                <a:tailEnd type="none" w="med" len="med"/>
              </a:ln>
            </p:spPr>
          </p:sp>
          <p:sp>
            <p:nvSpPr>
              <p:cNvPr id="35920" name="Line 80"/>
              <p:cNvSpPr/>
              <p:nvPr/>
            </p:nvSpPr>
            <p:spPr>
              <a:xfrm flipV="1">
                <a:off x="1589" y="1631"/>
                <a:ext cx="7" cy="12"/>
              </a:xfrm>
              <a:prstGeom prst="line">
                <a:avLst/>
              </a:prstGeom>
              <a:ln w="12700" cap="flat" cmpd="sng">
                <a:solidFill>
                  <a:schemeClr val="tx1"/>
                </a:solidFill>
                <a:prstDash val="solid"/>
                <a:headEnd type="none" w="med" len="med"/>
                <a:tailEnd type="none" w="med" len="med"/>
              </a:ln>
            </p:spPr>
          </p:sp>
          <p:sp>
            <p:nvSpPr>
              <p:cNvPr id="35921" name="Freeform 81"/>
              <p:cNvSpPr/>
              <p:nvPr/>
            </p:nvSpPr>
            <p:spPr>
              <a:xfrm>
                <a:off x="1583" y="1626"/>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22" name="Freeform 82"/>
              <p:cNvSpPr/>
              <p:nvPr/>
            </p:nvSpPr>
            <p:spPr>
              <a:xfrm>
                <a:off x="1582" y="1631"/>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23" name="Freeform 83"/>
              <p:cNvSpPr/>
              <p:nvPr/>
            </p:nvSpPr>
            <p:spPr>
              <a:xfrm>
                <a:off x="1606" y="1623"/>
                <a:ext cx="35" cy="29"/>
              </a:xfrm>
              <a:custGeom>
                <a:avLst/>
                <a:gdLst/>
                <a:ahLst/>
                <a:cxnLst>
                  <a:cxn ang="0">
                    <a:pos x="1" y="21"/>
                  </a:cxn>
                  <a:cxn ang="0">
                    <a:pos x="2" y="24"/>
                  </a:cxn>
                  <a:cxn ang="0">
                    <a:pos x="4" y="26"/>
                  </a:cxn>
                  <a:cxn ang="0">
                    <a:pos x="12" y="28"/>
                  </a:cxn>
                  <a:cxn ang="0">
                    <a:pos x="17" y="25"/>
                  </a:cxn>
                  <a:cxn ang="0">
                    <a:pos x="23" y="22"/>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8"/>
                  </a:cxn>
                  <a:cxn ang="0">
                    <a:pos x="1" y="21"/>
                  </a:cxn>
                </a:cxnLst>
                <a:rect l="0" t="0" r="0" b="0"/>
                <a:pathLst>
                  <a:path w="35" h="29">
                    <a:moveTo>
                      <a:pt x="1" y="21"/>
                    </a:moveTo>
                    <a:lnTo>
                      <a:pt x="2" y="24"/>
                    </a:lnTo>
                    <a:lnTo>
                      <a:pt x="4" y="26"/>
                    </a:lnTo>
                    <a:lnTo>
                      <a:pt x="12" y="28"/>
                    </a:lnTo>
                    <a:lnTo>
                      <a:pt x="17" y="25"/>
                    </a:lnTo>
                    <a:lnTo>
                      <a:pt x="23" y="22"/>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grpSp>
        <p:grpSp>
          <p:nvGrpSpPr>
            <p:cNvPr id="35924" name="Group 84"/>
            <p:cNvGrpSpPr/>
            <p:nvPr/>
          </p:nvGrpSpPr>
          <p:grpSpPr>
            <a:xfrm>
              <a:off x="4713" y="1707"/>
              <a:ext cx="440" cy="337"/>
              <a:chOff x="4713" y="1707"/>
              <a:chExt cx="440" cy="337"/>
            </a:xfrm>
          </p:grpSpPr>
          <p:sp>
            <p:nvSpPr>
              <p:cNvPr id="35925" name="Freeform 85"/>
              <p:cNvSpPr/>
              <p:nvPr/>
            </p:nvSpPr>
            <p:spPr>
              <a:xfrm>
                <a:off x="4989" y="1882"/>
                <a:ext cx="164" cy="162"/>
              </a:xfrm>
              <a:custGeom>
                <a:avLst/>
                <a:gdLst/>
                <a:ahLst/>
                <a:cxnLst>
                  <a:cxn ang="0">
                    <a:pos x="103" y="161"/>
                  </a:cxn>
                  <a:cxn ang="0">
                    <a:pos x="163" y="63"/>
                  </a:cxn>
                  <a:cxn ang="0">
                    <a:pos x="65" y="0"/>
                  </a:cxn>
                  <a:cxn ang="0">
                    <a:pos x="0" y="105"/>
                  </a:cxn>
                  <a:cxn ang="0">
                    <a:pos x="103" y="161"/>
                  </a:cxn>
                </a:cxnLst>
                <a:rect l="0" t="0" r="0" b="0"/>
                <a:pathLst>
                  <a:path w="164" h="162">
                    <a:moveTo>
                      <a:pt x="103" y="161"/>
                    </a:moveTo>
                    <a:lnTo>
                      <a:pt x="163" y="63"/>
                    </a:lnTo>
                    <a:lnTo>
                      <a:pt x="65" y="0"/>
                    </a:lnTo>
                    <a:lnTo>
                      <a:pt x="0" y="105"/>
                    </a:lnTo>
                    <a:lnTo>
                      <a:pt x="103" y="161"/>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26" name="Freeform 86"/>
              <p:cNvSpPr/>
              <p:nvPr/>
            </p:nvSpPr>
            <p:spPr>
              <a:xfrm>
                <a:off x="4863" y="1815"/>
                <a:ext cx="139" cy="120"/>
              </a:xfrm>
              <a:custGeom>
                <a:avLst/>
                <a:gdLst/>
                <a:ahLst/>
                <a:cxnLst>
                  <a:cxn ang="0">
                    <a:pos x="58" y="2"/>
                  </a:cxn>
                  <a:cxn ang="0">
                    <a:pos x="122" y="42"/>
                  </a:cxn>
                  <a:cxn ang="0">
                    <a:pos x="138" y="66"/>
                  </a:cxn>
                  <a:cxn ang="0">
                    <a:pos x="107" y="119"/>
                  </a:cxn>
                  <a:cxn ang="0">
                    <a:pos x="79" y="116"/>
                  </a:cxn>
                  <a:cxn ang="0">
                    <a:pos x="13" y="76"/>
                  </a:cxn>
                  <a:cxn ang="0">
                    <a:pos x="0" y="53"/>
                  </a:cxn>
                  <a:cxn ang="0">
                    <a:pos x="30" y="0"/>
                  </a:cxn>
                  <a:cxn ang="0">
                    <a:pos x="58" y="2"/>
                  </a:cxn>
                </a:cxnLst>
                <a:rect l="0" t="0" r="0" b="0"/>
                <a:pathLst>
                  <a:path w="139" h="120">
                    <a:moveTo>
                      <a:pt x="58" y="2"/>
                    </a:moveTo>
                    <a:lnTo>
                      <a:pt x="122" y="42"/>
                    </a:lnTo>
                    <a:lnTo>
                      <a:pt x="138" y="66"/>
                    </a:lnTo>
                    <a:lnTo>
                      <a:pt x="107" y="119"/>
                    </a:lnTo>
                    <a:lnTo>
                      <a:pt x="79" y="116"/>
                    </a:lnTo>
                    <a:lnTo>
                      <a:pt x="13" y="76"/>
                    </a:lnTo>
                    <a:lnTo>
                      <a:pt x="0" y="53"/>
                    </a:lnTo>
                    <a:lnTo>
                      <a:pt x="30" y="0"/>
                    </a:lnTo>
                    <a:lnTo>
                      <a:pt x="58"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27" name="Freeform 87"/>
              <p:cNvSpPr/>
              <p:nvPr/>
            </p:nvSpPr>
            <p:spPr>
              <a:xfrm>
                <a:off x="4904" y="1852"/>
                <a:ext cx="140" cy="117"/>
              </a:xfrm>
              <a:custGeom>
                <a:avLst/>
                <a:gdLst/>
                <a:ahLst/>
                <a:cxnLst>
                  <a:cxn ang="0">
                    <a:pos x="58" y="2"/>
                  </a:cxn>
                  <a:cxn ang="0">
                    <a:pos x="123" y="42"/>
                  </a:cxn>
                  <a:cxn ang="0">
                    <a:pos x="139" y="64"/>
                  </a:cxn>
                  <a:cxn ang="0">
                    <a:pos x="108" y="116"/>
                  </a:cxn>
                  <a:cxn ang="0">
                    <a:pos x="80" y="114"/>
                  </a:cxn>
                  <a:cxn ang="0">
                    <a:pos x="15" y="75"/>
                  </a:cxn>
                  <a:cxn ang="0">
                    <a:pos x="0" y="52"/>
                  </a:cxn>
                  <a:cxn ang="0">
                    <a:pos x="30" y="0"/>
                  </a:cxn>
                  <a:cxn ang="0">
                    <a:pos x="58" y="2"/>
                  </a:cxn>
                </a:cxnLst>
                <a:rect l="0" t="0" r="0" b="0"/>
                <a:pathLst>
                  <a:path w="140" h="117">
                    <a:moveTo>
                      <a:pt x="58" y="2"/>
                    </a:moveTo>
                    <a:lnTo>
                      <a:pt x="123" y="42"/>
                    </a:lnTo>
                    <a:lnTo>
                      <a:pt x="139" y="64"/>
                    </a:lnTo>
                    <a:lnTo>
                      <a:pt x="108" y="116"/>
                    </a:lnTo>
                    <a:lnTo>
                      <a:pt x="80" y="114"/>
                    </a:lnTo>
                    <a:lnTo>
                      <a:pt x="15" y="75"/>
                    </a:lnTo>
                    <a:lnTo>
                      <a:pt x="0" y="52"/>
                    </a:lnTo>
                    <a:lnTo>
                      <a:pt x="30" y="0"/>
                    </a:lnTo>
                    <a:lnTo>
                      <a:pt x="58"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28" name="Freeform 88"/>
              <p:cNvSpPr/>
              <p:nvPr/>
            </p:nvSpPr>
            <p:spPr>
              <a:xfrm>
                <a:off x="4922" y="1822"/>
                <a:ext cx="101" cy="87"/>
              </a:xfrm>
              <a:custGeom>
                <a:avLst/>
                <a:gdLst/>
                <a:ahLst/>
                <a:cxnLst>
                  <a:cxn ang="0">
                    <a:pos x="63" y="38"/>
                  </a:cxn>
                  <a:cxn ang="0">
                    <a:pos x="100" y="86"/>
                  </a:cxn>
                  <a:cxn ang="0">
                    <a:pos x="35" y="47"/>
                  </a:cxn>
                  <a:cxn ang="0">
                    <a:pos x="0" y="0"/>
                  </a:cxn>
                  <a:cxn ang="0">
                    <a:pos x="63" y="38"/>
                  </a:cxn>
                </a:cxnLst>
                <a:rect l="0" t="0" r="0" b="0"/>
                <a:pathLst>
                  <a:path w="101" h="87">
                    <a:moveTo>
                      <a:pt x="63" y="38"/>
                    </a:moveTo>
                    <a:lnTo>
                      <a:pt x="100" y="86"/>
                    </a:lnTo>
                    <a:lnTo>
                      <a:pt x="35" y="47"/>
                    </a:lnTo>
                    <a:lnTo>
                      <a:pt x="0" y="0"/>
                    </a:lnTo>
                    <a:lnTo>
                      <a:pt x="63" y="3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29" name="Freeform 89"/>
              <p:cNvSpPr/>
              <p:nvPr/>
            </p:nvSpPr>
            <p:spPr>
              <a:xfrm>
                <a:off x="4861" y="1872"/>
                <a:ext cx="56" cy="58"/>
              </a:xfrm>
              <a:custGeom>
                <a:avLst/>
                <a:gdLst/>
                <a:ahLst/>
                <a:cxnLst>
                  <a:cxn ang="0">
                    <a:pos x="0" y="0"/>
                  </a:cxn>
                  <a:cxn ang="0">
                    <a:pos x="41" y="33"/>
                  </a:cxn>
                  <a:cxn ang="0">
                    <a:pos x="55" y="57"/>
                  </a:cxn>
                  <a:cxn ang="0">
                    <a:pos x="12" y="23"/>
                  </a:cxn>
                  <a:cxn ang="0">
                    <a:pos x="0" y="0"/>
                  </a:cxn>
                </a:cxnLst>
                <a:rect l="0" t="0" r="0" b="0"/>
                <a:pathLst>
                  <a:path w="56" h="58">
                    <a:moveTo>
                      <a:pt x="0" y="0"/>
                    </a:moveTo>
                    <a:lnTo>
                      <a:pt x="41" y="33"/>
                    </a:lnTo>
                    <a:lnTo>
                      <a:pt x="55" y="57"/>
                    </a:lnTo>
                    <a:lnTo>
                      <a:pt x="12" y="23"/>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30" name="Line 90"/>
              <p:cNvSpPr/>
              <p:nvPr/>
            </p:nvSpPr>
            <p:spPr>
              <a:xfrm>
                <a:off x="4897" y="1825"/>
                <a:ext cx="33" cy="23"/>
              </a:xfrm>
              <a:prstGeom prst="line">
                <a:avLst/>
              </a:prstGeom>
              <a:ln w="12700" cap="flat" cmpd="sng">
                <a:solidFill>
                  <a:schemeClr val="tx1"/>
                </a:solidFill>
                <a:prstDash val="solid"/>
                <a:headEnd type="none" w="med" len="med"/>
                <a:tailEnd type="none" w="med" len="med"/>
              </a:ln>
            </p:spPr>
          </p:sp>
          <p:sp>
            <p:nvSpPr>
              <p:cNvPr id="35931" name="Oval 91"/>
              <p:cNvSpPr/>
              <p:nvPr/>
            </p:nvSpPr>
            <p:spPr>
              <a:xfrm rot="1860000">
                <a:off x="4948" y="1874"/>
                <a:ext cx="28" cy="14"/>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5932" name="Line 92"/>
              <p:cNvSpPr/>
              <p:nvPr/>
            </p:nvSpPr>
            <p:spPr>
              <a:xfrm>
                <a:off x="4967" y="1869"/>
                <a:ext cx="6" cy="5"/>
              </a:xfrm>
              <a:prstGeom prst="line">
                <a:avLst/>
              </a:prstGeom>
              <a:ln w="12700" cap="flat" cmpd="sng">
                <a:solidFill>
                  <a:schemeClr val="tx1"/>
                </a:solidFill>
                <a:prstDash val="solid"/>
                <a:headEnd type="none" w="med" len="med"/>
                <a:tailEnd type="none" w="med" len="med"/>
              </a:ln>
            </p:spPr>
          </p:sp>
          <p:sp>
            <p:nvSpPr>
              <p:cNvPr id="35933" name="Line 93"/>
              <p:cNvSpPr/>
              <p:nvPr/>
            </p:nvSpPr>
            <p:spPr>
              <a:xfrm>
                <a:off x="4960" y="1873"/>
                <a:ext cx="6" cy="5"/>
              </a:xfrm>
              <a:prstGeom prst="line">
                <a:avLst/>
              </a:prstGeom>
              <a:ln w="12700" cap="flat" cmpd="sng">
                <a:solidFill>
                  <a:schemeClr val="tx1"/>
                </a:solidFill>
                <a:prstDash val="solid"/>
                <a:headEnd type="none" w="med" len="med"/>
                <a:tailEnd type="none" w="med" len="med"/>
              </a:ln>
            </p:spPr>
          </p:sp>
          <p:sp>
            <p:nvSpPr>
              <p:cNvPr id="35934" name="Oval 94"/>
              <p:cNvSpPr/>
              <p:nvPr/>
            </p:nvSpPr>
            <p:spPr>
              <a:xfrm rot="1860000">
                <a:off x="4916" y="1896"/>
                <a:ext cx="109" cy="53"/>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5935" name="Line 95"/>
              <p:cNvSpPr/>
              <p:nvPr/>
            </p:nvSpPr>
            <p:spPr>
              <a:xfrm>
                <a:off x="5021" y="1905"/>
                <a:ext cx="35" cy="27"/>
              </a:xfrm>
              <a:prstGeom prst="line">
                <a:avLst/>
              </a:prstGeom>
              <a:ln w="12700" cap="flat" cmpd="sng">
                <a:solidFill>
                  <a:schemeClr val="tx1"/>
                </a:solidFill>
                <a:prstDash val="solid"/>
                <a:headEnd type="none" w="med" len="med"/>
                <a:tailEnd type="none" w="med" len="med"/>
              </a:ln>
            </p:spPr>
          </p:sp>
          <p:sp>
            <p:nvSpPr>
              <p:cNvPr id="35936" name="Freeform 96"/>
              <p:cNvSpPr/>
              <p:nvPr/>
            </p:nvSpPr>
            <p:spPr>
              <a:xfrm>
                <a:off x="4959" y="1869"/>
                <a:ext cx="26" cy="32"/>
              </a:xfrm>
              <a:custGeom>
                <a:avLst/>
                <a:gdLst/>
                <a:ahLst/>
                <a:cxnLst>
                  <a:cxn ang="0">
                    <a:pos x="0" y="0"/>
                  </a:cxn>
                  <a:cxn ang="0">
                    <a:pos x="19" y="10"/>
                  </a:cxn>
                  <a:cxn ang="0">
                    <a:pos x="25" y="24"/>
                  </a:cxn>
                  <a:cxn ang="0">
                    <a:pos x="9" y="31"/>
                  </a:cxn>
                  <a:cxn ang="0">
                    <a:pos x="0" y="0"/>
                  </a:cxn>
                </a:cxnLst>
                <a:rect l="0" t="0" r="0" b="0"/>
                <a:pathLst>
                  <a:path w="26" h="32">
                    <a:moveTo>
                      <a:pt x="0" y="0"/>
                    </a:moveTo>
                    <a:lnTo>
                      <a:pt x="19" y="10"/>
                    </a:lnTo>
                    <a:lnTo>
                      <a:pt x="25" y="24"/>
                    </a:lnTo>
                    <a:lnTo>
                      <a:pt x="9"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37" name="Freeform 97"/>
              <p:cNvSpPr/>
              <p:nvPr/>
            </p:nvSpPr>
            <p:spPr>
              <a:xfrm>
                <a:off x="4953" y="1874"/>
                <a:ext cx="33" cy="30"/>
              </a:xfrm>
              <a:custGeom>
                <a:avLst/>
                <a:gdLst/>
                <a:ahLst/>
                <a:cxnLst>
                  <a:cxn ang="0">
                    <a:pos x="32" y="12"/>
                  </a:cxn>
                  <a:cxn ang="0">
                    <a:pos x="22" y="29"/>
                  </a:cxn>
                  <a:cxn ang="0">
                    <a:pos x="5" y="22"/>
                  </a:cxn>
                  <a:cxn ang="0">
                    <a:pos x="0" y="0"/>
                  </a:cxn>
                  <a:cxn ang="0">
                    <a:pos x="22" y="9"/>
                  </a:cxn>
                  <a:cxn ang="0">
                    <a:pos x="32" y="12"/>
                  </a:cxn>
                </a:cxnLst>
                <a:rect l="0" t="0" r="0" b="0"/>
                <a:pathLst>
                  <a:path w="33" h="30">
                    <a:moveTo>
                      <a:pt x="32" y="12"/>
                    </a:moveTo>
                    <a:lnTo>
                      <a:pt x="22" y="29"/>
                    </a:lnTo>
                    <a:lnTo>
                      <a:pt x="5" y="22"/>
                    </a:lnTo>
                    <a:lnTo>
                      <a:pt x="0" y="0"/>
                    </a:lnTo>
                    <a:lnTo>
                      <a:pt x="22" y="9"/>
                    </a:lnTo>
                    <a:lnTo>
                      <a:pt x="32" y="1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38" name="Rectangle 98"/>
              <p:cNvSpPr/>
              <p:nvPr/>
            </p:nvSpPr>
            <p:spPr>
              <a:xfrm rot="1860000">
                <a:off x="4865" y="1850"/>
                <a:ext cx="28" cy="16"/>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mn-ea"/>
                </a:endParaRPr>
              </a:p>
            </p:txBody>
          </p:sp>
          <p:sp>
            <p:nvSpPr>
              <p:cNvPr id="35939" name="Freeform 99"/>
              <p:cNvSpPr/>
              <p:nvPr/>
            </p:nvSpPr>
            <p:spPr>
              <a:xfrm>
                <a:off x="4713" y="1707"/>
                <a:ext cx="192" cy="193"/>
              </a:xfrm>
              <a:custGeom>
                <a:avLst/>
                <a:gdLst/>
                <a:ahLst/>
                <a:cxnLst>
                  <a:cxn ang="0">
                    <a:pos x="73" y="0"/>
                  </a:cxn>
                  <a:cxn ang="0">
                    <a:pos x="0" y="123"/>
                  </a:cxn>
                  <a:cxn ang="0">
                    <a:pos x="121" y="192"/>
                  </a:cxn>
                  <a:cxn ang="0">
                    <a:pos x="191" y="76"/>
                  </a:cxn>
                  <a:cxn ang="0">
                    <a:pos x="73" y="0"/>
                  </a:cxn>
                </a:cxnLst>
                <a:rect l="0" t="0" r="0" b="0"/>
                <a:pathLst>
                  <a:path w="192" h="193">
                    <a:moveTo>
                      <a:pt x="73" y="0"/>
                    </a:moveTo>
                    <a:lnTo>
                      <a:pt x="0" y="123"/>
                    </a:lnTo>
                    <a:lnTo>
                      <a:pt x="121" y="192"/>
                    </a:lnTo>
                    <a:lnTo>
                      <a:pt x="191" y="76"/>
                    </a:lnTo>
                    <a:lnTo>
                      <a:pt x="73"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40" name="Line 100"/>
              <p:cNvSpPr/>
              <p:nvPr/>
            </p:nvSpPr>
            <p:spPr>
              <a:xfrm>
                <a:off x="4938" y="1928"/>
                <a:ext cx="5" cy="2"/>
              </a:xfrm>
              <a:prstGeom prst="line">
                <a:avLst/>
              </a:prstGeom>
              <a:ln w="12700" cap="flat" cmpd="sng">
                <a:solidFill>
                  <a:schemeClr val="tx1"/>
                </a:solidFill>
                <a:prstDash val="solid"/>
                <a:headEnd type="none" w="med" len="med"/>
                <a:tailEnd type="none" w="med" len="med"/>
              </a:ln>
            </p:spPr>
          </p:sp>
          <p:sp>
            <p:nvSpPr>
              <p:cNvPr id="35941" name="Line 101"/>
              <p:cNvSpPr/>
              <p:nvPr/>
            </p:nvSpPr>
            <p:spPr>
              <a:xfrm>
                <a:off x="4941" y="1922"/>
                <a:ext cx="4" cy="4"/>
              </a:xfrm>
              <a:prstGeom prst="line">
                <a:avLst/>
              </a:prstGeom>
              <a:ln w="12700" cap="flat" cmpd="sng">
                <a:solidFill>
                  <a:schemeClr val="tx1"/>
                </a:solidFill>
                <a:prstDash val="solid"/>
                <a:headEnd type="none" w="med" len="med"/>
                <a:tailEnd type="none" w="med" len="med"/>
              </a:ln>
            </p:spPr>
          </p:sp>
          <p:sp>
            <p:nvSpPr>
              <p:cNvPr id="35942" name="Freeform 102"/>
              <p:cNvSpPr/>
              <p:nvPr/>
            </p:nvSpPr>
            <p:spPr>
              <a:xfrm>
                <a:off x="4922" y="1924"/>
                <a:ext cx="38" cy="30"/>
              </a:xfrm>
              <a:custGeom>
                <a:avLst/>
                <a:gdLst/>
                <a:ahLst/>
                <a:cxnLst>
                  <a:cxn ang="0">
                    <a:pos x="18" y="23"/>
                  </a:cxn>
                  <a:cxn ang="0">
                    <a:pos x="25" y="29"/>
                  </a:cxn>
                  <a:cxn ang="0">
                    <a:pos x="27" y="26"/>
                  </a:cxn>
                  <a:cxn ang="0">
                    <a:pos x="35" y="12"/>
                  </a:cxn>
                  <a:cxn ang="0">
                    <a:pos x="37" y="9"/>
                  </a:cxn>
                  <a:cxn ang="0">
                    <a:pos x="29" y="5"/>
                  </a:cxn>
                  <a:cxn ang="0">
                    <a:pos x="19" y="2"/>
                  </a:cxn>
                  <a:cxn ang="0">
                    <a:pos x="11" y="1"/>
                  </a:cxn>
                  <a:cxn ang="0">
                    <a:pos x="1" y="0"/>
                  </a:cxn>
                  <a:cxn ang="0">
                    <a:pos x="0" y="2"/>
                  </a:cxn>
                  <a:cxn ang="0">
                    <a:pos x="7" y="6"/>
                  </a:cxn>
                  <a:cxn ang="0">
                    <a:pos x="4" y="12"/>
                  </a:cxn>
                  <a:cxn ang="0">
                    <a:pos x="9" y="19"/>
                  </a:cxn>
                  <a:cxn ang="0">
                    <a:pos x="18" y="23"/>
                  </a:cxn>
                </a:cxnLst>
                <a:rect l="0" t="0" r="0" b="0"/>
                <a:pathLst>
                  <a:path w="38" h="30">
                    <a:moveTo>
                      <a:pt x="18" y="23"/>
                    </a:moveTo>
                    <a:lnTo>
                      <a:pt x="25" y="29"/>
                    </a:lnTo>
                    <a:lnTo>
                      <a:pt x="27" y="26"/>
                    </a:lnTo>
                    <a:lnTo>
                      <a:pt x="35" y="12"/>
                    </a:lnTo>
                    <a:lnTo>
                      <a:pt x="37" y="9"/>
                    </a:lnTo>
                    <a:lnTo>
                      <a:pt x="29" y="5"/>
                    </a:lnTo>
                    <a:lnTo>
                      <a:pt x="19" y="2"/>
                    </a:lnTo>
                    <a:lnTo>
                      <a:pt x="11" y="1"/>
                    </a:lnTo>
                    <a:lnTo>
                      <a:pt x="1" y="0"/>
                    </a:lnTo>
                    <a:lnTo>
                      <a:pt x="0" y="2"/>
                    </a:lnTo>
                    <a:lnTo>
                      <a:pt x="7" y="6"/>
                    </a:lnTo>
                    <a:lnTo>
                      <a:pt x="4" y="12"/>
                    </a:lnTo>
                    <a:lnTo>
                      <a:pt x="9" y="19"/>
                    </a:lnTo>
                    <a:lnTo>
                      <a:pt x="18"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43" name="Freeform 103"/>
              <p:cNvSpPr/>
              <p:nvPr/>
            </p:nvSpPr>
            <p:spPr>
              <a:xfrm>
                <a:off x="4924" y="1917"/>
                <a:ext cx="31" cy="37"/>
              </a:xfrm>
              <a:custGeom>
                <a:avLst/>
                <a:gdLst/>
                <a:ahLst/>
                <a:cxnLst>
                  <a:cxn ang="0">
                    <a:pos x="8" y="0"/>
                  </a:cxn>
                  <a:cxn ang="0">
                    <a:pos x="30" y="25"/>
                  </a:cxn>
                  <a:cxn ang="0">
                    <a:pos x="23" y="36"/>
                  </a:cxn>
                  <a:cxn ang="0">
                    <a:pos x="0" y="7"/>
                  </a:cxn>
                  <a:cxn ang="0">
                    <a:pos x="8" y="0"/>
                  </a:cxn>
                </a:cxnLst>
                <a:rect l="0" t="0" r="0" b="0"/>
                <a:pathLst>
                  <a:path w="31" h="37">
                    <a:moveTo>
                      <a:pt x="8" y="0"/>
                    </a:moveTo>
                    <a:lnTo>
                      <a:pt x="30" y="25"/>
                    </a:lnTo>
                    <a:lnTo>
                      <a:pt x="23" y="36"/>
                    </a:lnTo>
                    <a:lnTo>
                      <a:pt x="0" y="7"/>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44" name="Freeform 104"/>
              <p:cNvSpPr/>
              <p:nvPr/>
            </p:nvSpPr>
            <p:spPr>
              <a:xfrm>
                <a:off x="4939" y="1938"/>
                <a:ext cx="33" cy="23"/>
              </a:xfrm>
              <a:custGeom>
                <a:avLst/>
                <a:gdLst/>
                <a:ahLst/>
                <a:cxnLst>
                  <a:cxn ang="0">
                    <a:pos x="1" y="1"/>
                  </a:cxn>
                  <a:cxn ang="0">
                    <a:pos x="0" y="4"/>
                  </a:cxn>
                  <a:cxn ang="0">
                    <a:pos x="4" y="5"/>
                  </a:cxn>
                  <a:cxn ang="0">
                    <a:pos x="2" y="8"/>
                  </a:cxn>
                  <a:cxn ang="0">
                    <a:pos x="5" y="13"/>
                  </a:cxn>
                  <a:cxn ang="0">
                    <a:pos x="8" y="19"/>
                  </a:cxn>
                  <a:cxn ang="0">
                    <a:pos x="12" y="22"/>
                  </a:cxn>
                  <a:cxn ang="0">
                    <a:pos x="18" y="22"/>
                  </a:cxn>
                  <a:cxn ang="0">
                    <a:pos x="23" y="22"/>
                  </a:cxn>
                  <a:cxn ang="0">
                    <a:pos x="25" y="19"/>
                  </a:cxn>
                  <a:cxn ang="0">
                    <a:pos x="30" y="20"/>
                  </a:cxn>
                  <a:cxn ang="0">
                    <a:pos x="32" y="19"/>
                  </a:cxn>
                  <a:cxn ang="0">
                    <a:pos x="29" y="13"/>
                  </a:cxn>
                  <a:cxn ang="0">
                    <a:pos x="26" y="8"/>
                  </a:cxn>
                  <a:cxn ang="0">
                    <a:pos x="23" y="2"/>
                  </a:cxn>
                  <a:cxn ang="0">
                    <a:pos x="19" y="0"/>
                  </a:cxn>
                  <a:cxn ang="0">
                    <a:pos x="13" y="0"/>
                  </a:cxn>
                  <a:cxn ang="0">
                    <a:pos x="8" y="1"/>
                  </a:cxn>
                  <a:cxn ang="0">
                    <a:pos x="1" y="1"/>
                  </a:cxn>
                </a:cxnLst>
                <a:rect l="0" t="0" r="0" b="0"/>
                <a:pathLst>
                  <a:path w="33" h="23">
                    <a:moveTo>
                      <a:pt x="1" y="1"/>
                    </a:moveTo>
                    <a:lnTo>
                      <a:pt x="0" y="4"/>
                    </a:lnTo>
                    <a:lnTo>
                      <a:pt x="4" y="5"/>
                    </a:lnTo>
                    <a:lnTo>
                      <a:pt x="2" y="8"/>
                    </a:lnTo>
                    <a:lnTo>
                      <a:pt x="5" y="13"/>
                    </a:lnTo>
                    <a:lnTo>
                      <a:pt x="8" y="19"/>
                    </a:lnTo>
                    <a:lnTo>
                      <a:pt x="12" y="22"/>
                    </a:lnTo>
                    <a:lnTo>
                      <a:pt x="18" y="22"/>
                    </a:lnTo>
                    <a:lnTo>
                      <a:pt x="23" y="22"/>
                    </a:lnTo>
                    <a:lnTo>
                      <a:pt x="25" y="19"/>
                    </a:lnTo>
                    <a:lnTo>
                      <a:pt x="30" y="20"/>
                    </a:lnTo>
                    <a:lnTo>
                      <a:pt x="32" y="19"/>
                    </a:lnTo>
                    <a:lnTo>
                      <a:pt x="29" y="13"/>
                    </a:lnTo>
                    <a:lnTo>
                      <a:pt x="26" y="8"/>
                    </a:lnTo>
                    <a:lnTo>
                      <a:pt x="23" y="2"/>
                    </a:lnTo>
                    <a:lnTo>
                      <a:pt x="19" y="0"/>
                    </a:lnTo>
                    <a:lnTo>
                      <a:pt x="13" y="0"/>
                    </a:lnTo>
                    <a:lnTo>
                      <a:pt x="8" y="1"/>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45" name="Line 105"/>
              <p:cNvSpPr/>
              <p:nvPr/>
            </p:nvSpPr>
            <p:spPr>
              <a:xfrm>
                <a:off x="4936" y="1905"/>
                <a:ext cx="2" cy="2"/>
              </a:xfrm>
              <a:prstGeom prst="line">
                <a:avLst/>
              </a:prstGeom>
              <a:ln w="12700" cap="flat" cmpd="sng">
                <a:solidFill>
                  <a:schemeClr val="tx1"/>
                </a:solidFill>
                <a:prstDash val="solid"/>
                <a:headEnd type="none" w="med" len="med"/>
                <a:tailEnd type="none" w="med" len="med"/>
              </a:ln>
            </p:spPr>
          </p:sp>
          <p:sp>
            <p:nvSpPr>
              <p:cNvPr id="35946" name="Line 106"/>
              <p:cNvSpPr/>
              <p:nvPr/>
            </p:nvSpPr>
            <p:spPr>
              <a:xfrm>
                <a:off x="4934" y="1898"/>
                <a:ext cx="8" cy="7"/>
              </a:xfrm>
              <a:prstGeom prst="line">
                <a:avLst/>
              </a:prstGeom>
              <a:ln w="12700" cap="flat" cmpd="sng">
                <a:solidFill>
                  <a:schemeClr val="tx1"/>
                </a:solidFill>
                <a:prstDash val="solid"/>
                <a:headEnd type="none" w="med" len="med"/>
                <a:tailEnd type="none" w="med" len="med"/>
              </a:ln>
            </p:spPr>
          </p:sp>
          <p:sp>
            <p:nvSpPr>
              <p:cNvPr id="35947" name="Freeform 107"/>
              <p:cNvSpPr/>
              <p:nvPr/>
            </p:nvSpPr>
            <p:spPr>
              <a:xfrm>
                <a:off x="4922" y="1902"/>
                <a:ext cx="37" cy="35"/>
              </a:xfrm>
              <a:custGeom>
                <a:avLst/>
                <a:gdLst/>
                <a:ahLst/>
                <a:cxnLst>
                  <a:cxn ang="0">
                    <a:pos x="17" y="28"/>
                  </a:cxn>
                  <a:cxn ang="0">
                    <a:pos x="24" y="34"/>
                  </a:cxn>
                  <a:cxn ang="0">
                    <a:pos x="25" y="31"/>
                  </a:cxn>
                  <a:cxn ang="0">
                    <a:pos x="34" y="16"/>
                  </a:cxn>
                  <a:cxn ang="0">
                    <a:pos x="36" y="13"/>
                  </a:cxn>
                  <a:cxn ang="0">
                    <a:pos x="28" y="8"/>
                  </a:cxn>
                  <a:cxn ang="0">
                    <a:pos x="21" y="2"/>
                  </a:cxn>
                  <a:cxn ang="0">
                    <a:pos x="11" y="1"/>
                  </a:cxn>
                  <a:cxn ang="0">
                    <a:pos x="10" y="4"/>
                  </a:cxn>
                  <a:cxn ang="0">
                    <a:pos x="1" y="0"/>
                  </a:cxn>
                  <a:cxn ang="0">
                    <a:pos x="0" y="2"/>
                  </a:cxn>
                  <a:cxn ang="0">
                    <a:pos x="5" y="10"/>
                  </a:cxn>
                  <a:cxn ang="0">
                    <a:pos x="4" y="13"/>
                  </a:cxn>
                  <a:cxn ang="0">
                    <a:pos x="10" y="20"/>
                  </a:cxn>
                  <a:cxn ang="0">
                    <a:pos x="17" y="28"/>
                  </a:cxn>
                </a:cxnLst>
                <a:rect l="0" t="0" r="0" b="0"/>
                <a:pathLst>
                  <a:path w="37" h="35">
                    <a:moveTo>
                      <a:pt x="17" y="28"/>
                    </a:moveTo>
                    <a:lnTo>
                      <a:pt x="24" y="34"/>
                    </a:lnTo>
                    <a:lnTo>
                      <a:pt x="25" y="31"/>
                    </a:lnTo>
                    <a:lnTo>
                      <a:pt x="34" y="16"/>
                    </a:lnTo>
                    <a:lnTo>
                      <a:pt x="36" y="13"/>
                    </a:lnTo>
                    <a:lnTo>
                      <a:pt x="28" y="8"/>
                    </a:lnTo>
                    <a:lnTo>
                      <a:pt x="21" y="2"/>
                    </a:lnTo>
                    <a:lnTo>
                      <a:pt x="11" y="1"/>
                    </a:lnTo>
                    <a:lnTo>
                      <a:pt x="10" y="4"/>
                    </a:lnTo>
                    <a:lnTo>
                      <a:pt x="1" y="0"/>
                    </a:lnTo>
                    <a:lnTo>
                      <a:pt x="0" y="2"/>
                    </a:lnTo>
                    <a:lnTo>
                      <a:pt x="5" y="10"/>
                    </a:lnTo>
                    <a:lnTo>
                      <a:pt x="4" y="13"/>
                    </a:lnTo>
                    <a:lnTo>
                      <a:pt x="10" y="20"/>
                    </a:lnTo>
                    <a:lnTo>
                      <a:pt x="17" y="2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48" name="Freeform 108"/>
              <p:cNvSpPr/>
              <p:nvPr/>
            </p:nvSpPr>
            <p:spPr>
              <a:xfrm>
                <a:off x="4924" y="1900"/>
                <a:ext cx="29" cy="37"/>
              </a:xfrm>
              <a:custGeom>
                <a:avLst/>
                <a:gdLst/>
                <a:ahLst/>
                <a:cxnLst>
                  <a:cxn ang="0">
                    <a:pos x="8" y="0"/>
                  </a:cxn>
                  <a:cxn ang="0">
                    <a:pos x="28" y="27"/>
                  </a:cxn>
                  <a:cxn ang="0">
                    <a:pos x="22" y="36"/>
                  </a:cxn>
                  <a:cxn ang="0">
                    <a:pos x="0" y="8"/>
                  </a:cxn>
                  <a:cxn ang="0">
                    <a:pos x="8" y="0"/>
                  </a:cxn>
                </a:cxnLst>
                <a:rect l="0" t="0" r="0" b="0"/>
                <a:pathLst>
                  <a:path w="29" h="37">
                    <a:moveTo>
                      <a:pt x="8" y="0"/>
                    </a:moveTo>
                    <a:lnTo>
                      <a:pt x="28" y="27"/>
                    </a:lnTo>
                    <a:lnTo>
                      <a:pt x="22" y="36"/>
                    </a:lnTo>
                    <a:lnTo>
                      <a:pt x="0" y="8"/>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49" name="Freeform 109"/>
              <p:cNvSpPr/>
              <p:nvPr/>
            </p:nvSpPr>
            <p:spPr>
              <a:xfrm>
                <a:off x="4938" y="1912"/>
                <a:ext cx="32" cy="30"/>
              </a:xfrm>
              <a:custGeom>
                <a:avLst/>
                <a:gdLst/>
                <a:ahLst/>
                <a:cxnLst>
                  <a:cxn ang="0">
                    <a:pos x="2" y="4"/>
                  </a:cxn>
                  <a:cxn ang="0">
                    <a:pos x="0" y="6"/>
                  </a:cxn>
                  <a:cxn ang="0">
                    <a:pos x="4" y="9"/>
                  </a:cxn>
                  <a:cxn ang="0">
                    <a:pos x="0" y="15"/>
                  </a:cxn>
                  <a:cxn ang="0">
                    <a:pos x="2" y="20"/>
                  </a:cxn>
                  <a:cxn ang="0">
                    <a:pos x="7" y="23"/>
                  </a:cxn>
                  <a:cxn ang="0">
                    <a:pos x="11" y="26"/>
                  </a:cxn>
                  <a:cxn ang="0">
                    <a:pos x="15" y="29"/>
                  </a:cxn>
                  <a:cxn ang="0">
                    <a:pos x="21" y="27"/>
                  </a:cxn>
                  <a:cxn ang="0">
                    <a:pos x="25" y="22"/>
                  </a:cxn>
                  <a:cxn ang="0">
                    <a:pos x="29" y="23"/>
                  </a:cxn>
                  <a:cxn ang="0">
                    <a:pos x="31" y="20"/>
                  </a:cxn>
                  <a:cxn ang="0">
                    <a:pos x="29" y="15"/>
                  </a:cxn>
                  <a:cxn ang="0">
                    <a:pos x="31" y="12"/>
                  </a:cxn>
                  <a:cxn ang="0">
                    <a:pos x="26" y="9"/>
                  </a:cxn>
                  <a:cxn ang="0">
                    <a:pos x="22" y="6"/>
                  </a:cxn>
                  <a:cxn ang="0">
                    <a:pos x="14" y="2"/>
                  </a:cxn>
                  <a:cxn ang="0">
                    <a:pos x="9" y="0"/>
                  </a:cxn>
                  <a:cxn ang="0">
                    <a:pos x="8" y="2"/>
                  </a:cxn>
                  <a:cxn ang="0">
                    <a:pos x="2" y="4"/>
                  </a:cxn>
                </a:cxnLst>
                <a:rect l="0" t="0" r="0" b="0"/>
                <a:pathLst>
                  <a:path w="32" h="30">
                    <a:moveTo>
                      <a:pt x="2" y="4"/>
                    </a:moveTo>
                    <a:lnTo>
                      <a:pt x="0" y="6"/>
                    </a:lnTo>
                    <a:lnTo>
                      <a:pt x="4" y="9"/>
                    </a:lnTo>
                    <a:lnTo>
                      <a:pt x="0" y="15"/>
                    </a:lnTo>
                    <a:lnTo>
                      <a:pt x="2" y="20"/>
                    </a:lnTo>
                    <a:lnTo>
                      <a:pt x="7" y="23"/>
                    </a:lnTo>
                    <a:lnTo>
                      <a:pt x="11" y="26"/>
                    </a:lnTo>
                    <a:lnTo>
                      <a:pt x="15" y="29"/>
                    </a:lnTo>
                    <a:lnTo>
                      <a:pt x="21" y="27"/>
                    </a:lnTo>
                    <a:lnTo>
                      <a:pt x="25" y="22"/>
                    </a:lnTo>
                    <a:lnTo>
                      <a:pt x="29" y="23"/>
                    </a:lnTo>
                    <a:lnTo>
                      <a:pt x="31" y="20"/>
                    </a:lnTo>
                    <a:lnTo>
                      <a:pt x="29" y="15"/>
                    </a:lnTo>
                    <a:lnTo>
                      <a:pt x="31" y="12"/>
                    </a:lnTo>
                    <a:lnTo>
                      <a:pt x="26" y="9"/>
                    </a:lnTo>
                    <a:lnTo>
                      <a:pt x="22" y="6"/>
                    </a:lnTo>
                    <a:lnTo>
                      <a:pt x="14" y="2"/>
                    </a:lnTo>
                    <a:lnTo>
                      <a:pt x="9" y="0"/>
                    </a:lnTo>
                    <a:lnTo>
                      <a:pt x="8" y="2"/>
                    </a:lnTo>
                    <a:lnTo>
                      <a:pt x="2"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50" name="Line 110"/>
              <p:cNvSpPr/>
              <p:nvPr/>
            </p:nvSpPr>
            <p:spPr>
              <a:xfrm>
                <a:off x="4951" y="1894"/>
                <a:ext cx="6" cy="1"/>
              </a:xfrm>
              <a:prstGeom prst="line">
                <a:avLst/>
              </a:prstGeom>
              <a:ln w="12700" cap="flat" cmpd="sng">
                <a:solidFill>
                  <a:schemeClr val="tx1"/>
                </a:solidFill>
                <a:prstDash val="solid"/>
                <a:headEnd type="none" w="med" len="med"/>
                <a:tailEnd type="none" w="med" len="med"/>
              </a:ln>
            </p:spPr>
          </p:sp>
          <p:sp>
            <p:nvSpPr>
              <p:cNvPr id="35951" name="Line 111"/>
              <p:cNvSpPr/>
              <p:nvPr/>
            </p:nvSpPr>
            <p:spPr>
              <a:xfrm>
                <a:off x="4956" y="1896"/>
                <a:ext cx="6" cy="3"/>
              </a:xfrm>
              <a:prstGeom prst="line">
                <a:avLst/>
              </a:prstGeom>
              <a:ln w="12700" cap="flat" cmpd="sng">
                <a:solidFill>
                  <a:schemeClr val="tx1"/>
                </a:solidFill>
                <a:prstDash val="solid"/>
                <a:headEnd type="none" w="med" len="med"/>
                <a:tailEnd type="none" w="med" len="med"/>
              </a:ln>
            </p:spPr>
          </p:sp>
          <p:sp>
            <p:nvSpPr>
              <p:cNvPr id="35952" name="Freeform 112"/>
              <p:cNvSpPr/>
              <p:nvPr/>
            </p:nvSpPr>
            <p:spPr>
              <a:xfrm>
                <a:off x="4938" y="1896"/>
                <a:ext cx="37" cy="29"/>
              </a:xfrm>
              <a:custGeom>
                <a:avLst/>
                <a:gdLst/>
                <a:ahLst/>
                <a:cxnLst>
                  <a:cxn ang="0">
                    <a:pos x="19" y="26"/>
                  </a:cxn>
                  <a:cxn ang="0">
                    <a:pos x="20" y="24"/>
                  </a:cxn>
                  <a:cxn ang="0">
                    <a:pos x="27" y="28"/>
                  </a:cxn>
                  <a:cxn ang="0">
                    <a:pos x="36" y="14"/>
                  </a:cxn>
                  <a:cxn ang="0">
                    <a:pos x="29" y="10"/>
                  </a:cxn>
                  <a:cxn ang="0">
                    <a:pos x="30" y="8"/>
                  </a:cxn>
                  <a:cxn ang="0">
                    <a:pos x="22" y="4"/>
                  </a:cxn>
                  <a:cxn ang="0">
                    <a:pos x="20" y="6"/>
                  </a:cxn>
                  <a:cxn ang="0">
                    <a:pos x="13" y="2"/>
                  </a:cxn>
                  <a:cxn ang="0">
                    <a:pos x="4" y="0"/>
                  </a:cxn>
                  <a:cxn ang="0">
                    <a:pos x="2" y="2"/>
                  </a:cxn>
                  <a:cxn ang="0">
                    <a:pos x="1" y="5"/>
                  </a:cxn>
                  <a:cxn ang="0">
                    <a:pos x="0" y="8"/>
                  </a:cxn>
                  <a:cxn ang="0">
                    <a:pos x="5" y="14"/>
                  </a:cxn>
                  <a:cxn ang="0">
                    <a:pos x="12" y="20"/>
                  </a:cxn>
                  <a:cxn ang="0">
                    <a:pos x="11" y="22"/>
                  </a:cxn>
                  <a:cxn ang="0">
                    <a:pos x="19" y="26"/>
                  </a:cxn>
                </a:cxnLst>
                <a:rect l="0" t="0" r="0" b="0"/>
                <a:pathLst>
                  <a:path w="37" h="29">
                    <a:moveTo>
                      <a:pt x="19" y="26"/>
                    </a:moveTo>
                    <a:lnTo>
                      <a:pt x="20" y="24"/>
                    </a:lnTo>
                    <a:lnTo>
                      <a:pt x="27" y="28"/>
                    </a:lnTo>
                    <a:lnTo>
                      <a:pt x="36" y="14"/>
                    </a:lnTo>
                    <a:lnTo>
                      <a:pt x="29" y="10"/>
                    </a:lnTo>
                    <a:lnTo>
                      <a:pt x="30" y="8"/>
                    </a:lnTo>
                    <a:lnTo>
                      <a:pt x="22" y="4"/>
                    </a:lnTo>
                    <a:lnTo>
                      <a:pt x="20" y="6"/>
                    </a:lnTo>
                    <a:lnTo>
                      <a:pt x="13" y="2"/>
                    </a:lnTo>
                    <a:lnTo>
                      <a:pt x="4" y="0"/>
                    </a:lnTo>
                    <a:lnTo>
                      <a:pt x="2" y="2"/>
                    </a:lnTo>
                    <a:lnTo>
                      <a:pt x="1" y="5"/>
                    </a:lnTo>
                    <a:lnTo>
                      <a:pt x="0" y="8"/>
                    </a:lnTo>
                    <a:lnTo>
                      <a:pt x="5" y="14"/>
                    </a:lnTo>
                    <a:lnTo>
                      <a:pt x="12" y="20"/>
                    </a:lnTo>
                    <a:lnTo>
                      <a:pt x="11" y="22"/>
                    </a:lnTo>
                    <a:lnTo>
                      <a:pt x="19" y="2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53" name="Freeform 113"/>
              <p:cNvSpPr/>
              <p:nvPr/>
            </p:nvSpPr>
            <p:spPr>
              <a:xfrm>
                <a:off x="4939" y="1888"/>
                <a:ext cx="32" cy="36"/>
              </a:xfrm>
              <a:custGeom>
                <a:avLst/>
                <a:gdLst/>
                <a:ahLst/>
                <a:cxnLst>
                  <a:cxn ang="0">
                    <a:pos x="8" y="0"/>
                  </a:cxn>
                  <a:cxn ang="0">
                    <a:pos x="31" y="26"/>
                  </a:cxn>
                  <a:cxn ang="0">
                    <a:pos x="23" y="35"/>
                  </a:cxn>
                  <a:cxn ang="0">
                    <a:pos x="0" y="8"/>
                  </a:cxn>
                  <a:cxn ang="0">
                    <a:pos x="8" y="0"/>
                  </a:cxn>
                </a:cxnLst>
                <a:rect l="0" t="0" r="0" b="0"/>
                <a:pathLst>
                  <a:path w="32" h="36">
                    <a:moveTo>
                      <a:pt x="8" y="0"/>
                    </a:moveTo>
                    <a:lnTo>
                      <a:pt x="31" y="26"/>
                    </a:lnTo>
                    <a:lnTo>
                      <a:pt x="23" y="35"/>
                    </a:lnTo>
                    <a:lnTo>
                      <a:pt x="0" y="8"/>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54" name="Freeform 114"/>
              <p:cNvSpPr/>
              <p:nvPr/>
            </p:nvSpPr>
            <p:spPr>
              <a:xfrm>
                <a:off x="4953" y="1908"/>
                <a:ext cx="36" cy="23"/>
              </a:xfrm>
              <a:custGeom>
                <a:avLst/>
                <a:gdLst/>
                <a:ahLst/>
                <a:cxnLst>
                  <a:cxn ang="0">
                    <a:pos x="2" y="2"/>
                  </a:cxn>
                  <a:cxn ang="0">
                    <a:pos x="1" y="5"/>
                  </a:cxn>
                  <a:cxn ang="0">
                    <a:pos x="0" y="7"/>
                  </a:cxn>
                  <a:cxn ang="0">
                    <a:pos x="7" y="18"/>
                  </a:cxn>
                  <a:cxn ang="0">
                    <a:pos x="11" y="20"/>
                  </a:cxn>
                  <a:cxn ang="0">
                    <a:pos x="12" y="18"/>
                  </a:cxn>
                  <a:cxn ang="0">
                    <a:pos x="18" y="22"/>
                  </a:cxn>
                  <a:cxn ang="0">
                    <a:pos x="25" y="22"/>
                  </a:cxn>
                  <a:cxn ang="0">
                    <a:pos x="26" y="19"/>
                  </a:cxn>
                  <a:cxn ang="0">
                    <a:pos x="30" y="22"/>
                  </a:cxn>
                  <a:cxn ang="0">
                    <a:pos x="35" y="16"/>
                  </a:cxn>
                  <a:cxn ang="0">
                    <a:pos x="29" y="14"/>
                  </a:cxn>
                  <a:cxn ang="0">
                    <a:pos x="30" y="11"/>
                  </a:cxn>
                  <a:cxn ang="0">
                    <a:pos x="28" y="6"/>
                  </a:cxn>
                  <a:cxn ang="0">
                    <a:pos x="22" y="3"/>
                  </a:cxn>
                  <a:cxn ang="0">
                    <a:pos x="18" y="1"/>
                  </a:cxn>
                  <a:cxn ang="0">
                    <a:pos x="4" y="0"/>
                  </a:cxn>
                  <a:cxn ang="0">
                    <a:pos x="2" y="2"/>
                  </a:cxn>
                </a:cxnLst>
                <a:rect l="0" t="0" r="0" b="0"/>
                <a:pathLst>
                  <a:path w="36" h="23">
                    <a:moveTo>
                      <a:pt x="2" y="2"/>
                    </a:moveTo>
                    <a:lnTo>
                      <a:pt x="1" y="5"/>
                    </a:lnTo>
                    <a:lnTo>
                      <a:pt x="0" y="7"/>
                    </a:lnTo>
                    <a:lnTo>
                      <a:pt x="7" y="18"/>
                    </a:lnTo>
                    <a:lnTo>
                      <a:pt x="11" y="20"/>
                    </a:lnTo>
                    <a:lnTo>
                      <a:pt x="12" y="18"/>
                    </a:lnTo>
                    <a:lnTo>
                      <a:pt x="18" y="22"/>
                    </a:lnTo>
                    <a:lnTo>
                      <a:pt x="25" y="22"/>
                    </a:lnTo>
                    <a:lnTo>
                      <a:pt x="26" y="19"/>
                    </a:lnTo>
                    <a:lnTo>
                      <a:pt x="30" y="22"/>
                    </a:lnTo>
                    <a:lnTo>
                      <a:pt x="35" y="16"/>
                    </a:lnTo>
                    <a:lnTo>
                      <a:pt x="29" y="14"/>
                    </a:lnTo>
                    <a:lnTo>
                      <a:pt x="30" y="11"/>
                    </a:lnTo>
                    <a:lnTo>
                      <a:pt x="28" y="6"/>
                    </a:lnTo>
                    <a:lnTo>
                      <a:pt x="22" y="3"/>
                    </a:lnTo>
                    <a:lnTo>
                      <a:pt x="18" y="1"/>
                    </a:lnTo>
                    <a:lnTo>
                      <a:pt x="4"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55" name="Line 115"/>
              <p:cNvSpPr/>
              <p:nvPr/>
            </p:nvSpPr>
            <p:spPr>
              <a:xfrm>
                <a:off x="4986" y="1907"/>
                <a:ext cx="7" cy="4"/>
              </a:xfrm>
              <a:prstGeom prst="line">
                <a:avLst/>
              </a:prstGeom>
              <a:ln w="12700" cap="flat" cmpd="sng">
                <a:solidFill>
                  <a:schemeClr val="tx1"/>
                </a:solidFill>
                <a:prstDash val="solid"/>
                <a:headEnd type="none" w="med" len="med"/>
                <a:tailEnd type="none" w="med" len="med"/>
              </a:ln>
            </p:spPr>
          </p:sp>
          <p:sp>
            <p:nvSpPr>
              <p:cNvPr id="35956" name="Line 116"/>
              <p:cNvSpPr/>
              <p:nvPr/>
            </p:nvSpPr>
            <p:spPr>
              <a:xfrm>
                <a:off x="4991" y="1910"/>
                <a:ext cx="4" cy="2"/>
              </a:xfrm>
              <a:prstGeom prst="line">
                <a:avLst/>
              </a:prstGeom>
              <a:ln w="12700" cap="flat" cmpd="sng">
                <a:solidFill>
                  <a:schemeClr val="tx1"/>
                </a:solidFill>
                <a:prstDash val="solid"/>
                <a:headEnd type="none" w="med" len="med"/>
                <a:tailEnd type="none" w="med" len="med"/>
              </a:ln>
            </p:spPr>
          </p:sp>
          <p:sp>
            <p:nvSpPr>
              <p:cNvPr id="35957" name="Freeform 117"/>
              <p:cNvSpPr/>
              <p:nvPr/>
            </p:nvSpPr>
            <p:spPr>
              <a:xfrm>
                <a:off x="4973" y="1912"/>
                <a:ext cx="37" cy="29"/>
              </a:xfrm>
              <a:custGeom>
                <a:avLst/>
                <a:gdLst/>
                <a:ahLst/>
                <a:cxnLst>
                  <a:cxn ang="0">
                    <a:pos x="18" y="24"/>
                  </a:cxn>
                  <a:cxn ang="0">
                    <a:pos x="24" y="28"/>
                  </a:cxn>
                  <a:cxn ang="0">
                    <a:pos x="26" y="25"/>
                  </a:cxn>
                  <a:cxn ang="0">
                    <a:pos x="34" y="12"/>
                  </a:cxn>
                  <a:cxn ang="0">
                    <a:pos x="36" y="9"/>
                  </a:cxn>
                  <a:cxn ang="0">
                    <a:pos x="29" y="5"/>
                  </a:cxn>
                  <a:cxn ang="0">
                    <a:pos x="20" y="4"/>
                  </a:cxn>
                  <a:cxn ang="0">
                    <a:pos x="11" y="1"/>
                  </a:cxn>
                  <a:cxn ang="0">
                    <a:pos x="2" y="0"/>
                  </a:cxn>
                  <a:cxn ang="0">
                    <a:pos x="0" y="2"/>
                  </a:cxn>
                  <a:cxn ang="0">
                    <a:pos x="6" y="9"/>
                  </a:cxn>
                  <a:cxn ang="0">
                    <a:pos x="12" y="17"/>
                  </a:cxn>
                  <a:cxn ang="0">
                    <a:pos x="18" y="24"/>
                  </a:cxn>
                </a:cxnLst>
                <a:rect l="0" t="0" r="0" b="0"/>
                <a:pathLst>
                  <a:path w="37" h="29">
                    <a:moveTo>
                      <a:pt x="18" y="24"/>
                    </a:moveTo>
                    <a:lnTo>
                      <a:pt x="24" y="28"/>
                    </a:lnTo>
                    <a:lnTo>
                      <a:pt x="26" y="25"/>
                    </a:lnTo>
                    <a:lnTo>
                      <a:pt x="34" y="12"/>
                    </a:lnTo>
                    <a:lnTo>
                      <a:pt x="36" y="9"/>
                    </a:lnTo>
                    <a:lnTo>
                      <a:pt x="29" y="5"/>
                    </a:lnTo>
                    <a:lnTo>
                      <a:pt x="20" y="4"/>
                    </a:lnTo>
                    <a:lnTo>
                      <a:pt x="11" y="1"/>
                    </a:lnTo>
                    <a:lnTo>
                      <a:pt x="2" y="0"/>
                    </a:lnTo>
                    <a:lnTo>
                      <a:pt x="0" y="2"/>
                    </a:lnTo>
                    <a:lnTo>
                      <a:pt x="6" y="9"/>
                    </a:lnTo>
                    <a:lnTo>
                      <a:pt x="12" y="17"/>
                    </a:lnTo>
                    <a:lnTo>
                      <a:pt x="1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58" name="Freeform 118"/>
              <p:cNvSpPr/>
              <p:nvPr/>
            </p:nvSpPr>
            <p:spPr>
              <a:xfrm>
                <a:off x="4974" y="1902"/>
                <a:ext cx="30" cy="37"/>
              </a:xfrm>
              <a:custGeom>
                <a:avLst/>
                <a:gdLst/>
                <a:ahLst/>
                <a:cxnLst>
                  <a:cxn ang="0">
                    <a:pos x="6" y="0"/>
                  </a:cxn>
                  <a:cxn ang="0">
                    <a:pos x="29" y="27"/>
                  </a:cxn>
                  <a:cxn ang="0">
                    <a:pos x="22" y="36"/>
                  </a:cxn>
                  <a:cxn ang="0">
                    <a:pos x="0" y="8"/>
                  </a:cxn>
                  <a:cxn ang="0">
                    <a:pos x="6" y="0"/>
                  </a:cxn>
                </a:cxnLst>
                <a:rect l="0" t="0" r="0" b="0"/>
                <a:pathLst>
                  <a:path w="30" h="37">
                    <a:moveTo>
                      <a:pt x="6" y="0"/>
                    </a:moveTo>
                    <a:lnTo>
                      <a:pt x="29" y="27"/>
                    </a:lnTo>
                    <a:lnTo>
                      <a:pt x="22" y="36"/>
                    </a:lnTo>
                    <a:lnTo>
                      <a:pt x="0" y="8"/>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59" name="Freeform 119"/>
              <p:cNvSpPr/>
              <p:nvPr/>
            </p:nvSpPr>
            <p:spPr>
              <a:xfrm>
                <a:off x="4990" y="1921"/>
                <a:ext cx="33" cy="24"/>
              </a:xfrm>
              <a:custGeom>
                <a:avLst/>
                <a:gdLst/>
                <a:ahLst/>
                <a:cxnLst>
                  <a:cxn ang="0">
                    <a:pos x="0" y="2"/>
                  </a:cxn>
                  <a:cxn ang="0">
                    <a:pos x="2" y="8"/>
                  </a:cxn>
                  <a:cxn ang="0">
                    <a:pos x="1" y="10"/>
                  </a:cxn>
                  <a:cxn ang="0">
                    <a:pos x="2" y="14"/>
                  </a:cxn>
                  <a:cxn ang="0">
                    <a:pos x="5" y="20"/>
                  </a:cxn>
                  <a:cxn ang="0">
                    <a:pos x="10" y="23"/>
                  </a:cxn>
                  <a:cxn ang="0">
                    <a:pos x="11" y="20"/>
                  </a:cxn>
                  <a:cxn ang="0">
                    <a:pos x="16" y="23"/>
                  </a:cxn>
                  <a:cxn ang="0">
                    <a:pos x="21" y="21"/>
                  </a:cxn>
                  <a:cxn ang="0">
                    <a:pos x="23" y="18"/>
                  </a:cxn>
                  <a:cxn ang="0">
                    <a:pos x="30" y="18"/>
                  </a:cxn>
                  <a:cxn ang="0">
                    <a:pos x="32" y="16"/>
                  </a:cxn>
                  <a:cxn ang="0">
                    <a:pos x="27" y="14"/>
                  </a:cxn>
                  <a:cxn ang="0">
                    <a:pos x="29" y="12"/>
                  </a:cxn>
                  <a:cxn ang="0">
                    <a:pos x="26" y="6"/>
                  </a:cxn>
                  <a:cxn ang="0">
                    <a:pos x="21" y="4"/>
                  </a:cxn>
                  <a:cxn ang="0">
                    <a:pos x="17" y="1"/>
                  </a:cxn>
                  <a:cxn ang="0">
                    <a:pos x="13" y="0"/>
                  </a:cxn>
                  <a:cxn ang="0">
                    <a:pos x="7" y="0"/>
                  </a:cxn>
                  <a:cxn ang="0">
                    <a:pos x="5" y="2"/>
                  </a:cxn>
                  <a:cxn ang="0">
                    <a:pos x="1" y="0"/>
                  </a:cxn>
                  <a:cxn ang="0">
                    <a:pos x="0" y="2"/>
                  </a:cxn>
                </a:cxnLst>
                <a:rect l="0" t="0" r="0" b="0"/>
                <a:pathLst>
                  <a:path w="33" h="24">
                    <a:moveTo>
                      <a:pt x="0" y="2"/>
                    </a:moveTo>
                    <a:lnTo>
                      <a:pt x="2" y="8"/>
                    </a:lnTo>
                    <a:lnTo>
                      <a:pt x="1" y="10"/>
                    </a:lnTo>
                    <a:lnTo>
                      <a:pt x="2" y="14"/>
                    </a:lnTo>
                    <a:lnTo>
                      <a:pt x="5" y="20"/>
                    </a:lnTo>
                    <a:lnTo>
                      <a:pt x="10" y="23"/>
                    </a:lnTo>
                    <a:lnTo>
                      <a:pt x="11" y="20"/>
                    </a:lnTo>
                    <a:lnTo>
                      <a:pt x="16" y="23"/>
                    </a:lnTo>
                    <a:lnTo>
                      <a:pt x="21" y="21"/>
                    </a:lnTo>
                    <a:lnTo>
                      <a:pt x="23" y="18"/>
                    </a:lnTo>
                    <a:lnTo>
                      <a:pt x="30" y="18"/>
                    </a:lnTo>
                    <a:lnTo>
                      <a:pt x="32" y="16"/>
                    </a:lnTo>
                    <a:lnTo>
                      <a:pt x="27" y="14"/>
                    </a:lnTo>
                    <a:lnTo>
                      <a:pt x="29" y="12"/>
                    </a:lnTo>
                    <a:lnTo>
                      <a:pt x="26" y="6"/>
                    </a:lnTo>
                    <a:lnTo>
                      <a:pt x="21" y="4"/>
                    </a:lnTo>
                    <a:lnTo>
                      <a:pt x="17" y="1"/>
                    </a:lnTo>
                    <a:lnTo>
                      <a:pt x="13" y="0"/>
                    </a:lnTo>
                    <a:lnTo>
                      <a:pt x="7" y="0"/>
                    </a:lnTo>
                    <a:lnTo>
                      <a:pt x="5" y="2"/>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60" name="Line 120"/>
              <p:cNvSpPr/>
              <p:nvPr/>
            </p:nvSpPr>
            <p:spPr>
              <a:xfrm>
                <a:off x="5011" y="1932"/>
                <a:ext cx="4" cy="1"/>
              </a:xfrm>
              <a:prstGeom prst="line">
                <a:avLst/>
              </a:prstGeom>
              <a:ln w="12700" cap="flat" cmpd="sng">
                <a:solidFill>
                  <a:schemeClr val="tx1"/>
                </a:solidFill>
                <a:prstDash val="solid"/>
                <a:headEnd type="none" w="med" len="med"/>
                <a:tailEnd type="none" w="med" len="med"/>
              </a:ln>
            </p:spPr>
          </p:sp>
          <p:sp>
            <p:nvSpPr>
              <p:cNvPr id="35961" name="Line 121"/>
              <p:cNvSpPr/>
              <p:nvPr/>
            </p:nvSpPr>
            <p:spPr>
              <a:xfrm>
                <a:off x="5014" y="1930"/>
                <a:ext cx="6" cy="3"/>
              </a:xfrm>
              <a:prstGeom prst="line">
                <a:avLst/>
              </a:prstGeom>
              <a:ln w="12700" cap="flat" cmpd="sng">
                <a:solidFill>
                  <a:schemeClr val="tx1"/>
                </a:solidFill>
                <a:prstDash val="solid"/>
                <a:headEnd type="none" w="med" len="med"/>
                <a:tailEnd type="none" w="med" len="med"/>
              </a:ln>
            </p:spPr>
          </p:sp>
          <p:sp>
            <p:nvSpPr>
              <p:cNvPr id="35962" name="Freeform 122"/>
              <p:cNvSpPr/>
              <p:nvPr/>
            </p:nvSpPr>
            <p:spPr>
              <a:xfrm>
                <a:off x="4997" y="1929"/>
                <a:ext cx="38" cy="30"/>
              </a:xfrm>
              <a:custGeom>
                <a:avLst/>
                <a:gdLst/>
                <a:ahLst/>
                <a:cxnLst>
                  <a:cxn ang="0">
                    <a:pos x="17" y="23"/>
                  </a:cxn>
                  <a:cxn ang="0">
                    <a:pos x="26" y="29"/>
                  </a:cxn>
                  <a:cxn ang="0">
                    <a:pos x="27" y="24"/>
                  </a:cxn>
                  <a:cxn ang="0">
                    <a:pos x="34" y="11"/>
                  </a:cxn>
                  <a:cxn ang="0">
                    <a:pos x="37" y="8"/>
                  </a:cxn>
                  <a:cxn ang="0">
                    <a:pos x="28" y="4"/>
                  </a:cxn>
                  <a:cxn ang="0">
                    <a:pos x="21" y="0"/>
                  </a:cxn>
                  <a:cxn ang="0">
                    <a:pos x="10" y="1"/>
                  </a:cxn>
                  <a:cxn ang="0">
                    <a:pos x="1" y="0"/>
                  </a:cxn>
                  <a:cxn ang="0">
                    <a:pos x="0" y="2"/>
                  </a:cxn>
                  <a:cxn ang="0">
                    <a:pos x="6" y="7"/>
                  </a:cxn>
                  <a:cxn ang="0">
                    <a:pos x="5" y="11"/>
                  </a:cxn>
                  <a:cxn ang="0">
                    <a:pos x="10" y="18"/>
                  </a:cxn>
                  <a:cxn ang="0">
                    <a:pos x="17" y="23"/>
                  </a:cxn>
                </a:cxnLst>
                <a:rect l="0" t="0" r="0" b="0"/>
                <a:pathLst>
                  <a:path w="38" h="30">
                    <a:moveTo>
                      <a:pt x="17" y="23"/>
                    </a:moveTo>
                    <a:lnTo>
                      <a:pt x="26" y="29"/>
                    </a:lnTo>
                    <a:lnTo>
                      <a:pt x="27" y="24"/>
                    </a:lnTo>
                    <a:lnTo>
                      <a:pt x="34" y="11"/>
                    </a:lnTo>
                    <a:lnTo>
                      <a:pt x="37" y="8"/>
                    </a:lnTo>
                    <a:lnTo>
                      <a:pt x="28" y="4"/>
                    </a:lnTo>
                    <a:lnTo>
                      <a:pt x="21" y="0"/>
                    </a:lnTo>
                    <a:lnTo>
                      <a:pt x="10" y="1"/>
                    </a:lnTo>
                    <a:lnTo>
                      <a:pt x="1" y="0"/>
                    </a:lnTo>
                    <a:lnTo>
                      <a:pt x="0" y="2"/>
                    </a:lnTo>
                    <a:lnTo>
                      <a:pt x="6" y="7"/>
                    </a:lnTo>
                    <a:lnTo>
                      <a:pt x="5" y="11"/>
                    </a:lnTo>
                    <a:lnTo>
                      <a:pt x="10" y="18"/>
                    </a:lnTo>
                    <a:lnTo>
                      <a:pt x="17"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63" name="Freeform 123"/>
              <p:cNvSpPr/>
              <p:nvPr/>
            </p:nvSpPr>
            <p:spPr>
              <a:xfrm>
                <a:off x="4999" y="1926"/>
                <a:ext cx="31" cy="35"/>
              </a:xfrm>
              <a:custGeom>
                <a:avLst/>
                <a:gdLst/>
                <a:ahLst/>
                <a:cxnLst>
                  <a:cxn ang="0">
                    <a:pos x="6" y="1"/>
                  </a:cxn>
                  <a:cxn ang="0">
                    <a:pos x="30" y="25"/>
                  </a:cxn>
                  <a:cxn ang="0">
                    <a:pos x="23" y="34"/>
                  </a:cxn>
                  <a:cxn ang="0">
                    <a:pos x="0" y="8"/>
                  </a:cxn>
                  <a:cxn ang="0">
                    <a:pos x="6" y="0"/>
                  </a:cxn>
                  <a:cxn ang="0">
                    <a:pos x="6" y="1"/>
                  </a:cxn>
                </a:cxnLst>
                <a:rect l="0" t="0" r="0" b="0"/>
                <a:pathLst>
                  <a:path w="31" h="35">
                    <a:moveTo>
                      <a:pt x="6" y="1"/>
                    </a:moveTo>
                    <a:lnTo>
                      <a:pt x="30" y="25"/>
                    </a:lnTo>
                    <a:lnTo>
                      <a:pt x="23" y="34"/>
                    </a:lnTo>
                    <a:lnTo>
                      <a:pt x="0" y="8"/>
                    </a:lnTo>
                    <a:lnTo>
                      <a:pt x="6" y="0"/>
                    </a:lnTo>
                    <a:lnTo>
                      <a:pt x="6"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64" name="Freeform 124"/>
              <p:cNvSpPr/>
              <p:nvPr/>
            </p:nvSpPr>
            <p:spPr>
              <a:xfrm>
                <a:off x="5012" y="1944"/>
                <a:ext cx="31" cy="25"/>
              </a:xfrm>
              <a:custGeom>
                <a:avLst/>
                <a:gdLst/>
                <a:ahLst/>
                <a:cxnLst>
                  <a:cxn ang="0">
                    <a:pos x="0" y="2"/>
                  </a:cxn>
                  <a:cxn ang="0">
                    <a:pos x="2" y="8"/>
                  </a:cxn>
                  <a:cxn ang="0">
                    <a:pos x="0" y="11"/>
                  </a:cxn>
                  <a:cxn ang="0">
                    <a:pos x="2" y="16"/>
                  </a:cxn>
                  <a:cxn ang="0">
                    <a:pos x="6" y="19"/>
                  </a:cxn>
                  <a:cxn ang="0">
                    <a:pos x="10" y="21"/>
                  </a:cxn>
                  <a:cxn ang="0">
                    <a:pos x="16" y="24"/>
                  </a:cxn>
                  <a:cxn ang="0">
                    <a:pos x="21" y="24"/>
                  </a:cxn>
                  <a:cxn ang="0">
                    <a:pos x="23" y="21"/>
                  </a:cxn>
                  <a:cxn ang="0">
                    <a:pos x="28" y="21"/>
                  </a:cxn>
                  <a:cxn ang="0">
                    <a:pos x="30" y="18"/>
                  </a:cxn>
                  <a:cxn ang="0">
                    <a:pos x="27" y="12"/>
                  </a:cxn>
                  <a:cxn ang="0">
                    <a:pos x="25" y="8"/>
                  </a:cxn>
                  <a:cxn ang="0">
                    <a:pos x="21" y="5"/>
                  </a:cxn>
                  <a:cxn ang="0">
                    <a:pos x="23" y="2"/>
                  </a:cxn>
                  <a:cxn ang="0">
                    <a:pos x="19" y="0"/>
                  </a:cxn>
                  <a:cxn ang="0">
                    <a:pos x="12" y="0"/>
                  </a:cxn>
                  <a:cxn ang="0">
                    <a:pos x="6" y="0"/>
                  </a:cxn>
                  <a:cxn ang="0">
                    <a:pos x="1" y="0"/>
                  </a:cxn>
                  <a:cxn ang="0">
                    <a:pos x="0" y="2"/>
                  </a:cxn>
                </a:cxnLst>
                <a:rect l="0" t="0" r="0" b="0"/>
                <a:pathLst>
                  <a:path w="31" h="25">
                    <a:moveTo>
                      <a:pt x="0" y="2"/>
                    </a:moveTo>
                    <a:lnTo>
                      <a:pt x="2" y="8"/>
                    </a:lnTo>
                    <a:lnTo>
                      <a:pt x="0" y="11"/>
                    </a:lnTo>
                    <a:lnTo>
                      <a:pt x="2" y="16"/>
                    </a:lnTo>
                    <a:lnTo>
                      <a:pt x="6" y="19"/>
                    </a:lnTo>
                    <a:lnTo>
                      <a:pt x="10" y="21"/>
                    </a:lnTo>
                    <a:lnTo>
                      <a:pt x="16" y="24"/>
                    </a:lnTo>
                    <a:lnTo>
                      <a:pt x="21" y="24"/>
                    </a:lnTo>
                    <a:lnTo>
                      <a:pt x="23" y="21"/>
                    </a:lnTo>
                    <a:lnTo>
                      <a:pt x="28" y="21"/>
                    </a:lnTo>
                    <a:lnTo>
                      <a:pt x="30" y="18"/>
                    </a:lnTo>
                    <a:lnTo>
                      <a:pt x="27" y="12"/>
                    </a:lnTo>
                    <a:lnTo>
                      <a:pt x="25" y="8"/>
                    </a:lnTo>
                    <a:lnTo>
                      <a:pt x="21" y="5"/>
                    </a:lnTo>
                    <a:lnTo>
                      <a:pt x="23" y="2"/>
                    </a:lnTo>
                    <a:lnTo>
                      <a:pt x="19" y="0"/>
                    </a:lnTo>
                    <a:lnTo>
                      <a:pt x="12" y="0"/>
                    </a:lnTo>
                    <a:lnTo>
                      <a:pt x="6" y="0"/>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65" name="Line 125"/>
              <p:cNvSpPr/>
              <p:nvPr/>
            </p:nvSpPr>
            <p:spPr>
              <a:xfrm>
                <a:off x="5015" y="1956"/>
                <a:ext cx="7" cy="0"/>
              </a:xfrm>
              <a:prstGeom prst="line">
                <a:avLst/>
              </a:prstGeom>
              <a:ln w="12700" cap="flat" cmpd="sng">
                <a:solidFill>
                  <a:schemeClr val="tx1"/>
                </a:solidFill>
                <a:prstDash val="solid"/>
                <a:headEnd type="none" w="med" len="med"/>
                <a:tailEnd type="none" w="med" len="med"/>
              </a:ln>
            </p:spPr>
          </p:sp>
          <p:sp>
            <p:nvSpPr>
              <p:cNvPr id="35966" name="Line 126"/>
              <p:cNvSpPr/>
              <p:nvPr/>
            </p:nvSpPr>
            <p:spPr>
              <a:xfrm>
                <a:off x="5019" y="1951"/>
                <a:ext cx="4" cy="3"/>
              </a:xfrm>
              <a:prstGeom prst="line">
                <a:avLst/>
              </a:prstGeom>
              <a:ln w="12700" cap="flat" cmpd="sng">
                <a:solidFill>
                  <a:schemeClr val="tx1"/>
                </a:solidFill>
                <a:prstDash val="solid"/>
                <a:headEnd type="none" w="med" len="med"/>
                <a:tailEnd type="none" w="med" len="med"/>
              </a:ln>
            </p:spPr>
          </p:sp>
          <p:sp>
            <p:nvSpPr>
              <p:cNvPr id="35967" name="Freeform 127"/>
              <p:cNvSpPr/>
              <p:nvPr/>
            </p:nvSpPr>
            <p:spPr>
              <a:xfrm>
                <a:off x="5003" y="1953"/>
                <a:ext cx="36" cy="27"/>
              </a:xfrm>
              <a:custGeom>
                <a:avLst/>
                <a:gdLst/>
                <a:ahLst/>
                <a:cxnLst>
                  <a:cxn ang="0">
                    <a:pos x="19" y="26"/>
                  </a:cxn>
                  <a:cxn ang="0">
                    <a:pos x="26" y="26"/>
                  </a:cxn>
                  <a:cxn ang="0">
                    <a:pos x="35" y="13"/>
                  </a:cxn>
                  <a:cxn ang="0">
                    <a:pos x="30" y="6"/>
                  </a:cxn>
                  <a:cxn ang="0">
                    <a:pos x="25" y="2"/>
                  </a:cxn>
                  <a:cxn ang="0">
                    <a:pos x="19" y="0"/>
                  </a:cxn>
                  <a:cxn ang="0">
                    <a:pos x="11" y="0"/>
                  </a:cxn>
                  <a:cxn ang="0">
                    <a:pos x="9" y="2"/>
                  </a:cxn>
                  <a:cxn ang="0">
                    <a:pos x="4" y="0"/>
                  </a:cxn>
                  <a:cxn ang="0">
                    <a:pos x="0" y="5"/>
                  </a:cxn>
                  <a:cxn ang="0">
                    <a:pos x="5" y="9"/>
                  </a:cxn>
                  <a:cxn ang="0">
                    <a:pos x="4" y="12"/>
                  </a:cxn>
                  <a:cxn ang="0">
                    <a:pos x="7" y="19"/>
                  </a:cxn>
                  <a:cxn ang="0">
                    <a:pos x="12" y="21"/>
                  </a:cxn>
                  <a:cxn ang="0">
                    <a:pos x="19" y="26"/>
                  </a:cxn>
                </a:cxnLst>
                <a:rect l="0" t="0" r="0" b="0"/>
                <a:pathLst>
                  <a:path w="36" h="27">
                    <a:moveTo>
                      <a:pt x="19" y="26"/>
                    </a:moveTo>
                    <a:lnTo>
                      <a:pt x="26" y="26"/>
                    </a:lnTo>
                    <a:lnTo>
                      <a:pt x="35" y="13"/>
                    </a:lnTo>
                    <a:lnTo>
                      <a:pt x="30" y="6"/>
                    </a:lnTo>
                    <a:lnTo>
                      <a:pt x="25" y="2"/>
                    </a:lnTo>
                    <a:lnTo>
                      <a:pt x="19" y="0"/>
                    </a:lnTo>
                    <a:lnTo>
                      <a:pt x="11" y="0"/>
                    </a:lnTo>
                    <a:lnTo>
                      <a:pt x="9" y="2"/>
                    </a:lnTo>
                    <a:lnTo>
                      <a:pt x="4" y="0"/>
                    </a:lnTo>
                    <a:lnTo>
                      <a:pt x="0" y="5"/>
                    </a:lnTo>
                    <a:lnTo>
                      <a:pt x="5" y="9"/>
                    </a:lnTo>
                    <a:lnTo>
                      <a:pt x="4" y="12"/>
                    </a:lnTo>
                    <a:lnTo>
                      <a:pt x="7" y="19"/>
                    </a:lnTo>
                    <a:lnTo>
                      <a:pt x="12" y="21"/>
                    </a:lnTo>
                    <a:lnTo>
                      <a:pt x="19" y="2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68" name="Freeform 128"/>
              <p:cNvSpPr/>
              <p:nvPr/>
            </p:nvSpPr>
            <p:spPr>
              <a:xfrm>
                <a:off x="5005" y="1947"/>
                <a:ext cx="29" cy="37"/>
              </a:xfrm>
              <a:custGeom>
                <a:avLst/>
                <a:gdLst/>
                <a:ahLst/>
                <a:cxnLst>
                  <a:cxn ang="0">
                    <a:pos x="7" y="1"/>
                  </a:cxn>
                  <a:cxn ang="0">
                    <a:pos x="28" y="27"/>
                  </a:cxn>
                  <a:cxn ang="0">
                    <a:pos x="21" y="36"/>
                  </a:cxn>
                  <a:cxn ang="0">
                    <a:pos x="0" y="8"/>
                  </a:cxn>
                  <a:cxn ang="0">
                    <a:pos x="7" y="0"/>
                  </a:cxn>
                  <a:cxn ang="0">
                    <a:pos x="7" y="1"/>
                  </a:cxn>
                </a:cxnLst>
                <a:rect l="0" t="0" r="0" b="0"/>
                <a:pathLst>
                  <a:path w="29" h="37">
                    <a:moveTo>
                      <a:pt x="7" y="1"/>
                    </a:moveTo>
                    <a:lnTo>
                      <a:pt x="28" y="27"/>
                    </a:lnTo>
                    <a:lnTo>
                      <a:pt x="21" y="36"/>
                    </a:lnTo>
                    <a:lnTo>
                      <a:pt x="0" y="8"/>
                    </a:lnTo>
                    <a:lnTo>
                      <a:pt x="7" y="0"/>
                    </a:lnTo>
                    <a:lnTo>
                      <a:pt x="7"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69" name="Freeform 129"/>
              <p:cNvSpPr/>
              <p:nvPr/>
            </p:nvSpPr>
            <p:spPr>
              <a:xfrm>
                <a:off x="5017" y="1967"/>
                <a:ext cx="31" cy="25"/>
              </a:xfrm>
              <a:custGeom>
                <a:avLst/>
                <a:gdLst/>
                <a:ahLst/>
                <a:cxnLst>
                  <a:cxn ang="0">
                    <a:pos x="1" y="1"/>
                  </a:cxn>
                  <a:cxn ang="0">
                    <a:pos x="0" y="4"/>
                  </a:cxn>
                  <a:cxn ang="0">
                    <a:pos x="1" y="8"/>
                  </a:cxn>
                  <a:cxn ang="0">
                    <a:pos x="0" y="11"/>
                  </a:cxn>
                  <a:cxn ang="0">
                    <a:pos x="2" y="16"/>
                  </a:cxn>
                  <a:cxn ang="0">
                    <a:pos x="7" y="19"/>
                  </a:cxn>
                  <a:cxn ang="0">
                    <a:pos x="10" y="21"/>
                  </a:cxn>
                  <a:cxn ang="0">
                    <a:pos x="14" y="24"/>
                  </a:cxn>
                  <a:cxn ang="0">
                    <a:pos x="20" y="24"/>
                  </a:cxn>
                  <a:cxn ang="0">
                    <a:pos x="21" y="21"/>
                  </a:cxn>
                  <a:cxn ang="0">
                    <a:pos x="27" y="19"/>
                  </a:cxn>
                  <a:cxn ang="0">
                    <a:pos x="30" y="18"/>
                  </a:cxn>
                  <a:cxn ang="0">
                    <a:pos x="27" y="12"/>
                  </a:cxn>
                  <a:cxn ang="0">
                    <a:pos x="24" y="7"/>
                  </a:cxn>
                  <a:cxn ang="0">
                    <a:pos x="22" y="2"/>
                  </a:cxn>
                  <a:cxn ang="0">
                    <a:pos x="18" y="0"/>
                  </a:cxn>
                  <a:cxn ang="0">
                    <a:pos x="17" y="2"/>
                  </a:cxn>
                  <a:cxn ang="0">
                    <a:pos x="12" y="0"/>
                  </a:cxn>
                  <a:cxn ang="0">
                    <a:pos x="7" y="0"/>
                  </a:cxn>
                  <a:cxn ang="0">
                    <a:pos x="1" y="1"/>
                  </a:cxn>
                </a:cxnLst>
                <a:rect l="0" t="0" r="0" b="0"/>
                <a:pathLst>
                  <a:path w="31" h="25">
                    <a:moveTo>
                      <a:pt x="1" y="1"/>
                    </a:moveTo>
                    <a:lnTo>
                      <a:pt x="0" y="4"/>
                    </a:lnTo>
                    <a:lnTo>
                      <a:pt x="1" y="8"/>
                    </a:lnTo>
                    <a:lnTo>
                      <a:pt x="0" y="11"/>
                    </a:lnTo>
                    <a:lnTo>
                      <a:pt x="2" y="16"/>
                    </a:lnTo>
                    <a:lnTo>
                      <a:pt x="7" y="19"/>
                    </a:lnTo>
                    <a:lnTo>
                      <a:pt x="10" y="21"/>
                    </a:lnTo>
                    <a:lnTo>
                      <a:pt x="14" y="24"/>
                    </a:lnTo>
                    <a:lnTo>
                      <a:pt x="20" y="24"/>
                    </a:lnTo>
                    <a:lnTo>
                      <a:pt x="21" y="21"/>
                    </a:lnTo>
                    <a:lnTo>
                      <a:pt x="27" y="19"/>
                    </a:lnTo>
                    <a:lnTo>
                      <a:pt x="30" y="18"/>
                    </a:lnTo>
                    <a:lnTo>
                      <a:pt x="27" y="12"/>
                    </a:lnTo>
                    <a:lnTo>
                      <a:pt x="24" y="7"/>
                    </a:lnTo>
                    <a:lnTo>
                      <a:pt x="22" y="2"/>
                    </a:lnTo>
                    <a:lnTo>
                      <a:pt x="18" y="0"/>
                    </a:lnTo>
                    <a:lnTo>
                      <a:pt x="17" y="2"/>
                    </a:lnTo>
                    <a:lnTo>
                      <a:pt x="12" y="0"/>
                    </a:lnTo>
                    <a:lnTo>
                      <a:pt x="7" y="0"/>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70" name="Line 130"/>
              <p:cNvSpPr/>
              <p:nvPr/>
            </p:nvSpPr>
            <p:spPr>
              <a:xfrm>
                <a:off x="4995" y="1959"/>
                <a:ext cx="8" cy="3"/>
              </a:xfrm>
              <a:prstGeom prst="line">
                <a:avLst/>
              </a:prstGeom>
              <a:ln w="12700" cap="flat" cmpd="sng">
                <a:solidFill>
                  <a:schemeClr val="tx1"/>
                </a:solidFill>
                <a:prstDash val="solid"/>
                <a:headEnd type="none" w="med" len="med"/>
                <a:tailEnd type="none" w="med" len="med"/>
              </a:ln>
            </p:spPr>
          </p:sp>
          <p:sp>
            <p:nvSpPr>
              <p:cNvPr id="35971" name="Line 131"/>
              <p:cNvSpPr/>
              <p:nvPr/>
            </p:nvSpPr>
            <p:spPr>
              <a:xfrm>
                <a:off x="4997" y="1958"/>
                <a:ext cx="2" cy="2"/>
              </a:xfrm>
              <a:prstGeom prst="line">
                <a:avLst/>
              </a:prstGeom>
              <a:ln w="12700" cap="flat" cmpd="sng">
                <a:solidFill>
                  <a:schemeClr val="tx1"/>
                </a:solidFill>
                <a:prstDash val="solid"/>
                <a:headEnd type="none" w="med" len="med"/>
                <a:tailEnd type="none" w="med" len="med"/>
              </a:ln>
            </p:spPr>
          </p:sp>
          <p:sp>
            <p:nvSpPr>
              <p:cNvPr id="35972" name="Freeform 132"/>
              <p:cNvSpPr/>
              <p:nvPr/>
            </p:nvSpPr>
            <p:spPr>
              <a:xfrm>
                <a:off x="4987" y="1959"/>
                <a:ext cx="37" cy="29"/>
              </a:xfrm>
              <a:custGeom>
                <a:avLst/>
                <a:gdLst/>
                <a:ahLst/>
                <a:cxnLst>
                  <a:cxn ang="0">
                    <a:pos x="12" y="25"/>
                  </a:cxn>
                  <a:cxn ang="0">
                    <a:pos x="18" y="28"/>
                  </a:cxn>
                  <a:cxn ang="0">
                    <a:pos x="20" y="25"/>
                  </a:cxn>
                  <a:cxn ang="0">
                    <a:pos x="28" y="26"/>
                  </a:cxn>
                  <a:cxn ang="0">
                    <a:pos x="36" y="15"/>
                  </a:cxn>
                  <a:cxn ang="0">
                    <a:pos x="30" y="9"/>
                  </a:cxn>
                  <a:cxn ang="0">
                    <a:pos x="24" y="5"/>
                  </a:cxn>
                  <a:cxn ang="0">
                    <a:pos x="17" y="1"/>
                  </a:cxn>
                  <a:cxn ang="0">
                    <a:pos x="10" y="1"/>
                  </a:cxn>
                  <a:cxn ang="0">
                    <a:pos x="8" y="4"/>
                  </a:cxn>
                  <a:cxn ang="0">
                    <a:pos x="1" y="0"/>
                  </a:cxn>
                  <a:cxn ang="0">
                    <a:pos x="0" y="2"/>
                  </a:cxn>
                  <a:cxn ang="0">
                    <a:pos x="4" y="8"/>
                  </a:cxn>
                  <a:cxn ang="0">
                    <a:pos x="2" y="11"/>
                  </a:cxn>
                  <a:cxn ang="0">
                    <a:pos x="7" y="18"/>
                  </a:cxn>
                  <a:cxn ang="0">
                    <a:pos x="12" y="25"/>
                  </a:cxn>
                </a:cxnLst>
                <a:rect l="0" t="0" r="0" b="0"/>
                <a:pathLst>
                  <a:path w="37" h="29">
                    <a:moveTo>
                      <a:pt x="12" y="25"/>
                    </a:moveTo>
                    <a:lnTo>
                      <a:pt x="18" y="28"/>
                    </a:lnTo>
                    <a:lnTo>
                      <a:pt x="20" y="25"/>
                    </a:lnTo>
                    <a:lnTo>
                      <a:pt x="28" y="26"/>
                    </a:lnTo>
                    <a:lnTo>
                      <a:pt x="36" y="15"/>
                    </a:lnTo>
                    <a:lnTo>
                      <a:pt x="30" y="9"/>
                    </a:lnTo>
                    <a:lnTo>
                      <a:pt x="24" y="5"/>
                    </a:lnTo>
                    <a:lnTo>
                      <a:pt x="17" y="1"/>
                    </a:lnTo>
                    <a:lnTo>
                      <a:pt x="10" y="1"/>
                    </a:lnTo>
                    <a:lnTo>
                      <a:pt x="8" y="4"/>
                    </a:lnTo>
                    <a:lnTo>
                      <a:pt x="1" y="0"/>
                    </a:lnTo>
                    <a:lnTo>
                      <a:pt x="0" y="2"/>
                    </a:lnTo>
                    <a:lnTo>
                      <a:pt x="4" y="8"/>
                    </a:lnTo>
                    <a:lnTo>
                      <a:pt x="2" y="11"/>
                    </a:lnTo>
                    <a:lnTo>
                      <a:pt x="7" y="18"/>
                    </a:lnTo>
                    <a:lnTo>
                      <a:pt x="12"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73" name="Freeform 133"/>
              <p:cNvSpPr/>
              <p:nvPr/>
            </p:nvSpPr>
            <p:spPr>
              <a:xfrm>
                <a:off x="4984" y="1952"/>
                <a:ext cx="29" cy="34"/>
              </a:xfrm>
              <a:custGeom>
                <a:avLst/>
                <a:gdLst/>
                <a:ahLst/>
                <a:cxnLst>
                  <a:cxn ang="0">
                    <a:pos x="7" y="0"/>
                  </a:cxn>
                  <a:cxn ang="0">
                    <a:pos x="28" y="26"/>
                  </a:cxn>
                  <a:cxn ang="0">
                    <a:pos x="21" y="33"/>
                  </a:cxn>
                  <a:cxn ang="0">
                    <a:pos x="0" y="6"/>
                  </a:cxn>
                  <a:cxn ang="0">
                    <a:pos x="7" y="0"/>
                  </a:cxn>
                </a:cxnLst>
                <a:rect l="0" t="0" r="0" b="0"/>
                <a:pathLst>
                  <a:path w="29" h="34">
                    <a:moveTo>
                      <a:pt x="7" y="0"/>
                    </a:moveTo>
                    <a:lnTo>
                      <a:pt x="28" y="26"/>
                    </a:lnTo>
                    <a:lnTo>
                      <a:pt x="21" y="33"/>
                    </a:lnTo>
                    <a:lnTo>
                      <a:pt x="0" y="6"/>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74" name="Freeform 134"/>
              <p:cNvSpPr/>
              <p:nvPr/>
            </p:nvSpPr>
            <p:spPr>
              <a:xfrm>
                <a:off x="4997" y="1967"/>
                <a:ext cx="32" cy="26"/>
              </a:xfrm>
              <a:custGeom>
                <a:avLst/>
                <a:gdLst/>
                <a:ahLst/>
                <a:cxnLst>
                  <a:cxn ang="0">
                    <a:pos x="0" y="4"/>
                  </a:cxn>
                  <a:cxn ang="0">
                    <a:pos x="2" y="9"/>
                  </a:cxn>
                  <a:cxn ang="0">
                    <a:pos x="5" y="16"/>
                  </a:cxn>
                  <a:cxn ang="0">
                    <a:pos x="8" y="22"/>
                  </a:cxn>
                  <a:cxn ang="0">
                    <a:pos x="12" y="25"/>
                  </a:cxn>
                  <a:cxn ang="0">
                    <a:pos x="17" y="23"/>
                  </a:cxn>
                  <a:cxn ang="0">
                    <a:pos x="22" y="23"/>
                  </a:cxn>
                  <a:cxn ang="0">
                    <a:pos x="29" y="22"/>
                  </a:cxn>
                  <a:cxn ang="0">
                    <a:pos x="31" y="19"/>
                  </a:cxn>
                  <a:cxn ang="0">
                    <a:pos x="26" y="16"/>
                  </a:cxn>
                  <a:cxn ang="0">
                    <a:pos x="29" y="13"/>
                  </a:cxn>
                  <a:cxn ang="0">
                    <a:pos x="26" y="8"/>
                  </a:cxn>
                  <a:cxn ang="0">
                    <a:pos x="22" y="5"/>
                  </a:cxn>
                  <a:cxn ang="0">
                    <a:pos x="18" y="2"/>
                  </a:cxn>
                  <a:cxn ang="0">
                    <a:pos x="14" y="0"/>
                  </a:cxn>
                  <a:cxn ang="0">
                    <a:pos x="8" y="1"/>
                  </a:cxn>
                  <a:cxn ang="0">
                    <a:pos x="6" y="4"/>
                  </a:cxn>
                  <a:cxn ang="0">
                    <a:pos x="2" y="1"/>
                  </a:cxn>
                  <a:cxn ang="0">
                    <a:pos x="0" y="4"/>
                  </a:cxn>
                </a:cxnLst>
                <a:rect l="0" t="0" r="0" b="0"/>
                <a:pathLst>
                  <a:path w="32" h="26">
                    <a:moveTo>
                      <a:pt x="0" y="4"/>
                    </a:moveTo>
                    <a:lnTo>
                      <a:pt x="2" y="9"/>
                    </a:lnTo>
                    <a:lnTo>
                      <a:pt x="5" y="16"/>
                    </a:lnTo>
                    <a:lnTo>
                      <a:pt x="8" y="22"/>
                    </a:lnTo>
                    <a:lnTo>
                      <a:pt x="12" y="25"/>
                    </a:lnTo>
                    <a:lnTo>
                      <a:pt x="17" y="23"/>
                    </a:lnTo>
                    <a:lnTo>
                      <a:pt x="22" y="23"/>
                    </a:lnTo>
                    <a:lnTo>
                      <a:pt x="29" y="22"/>
                    </a:lnTo>
                    <a:lnTo>
                      <a:pt x="31" y="19"/>
                    </a:lnTo>
                    <a:lnTo>
                      <a:pt x="26" y="16"/>
                    </a:lnTo>
                    <a:lnTo>
                      <a:pt x="29" y="13"/>
                    </a:lnTo>
                    <a:lnTo>
                      <a:pt x="26" y="8"/>
                    </a:lnTo>
                    <a:lnTo>
                      <a:pt x="22" y="5"/>
                    </a:lnTo>
                    <a:lnTo>
                      <a:pt x="18" y="2"/>
                    </a:lnTo>
                    <a:lnTo>
                      <a:pt x="14" y="0"/>
                    </a:lnTo>
                    <a:lnTo>
                      <a:pt x="8" y="1"/>
                    </a:lnTo>
                    <a:lnTo>
                      <a:pt x="6" y="4"/>
                    </a:lnTo>
                    <a:lnTo>
                      <a:pt x="2" y="1"/>
                    </a:lnTo>
                    <a:lnTo>
                      <a:pt x="0"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75" name="Line 135"/>
              <p:cNvSpPr/>
              <p:nvPr/>
            </p:nvSpPr>
            <p:spPr>
              <a:xfrm>
                <a:off x="4964" y="1948"/>
                <a:ext cx="6" cy="6"/>
              </a:xfrm>
              <a:prstGeom prst="line">
                <a:avLst/>
              </a:prstGeom>
              <a:ln w="12700" cap="flat" cmpd="sng">
                <a:solidFill>
                  <a:schemeClr val="tx1"/>
                </a:solidFill>
                <a:prstDash val="solid"/>
                <a:headEnd type="none" w="med" len="med"/>
                <a:tailEnd type="none" w="med" len="med"/>
              </a:ln>
            </p:spPr>
          </p:sp>
          <p:sp>
            <p:nvSpPr>
              <p:cNvPr id="35976" name="Line 136"/>
              <p:cNvSpPr/>
              <p:nvPr/>
            </p:nvSpPr>
            <p:spPr>
              <a:xfrm>
                <a:off x="4967" y="1947"/>
                <a:ext cx="4" cy="1"/>
              </a:xfrm>
              <a:prstGeom prst="line">
                <a:avLst/>
              </a:prstGeom>
              <a:ln w="12700" cap="flat" cmpd="sng">
                <a:solidFill>
                  <a:schemeClr val="tx1"/>
                </a:solidFill>
                <a:prstDash val="solid"/>
                <a:headEnd type="none" w="med" len="med"/>
                <a:tailEnd type="none" w="med" len="med"/>
              </a:ln>
            </p:spPr>
          </p:sp>
          <p:sp>
            <p:nvSpPr>
              <p:cNvPr id="35977" name="Freeform 137"/>
              <p:cNvSpPr/>
              <p:nvPr/>
            </p:nvSpPr>
            <p:spPr>
              <a:xfrm>
                <a:off x="4947" y="1948"/>
                <a:ext cx="38" cy="28"/>
              </a:xfrm>
              <a:custGeom>
                <a:avLst/>
                <a:gdLst/>
                <a:ahLst/>
                <a:cxnLst>
                  <a:cxn ang="0">
                    <a:pos x="19" y="25"/>
                  </a:cxn>
                  <a:cxn ang="0">
                    <a:pos x="21" y="22"/>
                  </a:cxn>
                  <a:cxn ang="0">
                    <a:pos x="28" y="27"/>
                  </a:cxn>
                  <a:cxn ang="0">
                    <a:pos x="37" y="13"/>
                  </a:cxn>
                  <a:cxn ang="0">
                    <a:pos x="29" y="9"/>
                  </a:cxn>
                  <a:cxn ang="0">
                    <a:pos x="31" y="6"/>
                  </a:cxn>
                  <a:cxn ang="0">
                    <a:pos x="24" y="2"/>
                  </a:cxn>
                  <a:cxn ang="0">
                    <a:pos x="22" y="5"/>
                  </a:cxn>
                  <a:cxn ang="0">
                    <a:pos x="14" y="1"/>
                  </a:cxn>
                  <a:cxn ang="0">
                    <a:pos x="5" y="0"/>
                  </a:cxn>
                  <a:cxn ang="0">
                    <a:pos x="4" y="1"/>
                  </a:cxn>
                  <a:cxn ang="0">
                    <a:pos x="1" y="4"/>
                  </a:cxn>
                  <a:cxn ang="0">
                    <a:pos x="0" y="6"/>
                  </a:cxn>
                  <a:cxn ang="0">
                    <a:pos x="5" y="14"/>
                  </a:cxn>
                  <a:cxn ang="0">
                    <a:pos x="14" y="18"/>
                  </a:cxn>
                  <a:cxn ang="0">
                    <a:pos x="12" y="21"/>
                  </a:cxn>
                  <a:cxn ang="0">
                    <a:pos x="19" y="25"/>
                  </a:cxn>
                </a:cxnLst>
                <a:rect l="0" t="0" r="0" b="0"/>
                <a:pathLst>
                  <a:path w="38" h="28">
                    <a:moveTo>
                      <a:pt x="19" y="25"/>
                    </a:moveTo>
                    <a:lnTo>
                      <a:pt x="21" y="22"/>
                    </a:lnTo>
                    <a:lnTo>
                      <a:pt x="28" y="27"/>
                    </a:lnTo>
                    <a:lnTo>
                      <a:pt x="37" y="13"/>
                    </a:lnTo>
                    <a:lnTo>
                      <a:pt x="29" y="9"/>
                    </a:lnTo>
                    <a:lnTo>
                      <a:pt x="31" y="6"/>
                    </a:lnTo>
                    <a:lnTo>
                      <a:pt x="24" y="2"/>
                    </a:lnTo>
                    <a:lnTo>
                      <a:pt x="22" y="5"/>
                    </a:lnTo>
                    <a:lnTo>
                      <a:pt x="14" y="1"/>
                    </a:lnTo>
                    <a:lnTo>
                      <a:pt x="5" y="0"/>
                    </a:lnTo>
                    <a:lnTo>
                      <a:pt x="4" y="1"/>
                    </a:lnTo>
                    <a:lnTo>
                      <a:pt x="1" y="4"/>
                    </a:lnTo>
                    <a:lnTo>
                      <a:pt x="0" y="6"/>
                    </a:lnTo>
                    <a:lnTo>
                      <a:pt x="5" y="14"/>
                    </a:lnTo>
                    <a:lnTo>
                      <a:pt x="14" y="18"/>
                    </a:lnTo>
                    <a:lnTo>
                      <a:pt x="12" y="21"/>
                    </a:lnTo>
                    <a:lnTo>
                      <a:pt x="19"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78" name="Freeform 138"/>
              <p:cNvSpPr/>
              <p:nvPr/>
            </p:nvSpPr>
            <p:spPr>
              <a:xfrm>
                <a:off x="4951" y="1942"/>
                <a:ext cx="30" cy="36"/>
              </a:xfrm>
              <a:custGeom>
                <a:avLst/>
                <a:gdLst/>
                <a:ahLst/>
                <a:cxnLst>
                  <a:cxn ang="0">
                    <a:pos x="6" y="0"/>
                  </a:cxn>
                  <a:cxn ang="0">
                    <a:pos x="29" y="25"/>
                  </a:cxn>
                  <a:cxn ang="0">
                    <a:pos x="22" y="35"/>
                  </a:cxn>
                  <a:cxn ang="0">
                    <a:pos x="0" y="7"/>
                  </a:cxn>
                  <a:cxn ang="0">
                    <a:pos x="6" y="0"/>
                  </a:cxn>
                </a:cxnLst>
                <a:rect l="0" t="0" r="0" b="0"/>
                <a:pathLst>
                  <a:path w="30" h="36">
                    <a:moveTo>
                      <a:pt x="6" y="0"/>
                    </a:moveTo>
                    <a:lnTo>
                      <a:pt x="29" y="25"/>
                    </a:lnTo>
                    <a:lnTo>
                      <a:pt x="22" y="35"/>
                    </a:lnTo>
                    <a:lnTo>
                      <a:pt x="0" y="7"/>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79" name="Freeform 139"/>
              <p:cNvSpPr/>
              <p:nvPr/>
            </p:nvSpPr>
            <p:spPr>
              <a:xfrm>
                <a:off x="4965" y="1954"/>
                <a:ext cx="34" cy="27"/>
              </a:xfrm>
              <a:custGeom>
                <a:avLst/>
                <a:gdLst/>
                <a:ahLst/>
                <a:cxnLst>
                  <a:cxn ang="0">
                    <a:pos x="2" y="5"/>
                  </a:cxn>
                  <a:cxn ang="0">
                    <a:pos x="1" y="8"/>
                  </a:cxn>
                  <a:cxn ang="0">
                    <a:pos x="0" y="11"/>
                  </a:cxn>
                  <a:cxn ang="0">
                    <a:pos x="2" y="17"/>
                  </a:cxn>
                  <a:cxn ang="0">
                    <a:pos x="6" y="20"/>
                  </a:cxn>
                  <a:cxn ang="0">
                    <a:pos x="5" y="23"/>
                  </a:cxn>
                  <a:cxn ang="0">
                    <a:pos x="11" y="26"/>
                  </a:cxn>
                  <a:cxn ang="0">
                    <a:pos x="23" y="26"/>
                  </a:cxn>
                  <a:cxn ang="0">
                    <a:pos x="28" y="26"/>
                  </a:cxn>
                  <a:cxn ang="0">
                    <a:pos x="33" y="20"/>
                  </a:cxn>
                  <a:cxn ang="0">
                    <a:pos x="22" y="5"/>
                  </a:cxn>
                  <a:cxn ang="0">
                    <a:pos x="16" y="2"/>
                  </a:cxn>
                  <a:cxn ang="0">
                    <a:pos x="12" y="0"/>
                  </a:cxn>
                  <a:cxn ang="0">
                    <a:pos x="5" y="0"/>
                  </a:cxn>
                  <a:cxn ang="0">
                    <a:pos x="4" y="2"/>
                  </a:cxn>
                  <a:cxn ang="0">
                    <a:pos x="2" y="5"/>
                  </a:cxn>
                </a:cxnLst>
                <a:rect l="0" t="0" r="0" b="0"/>
                <a:pathLst>
                  <a:path w="34" h="27">
                    <a:moveTo>
                      <a:pt x="2" y="5"/>
                    </a:moveTo>
                    <a:lnTo>
                      <a:pt x="1" y="8"/>
                    </a:lnTo>
                    <a:lnTo>
                      <a:pt x="0" y="11"/>
                    </a:lnTo>
                    <a:lnTo>
                      <a:pt x="2" y="17"/>
                    </a:lnTo>
                    <a:lnTo>
                      <a:pt x="6" y="20"/>
                    </a:lnTo>
                    <a:lnTo>
                      <a:pt x="5" y="23"/>
                    </a:lnTo>
                    <a:lnTo>
                      <a:pt x="11" y="26"/>
                    </a:lnTo>
                    <a:lnTo>
                      <a:pt x="23" y="26"/>
                    </a:lnTo>
                    <a:lnTo>
                      <a:pt x="28" y="26"/>
                    </a:lnTo>
                    <a:lnTo>
                      <a:pt x="33" y="20"/>
                    </a:lnTo>
                    <a:lnTo>
                      <a:pt x="22" y="5"/>
                    </a:lnTo>
                    <a:lnTo>
                      <a:pt x="16" y="2"/>
                    </a:lnTo>
                    <a:lnTo>
                      <a:pt x="12" y="0"/>
                    </a:lnTo>
                    <a:lnTo>
                      <a:pt x="5" y="0"/>
                    </a:lnTo>
                    <a:lnTo>
                      <a:pt x="4" y="2"/>
                    </a:lnTo>
                    <a:lnTo>
                      <a:pt x="2"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80" name="Line 140"/>
              <p:cNvSpPr/>
              <p:nvPr/>
            </p:nvSpPr>
            <p:spPr>
              <a:xfrm>
                <a:off x="4968" y="1938"/>
                <a:ext cx="9" cy="3"/>
              </a:xfrm>
              <a:prstGeom prst="line">
                <a:avLst/>
              </a:prstGeom>
              <a:ln w="12700" cap="flat" cmpd="sng">
                <a:solidFill>
                  <a:schemeClr val="tx1"/>
                </a:solidFill>
                <a:prstDash val="solid"/>
                <a:headEnd type="none" w="med" len="med"/>
                <a:tailEnd type="none" w="med" len="med"/>
              </a:ln>
            </p:spPr>
          </p:sp>
          <p:sp>
            <p:nvSpPr>
              <p:cNvPr id="35981" name="Line 141"/>
              <p:cNvSpPr/>
              <p:nvPr/>
            </p:nvSpPr>
            <p:spPr>
              <a:xfrm>
                <a:off x="4975" y="1935"/>
                <a:ext cx="3" cy="4"/>
              </a:xfrm>
              <a:prstGeom prst="line">
                <a:avLst/>
              </a:prstGeom>
              <a:ln w="12700" cap="flat" cmpd="sng">
                <a:solidFill>
                  <a:schemeClr val="tx1"/>
                </a:solidFill>
                <a:prstDash val="solid"/>
                <a:headEnd type="none" w="med" len="med"/>
                <a:tailEnd type="none" w="med" len="med"/>
              </a:ln>
            </p:spPr>
          </p:sp>
          <p:sp>
            <p:nvSpPr>
              <p:cNvPr id="35982" name="Freeform 142"/>
              <p:cNvSpPr/>
              <p:nvPr/>
            </p:nvSpPr>
            <p:spPr>
              <a:xfrm>
                <a:off x="4955" y="1935"/>
                <a:ext cx="37" cy="30"/>
              </a:xfrm>
              <a:custGeom>
                <a:avLst/>
                <a:gdLst/>
                <a:ahLst/>
                <a:cxnLst>
                  <a:cxn ang="0">
                    <a:pos x="19" y="27"/>
                  </a:cxn>
                  <a:cxn ang="0">
                    <a:pos x="27" y="29"/>
                  </a:cxn>
                  <a:cxn ang="0">
                    <a:pos x="36" y="15"/>
                  </a:cxn>
                  <a:cxn ang="0">
                    <a:pos x="29" y="11"/>
                  </a:cxn>
                  <a:cxn ang="0">
                    <a:pos x="30" y="8"/>
                  </a:cxn>
                  <a:cxn ang="0">
                    <a:pos x="22" y="4"/>
                  </a:cxn>
                  <a:cxn ang="0">
                    <a:pos x="20" y="6"/>
                  </a:cxn>
                  <a:cxn ang="0">
                    <a:pos x="13" y="1"/>
                  </a:cxn>
                  <a:cxn ang="0">
                    <a:pos x="4" y="0"/>
                  </a:cxn>
                  <a:cxn ang="0">
                    <a:pos x="2" y="2"/>
                  </a:cxn>
                  <a:cxn ang="0">
                    <a:pos x="1" y="5"/>
                  </a:cxn>
                  <a:cxn ang="0">
                    <a:pos x="0" y="8"/>
                  </a:cxn>
                  <a:cxn ang="0">
                    <a:pos x="4" y="17"/>
                  </a:cxn>
                  <a:cxn ang="0">
                    <a:pos x="11" y="22"/>
                  </a:cxn>
                  <a:cxn ang="0">
                    <a:pos x="19" y="27"/>
                  </a:cxn>
                </a:cxnLst>
                <a:rect l="0" t="0" r="0" b="0"/>
                <a:pathLst>
                  <a:path w="37" h="30">
                    <a:moveTo>
                      <a:pt x="19" y="27"/>
                    </a:moveTo>
                    <a:lnTo>
                      <a:pt x="27" y="29"/>
                    </a:lnTo>
                    <a:lnTo>
                      <a:pt x="36" y="15"/>
                    </a:lnTo>
                    <a:lnTo>
                      <a:pt x="29" y="11"/>
                    </a:lnTo>
                    <a:lnTo>
                      <a:pt x="30" y="8"/>
                    </a:lnTo>
                    <a:lnTo>
                      <a:pt x="22" y="4"/>
                    </a:lnTo>
                    <a:lnTo>
                      <a:pt x="20" y="6"/>
                    </a:lnTo>
                    <a:lnTo>
                      <a:pt x="13" y="1"/>
                    </a:lnTo>
                    <a:lnTo>
                      <a:pt x="4" y="0"/>
                    </a:lnTo>
                    <a:lnTo>
                      <a:pt x="2" y="2"/>
                    </a:lnTo>
                    <a:lnTo>
                      <a:pt x="1" y="5"/>
                    </a:lnTo>
                    <a:lnTo>
                      <a:pt x="0" y="8"/>
                    </a:lnTo>
                    <a:lnTo>
                      <a:pt x="4" y="17"/>
                    </a:lnTo>
                    <a:lnTo>
                      <a:pt x="11" y="22"/>
                    </a:lnTo>
                    <a:lnTo>
                      <a:pt x="19" y="2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83" name="Freeform 143"/>
              <p:cNvSpPr/>
              <p:nvPr/>
            </p:nvSpPr>
            <p:spPr>
              <a:xfrm>
                <a:off x="4958" y="1929"/>
                <a:ext cx="31" cy="37"/>
              </a:xfrm>
              <a:custGeom>
                <a:avLst/>
                <a:gdLst/>
                <a:ahLst/>
                <a:cxnLst>
                  <a:cxn ang="0">
                    <a:pos x="8" y="0"/>
                  </a:cxn>
                  <a:cxn ang="0">
                    <a:pos x="30" y="27"/>
                  </a:cxn>
                  <a:cxn ang="0">
                    <a:pos x="23" y="36"/>
                  </a:cxn>
                  <a:cxn ang="0">
                    <a:pos x="0" y="8"/>
                  </a:cxn>
                  <a:cxn ang="0">
                    <a:pos x="8" y="0"/>
                  </a:cxn>
                </a:cxnLst>
                <a:rect l="0" t="0" r="0" b="0"/>
                <a:pathLst>
                  <a:path w="31" h="37">
                    <a:moveTo>
                      <a:pt x="8" y="0"/>
                    </a:moveTo>
                    <a:lnTo>
                      <a:pt x="30" y="27"/>
                    </a:lnTo>
                    <a:lnTo>
                      <a:pt x="23" y="36"/>
                    </a:lnTo>
                    <a:lnTo>
                      <a:pt x="0" y="8"/>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84" name="Freeform 144"/>
              <p:cNvSpPr/>
              <p:nvPr/>
            </p:nvSpPr>
            <p:spPr>
              <a:xfrm>
                <a:off x="4969" y="1949"/>
                <a:ext cx="33" cy="22"/>
              </a:xfrm>
              <a:custGeom>
                <a:avLst/>
                <a:gdLst/>
                <a:ahLst/>
                <a:cxnLst>
                  <a:cxn ang="0">
                    <a:pos x="4" y="2"/>
                  </a:cxn>
                  <a:cxn ang="0">
                    <a:pos x="1" y="5"/>
                  </a:cxn>
                  <a:cxn ang="0">
                    <a:pos x="0" y="7"/>
                  </a:cxn>
                  <a:cxn ang="0">
                    <a:pos x="2" y="13"/>
                  </a:cxn>
                  <a:cxn ang="0">
                    <a:pos x="8" y="15"/>
                  </a:cxn>
                  <a:cxn ang="0">
                    <a:pos x="6" y="18"/>
                  </a:cxn>
                  <a:cxn ang="0">
                    <a:pos x="10" y="21"/>
                  </a:cxn>
                  <a:cxn ang="0">
                    <a:pos x="29" y="21"/>
                  </a:cxn>
                  <a:cxn ang="0">
                    <a:pos x="32" y="15"/>
                  </a:cxn>
                  <a:cxn ang="0">
                    <a:pos x="21" y="2"/>
                  </a:cxn>
                  <a:cxn ang="0">
                    <a:pos x="17" y="0"/>
                  </a:cxn>
                  <a:cxn ang="0">
                    <a:pos x="16" y="2"/>
                  </a:cxn>
                  <a:cxn ang="0">
                    <a:pos x="10" y="0"/>
                  </a:cxn>
                  <a:cxn ang="0">
                    <a:pos x="5" y="0"/>
                  </a:cxn>
                  <a:cxn ang="0">
                    <a:pos x="4" y="2"/>
                  </a:cxn>
                </a:cxnLst>
                <a:rect l="0" t="0" r="0" b="0"/>
                <a:pathLst>
                  <a:path w="33" h="22">
                    <a:moveTo>
                      <a:pt x="4" y="2"/>
                    </a:moveTo>
                    <a:lnTo>
                      <a:pt x="1" y="5"/>
                    </a:lnTo>
                    <a:lnTo>
                      <a:pt x="0" y="7"/>
                    </a:lnTo>
                    <a:lnTo>
                      <a:pt x="2" y="13"/>
                    </a:lnTo>
                    <a:lnTo>
                      <a:pt x="8" y="15"/>
                    </a:lnTo>
                    <a:lnTo>
                      <a:pt x="6" y="18"/>
                    </a:lnTo>
                    <a:lnTo>
                      <a:pt x="10" y="21"/>
                    </a:lnTo>
                    <a:lnTo>
                      <a:pt x="29" y="21"/>
                    </a:lnTo>
                    <a:lnTo>
                      <a:pt x="32" y="15"/>
                    </a:lnTo>
                    <a:lnTo>
                      <a:pt x="21" y="2"/>
                    </a:lnTo>
                    <a:lnTo>
                      <a:pt x="17" y="0"/>
                    </a:lnTo>
                    <a:lnTo>
                      <a:pt x="16" y="2"/>
                    </a:lnTo>
                    <a:lnTo>
                      <a:pt x="10" y="0"/>
                    </a:lnTo>
                    <a:lnTo>
                      <a:pt x="5" y="0"/>
                    </a:lnTo>
                    <a:lnTo>
                      <a:pt x="4"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85" name="Line 145"/>
              <p:cNvSpPr/>
              <p:nvPr/>
            </p:nvSpPr>
            <p:spPr>
              <a:xfrm>
                <a:off x="4959" y="1921"/>
                <a:ext cx="4" cy="1"/>
              </a:xfrm>
              <a:prstGeom prst="line">
                <a:avLst/>
              </a:prstGeom>
              <a:ln w="12700" cap="flat" cmpd="sng">
                <a:solidFill>
                  <a:schemeClr val="tx1"/>
                </a:solidFill>
                <a:prstDash val="solid"/>
                <a:headEnd type="none" w="med" len="med"/>
                <a:tailEnd type="none" w="med" len="med"/>
              </a:ln>
            </p:spPr>
          </p:sp>
          <p:sp>
            <p:nvSpPr>
              <p:cNvPr id="35986" name="Line 146"/>
              <p:cNvSpPr/>
              <p:nvPr/>
            </p:nvSpPr>
            <p:spPr>
              <a:xfrm>
                <a:off x="4959" y="1916"/>
                <a:ext cx="7" cy="3"/>
              </a:xfrm>
              <a:prstGeom prst="line">
                <a:avLst/>
              </a:prstGeom>
              <a:ln w="12700" cap="flat" cmpd="sng">
                <a:solidFill>
                  <a:schemeClr val="tx1"/>
                </a:solidFill>
                <a:prstDash val="solid"/>
                <a:headEnd type="none" w="med" len="med"/>
                <a:tailEnd type="none" w="med" len="med"/>
              </a:ln>
            </p:spPr>
          </p:sp>
          <p:sp>
            <p:nvSpPr>
              <p:cNvPr id="35987" name="Freeform 147"/>
              <p:cNvSpPr/>
              <p:nvPr/>
            </p:nvSpPr>
            <p:spPr>
              <a:xfrm>
                <a:off x="4947" y="1922"/>
                <a:ext cx="35" cy="25"/>
              </a:xfrm>
              <a:custGeom>
                <a:avLst/>
                <a:gdLst/>
                <a:ahLst/>
                <a:cxnLst>
                  <a:cxn ang="0">
                    <a:pos x="18" y="22"/>
                  </a:cxn>
                  <a:cxn ang="0">
                    <a:pos x="19" y="20"/>
                  </a:cxn>
                  <a:cxn ang="0">
                    <a:pos x="25" y="24"/>
                  </a:cxn>
                  <a:cxn ang="0">
                    <a:pos x="34" y="10"/>
                  </a:cxn>
                  <a:cxn ang="0">
                    <a:pos x="28" y="8"/>
                  </a:cxn>
                  <a:cxn ang="0">
                    <a:pos x="29" y="5"/>
                  </a:cxn>
                  <a:cxn ang="0">
                    <a:pos x="24" y="1"/>
                  </a:cxn>
                  <a:cxn ang="0">
                    <a:pos x="22" y="4"/>
                  </a:cxn>
                  <a:cxn ang="0">
                    <a:pos x="15" y="1"/>
                  </a:cxn>
                  <a:cxn ang="0">
                    <a:pos x="8" y="0"/>
                  </a:cxn>
                  <a:cxn ang="0">
                    <a:pos x="7" y="2"/>
                  </a:cxn>
                  <a:cxn ang="0">
                    <a:pos x="1" y="0"/>
                  </a:cxn>
                  <a:cxn ang="0">
                    <a:pos x="0" y="2"/>
                  </a:cxn>
                  <a:cxn ang="0">
                    <a:pos x="4" y="8"/>
                  </a:cxn>
                  <a:cxn ang="0">
                    <a:pos x="8" y="14"/>
                  </a:cxn>
                  <a:cxn ang="0">
                    <a:pos x="14" y="17"/>
                  </a:cxn>
                  <a:cxn ang="0">
                    <a:pos x="12" y="20"/>
                  </a:cxn>
                  <a:cxn ang="0">
                    <a:pos x="18" y="22"/>
                  </a:cxn>
                </a:cxnLst>
                <a:rect l="0" t="0" r="0" b="0"/>
                <a:pathLst>
                  <a:path w="35" h="25">
                    <a:moveTo>
                      <a:pt x="18" y="22"/>
                    </a:moveTo>
                    <a:lnTo>
                      <a:pt x="19" y="20"/>
                    </a:lnTo>
                    <a:lnTo>
                      <a:pt x="25" y="24"/>
                    </a:lnTo>
                    <a:lnTo>
                      <a:pt x="34" y="10"/>
                    </a:lnTo>
                    <a:lnTo>
                      <a:pt x="28" y="8"/>
                    </a:lnTo>
                    <a:lnTo>
                      <a:pt x="29" y="5"/>
                    </a:lnTo>
                    <a:lnTo>
                      <a:pt x="24" y="1"/>
                    </a:lnTo>
                    <a:lnTo>
                      <a:pt x="22" y="4"/>
                    </a:lnTo>
                    <a:lnTo>
                      <a:pt x="15" y="1"/>
                    </a:lnTo>
                    <a:lnTo>
                      <a:pt x="8" y="0"/>
                    </a:lnTo>
                    <a:lnTo>
                      <a:pt x="7" y="2"/>
                    </a:lnTo>
                    <a:lnTo>
                      <a:pt x="1" y="0"/>
                    </a:lnTo>
                    <a:lnTo>
                      <a:pt x="0" y="2"/>
                    </a:lnTo>
                    <a:lnTo>
                      <a:pt x="4" y="8"/>
                    </a:lnTo>
                    <a:lnTo>
                      <a:pt x="8" y="14"/>
                    </a:lnTo>
                    <a:lnTo>
                      <a:pt x="14" y="17"/>
                    </a:lnTo>
                    <a:lnTo>
                      <a:pt x="12" y="20"/>
                    </a:lnTo>
                    <a:lnTo>
                      <a:pt x="1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88" name="Freeform 148"/>
              <p:cNvSpPr/>
              <p:nvPr/>
            </p:nvSpPr>
            <p:spPr>
              <a:xfrm>
                <a:off x="4948" y="1914"/>
                <a:ext cx="29" cy="37"/>
              </a:xfrm>
              <a:custGeom>
                <a:avLst/>
                <a:gdLst/>
                <a:ahLst/>
                <a:cxnLst>
                  <a:cxn ang="0">
                    <a:pos x="7" y="0"/>
                  </a:cxn>
                  <a:cxn ang="0">
                    <a:pos x="28" y="27"/>
                  </a:cxn>
                  <a:cxn ang="0">
                    <a:pos x="21" y="36"/>
                  </a:cxn>
                  <a:cxn ang="0">
                    <a:pos x="0" y="8"/>
                  </a:cxn>
                  <a:cxn ang="0">
                    <a:pos x="7" y="0"/>
                  </a:cxn>
                </a:cxnLst>
                <a:rect l="0" t="0" r="0" b="0"/>
                <a:pathLst>
                  <a:path w="29" h="37">
                    <a:moveTo>
                      <a:pt x="7" y="0"/>
                    </a:moveTo>
                    <a:lnTo>
                      <a:pt x="28" y="27"/>
                    </a:lnTo>
                    <a:lnTo>
                      <a:pt x="21" y="36"/>
                    </a:lnTo>
                    <a:lnTo>
                      <a:pt x="0" y="8"/>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89" name="Freeform 149"/>
              <p:cNvSpPr/>
              <p:nvPr/>
            </p:nvSpPr>
            <p:spPr>
              <a:xfrm>
                <a:off x="4958" y="1926"/>
                <a:ext cx="33" cy="26"/>
              </a:xfrm>
              <a:custGeom>
                <a:avLst/>
                <a:gdLst/>
                <a:ahLst/>
                <a:cxnLst>
                  <a:cxn ang="0">
                    <a:pos x="2" y="5"/>
                  </a:cxn>
                  <a:cxn ang="0">
                    <a:pos x="1" y="8"/>
                  </a:cxn>
                  <a:cxn ang="0">
                    <a:pos x="0" y="11"/>
                  </a:cxn>
                  <a:cxn ang="0">
                    <a:pos x="2" y="16"/>
                  </a:cxn>
                  <a:cxn ang="0">
                    <a:pos x="8" y="19"/>
                  </a:cxn>
                  <a:cxn ang="0">
                    <a:pos x="6" y="22"/>
                  </a:cxn>
                  <a:cxn ang="0">
                    <a:pos x="10" y="25"/>
                  </a:cxn>
                  <a:cxn ang="0">
                    <a:pos x="17" y="25"/>
                  </a:cxn>
                  <a:cxn ang="0">
                    <a:pos x="24" y="25"/>
                  </a:cxn>
                  <a:cxn ang="0">
                    <a:pos x="25" y="22"/>
                  </a:cxn>
                  <a:cxn ang="0">
                    <a:pos x="29" y="25"/>
                  </a:cxn>
                  <a:cxn ang="0">
                    <a:pos x="32" y="23"/>
                  </a:cxn>
                  <a:cxn ang="0">
                    <a:pos x="28" y="16"/>
                  </a:cxn>
                  <a:cxn ang="0">
                    <a:pos x="29" y="13"/>
                  </a:cxn>
                  <a:cxn ang="0">
                    <a:pos x="26" y="8"/>
                  </a:cxn>
                  <a:cxn ang="0">
                    <a:pos x="21" y="5"/>
                  </a:cxn>
                  <a:cxn ang="0">
                    <a:pos x="17" y="2"/>
                  </a:cxn>
                  <a:cxn ang="0">
                    <a:pos x="12" y="0"/>
                  </a:cxn>
                  <a:cxn ang="0">
                    <a:pos x="6" y="0"/>
                  </a:cxn>
                  <a:cxn ang="0">
                    <a:pos x="4" y="2"/>
                  </a:cxn>
                  <a:cxn ang="0">
                    <a:pos x="2" y="5"/>
                  </a:cxn>
                </a:cxnLst>
                <a:rect l="0" t="0" r="0" b="0"/>
                <a:pathLst>
                  <a:path w="33" h="26">
                    <a:moveTo>
                      <a:pt x="2" y="5"/>
                    </a:moveTo>
                    <a:lnTo>
                      <a:pt x="1" y="8"/>
                    </a:lnTo>
                    <a:lnTo>
                      <a:pt x="0" y="11"/>
                    </a:lnTo>
                    <a:lnTo>
                      <a:pt x="2" y="16"/>
                    </a:lnTo>
                    <a:lnTo>
                      <a:pt x="8" y="19"/>
                    </a:lnTo>
                    <a:lnTo>
                      <a:pt x="6" y="22"/>
                    </a:lnTo>
                    <a:lnTo>
                      <a:pt x="10" y="25"/>
                    </a:lnTo>
                    <a:lnTo>
                      <a:pt x="17" y="25"/>
                    </a:lnTo>
                    <a:lnTo>
                      <a:pt x="24" y="25"/>
                    </a:lnTo>
                    <a:lnTo>
                      <a:pt x="25" y="22"/>
                    </a:lnTo>
                    <a:lnTo>
                      <a:pt x="29" y="25"/>
                    </a:lnTo>
                    <a:lnTo>
                      <a:pt x="32" y="23"/>
                    </a:lnTo>
                    <a:lnTo>
                      <a:pt x="28" y="16"/>
                    </a:lnTo>
                    <a:lnTo>
                      <a:pt x="29" y="13"/>
                    </a:lnTo>
                    <a:lnTo>
                      <a:pt x="26" y="8"/>
                    </a:lnTo>
                    <a:lnTo>
                      <a:pt x="21" y="5"/>
                    </a:lnTo>
                    <a:lnTo>
                      <a:pt x="17" y="2"/>
                    </a:lnTo>
                    <a:lnTo>
                      <a:pt x="12" y="0"/>
                    </a:lnTo>
                    <a:lnTo>
                      <a:pt x="6" y="0"/>
                    </a:lnTo>
                    <a:lnTo>
                      <a:pt x="4" y="2"/>
                    </a:lnTo>
                    <a:lnTo>
                      <a:pt x="2"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90" name="Line 150"/>
              <p:cNvSpPr/>
              <p:nvPr/>
            </p:nvSpPr>
            <p:spPr>
              <a:xfrm>
                <a:off x="4990" y="1941"/>
                <a:ext cx="6" cy="0"/>
              </a:xfrm>
              <a:prstGeom prst="line">
                <a:avLst/>
              </a:prstGeom>
              <a:ln w="12700" cap="flat" cmpd="sng">
                <a:solidFill>
                  <a:schemeClr val="tx1"/>
                </a:solidFill>
                <a:prstDash val="solid"/>
                <a:headEnd type="none" w="med" len="med"/>
                <a:tailEnd type="none" w="med" len="med"/>
              </a:ln>
            </p:spPr>
          </p:sp>
          <p:sp>
            <p:nvSpPr>
              <p:cNvPr id="35991" name="Line 151"/>
              <p:cNvSpPr/>
              <p:nvPr/>
            </p:nvSpPr>
            <p:spPr>
              <a:xfrm>
                <a:off x="4993" y="1935"/>
                <a:ext cx="8" cy="4"/>
              </a:xfrm>
              <a:prstGeom prst="line">
                <a:avLst/>
              </a:prstGeom>
              <a:ln w="12700" cap="flat" cmpd="sng">
                <a:solidFill>
                  <a:schemeClr val="tx1"/>
                </a:solidFill>
                <a:prstDash val="solid"/>
                <a:headEnd type="none" w="med" len="med"/>
                <a:tailEnd type="none" w="med" len="med"/>
              </a:ln>
            </p:spPr>
          </p:sp>
          <p:sp>
            <p:nvSpPr>
              <p:cNvPr id="35992" name="Freeform 152"/>
              <p:cNvSpPr/>
              <p:nvPr/>
            </p:nvSpPr>
            <p:spPr>
              <a:xfrm>
                <a:off x="4980" y="1939"/>
                <a:ext cx="35" cy="30"/>
              </a:xfrm>
              <a:custGeom>
                <a:avLst/>
                <a:gdLst/>
                <a:ahLst/>
                <a:cxnLst>
                  <a:cxn ang="0">
                    <a:pos x="14" y="23"/>
                  </a:cxn>
                  <a:cxn ang="0">
                    <a:pos x="23" y="29"/>
                  </a:cxn>
                  <a:cxn ang="0">
                    <a:pos x="24" y="26"/>
                  </a:cxn>
                  <a:cxn ang="0">
                    <a:pos x="32" y="12"/>
                  </a:cxn>
                  <a:cxn ang="0">
                    <a:pos x="34" y="9"/>
                  </a:cxn>
                  <a:cxn ang="0">
                    <a:pos x="27" y="5"/>
                  </a:cxn>
                  <a:cxn ang="0">
                    <a:pos x="17" y="4"/>
                  </a:cxn>
                  <a:cxn ang="0">
                    <a:pos x="9" y="2"/>
                  </a:cxn>
                  <a:cxn ang="0">
                    <a:pos x="1" y="0"/>
                  </a:cxn>
                  <a:cxn ang="0">
                    <a:pos x="0" y="2"/>
                  </a:cxn>
                  <a:cxn ang="0">
                    <a:pos x="4" y="9"/>
                  </a:cxn>
                  <a:cxn ang="0">
                    <a:pos x="9" y="16"/>
                  </a:cxn>
                  <a:cxn ang="0">
                    <a:pos x="14" y="23"/>
                  </a:cxn>
                </a:cxnLst>
                <a:rect l="0" t="0" r="0" b="0"/>
                <a:pathLst>
                  <a:path w="35" h="30">
                    <a:moveTo>
                      <a:pt x="14" y="23"/>
                    </a:moveTo>
                    <a:lnTo>
                      <a:pt x="23" y="29"/>
                    </a:lnTo>
                    <a:lnTo>
                      <a:pt x="24" y="26"/>
                    </a:lnTo>
                    <a:lnTo>
                      <a:pt x="32" y="12"/>
                    </a:lnTo>
                    <a:lnTo>
                      <a:pt x="34" y="9"/>
                    </a:lnTo>
                    <a:lnTo>
                      <a:pt x="27" y="5"/>
                    </a:lnTo>
                    <a:lnTo>
                      <a:pt x="17" y="4"/>
                    </a:lnTo>
                    <a:lnTo>
                      <a:pt x="9" y="2"/>
                    </a:lnTo>
                    <a:lnTo>
                      <a:pt x="1" y="0"/>
                    </a:lnTo>
                    <a:lnTo>
                      <a:pt x="0" y="2"/>
                    </a:lnTo>
                    <a:lnTo>
                      <a:pt x="4" y="9"/>
                    </a:lnTo>
                    <a:lnTo>
                      <a:pt x="9" y="16"/>
                    </a:lnTo>
                    <a:lnTo>
                      <a:pt x="14"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93" name="Freeform 153"/>
              <p:cNvSpPr/>
              <p:nvPr/>
            </p:nvSpPr>
            <p:spPr>
              <a:xfrm>
                <a:off x="4980" y="1934"/>
                <a:ext cx="32" cy="35"/>
              </a:xfrm>
              <a:custGeom>
                <a:avLst/>
                <a:gdLst/>
                <a:ahLst/>
                <a:cxnLst>
                  <a:cxn ang="0">
                    <a:pos x="8" y="0"/>
                  </a:cxn>
                  <a:cxn ang="0">
                    <a:pos x="31" y="25"/>
                  </a:cxn>
                  <a:cxn ang="0">
                    <a:pos x="23" y="34"/>
                  </a:cxn>
                  <a:cxn ang="0">
                    <a:pos x="0" y="6"/>
                  </a:cxn>
                  <a:cxn ang="0">
                    <a:pos x="8" y="0"/>
                  </a:cxn>
                </a:cxnLst>
                <a:rect l="0" t="0" r="0" b="0"/>
                <a:pathLst>
                  <a:path w="32" h="35">
                    <a:moveTo>
                      <a:pt x="8" y="0"/>
                    </a:moveTo>
                    <a:lnTo>
                      <a:pt x="31" y="25"/>
                    </a:lnTo>
                    <a:lnTo>
                      <a:pt x="23" y="3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94" name="Freeform 154"/>
              <p:cNvSpPr/>
              <p:nvPr/>
            </p:nvSpPr>
            <p:spPr>
              <a:xfrm>
                <a:off x="4996" y="1951"/>
                <a:ext cx="31" cy="24"/>
              </a:xfrm>
              <a:custGeom>
                <a:avLst/>
                <a:gdLst/>
                <a:ahLst/>
                <a:cxnLst>
                  <a:cxn ang="0">
                    <a:pos x="2" y="2"/>
                  </a:cxn>
                  <a:cxn ang="0">
                    <a:pos x="0" y="5"/>
                  </a:cxn>
                  <a:cxn ang="0">
                    <a:pos x="4" y="8"/>
                  </a:cxn>
                  <a:cxn ang="0">
                    <a:pos x="2" y="10"/>
                  </a:cxn>
                  <a:cxn ang="0">
                    <a:pos x="5" y="16"/>
                  </a:cxn>
                  <a:cxn ang="0">
                    <a:pos x="6" y="20"/>
                  </a:cxn>
                  <a:cxn ang="0">
                    <a:pos x="10" y="23"/>
                  </a:cxn>
                  <a:cxn ang="0">
                    <a:pos x="16" y="23"/>
                  </a:cxn>
                  <a:cxn ang="0">
                    <a:pos x="21" y="21"/>
                  </a:cxn>
                  <a:cxn ang="0">
                    <a:pos x="23" y="20"/>
                  </a:cxn>
                  <a:cxn ang="0">
                    <a:pos x="27" y="21"/>
                  </a:cxn>
                  <a:cxn ang="0">
                    <a:pos x="30" y="16"/>
                  </a:cxn>
                  <a:cxn ang="0">
                    <a:pos x="27" y="14"/>
                  </a:cxn>
                  <a:cxn ang="0">
                    <a:pos x="28" y="12"/>
                  </a:cxn>
                  <a:cxn ang="0">
                    <a:pos x="25" y="6"/>
                  </a:cxn>
                  <a:cxn ang="0">
                    <a:pos x="21" y="4"/>
                  </a:cxn>
                  <a:cxn ang="0">
                    <a:pos x="17" y="2"/>
                  </a:cxn>
                  <a:cxn ang="0">
                    <a:pos x="15" y="0"/>
                  </a:cxn>
                  <a:cxn ang="0">
                    <a:pos x="9" y="0"/>
                  </a:cxn>
                  <a:cxn ang="0">
                    <a:pos x="6" y="2"/>
                  </a:cxn>
                  <a:cxn ang="0">
                    <a:pos x="4" y="0"/>
                  </a:cxn>
                  <a:cxn ang="0">
                    <a:pos x="2" y="2"/>
                  </a:cxn>
                </a:cxnLst>
                <a:rect l="0" t="0" r="0" b="0"/>
                <a:pathLst>
                  <a:path w="31" h="24">
                    <a:moveTo>
                      <a:pt x="2" y="2"/>
                    </a:moveTo>
                    <a:lnTo>
                      <a:pt x="0" y="5"/>
                    </a:lnTo>
                    <a:lnTo>
                      <a:pt x="4" y="8"/>
                    </a:lnTo>
                    <a:lnTo>
                      <a:pt x="2" y="10"/>
                    </a:lnTo>
                    <a:lnTo>
                      <a:pt x="5" y="16"/>
                    </a:lnTo>
                    <a:lnTo>
                      <a:pt x="6" y="20"/>
                    </a:lnTo>
                    <a:lnTo>
                      <a:pt x="10" y="23"/>
                    </a:lnTo>
                    <a:lnTo>
                      <a:pt x="16" y="23"/>
                    </a:lnTo>
                    <a:lnTo>
                      <a:pt x="21" y="21"/>
                    </a:lnTo>
                    <a:lnTo>
                      <a:pt x="23" y="20"/>
                    </a:lnTo>
                    <a:lnTo>
                      <a:pt x="27" y="21"/>
                    </a:lnTo>
                    <a:lnTo>
                      <a:pt x="30" y="16"/>
                    </a:lnTo>
                    <a:lnTo>
                      <a:pt x="27" y="14"/>
                    </a:lnTo>
                    <a:lnTo>
                      <a:pt x="28" y="12"/>
                    </a:lnTo>
                    <a:lnTo>
                      <a:pt x="25" y="6"/>
                    </a:lnTo>
                    <a:lnTo>
                      <a:pt x="21" y="4"/>
                    </a:lnTo>
                    <a:lnTo>
                      <a:pt x="17" y="2"/>
                    </a:lnTo>
                    <a:lnTo>
                      <a:pt x="15" y="0"/>
                    </a:lnTo>
                    <a:lnTo>
                      <a:pt x="9" y="0"/>
                    </a:lnTo>
                    <a:lnTo>
                      <a:pt x="6" y="2"/>
                    </a:lnTo>
                    <a:lnTo>
                      <a:pt x="4"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95" name="Line 155"/>
              <p:cNvSpPr/>
              <p:nvPr/>
            </p:nvSpPr>
            <p:spPr>
              <a:xfrm>
                <a:off x="4979" y="1921"/>
                <a:ext cx="7" cy="4"/>
              </a:xfrm>
              <a:prstGeom prst="line">
                <a:avLst/>
              </a:prstGeom>
              <a:ln w="12700" cap="flat" cmpd="sng">
                <a:solidFill>
                  <a:schemeClr val="tx1"/>
                </a:solidFill>
                <a:prstDash val="solid"/>
                <a:headEnd type="none" w="med" len="med"/>
                <a:tailEnd type="none" w="med" len="med"/>
              </a:ln>
            </p:spPr>
          </p:sp>
          <p:sp>
            <p:nvSpPr>
              <p:cNvPr id="35996" name="Line 156"/>
              <p:cNvSpPr/>
              <p:nvPr/>
            </p:nvSpPr>
            <p:spPr>
              <a:xfrm>
                <a:off x="4983" y="1920"/>
                <a:ext cx="4" cy="2"/>
              </a:xfrm>
              <a:prstGeom prst="line">
                <a:avLst/>
              </a:prstGeom>
              <a:ln w="12700" cap="flat" cmpd="sng">
                <a:solidFill>
                  <a:schemeClr val="tx1"/>
                </a:solidFill>
                <a:prstDash val="solid"/>
                <a:headEnd type="none" w="med" len="med"/>
                <a:tailEnd type="none" w="med" len="med"/>
              </a:ln>
            </p:spPr>
          </p:sp>
          <p:sp>
            <p:nvSpPr>
              <p:cNvPr id="35997" name="Freeform 157"/>
              <p:cNvSpPr/>
              <p:nvPr/>
            </p:nvSpPr>
            <p:spPr>
              <a:xfrm>
                <a:off x="4966" y="1914"/>
                <a:ext cx="36" cy="33"/>
              </a:xfrm>
              <a:custGeom>
                <a:avLst/>
                <a:gdLst/>
                <a:ahLst/>
                <a:cxnLst>
                  <a:cxn ang="0">
                    <a:pos x="17" y="30"/>
                  </a:cxn>
                  <a:cxn ang="0">
                    <a:pos x="26" y="32"/>
                  </a:cxn>
                  <a:cxn ang="0">
                    <a:pos x="35" y="18"/>
                  </a:cxn>
                  <a:cxn ang="0">
                    <a:pos x="29" y="11"/>
                  </a:cxn>
                  <a:cxn ang="0">
                    <a:pos x="21" y="6"/>
                  </a:cxn>
                  <a:cxn ang="0">
                    <a:pos x="14" y="1"/>
                  </a:cxn>
                  <a:cxn ang="0">
                    <a:pos x="5" y="0"/>
                  </a:cxn>
                  <a:cxn ang="0">
                    <a:pos x="4" y="4"/>
                  </a:cxn>
                  <a:cxn ang="0">
                    <a:pos x="1" y="6"/>
                  </a:cxn>
                  <a:cxn ang="0">
                    <a:pos x="0" y="9"/>
                  </a:cxn>
                  <a:cxn ang="0">
                    <a:pos x="4" y="20"/>
                  </a:cxn>
                  <a:cxn ang="0">
                    <a:pos x="10" y="25"/>
                  </a:cxn>
                  <a:cxn ang="0">
                    <a:pos x="17" y="30"/>
                  </a:cxn>
                </a:cxnLst>
                <a:rect l="0" t="0" r="0" b="0"/>
                <a:pathLst>
                  <a:path w="36" h="33">
                    <a:moveTo>
                      <a:pt x="17" y="30"/>
                    </a:moveTo>
                    <a:lnTo>
                      <a:pt x="26" y="32"/>
                    </a:lnTo>
                    <a:lnTo>
                      <a:pt x="35" y="18"/>
                    </a:lnTo>
                    <a:lnTo>
                      <a:pt x="29" y="11"/>
                    </a:lnTo>
                    <a:lnTo>
                      <a:pt x="21" y="6"/>
                    </a:lnTo>
                    <a:lnTo>
                      <a:pt x="14" y="1"/>
                    </a:lnTo>
                    <a:lnTo>
                      <a:pt x="5" y="0"/>
                    </a:lnTo>
                    <a:lnTo>
                      <a:pt x="4" y="4"/>
                    </a:lnTo>
                    <a:lnTo>
                      <a:pt x="1" y="6"/>
                    </a:lnTo>
                    <a:lnTo>
                      <a:pt x="0" y="9"/>
                    </a:lnTo>
                    <a:lnTo>
                      <a:pt x="4" y="20"/>
                    </a:lnTo>
                    <a:lnTo>
                      <a:pt x="10" y="25"/>
                    </a:lnTo>
                    <a:lnTo>
                      <a:pt x="17"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98" name="Freeform 158"/>
              <p:cNvSpPr/>
              <p:nvPr/>
            </p:nvSpPr>
            <p:spPr>
              <a:xfrm>
                <a:off x="4970" y="1911"/>
                <a:ext cx="30" cy="38"/>
              </a:xfrm>
              <a:custGeom>
                <a:avLst/>
                <a:gdLst/>
                <a:ahLst/>
                <a:cxnLst>
                  <a:cxn ang="0">
                    <a:pos x="5" y="1"/>
                  </a:cxn>
                  <a:cxn ang="0">
                    <a:pos x="29" y="28"/>
                  </a:cxn>
                  <a:cxn ang="0">
                    <a:pos x="22" y="37"/>
                  </a:cxn>
                  <a:cxn ang="0">
                    <a:pos x="0" y="9"/>
                  </a:cxn>
                  <a:cxn ang="0">
                    <a:pos x="6" y="0"/>
                  </a:cxn>
                  <a:cxn ang="0">
                    <a:pos x="5" y="1"/>
                  </a:cxn>
                </a:cxnLst>
                <a:rect l="0" t="0" r="0" b="0"/>
                <a:pathLst>
                  <a:path w="30" h="38">
                    <a:moveTo>
                      <a:pt x="5" y="1"/>
                    </a:moveTo>
                    <a:lnTo>
                      <a:pt x="29" y="28"/>
                    </a:lnTo>
                    <a:lnTo>
                      <a:pt x="22" y="37"/>
                    </a:lnTo>
                    <a:lnTo>
                      <a:pt x="0" y="9"/>
                    </a:lnTo>
                    <a:lnTo>
                      <a:pt x="6"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5999" name="Freeform 159"/>
              <p:cNvSpPr/>
              <p:nvPr/>
            </p:nvSpPr>
            <p:spPr>
              <a:xfrm>
                <a:off x="4980" y="1931"/>
                <a:ext cx="36" cy="31"/>
              </a:xfrm>
              <a:custGeom>
                <a:avLst/>
                <a:gdLst/>
                <a:ahLst/>
                <a:cxnLst>
                  <a:cxn ang="0">
                    <a:pos x="2" y="2"/>
                  </a:cxn>
                  <a:cxn ang="0">
                    <a:pos x="1" y="5"/>
                  </a:cxn>
                  <a:cxn ang="0">
                    <a:pos x="0" y="8"/>
                  </a:cxn>
                  <a:cxn ang="0">
                    <a:pos x="1" y="17"/>
                  </a:cxn>
                  <a:cxn ang="0">
                    <a:pos x="6" y="20"/>
                  </a:cxn>
                  <a:cxn ang="0">
                    <a:pos x="12" y="24"/>
                  </a:cxn>
                  <a:cxn ang="0">
                    <a:pos x="16" y="27"/>
                  </a:cxn>
                  <a:cxn ang="0">
                    <a:pos x="21" y="30"/>
                  </a:cxn>
                  <a:cxn ang="0">
                    <a:pos x="29" y="27"/>
                  </a:cxn>
                  <a:cxn ang="0">
                    <a:pos x="30" y="24"/>
                  </a:cxn>
                  <a:cxn ang="0">
                    <a:pos x="33" y="21"/>
                  </a:cxn>
                  <a:cxn ang="0">
                    <a:pos x="35" y="20"/>
                  </a:cxn>
                  <a:cxn ang="0">
                    <a:pos x="30" y="12"/>
                  </a:cxn>
                  <a:cxn ang="0">
                    <a:pos x="25" y="10"/>
                  </a:cxn>
                  <a:cxn ang="0">
                    <a:pos x="22" y="4"/>
                  </a:cxn>
                  <a:cxn ang="0">
                    <a:pos x="17" y="1"/>
                  </a:cxn>
                  <a:cxn ang="0">
                    <a:pos x="16" y="4"/>
                  </a:cxn>
                  <a:cxn ang="0">
                    <a:pos x="10" y="0"/>
                  </a:cxn>
                  <a:cxn ang="0">
                    <a:pos x="4" y="0"/>
                  </a:cxn>
                  <a:cxn ang="0">
                    <a:pos x="2" y="2"/>
                  </a:cxn>
                </a:cxnLst>
                <a:rect l="0" t="0" r="0" b="0"/>
                <a:pathLst>
                  <a:path w="36" h="31">
                    <a:moveTo>
                      <a:pt x="2" y="2"/>
                    </a:moveTo>
                    <a:lnTo>
                      <a:pt x="1" y="5"/>
                    </a:lnTo>
                    <a:lnTo>
                      <a:pt x="0" y="8"/>
                    </a:lnTo>
                    <a:lnTo>
                      <a:pt x="1" y="17"/>
                    </a:lnTo>
                    <a:lnTo>
                      <a:pt x="6" y="20"/>
                    </a:lnTo>
                    <a:lnTo>
                      <a:pt x="12" y="24"/>
                    </a:lnTo>
                    <a:lnTo>
                      <a:pt x="16" y="27"/>
                    </a:lnTo>
                    <a:lnTo>
                      <a:pt x="21" y="30"/>
                    </a:lnTo>
                    <a:lnTo>
                      <a:pt x="29" y="27"/>
                    </a:lnTo>
                    <a:lnTo>
                      <a:pt x="30" y="24"/>
                    </a:lnTo>
                    <a:lnTo>
                      <a:pt x="33" y="21"/>
                    </a:lnTo>
                    <a:lnTo>
                      <a:pt x="35" y="20"/>
                    </a:lnTo>
                    <a:lnTo>
                      <a:pt x="30" y="12"/>
                    </a:lnTo>
                    <a:lnTo>
                      <a:pt x="25" y="10"/>
                    </a:lnTo>
                    <a:lnTo>
                      <a:pt x="22" y="4"/>
                    </a:lnTo>
                    <a:lnTo>
                      <a:pt x="17" y="1"/>
                    </a:lnTo>
                    <a:lnTo>
                      <a:pt x="16" y="4"/>
                    </a:lnTo>
                    <a:lnTo>
                      <a:pt x="10" y="0"/>
                    </a:lnTo>
                    <a:lnTo>
                      <a:pt x="4"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grpSp>
        <p:grpSp>
          <p:nvGrpSpPr>
            <p:cNvPr id="36000" name="Group 160"/>
            <p:cNvGrpSpPr/>
            <p:nvPr/>
          </p:nvGrpSpPr>
          <p:grpSpPr>
            <a:xfrm>
              <a:off x="3395" y="1140"/>
              <a:ext cx="438" cy="145"/>
              <a:chOff x="3395" y="1140"/>
              <a:chExt cx="438" cy="145"/>
            </a:xfrm>
          </p:grpSpPr>
          <p:sp>
            <p:nvSpPr>
              <p:cNvPr id="36001" name="Freeform 161"/>
              <p:cNvSpPr/>
              <p:nvPr/>
            </p:nvSpPr>
            <p:spPr>
              <a:xfrm>
                <a:off x="3715" y="1151"/>
                <a:ext cx="118" cy="127"/>
              </a:xfrm>
              <a:custGeom>
                <a:avLst/>
                <a:gdLst/>
                <a:ahLst/>
                <a:cxnLst>
                  <a:cxn ang="0">
                    <a:pos x="117" y="120"/>
                  </a:cxn>
                  <a:cxn ang="0">
                    <a:pos x="117" y="5"/>
                  </a:cxn>
                  <a:cxn ang="0">
                    <a:pos x="0" y="0"/>
                  </a:cxn>
                  <a:cxn ang="0">
                    <a:pos x="0" y="126"/>
                  </a:cxn>
                  <a:cxn ang="0">
                    <a:pos x="117" y="120"/>
                  </a:cxn>
                </a:cxnLst>
                <a:rect l="0" t="0" r="0" b="0"/>
                <a:pathLst>
                  <a:path w="118" h="127">
                    <a:moveTo>
                      <a:pt x="117" y="120"/>
                    </a:moveTo>
                    <a:lnTo>
                      <a:pt x="117" y="5"/>
                    </a:lnTo>
                    <a:lnTo>
                      <a:pt x="0" y="0"/>
                    </a:lnTo>
                    <a:lnTo>
                      <a:pt x="0" y="126"/>
                    </a:lnTo>
                    <a:lnTo>
                      <a:pt x="117" y="12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02" name="Freeform 162"/>
              <p:cNvSpPr/>
              <p:nvPr/>
            </p:nvSpPr>
            <p:spPr>
              <a:xfrm>
                <a:off x="3542" y="1168"/>
                <a:ext cx="130" cy="86"/>
              </a:xfrm>
              <a:custGeom>
                <a:avLst/>
                <a:gdLst/>
                <a:ahLst/>
                <a:cxnLst>
                  <a:cxn ang="0">
                    <a:pos x="25" y="0"/>
                  </a:cxn>
                  <a:cxn ang="0">
                    <a:pos x="102" y="0"/>
                  </a:cxn>
                  <a:cxn ang="0">
                    <a:pos x="129" y="12"/>
                  </a:cxn>
                  <a:cxn ang="0">
                    <a:pos x="129" y="72"/>
                  </a:cxn>
                  <a:cxn ang="0">
                    <a:pos x="102" y="85"/>
                  </a:cxn>
                  <a:cxn ang="0">
                    <a:pos x="25" y="85"/>
                  </a:cxn>
                  <a:cxn ang="0">
                    <a:pos x="0" y="72"/>
                  </a:cxn>
                  <a:cxn ang="0">
                    <a:pos x="0" y="12"/>
                  </a:cxn>
                  <a:cxn ang="0">
                    <a:pos x="25" y="0"/>
                  </a:cxn>
                </a:cxnLst>
                <a:rect l="0" t="0" r="0" b="0"/>
                <a:pathLst>
                  <a:path w="130" h="86">
                    <a:moveTo>
                      <a:pt x="25" y="0"/>
                    </a:moveTo>
                    <a:lnTo>
                      <a:pt x="102" y="0"/>
                    </a:lnTo>
                    <a:lnTo>
                      <a:pt x="129" y="12"/>
                    </a:lnTo>
                    <a:lnTo>
                      <a:pt x="129" y="72"/>
                    </a:lnTo>
                    <a:lnTo>
                      <a:pt x="102" y="85"/>
                    </a:lnTo>
                    <a:lnTo>
                      <a:pt x="25" y="85"/>
                    </a:lnTo>
                    <a:lnTo>
                      <a:pt x="0" y="72"/>
                    </a:lnTo>
                    <a:lnTo>
                      <a:pt x="0" y="12"/>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03" name="Freeform 163"/>
              <p:cNvSpPr/>
              <p:nvPr/>
            </p:nvSpPr>
            <p:spPr>
              <a:xfrm>
                <a:off x="3601" y="1177"/>
                <a:ext cx="127" cy="86"/>
              </a:xfrm>
              <a:custGeom>
                <a:avLst/>
                <a:gdLst/>
                <a:ahLst/>
                <a:cxnLst>
                  <a:cxn ang="0">
                    <a:pos x="25" y="0"/>
                  </a:cxn>
                  <a:cxn ang="0">
                    <a:pos x="101" y="0"/>
                  </a:cxn>
                  <a:cxn ang="0">
                    <a:pos x="126" y="12"/>
                  </a:cxn>
                  <a:cxn ang="0">
                    <a:pos x="126" y="72"/>
                  </a:cxn>
                  <a:cxn ang="0">
                    <a:pos x="101" y="85"/>
                  </a:cxn>
                  <a:cxn ang="0">
                    <a:pos x="25" y="85"/>
                  </a:cxn>
                  <a:cxn ang="0">
                    <a:pos x="0" y="72"/>
                  </a:cxn>
                  <a:cxn ang="0">
                    <a:pos x="0" y="12"/>
                  </a:cxn>
                  <a:cxn ang="0">
                    <a:pos x="25" y="0"/>
                  </a:cxn>
                </a:cxnLst>
                <a:rect l="0" t="0" r="0" b="0"/>
                <a:pathLst>
                  <a:path w="127" h="86">
                    <a:moveTo>
                      <a:pt x="25" y="0"/>
                    </a:moveTo>
                    <a:lnTo>
                      <a:pt x="101" y="0"/>
                    </a:lnTo>
                    <a:lnTo>
                      <a:pt x="126" y="12"/>
                    </a:lnTo>
                    <a:lnTo>
                      <a:pt x="126" y="72"/>
                    </a:lnTo>
                    <a:lnTo>
                      <a:pt x="101" y="85"/>
                    </a:lnTo>
                    <a:lnTo>
                      <a:pt x="25" y="85"/>
                    </a:lnTo>
                    <a:lnTo>
                      <a:pt x="0" y="72"/>
                    </a:lnTo>
                    <a:lnTo>
                      <a:pt x="0" y="12"/>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04" name="Freeform 164"/>
              <p:cNvSpPr/>
              <p:nvPr/>
            </p:nvSpPr>
            <p:spPr>
              <a:xfrm>
                <a:off x="3572" y="1167"/>
                <a:ext cx="130" cy="24"/>
              </a:xfrm>
              <a:custGeom>
                <a:avLst/>
                <a:gdLst/>
                <a:ahLst/>
                <a:cxnLst>
                  <a:cxn ang="0">
                    <a:pos x="74" y="0"/>
                  </a:cxn>
                  <a:cxn ang="0">
                    <a:pos x="129" y="23"/>
                  </a:cxn>
                  <a:cxn ang="0">
                    <a:pos x="54" y="23"/>
                  </a:cxn>
                  <a:cxn ang="0">
                    <a:pos x="0" y="0"/>
                  </a:cxn>
                  <a:cxn ang="0">
                    <a:pos x="74" y="0"/>
                  </a:cxn>
                </a:cxnLst>
                <a:rect l="0" t="0" r="0" b="0"/>
                <a:pathLst>
                  <a:path w="130" h="24">
                    <a:moveTo>
                      <a:pt x="74" y="0"/>
                    </a:moveTo>
                    <a:lnTo>
                      <a:pt x="129" y="23"/>
                    </a:lnTo>
                    <a:lnTo>
                      <a:pt x="54" y="23"/>
                    </a:lnTo>
                    <a:lnTo>
                      <a:pt x="0" y="0"/>
                    </a:lnTo>
                    <a:lnTo>
                      <a:pt x="74"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05" name="Freeform 165"/>
              <p:cNvSpPr/>
              <p:nvPr/>
            </p:nvSpPr>
            <p:spPr>
              <a:xfrm>
                <a:off x="3545" y="1241"/>
                <a:ext cx="80" cy="24"/>
              </a:xfrm>
              <a:custGeom>
                <a:avLst/>
                <a:gdLst/>
                <a:ahLst/>
                <a:cxnLst>
                  <a:cxn ang="0">
                    <a:pos x="0" y="0"/>
                  </a:cxn>
                  <a:cxn ang="0">
                    <a:pos x="53" y="8"/>
                  </a:cxn>
                  <a:cxn ang="0">
                    <a:pos x="79" y="23"/>
                  </a:cxn>
                  <a:cxn ang="0">
                    <a:pos x="24" y="14"/>
                  </a:cxn>
                  <a:cxn ang="0">
                    <a:pos x="0" y="0"/>
                  </a:cxn>
                </a:cxnLst>
                <a:rect l="0" t="0" r="0" b="0"/>
                <a:pathLst>
                  <a:path w="80" h="24">
                    <a:moveTo>
                      <a:pt x="0" y="0"/>
                    </a:moveTo>
                    <a:lnTo>
                      <a:pt x="53" y="8"/>
                    </a:lnTo>
                    <a:lnTo>
                      <a:pt x="79" y="23"/>
                    </a:lnTo>
                    <a:lnTo>
                      <a:pt x="24" y="14"/>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06" name="Line 166"/>
              <p:cNvSpPr/>
              <p:nvPr/>
            </p:nvSpPr>
            <p:spPr>
              <a:xfrm>
                <a:off x="3551" y="1184"/>
                <a:ext cx="43" cy="5"/>
              </a:xfrm>
              <a:prstGeom prst="line">
                <a:avLst/>
              </a:prstGeom>
              <a:ln w="12700" cap="flat" cmpd="sng">
                <a:solidFill>
                  <a:schemeClr val="tx1"/>
                </a:solidFill>
                <a:prstDash val="solid"/>
                <a:headEnd type="none" w="med" len="med"/>
                <a:tailEnd type="none" w="med" len="med"/>
              </a:ln>
            </p:spPr>
          </p:sp>
          <p:sp>
            <p:nvSpPr>
              <p:cNvPr id="36007" name="Oval 167"/>
              <p:cNvSpPr/>
              <p:nvPr/>
            </p:nvSpPr>
            <p:spPr>
              <a:xfrm>
                <a:off x="3622" y="1191"/>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6008" name="Line 168"/>
              <p:cNvSpPr/>
              <p:nvPr/>
            </p:nvSpPr>
            <p:spPr>
              <a:xfrm>
                <a:off x="3633" y="1186"/>
                <a:ext cx="9" cy="0"/>
              </a:xfrm>
              <a:prstGeom prst="line">
                <a:avLst/>
              </a:prstGeom>
              <a:ln w="12700" cap="flat" cmpd="sng">
                <a:solidFill>
                  <a:schemeClr val="tx1"/>
                </a:solidFill>
                <a:prstDash val="solid"/>
                <a:headEnd type="none" w="med" len="med"/>
                <a:tailEnd type="none" w="med" len="med"/>
              </a:ln>
            </p:spPr>
          </p:sp>
          <p:sp>
            <p:nvSpPr>
              <p:cNvPr id="36009" name="Line 169"/>
              <p:cNvSpPr/>
              <p:nvPr/>
            </p:nvSpPr>
            <p:spPr>
              <a:xfrm>
                <a:off x="3632" y="1194"/>
                <a:ext cx="4" cy="5"/>
              </a:xfrm>
              <a:prstGeom prst="line">
                <a:avLst/>
              </a:prstGeom>
              <a:ln w="12700" cap="flat" cmpd="sng">
                <a:solidFill>
                  <a:schemeClr val="tx1"/>
                </a:solidFill>
                <a:prstDash val="solid"/>
                <a:headEnd type="none" w="med" len="med"/>
                <a:tailEnd type="none" w="med" len="med"/>
              </a:ln>
            </p:spPr>
          </p:sp>
          <p:sp>
            <p:nvSpPr>
              <p:cNvPr id="36010" name="Oval 170"/>
              <p:cNvSpPr/>
              <p:nvPr/>
            </p:nvSpPr>
            <p:spPr>
              <a:xfrm>
                <a:off x="3609" y="1204"/>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6011" name="Line 171"/>
              <p:cNvSpPr/>
              <p:nvPr/>
            </p:nvSpPr>
            <p:spPr>
              <a:xfrm>
                <a:off x="3700" y="1189"/>
                <a:ext cx="47" cy="6"/>
              </a:xfrm>
              <a:prstGeom prst="line">
                <a:avLst/>
              </a:prstGeom>
              <a:ln w="12700" cap="flat" cmpd="sng">
                <a:solidFill>
                  <a:schemeClr val="tx1"/>
                </a:solidFill>
                <a:prstDash val="solid"/>
                <a:headEnd type="none" w="med" len="med"/>
                <a:tailEnd type="none" w="med" len="med"/>
              </a:ln>
            </p:spPr>
          </p:sp>
          <p:sp>
            <p:nvSpPr>
              <p:cNvPr id="36012" name="Freeform 172"/>
              <p:cNvSpPr/>
              <p:nvPr/>
            </p:nvSpPr>
            <p:spPr>
              <a:xfrm>
                <a:off x="3627" y="1186"/>
                <a:ext cx="36" cy="24"/>
              </a:xfrm>
              <a:custGeom>
                <a:avLst/>
                <a:gdLst/>
                <a:ahLst/>
                <a:cxnLst>
                  <a:cxn ang="0">
                    <a:pos x="0" y="0"/>
                  </a:cxn>
                  <a:cxn ang="0">
                    <a:pos x="22" y="0"/>
                  </a:cxn>
                  <a:cxn ang="0">
                    <a:pos x="35" y="9"/>
                  </a:cxn>
                  <a:cxn ang="0">
                    <a:pos x="25" y="23"/>
                  </a:cxn>
                  <a:cxn ang="0">
                    <a:pos x="0" y="0"/>
                  </a:cxn>
                </a:cxnLst>
                <a:rect l="0" t="0" r="0" b="0"/>
                <a:pathLst>
                  <a:path w="36" h="24">
                    <a:moveTo>
                      <a:pt x="0" y="0"/>
                    </a:moveTo>
                    <a:lnTo>
                      <a:pt x="22" y="0"/>
                    </a:lnTo>
                    <a:lnTo>
                      <a:pt x="35" y="9"/>
                    </a:lnTo>
                    <a:lnTo>
                      <a:pt x="25" y="23"/>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13" name="Freeform 173"/>
              <p:cNvSpPr/>
              <p:nvPr/>
            </p:nvSpPr>
            <p:spPr>
              <a:xfrm>
                <a:off x="3624" y="1190"/>
                <a:ext cx="33" cy="22"/>
              </a:xfrm>
              <a:custGeom>
                <a:avLst/>
                <a:gdLst/>
                <a:ahLst/>
                <a:cxnLst>
                  <a:cxn ang="0">
                    <a:pos x="32" y="0"/>
                  </a:cxn>
                  <a:cxn ang="0">
                    <a:pos x="32" y="18"/>
                  </a:cxn>
                  <a:cxn ang="0">
                    <a:pos x="14" y="21"/>
                  </a:cxn>
                  <a:cxn ang="0">
                    <a:pos x="0" y="6"/>
                  </a:cxn>
                  <a:cxn ang="0">
                    <a:pos x="23" y="3"/>
                  </a:cxn>
                  <a:cxn ang="0">
                    <a:pos x="32" y="0"/>
                  </a:cxn>
                </a:cxnLst>
                <a:rect l="0" t="0" r="0" b="0"/>
                <a:pathLst>
                  <a:path w="33" h="22">
                    <a:moveTo>
                      <a:pt x="32" y="0"/>
                    </a:moveTo>
                    <a:lnTo>
                      <a:pt x="32" y="18"/>
                    </a:lnTo>
                    <a:lnTo>
                      <a:pt x="14" y="21"/>
                    </a:lnTo>
                    <a:lnTo>
                      <a:pt x="0" y="6"/>
                    </a:lnTo>
                    <a:lnTo>
                      <a:pt x="23" y="3"/>
                    </a:lnTo>
                    <a:lnTo>
                      <a:pt x="32"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14" name="Rectangle 174"/>
              <p:cNvSpPr/>
              <p:nvPr/>
            </p:nvSpPr>
            <p:spPr>
              <a:xfrm>
                <a:off x="3539" y="1215"/>
                <a:ext cx="28" cy="14"/>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mn-ea"/>
                </a:endParaRPr>
              </a:p>
            </p:txBody>
          </p:sp>
          <p:sp>
            <p:nvSpPr>
              <p:cNvPr id="36015" name="Freeform 175"/>
              <p:cNvSpPr/>
              <p:nvPr/>
            </p:nvSpPr>
            <p:spPr>
              <a:xfrm>
                <a:off x="3395" y="1140"/>
                <a:ext cx="141" cy="145"/>
              </a:xfrm>
              <a:custGeom>
                <a:avLst/>
                <a:gdLst/>
                <a:ahLst/>
                <a:cxnLst>
                  <a:cxn ang="0">
                    <a:pos x="0" y="0"/>
                  </a:cxn>
                  <a:cxn ang="0">
                    <a:pos x="0" y="144"/>
                  </a:cxn>
                  <a:cxn ang="0">
                    <a:pos x="140" y="138"/>
                  </a:cxn>
                  <a:cxn ang="0">
                    <a:pos x="140" y="4"/>
                  </a:cxn>
                  <a:cxn ang="0">
                    <a:pos x="0" y="0"/>
                  </a:cxn>
                </a:cxnLst>
                <a:rect l="0" t="0" r="0" b="0"/>
                <a:pathLst>
                  <a:path w="141" h="145">
                    <a:moveTo>
                      <a:pt x="0" y="0"/>
                    </a:moveTo>
                    <a:lnTo>
                      <a:pt x="0" y="144"/>
                    </a:lnTo>
                    <a:lnTo>
                      <a:pt x="140" y="138"/>
                    </a:lnTo>
                    <a:lnTo>
                      <a:pt x="140" y="4"/>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16" name="Line 176"/>
              <p:cNvSpPr/>
              <p:nvPr/>
            </p:nvSpPr>
            <p:spPr>
              <a:xfrm>
                <a:off x="3636" y="1251"/>
                <a:ext cx="10" cy="2"/>
              </a:xfrm>
              <a:prstGeom prst="line">
                <a:avLst/>
              </a:prstGeom>
              <a:ln w="12700" cap="flat" cmpd="sng">
                <a:solidFill>
                  <a:schemeClr val="tx1"/>
                </a:solidFill>
                <a:prstDash val="solid"/>
                <a:headEnd type="none" w="med" len="med"/>
                <a:tailEnd type="none" w="med" len="med"/>
              </a:ln>
            </p:spPr>
          </p:sp>
          <p:sp>
            <p:nvSpPr>
              <p:cNvPr id="36017" name="Line 177"/>
              <p:cNvSpPr/>
              <p:nvPr/>
            </p:nvSpPr>
            <p:spPr>
              <a:xfrm>
                <a:off x="3636" y="1246"/>
                <a:ext cx="10" cy="3"/>
              </a:xfrm>
              <a:prstGeom prst="line">
                <a:avLst/>
              </a:prstGeom>
              <a:ln w="12700" cap="flat" cmpd="sng">
                <a:solidFill>
                  <a:schemeClr val="tx1"/>
                </a:solidFill>
                <a:prstDash val="solid"/>
                <a:headEnd type="none" w="med" len="med"/>
                <a:tailEnd type="none" w="med" len="med"/>
              </a:ln>
            </p:spPr>
          </p:sp>
          <p:sp>
            <p:nvSpPr>
              <p:cNvPr id="36018" name="Freeform 178"/>
              <p:cNvSpPr/>
              <p:nvPr/>
            </p:nvSpPr>
            <p:spPr>
              <a:xfrm>
                <a:off x="3627" y="1243"/>
                <a:ext cx="36" cy="24"/>
              </a:xfrm>
              <a:custGeom>
                <a:avLst/>
                <a:gdLst/>
                <a:ahLst/>
                <a:cxnLst>
                  <a:cxn ang="0">
                    <a:pos x="26" y="23"/>
                  </a:cxn>
                  <a:cxn ang="0">
                    <a:pos x="35" y="23"/>
                  </a:cxn>
                  <a:cxn ang="0">
                    <a:pos x="35" y="19"/>
                  </a:cxn>
                  <a:cxn ang="0">
                    <a:pos x="35" y="3"/>
                  </a:cxn>
                  <a:cxn ang="0">
                    <a:pos x="35" y="0"/>
                  </a:cxn>
                  <a:cxn ang="0">
                    <a:pos x="26" y="0"/>
                  </a:cxn>
                  <a:cxn ang="0">
                    <a:pos x="17" y="3"/>
                  </a:cxn>
                  <a:cxn ang="0">
                    <a:pos x="8" y="6"/>
                  </a:cxn>
                  <a:cxn ang="0">
                    <a:pos x="0" y="9"/>
                  </a:cxn>
                  <a:cxn ang="0">
                    <a:pos x="0" y="13"/>
                  </a:cxn>
                  <a:cxn ang="0">
                    <a:pos x="8" y="13"/>
                  </a:cxn>
                  <a:cxn ang="0">
                    <a:pos x="8" y="19"/>
                  </a:cxn>
                  <a:cxn ang="0">
                    <a:pos x="17" y="23"/>
                  </a:cxn>
                  <a:cxn ang="0">
                    <a:pos x="26" y="23"/>
                  </a:cxn>
                </a:cxnLst>
                <a:rect l="0" t="0" r="0" b="0"/>
                <a:pathLst>
                  <a:path w="36" h="24">
                    <a:moveTo>
                      <a:pt x="26" y="23"/>
                    </a:moveTo>
                    <a:lnTo>
                      <a:pt x="35" y="23"/>
                    </a:lnTo>
                    <a:lnTo>
                      <a:pt x="35" y="19"/>
                    </a:lnTo>
                    <a:lnTo>
                      <a:pt x="35" y="3"/>
                    </a:lnTo>
                    <a:lnTo>
                      <a:pt x="35" y="0"/>
                    </a:lnTo>
                    <a:lnTo>
                      <a:pt x="26" y="0"/>
                    </a:lnTo>
                    <a:lnTo>
                      <a:pt x="17" y="3"/>
                    </a:lnTo>
                    <a:lnTo>
                      <a:pt x="8" y="6"/>
                    </a:lnTo>
                    <a:lnTo>
                      <a:pt x="0" y="9"/>
                    </a:lnTo>
                    <a:lnTo>
                      <a:pt x="0" y="13"/>
                    </a:lnTo>
                    <a:lnTo>
                      <a:pt x="8" y="13"/>
                    </a:lnTo>
                    <a:lnTo>
                      <a:pt x="8" y="19"/>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19" name="Freeform 179"/>
              <p:cNvSpPr/>
              <p:nvPr/>
            </p:nvSpPr>
            <p:spPr>
              <a:xfrm>
                <a:off x="3628" y="1243"/>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20" name="Freeform 180"/>
              <p:cNvSpPr/>
              <p:nvPr/>
            </p:nvSpPr>
            <p:spPr>
              <a:xfrm>
                <a:off x="3647" y="1248"/>
                <a:ext cx="35" cy="22"/>
              </a:xfrm>
              <a:custGeom>
                <a:avLst/>
                <a:gdLst/>
                <a:ahLst/>
                <a:cxnLst>
                  <a:cxn ang="0">
                    <a:pos x="0" y="9"/>
                  </a:cxn>
                  <a:cxn ang="0">
                    <a:pos x="0" y="12"/>
                  </a:cxn>
                  <a:cxn ang="0">
                    <a:pos x="4" y="12"/>
                  </a:cxn>
                  <a:cxn ang="0">
                    <a:pos x="4" y="15"/>
                  </a:cxn>
                  <a:cxn ang="0">
                    <a:pos x="9" y="18"/>
                  </a:cxn>
                  <a:cxn ang="0">
                    <a:pos x="14" y="21"/>
                  </a:cxn>
                  <a:cxn ang="0">
                    <a:pos x="19" y="21"/>
                  </a:cxn>
                  <a:cxn ang="0">
                    <a:pos x="24" y="18"/>
                  </a:cxn>
                  <a:cxn ang="0">
                    <a:pos x="29" y="15"/>
                  </a:cxn>
                  <a:cxn ang="0">
                    <a:pos x="29" y="12"/>
                  </a:cxn>
                  <a:cxn ang="0">
                    <a:pos x="34" y="12"/>
                  </a:cxn>
                  <a:cxn ang="0">
                    <a:pos x="34" y="9"/>
                  </a:cxn>
                  <a:cxn ang="0">
                    <a:pos x="29" y="6"/>
                  </a:cxn>
                  <a:cxn ang="0">
                    <a:pos x="24" y="3"/>
                  </a:cxn>
                  <a:cxn ang="0">
                    <a:pos x="19" y="0"/>
                  </a:cxn>
                  <a:cxn ang="0">
                    <a:pos x="14" y="0"/>
                  </a:cxn>
                  <a:cxn ang="0">
                    <a:pos x="9" y="3"/>
                  </a:cxn>
                  <a:cxn ang="0">
                    <a:pos x="4" y="6"/>
                  </a:cxn>
                  <a:cxn ang="0">
                    <a:pos x="0" y="9"/>
                  </a:cxn>
                </a:cxnLst>
                <a:rect l="0" t="0" r="0" b="0"/>
                <a:pathLst>
                  <a:path w="35" h="22">
                    <a:moveTo>
                      <a:pt x="0" y="9"/>
                    </a:moveTo>
                    <a:lnTo>
                      <a:pt x="0" y="12"/>
                    </a:lnTo>
                    <a:lnTo>
                      <a:pt x="4" y="12"/>
                    </a:lnTo>
                    <a:lnTo>
                      <a:pt x="4" y="15"/>
                    </a:lnTo>
                    <a:lnTo>
                      <a:pt x="9" y="18"/>
                    </a:lnTo>
                    <a:lnTo>
                      <a:pt x="14" y="21"/>
                    </a:lnTo>
                    <a:lnTo>
                      <a:pt x="19" y="21"/>
                    </a:lnTo>
                    <a:lnTo>
                      <a:pt x="24" y="18"/>
                    </a:lnTo>
                    <a:lnTo>
                      <a:pt x="29" y="15"/>
                    </a:lnTo>
                    <a:lnTo>
                      <a:pt x="29" y="12"/>
                    </a:lnTo>
                    <a:lnTo>
                      <a:pt x="34" y="12"/>
                    </a:lnTo>
                    <a:lnTo>
                      <a:pt x="34" y="9"/>
                    </a:lnTo>
                    <a:lnTo>
                      <a:pt x="29" y="6"/>
                    </a:lnTo>
                    <a:lnTo>
                      <a:pt x="24" y="3"/>
                    </a:lnTo>
                    <a:lnTo>
                      <a:pt x="19" y="0"/>
                    </a:lnTo>
                    <a:lnTo>
                      <a:pt x="14" y="0"/>
                    </a:lnTo>
                    <a:lnTo>
                      <a:pt x="9" y="3"/>
                    </a:lnTo>
                    <a:lnTo>
                      <a:pt x="4"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21" name="Line 181"/>
              <p:cNvSpPr/>
              <p:nvPr/>
            </p:nvSpPr>
            <p:spPr>
              <a:xfrm>
                <a:off x="3624" y="1233"/>
                <a:ext cx="6" cy="4"/>
              </a:xfrm>
              <a:prstGeom prst="line">
                <a:avLst/>
              </a:prstGeom>
              <a:ln w="12700" cap="flat" cmpd="sng">
                <a:solidFill>
                  <a:schemeClr val="tx1"/>
                </a:solidFill>
                <a:prstDash val="solid"/>
                <a:headEnd type="none" w="med" len="med"/>
                <a:tailEnd type="none" w="med" len="med"/>
              </a:ln>
            </p:spPr>
          </p:sp>
          <p:sp>
            <p:nvSpPr>
              <p:cNvPr id="36022" name="Line 182"/>
              <p:cNvSpPr/>
              <p:nvPr/>
            </p:nvSpPr>
            <p:spPr>
              <a:xfrm>
                <a:off x="3620" y="1231"/>
                <a:ext cx="14" cy="2"/>
              </a:xfrm>
              <a:prstGeom prst="line">
                <a:avLst/>
              </a:prstGeom>
              <a:ln w="12700" cap="flat" cmpd="sng">
                <a:solidFill>
                  <a:schemeClr val="tx1"/>
                </a:solidFill>
                <a:prstDash val="solid"/>
                <a:headEnd type="none" w="med" len="med"/>
                <a:tailEnd type="none" w="med" len="med"/>
              </a:ln>
            </p:spPr>
          </p:sp>
          <p:sp>
            <p:nvSpPr>
              <p:cNvPr id="36023" name="Freeform 183"/>
              <p:cNvSpPr/>
              <p:nvPr/>
            </p:nvSpPr>
            <p:spPr>
              <a:xfrm>
                <a:off x="3614" y="1228"/>
                <a:ext cx="36" cy="24"/>
              </a:xfrm>
              <a:custGeom>
                <a:avLst/>
                <a:gdLst/>
                <a:ahLst/>
                <a:cxnLst>
                  <a:cxn ang="0">
                    <a:pos x="26" y="23"/>
                  </a:cxn>
                  <a:cxn ang="0">
                    <a:pos x="35" y="23"/>
                  </a:cxn>
                  <a:cxn ang="0">
                    <a:pos x="35" y="19"/>
                  </a:cxn>
                  <a:cxn ang="0">
                    <a:pos x="35" y="3"/>
                  </a:cxn>
                  <a:cxn ang="0">
                    <a:pos x="35" y="0"/>
                  </a:cxn>
                  <a:cxn ang="0">
                    <a:pos x="26" y="0"/>
                  </a:cxn>
                  <a:cxn ang="0">
                    <a:pos x="17" y="0"/>
                  </a:cxn>
                  <a:cxn ang="0">
                    <a:pos x="8" y="3"/>
                  </a:cxn>
                  <a:cxn ang="0">
                    <a:pos x="8" y="6"/>
                  </a:cxn>
                  <a:cxn ang="0">
                    <a:pos x="0" y="6"/>
                  </a:cxn>
                  <a:cxn ang="0">
                    <a:pos x="0" y="9"/>
                  </a:cxn>
                  <a:cxn ang="0">
                    <a:pos x="8" y="13"/>
                  </a:cxn>
                  <a:cxn ang="0">
                    <a:pos x="8" y="16"/>
                  </a:cxn>
                  <a:cxn ang="0">
                    <a:pos x="17" y="19"/>
                  </a:cxn>
                  <a:cxn ang="0">
                    <a:pos x="26" y="23"/>
                  </a:cxn>
                </a:cxnLst>
                <a:rect l="0" t="0" r="0" b="0"/>
                <a:pathLst>
                  <a:path w="36" h="24">
                    <a:moveTo>
                      <a:pt x="26" y="23"/>
                    </a:moveTo>
                    <a:lnTo>
                      <a:pt x="35" y="23"/>
                    </a:lnTo>
                    <a:lnTo>
                      <a:pt x="35" y="19"/>
                    </a:lnTo>
                    <a:lnTo>
                      <a:pt x="35" y="3"/>
                    </a:lnTo>
                    <a:lnTo>
                      <a:pt x="35" y="0"/>
                    </a:lnTo>
                    <a:lnTo>
                      <a:pt x="26" y="0"/>
                    </a:lnTo>
                    <a:lnTo>
                      <a:pt x="17" y="0"/>
                    </a:lnTo>
                    <a:lnTo>
                      <a:pt x="8" y="3"/>
                    </a:lnTo>
                    <a:lnTo>
                      <a:pt x="8" y="6"/>
                    </a:lnTo>
                    <a:lnTo>
                      <a:pt x="0" y="6"/>
                    </a:lnTo>
                    <a:lnTo>
                      <a:pt x="0" y="9"/>
                    </a:lnTo>
                    <a:lnTo>
                      <a:pt x="8" y="13"/>
                    </a:lnTo>
                    <a:lnTo>
                      <a:pt x="8" y="16"/>
                    </a:lnTo>
                    <a:lnTo>
                      <a:pt x="17" y="19"/>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24" name="Freeform 184"/>
              <p:cNvSpPr/>
              <p:nvPr/>
            </p:nvSpPr>
            <p:spPr>
              <a:xfrm>
                <a:off x="3618" y="1228"/>
                <a:ext cx="35" cy="24"/>
              </a:xfrm>
              <a:custGeom>
                <a:avLst/>
                <a:gdLst/>
                <a:ahLst/>
                <a:cxnLst>
                  <a:cxn ang="0">
                    <a:pos x="2" y="0"/>
                  </a:cxn>
                  <a:cxn ang="0">
                    <a:pos x="34" y="12"/>
                  </a:cxn>
                  <a:cxn ang="0">
                    <a:pos x="32" y="23"/>
                  </a:cxn>
                  <a:cxn ang="0">
                    <a:pos x="0" y="10"/>
                  </a:cxn>
                  <a:cxn ang="0">
                    <a:pos x="2" y="0"/>
                  </a:cxn>
                </a:cxnLst>
                <a:rect l="0" t="0" r="0" b="0"/>
                <a:pathLst>
                  <a:path w="35" h="24">
                    <a:moveTo>
                      <a:pt x="2" y="0"/>
                    </a:moveTo>
                    <a:lnTo>
                      <a:pt x="34" y="12"/>
                    </a:lnTo>
                    <a:lnTo>
                      <a:pt x="32" y="23"/>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25" name="Freeform 185"/>
              <p:cNvSpPr/>
              <p:nvPr/>
            </p:nvSpPr>
            <p:spPr>
              <a:xfrm>
                <a:off x="3633" y="1232"/>
                <a:ext cx="34" cy="23"/>
              </a:xfrm>
              <a:custGeom>
                <a:avLst/>
                <a:gdLst/>
                <a:ahLst/>
                <a:cxnLst>
                  <a:cxn ang="0">
                    <a:pos x="0" y="7"/>
                  </a:cxn>
                  <a:cxn ang="0">
                    <a:pos x="0" y="11"/>
                  </a:cxn>
                  <a:cxn ang="0">
                    <a:pos x="4" y="11"/>
                  </a:cxn>
                  <a:cxn ang="0">
                    <a:pos x="4" y="18"/>
                  </a:cxn>
                  <a:cxn ang="0">
                    <a:pos x="9" y="22"/>
                  </a:cxn>
                  <a:cxn ang="0">
                    <a:pos x="14" y="22"/>
                  </a:cxn>
                  <a:cxn ang="0">
                    <a:pos x="18" y="22"/>
                  </a:cxn>
                  <a:cxn ang="0">
                    <a:pos x="23" y="22"/>
                  </a:cxn>
                  <a:cxn ang="0">
                    <a:pos x="28" y="18"/>
                  </a:cxn>
                  <a:cxn ang="0">
                    <a:pos x="28" y="11"/>
                  </a:cxn>
                  <a:cxn ang="0">
                    <a:pos x="33" y="11"/>
                  </a:cxn>
                  <a:cxn ang="0">
                    <a:pos x="33" y="7"/>
                  </a:cxn>
                  <a:cxn ang="0">
                    <a:pos x="28" y="3"/>
                  </a:cxn>
                  <a:cxn ang="0">
                    <a:pos x="28" y="0"/>
                  </a:cxn>
                  <a:cxn ang="0">
                    <a:pos x="23" y="0"/>
                  </a:cxn>
                  <a:cxn ang="0">
                    <a:pos x="18" y="0"/>
                  </a:cxn>
                  <a:cxn ang="0">
                    <a:pos x="9" y="0"/>
                  </a:cxn>
                  <a:cxn ang="0">
                    <a:pos x="4" y="0"/>
                  </a:cxn>
                  <a:cxn ang="0">
                    <a:pos x="4" y="3"/>
                  </a:cxn>
                  <a:cxn ang="0">
                    <a:pos x="0" y="7"/>
                  </a:cxn>
                </a:cxnLst>
                <a:rect l="0" t="0" r="0" b="0"/>
                <a:pathLst>
                  <a:path w="34" h="23">
                    <a:moveTo>
                      <a:pt x="0" y="7"/>
                    </a:moveTo>
                    <a:lnTo>
                      <a:pt x="0" y="11"/>
                    </a:lnTo>
                    <a:lnTo>
                      <a:pt x="4" y="11"/>
                    </a:lnTo>
                    <a:lnTo>
                      <a:pt x="4" y="18"/>
                    </a:lnTo>
                    <a:lnTo>
                      <a:pt x="9" y="22"/>
                    </a:lnTo>
                    <a:lnTo>
                      <a:pt x="14" y="22"/>
                    </a:lnTo>
                    <a:lnTo>
                      <a:pt x="18" y="22"/>
                    </a:lnTo>
                    <a:lnTo>
                      <a:pt x="23" y="22"/>
                    </a:lnTo>
                    <a:lnTo>
                      <a:pt x="28" y="18"/>
                    </a:lnTo>
                    <a:lnTo>
                      <a:pt x="28" y="11"/>
                    </a:lnTo>
                    <a:lnTo>
                      <a:pt x="33" y="11"/>
                    </a:lnTo>
                    <a:lnTo>
                      <a:pt x="33" y="7"/>
                    </a:lnTo>
                    <a:lnTo>
                      <a:pt x="28" y="3"/>
                    </a:lnTo>
                    <a:lnTo>
                      <a:pt x="28" y="0"/>
                    </a:lnTo>
                    <a:lnTo>
                      <a:pt x="23" y="0"/>
                    </a:lnTo>
                    <a:lnTo>
                      <a:pt x="18" y="0"/>
                    </a:lnTo>
                    <a:lnTo>
                      <a:pt x="9" y="0"/>
                    </a:lnTo>
                    <a:lnTo>
                      <a:pt x="4" y="0"/>
                    </a:lnTo>
                    <a:lnTo>
                      <a:pt x="4" y="3"/>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26" name="Line 186"/>
              <p:cNvSpPr/>
              <p:nvPr/>
            </p:nvSpPr>
            <p:spPr>
              <a:xfrm>
                <a:off x="3632" y="1215"/>
                <a:ext cx="11" cy="1"/>
              </a:xfrm>
              <a:prstGeom prst="line">
                <a:avLst/>
              </a:prstGeom>
              <a:ln w="12700" cap="flat" cmpd="sng">
                <a:solidFill>
                  <a:schemeClr val="tx1"/>
                </a:solidFill>
                <a:prstDash val="solid"/>
                <a:headEnd type="none" w="med" len="med"/>
                <a:tailEnd type="none" w="med" len="med"/>
              </a:ln>
            </p:spPr>
          </p:sp>
          <p:sp>
            <p:nvSpPr>
              <p:cNvPr id="36027" name="Line 187"/>
              <p:cNvSpPr/>
              <p:nvPr/>
            </p:nvSpPr>
            <p:spPr>
              <a:xfrm>
                <a:off x="3636" y="1215"/>
                <a:ext cx="10" cy="1"/>
              </a:xfrm>
              <a:prstGeom prst="line">
                <a:avLst/>
              </a:prstGeom>
              <a:ln w="12700" cap="flat" cmpd="sng">
                <a:solidFill>
                  <a:schemeClr val="tx1"/>
                </a:solidFill>
                <a:prstDash val="solid"/>
                <a:headEnd type="none" w="med" len="med"/>
                <a:tailEnd type="none" w="med" len="med"/>
              </a:ln>
            </p:spPr>
          </p:sp>
          <p:sp>
            <p:nvSpPr>
              <p:cNvPr id="36028" name="Freeform 188"/>
              <p:cNvSpPr/>
              <p:nvPr/>
            </p:nvSpPr>
            <p:spPr>
              <a:xfrm>
                <a:off x="3627" y="1212"/>
                <a:ext cx="36" cy="24"/>
              </a:xfrm>
              <a:custGeom>
                <a:avLst/>
                <a:gdLst/>
                <a:ahLst/>
                <a:cxnLst>
                  <a:cxn ang="0">
                    <a:pos x="26" y="23"/>
                  </a:cxn>
                  <a:cxn ang="0">
                    <a:pos x="26" y="19"/>
                  </a:cxn>
                  <a:cxn ang="0">
                    <a:pos x="35" y="19"/>
                  </a:cxn>
                  <a:cxn ang="0">
                    <a:pos x="35" y="3"/>
                  </a:cxn>
                  <a:cxn ang="0">
                    <a:pos x="26" y="3"/>
                  </a:cxn>
                  <a:cxn ang="0">
                    <a:pos x="26" y="0"/>
                  </a:cxn>
                  <a:cxn ang="0">
                    <a:pos x="17" y="0"/>
                  </a:cxn>
                  <a:cxn ang="0">
                    <a:pos x="17" y="3"/>
                  </a:cxn>
                  <a:cxn ang="0">
                    <a:pos x="8" y="3"/>
                  </a:cxn>
                  <a:cxn ang="0">
                    <a:pos x="0" y="6"/>
                  </a:cxn>
                  <a:cxn ang="0">
                    <a:pos x="0" y="9"/>
                  </a:cxn>
                  <a:cxn ang="0">
                    <a:pos x="0" y="13"/>
                  </a:cxn>
                  <a:cxn ang="0">
                    <a:pos x="0" y="16"/>
                  </a:cxn>
                  <a:cxn ang="0">
                    <a:pos x="8" y="19"/>
                  </a:cxn>
                  <a:cxn ang="0">
                    <a:pos x="17" y="19"/>
                  </a:cxn>
                  <a:cxn ang="0">
                    <a:pos x="17" y="23"/>
                  </a:cxn>
                  <a:cxn ang="0">
                    <a:pos x="26" y="23"/>
                  </a:cxn>
                </a:cxnLst>
                <a:rect l="0" t="0" r="0" b="0"/>
                <a:pathLst>
                  <a:path w="36" h="24">
                    <a:moveTo>
                      <a:pt x="26" y="23"/>
                    </a:moveTo>
                    <a:lnTo>
                      <a:pt x="26" y="19"/>
                    </a:lnTo>
                    <a:lnTo>
                      <a:pt x="35" y="19"/>
                    </a:lnTo>
                    <a:lnTo>
                      <a:pt x="35" y="3"/>
                    </a:lnTo>
                    <a:lnTo>
                      <a:pt x="26" y="3"/>
                    </a:lnTo>
                    <a:lnTo>
                      <a:pt x="26" y="0"/>
                    </a:lnTo>
                    <a:lnTo>
                      <a:pt x="17" y="0"/>
                    </a:lnTo>
                    <a:lnTo>
                      <a:pt x="17" y="3"/>
                    </a:lnTo>
                    <a:lnTo>
                      <a:pt x="8" y="3"/>
                    </a:lnTo>
                    <a:lnTo>
                      <a:pt x="0" y="6"/>
                    </a:lnTo>
                    <a:lnTo>
                      <a:pt x="0" y="9"/>
                    </a:lnTo>
                    <a:lnTo>
                      <a:pt x="0" y="13"/>
                    </a:lnTo>
                    <a:lnTo>
                      <a:pt x="0" y="16"/>
                    </a:lnTo>
                    <a:lnTo>
                      <a:pt x="8" y="19"/>
                    </a:lnTo>
                    <a:lnTo>
                      <a:pt x="17" y="19"/>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29" name="Freeform 189"/>
              <p:cNvSpPr/>
              <p:nvPr/>
            </p:nvSpPr>
            <p:spPr>
              <a:xfrm>
                <a:off x="3627" y="1212"/>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30" name="Freeform 190"/>
              <p:cNvSpPr/>
              <p:nvPr/>
            </p:nvSpPr>
            <p:spPr>
              <a:xfrm>
                <a:off x="3647" y="1214"/>
                <a:ext cx="35" cy="24"/>
              </a:xfrm>
              <a:custGeom>
                <a:avLst/>
                <a:gdLst/>
                <a:ahLst/>
                <a:cxnLst>
                  <a:cxn ang="0">
                    <a:pos x="0" y="9"/>
                  </a:cxn>
                  <a:cxn ang="0">
                    <a:pos x="0" y="13"/>
                  </a:cxn>
                  <a:cxn ang="0">
                    <a:pos x="0" y="16"/>
                  </a:cxn>
                  <a:cxn ang="0">
                    <a:pos x="11" y="23"/>
                  </a:cxn>
                  <a:cxn ang="0">
                    <a:pos x="17" y="23"/>
                  </a:cxn>
                  <a:cxn ang="0">
                    <a:pos x="17" y="19"/>
                  </a:cxn>
                  <a:cxn ang="0">
                    <a:pos x="22" y="19"/>
                  </a:cxn>
                  <a:cxn ang="0">
                    <a:pos x="28" y="16"/>
                  </a:cxn>
                  <a:cxn ang="0">
                    <a:pos x="28" y="13"/>
                  </a:cxn>
                  <a:cxn ang="0">
                    <a:pos x="34" y="13"/>
                  </a:cxn>
                  <a:cxn ang="0">
                    <a:pos x="34" y="6"/>
                  </a:cxn>
                  <a:cxn ang="0">
                    <a:pos x="28" y="6"/>
                  </a:cxn>
                  <a:cxn ang="0">
                    <a:pos x="28" y="3"/>
                  </a:cxn>
                  <a:cxn ang="0">
                    <a:pos x="22" y="0"/>
                  </a:cxn>
                  <a:cxn ang="0">
                    <a:pos x="17" y="0"/>
                  </a:cxn>
                  <a:cxn ang="0">
                    <a:pos x="11" y="0"/>
                  </a:cxn>
                  <a:cxn ang="0">
                    <a:pos x="0" y="6"/>
                  </a:cxn>
                  <a:cxn ang="0">
                    <a:pos x="0" y="9"/>
                  </a:cxn>
                </a:cxnLst>
                <a:rect l="0" t="0" r="0" b="0"/>
                <a:pathLst>
                  <a:path w="35" h="24">
                    <a:moveTo>
                      <a:pt x="0" y="9"/>
                    </a:moveTo>
                    <a:lnTo>
                      <a:pt x="0" y="13"/>
                    </a:lnTo>
                    <a:lnTo>
                      <a:pt x="0" y="16"/>
                    </a:lnTo>
                    <a:lnTo>
                      <a:pt x="11" y="23"/>
                    </a:lnTo>
                    <a:lnTo>
                      <a:pt x="17" y="23"/>
                    </a:lnTo>
                    <a:lnTo>
                      <a:pt x="17" y="19"/>
                    </a:lnTo>
                    <a:lnTo>
                      <a:pt x="22" y="19"/>
                    </a:lnTo>
                    <a:lnTo>
                      <a:pt x="28" y="16"/>
                    </a:lnTo>
                    <a:lnTo>
                      <a:pt x="28" y="13"/>
                    </a:lnTo>
                    <a:lnTo>
                      <a:pt x="34" y="13"/>
                    </a:lnTo>
                    <a:lnTo>
                      <a:pt x="34" y="6"/>
                    </a:lnTo>
                    <a:lnTo>
                      <a:pt x="28" y="6"/>
                    </a:lnTo>
                    <a:lnTo>
                      <a:pt x="28" y="3"/>
                    </a:lnTo>
                    <a:lnTo>
                      <a:pt x="22" y="0"/>
                    </a:lnTo>
                    <a:lnTo>
                      <a:pt x="17" y="0"/>
                    </a:lnTo>
                    <a:lnTo>
                      <a:pt x="11" y="0"/>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31" name="Line 191"/>
              <p:cNvSpPr/>
              <p:nvPr/>
            </p:nvSpPr>
            <p:spPr>
              <a:xfrm>
                <a:off x="3668" y="1209"/>
                <a:ext cx="13" cy="1"/>
              </a:xfrm>
              <a:prstGeom prst="line">
                <a:avLst/>
              </a:prstGeom>
              <a:ln w="12700" cap="flat" cmpd="sng">
                <a:solidFill>
                  <a:schemeClr val="tx1"/>
                </a:solidFill>
                <a:prstDash val="solid"/>
                <a:headEnd type="none" w="med" len="med"/>
                <a:tailEnd type="none" w="med" len="med"/>
              </a:ln>
            </p:spPr>
          </p:sp>
          <p:sp>
            <p:nvSpPr>
              <p:cNvPr id="36032" name="Line 192"/>
              <p:cNvSpPr/>
              <p:nvPr/>
            </p:nvSpPr>
            <p:spPr>
              <a:xfrm>
                <a:off x="3673" y="1208"/>
                <a:ext cx="9" cy="1"/>
              </a:xfrm>
              <a:prstGeom prst="line">
                <a:avLst/>
              </a:prstGeom>
              <a:ln w="12700" cap="flat" cmpd="sng">
                <a:solidFill>
                  <a:schemeClr val="tx1"/>
                </a:solidFill>
                <a:prstDash val="solid"/>
                <a:headEnd type="none" w="med" len="med"/>
                <a:tailEnd type="none" w="med" len="med"/>
              </a:ln>
            </p:spPr>
          </p:sp>
          <p:sp>
            <p:nvSpPr>
              <p:cNvPr id="36033" name="Freeform 193"/>
              <p:cNvSpPr/>
              <p:nvPr/>
            </p:nvSpPr>
            <p:spPr>
              <a:xfrm>
                <a:off x="3663" y="1207"/>
                <a:ext cx="36" cy="23"/>
              </a:xfrm>
              <a:custGeom>
                <a:avLst/>
                <a:gdLst/>
                <a:ahLst/>
                <a:cxnLst>
                  <a:cxn ang="0">
                    <a:pos x="26" y="22"/>
                  </a:cxn>
                  <a:cxn ang="0">
                    <a:pos x="35" y="22"/>
                  </a:cxn>
                  <a:cxn ang="0">
                    <a:pos x="35" y="18"/>
                  </a:cxn>
                  <a:cxn ang="0">
                    <a:pos x="35" y="3"/>
                  </a:cxn>
                  <a:cxn ang="0">
                    <a:pos x="35" y="0"/>
                  </a:cxn>
                  <a:cxn ang="0">
                    <a:pos x="26" y="0"/>
                  </a:cxn>
                  <a:cxn ang="0">
                    <a:pos x="17" y="3"/>
                  </a:cxn>
                  <a:cxn ang="0">
                    <a:pos x="8" y="6"/>
                  </a:cxn>
                  <a:cxn ang="0">
                    <a:pos x="0" y="9"/>
                  </a:cxn>
                  <a:cxn ang="0">
                    <a:pos x="0" y="12"/>
                  </a:cxn>
                  <a:cxn ang="0">
                    <a:pos x="8" y="15"/>
                  </a:cxn>
                  <a:cxn ang="0">
                    <a:pos x="17" y="18"/>
                  </a:cxn>
                  <a:cxn ang="0">
                    <a:pos x="26" y="22"/>
                  </a:cxn>
                </a:cxnLst>
                <a:rect l="0" t="0" r="0" b="0"/>
                <a:pathLst>
                  <a:path w="36" h="23">
                    <a:moveTo>
                      <a:pt x="26" y="22"/>
                    </a:moveTo>
                    <a:lnTo>
                      <a:pt x="35" y="22"/>
                    </a:lnTo>
                    <a:lnTo>
                      <a:pt x="35" y="18"/>
                    </a:lnTo>
                    <a:lnTo>
                      <a:pt x="35" y="3"/>
                    </a:lnTo>
                    <a:lnTo>
                      <a:pt x="35" y="0"/>
                    </a:lnTo>
                    <a:lnTo>
                      <a:pt x="26" y="0"/>
                    </a:lnTo>
                    <a:lnTo>
                      <a:pt x="17" y="3"/>
                    </a:lnTo>
                    <a:lnTo>
                      <a:pt x="8" y="6"/>
                    </a:lnTo>
                    <a:lnTo>
                      <a:pt x="0" y="9"/>
                    </a:lnTo>
                    <a:lnTo>
                      <a:pt x="0" y="12"/>
                    </a:lnTo>
                    <a:lnTo>
                      <a:pt x="8" y="15"/>
                    </a:lnTo>
                    <a:lnTo>
                      <a:pt x="17" y="18"/>
                    </a:lnTo>
                    <a:lnTo>
                      <a:pt x="26"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34" name="Freeform 194"/>
              <p:cNvSpPr/>
              <p:nvPr/>
            </p:nvSpPr>
            <p:spPr>
              <a:xfrm>
                <a:off x="3663" y="1207"/>
                <a:ext cx="36" cy="23"/>
              </a:xfrm>
              <a:custGeom>
                <a:avLst/>
                <a:gdLst/>
                <a:ahLst/>
                <a:cxnLst>
                  <a:cxn ang="0">
                    <a:pos x="2" y="0"/>
                  </a:cxn>
                  <a:cxn ang="0">
                    <a:pos x="35" y="11"/>
                  </a:cxn>
                  <a:cxn ang="0">
                    <a:pos x="33" y="22"/>
                  </a:cxn>
                  <a:cxn ang="0">
                    <a:pos x="0" y="11"/>
                  </a:cxn>
                  <a:cxn ang="0">
                    <a:pos x="2" y="0"/>
                  </a:cxn>
                </a:cxnLst>
                <a:rect l="0" t="0" r="0" b="0"/>
                <a:pathLst>
                  <a:path w="36" h="23">
                    <a:moveTo>
                      <a:pt x="2" y="0"/>
                    </a:moveTo>
                    <a:lnTo>
                      <a:pt x="35" y="11"/>
                    </a:lnTo>
                    <a:lnTo>
                      <a:pt x="33" y="22"/>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35" name="Freeform 195"/>
              <p:cNvSpPr/>
              <p:nvPr/>
            </p:nvSpPr>
            <p:spPr>
              <a:xfrm>
                <a:off x="3680" y="1208"/>
                <a:ext cx="34" cy="23"/>
              </a:xfrm>
              <a:custGeom>
                <a:avLst/>
                <a:gdLst/>
                <a:ahLst/>
                <a:cxnLst>
                  <a:cxn ang="0">
                    <a:pos x="0" y="9"/>
                  </a:cxn>
                  <a:cxn ang="0">
                    <a:pos x="4" y="12"/>
                  </a:cxn>
                  <a:cxn ang="0">
                    <a:pos x="4" y="15"/>
                  </a:cxn>
                  <a:cxn ang="0">
                    <a:pos x="9" y="18"/>
                  </a:cxn>
                  <a:cxn ang="0">
                    <a:pos x="14" y="22"/>
                  </a:cxn>
                  <a:cxn ang="0">
                    <a:pos x="18" y="22"/>
                  </a:cxn>
                  <a:cxn ang="0">
                    <a:pos x="18" y="18"/>
                  </a:cxn>
                  <a:cxn ang="0">
                    <a:pos x="23" y="18"/>
                  </a:cxn>
                  <a:cxn ang="0">
                    <a:pos x="28" y="15"/>
                  </a:cxn>
                  <a:cxn ang="0">
                    <a:pos x="28" y="12"/>
                  </a:cxn>
                  <a:cxn ang="0">
                    <a:pos x="33" y="9"/>
                  </a:cxn>
                  <a:cxn ang="0">
                    <a:pos x="33" y="6"/>
                  </a:cxn>
                  <a:cxn ang="0">
                    <a:pos x="28" y="6"/>
                  </a:cxn>
                  <a:cxn ang="0">
                    <a:pos x="28" y="3"/>
                  </a:cxn>
                  <a:cxn ang="0">
                    <a:pos x="23" y="0"/>
                  </a:cxn>
                  <a:cxn ang="0">
                    <a:pos x="18" y="0"/>
                  </a:cxn>
                  <a:cxn ang="0">
                    <a:pos x="14" y="0"/>
                  </a:cxn>
                  <a:cxn ang="0">
                    <a:pos x="9" y="0"/>
                  </a:cxn>
                  <a:cxn ang="0">
                    <a:pos x="4" y="3"/>
                  </a:cxn>
                  <a:cxn ang="0">
                    <a:pos x="4" y="6"/>
                  </a:cxn>
                  <a:cxn ang="0">
                    <a:pos x="0" y="6"/>
                  </a:cxn>
                  <a:cxn ang="0">
                    <a:pos x="0" y="9"/>
                  </a:cxn>
                </a:cxnLst>
                <a:rect l="0" t="0" r="0" b="0"/>
                <a:pathLst>
                  <a:path w="34" h="23">
                    <a:moveTo>
                      <a:pt x="0" y="9"/>
                    </a:moveTo>
                    <a:lnTo>
                      <a:pt x="4" y="12"/>
                    </a:lnTo>
                    <a:lnTo>
                      <a:pt x="4" y="15"/>
                    </a:lnTo>
                    <a:lnTo>
                      <a:pt x="9" y="18"/>
                    </a:lnTo>
                    <a:lnTo>
                      <a:pt x="14" y="22"/>
                    </a:lnTo>
                    <a:lnTo>
                      <a:pt x="18" y="22"/>
                    </a:lnTo>
                    <a:lnTo>
                      <a:pt x="18" y="18"/>
                    </a:lnTo>
                    <a:lnTo>
                      <a:pt x="23" y="18"/>
                    </a:lnTo>
                    <a:lnTo>
                      <a:pt x="28" y="15"/>
                    </a:lnTo>
                    <a:lnTo>
                      <a:pt x="28" y="12"/>
                    </a:lnTo>
                    <a:lnTo>
                      <a:pt x="33" y="9"/>
                    </a:lnTo>
                    <a:lnTo>
                      <a:pt x="33" y="6"/>
                    </a:lnTo>
                    <a:lnTo>
                      <a:pt x="28" y="6"/>
                    </a:lnTo>
                    <a:lnTo>
                      <a:pt x="28" y="3"/>
                    </a:lnTo>
                    <a:lnTo>
                      <a:pt x="23" y="0"/>
                    </a:lnTo>
                    <a:lnTo>
                      <a:pt x="18" y="0"/>
                    </a:lnTo>
                    <a:lnTo>
                      <a:pt x="14" y="0"/>
                    </a:lnTo>
                    <a:lnTo>
                      <a:pt x="9" y="0"/>
                    </a:lnTo>
                    <a:lnTo>
                      <a:pt x="4" y="3"/>
                    </a:lnTo>
                    <a:lnTo>
                      <a:pt x="4" y="6"/>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36" name="Line 196"/>
              <p:cNvSpPr/>
              <p:nvPr/>
            </p:nvSpPr>
            <p:spPr>
              <a:xfrm>
                <a:off x="3704" y="1216"/>
                <a:ext cx="7" cy="1"/>
              </a:xfrm>
              <a:prstGeom prst="line">
                <a:avLst/>
              </a:prstGeom>
              <a:ln w="12700" cap="flat" cmpd="sng">
                <a:solidFill>
                  <a:schemeClr val="tx1"/>
                </a:solidFill>
                <a:prstDash val="solid"/>
                <a:headEnd type="none" w="med" len="med"/>
                <a:tailEnd type="none" w="med" len="med"/>
              </a:ln>
            </p:spPr>
          </p:sp>
          <p:sp>
            <p:nvSpPr>
              <p:cNvPr id="36037" name="Line 197"/>
              <p:cNvSpPr/>
              <p:nvPr/>
            </p:nvSpPr>
            <p:spPr>
              <a:xfrm>
                <a:off x="3705" y="1214"/>
                <a:ext cx="10" cy="1"/>
              </a:xfrm>
              <a:prstGeom prst="line">
                <a:avLst/>
              </a:prstGeom>
              <a:ln w="12700" cap="flat" cmpd="sng">
                <a:solidFill>
                  <a:schemeClr val="tx1"/>
                </a:solidFill>
                <a:prstDash val="solid"/>
                <a:headEnd type="none" w="med" len="med"/>
                <a:tailEnd type="none" w="med" len="med"/>
              </a:ln>
            </p:spPr>
          </p:sp>
          <p:sp>
            <p:nvSpPr>
              <p:cNvPr id="36038" name="Freeform 198"/>
              <p:cNvSpPr/>
              <p:nvPr/>
            </p:nvSpPr>
            <p:spPr>
              <a:xfrm>
                <a:off x="3694" y="1212"/>
                <a:ext cx="35" cy="24"/>
              </a:xfrm>
              <a:custGeom>
                <a:avLst/>
                <a:gdLst/>
                <a:ahLst/>
                <a:cxnLst>
                  <a:cxn ang="0">
                    <a:pos x="25" y="23"/>
                  </a:cxn>
                  <a:cxn ang="0">
                    <a:pos x="34" y="23"/>
                  </a:cxn>
                  <a:cxn ang="0">
                    <a:pos x="34" y="19"/>
                  </a:cxn>
                  <a:cxn ang="0">
                    <a:pos x="34" y="3"/>
                  </a:cxn>
                  <a:cxn ang="0">
                    <a:pos x="34" y="0"/>
                  </a:cxn>
                  <a:cxn ang="0">
                    <a:pos x="25" y="0"/>
                  </a:cxn>
                  <a:cxn ang="0">
                    <a:pos x="17" y="0"/>
                  </a:cxn>
                  <a:cxn ang="0">
                    <a:pos x="8" y="7"/>
                  </a:cxn>
                  <a:cxn ang="0">
                    <a:pos x="0" y="11"/>
                  </a:cxn>
                  <a:cxn ang="0">
                    <a:pos x="0" y="15"/>
                  </a:cxn>
                  <a:cxn ang="0">
                    <a:pos x="8" y="15"/>
                  </a:cxn>
                  <a:cxn ang="0">
                    <a:pos x="8" y="19"/>
                  </a:cxn>
                  <a:cxn ang="0">
                    <a:pos x="17" y="23"/>
                  </a:cxn>
                  <a:cxn ang="0">
                    <a:pos x="25" y="23"/>
                  </a:cxn>
                </a:cxnLst>
                <a:rect l="0" t="0" r="0" b="0"/>
                <a:pathLst>
                  <a:path w="35" h="24">
                    <a:moveTo>
                      <a:pt x="25" y="23"/>
                    </a:moveTo>
                    <a:lnTo>
                      <a:pt x="34" y="23"/>
                    </a:lnTo>
                    <a:lnTo>
                      <a:pt x="34" y="19"/>
                    </a:lnTo>
                    <a:lnTo>
                      <a:pt x="34" y="3"/>
                    </a:lnTo>
                    <a:lnTo>
                      <a:pt x="34" y="0"/>
                    </a:lnTo>
                    <a:lnTo>
                      <a:pt x="25" y="0"/>
                    </a:lnTo>
                    <a:lnTo>
                      <a:pt x="17" y="0"/>
                    </a:lnTo>
                    <a:lnTo>
                      <a:pt x="8" y="7"/>
                    </a:lnTo>
                    <a:lnTo>
                      <a:pt x="0" y="11"/>
                    </a:lnTo>
                    <a:lnTo>
                      <a:pt x="0" y="15"/>
                    </a:lnTo>
                    <a:lnTo>
                      <a:pt x="8" y="15"/>
                    </a:lnTo>
                    <a:lnTo>
                      <a:pt x="8" y="19"/>
                    </a:lnTo>
                    <a:lnTo>
                      <a:pt x="17" y="23"/>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39" name="Freeform 199"/>
              <p:cNvSpPr/>
              <p:nvPr/>
            </p:nvSpPr>
            <p:spPr>
              <a:xfrm>
                <a:off x="3694" y="1212"/>
                <a:ext cx="36" cy="24"/>
              </a:xfrm>
              <a:custGeom>
                <a:avLst/>
                <a:gdLst/>
                <a:ahLst/>
                <a:cxnLst>
                  <a:cxn ang="0">
                    <a:pos x="2" y="1"/>
                  </a:cxn>
                  <a:cxn ang="0">
                    <a:pos x="35" y="11"/>
                  </a:cxn>
                  <a:cxn ang="0">
                    <a:pos x="33" y="23"/>
                  </a:cxn>
                  <a:cxn ang="0">
                    <a:pos x="0" y="11"/>
                  </a:cxn>
                  <a:cxn ang="0">
                    <a:pos x="2" y="0"/>
                  </a:cxn>
                  <a:cxn ang="0">
                    <a:pos x="2" y="1"/>
                  </a:cxn>
                </a:cxnLst>
                <a:rect l="0" t="0" r="0" b="0"/>
                <a:pathLst>
                  <a:path w="36" h="24">
                    <a:moveTo>
                      <a:pt x="2" y="1"/>
                    </a:moveTo>
                    <a:lnTo>
                      <a:pt x="35" y="11"/>
                    </a:lnTo>
                    <a:lnTo>
                      <a:pt x="33" y="23"/>
                    </a:lnTo>
                    <a:lnTo>
                      <a:pt x="0" y="11"/>
                    </a:lnTo>
                    <a:lnTo>
                      <a:pt x="2"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40" name="Freeform 200"/>
              <p:cNvSpPr/>
              <p:nvPr/>
            </p:nvSpPr>
            <p:spPr>
              <a:xfrm>
                <a:off x="3711" y="1214"/>
                <a:ext cx="34" cy="24"/>
              </a:xfrm>
              <a:custGeom>
                <a:avLst/>
                <a:gdLst/>
                <a:ahLst/>
                <a:cxnLst>
                  <a:cxn ang="0">
                    <a:pos x="0" y="13"/>
                  </a:cxn>
                  <a:cxn ang="0">
                    <a:pos x="4" y="16"/>
                  </a:cxn>
                  <a:cxn ang="0">
                    <a:pos x="4" y="19"/>
                  </a:cxn>
                  <a:cxn ang="0">
                    <a:pos x="9" y="23"/>
                  </a:cxn>
                  <a:cxn ang="0">
                    <a:pos x="14" y="23"/>
                  </a:cxn>
                  <a:cxn ang="0">
                    <a:pos x="18" y="23"/>
                  </a:cxn>
                  <a:cxn ang="0">
                    <a:pos x="23" y="23"/>
                  </a:cxn>
                  <a:cxn ang="0">
                    <a:pos x="28" y="19"/>
                  </a:cxn>
                  <a:cxn ang="0">
                    <a:pos x="28" y="16"/>
                  </a:cxn>
                  <a:cxn ang="0">
                    <a:pos x="33" y="13"/>
                  </a:cxn>
                  <a:cxn ang="0">
                    <a:pos x="33" y="9"/>
                  </a:cxn>
                  <a:cxn ang="0">
                    <a:pos x="28" y="6"/>
                  </a:cxn>
                  <a:cxn ang="0">
                    <a:pos x="23" y="3"/>
                  </a:cxn>
                  <a:cxn ang="0">
                    <a:pos x="18" y="3"/>
                  </a:cxn>
                  <a:cxn ang="0">
                    <a:pos x="18" y="0"/>
                  </a:cxn>
                  <a:cxn ang="0">
                    <a:pos x="14" y="0"/>
                  </a:cxn>
                  <a:cxn ang="0">
                    <a:pos x="9" y="3"/>
                  </a:cxn>
                  <a:cxn ang="0">
                    <a:pos x="4" y="6"/>
                  </a:cxn>
                  <a:cxn ang="0">
                    <a:pos x="0" y="9"/>
                  </a:cxn>
                  <a:cxn ang="0">
                    <a:pos x="0" y="13"/>
                  </a:cxn>
                </a:cxnLst>
                <a:rect l="0" t="0" r="0" b="0"/>
                <a:pathLst>
                  <a:path w="34" h="24">
                    <a:moveTo>
                      <a:pt x="0" y="13"/>
                    </a:moveTo>
                    <a:lnTo>
                      <a:pt x="4" y="16"/>
                    </a:lnTo>
                    <a:lnTo>
                      <a:pt x="4" y="19"/>
                    </a:lnTo>
                    <a:lnTo>
                      <a:pt x="9" y="23"/>
                    </a:lnTo>
                    <a:lnTo>
                      <a:pt x="14" y="23"/>
                    </a:lnTo>
                    <a:lnTo>
                      <a:pt x="18" y="23"/>
                    </a:lnTo>
                    <a:lnTo>
                      <a:pt x="23" y="23"/>
                    </a:lnTo>
                    <a:lnTo>
                      <a:pt x="28" y="19"/>
                    </a:lnTo>
                    <a:lnTo>
                      <a:pt x="28" y="16"/>
                    </a:lnTo>
                    <a:lnTo>
                      <a:pt x="33" y="13"/>
                    </a:lnTo>
                    <a:lnTo>
                      <a:pt x="33" y="9"/>
                    </a:lnTo>
                    <a:lnTo>
                      <a:pt x="28" y="6"/>
                    </a:lnTo>
                    <a:lnTo>
                      <a:pt x="23" y="3"/>
                    </a:lnTo>
                    <a:lnTo>
                      <a:pt x="18" y="3"/>
                    </a:lnTo>
                    <a:lnTo>
                      <a:pt x="18" y="0"/>
                    </a:lnTo>
                    <a:lnTo>
                      <a:pt x="14" y="0"/>
                    </a:lnTo>
                    <a:lnTo>
                      <a:pt x="9" y="3"/>
                    </a:lnTo>
                    <a:lnTo>
                      <a:pt x="4" y="6"/>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41" name="Line 201"/>
              <p:cNvSpPr/>
              <p:nvPr/>
            </p:nvSpPr>
            <p:spPr>
              <a:xfrm>
                <a:off x="3718" y="1235"/>
                <a:ext cx="9" cy="1"/>
              </a:xfrm>
              <a:prstGeom prst="line">
                <a:avLst/>
              </a:prstGeom>
              <a:ln w="12700" cap="flat" cmpd="sng">
                <a:solidFill>
                  <a:schemeClr val="tx1"/>
                </a:solidFill>
                <a:prstDash val="solid"/>
                <a:headEnd type="none" w="med" len="med"/>
                <a:tailEnd type="none" w="med" len="med"/>
              </a:ln>
            </p:spPr>
          </p:sp>
          <p:sp>
            <p:nvSpPr>
              <p:cNvPr id="36042" name="Line 202"/>
              <p:cNvSpPr/>
              <p:nvPr/>
            </p:nvSpPr>
            <p:spPr>
              <a:xfrm>
                <a:off x="3718" y="1231"/>
                <a:ext cx="9" cy="2"/>
              </a:xfrm>
              <a:prstGeom prst="line">
                <a:avLst/>
              </a:prstGeom>
              <a:ln w="12700" cap="flat" cmpd="sng">
                <a:solidFill>
                  <a:schemeClr val="tx1"/>
                </a:solidFill>
                <a:prstDash val="solid"/>
                <a:headEnd type="none" w="med" len="med"/>
                <a:tailEnd type="none" w="med" len="med"/>
              </a:ln>
            </p:spPr>
          </p:sp>
          <p:sp>
            <p:nvSpPr>
              <p:cNvPr id="36043" name="Freeform 203"/>
              <p:cNvSpPr/>
              <p:nvPr/>
            </p:nvSpPr>
            <p:spPr>
              <a:xfrm>
                <a:off x="3707" y="1228"/>
                <a:ext cx="35" cy="24"/>
              </a:xfrm>
              <a:custGeom>
                <a:avLst/>
                <a:gdLst/>
                <a:ahLst/>
                <a:cxnLst>
                  <a:cxn ang="0">
                    <a:pos x="27" y="23"/>
                  </a:cxn>
                  <a:cxn ang="0">
                    <a:pos x="34" y="19"/>
                  </a:cxn>
                  <a:cxn ang="0">
                    <a:pos x="34" y="3"/>
                  </a:cxn>
                  <a:cxn ang="0">
                    <a:pos x="27" y="0"/>
                  </a:cxn>
                  <a:cxn ang="0">
                    <a:pos x="20" y="0"/>
                  </a:cxn>
                  <a:cxn ang="0">
                    <a:pos x="13" y="0"/>
                  </a:cxn>
                  <a:cxn ang="0">
                    <a:pos x="6" y="3"/>
                  </a:cxn>
                  <a:cxn ang="0">
                    <a:pos x="6" y="7"/>
                  </a:cxn>
                  <a:cxn ang="0">
                    <a:pos x="0" y="7"/>
                  </a:cxn>
                  <a:cxn ang="0">
                    <a:pos x="0" y="15"/>
                  </a:cxn>
                  <a:cxn ang="0">
                    <a:pos x="6" y="15"/>
                  </a:cxn>
                  <a:cxn ang="0">
                    <a:pos x="6" y="19"/>
                  </a:cxn>
                  <a:cxn ang="0">
                    <a:pos x="13" y="23"/>
                  </a:cxn>
                  <a:cxn ang="0">
                    <a:pos x="20" y="23"/>
                  </a:cxn>
                  <a:cxn ang="0">
                    <a:pos x="27" y="23"/>
                  </a:cxn>
                </a:cxnLst>
                <a:rect l="0" t="0" r="0" b="0"/>
                <a:pathLst>
                  <a:path w="35" h="24">
                    <a:moveTo>
                      <a:pt x="27" y="23"/>
                    </a:moveTo>
                    <a:lnTo>
                      <a:pt x="34" y="19"/>
                    </a:lnTo>
                    <a:lnTo>
                      <a:pt x="34" y="3"/>
                    </a:lnTo>
                    <a:lnTo>
                      <a:pt x="27" y="0"/>
                    </a:lnTo>
                    <a:lnTo>
                      <a:pt x="20" y="0"/>
                    </a:lnTo>
                    <a:lnTo>
                      <a:pt x="13" y="0"/>
                    </a:lnTo>
                    <a:lnTo>
                      <a:pt x="6" y="3"/>
                    </a:lnTo>
                    <a:lnTo>
                      <a:pt x="6" y="7"/>
                    </a:lnTo>
                    <a:lnTo>
                      <a:pt x="0" y="7"/>
                    </a:lnTo>
                    <a:lnTo>
                      <a:pt x="0" y="15"/>
                    </a:lnTo>
                    <a:lnTo>
                      <a:pt x="6" y="15"/>
                    </a:lnTo>
                    <a:lnTo>
                      <a:pt x="6" y="19"/>
                    </a:lnTo>
                    <a:lnTo>
                      <a:pt x="13" y="23"/>
                    </a:lnTo>
                    <a:lnTo>
                      <a:pt x="20" y="23"/>
                    </a:lnTo>
                    <a:lnTo>
                      <a:pt x="27"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44" name="Freeform 204"/>
              <p:cNvSpPr/>
              <p:nvPr/>
            </p:nvSpPr>
            <p:spPr>
              <a:xfrm>
                <a:off x="3711" y="1228"/>
                <a:ext cx="33" cy="24"/>
              </a:xfrm>
              <a:custGeom>
                <a:avLst/>
                <a:gdLst/>
                <a:ahLst/>
                <a:cxnLst>
                  <a:cxn ang="0">
                    <a:pos x="2" y="1"/>
                  </a:cxn>
                  <a:cxn ang="0">
                    <a:pos x="32" y="11"/>
                  </a:cxn>
                  <a:cxn ang="0">
                    <a:pos x="30" y="23"/>
                  </a:cxn>
                  <a:cxn ang="0">
                    <a:pos x="0" y="11"/>
                  </a:cxn>
                  <a:cxn ang="0">
                    <a:pos x="2" y="0"/>
                  </a:cxn>
                  <a:cxn ang="0">
                    <a:pos x="2" y="1"/>
                  </a:cxn>
                </a:cxnLst>
                <a:rect l="0" t="0" r="0" b="0"/>
                <a:pathLst>
                  <a:path w="33" h="24">
                    <a:moveTo>
                      <a:pt x="2" y="1"/>
                    </a:moveTo>
                    <a:lnTo>
                      <a:pt x="32" y="11"/>
                    </a:lnTo>
                    <a:lnTo>
                      <a:pt x="30" y="23"/>
                    </a:lnTo>
                    <a:lnTo>
                      <a:pt x="0" y="11"/>
                    </a:lnTo>
                    <a:lnTo>
                      <a:pt x="2"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45" name="Freeform 205"/>
              <p:cNvSpPr/>
              <p:nvPr/>
            </p:nvSpPr>
            <p:spPr>
              <a:xfrm>
                <a:off x="3728" y="1232"/>
                <a:ext cx="34" cy="23"/>
              </a:xfrm>
              <a:custGeom>
                <a:avLst/>
                <a:gdLst/>
                <a:ahLst/>
                <a:cxnLst>
                  <a:cxn ang="0">
                    <a:pos x="0" y="9"/>
                  </a:cxn>
                  <a:cxn ang="0">
                    <a:pos x="0" y="12"/>
                  </a:cxn>
                  <a:cxn ang="0">
                    <a:pos x="4" y="15"/>
                  </a:cxn>
                  <a:cxn ang="0">
                    <a:pos x="4" y="18"/>
                  </a:cxn>
                  <a:cxn ang="0">
                    <a:pos x="9" y="22"/>
                  </a:cxn>
                  <a:cxn ang="0">
                    <a:pos x="14" y="22"/>
                  </a:cxn>
                  <a:cxn ang="0">
                    <a:pos x="18" y="22"/>
                  </a:cxn>
                  <a:cxn ang="0">
                    <a:pos x="23" y="22"/>
                  </a:cxn>
                  <a:cxn ang="0">
                    <a:pos x="28" y="18"/>
                  </a:cxn>
                  <a:cxn ang="0">
                    <a:pos x="28" y="15"/>
                  </a:cxn>
                  <a:cxn ang="0">
                    <a:pos x="33" y="12"/>
                  </a:cxn>
                  <a:cxn ang="0">
                    <a:pos x="33" y="9"/>
                  </a:cxn>
                  <a:cxn ang="0">
                    <a:pos x="28" y="6"/>
                  </a:cxn>
                  <a:cxn ang="0">
                    <a:pos x="23" y="3"/>
                  </a:cxn>
                  <a:cxn ang="0">
                    <a:pos x="18" y="0"/>
                  </a:cxn>
                  <a:cxn ang="0">
                    <a:pos x="14" y="0"/>
                  </a:cxn>
                  <a:cxn ang="0">
                    <a:pos x="14" y="3"/>
                  </a:cxn>
                  <a:cxn ang="0">
                    <a:pos x="9" y="3"/>
                  </a:cxn>
                  <a:cxn ang="0">
                    <a:pos x="4" y="6"/>
                  </a:cxn>
                  <a:cxn ang="0">
                    <a:pos x="0" y="9"/>
                  </a:cxn>
                </a:cxnLst>
                <a:rect l="0" t="0" r="0" b="0"/>
                <a:pathLst>
                  <a:path w="34" h="23">
                    <a:moveTo>
                      <a:pt x="0" y="9"/>
                    </a:moveTo>
                    <a:lnTo>
                      <a:pt x="0" y="12"/>
                    </a:lnTo>
                    <a:lnTo>
                      <a:pt x="4" y="15"/>
                    </a:lnTo>
                    <a:lnTo>
                      <a:pt x="4" y="18"/>
                    </a:lnTo>
                    <a:lnTo>
                      <a:pt x="9" y="22"/>
                    </a:lnTo>
                    <a:lnTo>
                      <a:pt x="14" y="22"/>
                    </a:lnTo>
                    <a:lnTo>
                      <a:pt x="18" y="22"/>
                    </a:lnTo>
                    <a:lnTo>
                      <a:pt x="23" y="22"/>
                    </a:lnTo>
                    <a:lnTo>
                      <a:pt x="28" y="18"/>
                    </a:lnTo>
                    <a:lnTo>
                      <a:pt x="28" y="15"/>
                    </a:lnTo>
                    <a:lnTo>
                      <a:pt x="33" y="12"/>
                    </a:lnTo>
                    <a:lnTo>
                      <a:pt x="33" y="9"/>
                    </a:lnTo>
                    <a:lnTo>
                      <a:pt x="28" y="6"/>
                    </a:lnTo>
                    <a:lnTo>
                      <a:pt x="23" y="3"/>
                    </a:lnTo>
                    <a:lnTo>
                      <a:pt x="18" y="0"/>
                    </a:lnTo>
                    <a:lnTo>
                      <a:pt x="14" y="0"/>
                    </a:lnTo>
                    <a:lnTo>
                      <a:pt x="14" y="3"/>
                    </a:lnTo>
                    <a:lnTo>
                      <a:pt x="9" y="3"/>
                    </a:lnTo>
                    <a:lnTo>
                      <a:pt x="4"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46" name="Line 206"/>
              <p:cNvSpPr/>
              <p:nvPr/>
            </p:nvSpPr>
            <p:spPr>
              <a:xfrm>
                <a:off x="3705" y="1248"/>
                <a:ext cx="10" cy="1"/>
              </a:xfrm>
              <a:prstGeom prst="line">
                <a:avLst/>
              </a:prstGeom>
              <a:ln w="12700" cap="flat" cmpd="sng">
                <a:solidFill>
                  <a:schemeClr val="tx1"/>
                </a:solidFill>
                <a:prstDash val="solid"/>
                <a:headEnd type="none" w="med" len="med"/>
                <a:tailEnd type="none" w="med" len="med"/>
              </a:ln>
            </p:spPr>
          </p:sp>
          <p:sp>
            <p:nvSpPr>
              <p:cNvPr id="36047" name="Line 207"/>
              <p:cNvSpPr/>
              <p:nvPr/>
            </p:nvSpPr>
            <p:spPr>
              <a:xfrm>
                <a:off x="3706" y="1246"/>
                <a:ext cx="5" cy="3"/>
              </a:xfrm>
              <a:prstGeom prst="line">
                <a:avLst/>
              </a:prstGeom>
              <a:ln w="12700" cap="flat" cmpd="sng">
                <a:solidFill>
                  <a:schemeClr val="tx1"/>
                </a:solidFill>
                <a:prstDash val="solid"/>
                <a:headEnd type="none" w="med" len="med"/>
                <a:tailEnd type="none" w="med" len="med"/>
              </a:ln>
            </p:spPr>
          </p:sp>
          <p:sp>
            <p:nvSpPr>
              <p:cNvPr id="36048" name="Freeform 208"/>
              <p:cNvSpPr/>
              <p:nvPr/>
            </p:nvSpPr>
            <p:spPr>
              <a:xfrm>
                <a:off x="3694" y="1243"/>
                <a:ext cx="36" cy="24"/>
              </a:xfrm>
              <a:custGeom>
                <a:avLst/>
                <a:gdLst/>
                <a:ahLst/>
                <a:cxnLst>
                  <a:cxn ang="0">
                    <a:pos x="21" y="23"/>
                  </a:cxn>
                  <a:cxn ang="0">
                    <a:pos x="28" y="23"/>
                  </a:cxn>
                  <a:cxn ang="0">
                    <a:pos x="28" y="19"/>
                  </a:cxn>
                  <a:cxn ang="0">
                    <a:pos x="35" y="16"/>
                  </a:cxn>
                  <a:cxn ang="0">
                    <a:pos x="35" y="3"/>
                  </a:cxn>
                  <a:cxn ang="0">
                    <a:pos x="28" y="0"/>
                  </a:cxn>
                  <a:cxn ang="0">
                    <a:pos x="21" y="0"/>
                  </a:cxn>
                  <a:cxn ang="0">
                    <a:pos x="14" y="0"/>
                  </a:cxn>
                  <a:cxn ang="0">
                    <a:pos x="7" y="3"/>
                  </a:cxn>
                  <a:cxn ang="0">
                    <a:pos x="7" y="6"/>
                  </a:cxn>
                  <a:cxn ang="0">
                    <a:pos x="0" y="6"/>
                  </a:cxn>
                  <a:cxn ang="0">
                    <a:pos x="0" y="9"/>
                  </a:cxn>
                  <a:cxn ang="0">
                    <a:pos x="7" y="13"/>
                  </a:cxn>
                  <a:cxn ang="0">
                    <a:pos x="7" y="16"/>
                  </a:cxn>
                  <a:cxn ang="0">
                    <a:pos x="14" y="19"/>
                  </a:cxn>
                  <a:cxn ang="0">
                    <a:pos x="21" y="23"/>
                  </a:cxn>
                </a:cxnLst>
                <a:rect l="0" t="0" r="0" b="0"/>
                <a:pathLst>
                  <a:path w="36" h="24">
                    <a:moveTo>
                      <a:pt x="21" y="23"/>
                    </a:moveTo>
                    <a:lnTo>
                      <a:pt x="28" y="23"/>
                    </a:lnTo>
                    <a:lnTo>
                      <a:pt x="28" y="19"/>
                    </a:lnTo>
                    <a:lnTo>
                      <a:pt x="35" y="16"/>
                    </a:lnTo>
                    <a:lnTo>
                      <a:pt x="35" y="3"/>
                    </a:lnTo>
                    <a:lnTo>
                      <a:pt x="28" y="0"/>
                    </a:lnTo>
                    <a:lnTo>
                      <a:pt x="21" y="0"/>
                    </a:lnTo>
                    <a:lnTo>
                      <a:pt x="14" y="0"/>
                    </a:lnTo>
                    <a:lnTo>
                      <a:pt x="7" y="3"/>
                    </a:lnTo>
                    <a:lnTo>
                      <a:pt x="7" y="6"/>
                    </a:lnTo>
                    <a:lnTo>
                      <a:pt x="0" y="6"/>
                    </a:lnTo>
                    <a:lnTo>
                      <a:pt x="0" y="9"/>
                    </a:lnTo>
                    <a:lnTo>
                      <a:pt x="7" y="13"/>
                    </a:lnTo>
                    <a:lnTo>
                      <a:pt x="7" y="16"/>
                    </a:lnTo>
                    <a:lnTo>
                      <a:pt x="14" y="19"/>
                    </a:lnTo>
                    <a:lnTo>
                      <a:pt x="21"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49" name="Freeform 209"/>
              <p:cNvSpPr/>
              <p:nvPr/>
            </p:nvSpPr>
            <p:spPr>
              <a:xfrm>
                <a:off x="3697" y="1243"/>
                <a:ext cx="33" cy="24"/>
              </a:xfrm>
              <a:custGeom>
                <a:avLst/>
                <a:gdLst/>
                <a:ahLst/>
                <a:cxnLst>
                  <a:cxn ang="0">
                    <a:pos x="1" y="0"/>
                  </a:cxn>
                  <a:cxn ang="0">
                    <a:pos x="32" y="12"/>
                  </a:cxn>
                  <a:cxn ang="0">
                    <a:pos x="29" y="23"/>
                  </a:cxn>
                  <a:cxn ang="0">
                    <a:pos x="0" y="10"/>
                  </a:cxn>
                  <a:cxn ang="0">
                    <a:pos x="1" y="0"/>
                  </a:cxn>
                </a:cxnLst>
                <a:rect l="0" t="0" r="0" b="0"/>
                <a:pathLst>
                  <a:path w="33" h="24">
                    <a:moveTo>
                      <a:pt x="1" y="0"/>
                    </a:moveTo>
                    <a:lnTo>
                      <a:pt x="32" y="12"/>
                    </a:lnTo>
                    <a:lnTo>
                      <a:pt x="29" y="23"/>
                    </a:lnTo>
                    <a:lnTo>
                      <a:pt x="0" y="10"/>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50" name="Freeform 210"/>
              <p:cNvSpPr/>
              <p:nvPr/>
            </p:nvSpPr>
            <p:spPr>
              <a:xfrm>
                <a:off x="3713" y="1248"/>
                <a:ext cx="36" cy="22"/>
              </a:xfrm>
              <a:custGeom>
                <a:avLst/>
                <a:gdLst/>
                <a:ahLst/>
                <a:cxnLst>
                  <a:cxn ang="0">
                    <a:pos x="0" y="10"/>
                  </a:cxn>
                  <a:cxn ang="0">
                    <a:pos x="5" y="14"/>
                  </a:cxn>
                  <a:cxn ang="0">
                    <a:pos x="10" y="17"/>
                  </a:cxn>
                  <a:cxn ang="0">
                    <a:pos x="15" y="21"/>
                  </a:cxn>
                  <a:cxn ang="0">
                    <a:pos x="20" y="21"/>
                  </a:cxn>
                  <a:cxn ang="0">
                    <a:pos x="25" y="17"/>
                  </a:cxn>
                  <a:cxn ang="0">
                    <a:pos x="30" y="14"/>
                  </a:cxn>
                  <a:cxn ang="0">
                    <a:pos x="35" y="10"/>
                  </a:cxn>
                  <a:cxn ang="0">
                    <a:pos x="35" y="7"/>
                  </a:cxn>
                  <a:cxn ang="0">
                    <a:pos x="30" y="7"/>
                  </a:cxn>
                  <a:cxn ang="0">
                    <a:pos x="30" y="3"/>
                  </a:cxn>
                  <a:cxn ang="0">
                    <a:pos x="25" y="0"/>
                  </a:cxn>
                  <a:cxn ang="0">
                    <a:pos x="20" y="0"/>
                  </a:cxn>
                  <a:cxn ang="0">
                    <a:pos x="15" y="0"/>
                  </a:cxn>
                  <a:cxn ang="0">
                    <a:pos x="10" y="0"/>
                  </a:cxn>
                  <a:cxn ang="0">
                    <a:pos x="5" y="3"/>
                  </a:cxn>
                  <a:cxn ang="0">
                    <a:pos x="5" y="7"/>
                  </a:cxn>
                  <a:cxn ang="0">
                    <a:pos x="0" y="7"/>
                  </a:cxn>
                  <a:cxn ang="0">
                    <a:pos x="0" y="10"/>
                  </a:cxn>
                </a:cxnLst>
                <a:rect l="0" t="0" r="0" b="0"/>
                <a:pathLst>
                  <a:path w="36" h="22">
                    <a:moveTo>
                      <a:pt x="0" y="10"/>
                    </a:moveTo>
                    <a:lnTo>
                      <a:pt x="5" y="14"/>
                    </a:lnTo>
                    <a:lnTo>
                      <a:pt x="10" y="17"/>
                    </a:lnTo>
                    <a:lnTo>
                      <a:pt x="15" y="21"/>
                    </a:lnTo>
                    <a:lnTo>
                      <a:pt x="20" y="21"/>
                    </a:lnTo>
                    <a:lnTo>
                      <a:pt x="25" y="17"/>
                    </a:lnTo>
                    <a:lnTo>
                      <a:pt x="30" y="14"/>
                    </a:lnTo>
                    <a:lnTo>
                      <a:pt x="35" y="10"/>
                    </a:lnTo>
                    <a:lnTo>
                      <a:pt x="35" y="7"/>
                    </a:lnTo>
                    <a:lnTo>
                      <a:pt x="30" y="7"/>
                    </a:lnTo>
                    <a:lnTo>
                      <a:pt x="30" y="3"/>
                    </a:lnTo>
                    <a:lnTo>
                      <a:pt x="25" y="0"/>
                    </a:lnTo>
                    <a:lnTo>
                      <a:pt x="20" y="0"/>
                    </a:lnTo>
                    <a:lnTo>
                      <a:pt x="15" y="0"/>
                    </a:lnTo>
                    <a:lnTo>
                      <a:pt x="10" y="0"/>
                    </a:lnTo>
                    <a:lnTo>
                      <a:pt x="5" y="3"/>
                    </a:lnTo>
                    <a:lnTo>
                      <a:pt x="5" y="7"/>
                    </a:lnTo>
                    <a:lnTo>
                      <a:pt x="0" y="7"/>
                    </a:lnTo>
                    <a:lnTo>
                      <a:pt x="0" y="1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51" name="Line 211"/>
              <p:cNvSpPr/>
              <p:nvPr/>
            </p:nvSpPr>
            <p:spPr>
              <a:xfrm>
                <a:off x="3668" y="1255"/>
                <a:ext cx="13" cy="1"/>
              </a:xfrm>
              <a:prstGeom prst="line">
                <a:avLst/>
              </a:prstGeom>
              <a:ln w="12700" cap="flat" cmpd="sng">
                <a:solidFill>
                  <a:schemeClr val="tx1"/>
                </a:solidFill>
                <a:prstDash val="solid"/>
                <a:headEnd type="none" w="med" len="med"/>
                <a:tailEnd type="none" w="med" len="med"/>
              </a:ln>
            </p:spPr>
          </p:sp>
          <p:sp>
            <p:nvSpPr>
              <p:cNvPr id="36052" name="Line 212"/>
              <p:cNvSpPr/>
              <p:nvPr/>
            </p:nvSpPr>
            <p:spPr>
              <a:xfrm>
                <a:off x="3673" y="1253"/>
                <a:ext cx="9" cy="1"/>
              </a:xfrm>
              <a:prstGeom prst="line">
                <a:avLst/>
              </a:prstGeom>
              <a:ln w="12700" cap="flat" cmpd="sng">
                <a:solidFill>
                  <a:schemeClr val="tx1"/>
                </a:solidFill>
                <a:prstDash val="solid"/>
                <a:headEnd type="none" w="med" len="med"/>
                <a:tailEnd type="none" w="med" len="med"/>
              </a:ln>
            </p:spPr>
          </p:sp>
          <p:sp>
            <p:nvSpPr>
              <p:cNvPr id="36053" name="Freeform 213"/>
              <p:cNvSpPr/>
              <p:nvPr/>
            </p:nvSpPr>
            <p:spPr>
              <a:xfrm>
                <a:off x="3663" y="1252"/>
                <a:ext cx="36" cy="24"/>
              </a:xfrm>
              <a:custGeom>
                <a:avLst/>
                <a:gdLst/>
                <a:ahLst/>
                <a:cxnLst>
                  <a:cxn ang="0">
                    <a:pos x="26" y="23"/>
                  </a:cxn>
                  <a:cxn ang="0">
                    <a:pos x="26" y="19"/>
                  </a:cxn>
                  <a:cxn ang="0">
                    <a:pos x="35" y="19"/>
                  </a:cxn>
                  <a:cxn ang="0">
                    <a:pos x="35" y="3"/>
                  </a:cxn>
                  <a:cxn ang="0">
                    <a:pos x="26" y="3"/>
                  </a:cxn>
                  <a:cxn ang="0">
                    <a:pos x="26" y="0"/>
                  </a:cxn>
                  <a:cxn ang="0">
                    <a:pos x="17" y="0"/>
                  </a:cxn>
                  <a:cxn ang="0">
                    <a:pos x="17" y="3"/>
                  </a:cxn>
                  <a:cxn ang="0">
                    <a:pos x="8" y="3"/>
                  </a:cxn>
                  <a:cxn ang="0">
                    <a:pos x="0" y="6"/>
                  </a:cxn>
                  <a:cxn ang="0">
                    <a:pos x="0" y="9"/>
                  </a:cxn>
                  <a:cxn ang="0">
                    <a:pos x="0" y="13"/>
                  </a:cxn>
                  <a:cxn ang="0">
                    <a:pos x="0" y="16"/>
                  </a:cxn>
                  <a:cxn ang="0">
                    <a:pos x="8" y="19"/>
                  </a:cxn>
                  <a:cxn ang="0">
                    <a:pos x="17" y="19"/>
                  </a:cxn>
                  <a:cxn ang="0">
                    <a:pos x="17" y="23"/>
                  </a:cxn>
                  <a:cxn ang="0">
                    <a:pos x="26" y="23"/>
                  </a:cxn>
                </a:cxnLst>
                <a:rect l="0" t="0" r="0" b="0"/>
                <a:pathLst>
                  <a:path w="36" h="24">
                    <a:moveTo>
                      <a:pt x="26" y="23"/>
                    </a:moveTo>
                    <a:lnTo>
                      <a:pt x="26" y="19"/>
                    </a:lnTo>
                    <a:lnTo>
                      <a:pt x="35" y="19"/>
                    </a:lnTo>
                    <a:lnTo>
                      <a:pt x="35" y="3"/>
                    </a:lnTo>
                    <a:lnTo>
                      <a:pt x="26" y="3"/>
                    </a:lnTo>
                    <a:lnTo>
                      <a:pt x="26" y="0"/>
                    </a:lnTo>
                    <a:lnTo>
                      <a:pt x="17" y="0"/>
                    </a:lnTo>
                    <a:lnTo>
                      <a:pt x="17" y="3"/>
                    </a:lnTo>
                    <a:lnTo>
                      <a:pt x="8" y="3"/>
                    </a:lnTo>
                    <a:lnTo>
                      <a:pt x="0" y="6"/>
                    </a:lnTo>
                    <a:lnTo>
                      <a:pt x="0" y="9"/>
                    </a:lnTo>
                    <a:lnTo>
                      <a:pt x="0" y="13"/>
                    </a:lnTo>
                    <a:lnTo>
                      <a:pt x="0" y="16"/>
                    </a:lnTo>
                    <a:lnTo>
                      <a:pt x="8" y="19"/>
                    </a:lnTo>
                    <a:lnTo>
                      <a:pt x="17" y="19"/>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54" name="Freeform 214"/>
              <p:cNvSpPr/>
              <p:nvPr/>
            </p:nvSpPr>
            <p:spPr>
              <a:xfrm>
                <a:off x="3663" y="1252"/>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55" name="Freeform 215"/>
              <p:cNvSpPr/>
              <p:nvPr/>
            </p:nvSpPr>
            <p:spPr>
              <a:xfrm>
                <a:off x="3682" y="1252"/>
                <a:ext cx="35" cy="24"/>
              </a:xfrm>
              <a:custGeom>
                <a:avLst/>
                <a:gdLst/>
                <a:ahLst/>
                <a:cxnLst>
                  <a:cxn ang="0">
                    <a:pos x="0" y="9"/>
                  </a:cxn>
                  <a:cxn ang="0">
                    <a:pos x="0" y="13"/>
                  </a:cxn>
                  <a:cxn ang="0">
                    <a:pos x="0" y="16"/>
                  </a:cxn>
                  <a:cxn ang="0">
                    <a:pos x="5" y="19"/>
                  </a:cxn>
                  <a:cxn ang="0">
                    <a:pos x="11" y="19"/>
                  </a:cxn>
                  <a:cxn ang="0">
                    <a:pos x="11" y="23"/>
                  </a:cxn>
                  <a:cxn ang="0">
                    <a:pos x="17" y="23"/>
                  </a:cxn>
                  <a:cxn ang="0">
                    <a:pos x="28" y="16"/>
                  </a:cxn>
                  <a:cxn ang="0">
                    <a:pos x="34" y="13"/>
                  </a:cxn>
                  <a:cxn ang="0">
                    <a:pos x="34" y="6"/>
                  </a:cxn>
                  <a:cxn ang="0">
                    <a:pos x="17" y="0"/>
                  </a:cxn>
                  <a:cxn ang="0">
                    <a:pos x="11" y="0"/>
                  </a:cxn>
                  <a:cxn ang="0">
                    <a:pos x="5" y="0"/>
                  </a:cxn>
                  <a:cxn ang="0">
                    <a:pos x="0" y="3"/>
                  </a:cxn>
                  <a:cxn ang="0">
                    <a:pos x="0" y="6"/>
                  </a:cxn>
                  <a:cxn ang="0">
                    <a:pos x="0" y="9"/>
                  </a:cxn>
                </a:cxnLst>
                <a:rect l="0" t="0" r="0" b="0"/>
                <a:pathLst>
                  <a:path w="35" h="24">
                    <a:moveTo>
                      <a:pt x="0" y="9"/>
                    </a:moveTo>
                    <a:lnTo>
                      <a:pt x="0" y="13"/>
                    </a:lnTo>
                    <a:lnTo>
                      <a:pt x="0" y="16"/>
                    </a:lnTo>
                    <a:lnTo>
                      <a:pt x="5" y="19"/>
                    </a:lnTo>
                    <a:lnTo>
                      <a:pt x="11" y="19"/>
                    </a:lnTo>
                    <a:lnTo>
                      <a:pt x="11" y="23"/>
                    </a:lnTo>
                    <a:lnTo>
                      <a:pt x="17" y="23"/>
                    </a:lnTo>
                    <a:lnTo>
                      <a:pt x="28" y="16"/>
                    </a:lnTo>
                    <a:lnTo>
                      <a:pt x="34" y="13"/>
                    </a:lnTo>
                    <a:lnTo>
                      <a:pt x="34" y="6"/>
                    </a:lnTo>
                    <a:lnTo>
                      <a:pt x="17" y="0"/>
                    </a:lnTo>
                    <a:lnTo>
                      <a:pt x="11" y="0"/>
                    </a:lnTo>
                    <a:lnTo>
                      <a:pt x="5" y="0"/>
                    </a:lnTo>
                    <a:lnTo>
                      <a:pt x="0"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56" name="Line 216"/>
              <p:cNvSpPr/>
              <p:nvPr/>
            </p:nvSpPr>
            <p:spPr>
              <a:xfrm>
                <a:off x="3668" y="1244"/>
                <a:ext cx="13" cy="1"/>
              </a:xfrm>
              <a:prstGeom prst="line">
                <a:avLst/>
              </a:prstGeom>
              <a:ln w="12700" cap="flat" cmpd="sng">
                <a:solidFill>
                  <a:schemeClr val="tx1"/>
                </a:solidFill>
                <a:prstDash val="solid"/>
                <a:headEnd type="none" w="med" len="med"/>
                <a:tailEnd type="none" w="med" len="med"/>
              </a:ln>
            </p:spPr>
          </p:sp>
          <p:sp>
            <p:nvSpPr>
              <p:cNvPr id="36057" name="Line 217"/>
              <p:cNvSpPr/>
              <p:nvPr/>
            </p:nvSpPr>
            <p:spPr>
              <a:xfrm>
                <a:off x="3673" y="1240"/>
                <a:ext cx="9" cy="2"/>
              </a:xfrm>
              <a:prstGeom prst="line">
                <a:avLst/>
              </a:prstGeom>
              <a:ln w="12700" cap="flat" cmpd="sng">
                <a:solidFill>
                  <a:schemeClr val="tx1"/>
                </a:solidFill>
                <a:prstDash val="solid"/>
                <a:headEnd type="none" w="med" len="med"/>
                <a:tailEnd type="none" w="med" len="med"/>
              </a:ln>
            </p:spPr>
          </p:sp>
          <p:sp>
            <p:nvSpPr>
              <p:cNvPr id="36058" name="Freeform 218"/>
              <p:cNvSpPr/>
              <p:nvPr/>
            </p:nvSpPr>
            <p:spPr>
              <a:xfrm>
                <a:off x="3663" y="1237"/>
                <a:ext cx="36" cy="24"/>
              </a:xfrm>
              <a:custGeom>
                <a:avLst/>
                <a:gdLst/>
                <a:ahLst/>
                <a:cxnLst>
                  <a:cxn ang="0">
                    <a:pos x="26" y="23"/>
                  </a:cxn>
                  <a:cxn ang="0">
                    <a:pos x="35" y="19"/>
                  </a:cxn>
                  <a:cxn ang="0">
                    <a:pos x="35" y="3"/>
                  </a:cxn>
                  <a:cxn ang="0">
                    <a:pos x="26" y="3"/>
                  </a:cxn>
                  <a:cxn ang="0">
                    <a:pos x="26" y="0"/>
                  </a:cxn>
                  <a:cxn ang="0">
                    <a:pos x="17" y="0"/>
                  </a:cxn>
                  <a:cxn ang="0">
                    <a:pos x="17" y="3"/>
                  </a:cxn>
                  <a:cxn ang="0">
                    <a:pos x="8" y="3"/>
                  </a:cxn>
                  <a:cxn ang="0">
                    <a:pos x="0" y="6"/>
                  </a:cxn>
                  <a:cxn ang="0">
                    <a:pos x="0" y="9"/>
                  </a:cxn>
                  <a:cxn ang="0">
                    <a:pos x="0" y="13"/>
                  </a:cxn>
                  <a:cxn ang="0">
                    <a:pos x="0" y="16"/>
                  </a:cxn>
                  <a:cxn ang="0">
                    <a:pos x="8" y="23"/>
                  </a:cxn>
                  <a:cxn ang="0">
                    <a:pos x="17" y="23"/>
                  </a:cxn>
                  <a:cxn ang="0">
                    <a:pos x="26" y="23"/>
                  </a:cxn>
                </a:cxnLst>
                <a:rect l="0" t="0" r="0" b="0"/>
                <a:pathLst>
                  <a:path w="36" h="24">
                    <a:moveTo>
                      <a:pt x="26" y="23"/>
                    </a:moveTo>
                    <a:lnTo>
                      <a:pt x="35" y="19"/>
                    </a:lnTo>
                    <a:lnTo>
                      <a:pt x="35" y="3"/>
                    </a:lnTo>
                    <a:lnTo>
                      <a:pt x="26" y="3"/>
                    </a:lnTo>
                    <a:lnTo>
                      <a:pt x="26" y="0"/>
                    </a:lnTo>
                    <a:lnTo>
                      <a:pt x="17" y="0"/>
                    </a:lnTo>
                    <a:lnTo>
                      <a:pt x="17" y="3"/>
                    </a:lnTo>
                    <a:lnTo>
                      <a:pt x="8" y="3"/>
                    </a:lnTo>
                    <a:lnTo>
                      <a:pt x="0" y="6"/>
                    </a:lnTo>
                    <a:lnTo>
                      <a:pt x="0" y="9"/>
                    </a:lnTo>
                    <a:lnTo>
                      <a:pt x="0" y="13"/>
                    </a:lnTo>
                    <a:lnTo>
                      <a:pt x="0" y="16"/>
                    </a:lnTo>
                    <a:lnTo>
                      <a:pt x="8" y="23"/>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59" name="Freeform 219"/>
              <p:cNvSpPr/>
              <p:nvPr/>
            </p:nvSpPr>
            <p:spPr>
              <a:xfrm>
                <a:off x="3663" y="1237"/>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60" name="Freeform 220"/>
              <p:cNvSpPr/>
              <p:nvPr/>
            </p:nvSpPr>
            <p:spPr>
              <a:xfrm>
                <a:off x="3682" y="1241"/>
                <a:ext cx="35" cy="24"/>
              </a:xfrm>
              <a:custGeom>
                <a:avLst/>
                <a:gdLst/>
                <a:ahLst/>
                <a:cxnLst>
                  <a:cxn ang="0">
                    <a:pos x="0" y="9"/>
                  </a:cxn>
                  <a:cxn ang="0">
                    <a:pos x="0" y="13"/>
                  </a:cxn>
                  <a:cxn ang="0">
                    <a:pos x="0" y="16"/>
                  </a:cxn>
                  <a:cxn ang="0">
                    <a:pos x="5" y="19"/>
                  </a:cxn>
                  <a:cxn ang="0">
                    <a:pos x="11" y="19"/>
                  </a:cxn>
                  <a:cxn ang="0">
                    <a:pos x="11" y="23"/>
                  </a:cxn>
                  <a:cxn ang="0">
                    <a:pos x="17" y="23"/>
                  </a:cxn>
                  <a:cxn ang="0">
                    <a:pos x="34" y="13"/>
                  </a:cxn>
                  <a:cxn ang="0">
                    <a:pos x="34" y="6"/>
                  </a:cxn>
                  <a:cxn ang="0">
                    <a:pos x="17" y="0"/>
                  </a:cxn>
                  <a:cxn ang="0">
                    <a:pos x="11" y="0"/>
                  </a:cxn>
                  <a:cxn ang="0">
                    <a:pos x="11" y="3"/>
                  </a:cxn>
                  <a:cxn ang="0">
                    <a:pos x="5" y="3"/>
                  </a:cxn>
                  <a:cxn ang="0">
                    <a:pos x="0" y="6"/>
                  </a:cxn>
                  <a:cxn ang="0">
                    <a:pos x="0" y="9"/>
                  </a:cxn>
                </a:cxnLst>
                <a:rect l="0" t="0" r="0" b="0"/>
                <a:pathLst>
                  <a:path w="35" h="24">
                    <a:moveTo>
                      <a:pt x="0" y="9"/>
                    </a:moveTo>
                    <a:lnTo>
                      <a:pt x="0" y="13"/>
                    </a:lnTo>
                    <a:lnTo>
                      <a:pt x="0" y="16"/>
                    </a:lnTo>
                    <a:lnTo>
                      <a:pt x="5" y="19"/>
                    </a:lnTo>
                    <a:lnTo>
                      <a:pt x="11" y="19"/>
                    </a:lnTo>
                    <a:lnTo>
                      <a:pt x="11" y="23"/>
                    </a:lnTo>
                    <a:lnTo>
                      <a:pt x="17" y="23"/>
                    </a:lnTo>
                    <a:lnTo>
                      <a:pt x="34" y="13"/>
                    </a:lnTo>
                    <a:lnTo>
                      <a:pt x="34" y="6"/>
                    </a:lnTo>
                    <a:lnTo>
                      <a:pt x="17" y="0"/>
                    </a:lnTo>
                    <a:lnTo>
                      <a:pt x="11" y="0"/>
                    </a:lnTo>
                    <a:lnTo>
                      <a:pt x="11" y="3"/>
                    </a:lnTo>
                    <a:lnTo>
                      <a:pt x="5"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61" name="Line 221"/>
              <p:cNvSpPr/>
              <p:nvPr/>
            </p:nvSpPr>
            <p:spPr>
              <a:xfrm>
                <a:off x="3653" y="1235"/>
                <a:ext cx="6" cy="1"/>
              </a:xfrm>
              <a:prstGeom prst="line">
                <a:avLst/>
              </a:prstGeom>
              <a:ln w="12700" cap="flat" cmpd="sng">
                <a:solidFill>
                  <a:schemeClr val="tx1"/>
                </a:solidFill>
                <a:prstDash val="solid"/>
                <a:headEnd type="none" w="med" len="med"/>
                <a:tailEnd type="none" w="med" len="med"/>
              </a:ln>
            </p:spPr>
          </p:sp>
          <p:sp>
            <p:nvSpPr>
              <p:cNvPr id="36062" name="Line 222"/>
              <p:cNvSpPr/>
              <p:nvPr/>
            </p:nvSpPr>
            <p:spPr>
              <a:xfrm>
                <a:off x="3650" y="1231"/>
                <a:ext cx="12" cy="2"/>
              </a:xfrm>
              <a:prstGeom prst="line">
                <a:avLst/>
              </a:prstGeom>
              <a:ln w="12700" cap="flat" cmpd="sng">
                <a:solidFill>
                  <a:schemeClr val="tx1"/>
                </a:solidFill>
                <a:prstDash val="solid"/>
                <a:headEnd type="none" w="med" len="med"/>
                <a:tailEnd type="none" w="med" len="med"/>
              </a:ln>
            </p:spPr>
          </p:sp>
          <p:sp>
            <p:nvSpPr>
              <p:cNvPr id="36063" name="Freeform 223"/>
              <p:cNvSpPr/>
              <p:nvPr/>
            </p:nvSpPr>
            <p:spPr>
              <a:xfrm>
                <a:off x="3641" y="1228"/>
                <a:ext cx="34" cy="24"/>
              </a:xfrm>
              <a:custGeom>
                <a:avLst/>
                <a:gdLst/>
                <a:ahLst/>
                <a:cxnLst>
                  <a:cxn ang="0">
                    <a:pos x="26" y="23"/>
                  </a:cxn>
                  <a:cxn ang="0">
                    <a:pos x="26" y="19"/>
                  </a:cxn>
                  <a:cxn ang="0">
                    <a:pos x="33" y="19"/>
                  </a:cxn>
                  <a:cxn ang="0">
                    <a:pos x="33" y="3"/>
                  </a:cxn>
                  <a:cxn ang="0">
                    <a:pos x="26" y="3"/>
                  </a:cxn>
                  <a:cxn ang="0">
                    <a:pos x="26" y="0"/>
                  </a:cxn>
                  <a:cxn ang="0">
                    <a:pos x="19" y="0"/>
                  </a:cxn>
                  <a:cxn ang="0">
                    <a:pos x="19" y="3"/>
                  </a:cxn>
                  <a:cxn ang="0">
                    <a:pos x="13" y="3"/>
                  </a:cxn>
                  <a:cxn ang="0">
                    <a:pos x="6" y="6"/>
                  </a:cxn>
                  <a:cxn ang="0">
                    <a:pos x="6" y="9"/>
                  </a:cxn>
                  <a:cxn ang="0">
                    <a:pos x="0" y="9"/>
                  </a:cxn>
                  <a:cxn ang="0">
                    <a:pos x="0" y="13"/>
                  </a:cxn>
                  <a:cxn ang="0">
                    <a:pos x="6" y="16"/>
                  </a:cxn>
                  <a:cxn ang="0">
                    <a:pos x="13" y="19"/>
                  </a:cxn>
                  <a:cxn ang="0">
                    <a:pos x="19" y="19"/>
                  </a:cxn>
                  <a:cxn ang="0">
                    <a:pos x="19" y="23"/>
                  </a:cxn>
                  <a:cxn ang="0">
                    <a:pos x="26" y="23"/>
                  </a:cxn>
                </a:cxnLst>
                <a:rect l="0" t="0" r="0" b="0"/>
                <a:pathLst>
                  <a:path w="34" h="24">
                    <a:moveTo>
                      <a:pt x="26" y="23"/>
                    </a:moveTo>
                    <a:lnTo>
                      <a:pt x="26" y="19"/>
                    </a:lnTo>
                    <a:lnTo>
                      <a:pt x="33" y="19"/>
                    </a:lnTo>
                    <a:lnTo>
                      <a:pt x="33" y="3"/>
                    </a:lnTo>
                    <a:lnTo>
                      <a:pt x="26" y="3"/>
                    </a:lnTo>
                    <a:lnTo>
                      <a:pt x="26" y="0"/>
                    </a:lnTo>
                    <a:lnTo>
                      <a:pt x="19" y="0"/>
                    </a:lnTo>
                    <a:lnTo>
                      <a:pt x="19" y="3"/>
                    </a:lnTo>
                    <a:lnTo>
                      <a:pt x="13" y="3"/>
                    </a:lnTo>
                    <a:lnTo>
                      <a:pt x="6" y="6"/>
                    </a:lnTo>
                    <a:lnTo>
                      <a:pt x="6" y="9"/>
                    </a:lnTo>
                    <a:lnTo>
                      <a:pt x="0" y="9"/>
                    </a:lnTo>
                    <a:lnTo>
                      <a:pt x="0" y="13"/>
                    </a:lnTo>
                    <a:lnTo>
                      <a:pt x="6" y="16"/>
                    </a:lnTo>
                    <a:lnTo>
                      <a:pt x="13" y="19"/>
                    </a:lnTo>
                    <a:lnTo>
                      <a:pt x="19" y="19"/>
                    </a:lnTo>
                    <a:lnTo>
                      <a:pt x="19"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64" name="Freeform 224"/>
              <p:cNvSpPr/>
              <p:nvPr/>
            </p:nvSpPr>
            <p:spPr>
              <a:xfrm>
                <a:off x="3646" y="1228"/>
                <a:ext cx="34" cy="24"/>
              </a:xfrm>
              <a:custGeom>
                <a:avLst/>
                <a:gdLst/>
                <a:ahLst/>
                <a:cxnLst>
                  <a:cxn ang="0">
                    <a:pos x="1" y="0"/>
                  </a:cxn>
                  <a:cxn ang="0">
                    <a:pos x="33" y="11"/>
                  </a:cxn>
                  <a:cxn ang="0">
                    <a:pos x="31" y="23"/>
                  </a:cxn>
                  <a:cxn ang="0">
                    <a:pos x="0" y="11"/>
                  </a:cxn>
                  <a:cxn ang="0">
                    <a:pos x="1" y="0"/>
                  </a:cxn>
                </a:cxnLst>
                <a:rect l="0" t="0" r="0" b="0"/>
                <a:pathLst>
                  <a:path w="34" h="24">
                    <a:moveTo>
                      <a:pt x="1" y="0"/>
                    </a:moveTo>
                    <a:lnTo>
                      <a:pt x="33" y="11"/>
                    </a:lnTo>
                    <a:lnTo>
                      <a:pt x="31" y="23"/>
                    </a:lnTo>
                    <a:lnTo>
                      <a:pt x="0" y="11"/>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65" name="Freeform 225"/>
              <p:cNvSpPr/>
              <p:nvPr/>
            </p:nvSpPr>
            <p:spPr>
              <a:xfrm>
                <a:off x="3663" y="1232"/>
                <a:ext cx="36" cy="23"/>
              </a:xfrm>
              <a:custGeom>
                <a:avLst/>
                <a:gdLst/>
                <a:ahLst/>
                <a:cxnLst>
                  <a:cxn ang="0">
                    <a:pos x="0" y="9"/>
                  </a:cxn>
                  <a:cxn ang="0">
                    <a:pos x="0" y="12"/>
                  </a:cxn>
                  <a:cxn ang="0">
                    <a:pos x="0" y="15"/>
                  </a:cxn>
                  <a:cxn ang="0">
                    <a:pos x="5" y="18"/>
                  </a:cxn>
                  <a:cxn ang="0">
                    <a:pos x="11" y="18"/>
                  </a:cxn>
                  <a:cxn ang="0">
                    <a:pos x="11" y="22"/>
                  </a:cxn>
                  <a:cxn ang="0">
                    <a:pos x="17" y="22"/>
                  </a:cxn>
                  <a:cxn ang="0">
                    <a:pos x="23" y="18"/>
                  </a:cxn>
                  <a:cxn ang="0">
                    <a:pos x="29" y="15"/>
                  </a:cxn>
                  <a:cxn ang="0">
                    <a:pos x="29" y="12"/>
                  </a:cxn>
                  <a:cxn ang="0">
                    <a:pos x="35" y="12"/>
                  </a:cxn>
                  <a:cxn ang="0">
                    <a:pos x="35" y="9"/>
                  </a:cxn>
                  <a:cxn ang="0">
                    <a:pos x="29" y="6"/>
                  </a:cxn>
                  <a:cxn ang="0">
                    <a:pos x="29" y="3"/>
                  </a:cxn>
                  <a:cxn ang="0">
                    <a:pos x="23" y="0"/>
                  </a:cxn>
                  <a:cxn ang="0">
                    <a:pos x="17" y="0"/>
                  </a:cxn>
                  <a:cxn ang="0">
                    <a:pos x="11" y="0"/>
                  </a:cxn>
                  <a:cxn ang="0">
                    <a:pos x="5" y="0"/>
                  </a:cxn>
                  <a:cxn ang="0">
                    <a:pos x="0" y="3"/>
                  </a:cxn>
                  <a:cxn ang="0">
                    <a:pos x="0" y="6"/>
                  </a:cxn>
                  <a:cxn ang="0">
                    <a:pos x="0" y="9"/>
                  </a:cxn>
                </a:cxnLst>
                <a:rect l="0" t="0" r="0" b="0"/>
                <a:pathLst>
                  <a:path w="36" h="23">
                    <a:moveTo>
                      <a:pt x="0" y="9"/>
                    </a:moveTo>
                    <a:lnTo>
                      <a:pt x="0" y="12"/>
                    </a:lnTo>
                    <a:lnTo>
                      <a:pt x="0" y="15"/>
                    </a:lnTo>
                    <a:lnTo>
                      <a:pt x="5" y="18"/>
                    </a:lnTo>
                    <a:lnTo>
                      <a:pt x="11" y="18"/>
                    </a:lnTo>
                    <a:lnTo>
                      <a:pt x="11" y="22"/>
                    </a:lnTo>
                    <a:lnTo>
                      <a:pt x="17" y="22"/>
                    </a:lnTo>
                    <a:lnTo>
                      <a:pt x="23" y="18"/>
                    </a:lnTo>
                    <a:lnTo>
                      <a:pt x="29" y="15"/>
                    </a:lnTo>
                    <a:lnTo>
                      <a:pt x="29" y="12"/>
                    </a:lnTo>
                    <a:lnTo>
                      <a:pt x="35" y="12"/>
                    </a:lnTo>
                    <a:lnTo>
                      <a:pt x="35" y="9"/>
                    </a:lnTo>
                    <a:lnTo>
                      <a:pt x="29" y="6"/>
                    </a:lnTo>
                    <a:lnTo>
                      <a:pt x="29" y="3"/>
                    </a:lnTo>
                    <a:lnTo>
                      <a:pt x="23" y="0"/>
                    </a:lnTo>
                    <a:lnTo>
                      <a:pt x="17" y="0"/>
                    </a:lnTo>
                    <a:lnTo>
                      <a:pt x="11" y="0"/>
                    </a:lnTo>
                    <a:lnTo>
                      <a:pt x="5" y="0"/>
                    </a:lnTo>
                    <a:lnTo>
                      <a:pt x="0"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66" name="Line 226"/>
              <p:cNvSpPr/>
              <p:nvPr/>
            </p:nvSpPr>
            <p:spPr>
              <a:xfrm>
                <a:off x="3688" y="1235"/>
                <a:ext cx="10" cy="1"/>
              </a:xfrm>
              <a:prstGeom prst="line">
                <a:avLst/>
              </a:prstGeom>
              <a:ln w="12700" cap="flat" cmpd="sng">
                <a:solidFill>
                  <a:schemeClr val="tx1"/>
                </a:solidFill>
                <a:prstDash val="solid"/>
                <a:headEnd type="none" w="med" len="med"/>
                <a:tailEnd type="none" w="med" len="med"/>
              </a:ln>
            </p:spPr>
          </p:sp>
          <p:sp>
            <p:nvSpPr>
              <p:cNvPr id="36067" name="Line 227"/>
              <p:cNvSpPr/>
              <p:nvPr/>
            </p:nvSpPr>
            <p:spPr>
              <a:xfrm>
                <a:off x="3688" y="1231"/>
                <a:ext cx="12" cy="2"/>
              </a:xfrm>
              <a:prstGeom prst="line">
                <a:avLst/>
              </a:prstGeom>
              <a:ln w="12700" cap="flat" cmpd="sng">
                <a:solidFill>
                  <a:schemeClr val="tx1"/>
                </a:solidFill>
                <a:prstDash val="solid"/>
                <a:headEnd type="none" w="med" len="med"/>
                <a:tailEnd type="none" w="med" len="med"/>
              </a:ln>
            </p:spPr>
          </p:sp>
          <p:sp>
            <p:nvSpPr>
              <p:cNvPr id="36068" name="Freeform 228"/>
              <p:cNvSpPr/>
              <p:nvPr/>
            </p:nvSpPr>
            <p:spPr>
              <a:xfrm>
                <a:off x="3682" y="1228"/>
                <a:ext cx="35" cy="24"/>
              </a:xfrm>
              <a:custGeom>
                <a:avLst/>
                <a:gdLst/>
                <a:ahLst/>
                <a:cxnLst>
                  <a:cxn ang="0">
                    <a:pos x="25" y="23"/>
                  </a:cxn>
                  <a:cxn ang="0">
                    <a:pos x="34" y="23"/>
                  </a:cxn>
                  <a:cxn ang="0">
                    <a:pos x="34" y="19"/>
                  </a:cxn>
                  <a:cxn ang="0">
                    <a:pos x="34" y="3"/>
                  </a:cxn>
                  <a:cxn ang="0">
                    <a:pos x="34" y="0"/>
                  </a:cxn>
                  <a:cxn ang="0">
                    <a:pos x="25" y="0"/>
                  </a:cxn>
                  <a:cxn ang="0">
                    <a:pos x="17" y="3"/>
                  </a:cxn>
                  <a:cxn ang="0">
                    <a:pos x="8" y="6"/>
                  </a:cxn>
                  <a:cxn ang="0">
                    <a:pos x="0" y="9"/>
                  </a:cxn>
                  <a:cxn ang="0">
                    <a:pos x="0" y="13"/>
                  </a:cxn>
                  <a:cxn ang="0">
                    <a:pos x="8" y="16"/>
                  </a:cxn>
                  <a:cxn ang="0">
                    <a:pos x="17" y="19"/>
                  </a:cxn>
                  <a:cxn ang="0">
                    <a:pos x="25" y="23"/>
                  </a:cxn>
                </a:cxnLst>
                <a:rect l="0" t="0" r="0" b="0"/>
                <a:pathLst>
                  <a:path w="35" h="24">
                    <a:moveTo>
                      <a:pt x="25" y="23"/>
                    </a:moveTo>
                    <a:lnTo>
                      <a:pt x="34" y="23"/>
                    </a:lnTo>
                    <a:lnTo>
                      <a:pt x="34" y="19"/>
                    </a:lnTo>
                    <a:lnTo>
                      <a:pt x="34" y="3"/>
                    </a:lnTo>
                    <a:lnTo>
                      <a:pt x="34" y="0"/>
                    </a:lnTo>
                    <a:lnTo>
                      <a:pt x="25" y="0"/>
                    </a:lnTo>
                    <a:lnTo>
                      <a:pt x="17" y="3"/>
                    </a:lnTo>
                    <a:lnTo>
                      <a:pt x="8" y="6"/>
                    </a:lnTo>
                    <a:lnTo>
                      <a:pt x="0" y="9"/>
                    </a:lnTo>
                    <a:lnTo>
                      <a:pt x="0" y="13"/>
                    </a:lnTo>
                    <a:lnTo>
                      <a:pt x="8" y="16"/>
                    </a:lnTo>
                    <a:lnTo>
                      <a:pt x="17" y="19"/>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69" name="Freeform 229"/>
              <p:cNvSpPr/>
              <p:nvPr/>
            </p:nvSpPr>
            <p:spPr>
              <a:xfrm>
                <a:off x="3682" y="1228"/>
                <a:ext cx="37" cy="24"/>
              </a:xfrm>
              <a:custGeom>
                <a:avLst/>
                <a:gdLst/>
                <a:ahLst/>
                <a:cxnLst>
                  <a:cxn ang="0">
                    <a:pos x="2" y="0"/>
                  </a:cxn>
                  <a:cxn ang="0">
                    <a:pos x="36" y="11"/>
                  </a:cxn>
                  <a:cxn ang="0">
                    <a:pos x="34" y="23"/>
                  </a:cxn>
                  <a:cxn ang="0">
                    <a:pos x="0" y="11"/>
                  </a:cxn>
                  <a:cxn ang="0">
                    <a:pos x="2" y="0"/>
                  </a:cxn>
                </a:cxnLst>
                <a:rect l="0" t="0" r="0" b="0"/>
                <a:pathLst>
                  <a:path w="37" h="24">
                    <a:moveTo>
                      <a:pt x="2" y="0"/>
                    </a:moveTo>
                    <a:lnTo>
                      <a:pt x="36" y="11"/>
                    </a:lnTo>
                    <a:lnTo>
                      <a:pt x="34"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70" name="Freeform 230"/>
              <p:cNvSpPr/>
              <p:nvPr/>
            </p:nvSpPr>
            <p:spPr>
              <a:xfrm>
                <a:off x="3703" y="1232"/>
                <a:ext cx="34" cy="23"/>
              </a:xfrm>
              <a:custGeom>
                <a:avLst/>
                <a:gdLst/>
                <a:ahLst/>
                <a:cxnLst>
                  <a:cxn ang="0">
                    <a:pos x="0" y="9"/>
                  </a:cxn>
                  <a:cxn ang="0">
                    <a:pos x="0" y="12"/>
                  </a:cxn>
                  <a:cxn ang="0">
                    <a:pos x="4" y="12"/>
                  </a:cxn>
                  <a:cxn ang="0">
                    <a:pos x="4" y="15"/>
                  </a:cxn>
                  <a:cxn ang="0">
                    <a:pos x="9" y="18"/>
                  </a:cxn>
                  <a:cxn ang="0">
                    <a:pos x="14" y="22"/>
                  </a:cxn>
                  <a:cxn ang="0">
                    <a:pos x="18" y="22"/>
                  </a:cxn>
                  <a:cxn ang="0">
                    <a:pos x="23" y="18"/>
                  </a:cxn>
                  <a:cxn ang="0">
                    <a:pos x="28" y="15"/>
                  </a:cxn>
                  <a:cxn ang="0">
                    <a:pos x="28" y="12"/>
                  </a:cxn>
                  <a:cxn ang="0">
                    <a:pos x="33" y="12"/>
                  </a:cxn>
                  <a:cxn ang="0">
                    <a:pos x="33" y="6"/>
                  </a:cxn>
                  <a:cxn ang="0">
                    <a:pos x="28" y="6"/>
                  </a:cxn>
                  <a:cxn ang="0">
                    <a:pos x="28" y="3"/>
                  </a:cxn>
                  <a:cxn ang="0">
                    <a:pos x="23" y="0"/>
                  </a:cxn>
                  <a:cxn ang="0">
                    <a:pos x="18" y="0"/>
                  </a:cxn>
                  <a:cxn ang="0">
                    <a:pos x="14" y="0"/>
                  </a:cxn>
                  <a:cxn ang="0">
                    <a:pos x="9" y="0"/>
                  </a:cxn>
                  <a:cxn ang="0">
                    <a:pos x="4" y="3"/>
                  </a:cxn>
                  <a:cxn ang="0">
                    <a:pos x="4" y="6"/>
                  </a:cxn>
                  <a:cxn ang="0">
                    <a:pos x="0" y="6"/>
                  </a:cxn>
                  <a:cxn ang="0">
                    <a:pos x="0" y="9"/>
                  </a:cxn>
                </a:cxnLst>
                <a:rect l="0" t="0" r="0" b="0"/>
                <a:pathLst>
                  <a:path w="34" h="23">
                    <a:moveTo>
                      <a:pt x="0" y="9"/>
                    </a:moveTo>
                    <a:lnTo>
                      <a:pt x="0" y="12"/>
                    </a:lnTo>
                    <a:lnTo>
                      <a:pt x="4" y="12"/>
                    </a:lnTo>
                    <a:lnTo>
                      <a:pt x="4" y="15"/>
                    </a:lnTo>
                    <a:lnTo>
                      <a:pt x="9" y="18"/>
                    </a:lnTo>
                    <a:lnTo>
                      <a:pt x="14" y="22"/>
                    </a:lnTo>
                    <a:lnTo>
                      <a:pt x="18" y="22"/>
                    </a:lnTo>
                    <a:lnTo>
                      <a:pt x="23" y="18"/>
                    </a:lnTo>
                    <a:lnTo>
                      <a:pt x="28" y="15"/>
                    </a:lnTo>
                    <a:lnTo>
                      <a:pt x="28" y="12"/>
                    </a:lnTo>
                    <a:lnTo>
                      <a:pt x="33" y="12"/>
                    </a:lnTo>
                    <a:lnTo>
                      <a:pt x="33" y="6"/>
                    </a:lnTo>
                    <a:lnTo>
                      <a:pt x="28" y="6"/>
                    </a:lnTo>
                    <a:lnTo>
                      <a:pt x="28" y="3"/>
                    </a:lnTo>
                    <a:lnTo>
                      <a:pt x="23" y="0"/>
                    </a:lnTo>
                    <a:lnTo>
                      <a:pt x="18" y="0"/>
                    </a:lnTo>
                    <a:lnTo>
                      <a:pt x="14" y="0"/>
                    </a:lnTo>
                    <a:lnTo>
                      <a:pt x="9" y="0"/>
                    </a:lnTo>
                    <a:lnTo>
                      <a:pt x="4" y="3"/>
                    </a:lnTo>
                    <a:lnTo>
                      <a:pt x="4" y="6"/>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71" name="Line 231"/>
              <p:cNvSpPr/>
              <p:nvPr/>
            </p:nvSpPr>
            <p:spPr>
              <a:xfrm>
                <a:off x="3668" y="1225"/>
                <a:ext cx="13" cy="1"/>
              </a:xfrm>
              <a:prstGeom prst="line">
                <a:avLst/>
              </a:prstGeom>
              <a:ln w="12700" cap="flat" cmpd="sng">
                <a:solidFill>
                  <a:schemeClr val="tx1"/>
                </a:solidFill>
                <a:prstDash val="solid"/>
                <a:headEnd type="none" w="med" len="med"/>
                <a:tailEnd type="none" w="med" len="med"/>
              </a:ln>
            </p:spPr>
          </p:sp>
          <p:sp>
            <p:nvSpPr>
              <p:cNvPr id="36072" name="Line 232"/>
              <p:cNvSpPr/>
              <p:nvPr/>
            </p:nvSpPr>
            <p:spPr>
              <a:xfrm>
                <a:off x="3673" y="1221"/>
                <a:ext cx="9" cy="2"/>
              </a:xfrm>
              <a:prstGeom prst="line">
                <a:avLst/>
              </a:prstGeom>
              <a:ln w="12700" cap="flat" cmpd="sng">
                <a:solidFill>
                  <a:schemeClr val="tx1"/>
                </a:solidFill>
                <a:prstDash val="solid"/>
                <a:headEnd type="none" w="med" len="med"/>
                <a:tailEnd type="none" w="med" len="med"/>
              </a:ln>
            </p:spPr>
          </p:sp>
          <p:sp>
            <p:nvSpPr>
              <p:cNvPr id="36073" name="Freeform 233"/>
              <p:cNvSpPr/>
              <p:nvPr/>
            </p:nvSpPr>
            <p:spPr>
              <a:xfrm>
                <a:off x="3663" y="1218"/>
                <a:ext cx="36" cy="23"/>
              </a:xfrm>
              <a:custGeom>
                <a:avLst/>
                <a:gdLst/>
                <a:ahLst/>
                <a:cxnLst>
                  <a:cxn ang="0">
                    <a:pos x="26" y="22"/>
                  </a:cxn>
                  <a:cxn ang="0">
                    <a:pos x="35" y="18"/>
                  </a:cxn>
                  <a:cxn ang="0">
                    <a:pos x="35" y="3"/>
                  </a:cxn>
                  <a:cxn ang="0">
                    <a:pos x="26" y="0"/>
                  </a:cxn>
                  <a:cxn ang="0">
                    <a:pos x="17" y="0"/>
                  </a:cxn>
                  <a:cxn ang="0">
                    <a:pos x="8" y="0"/>
                  </a:cxn>
                  <a:cxn ang="0">
                    <a:pos x="0" y="3"/>
                  </a:cxn>
                  <a:cxn ang="0">
                    <a:pos x="0" y="7"/>
                  </a:cxn>
                  <a:cxn ang="0">
                    <a:pos x="0" y="11"/>
                  </a:cxn>
                  <a:cxn ang="0">
                    <a:pos x="0" y="14"/>
                  </a:cxn>
                  <a:cxn ang="0">
                    <a:pos x="8" y="22"/>
                  </a:cxn>
                  <a:cxn ang="0">
                    <a:pos x="17" y="22"/>
                  </a:cxn>
                  <a:cxn ang="0">
                    <a:pos x="26" y="22"/>
                  </a:cxn>
                </a:cxnLst>
                <a:rect l="0" t="0" r="0" b="0"/>
                <a:pathLst>
                  <a:path w="36" h="23">
                    <a:moveTo>
                      <a:pt x="26" y="22"/>
                    </a:moveTo>
                    <a:lnTo>
                      <a:pt x="35" y="18"/>
                    </a:lnTo>
                    <a:lnTo>
                      <a:pt x="35" y="3"/>
                    </a:lnTo>
                    <a:lnTo>
                      <a:pt x="26" y="0"/>
                    </a:lnTo>
                    <a:lnTo>
                      <a:pt x="17" y="0"/>
                    </a:lnTo>
                    <a:lnTo>
                      <a:pt x="8" y="0"/>
                    </a:lnTo>
                    <a:lnTo>
                      <a:pt x="0" y="3"/>
                    </a:lnTo>
                    <a:lnTo>
                      <a:pt x="0" y="7"/>
                    </a:lnTo>
                    <a:lnTo>
                      <a:pt x="0" y="11"/>
                    </a:lnTo>
                    <a:lnTo>
                      <a:pt x="0" y="14"/>
                    </a:lnTo>
                    <a:lnTo>
                      <a:pt x="8" y="22"/>
                    </a:lnTo>
                    <a:lnTo>
                      <a:pt x="17" y="22"/>
                    </a:lnTo>
                    <a:lnTo>
                      <a:pt x="26"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74" name="Freeform 234"/>
              <p:cNvSpPr/>
              <p:nvPr/>
            </p:nvSpPr>
            <p:spPr>
              <a:xfrm>
                <a:off x="3665" y="1218"/>
                <a:ext cx="37" cy="23"/>
              </a:xfrm>
              <a:custGeom>
                <a:avLst/>
                <a:gdLst/>
                <a:ahLst/>
                <a:cxnLst>
                  <a:cxn ang="0">
                    <a:pos x="1" y="1"/>
                  </a:cxn>
                  <a:cxn ang="0">
                    <a:pos x="36" y="11"/>
                  </a:cxn>
                  <a:cxn ang="0">
                    <a:pos x="34" y="22"/>
                  </a:cxn>
                  <a:cxn ang="0">
                    <a:pos x="0" y="11"/>
                  </a:cxn>
                  <a:cxn ang="0">
                    <a:pos x="1" y="0"/>
                  </a:cxn>
                  <a:cxn ang="0">
                    <a:pos x="1" y="1"/>
                  </a:cxn>
                </a:cxnLst>
                <a:rect l="0" t="0" r="0" b="0"/>
                <a:pathLst>
                  <a:path w="37" h="23">
                    <a:moveTo>
                      <a:pt x="1" y="1"/>
                    </a:moveTo>
                    <a:lnTo>
                      <a:pt x="36" y="11"/>
                    </a:lnTo>
                    <a:lnTo>
                      <a:pt x="34" y="22"/>
                    </a:lnTo>
                    <a:lnTo>
                      <a:pt x="0" y="11"/>
                    </a:lnTo>
                    <a:lnTo>
                      <a:pt x="1" y="0"/>
                    </a:lnTo>
                    <a:lnTo>
                      <a:pt x="1"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75" name="Freeform 235"/>
              <p:cNvSpPr/>
              <p:nvPr/>
            </p:nvSpPr>
            <p:spPr>
              <a:xfrm>
                <a:off x="3682" y="1221"/>
                <a:ext cx="37" cy="22"/>
              </a:xfrm>
              <a:custGeom>
                <a:avLst/>
                <a:gdLst/>
                <a:ahLst/>
                <a:cxnLst>
                  <a:cxn ang="0">
                    <a:pos x="0" y="9"/>
                  </a:cxn>
                  <a:cxn ang="0">
                    <a:pos x="0" y="12"/>
                  </a:cxn>
                  <a:cxn ang="0">
                    <a:pos x="0" y="15"/>
                  </a:cxn>
                  <a:cxn ang="0">
                    <a:pos x="6" y="21"/>
                  </a:cxn>
                  <a:cxn ang="0">
                    <a:pos x="12" y="21"/>
                  </a:cxn>
                  <a:cxn ang="0">
                    <a:pos x="18" y="21"/>
                  </a:cxn>
                  <a:cxn ang="0">
                    <a:pos x="24" y="21"/>
                  </a:cxn>
                  <a:cxn ang="0">
                    <a:pos x="30" y="21"/>
                  </a:cxn>
                  <a:cxn ang="0">
                    <a:pos x="36" y="15"/>
                  </a:cxn>
                  <a:cxn ang="0">
                    <a:pos x="36" y="12"/>
                  </a:cxn>
                  <a:cxn ang="0">
                    <a:pos x="36" y="9"/>
                  </a:cxn>
                  <a:cxn ang="0">
                    <a:pos x="36" y="6"/>
                  </a:cxn>
                  <a:cxn ang="0">
                    <a:pos x="30" y="3"/>
                  </a:cxn>
                  <a:cxn ang="0">
                    <a:pos x="24" y="3"/>
                  </a:cxn>
                  <a:cxn ang="0">
                    <a:pos x="18" y="0"/>
                  </a:cxn>
                  <a:cxn ang="0">
                    <a:pos x="12" y="0"/>
                  </a:cxn>
                  <a:cxn ang="0">
                    <a:pos x="12" y="3"/>
                  </a:cxn>
                  <a:cxn ang="0">
                    <a:pos x="6" y="3"/>
                  </a:cxn>
                  <a:cxn ang="0">
                    <a:pos x="0" y="6"/>
                  </a:cxn>
                  <a:cxn ang="0">
                    <a:pos x="0" y="9"/>
                  </a:cxn>
                </a:cxnLst>
                <a:rect l="0" t="0" r="0" b="0"/>
                <a:pathLst>
                  <a:path w="37" h="22">
                    <a:moveTo>
                      <a:pt x="0" y="9"/>
                    </a:moveTo>
                    <a:lnTo>
                      <a:pt x="0" y="12"/>
                    </a:lnTo>
                    <a:lnTo>
                      <a:pt x="0" y="15"/>
                    </a:lnTo>
                    <a:lnTo>
                      <a:pt x="6" y="21"/>
                    </a:lnTo>
                    <a:lnTo>
                      <a:pt x="12" y="21"/>
                    </a:lnTo>
                    <a:lnTo>
                      <a:pt x="18" y="21"/>
                    </a:lnTo>
                    <a:lnTo>
                      <a:pt x="24" y="21"/>
                    </a:lnTo>
                    <a:lnTo>
                      <a:pt x="30" y="21"/>
                    </a:lnTo>
                    <a:lnTo>
                      <a:pt x="36" y="15"/>
                    </a:lnTo>
                    <a:lnTo>
                      <a:pt x="36" y="12"/>
                    </a:lnTo>
                    <a:lnTo>
                      <a:pt x="36" y="9"/>
                    </a:lnTo>
                    <a:lnTo>
                      <a:pt x="36" y="6"/>
                    </a:lnTo>
                    <a:lnTo>
                      <a:pt x="30" y="3"/>
                    </a:lnTo>
                    <a:lnTo>
                      <a:pt x="24" y="3"/>
                    </a:lnTo>
                    <a:lnTo>
                      <a:pt x="18" y="0"/>
                    </a:lnTo>
                    <a:lnTo>
                      <a:pt x="12" y="0"/>
                    </a:lnTo>
                    <a:lnTo>
                      <a:pt x="12" y="3"/>
                    </a:lnTo>
                    <a:lnTo>
                      <a:pt x="6"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grpSp>
        <p:grpSp>
          <p:nvGrpSpPr>
            <p:cNvPr id="36076" name="Group 236"/>
            <p:cNvGrpSpPr/>
            <p:nvPr/>
          </p:nvGrpSpPr>
          <p:grpSpPr>
            <a:xfrm>
              <a:off x="2052" y="1045"/>
              <a:ext cx="442" cy="335"/>
              <a:chOff x="2052" y="1045"/>
              <a:chExt cx="442" cy="335"/>
            </a:xfrm>
          </p:grpSpPr>
          <p:sp>
            <p:nvSpPr>
              <p:cNvPr id="36077" name="Freeform 237"/>
              <p:cNvSpPr/>
              <p:nvPr/>
            </p:nvSpPr>
            <p:spPr>
              <a:xfrm>
                <a:off x="2330" y="1045"/>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78" name="Freeform 238"/>
              <p:cNvSpPr/>
              <p:nvPr/>
            </p:nvSpPr>
            <p:spPr>
              <a:xfrm>
                <a:off x="2201" y="1148"/>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79" name="Freeform 239"/>
              <p:cNvSpPr/>
              <p:nvPr/>
            </p:nvSpPr>
            <p:spPr>
              <a:xfrm>
                <a:off x="2248" y="1125"/>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80" name="Freeform 240"/>
              <p:cNvSpPr/>
              <p:nvPr/>
            </p:nvSpPr>
            <p:spPr>
              <a:xfrm>
                <a:off x="2214" y="1142"/>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81" name="Freeform 241"/>
              <p:cNvSpPr/>
              <p:nvPr/>
            </p:nvSpPr>
            <p:spPr>
              <a:xfrm>
                <a:off x="2231" y="1244"/>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82" name="Line 242"/>
              <p:cNvSpPr/>
              <p:nvPr/>
            </p:nvSpPr>
            <p:spPr>
              <a:xfrm flipV="1">
                <a:off x="2206" y="1190"/>
                <a:ext cx="39" cy="27"/>
              </a:xfrm>
              <a:prstGeom prst="line">
                <a:avLst/>
              </a:prstGeom>
              <a:ln w="12700" cap="flat" cmpd="sng">
                <a:solidFill>
                  <a:schemeClr val="tx1"/>
                </a:solidFill>
                <a:prstDash val="solid"/>
                <a:headEnd type="none" w="med" len="med"/>
                <a:tailEnd type="none" w="med" len="med"/>
              </a:ln>
            </p:spPr>
          </p:sp>
          <p:sp>
            <p:nvSpPr>
              <p:cNvPr id="36083" name="Oval 243"/>
              <p:cNvSpPr/>
              <p:nvPr/>
            </p:nvSpPr>
            <p:spPr>
              <a:xfrm rot="-1860000">
                <a:off x="2273" y="117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6084" name="Line 244"/>
              <p:cNvSpPr/>
              <p:nvPr/>
            </p:nvSpPr>
            <p:spPr>
              <a:xfrm flipV="1">
                <a:off x="2276" y="1161"/>
                <a:ext cx="5" cy="17"/>
              </a:xfrm>
              <a:prstGeom prst="line">
                <a:avLst/>
              </a:prstGeom>
              <a:ln w="12700" cap="flat" cmpd="sng">
                <a:solidFill>
                  <a:schemeClr val="tx1"/>
                </a:solidFill>
                <a:prstDash val="solid"/>
                <a:headEnd type="none" w="med" len="med"/>
                <a:tailEnd type="none" w="med" len="med"/>
              </a:ln>
            </p:spPr>
          </p:sp>
          <p:sp>
            <p:nvSpPr>
              <p:cNvPr id="36085" name="Line 245"/>
              <p:cNvSpPr/>
              <p:nvPr/>
            </p:nvSpPr>
            <p:spPr>
              <a:xfrm>
                <a:off x="2281" y="1181"/>
                <a:ext cx="4" cy="0"/>
              </a:xfrm>
              <a:prstGeom prst="line">
                <a:avLst/>
              </a:prstGeom>
              <a:ln w="12700" cap="flat" cmpd="sng">
                <a:solidFill>
                  <a:schemeClr val="tx1"/>
                </a:solidFill>
                <a:prstDash val="solid"/>
                <a:headEnd type="none" w="med" len="med"/>
                <a:tailEnd type="none" w="med" len="med"/>
              </a:ln>
            </p:spPr>
          </p:sp>
          <p:sp>
            <p:nvSpPr>
              <p:cNvPr id="36086" name="Oval 246"/>
              <p:cNvSpPr/>
              <p:nvPr/>
            </p:nvSpPr>
            <p:spPr>
              <a:xfrm rot="-1860000">
                <a:off x="2273" y="1168"/>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mn-ea"/>
                </a:endParaRPr>
              </a:p>
            </p:txBody>
          </p:sp>
          <p:sp>
            <p:nvSpPr>
              <p:cNvPr id="36087" name="Line 247"/>
              <p:cNvSpPr/>
              <p:nvPr/>
            </p:nvSpPr>
            <p:spPr>
              <a:xfrm flipV="1">
                <a:off x="2334" y="1116"/>
                <a:ext cx="43" cy="29"/>
              </a:xfrm>
              <a:prstGeom prst="line">
                <a:avLst/>
              </a:prstGeom>
              <a:ln w="12700" cap="flat" cmpd="sng">
                <a:solidFill>
                  <a:schemeClr val="tx1"/>
                </a:solidFill>
                <a:prstDash val="solid"/>
                <a:headEnd type="none" w="med" len="med"/>
                <a:tailEnd type="none" w="med" len="med"/>
              </a:ln>
            </p:spPr>
          </p:sp>
          <p:sp>
            <p:nvSpPr>
              <p:cNvPr id="36088" name="Freeform 248"/>
              <p:cNvSpPr/>
              <p:nvPr/>
            </p:nvSpPr>
            <p:spPr>
              <a:xfrm>
                <a:off x="2275" y="1166"/>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89" name="Freeform 249"/>
              <p:cNvSpPr/>
              <p:nvPr/>
            </p:nvSpPr>
            <p:spPr>
              <a:xfrm>
                <a:off x="2278" y="1165"/>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90" name="Rectangle 250"/>
              <p:cNvSpPr/>
              <p:nvPr/>
            </p:nvSpPr>
            <p:spPr>
              <a:xfrm rot="-1860000">
                <a:off x="2212" y="1237"/>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mn-ea"/>
                </a:endParaRPr>
              </a:p>
            </p:txBody>
          </p:sp>
          <p:sp>
            <p:nvSpPr>
              <p:cNvPr id="36091" name="Freeform 251"/>
              <p:cNvSpPr/>
              <p:nvPr/>
            </p:nvSpPr>
            <p:spPr>
              <a:xfrm>
                <a:off x="2052" y="1187"/>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92" name="Line 252"/>
              <p:cNvSpPr/>
              <p:nvPr/>
            </p:nvSpPr>
            <p:spPr>
              <a:xfrm flipV="1">
                <a:off x="2311" y="1217"/>
                <a:ext cx="10" cy="11"/>
              </a:xfrm>
              <a:prstGeom prst="line">
                <a:avLst/>
              </a:prstGeom>
              <a:ln w="12700" cap="flat" cmpd="sng">
                <a:solidFill>
                  <a:schemeClr val="tx1"/>
                </a:solidFill>
                <a:prstDash val="solid"/>
                <a:headEnd type="none" w="med" len="med"/>
                <a:tailEnd type="none" w="med" len="med"/>
              </a:ln>
            </p:spPr>
          </p:sp>
          <p:sp>
            <p:nvSpPr>
              <p:cNvPr id="36093" name="Line 253"/>
              <p:cNvSpPr/>
              <p:nvPr/>
            </p:nvSpPr>
            <p:spPr>
              <a:xfrm flipV="1">
                <a:off x="2310" y="1215"/>
                <a:ext cx="10" cy="14"/>
              </a:xfrm>
              <a:prstGeom prst="line">
                <a:avLst/>
              </a:prstGeom>
              <a:ln w="12700" cap="flat" cmpd="sng">
                <a:solidFill>
                  <a:schemeClr val="tx1"/>
                </a:solidFill>
                <a:prstDash val="solid"/>
                <a:headEnd type="none" w="med" len="med"/>
                <a:tailEnd type="none" w="med" len="med"/>
              </a:ln>
            </p:spPr>
          </p:sp>
          <p:sp>
            <p:nvSpPr>
              <p:cNvPr id="36094" name="Freeform 254"/>
              <p:cNvSpPr/>
              <p:nvPr/>
            </p:nvSpPr>
            <p:spPr>
              <a:xfrm>
                <a:off x="2306" y="1208"/>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95" name="Freeform 255"/>
              <p:cNvSpPr/>
              <p:nvPr/>
            </p:nvSpPr>
            <p:spPr>
              <a:xfrm>
                <a:off x="2306" y="1216"/>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96" name="Freeform 256"/>
              <p:cNvSpPr/>
              <p:nvPr/>
            </p:nvSpPr>
            <p:spPr>
              <a:xfrm>
                <a:off x="2328" y="120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097" name="Line 257"/>
              <p:cNvSpPr/>
              <p:nvPr/>
            </p:nvSpPr>
            <p:spPr>
              <a:xfrm flipV="1">
                <a:off x="2292" y="1212"/>
                <a:ext cx="5" cy="11"/>
              </a:xfrm>
              <a:prstGeom prst="line">
                <a:avLst/>
              </a:prstGeom>
              <a:ln w="12700" cap="flat" cmpd="sng">
                <a:solidFill>
                  <a:schemeClr val="tx1"/>
                </a:solidFill>
                <a:prstDash val="solid"/>
                <a:headEnd type="none" w="med" len="med"/>
                <a:tailEnd type="none" w="med" len="med"/>
              </a:ln>
            </p:spPr>
          </p:sp>
          <p:sp>
            <p:nvSpPr>
              <p:cNvPr id="36098" name="Line 258"/>
              <p:cNvSpPr/>
              <p:nvPr/>
            </p:nvSpPr>
            <p:spPr>
              <a:xfrm flipV="1">
                <a:off x="2287" y="1206"/>
                <a:ext cx="11" cy="14"/>
              </a:xfrm>
              <a:prstGeom prst="line">
                <a:avLst/>
              </a:prstGeom>
              <a:ln w="12700" cap="flat" cmpd="sng">
                <a:solidFill>
                  <a:schemeClr val="tx1"/>
                </a:solidFill>
                <a:prstDash val="solid"/>
                <a:headEnd type="none" w="med" len="med"/>
                <a:tailEnd type="none" w="med" len="med"/>
              </a:ln>
            </p:spPr>
          </p:sp>
          <p:sp>
            <p:nvSpPr>
              <p:cNvPr id="36099" name="Freeform 259"/>
              <p:cNvSpPr/>
              <p:nvPr/>
            </p:nvSpPr>
            <p:spPr>
              <a:xfrm>
                <a:off x="2288" y="120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00" name="Freeform 260"/>
              <p:cNvSpPr/>
              <p:nvPr/>
            </p:nvSpPr>
            <p:spPr>
              <a:xfrm>
                <a:off x="2290" y="1209"/>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01" name="Freeform 261"/>
              <p:cNvSpPr/>
              <p:nvPr/>
            </p:nvSpPr>
            <p:spPr>
              <a:xfrm>
                <a:off x="2306" y="1197"/>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02" name="Line 262"/>
              <p:cNvSpPr/>
              <p:nvPr/>
            </p:nvSpPr>
            <p:spPr>
              <a:xfrm flipV="1">
                <a:off x="2291" y="1191"/>
                <a:ext cx="7" cy="16"/>
              </a:xfrm>
              <a:prstGeom prst="line">
                <a:avLst/>
              </a:prstGeom>
              <a:ln w="12700" cap="flat" cmpd="sng">
                <a:solidFill>
                  <a:schemeClr val="tx1"/>
                </a:solidFill>
                <a:prstDash val="solid"/>
                <a:headEnd type="none" w="med" len="med"/>
                <a:tailEnd type="none" w="med" len="med"/>
              </a:ln>
            </p:spPr>
          </p:sp>
          <p:sp>
            <p:nvSpPr>
              <p:cNvPr id="36103" name="Line 263"/>
              <p:cNvSpPr/>
              <p:nvPr/>
            </p:nvSpPr>
            <p:spPr>
              <a:xfrm flipV="1">
                <a:off x="2295" y="1187"/>
                <a:ext cx="7" cy="14"/>
              </a:xfrm>
              <a:prstGeom prst="line">
                <a:avLst/>
              </a:prstGeom>
              <a:ln w="12700" cap="flat" cmpd="sng">
                <a:solidFill>
                  <a:schemeClr val="tx1"/>
                </a:solidFill>
                <a:prstDash val="solid"/>
                <a:headEnd type="none" w="med" len="med"/>
                <a:tailEnd type="none" w="med" len="med"/>
              </a:ln>
            </p:spPr>
          </p:sp>
          <p:sp>
            <p:nvSpPr>
              <p:cNvPr id="36104" name="Freeform 264"/>
              <p:cNvSpPr/>
              <p:nvPr/>
            </p:nvSpPr>
            <p:spPr>
              <a:xfrm>
                <a:off x="2288" y="118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05" name="Freeform 265"/>
              <p:cNvSpPr/>
              <p:nvPr/>
            </p:nvSpPr>
            <p:spPr>
              <a:xfrm>
                <a:off x="2288" y="119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06" name="Freeform 266"/>
              <p:cNvSpPr/>
              <p:nvPr/>
            </p:nvSpPr>
            <p:spPr>
              <a:xfrm>
                <a:off x="2306" y="1182"/>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07" name="Line 267"/>
              <p:cNvSpPr/>
              <p:nvPr/>
            </p:nvSpPr>
            <p:spPr>
              <a:xfrm flipV="1">
                <a:off x="2319" y="1165"/>
                <a:ext cx="9" cy="14"/>
              </a:xfrm>
              <a:prstGeom prst="line">
                <a:avLst/>
              </a:prstGeom>
              <a:ln w="12700" cap="flat" cmpd="sng">
                <a:solidFill>
                  <a:schemeClr val="tx1"/>
                </a:solidFill>
                <a:prstDash val="solid"/>
                <a:headEnd type="none" w="med" len="med"/>
                <a:tailEnd type="none" w="med" len="med"/>
              </a:ln>
            </p:spPr>
          </p:sp>
          <p:sp>
            <p:nvSpPr>
              <p:cNvPr id="36108" name="Line 268"/>
              <p:cNvSpPr/>
              <p:nvPr/>
            </p:nvSpPr>
            <p:spPr>
              <a:xfrm flipV="1">
                <a:off x="2320" y="1165"/>
                <a:ext cx="7" cy="12"/>
              </a:xfrm>
              <a:prstGeom prst="line">
                <a:avLst/>
              </a:prstGeom>
              <a:ln w="12700" cap="flat" cmpd="sng">
                <a:solidFill>
                  <a:schemeClr val="tx1"/>
                </a:solidFill>
                <a:prstDash val="solid"/>
                <a:headEnd type="none" w="med" len="med"/>
                <a:tailEnd type="none" w="med" len="med"/>
              </a:ln>
            </p:spPr>
          </p:sp>
          <p:sp>
            <p:nvSpPr>
              <p:cNvPr id="36109" name="Freeform 269"/>
              <p:cNvSpPr/>
              <p:nvPr/>
            </p:nvSpPr>
            <p:spPr>
              <a:xfrm>
                <a:off x="2318" y="116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10" name="Freeform 270"/>
              <p:cNvSpPr/>
              <p:nvPr/>
            </p:nvSpPr>
            <p:spPr>
              <a:xfrm>
                <a:off x="2316" y="116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11" name="Freeform 271"/>
              <p:cNvSpPr/>
              <p:nvPr/>
            </p:nvSpPr>
            <p:spPr>
              <a:xfrm>
                <a:off x="2333" y="1156"/>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12" name="Line 272"/>
              <p:cNvSpPr/>
              <p:nvPr/>
            </p:nvSpPr>
            <p:spPr>
              <a:xfrm flipV="1">
                <a:off x="2350" y="1156"/>
                <a:ext cx="7" cy="14"/>
              </a:xfrm>
              <a:prstGeom prst="line">
                <a:avLst/>
              </a:prstGeom>
              <a:ln w="12700" cap="flat" cmpd="sng">
                <a:solidFill>
                  <a:schemeClr val="tx1"/>
                </a:solidFill>
                <a:prstDash val="solid"/>
                <a:headEnd type="none" w="med" len="med"/>
                <a:tailEnd type="none" w="med" len="med"/>
              </a:ln>
            </p:spPr>
          </p:sp>
          <p:sp>
            <p:nvSpPr>
              <p:cNvPr id="36113" name="Line 273"/>
              <p:cNvSpPr/>
              <p:nvPr/>
            </p:nvSpPr>
            <p:spPr>
              <a:xfrm flipV="1">
                <a:off x="2350" y="1151"/>
                <a:ext cx="11" cy="14"/>
              </a:xfrm>
              <a:prstGeom prst="line">
                <a:avLst/>
              </a:prstGeom>
              <a:ln w="12700" cap="flat" cmpd="sng">
                <a:solidFill>
                  <a:schemeClr val="tx1"/>
                </a:solidFill>
                <a:prstDash val="solid"/>
                <a:headEnd type="none" w="med" len="med"/>
                <a:tailEnd type="none" w="med" len="med"/>
              </a:ln>
            </p:spPr>
          </p:sp>
          <p:sp>
            <p:nvSpPr>
              <p:cNvPr id="36114" name="Freeform 274"/>
              <p:cNvSpPr/>
              <p:nvPr/>
            </p:nvSpPr>
            <p:spPr>
              <a:xfrm>
                <a:off x="2349" y="1146"/>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15" name="Freeform 275"/>
              <p:cNvSpPr/>
              <p:nvPr/>
            </p:nvSpPr>
            <p:spPr>
              <a:xfrm>
                <a:off x="2345" y="1154"/>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16" name="Freeform 276"/>
              <p:cNvSpPr/>
              <p:nvPr/>
            </p:nvSpPr>
            <p:spPr>
              <a:xfrm>
                <a:off x="2368" y="1148"/>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17" name="Line 277"/>
              <p:cNvSpPr/>
              <p:nvPr/>
            </p:nvSpPr>
            <p:spPr>
              <a:xfrm flipV="1">
                <a:off x="2374" y="1161"/>
                <a:ext cx="6" cy="15"/>
              </a:xfrm>
              <a:prstGeom prst="line">
                <a:avLst/>
              </a:prstGeom>
              <a:ln w="12700" cap="flat" cmpd="sng">
                <a:solidFill>
                  <a:schemeClr val="tx1"/>
                </a:solidFill>
                <a:prstDash val="solid"/>
                <a:headEnd type="none" w="med" len="med"/>
                <a:tailEnd type="none" w="med" len="med"/>
              </a:ln>
            </p:spPr>
          </p:sp>
          <p:sp>
            <p:nvSpPr>
              <p:cNvPr id="36118" name="Line 278"/>
              <p:cNvSpPr/>
              <p:nvPr/>
            </p:nvSpPr>
            <p:spPr>
              <a:xfrm flipV="1">
                <a:off x="2373" y="1157"/>
                <a:ext cx="6" cy="13"/>
              </a:xfrm>
              <a:prstGeom prst="line">
                <a:avLst/>
              </a:prstGeom>
              <a:ln w="12700" cap="flat" cmpd="sng">
                <a:solidFill>
                  <a:schemeClr val="tx1"/>
                </a:solidFill>
                <a:prstDash val="solid"/>
                <a:headEnd type="none" w="med" len="med"/>
                <a:tailEnd type="none" w="med" len="med"/>
              </a:ln>
            </p:spPr>
          </p:sp>
          <p:sp>
            <p:nvSpPr>
              <p:cNvPr id="36119" name="Freeform 279"/>
              <p:cNvSpPr/>
              <p:nvPr/>
            </p:nvSpPr>
            <p:spPr>
              <a:xfrm>
                <a:off x="2370" y="1155"/>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20" name="Freeform 280"/>
              <p:cNvSpPr/>
              <p:nvPr/>
            </p:nvSpPr>
            <p:spPr>
              <a:xfrm>
                <a:off x="2368" y="1162"/>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21" name="Freeform 281"/>
              <p:cNvSpPr/>
              <p:nvPr/>
            </p:nvSpPr>
            <p:spPr>
              <a:xfrm>
                <a:off x="2390" y="1155"/>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22" name="Line 282"/>
              <p:cNvSpPr/>
              <p:nvPr/>
            </p:nvSpPr>
            <p:spPr>
              <a:xfrm flipV="1">
                <a:off x="2368" y="1181"/>
                <a:ext cx="10" cy="16"/>
              </a:xfrm>
              <a:prstGeom prst="line">
                <a:avLst/>
              </a:prstGeom>
              <a:ln w="12700" cap="flat" cmpd="sng">
                <a:solidFill>
                  <a:schemeClr val="tx1"/>
                </a:solidFill>
                <a:prstDash val="solid"/>
                <a:headEnd type="none" w="med" len="med"/>
                <a:tailEnd type="none" w="med" len="med"/>
              </a:ln>
            </p:spPr>
          </p:sp>
          <p:sp>
            <p:nvSpPr>
              <p:cNvPr id="36123" name="Line 283"/>
              <p:cNvSpPr/>
              <p:nvPr/>
            </p:nvSpPr>
            <p:spPr>
              <a:xfrm flipV="1">
                <a:off x="2369" y="1181"/>
                <a:ext cx="6" cy="11"/>
              </a:xfrm>
              <a:prstGeom prst="line">
                <a:avLst/>
              </a:prstGeom>
              <a:ln w="12700" cap="flat" cmpd="sng">
                <a:solidFill>
                  <a:schemeClr val="tx1"/>
                </a:solidFill>
                <a:prstDash val="solid"/>
                <a:headEnd type="none" w="med" len="med"/>
                <a:tailEnd type="none" w="med" len="med"/>
              </a:ln>
            </p:spPr>
          </p:sp>
          <p:sp>
            <p:nvSpPr>
              <p:cNvPr id="36124" name="Freeform 284"/>
              <p:cNvSpPr/>
              <p:nvPr/>
            </p:nvSpPr>
            <p:spPr>
              <a:xfrm>
                <a:off x="2367" y="1176"/>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25" name="Freeform 285"/>
              <p:cNvSpPr/>
              <p:nvPr/>
            </p:nvSpPr>
            <p:spPr>
              <a:xfrm>
                <a:off x="2364" y="118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26" name="Freeform 286"/>
              <p:cNvSpPr/>
              <p:nvPr/>
            </p:nvSpPr>
            <p:spPr>
              <a:xfrm>
                <a:off x="2384" y="1171"/>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27" name="Line 287"/>
              <p:cNvSpPr/>
              <p:nvPr/>
            </p:nvSpPr>
            <p:spPr>
              <a:xfrm flipV="1">
                <a:off x="2343" y="1204"/>
                <a:ext cx="9" cy="14"/>
              </a:xfrm>
              <a:prstGeom prst="line">
                <a:avLst/>
              </a:prstGeom>
              <a:ln w="12700" cap="flat" cmpd="sng">
                <a:solidFill>
                  <a:schemeClr val="tx1"/>
                </a:solidFill>
                <a:prstDash val="solid"/>
                <a:headEnd type="none" w="med" len="med"/>
                <a:tailEnd type="none" w="med" len="med"/>
              </a:ln>
            </p:spPr>
          </p:sp>
          <p:sp>
            <p:nvSpPr>
              <p:cNvPr id="36128" name="Line 288"/>
              <p:cNvSpPr/>
              <p:nvPr/>
            </p:nvSpPr>
            <p:spPr>
              <a:xfrm flipV="1">
                <a:off x="2346" y="1200"/>
                <a:ext cx="5" cy="14"/>
              </a:xfrm>
              <a:prstGeom prst="line">
                <a:avLst/>
              </a:prstGeom>
              <a:ln w="12700" cap="flat" cmpd="sng">
                <a:solidFill>
                  <a:schemeClr val="tx1"/>
                </a:solidFill>
                <a:prstDash val="solid"/>
                <a:headEnd type="none" w="med" len="med"/>
                <a:tailEnd type="none" w="med" len="med"/>
              </a:ln>
            </p:spPr>
          </p:sp>
          <p:sp>
            <p:nvSpPr>
              <p:cNvPr id="36129" name="Freeform 289"/>
              <p:cNvSpPr/>
              <p:nvPr/>
            </p:nvSpPr>
            <p:spPr>
              <a:xfrm>
                <a:off x="2341" y="1201"/>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30" name="Freeform 290"/>
              <p:cNvSpPr/>
              <p:nvPr/>
            </p:nvSpPr>
            <p:spPr>
              <a:xfrm>
                <a:off x="2340" y="120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31" name="Freeform 291"/>
              <p:cNvSpPr/>
              <p:nvPr/>
            </p:nvSpPr>
            <p:spPr>
              <a:xfrm>
                <a:off x="2356" y="1194"/>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32" name="Line 292"/>
              <p:cNvSpPr/>
              <p:nvPr/>
            </p:nvSpPr>
            <p:spPr>
              <a:xfrm flipV="1">
                <a:off x="2337" y="1192"/>
                <a:ext cx="12" cy="17"/>
              </a:xfrm>
              <a:prstGeom prst="line">
                <a:avLst/>
              </a:prstGeom>
              <a:ln w="12700" cap="flat" cmpd="sng">
                <a:solidFill>
                  <a:schemeClr val="tx1"/>
                </a:solidFill>
                <a:prstDash val="solid"/>
                <a:headEnd type="none" w="med" len="med"/>
                <a:tailEnd type="none" w="med" len="med"/>
              </a:ln>
            </p:spPr>
          </p:sp>
          <p:sp>
            <p:nvSpPr>
              <p:cNvPr id="36133" name="Line 293"/>
              <p:cNvSpPr/>
              <p:nvPr/>
            </p:nvSpPr>
            <p:spPr>
              <a:xfrm flipV="1">
                <a:off x="2338" y="1194"/>
                <a:ext cx="10" cy="10"/>
              </a:xfrm>
              <a:prstGeom prst="line">
                <a:avLst/>
              </a:prstGeom>
              <a:ln w="12700" cap="flat" cmpd="sng">
                <a:solidFill>
                  <a:schemeClr val="tx1"/>
                </a:solidFill>
                <a:prstDash val="solid"/>
                <a:headEnd type="none" w="med" len="med"/>
                <a:tailEnd type="none" w="med" len="med"/>
              </a:ln>
            </p:spPr>
          </p:sp>
          <p:sp>
            <p:nvSpPr>
              <p:cNvPr id="36134" name="Freeform 294"/>
              <p:cNvSpPr/>
              <p:nvPr/>
            </p:nvSpPr>
            <p:spPr>
              <a:xfrm>
                <a:off x="2332" y="1190"/>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35" name="Freeform 295"/>
              <p:cNvSpPr/>
              <p:nvPr/>
            </p:nvSpPr>
            <p:spPr>
              <a:xfrm>
                <a:off x="2329" y="1194"/>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36" name="Freeform 296"/>
              <p:cNvSpPr/>
              <p:nvPr/>
            </p:nvSpPr>
            <p:spPr>
              <a:xfrm>
                <a:off x="2353" y="1184"/>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37" name="Line 297"/>
              <p:cNvSpPr/>
              <p:nvPr/>
            </p:nvSpPr>
            <p:spPr>
              <a:xfrm flipV="1">
                <a:off x="2318" y="1197"/>
                <a:ext cx="5" cy="13"/>
              </a:xfrm>
              <a:prstGeom prst="line">
                <a:avLst/>
              </a:prstGeom>
              <a:ln w="12700" cap="flat" cmpd="sng">
                <a:solidFill>
                  <a:schemeClr val="tx1"/>
                </a:solidFill>
                <a:prstDash val="solid"/>
                <a:headEnd type="none" w="med" len="med"/>
                <a:tailEnd type="none" w="med" len="med"/>
              </a:ln>
            </p:spPr>
          </p:sp>
          <p:sp>
            <p:nvSpPr>
              <p:cNvPr id="36138" name="Line 298"/>
              <p:cNvSpPr/>
              <p:nvPr/>
            </p:nvSpPr>
            <p:spPr>
              <a:xfrm flipV="1">
                <a:off x="2314" y="1193"/>
                <a:ext cx="10" cy="13"/>
              </a:xfrm>
              <a:prstGeom prst="line">
                <a:avLst/>
              </a:prstGeom>
              <a:ln w="12700" cap="flat" cmpd="sng">
                <a:solidFill>
                  <a:schemeClr val="tx1"/>
                </a:solidFill>
                <a:prstDash val="solid"/>
                <a:headEnd type="none" w="med" len="med"/>
                <a:tailEnd type="none" w="med" len="med"/>
              </a:ln>
            </p:spPr>
          </p:sp>
          <p:sp>
            <p:nvSpPr>
              <p:cNvPr id="36139" name="Freeform 299"/>
              <p:cNvSpPr/>
              <p:nvPr/>
            </p:nvSpPr>
            <p:spPr>
              <a:xfrm>
                <a:off x="2315" y="1191"/>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40" name="Freeform 300"/>
              <p:cNvSpPr/>
              <p:nvPr/>
            </p:nvSpPr>
            <p:spPr>
              <a:xfrm>
                <a:off x="2314" y="1195"/>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41" name="Freeform 301"/>
              <p:cNvSpPr/>
              <p:nvPr/>
            </p:nvSpPr>
            <p:spPr>
              <a:xfrm>
                <a:off x="2330" y="1186"/>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42" name="Line 302"/>
              <p:cNvSpPr/>
              <p:nvPr/>
            </p:nvSpPr>
            <p:spPr>
              <a:xfrm flipV="1">
                <a:off x="2349" y="1177"/>
                <a:ext cx="6" cy="15"/>
              </a:xfrm>
              <a:prstGeom prst="line">
                <a:avLst/>
              </a:prstGeom>
              <a:ln w="12700" cap="flat" cmpd="sng">
                <a:solidFill>
                  <a:schemeClr val="tx1"/>
                </a:solidFill>
                <a:prstDash val="solid"/>
                <a:headEnd type="none" w="med" len="med"/>
                <a:tailEnd type="none" w="med" len="med"/>
              </a:ln>
            </p:spPr>
          </p:sp>
          <p:sp>
            <p:nvSpPr>
              <p:cNvPr id="36143" name="Line 303"/>
              <p:cNvSpPr/>
              <p:nvPr/>
            </p:nvSpPr>
            <p:spPr>
              <a:xfrm flipV="1">
                <a:off x="2348" y="1173"/>
                <a:ext cx="10" cy="13"/>
              </a:xfrm>
              <a:prstGeom prst="line">
                <a:avLst/>
              </a:prstGeom>
              <a:ln w="12700" cap="flat" cmpd="sng">
                <a:solidFill>
                  <a:schemeClr val="tx1"/>
                </a:solidFill>
                <a:prstDash val="solid"/>
                <a:headEnd type="none" w="med" len="med"/>
                <a:tailEnd type="none" w="med" len="med"/>
              </a:ln>
            </p:spPr>
          </p:sp>
          <p:sp>
            <p:nvSpPr>
              <p:cNvPr id="36144" name="Freeform 304"/>
              <p:cNvSpPr/>
              <p:nvPr/>
            </p:nvSpPr>
            <p:spPr>
              <a:xfrm>
                <a:off x="2346" y="1169"/>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45" name="Freeform 305"/>
              <p:cNvSpPr/>
              <p:nvPr/>
            </p:nvSpPr>
            <p:spPr>
              <a:xfrm>
                <a:off x="2343" y="117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46" name="Freeform 306"/>
              <p:cNvSpPr/>
              <p:nvPr/>
            </p:nvSpPr>
            <p:spPr>
              <a:xfrm>
                <a:off x="2367" y="116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47" name="Line 307"/>
              <p:cNvSpPr/>
              <p:nvPr/>
            </p:nvSpPr>
            <p:spPr>
              <a:xfrm flipV="1">
                <a:off x="2327" y="1178"/>
                <a:ext cx="12" cy="15"/>
              </a:xfrm>
              <a:prstGeom prst="line">
                <a:avLst/>
              </a:prstGeom>
              <a:ln w="12700" cap="flat" cmpd="sng">
                <a:solidFill>
                  <a:schemeClr val="tx1"/>
                </a:solidFill>
                <a:prstDash val="solid"/>
                <a:headEnd type="none" w="med" len="med"/>
                <a:tailEnd type="none" w="med" len="med"/>
              </a:ln>
            </p:spPr>
          </p:sp>
          <p:sp>
            <p:nvSpPr>
              <p:cNvPr id="36148" name="Line 308"/>
              <p:cNvSpPr/>
              <p:nvPr/>
            </p:nvSpPr>
            <p:spPr>
              <a:xfrm flipV="1">
                <a:off x="2327" y="1176"/>
                <a:ext cx="7" cy="12"/>
              </a:xfrm>
              <a:prstGeom prst="line">
                <a:avLst/>
              </a:prstGeom>
              <a:ln w="12700" cap="flat" cmpd="sng">
                <a:solidFill>
                  <a:schemeClr val="tx1"/>
                </a:solidFill>
                <a:prstDash val="solid"/>
                <a:headEnd type="none" w="med" len="med"/>
                <a:tailEnd type="none" w="med" len="med"/>
              </a:ln>
            </p:spPr>
          </p:sp>
          <p:sp>
            <p:nvSpPr>
              <p:cNvPr id="36149" name="Freeform 309"/>
              <p:cNvSpPr/>
              <p:nvPr/>
            </p:nvSpPr>
            <p:spPr>
              <a:xfrm>
                <a:off x="2320" y="1171"/>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50" name="Freeform 310"/>
              <p:cNvSpPr/>
              <p:nvPr/>
            </p:nvSpPr>
            <p:spPr>
              <a:xfrm>
                <a:off x="2321" y="117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sp>
            <p:nvSpPr>
              <p:cNvPr id="36151" name="Freeform 311"/>
              <p:cNvSpPr/>
              <p:nvPr/>
            </p:nvSpPr>
            <p:spPr>
              <a:xfrm>
                <a:off x="2344" y="1167"/>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latin typeface="+mn-ea"/>
                </a:endParaRPr>
              </a:p>
            </p:txBody>
          </p:sp>
        </p:grpSp>
        <p:sp>
          <p:nvSpPr>
            <p:cNvPr id="36152" name="Line 312"/>
            <p:cNvSpPr/>
            <p:nvPr/>
          </p:nvSpPr>
          <p:spPr>
            <a:xfrm flipH="1" flipV="1">
              <a:off x="1621" y="1709"/>
              <a:ext cx="1581" cy="811"/>
            </a:xfrm>
            <a:prstGeom prst="line">
              <a:avLst/>
            </a:prstGeom>
            <a:ln w="12700" cap="flat" cmpd="sng">
              <a:solidFill>
                <a:schemeClr val="tx1"/>
              </a:solidFill>
              <a:prstDash val="solid"/>
              <a:headEnd type="none" w="med" len="med"/>
              <a:tailEnd type="none" w="med" len="med"/>
            </a:ln>
          </p:spPr>
        </p:sp>
        <p:sp>
          <p:nvSpPr>
            <p:cNvPr id="17721" name="Freeform 313"/>
            <p:cNvSpPr/>
            <p:nvPr/>
          </p:nvSpPr>
          <p:spPr bwMode="auto">
            <a:xfrm>
              <a:off x="2061" y="2843"/>
              <a:ext cx="2228" cy="328"/>
            </a:xfrm>
            <a:custGeom>
              <a:avLst/>
              <a:gdLst/>
              <a:ahLst/>
              <a:cxnLst>
                <a:cxn ang="0">
                  <a:pos x="355" y="36"/>
                </a:cxn>
                <a:cxn ang="0">
                  <a:pos x="491" y="36"/>
                </a:cxn>
                <a:cxn ang="0">
                  <a:pos x="618" y="9"/>
                </a:cxn>
                <a:cxn ang="0">
                  <a:pos x="727" y="0"/>
                </a:cxn>
                <a:cxn ang="0">
                  <a:pos x="809" y="0"/>
                </a:cxn>
                <a:cxn ang="0">
                  <a:pos x="882" y="0"/>
                </a:cxn>
                <a:cxn ang="0">
                  <a:pos x="964" y="18"/>
                </a:cxn>
                <a:cxn ang="0">
                  <a:pos x="1045" y="36"/>
                </a:cxn>
                <a:cxn ang="0">
                  <a:pos x="1136" y="45"/>
                </a:cxn>
                <a:cxn ang="0">
                  <a:pos x="1236" y="27"/>
                </a:cxn>
                <a:cxn ang="0">
                  <a:pos x="1336" y="9"/>
                </a:cxn>
                <a:cxn ang="0">
                  <a:pos x="1436" y="9"/>
                </a:cxn>
                <a:cxn ang="0">
                  <a:pos x="1518" y="27"/>
                </a:cxn>
                <a:cxn ang="0">
                  <a:pos x="1609" y="55"/>
                </a:cxn>
                <a:cxn ang="0">
                  <a:pos x="1727" y="64"/>
                </a:cxn>
                <a:cxn ang="0">
                  <a:pos x="1864" y="109"/>
                </a:cxn>
                <a:cxn ang="0">
                  <a:pos x="1973" y="154"/>
                </a:cxn>
                <a:cxn ang="0">
                  <a:pos x="2054" y="200"/>
                </a:cxn>
                <a:cxn ang="0">
                  <a:pos x="2136" y="236"/>
                </a:cxn>
                <a:cxn ang="0">
                  <a:pos x="2227" y="282"/>
                </a:cxn>
                <a:cxn ang="0">
                  <a:pos x="2173" y="327"/>
                </a:cxn>
                <a:cxn ang="0">
                  <a:pos x="2091" y="309"/>
                </a:cxn>
                <a:cxn ang="0">
                  <a:pos x="2027" y="273"/>
                </a:cxn>
                <a:cxn ang="0">
                  <a:pos x="1918" y="273"/>
                </a:cxn>
                <a:cxn ang="0">
                  <a:pos x="1827" y="282"/>
                </a:cxn>
                <a:cxn ang="0">
                  <a:pos x="1736" y="291"/>
                </a:cxn>
                <a:cxn ang="0">
                  <a:pos x="1645" y="273"/>
                </a:cxn>
                <a:cxn ang="0">
                  <a:pos x="1555" y="300"/>
                </a:cxn>
                <a:cxn ang="0">
                  <a:pos x="1464" y="282"/>
                </a:cxn>
                <a:cxn ang="0">
                  <a:pos x="1364" y="227"/>
                </a:cxn>
                <a:cxn ang="0">
                  <a:pos x="1273" y="227"/>
                </a:cxn>
                <a:cxn ang="0">
                  <a:pos x="1155" y="173"/>
                </a:cxn>
                <a:cxn ang="0">
                  <a:pos x="1082" y="182"/>
                </a:cxn>
                <a:cxn ang="0">
                  <a:pos x="982" y="227"/>
                </a:cxn>
                <a:cxn ang="0">
                  <a:pos x="873" y="236"/>
                </a:cxn>
                <a:cxn ang="0">
                  <a:pos x="655" y="236"/>
                </a:cxn>
                <a:cxn ang="0">
                  <a:pos x="491" y="254"/>
                </a:cxn>
                <a:cxn ang="0">
                  <a:pos x="409" y="300"/>
                </a:cxn>
                <a:cxn ang="0">
                  <a:pos x="327" y="327"/>
                </a:cxn>
                <a:cxn ang="0">
                  <a:pos x="255" y="273"/>
                </a:cxn>
                <a:cxn ang="0">
                  <a:pos x="182" y="236"/>
                </a:cxn>
                <a:cxn ang="0">
                  <a:pos x="109" y="245"/>
                </a:cxn>
                <a:cxn ang="0">
                  <a:pos x="37" y="245"/>
                </a:cxn>
                <a:cxn ang="0">
                  <a:pos x="37" y="200"/>
                </a:cxn>
                <a:cxn ang="0">
                  <a:pos x="136" y="164"/>
                </a:cxn>
                <a:cxn ang="0">
                  <a:pos x="209" y="118"/>
                </a:cxn>
              </a:cxnLst>
              <a:rect l="0" t="0" r="r" b="b"/>
              <a:pathLst>
                <a:path w="2228" h="328">
                  <a:moveTo>
                    <a:pt x="299" y="77"/>
                  </a:moveTo>
                  <a:lnTo>
                    <a:pt x="327" y="36"/>
                  </a:lnTo>
                  <a:lnTo>
                    <a:pt x="355" y="36"/>
                  </a:lnTo>
                  <a:lnTo>
                    <a:pt x="400" y="27"/>
                  </a:lnTo>
                  <a:lnTo>
                    <a:pt x="491" y="27"/>
                  </a:lnTo>
                  <a:lnTo>
                    <a:pt x="491" y="36"/>
                  </a:lnTo>
                  <a:lnTo>
                    <a:pt x="564" y="36"/>
                  </a:lnTo>
                  <a:lnTo>
                    <a:pt x="591" y="27"/>
                  </a:lnTo>
                  <a:lnTo>
                    <a:pt x="618" y="9"/>
                  </a:lnTo>
                  <a:lnTo>
                    <a:pt x="655" y="0"/>
                  </a:lnTo>
                  <a:lnTo>
                    <a:pt x="691" y="0"/>
                  </a:lnTo>
                  <a:lnTo>
                    <a:pt x="727" y="0"/>
                  </a:lnTo>
                  <a:lnTo>
                    <a:pt x="746" y="0"/>
                  </a:lnTo>
                  <a:lnTo>
                    <a:pt x="782" y="0"/>
                  </a:lnTo>
                  <a:lnTo>
                    <a:pt x="809" y="0"/>
                  </a:lnTo>
                  <a:lnTo>
                    <a:pt x="836" y="0"/>
                  </a:lnTo>
                  <a:lnTo>
                    <a:pt x="855" y="0"/>
                  </a:lnTo>
                  <a:lnTo>
                    <a:pt x="882" y="0"/>
                  </a:lnTo>
                  <a:lnTo>
                    <a:pt x="918" y="9"/>
                  </a:lnTo>
                  <a:lnTo>
                    <a:pt x="945" y="9"/>
                  </a:lnTo>
                  <a:lnTo>
                    <a:pt x="964" y="18"/>
                  </a:lnTo>
                  <a:lnTo>
                    <a:pt x="991" y="27"/>
                  </a:lnTo>
                  <a:lnTo>
                    <a:pt x="1018" y="36"/>
                  </a:lnTo>
                  <a:lnTo>
                    <a:pt x="1045" y="36"/>
                  </a:lnTo>
                  <a:lnTo>
                    <a:pt x="1064" y="36"/>
                  </a:lnTo>
                  <a:lnTo>
                    <a:pt x="1109" y="36"/>
                  </a:lnTo>
                  <a:lnTo>
                    <a:pt x="1136" y="45"/>
                  </a:lnTo>
                  <a:lnTo>
                    <a:pt x="1155" y="45"/>
                  </a:lnTo>
                  <a:lnTo>
                    <a:pt x="1200" y="36"/>
                  </a:lnTo>
                  <a:lnTo>
                    <a:pt x="1236" y="27"/>
                  </a:lnTo>
                  <a:lnTo>
                    <a:pt x="1264" y="27"/>
                  </a:lnTo>
                  <a:lnTo>
                    <a:pt x="1300" y="9"/>
                  </a:lnTo>
                  <a:lnTo>
                    <a:pt x="1336" y="9"/>
                  </a:lnTo>
                  <a:lnTo>
                    <a:pt x="1364" y="9"/>
                  </a:lnTo>
                  <a:lnTo>
                    <a:pt x="1400" y="9"/>
                  </a:lnTo>
                  <a:lnTo>
                    <a:pt x="1436" y="9"/>
                  </a:lnTo>
                  <a:lnTo>
                    <a:pt x="1455" y="27"/>
                  </a:lnTo>
                  <a:lnTo>
                    <a:pt x="1491" y="27"/>
                  </a:lnTo>
                  <a:lnTo>
                    <a:pt x="1518" y="27"/>
                  </a:lnTo>
                  <a:lnTo>
                    <a:pt x="1545" y="45"/>
                  </a:lnTo>
                  <a:lnTo>
                    <a:pt x="1564" y="45"/>
                  </a:lnTo>
                  <a:lnTo>
                    <a:pt x="1609" y="55"/>
                  </a:lnTo>
                  <a:lnTo>
                    <a:pt x="1636" y="64"/>
                  </a:lnTo>
                  <a:lnTo>
                    <a:pt x="1700" y="64"/>
                  </a:lnTo>
                  <a:lnTo>
                    <a:pt x="1727" y="64"/>
                  </a:lnTo>
                  <a:lnTo>
                    <a:pt x="1764" y="73"/>
                  </a:lnTo>
                  <a:lnTo>
                    <a:pt x="1809" y="91"/>
                  </a:lnTo>
                  <a:lnTo>
                    <a:pt x="1864" y="109"/>
                  </a:lnTo>
                  <a:lnTo>
                    <a:pt x="1900" y="109"/>
                  </a:lnTo>
                  <a:lnTo>
                    <a:pt x="1936" y="136"/>
                  </a:lnTo>
                  <a:lnTo>
                    <a:pt x="1973" y="154"/>
                  </a:lnTo>
                  <a:lnTo>
                    <a:pt x="2000" y="173"/>
                  </a:lnTo>
                  <a:lnTo>
                    <a:pt x="2027" y="173"/>
                  </a:lnTo>
                  <a:lnTo>
                    <a:pt x="2054" y="200"/>
                  </a:lnTo>
                  <a:lnTo>
                    <a:pt x="2082" y="218"/>
                  </a:lnTo>
                  <a:lnTo>
                    <a:pt x="2109" y="218"/>
                  </a:lnTo>
                  <a:lnTo>
                    <a:pt x="2136" y="236"/>
                  </a:lnTo>
                  <a:lnTo>
                    <a:pt x="2164" y="254"/>
                  </a:lnTo>
                  <a:lnTo>
                    <a:pt x="2200" y="273"/>
                  </a:lnTo>
                  <a:lnTo>
                    <a:pt x="2227" y="282"/>
                  </a:lnTo>
                  <a:lnTo>
                    <a:pt x="2227" y="309"/>
                  </a:lnTo>
                  <a:lnTo>
                    <a:pt x="2200" y="327"/>
                  </a:lnTo>
                  <a:lnTo>
                    <a:pt x="2173" y="327"/>
                  </a:lnTo>
                  <a:lnTo>
                    <a:pt x="2145" y="327"/>
                  </a:lnTo>
                  <a:lnTo>
                    <a:pt x="2118" y="318"/>
                  </a:lnTo>
                  <a:lnTo>
                    <a:pt x="2091" y="309"/>
                  </a:lnTo>
                  <a:lnTo>
                    <a:pt x="2064" y="300"/>
                  </a:lnTo>
                  <a:lnTo>
                    <a:pt x="2045" y="300"/>
                  </a:lnTo>
                  <a:lnTo>
                    <a:pt x="2027" y="273"/>
                  </a:lnTo>
                  <a:lnTo>
                    <a:pt x="1991" y="254"/>
                  </a:lnTo>
                  <a:lnTo>
                    <a:pt x="1954" y="254"/>
                  </a:lnTo>
                  <a:lnTo>
                    <a:pt x="1918" y="273"/>
                  </a:lnTo>
                  <a:lnTo>
                    <a:pt x="1891" y="273"/>
                  </a:lnTo>
                  <a:lnTo>
                    <a:pt x="1854" y="273"/>
                  </a:lnTo>
                  <a:lnTo>
                    <a:pt x="1827" y="282"/>
                  </a:lnTo>
                  <a:lnTo>
                    <a:pt x="1791" y="291"/>
                  </a:lnTo>
                  <a:lnTo>
                    <a:pt x="1755" y="291"/>
                  </a:lnTo>
                  <a:lnTo>
                    <a:pt x="1736" y="291"/>
                  </a:lnTo>
                  <a:lnTo>
                    <a:pt x="1700" y="282"/>
                  </a:lnTo>
                  <a:lnTo>
                    <a:pt x="1664" y="273"/>
                  </a:lnTo>
                  <a:lnTo>
                    <a:pt x="1645" y="273"/>
                  </a:lnTo>
                  <a:lnTo>
                    <a:pt x="1618" y="273"/>
                  </a:lnTo>
                  <a:lnTo>
                    <a:pt x="1582" y="291"/>
                  </a:lnTo>
                  <a:lnTo>
                    <a:pt x="1555" y="300"/>
                  </a:lnTo>
                  <a:lnTo>
                    <a:pt x="1536" y="300"/>
                  </a:lnTo>
                  <a:lnTo>
                    <a:pt x="1500" y="300"/>
                  </a:lnTo>
                  <a:lnTo>
                    <a:pt x="1464" y="282"/>
                  </a:lnTo>
                  <a:lnTo>
                    <a:pt x="1436" y="264"/>
                  </a:lnTo>
                  <a:lnTo>
                    <a:pt x="1409" y="245"/>
                  </a:lnTo>
                  <a:lnTo>
                    <a:pt x="1364" y="227"/>
                  </a:lnTo>
                  <a:lnTo>
                    <a:pt x="1336" y="218"/>
                  </a:lnTo>
                  <a:lnTo>
                    <a:pt x="1300" y="227"/>
                  </a:lnTo>
                  <a:lnTo>
                    <a:pt x="1273" y="227"/>
                  </a:lnTo>
                  <a:lnTo>
                    <a:pt x="1218" y="209"/>
                  </a:lnTo>
                  <a:lnTo>
                    <a:pt x="1182" y="191"/>
                  </a:lnTo>
                  <a:lnTo>
                    <a:pt x="1155" y="173"/>
                  </a:lnTo>
                  <a:lnTo>
                    <a:pt x="1136" y="173"/>
                  </a:lnTo>
                  <a:lnTo>
                    <a:pt x="1109" y="164"/>
                  </a:lnTo>
                  <a:lnTo>
                    <a:pt x="1082" y="182"/>
                  </a:lnTo>
                  <a:lnTo>
                    <a:pt x="1045" y="200"/>
                  </a:lnTo>
                  <a:lnTo>
                    <a:pt x="1018" y="218"/>
                  </a:lnTo>
                  <a:lnTo>
                    <a:pt x="982" y="227"/>
                  </a:lnTo>
                  <a:lnTo>
                    <a:pt x="955" y="236"/>
                  </a:lnTo>
                  <a:lnTo>
                    <a:pt x="909" y="236"/>
                  </a:lnTo>
                  <a:lnTo>
                    <a:pt x="873" y="236"/>
                  </a:lnTo>
                  <a:lnTo>
                    <a:pt x="836" y="236"/>
                  </a:lnTo>
                  <a:lnTo>
                    <a:pt x="709" y="236"/>
                  </a:lnTo>
                  <a:lnTo>
                    <a:pt x="655" y="236"/>
                  </a:lnTo>
                  <a:lnTo>
                    <a:pt x="618" y="236"/>
                  </a:lnTo>
                  <a:lnTo>
                    <a:pt x="491" y="236"/>
                  </a:lnTo>
                  <a:lnTo>
                    <a:pt x="491" y="254"/>
                  </a:lnTo>
                  <a:lnTo>
                    <a:pt x="491" y="273"/>
                  </a:lnTo>
                  <a:lnTo>
                    <a:pt x="491" y="282"/>
                  </a:lnTo>
                  <a:lnTo>
                    <a:pt x="409" y="300"/>
                  </a:lnTo>
                  <a:lnTo>
                    <a:pt x="382" y="300"/>
                  </a:lnTo>
                  <a:lnTo>
                    <a:pt x="346" y="327"/>
                  </a:lnTo>
                  <a:lnTo>
                    <a:pt x="327" y="327"/>
                  </a:lnTo>
                  <a:lnTo>
                    <a:pt x="300" y="327"/>
                  </a:lnTo>
                  <a:lnTo>
                    <a:pt x="273" y="309"/>
                  </a:lnTo>
                  <a:lnTo>
                    <a:pt x="255" y="273"/>
                  </a:lnTo>
                  <a:lnTo>
                    <a:pt x="236" y="273"/>
                  </a:lnTo>
                  <a:lnTo>
                    <a:pt x="209" y="254"/>
                  </a:lnTo>
                  <a:lnTo>
                    <a:pt x="182" y="236"/>
                  </a:lnTo>
                  <a:lnTo>
                    <a:pt x="155" y="227"/>
                  </a:lnTo>
                  <a:lnTo>
                    <a:pt x="136" y="236"/>
                  </a:lnTo>
                  <a:lnTo>
                    <a:pt x="109" y="245"/>
                  </a:lnTo>
                  <a:lnTo>
                    <a:pt x="91" y="264"/>
                  </a:lnTo>
                  <a:lnTo>
                    <a:pt x="64" y="264"/>
                  </a:lnTo>
                  <a:lnTo>
                    <a:pt x="37" y="245"/>
                  </a:lnTo>
                  <a:lnTo>
                    <a:pt x="18" y="245"/>
                  </a:lnTo>
                  <a:lnTo>
                    <a:pt x="0" y="218"/>
                  </a:lnTo>
                  <a:lnTo>
                    <a:pt x="37" y="200"/>
                  </a:lnTo>
                  <a:lnTo>
                    <a:pt x="73" y="182"/>
                  </a:lnTo>
                  <a:lnTo>
                    <a:pt x="100" y="173"/>
                  </a:lnTo>
                  <a:lnTo>
                    <a:pt x="136" y="164"/>
                  </a:lnTo>
                  <a:lnTo>
                    <a:pt x="155" y="154"/>
                  </a:lnTo>
                  <a:lnTo>
                    <a:pt x="182" y="136"/>
                  </a:lnTo>
                  <a:lnTo>
                    <a:pt x="209" y="118"/>
                  </a:lnTo>
                  <a:lnTo>
                    <a:pt x="236" y="100"/>
                  </a:lnTo>
                  <a:lnTo>
                    <a:pt x="299" y="77"/>
                  </a:lnTo>
                </a:path>
              </a:pathLst>
            </a:custGeom>
            <a:gradFill rotWithShape="0">
              <a:gsLst>
                <a:gs pos="0">
                  <a:srgbClr val="00AE00"/>
                </a:gs>
                <a:gs pos="100000">
                  <a:srgbClr val="00AE00">
                    <a:gamma/>
                    <a:tint val="50196"/>
                    <a:invGamma/>
                  </a:srgbClr>
                </a:gs>
              </a:gsLst>
              <a:lin ang="5400000" scaled="1"/>
            </a:gradFill>
            <a:ln w="12700" cap="rnd" cmpd="sng">
              <a:solidFill>
                <a:schemeClr val="tx1"/>
              </a:solid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latin typeface="+mn-ea"/>
              </a:endParaRPr>
            </a:p>
          </p:txBody>
        </p:sp>
        <p:grpSp>
          <p:nvGrpSpPr>
            <p:cNvPr id="36154" name="Group 314"/>
            <p:cNvGrpSpPr/>
            <p:nvPr/>
          </p:nvGrpSpPr>
          <p:grpSpPr>
            <a:xfrm>
              <a:off x="3061" y="2526"/>
              <a:ext cx="284" cy="393"/>
              <a:chOff x="3061" y="2526"/>
              <a:chExt cx="284" cy="393"/>
            </a:xfrm>
          </p:grpSpPr>
          <p:sp>
            <p:nvSpPr>
              <p:cNvPr id="36155" name="Freeform 315"/>
              <p:cNvSpPr/>
              <p:nvPr/>
            </p:nvSpPr>
            <p:spPr>
              <a:xfrm>
                <a:off x="3061" y="2645"/>
                <a:ext cx="284" cy="274"/>
              </a:xfrm>
              <a:custGeom>
                <a:avLst/>
                <a:gdLst/>
                <a:ahLst/>
                <a:cxnLst>
                  <a:cxn ang="0">
                    <a:pos x="105" y="0"/>
                  </a:cxn>
                  <a:cxn ang="0">
                    <a:pos x="166" y="0"/>
                  </a:cxn>
                  <a:cxn ang="0">
                    <a:pos x="283" y="273"/>
                  </a:cxn>
                  <a:cxn ang="0">
                    <a:pos x="161" y="22"/>
                  </a:cxn>
                  <a:cxn ang="0">
                    <a:pos x="144" y="273"/>
                  </a:cxn>
                  <a:cxn ang="0">
                    <a:pos x="111" y="22"/>
                  </a:cxn>
                  <a:cxn ang="0">
                    <a:pos x="0" y="273"/>
                  </a:cxn>
                  <a:cxn ang="0">
                    <a:pos x="105" y="0"/>
                  </a:cxn>
                </a:cxnLst>
                <a:rect l="0" t="0" r="0" b="0"/>
                <a:pathLst>
                  <a:path w="284" h="274">
                    <a:moveTo>
                      <a:pt x="105" y="0"/>
                    </a:moveTo>
                    <a:lnTo>
                      <a:pt x="166" y="0"/>
                    </a:lnTo>
                    <a:lnTo>
                      <a:pt x="283" y="273"/>
                    </a:lnTo>
                    <a:lnTo>
                      <a:pt x="161" y="22"/>
                    </a:lnTo>
                    <a:lnTo>
                      <a:pt x="144" y="273"/>
                    </a:lnTo>
                    <a:lnTo>
                      <a:pt x="111" y="22"/>
                    </a:lnTo>
                    <a:lnTo>
                      <a:pt x="0" y="273"/>
                    </a:lnTo>
                    <a:lnTo>
                      <a:pt x="105"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56" name="Freeform 316"/>
              <p:cNvSpPr/>
              <p:nvPr/>
            </p:nvSpPr>
            <p:spPr>
              <a:xfrm>
                <a:off x="3241" y="2665"/>
                <a:ext cx="46" cy="38"/>
              </a:xfrm>
              <a:custGeom>
                <a:avLst/>
                <a:gdLst/>
                <a:ahLst/>
                <a:cxnLst>
                  <a:cxn ang="0">
                    <a:pos x="0" y="4"/>
                  </a:cxn>
                  <a:cxn ang="0">
                    <a:pos x="13" y="37"/>
                  </a:cxn>
                  <a:cxn ang="0">
                    <a:pos x="45" y="31"/>
                  </a:cxn>
                  <a:cxn ang="0">
                    <a:pos x="31" y="0"/>
                  </a:cxn>
                  <a:cxn ang="0">
                    <a:pos x="0" y="4"/>
                  </a:cxn>
                </a:cxnLst>
                <a:rect l="0" t="0" r="0" b="0"/>
                <a:pathLst>
                  <a:path w="46" h="38">
                    <a:moveTo>
                      <a:pt x="0" y="4"/>
                    </a:moveTo>
                    <a:lnTo>
                      <a:pt x="13" y="37"/>
                    </a:lnTo>
                    <a:lnTo>
                      <a:pt x="45" y="31"/>
                    </a:lnTo>
                    <a:lnTo>
                      <a:pt x="31"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57" name="Rectangle 317"/>
              <p:cNvSpPr/>
              <p:nvPr/>
            </p:nvSpPr>
            <p:spPr>
              <a:xfrm>
                <a:off x="3262" y="2613"/>
                <a:ext cx="12" cy="9"/>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58" name="Line 318"/>
              <p:cNvSpPr/>
              <p:nvPr/>
            </p:nvSpPr>
            <p:spPr>
              <a:xfrm>
                <a:off x="3263" y="2611"/>
                <a:ext cx="0" cy="2"/>
              </a:xfrm>
              <a:prstGeom prst="line">
                <a:avLst/>
              </a:prstGeom>
              <a:ln w="12700" cap="flat" cmpd="sng">
                <a:solidFill>
                  <a:srgbClr val="FFFFFF"/>
                </a:solidFill>
                <a:prstDash val="solid"/>
                <a:headEnd type="none" w="med" len="med"/>
                <a:tailEnd type="none" w="med" len="med"/>
              </a:ln>
            </p:spPr>
          </p:sp>
          <p:sp>
            <p:nvSpPr>
              <p:cNvPr id="36159" name="Freeform 319"/>
              <p:cNvSpPr/>
              <p:nvPr/>
            </p:nvSpPr>
            <p:spPr>
              <a:xfrm>
                <a:off x="3254"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latin typeface="+mn-ea"/>
                </a:endParaRPr>
              </a:p>
            </p:txBody>
          </p:sp>
          <p:sp>
            <p:nvSpPr>
              <p:cNvPr id="36160" name="Line 320"/>
              <p:cNvSpPr/>
              <p:nvPr/>
            </p:nvSpPr>
            <p:spPr>
              <a:xfrm>
                <a:off x="3262" y="2611"/>
                <a:ext cx="0" cy="2"/>
              </a:xfrm>
              <a:prstGeom prst="line">
                <a:avLst/>
              </a:prstGeom>
              <a:ln w="12700" cap="flat" cmpd="sng">
                <a:solidFill>
                  <a:srgbClr val="FFFFFF"/>
                </a:solidFill>
                <a:prstDash val="solid"/>
                <a:headEnd type="none" w="med" len="med"/>
                <a:tailEnd type="none" w="med" len="med"/>
              </a:ln>
            </p:spPr>
          </p:sp>
          <p:sp>
            <p:nvSpPr>
              <p:cNvPr id="36161" name="Freeform 321"/>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latin typeface="+mn-ea"/>
                </a:endParaRPr>
              </a:p>
            </p:txBody>
          </p:sp>
          <p:sp>
            <p:nvSpPr>
              <p:cNvPr id="36162" name="Line 322"/>
              <p:cNvSpPr/>
              <p:nvPr/>
            </p:nvSpPr>
            <p:spPr>
              <a:xfrm>
                <a:off x="3260" y="2611"/>
                <a:ext cx="0" cy="2"/>
              </a:xfrm>
              <a:prstGeom prst="line">
                <a:avLst/>
              </a:prstGeom>
              <a:ln w="12700" cap="flat" cmpd="sng">
                <a:solidFill>
                  <a:srgbClr val="FFFFFF"/>
                </a:solidFill>
                <a:prstDash val="solid"/>
                <a:headEnd type="none" w="med" len="med"/>
                <a:tailEnd type="none" w="med" len="med"/>
              </a:ln>
            </p:spPr>
          </p:sp>
          <p:sp>
            <p:nvSpPr>
              <p:cNvPr id="36163" name="Freeform 323"/>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latin typeface="+mn-ea"/>
                </a:endParaRPr>
              </a:p>
            </p:txBody>
          </p:sp>
          <p:sp>
            <p:nvSpPr>
              <p:cNvPr id="36164" name="Line 324"/>
              <p:cNvSpPr/>
              <p:nvPr/>
            </p:nvSpPr>
            <p:spPr>
              <a:xfrm>
                <a:off x="3259" y="2611"/>
                <a:ext cx="0" cy="2"/>
              </a:xfrm>
              <a:prstGeom prst="line">
                <a:avLst/>
              </a:prstGeom>
              <a:ln w="12700" cap="flat" cmpd="sng">
                <a:solidFill>
                  <a:srgbClr val="FFFFFF"/>
                </a:solidFill>
                <a:prstDash val="solid"/>
                <a:headEnd type="none" w="med" len="med"/>
                <a:tailEnd type="none" w="med" len="med"/>
              </a:ln>
            </p:spPr>
          </p:sp>
          <p:sp>
            <p:nvSpPr>
              <p:cNvPr id="36165" name="Freeform 325"/>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latin typeface="+mn-ea"/>
                </a:endParaRPr>
              </a:p>
            </p:txBody>
          </p:sp>
          <p:sp>
            <p:nvSpPr>
              <p:cNvPr id="36166" name="Line 326"/>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36167" name="Freeform 327"/>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latin typeface="+mn-ea"/>
                </a:endParaRPr>
              </a:p>
            </p:txBody>
          </p:sp>
          <p:sp>
            <p:nvSpPr>
              <p:cNvPr id="36168" name="Line 328"/>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36169" name="Freeform 329"/>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latin typeface="+mn-ea"/>
                </a:endParaRPr>
              </a:p>
            </p:txBody>
          </p:sp>
          <p:sp>
            <p:nvSpPr>
              <p:cNvPr id="36170" name="Rectangle 330"/>
              <p:cNvSpPr/>
              <p:nvPr/>
            </p:nvSpPr>
            <p:spPr>
              <a:xfrm>
                <a:off x="3262" y="2604"/>
                <a:ext cx="12"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71" name="Freeform 331"/>
              <p:cNvSpPr/>
              <p:nvPr/>
            </p:nvSpPr>
            <p:spPr>
              <a:xfrm>
                <a:off x="3258" y="2588"/>
                <a:ext cx="21" cy="18"/>
              </a:xfrm>
              <a:custGeom>
                <a:avLst/>
                <a:gdLst/>
                <a:ahLst/>
                <a:cxnLst>
                  <a:cxn ang="0">
                    <a:pos x="20" y="17"/>
                  </a:cxn>
                  <a:cxn ang="0">
                    <a:pos x="15" y="5"/>
                  </a:cxn>
                  <a:cxn ang="0">
                    <a:pos x="15" y="0"/>
                  </a:cxn>
                  <a:cxn ang="0">
                    <a:pos x="8" y="0"/>
                  </a:cxn>
                  <a:cxn ang="0">
                    <a:pos x="8" y="5"/>
                  </a:cxn>
                  <a:cxn ang="0">
                    <a:pos x="0" y="17"/>
                  </a:cxn>
                  <a:cxn ang="0">
                    <a:pos x="20" y="17"/>
                  </a:cxn>
                </a:cxnLst>
                <a:rect l="0" t="0" r="0" b="0"/>
                <a:pathLst>
                  <a:path w="21" h="18">
                    <a:moveTo>
                      <a:pt x="20" y="17"/>
                    </a:moveTo>
                    <a:lnTo>
                      <a:pt x="15" y="5"/>
                    </a:lnTo>
                    <a:lnTo>
                      <a:pt x="15" y="0"/>
                    </a:lnTo>
                    <a:lnTo>
                      <a:pt x="8" y="0"/>
                    </a:lnTo>
                    <a:lnTo>
                      <a:pt x="8" y="5"/>
                    </a:lnTo>
                    <a:lnTo>
                      <a:pt x="0" y="17"/>
                    </a:lnTo>
                    <a:lnTo>
                      <a:pt x="20" y="17"/>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72" name="Rectangle 332"/>
              <p:cNvSpPr/>
              <p:nvPr/>
            </p:nvSpPr>
            <p:spPr>
              <a:xfrm>
                <a:off x="3264" y="2531"/>
                <a:ext cx="13" cy="5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73" name="Freeform 333"/>
              <p:cNvSpPr/>
              <p:nvPr/>
            </p:nvSpPr>
            <p:spPr>
              <a:xfrm>
                <a:off x="3258" y="2526"/>
                <a:ext cx="21" cy="18"/>
              </a:xfrm>
              <a:custGeom>
                <a:avLst/>
                <a:gdLst/>
                <a:ahLst/>
                <a:cxnLst>
                  <a:cxn ang="0">
                    <a:pos x="16" y="13"/>
                  </a:cxn>
                  <a:cxn ang="0">
                    <a:pos x="20" y="13"/>
                  </a:cxn>
                  <a:cxn ang="0">
                    <a:pos x="20" y="10"/>
                  </a:cxn>
                  <a:cxn ang="0">
                    <a:pos x="20" y="7"/>
                  </a:cxn>
                  <a:cxn ang="0">
                    <a:pos x="20" y="6"/>
                  </a:cxn>
                  <a:cxn ang="0">
                    <a:pos x="20" y="3"/>
                  </a:cxn>
                  <a:cxn ang="0">
                    <a:pos x="20" y="0"/>
                  </a:cxn>
                  <a:cxn ang="0">
                    <a:pos x="16" y="0"/>
                  </a:cxn>
                  <a:cxn ang="0">
                    <a:pos x="8" y="0"/>
                  </a:cxn>
                  <a:cxn ang="0">
                    <a:pos x="0" y="0"/>
                  </a:cxn>
                  <a:cxn ang="0">
                    <a:pos x="0" y="3"/>
                  </a:cxn>
                  <a:cxn ang="0">
                    <a:pos x="0" y="6"/>
                  </a:cxn>
                  <a:cxn ang="0">
                    <a:pos x="0" y="7"/>
                  </a:cxn>
                  <a:cxn ang="0">
                    <a:pos x="0" y="10"/>
                  </a:cxn>
                  <a:cxn ang="0">
                    <a:pos x="8" y="10"/>
                  </a:cxn>
                  <a:cxn ang="0">
                    <a:pos x="8" y="13"/>
                  </a:cxn>
                  <a:cxn ang="0">
                    <a:pos x="8" y="17"/>
                  </a:cxn>
                  <a:cxn ang="0">
                    <a:pos x="16" y="17"/>
                  </a:cxn>
                  <a:cxn ang="0">
                    <a:pos x="16" y="13"/>
                  </a:cxn>
                </a:cxnLst>
                <a:rect l="0" t="0" r="0" b="0"/>
                <a:pathLst>
                  <a:path w="21" h="18">
                    <a:moveTo>
                      <a:pt x="16" y="13"/>
                    </a:moveTo>
                    <a:lnTo>
                      <a:pt x="20" y="13"/>
                    </a:lnTo>
                    <a:lnTo>
                      <a:pt x="20" y="10"/>
                    </a:lnTo>
                    <a:lnTo>
                      <a:pt x="20" y="7"/>
                    </a:lnTo>
                    <a:lnTo>
                      <a:pt x="20" y="6"/>
                    </a:lnTo>
                    <a:lnTo>
                      <a:pt x="20" y="3"/>
                    </a:lnTo>
                    <a:lnTo>
                      <a:pt x="20" y="0"/>
                    </a:lnTo>
                    <a:lnTo>
                      <a:pt x="16" y="0"/>
                    </a:lnTo>
                    <a:lnTo>
                      <a:pt x="8" y="0"/>
                    </a:lnTo>
                    <a:lnTo>
                      <a:pt x="0" y="0"/>
                    </a:lnTo>
                    <a:lnTo>
                      <a:pt x="0" y="3"/>
                    </a:lnTo>
                    <a:lnTo>
                      <a:pt x="0" y="6"/>
                    </a:lnTo>
                    <a:lnTo>
                      <a:pt x="0" y="7"/>
                    </a:lnTo>
                    <a:lnTo>
                      <a:pt x="0" y="10"/>
                    </a:lnTo>
                    <a:lnTo>
                      <a:pt x="8" y="10"/>
                    </a:lnTo>
                    <a:lnTo>
                      <a:pt x="8" y="13"/>
                    </a:lnTo>
                    <a:lnTo>
                      <a:pt x="8" y="17"/>
                    </a:lnTo>
                    <a:lnTo>
                      <a:pt x="16" y="17"/>
                    </a:lnTo>
                    <a:lnTo>
                      <a:pt x="16"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74" name="Rectangle 334"/>
              <p:cNvSpPr/>
              <p:nvPr/>
            </p:nvSpPr>
            <p:spPr>
              <a:xfrm>
                <a:off x="3262" y="2617"/>
                <a:ext cx="12" cy="66"/>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75" name="Freeform 335"/>
              <p:cNvSpPr/>
              <p:nvPr/>
            </p:nvSpPr>
            <p:spPr>
              <a:xfrm>
                <a:off x="3240" y="2666"/>
                <a:ext cx="30" cy="37"/>
              </a:xfrm>
              <a:custGeom>
                <a:avLst/>
                <a:gdLst/>
                <a:ahLst/>
                <a:cxnLst>
                  <a:cxn ang="0">
                    <a:pos x="0" y="3"/>
                  </a:cxn>
                  <a:cxn ang="0">
                    <a:pos x="12" y="36"/>
                  </a:cxn>
                  <a:cxn ang="0">
                    <a:pos x="29" y="32"/>
                  </a:cxn>
                  <a:cxn ang="0">
                    <a:pos x="17" y="0"/>
                  </a:cxn>
                  <a:cxn ang="0">
                    <a:pos x="0" y="3"/>
                  </a:cxn>
                </a:cxnLst>
                <a:rect l="0" t="0" r="0" b="0"/>
                <a:pathLst>
                  <a:path w="30" h="37">
                    <a:moveTo>
                      <a:pt x="0" y="3"/>
                    </a:moveTo>
                    <a:lnTo>
                      <a:pt x="12" y="36"/>
                    </a:lnTo>
                    <a:lnTo>
                      <a:pt x="29" y="32"/>
                    </a:lnTo>
                    <a:lnTo>
                      <a:pt x="17"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76" name="Freeform 336"/>
              <p:cNvSpPr/>
              <p:nvPr/>
            </p:nvSpPr>
            <p:spPr>
              <a:xfrm>
                <a:off x="3142" y="2547"/>
                <a:ext cx="107" cy="38"/>
              </a:xfrm>
              <a:custGeom>
                <a:avLst/>
                <a:gdLst/>
                <a:ahLst/>
                <a:cxnLst>
                  <a:cxn ang="0">
                    <a:pos x="0" y="10"/>
                  </a:cxn>
                  <a:cxn ang="0">
                    <a:pos x="53" y="0"/>
                  </a:cxn>
                  <a:cxn ang="0">
                    <a:pos x="106" y="10"/>
                  </a:cxn>
                  <a:cxn ang="0">
                    <a:pos x="106" y="30"/>
                  </a:cxn>
                  <a:cxn ang="0">
                    <a:pos x="102" y="33"/>
                  </a:cxn>
                  <a:cxn ang="0">
                    <a:pos x="73" y="37"/>
                  </a:cxn>
                  <a:cxn ang="0">
                    <a:pos x="70" y="37"/>
                  </a:cxn>
                  <a:cxn ang="0">
                    <a:pos x="37" y="37"/>
                  </a:cxn>
                  <a:cxn ang="0">
                    <a:pos x="32" y="37"/>
                  </a:cxn>
                  <a:cxn ang="0">
                    <a:pos x="4" y="33"/>
                  </a:cxn>
                  <a:cxn ang="0">
                    <a:pos x="0" y="30"/>
                  </a:cxn>
                  <a:cxn ang="0">
                    <a:pos x="0" y="10"/>
                  </a:cxn>
                </a:cxnLst>
                <a:rect l="0" t="0" r="0" b="0"/>
                <a:pathLst>
                  <a:path w="107" h="38">
                    <a:moveTo>
                      <a:pt x="0" y="10"/>
                    </a:moveTo>
                    <a:lnTo>
                      <a:pt x="53" y="0"/>
                    </a:lnTo>
                    <a:lnTo>
                      <a:pt x="106" y="10"/>
                    </a:lnTo>
                    <a:lnTo>
                      <a:pt x="106" y="30"/>
                    </a:lnTo>
                    <a:lnTo>
                      <a:pt x="102" y="33"/>
                    </a:lnTo>
                    <a:lnTo>
                      <a:pt x="73" y="37"/>
                    </a:lnTo>
                    <a:lnTo>
                      <a:pt x="70" y="37"/>
                    </a:lnTo>
                    <a:lnTo>
                      <a:pt x="37" y="37"/>
                    </a:lnTo>
                    <a:lnTo>
                      <a:pt x="32" y="37"/>
                    </a:lnTo>
                    <a:lnTo>
                      <a:pt x="4" y="33"/>
                    </a:lnTo>
                    <a:lnTo>
                      <a:pt x="0" y="30"/>
                    </a:lnTo>
                    <a:lnTo>
                      <a:pt x="0" y="1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77" name="Rectangle 337"/>
              <p:cNvSpPr/>
              <p:nvPr/>
            </p:nvSpPr>
            <p:spPr>
              <a:xfrm>
                <a:off x="3147" y="2570"/>
                <a:ext cx="99" cy="9"/>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78" name="Freeform 338"/>
              <p:cNvSpPr/>
              <p:nvPr/>
            </p:nvSpPr>
            <p:spPr>
              <a:xfrm>
                <a:off x="3173" y="2584"/>
                <a:ext cx="46" cy="46"/>
              </a:xfrm>
              <a:custGeom>
                <a:avLst/>
                <a:gdLst/>
                <a:ahLst/>
                <a:cxnLst>
                  <a:cxn ang="0">
                    <a:pos x="19" y="6"/>
                  </a:cxn>
                  <a:cxn ang="0">
                    <a:pos x="19" y="17"/>
                  </a:cxn>
                  <a:cxn ang="0">
                    <a:pos x="17" y="17"/>
                  </a:cxn>
                  <a:cxn ang="0">
                    <a:pos x="17" y="26"/>
                  </a:cxn>
                  <a:cxn ang="0">
                    <a:pos x="9" y="26"/>
                  </a:cxn>
                  <a:cxn ang="0">
                    <a:pos x="9" y="34"/>
                  </a:cxn>
                  <a:cxn ang="0">
                    <a:pos x="0" y="34"/>
                  </a:cxn>
                  <a:cxn ang="0">
                    <a:pos x="0" y="45"/>
                  </a:cxn>
                  <a:cxn ang="0">
                    <a:pos x="45" y="45"/>
                  </a:cxn>
                  <a:cxn ang="0">
                    <a:pos x="45" y="34"/>
                  </a:cxn>
                  <a:cxn ang="0">
                    <a:pos x="36" y="34"/>
                  </a:cxn>
                  <a:cxn ang="0">
                    <a:pos x="36" y="26"/>
                  </a:cxn>
                  <a:cxn ang="0">
                    <a:pos x="27" y="26"/>
                  </a:cxn>
                  <a:cxn ang="0">
                    <a:pos x="27" y="17"/>
                  </a:cxn>
                  <a:cxn ang="0">
                    <a:pos x="24" y="17"/>
                  </a:cxn>
                  <a:cxn ang="0">
                    <a:pos x="24" y="6"/>
                  </a:cxn>
                  <a:cxn ang="0">
                    <a:pos x="23" y="3"/>
                  </a:cxn>
                  <a:cxn ang="0">
                    <a:pos x="24" y="3"/>
                  </a:cxn>
                  <a:cxn ang="0">
                    <a:pos x="24" y="0"/>
                  </a:cxn>
                  <a:cxn ang="0">
                    <a:pos x="19" y="0"/>
                  </a:cxn>
                  <a:cxn ang="0">
                    <a:pos x="19" y="3"/>
                  </a:cxn>
                  <a:cxn ang="0">
                    <a:pos x="20" y="4"/>
                  </a:cxn>
                  <a:cxn ang="0">
                    <a:pos x="19" y="6"/>
                  </a:cxn>
                </a:cxnLst>
                <a:rect l="0" t="0" r="0" b="0"/>
                <a:pathLst>
                  <a:path w="46" h="46">
                    <a:moveTo>
                      <a:pt x="19" y="6"/>
                    </a:moveTo>
                    <a:lnTo>
                      <a:pt x="19" y="17"/>
                    </a:lnTo>
                    <a:lnTo>
                      <a:pt x="17" y="17"/>
                    </a:lnTo>
                    <a:lnTo>
                      <a:pt x="17" y="26"/>
                    </a:lnTo>
                    <a:lnTo>
                      <a:pt x="9" y="26"/>
                    </a:lnTo>
                    <a:lnTo>
                      <a:pt x="9" y="34"/>
                    </a:lnTo>
                    <a:lnTo>
                      <a:pt x="0" y="34"/>
                    </a:lnTo>
                    <a:lnTo>
                      <a:pt x="0" y="45"/>
                    </a:lnTo>
                    <a:lnTo>
                      <a:pt x="45" y="45"/>
                    </a:lnTo>
                    <a:lnTo>
                      <a:pt x="45" y="34"/>
                    </a:lnTo>
                    <a:lnTo>
                      <a:pt x="36" y="34"/>
                    </a:lnTo>
                    <a:lnTo>
                      <a:pt x="36" y="26"/>
                    </a:lnTo>
                    <a:lnTo>
                      <a:pt x="27" y="26"/>
                    </a:lnTo>
                    <a:lnTo>
                      <a:pt x="27" y="17"/>
                    </a:lnTo>
                    <a:lnTo>
                      <a:pt x="24" y="17"/>
                    </a:lnTo>
                    <a:lnTo>
                      <a:pt x="24" y="6"/>
                    </a:lnTo>
                    <a:lnTo>
                      <a:pt x="23" y="3"/>
                    </a:lnTo>
                    <a:lnTo>
                      <a:pt x="24" y="3"/>
                    </a:lnTo>
                    <a:lnTo>
                      <a:pt x="24" y="0"/>
                    </a:lnTo>
                    <a:lnTo>
                      <a:pt x="19" y="0"/>
                    </a:lnTo>
                    <a:lnTo>
                      <a:pt x="19" y="3"/>
                    </a:lnTo>
                    <a:lnTo>
                      <a:pt x="20" y="4"/>
                    </a:lnTo>
                    <a:lnTo>
                      <a:pt x="19" y="6"/>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79" name="Freeform 339"/>
              <p:cNvSpPr/>
              <p:nvPr/>
            </p:nvSpPr>
            <p:spPr>
              <a:xfrm>
                <a:off x="3174" y="2584"/>
                <a:ext cx="43" cy="18"/>
              </a:xfrm>
              <a:custGeom>
                <a:avLst/>
                <a:gdLst/>
                <a:ahLst/>
                <a:cxnLst>
                  <a:cxn ang="0">
                    <a:pos x="0" y="0"/>
                  </a:cxn>
                  <a:cxn ang="0">
                    <a:pos x="1" y="0"/>
                  </a:cxn>
                  <a:cxn ang="0">
                    <a:pos x="7" y="0"/>
                  </a:cxn>
                  <a:cxn ang="0">
                    <a:pos x="7" y="7"/>
                  </a:cxn>
                  <a:cxn ang="0">
                    <a:pos x="12" y="7"/>
                  </a:cxn>
                  <a:cxn ang="0">
                    <a:pos x="12" y="9"/>
                  </a:cxn>
                  <a:cxn ang="0">
                    <a:pos x="7" y="9"/>
                  </a:cxn>
                  <a:cxn ang="0">
                    <a:pos x="7" y="15"/>
                  </a:cxn>
                  <a:cxn ang="0">
                    <a:pos x="12" y="15"/>
                  </a:cxn>
                  <a:cxn ang="0">
                    <a:pos x="12" y="17"/>
                  </a:cxn>
                  <a:cxn ang="0">
                    <a:pos x="28" y="17"/>
                  </a:cxn>
                  <a:cxn ang="0">
                    <a:pos x="28" y="15"/>
                  </a:cxn>
                  <a:cxn ang="0">
                    <a:pos x="33" y="15"/>
                  </a:cxn>
                  <a:cxn ang="0">
                    <a:pos x="33" y="8"/>
                  </a:cxn>
                  <a:cxn ang="0">
                    <a:pos x="28" y="8"/>
                  </a:cxn>
                  <a:cxn ang="0">
                    <a:pos x="28" y="7"/>
                  </a:cxn>
                  <a:cxn ang="0">
                    <a:pos x="33" y="7"/>
                  </a:cxn>
                  <a:cxn ang="0">
                    <a:pos x="33" y="0"/>
                  </a:cxn>
                  <a:cxn ang="0">
                    <a:pos x="40" y="0"/>
                  </a:cxn>
                  <a:cxn ang="0">
                    <a:pos x="42" y="0"/>
                  </a:cxn>
                  <a:cxn ang="0">
                    <a:pos x="0" y="0"/>
                  </a:cxn>
                </a:cxnLst>
                <a:rect l="0" t="0" r="0" b="0"/>
                <a:pathLst>
                  <a:path w="43" h="18">
                    <a:moveTo>
                      <a:pt x="0" y="0"/>
                    </a:moveTo>
                    <a:lnTo>
                      <a:pt x="1" y="0"/>
                    </a:lnTo>
                    <a:lnTo>
                      <a:pt x="7" y="0"/>
                    </a:lnTo>
                    <a:lnTo>
                      <a:pt x="7" y="7"/>
                    </a:lnTo>
                    <a:lnTo>
                      <a:pt x="12" y="7"/>
                    </a:lnTo>
                    <a:lnTo>
                      <a:pt x="12" y="9"/>
                    </a:lnTo>
                    <a:lnTo>
                      <a:pt x="7" y="9"/>
                    </a:lnTo>
                    <a:lnTo>
                      <a:pt x="7" y="15"/>
                    </a:lnTo>
                    <a:lnTo>
                      <a:pt x="12" y="15"/>
                    </a:lnTo>
                    <a:lnTo>
                      <a:pt x="12" y="17"/>
                    </a:lnTo>
                    <a:lnTo>
                      <a:pt x="28" y="17"/>
                    </a:lnTo>
                    <a:lnTo>
                      <a:pt x="28" y="15"/>
                    </a:lnTo>
                    <a:lnTo>
                      <a:pt x="33" y="15"/>
                    </a:lnTo>
                    <a:lnTo>
                      <a:pt x="33" y="8"/>
                    </a:lnTo>
                    <a:lnTo>
                      <a:pt x="28" y="8"/>
                    </a:lnTo>
                    <a:lnTo>
                      <a:pt x="28" y="7"/>
                    </a:lnTo>
                    <a:lnTo>
                      <a:pt x="33" y="7"/>
                    </a:lnTo>
                    <a:lnTo>
                      <a:pt x="33" y="0"/>
                    </a:lnTo>
                    <a:lnTo>
                      <a:pt x="40" y="0"/>
                    </a:lnTo>
                    <a:lnTo>
                      <a:pt x="42"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80" name="Rectangle 340"/>
              <p:cNvSpPr/>
              <p:nvPr/>
            </p:nvSpPr>
            <p:spPr>
              <a:xfrm>
                <a:off x="3165" y="2633"/>
                <a:ext cx="61" cy="9"/>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81" name="Rectangle 341"/>
              <p:cNvSpPr/>
              <p:nvPr/>
            </p:nvSpPr>
            <p:spPr>
              <a:xfrm>
                <a:off x="3165" y="2646"/>
                <a:ext cx="61"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mn-ea"/>
                </a:endParaRPr>
              </a:p>
            </p:txBody>
          </p:sp>
          <p:sp>
            <p:nvSpPr>
              <p:cNvPr id="36182" name="Freeform 342"/>
              <p:cNvSpPr/>
              <p:nvPr/>
            </p:nvSpPr>
            <p:spPr>
              <a:xfrm>
                <a:off x="3216" y="2635"/>
                <a:ext cx="21" cy="18"/>
              </a:xfrm>
              <a:custGeom>
                <a:avLst/>
                <a:gdLst/>
                <a:ahLst/>
                <a:cxnLst>
                  <a:cxn ang="0">
                    <a:pos x="3" y="0"/>
                  </a:cxn>
                  <a:cxn ang="0">
                    <a:pos x="3" y="10"/>
                  </a:cxn>
                  <a:cxn ang="0">
                    <a:pos x="0" y="10"/>
                  </a:cxn>
                  <a:cxn ang="0">
                    <a:pos x="0" y="15"/>
                  </a:cxn>
                  <a:cxn ang="0">
                    <a:pos x="4" y="15"/>
                  </a:cxn>
                  <a:cxn ang="0">
                    <a:pos x="4"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4" y="15"/>
                    </a:lnTo>
                    <a:lnTo>
                      <a:pt x="4"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83" name="Freeform 343"/>
              <p:cNvSpPr/>
              <p:nvPr/>
            </p:nvSpPr>
            <p:spPr>
              <a:xfrm>
                <a:off x="3160" y="2635"/>
                <a:ext cx="21" cy="18"/>
              </a:xfrm>
              <a:custGeom>
                <a:avLst/>
                <a:gdLst/>
                <a:ahLst/>
                <a:cxnLst>
                  <a:cxn ang="0">
                    <a:pos x="3" y="0"/>
                  </a:cxn>
                  <a:cxn ang="0">
                    <a:pos x="3" y="10"/>
                  </a:cxn>
                  <a:cxn ang="0">
                    <a:pos x="0" y="10"/>
                  </a:cxn>
                  <a:cxn ang="0">
                    <a:pos x="0" y="15"/>
                  </a:cxn>
                  <a:cxn ang="0">
                    <a:pos x="3" y="15"/>
                  </a:cxn>
                  <a:cxn ang="0">
                    <a:pos x="3"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3" y="15"/>
                    </a:lnTo>
                    <a:lnTo>
                      <a:pt x="3"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84" name="Freeform 344"/>
              <p:cNvSpPr/>
              <p:nvPr/>
            </p:nvSpPr>
            <p:spPr>
              <a:xfrm>
                <a:off x="3173" y="2628"/>
                <a:ext cx="46" cy="18"/>
              </a:xfrm>
              <a:custGeom>
                <a:avLst/>
                <a:gdLst/>
                <a:ahLst/>
                <a:cxnLst>
                  <a:cxn ang="0">
                    <a:pos x="0" y="0"/>
                  </a:cxn>
                  <a:cxn ang="0">
                    <a:pos x="0" y="17"/>
                  </a:cxn>
                  <a:cxn ang="0">
                    <a:pos x="45" y="17"/>
                  </a:cxn>
                  <a:cxn ang="0">
                    <a:pos x="45" y="6"/>
                  </a:cxn>
                </a:cxnLst>
                <a:rect l="0" t="0" r="0" b="0"/>
                <a:pathLst>
                  <a:path w="46" h="18">
                    <a:moveTo>
                      <a:pt x="0" y="0"/>
                    </a:moveTo>
                    <a:lnTo>
                      <a:pt x="0" y="17"/>
                    </a:lnTo>
                    <a:lnTo>
                      <a:pt x="45" y="17"/>
                    </a:lnTo>
                    <a:lnTo>
                      <a:pt x="45" y="6"/>
                    </a:lnTo>
                  </a:path>
                </a:pathLst>
              </a:custGeom>
              <a:noFill/>
              <a:ln w="12700" cap="rnd" cmpd="sng">
                <a:solidFill>
                  <a:srgbClr val="000000"/>
                </a:solidFill>
                <a:prstDash val="solid"/>
                <a:round/>
                <a:headEnd type="none" w="med" len="med"/>
                <a:tailEnd type="none" w="med" len="med"/>
              </a:ln>
            </p:spPr>
            <p:txBody>
              <a:bodyPr/>
              <a:lstStyle/>
              <a:p>
                <a:endParaRPr lang="zh-CN" altLang="en-US">
                  <a:latin typeface="+mn-ea"/>
                </a:endParaRPr>
              </a:p>
            </p:txBody>
          </p:sp>
          <p:sp>
            <p:nvSpPr>
              <p:cNvPr id="36185" name="Freeform 345"/>
              <p:cNvSpPr/>
              <p:nvPr/>
            </p:nvSpPr>
            <p:spPr>
              <a:xfrm>
                <a:off x="3164" y="2645"/>
                <a:ext cx="67" cy="18"/>
              </a:xfrm>
              <a:custGeom>
                <a:avLst/>
                <a:gdLst/>
                <a:ahLst/>
                <a:cxnLst>
                  <a:cxn ang="0">
                    <a:pos x="1" y="0"/>
                  </a:cxn>
                  <a:cxn ang="0">
                    <a:pos x="63" y="0"/>
                  </a:cxn>
                  <a:cxn ang="0">
                    <a:pos x="66" y="17"/>
                  </a:cxn>
                  <a:cxn ang="0">
                    <a:pos x="0" y="17"/>
                  </a:cxn>
                  <a:cxn ang="0">
                    <a:pos x="1" y="0"/>
                  </a:cxn>
                </a:cxnLst>
                <a:rect l="0" t="0" r="0" b="0"/>
                <a:pathLst>
                  <a:path w="67" h="18">
                    <a:moveTo>
                      <a:pt x="1" y="0"/>
                    </a:moveTo>
                    <a:lnTo>
                      <a:pt x="63" y="0"/>
                    </a:lnTo>
                    <a:lnTo>
                      <a:pt x="66" y="17"/>
                    </a:lnTo>
                    <a:lnTo>
                      <a:pt x="0" y="17"/>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latin typeface="+mn-ea"/>
                </a:endParaRPr>
              </a:p>
            </p:txBody>
          </p:sp>
        </p:grpSp>
      </p:grpSp>
      <p:sp>
        <p:nvSpPr>
          <p:cNvPr id="3" name="矩形 2"/>
          <p:cNvSpPr/>
          <p:nvPr/>
        </p:nvSpPr>
        <p:spPr>
          <a:xfrm>
            <a:off x="4796008" y="418559"/>
            <a:ext cx="2664512" cy="707886"/>
          </a:xfrm>
          <a:prstGeom prst="rect">
            <a:avLst/>
          </a:prstGeom>
        </p:spPr>
        <p:txBody>
          <a:bodyPr wrap="none">
            <a:spAutoFit/>
          </a:bodyPr>
          <a:lstStyle/>
          <a:p>
            <a:r>
              <a:rPr lang="en-US" altLang="zh-CN" sz="4000" dirty="0">
                <a:solidFill>
                  <a:schemeClr val="tx2"/>
                </a:solidFill>
                <a:effectLst>
                  <a:outerShdw blurRad="38100" dist="38100" dir="2700000">
                    <a:srgbClr val="000000"/>
                  </a:outerShdw>
                </a:effectLst>
                <a:ea typeface="+mj-ea"/>
                <a:cs typeface="+mj-cs"/>
              </a:rPr>
              <a:t>GPS</a:t>
            </a:r>
            <a:r>
              <a:rPr lang="zh-CN" altLang="en-US" sz="4000" dirty="0">
                <a:solidFill>
                  <a:schemeClr val="tx2"/>
                </a:solidFill>
                <a:effectLst>
                  <a:outerShdw blurRad="38100" dist="38100" dir="2700000">
                    <a:srgbClr val="000000"/>
                  </a:outerShdw>
                </a:effectLst>
                <a:ea typeface="+mj-ea"/>
                <a:cs typeface="+mj-cs"/>
              </a:rPr>
              <a:t>接收机</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dissolve">
                                      <p:cBhvr>
                                        <p:cTn id="18"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2"/>
          <p:cNvSpPr/>
          <p:nvPr/>
        </p:nvSpPr>
        <p:spPr>
          <a:xfrm>
            <a:off x="1919288" y="1700214"/>
            <a:ext cx="8748712" cy="2592387"/>
          </a:xfrm>
          <a:prstGeom prst="wedgeEllipseCallout">
            <a:avLst>
              <a:gd name="adj1" fmla="val 3222"/>
              <a:gd name="adj2" fmla="val 48713"/>
            </a:avLst>
          </a:prstGeom>
          <a:solidFill>
            <a:srgbClr val="FDEADA">
              <a:alpha val="50196"/>
            </a:srgbClr>
          </a:solidFill>
          <a:ln w="9525" cap="flat" cmpd="sng">
            <a:solidFill>
              <a:schemeClr val="tx1"/>
            </a:solidFill>
            <a:prstDash val="solid"/>
            <a:miter/>
            <a:headEnd type="none" w="med" len="med"/>
            <a:tailEnd type="none" w="med" len="med"/>
          </a:ln>
        </p:spPr>
        <p:txBody>
          <a:bodyPr/>
          <a:lstStyle/>
          <a:p>
            <a:pPr algn="ctr"/>
            <a:r>
              <a:rPr lang="zh-CN" altLang="en-US" sz="3200" b="1" dirty="0">
                <a:latin typeface="Times New Roman" panose="02020603050405020304" pitchFamily="18" charset="0"/>
                <a:ea typeface="楷体_GB2312" panose="02010609030101010101" pitchFamily="49" charset="-122"/>
              </a:rPr>
              <a:t>本节内容回顾</a:t>
            </a:r>
          </a:p>
          <a:p>
            <a:pPr>
              <a:buChar char="•"/>
            </a:pPr>
            <a:r>
              <a:rPr lang="en-US" altLang="zh-CN" sz="2800" b="1" dirty="0">
                <a:latin typeface="Times New Roman" panose="02020603050405020304" pitchFamily="18" charset="0"/>
                <a:ea typeface="楷体_GB2312" panose="02010609030101010101" pitchFamily="49" charset="-122"/>
              </a:rPr>
              <a:t>GPS</a:t>
            </a:r>
            <a:r>
              <a:rPr lang="zh-CN" altLang="en-US" sz="2800" b="1" dirty="0">
                <a:latin typeface="Times New Roman" panose="02020603050405020304" pitchFamily="18" charset="0"/>
                <a:ea typeface="楷体_GB2312" panose="02010609030101010101" pitchFamily="49" charset="-122"/>
              </a:rPr>
              <a:t>的定义。</a:t>
            </a:r>
          </a:p>
          <a:p>
            <a:pPr>
              <a:buChar char="•"/>
            </a:pPr>
            <a:r>
              <a:rPr lang="en-US" altLang="zh-CN" sz="2800" b="1" dirty="0">
                <a:latin typeface="Times New Roman" panose="02020603050405020304" pitchFamily="18" charset="0"/>
                <a:ea typeface="楷体_GB2312" panose="02010609030101010101" pitchFamily="49" charset="-122"/>
              </a:rPr>
              <a:t>GPS</a:t>
            </a:r>
            <a:r>
              <a:rPr lang="zh-CN" altLang="en-US" sz="2800" b="1" dirty="0">
                <a:latin typeface="Times New Roman" panose="02020603050405020304" pitchFamily="18" charset="0"/>
                <a:ea typeface="楷体_GB2312" panose="02010609030101010101" pitchFamily="49" charset="-122"/>
              </a:rPr>
              <a:t>定位的特点。</a:t>
            </a:r>
          </a:p>
          <a:p>
            <a:pPr>
              <a:buChar char="•"/>
            </a:pPr>
            <a:r>
              <a:rPr lang="en-US" altLang="zh-CN" sz="2800" b="1" dirty="0">
                <a:latin typeface="Times New Roman" panose="02020603050405020304" pitchFamily="18" charset="0"/>
                <a:ea typeface="楷体_GB2312" panose="02010609030101010101" pitchFamily="49" charset="-122"/>
              </a:rPr>
              <a:t>GPS</a:t>
            </a:r>
            <a:r>
              <a:rPr lang="zh-CN" altLang="en-US" sz="2800" b="1" dirty="0">
                <a:latin typeface="Times New Roman" panose="02020603050405020304" pitchFamily="18" charset="0"/>
                <a:ea typeface="楷体_GB2312" panose="02010609030101010101" pitchFamily="49" charset="-122"/>
              </a:rPr>
              <a:t>系统由三部分组成。</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idx="1"/>
          </p:nvPr>
        </p:nvSpPr>
        <p:spPr>
          <a:xfrm>
            <a:off x="1710048" y="1800514"/>
            <a:ext cx="8882742" cy="4445908"/>
          </a:xfrm>
        </p:spPr>
        <p:txBody>
          <a:bodyPr vert="horz" wrap="square" lIns="91440" tIns="45720" rIns="91440" bIns="45720" anchor="t"/>
          <a:lstStyle/>
          <a:p>
            <a:r>
              <a:rPr lang="en-US" altLang="zh-CN" sz="2400" dirty="0" smtClean="0">
                <a:latin typeface="+mn-ea"/>
              </a:rPr>
              <a:t>    GPS</a:t>
            </a:r>
            <a:r>
              <a:rPr lang="zh-CN" altLang="en-US" sz="2400" dirty="0">
                <a:latin typeface="+mn-ea"/>
              </a:rPr>
              <a:t>定位系统的基本观测量是距离</a:t>
            </a:r>
            <a:r>
              <a:rPr lang="zh-CN" altLang="en-US" sz="2000" dirty="0">
                <a:latin typeface="+mn-ea"/>
              </a:rPr>
              <a:t>（其实质是时间延迟），</a:t>
            </a:r>
            <a:r>
              <a:rPr lang="zh-CN" altLang="en-US" sz="2400" dirty="0">
                <a:latin typeface="+mn-ea"/>
              </a:rPr>
              <a:t>基本定位原理是</a:t>
            </a:r>
            <a:r>
              <a:rPr lang="zh-CN" altLang="en-US" sz="2400" dirty="0">
                <a:solidFill>
                  <a:srgbClr val="0F73EE"/>
                </a:solidFill>
                <a:latin typeface="+mn-ea"/>
              </a:rPr>
              <a:t>空间后方交会</a:t>
            </a:r>
            <a:r>
              <a:rPr lang="zh-CN" altLang="en-US" sz="2400" dirty="0">
                <a:latin typeface="+mn-ea"/>
              </a:rPr>
              <a:t>。</a:t>
            </a:r>
          </a:p>
          <a:p>
            <a:r>
              <a:rPr lang="en-US" altLang="zh-CN" sz="2400" dirty="0">
                <a:latin typeface="+mn-ea"/>
              </a:rPr>
              <a:t>1.</a:t>
            </a:r>
            <a:r>
              <a:rPr lang="zh-CN" altLang="en-US" sz="2400" dirty="0">
                <a:latin typeface="+mn-ea"/>
              </a:rPr>
              <a:t>距离测量</a:t>
            </a:r>
          </a:p>
          <a:p>
            <a:pPr>
              <a:buClr>
                <a:schemeClr val="accent2"/>
              </a:buClr>
              <a:buSzPct val="80000"/>
              <a:buFont typeface="Wingdings" panose="05000000000000000000" pitchFamily="2" charset="2"/>
            </a:pPr>
            <a:r>
              <a:rPr lang="zh-CN" altLang="en-US" sz="2400" dirty="0">
                <a:latin typeface="+mn-ea"/>
              </a:rPr>
              <a:t>    </a:t>
            </a:r>
            <a:r>
              <a:rPr lang="zh-CN" altLang="en-US" sz="2400" dirty="0" smtClean="0">
                <a:latin typeface="+mn-ea"/>
              </a:rPr>
              <a:t>在</a:t>
            </a:r>
            <a:r>
              <a:rPr lang="zh-CN" altLang="en-US" sz="2400" dirty="0">
                <a:latin typeface="+mn-ea"/>
              </a:rPr>
              <a:t>待定点上安置好</a:t>
            </a:r>
            <a:r>
              <a:rPr lang="en-US" altLang="zh-CN" sz="2400" dirty="0">
                <a:latin typeface="+mn-ea"/>
              </a:rPr>
              <a:t>GPS</a:t>
            </a:r>
            <a:r>
              <a:rPr lang="zh-CN" altLang="en-US" sz="2400" dirty="0">
                <a:latin typeface="+mn-ea"/>
              </a:rPr>
              <a:t>接收机，开机后即可接收到某颗卫星所发送的信号（随机码），经解译后可以获得卫星发送信号的时刻（以卫星钟为标准）以及发送信号时卫星的空间位置（即坐标）等有用信息。与此同时，在测站上需测定</a:t>
            </a:r>
            <a:r>
              <a:rPr lang="en-US" altLang="zh-CN" sz="2400" dirty="0">
                <a:latin typeface="+mn-ea"/>
              </a:rPr>
              <a:t>GPS</a:t>
            </a:r>
            <a:r>
              <a:rPr lang="zh-CN" altLang="en-US" sz="2400" dirty="0">
                <a:latin typeface="+mn-ea"/>
              </a:rPr>
              <a:t>信号的接收时刻（以用户钟即普通石英钟为标准）。设</a:t>
            </a:r>
            <a:r>
              <a:rPr lang="en-US" altLang="zh-CN" sz="2400" dirty="0">
                <a:latin typeface="+mn-ea"/>
              </a:rPr>
              <a:t>GPS</a:t>
            </a:r>
            <a:r>
              <a:rPr lang="zh-CN" altLang="en-US" sz="2400" dirty="0">
                <a:latin typeface="+mn-ea"/>
              </a:rPr>
              <a:t>信号的</a:t>
            </a:r>
            <a:r>
              <a:rPr lang="zh-CN" altLang="en-US" sz="2400" dirty="0">
                <a:solidFill>
                  <a:srgbClr val="FF0000"/>
                </a:solidFill>
                <a:latin typeface="+mn-ea"/>
              </a:rPr>
              <a:t>发射时刻为</a:t>
            </a:r>
            <a:r>
              <a:rPr lang="en-US" altLang="zh-CN" sz="2400" dirty="0">
                <a:solidFill>
                  <a:srgbClr val="FF0000"/>
                </a:solidFill>
                <a:latin typeface="+mn-ea"/>
              </a:rPr>
              <a:t>t</a:t>
            </a:r>
            <a:r>
              <a:rPr lang="en-US" altLang="zh-CN" sz="2400" baseline="-25000" dirty="0">
                <a:solidFill>
                  <a:srgbClr val="FF0000"/>
                </a:solidFill>
                <a:latin typeface="+mn-ea"/>
              </a:rPr>
              <a:t>1</a:t>
            </a:r>
            <a:r>
              <a:rPr lang="en-US" altLang="zh-CN" sz="2400" dirty="0">
                <a:solidFill>
                  <a:srgbClr val="FF0000"/>
                </a:solidFill>
                <a:latin typeface="+mn-ea"/>
              </a:rPr>
              <a:t>,</a:t>
            </a:r>
            <a:r>
              <a:rPr lang="zh-CN" altLang="en-US" sz="2400" dirty="0">
                <a:solidFill>
                  <a:srgbClr val="FF0000"/>
                </a:solidFill>
                <a:latin typeface="+mn-ea"/>
              </a:rPr>
              <a:t>接收时刻为</a:t>
            </a:r>
            <a:r>
              <a:rPr lang="en-US" altLang="zh-CN" sz="2400" dirty="0">
                <a:solidFill>
                  <a:srgbClr val="FF0000"/>
                </a:solidFill>
                <a:latin typeface="+mn-ea"/>
              </a:rPr>
              <a:t>t</a:t>
            </a:r>
            <a:r>
              <a:rPr lang="en-US" altLang="zh-CN" sz="2400" baseline="-25000" dirty="0">
                <a:solidFill>
                  <a:srgbClr val="FF0000"/>
                </a:solidFill>
                <a:latin typeface="+mn-ea"/>
              </a:rPr>
              <a:t>2</a:t>
            </a:r>
            <a:r>
              <a:rPr lang="en-US" altLang="zh-CN" sz="2400" dirty="0">
                <a:solidFill>
                  <a:srgbClr val="FF0000"/>
                </a:solidFill>
                <a:latin typeface="+mn-ea"/>
              </a:rPr>
              <a:t> </a:t>
            </a:r>
            <a:r>
              <a:rPr lang="zh-CN" altLang="en-US" sz="2400" dirty="0">
                <a:latin typeface="+mn-ea"/>
              </a:rPr>
              <a:t>，并设卫星钟与用户钟同步，则</a:t>
            </a:r>
            <a:r>
              <a:rPr lang="en-US" altLang="zh-CN" sz="2400" dirty="0">
                <a:latin typeface="+mn-ea"/>
              </a:rPr>
              <a:t>GPS </a:t>
            </a:r>
            <a:r>
              <a:rPr lang="zh-CN" altLang="en-US" sz="2400" dirty="0">
                <a:latin typeface="+mn-ea"/>
              </a:rPr>
              <a:t>信号在空中传播的时间为：</a:t>
            </a:r>
          </a:p>
          <a:p>
            <a:r>
              <a:rPr lang="zh-CN" altLang="en-US" dirty="0">
                <a:latin typeface="楷体_GB2312" panose="02010609030101010101" pitchFamily="49" charset="-122"/>
                <a:ea typeface="楷体_GB2312" panose="02010609030101010101" pitchFamily="49" charset="-122"/>
              </a:rPr>
              <a:t>                  </a:t>
            </a:r>
            <a:r>
              <a:rPr lang="en-US" altLang="zh-CN" dirty="0">
                <a:ea typeface="楷体_GB2312" panose="02010609030101010101" pitchFamily="49" charset="-122"/>
              </a:rPr>
              <a:t>T = t</a:t>
            </a:r>
            <a:r>
              <a:rPr lang="en-US" altLang="zh-CN" sz="2400" baseline="-25000" dirty="0">
                <a:latin typeface="+mn-ea"/>
              </a:rPr>
              <a:t>2</a:t>
            </a:r>
            <a:r>
              <a:rPr lang="en-US" altLang="zh-CN" dirty="0">
                <a:ea typeface="楷体_GB2312" panose="02010609030101010101" pitchFamily="49" charset="-122"/>
              </a:rPr>
              <a:t> - t</a:t>
            </a:r>
            <a:r>
              <a:rPr lang="en-US" altLang="zh-CN" sz="2400" baseline="-25000" dirty="0">
                <a:latin typeface="+mn-ea"/>
              </a:rPr>
              <a:t>1</a:t>
            </a:r>
          </a:p>
          <a:p>
            <a:pPr>
              <a:buClr>
                <a:schemeClr val="accent2"/>
              </a:buClr>
              <a:buSzPct val="80000"/>
              <a:buFont typeface="Wingdings" panose="05000000000000000000" pitchFamily="2" charset="2"/>
            </a:pPr>
            <a:endParaRPr lang="en-US" altLang="zh-CN" dirty="0">
              <a:latin typeface="楷体_GB2312" panose="02010609030101010101" pitchFamily="49" charset="-122"/>
              <a:ea typeface="楷体_GB2312" panose="02010609030101010101" pitchFamily="49" charset="-122"/>
            </a:endParaRPr>
          </a:p>
        </p:txBody>
      </p:sp>
      <p:sp>
        <p:nvSpPr>
          <p:cNvPr id="2" name="矩形 1"/>
          <p:cNvSpPr/>
          <p:nvPr/>
        </p:nvSpPr>
        <p:spPr>
          <a:xfrm>
            <a:off x="4503215" y="558941"/>
            <a:ext cx="3293146" cy="707886"/>
          </a:xfrm>
          <a:prstGeom prst="rect">
            <a:avLst/>
          </a:prstGeom>
        </p:spPr>
        <p:txBody>
          <a:bodyPr wrap="none">
            <a:spAutoFit/>
          </a:bodyPr>
          <a:lstStyle/>
          <a:p>
            <a:r>
              <a:rPr lang="en-US" altLang="zh-CN" sz="4000" b="1" dirty="0">
                <a:latin typeface="+mj-ea"/>
                <a:ea typeface="+mj-ea"/>
              </a:rPr>
              <a:t>GPS</a:t>
            </a:r>
            <a:r>
              <a:rPr lang="zh-CN" altLang="en-US" sz="4000" b="1" dirty="0">
                <a:latin typeface="+mj-ea"/>
                <a:ea typeface="+mj-ea"/>
              </a:rPr>
              <a:t>定位</a:t>
            </a:r>
            <a:r>
              <a:rPr lang="zh-CN" altLang="en-US" sz="4000" b="1" dirty="0" smtClean="0">
                <a:latin typeface="+mj-ea"/>
                <a:ea typeface="+mj-ea"/>
              </a:rPr>
              <a:t>原理</a:t>
            </a:r>
            <a:endParaRPr lang="zh-CN" altLang="en-US" b="1" dirty="0">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 calcmode="lin" valueType="num">
                                      <p:cBhvr additive="base">
                                        <p:cTn id="7" dur="500" fill="hold"/>
                                        <p:tgtEl>
                                          <p:spTgt spid="163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6">
                                            <p:txEl>
                                              <p:pRg st="1" end="1"/>
                                            </p:txEl>
                                          </p:spTgt>
                                        </p:tgtEl>
                                        <p:attrNameLst>
                                          <p:attrName>style.visibility</p:attrName>
                                        </p:attrNameLst>
                                      </p:cBhvr>
                                      <p:to>
                                        <p:strVal val="visible"/>
                                      </p:to>
                                    </p:set>
                                    <p:anim calcmode="lin" valueType="num">
                                      <p:cBhvr additive="base">
                                        <p:cTn id="13" dur="500" fill="hold"/>
                                        <p:tgtEl>
                                          <p:spTgt spid="1638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6">
                                            <p:txEl>
                                              <p:pRg st="2" end="2"/>
                                            </p:txEl>
                                          </p:spTgt>
                                        </p:tgtEl>
                                        <p:attrNameLst>
                                          <p:attrName>style.visibility</p:attrName>
                                        </p:attrNameLst>
                                      </p:cBhvr>
                                      <p:to>
                                        <p:strVal val="visible"/>
                                      </p:to>
                                    </p:set>
                                    <p:anim calcmode="lin" valueType="num">
                                      <p:cBhvr additive="base">
                                        <p:cTn id="19" dur="500" fill="hold"/>
                                        <p:tgtEl>
                                          <p:spTgt spid="1638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6">
                                            <p:txEl>
                                              <p:pRg st="3" end="3"/>
                                            </p:txEl>
                                          </p:spTgt>
                                        </p:tgtEl>
                                        <p:attrNameLst>
                                          <p:attrName>style.visibility</p:attrName>
                                        </p:attrNameLst>
                                      </p:cBhvr>
                                      <p:to>
                                        <p:strVal val="visible"/>
                                      </p:to>
                                    </p:set>
                                    <p:anim calcmode="lin" valueType="num">
                                      <p:cBhvr additive="base">
                                        <p:cTn id="25" dur="500" fill="hold"/>
                                        <p:tgtEl>
                                          <p:spTgt spid="1638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idx="1"/>
          </p:nvPr>
        </p:nvSpPr>
        <p:spPr>
          <a:xfrm>
            <a:off x="2035971" y="1493839"/>
            <a:ext cx="7993063" cy="1368425"/>
          </a:xfrm>
        </p:spPr>
        <p:txBody>
          <a:bodyPr vert="horz" wrap="square" lIns="91440" tIns="45720" rIns="91440" bIns="45720" anchor="t"/>
          <a:lstStyle/>
          <a:p>
            <a:r>
              <a:rPr lang="zh-CN" altLang="en-US" sz="2400" dirty="0" smtClean="0"/>
              <a:t>        设</a:t>
            </a:r>
            <a:r>
              <a:rPr lang="zh-CN" altLang="en-US" sz="2400" dirty="0"/>
              <a:t>电波在大气中的传播速度</a:t>
            </a:r>
            <a:r>
              <a:rPr lang="zh-CN" altLang="en-US" sz="2400" dirty="0" smtClean="0"/>
              <a:t>为</a:t>
            </a:r>
            <a:r>
              <a:rPr lang="en-US" altLang="zh-CN" sz="2400" dirty="0" smtClean="0"/>
              <a:t>c</a:t>
            </a:r>
            <a:r>
              <a:rPr lang="zh-CN" altLang="en-US" sz="2400" dirty="0" smtClean="0"/>
              <a:t>，</a:t>
            </a:r>
            <a:r>
              <a:rPr lang="zh-CN" altLang="en-US" sz="2400" dirty="0"/>
              <a:t>则从卫星发送信号时的空中位置到接收机之间的空间距离为：</a:t>
            </a:r>
          </a:p>
          <a:p>
            <a:r>
              <a:rPr lang="zh-CN" altLang="en-US" sz="2400" dirty="0"/>
              <a:t>                </a:t>
            </a:r>
            <a:r>
              <a:rPr lang="en-US" altLang="zh-CN" sz="2400" dirty="0"/>
              <a:t>D = </a:t>
            </a:r>
            <a:r>
              <a:rPr lang="en-US" altLang="zh-CN" sz="2400" dirty="0" smtClean="0"/>
              <a:t>c </a:t>
            </a:r>
            <a:r>
              <a:rPr lang="en-US" altLang="zh-CN" sz="2400" dirty="0"/>
              <a:t>× T</a:t>
            </a:r>
          </a:p>
        </p:txBody>
      </p:sp>
      <p:sp>
        <p:nvSpPr>
          <p:cNvPr id="38914" name="灯片编号占位符 5"/>
          <p:cNvSpPr>
            <a:spLocks noGrp="1"/>
          </p:cNvSpPr>
          <p:nvPr>
            <p:ph type="sldNum" sz="quarter" idx="4294967295"/>
          </p:nvPr>
        </p:nvSpPr>
        <p:spPr>
          <a:xfrm>
            <a:off x="9652000" y="6248400"/>
            <a:ext cx="2540000" cy="457200"/>
          </a:xfrm>
          <a:prstGeom prst="rect">
            <a:avLst/>
          </a:prstGeom>
          <a:noFill/>
          <a:ln>
            <a:noFill/>
          </a:ln>
        </p:spPr>
        <p:txBody>
          <a:bodyPr lIns="92075" tIns="46038" rIns="92075" bIns="46038" anchor="ctr"/>
          <a:lstStyle/>
          <a:p>
            <a:pPr algn="r"/>
            <a:fld id="{9A0DB2DC-4C9A-4742-B13C-FB6460FD3503}" type="slidenum">
              <a:rPr lang="en-US" altLang="zh-CN" sz="1400"/>
              <a:t>35</a:t>
            </a:fld>
            <a:endParaRPr lang="en-US" altLang="zh-CN" sz="1400" dirty="0"/>
          </a:p>
        </p:txBody>
      </p:sp>
      <p:grpSp>
        <p:nvGrpSpPr>
          <p:cNvPr id="2" name="Group 392"/>
          <p:cNvGrpSpPr/>
          <p:nvPr/>
        </p:nvGrpSpPr>
        <p:grpSpPr>
          <a:xfrm>
            <a:off x="4151314" y="2997201"/>
            <a:ext cx="4073525" cy="3552825"/>
            <a:chOff x="738" y="2082"/>
            <a:chExt cx="2566" cy="2238"/>
          </a:xfrm>
        </p:grpSpPr>
        <p:grpSp>
          <p:nvGrpSpPr>
            <p:cNvPr id="38917" name="Group 349"/>
            <p:cNvGrpSpPr/>
            <p:nvPr/>
          </p:nvGrpSpPr>
          <p:grpSpPr>
            <a:xfrm>
              <a:off x="738" y="2082"/>
              <a:ext cx="2237" cy="2238"/>
              <a:chOff x="738" y="2082"/>
              <a:chExt cx="2237" cy="2238"/>
            </a:xfrm>
          </p:grpSpPr>
          <p:sp>
            <p:nvSpPr>
              <p:cNvPr id="38918" name="Line 5"/>
              <p:cNvSpPr/>
              <p:nvPr/>
            </p:nvSpPr>
            <p:spPr>
              <a:xfrm>
                <a:off x="1020" y="2427"/>
                <a:ext cx="860" cy="1228"/>
              </a:xfrm>
              <a:prstGeom prst="line">
                <a:avLst/>
              </a:prstGeom>
              <a:ln w="12700" cap="flat" cmpd="sng">
                <a:solidFill>
                  <a:srgbClr val="FF3300"/>
                </a:solidFill>
                <a:prstDash val="solid"/>
                <a:headEnd type="none" w="med" len="med"/>
                <a:tailEnd type="triangle" w="med" len="med"/>
              </a:ln>
            </p:spPr>
          </p:sp>
          <p:grpSp>
            <p:nvGrpSpPr>
              <p:cNvPr id="38919" name="Group 236"/>
              <p:cNvGrpSpPr/>
              <p:nvPr/>
            </p:nvGrpSpPr>
            <p:grpSpPr>
              <a:xfrm>
                <a:off x="738" y="2194"/>
                <a:ext cx="442" cy="335"/>
                <a:chOff x="2052" y="1045"/>
                <a:chExt cx="442" cy="335"/>
              </a:xfrm>
            </p:grpSpPr>
            <p:sp>
              <p:nvSpPr>
                <p:cNvPr id="38920" name="Freeform 237"/>
                <p:cNvSpPr/>
                <p:nvPr/>
              </p:nvSpPr>
              <p:spPr>
                <a:xfrm>
                  <a:off x="2330" y="1045"/>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8921" name="Freeform 238"/>
                <p:cNvSpPr/>
                <p:nvPr/>
              </p:nvSpPr>
              <p:spPr>
                <a:xfrm>
                  <a:off x="2201" y="1148"/>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8922" name="Freeform 239"/>
                <p:cNvSpPr/>
                <p:nvPr/>
              </p:nvSpPr>
              <p:spPr>
                <a:xfrm>
                  <a:off x="2248" y="1125"/>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8923" name="Freeform 240"/>
                <p:cNvSpPr/>
                <p:nvPr/>
              </p:nvSpPr>
              <p:spPr>
                <a:xfrm>
                  <a:off x="2214" y="1142"/>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8924" name="Freeform 241"/>
                <p:cNvSpPr/>
                <p:nvPr/>
              </p:nvSpPr>
              <p:spPr>
                <a:xfrm>
                  <a:off x="2231" y="1244"/>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38925" name="Line 242"/>
                <p:cNvSpPr/>
                <p:nvPr/>
              </p:nvSpPr>
              <p:spPr>
                <a:xfrm flipV="1">
                  <a:off x="2206" y="1190"/>
                  <a:ext cx="39" cy="27"/>
                </a:xfrm>
                <a:prstGeom prst="line">
                  <a:avLst/>
                </a:prstGeom>
                <a:ln w="12700" cap="flat" cmpd="sng">
                  <a:solidFill>
                    <a:schemeClr val="tx1"/>
                  </a:solidFill>
                  <a:prstDash val="solid"/>
                  <a:headEnd type="none" w="med" len="med"/>
                  <a:tailEnd type="none" w="med" len="med"/>
                </a:ln>
              </p:spPr>
            </p:sp>
            <p:sp>
              <p:nvSpPr>
                <p:cNvPr id="38926" name="Oval 243"/>
                <p:cNvSpPr/>
                <p:nvPr/>
              </p:nvSpPr>
              <p:spPr>
                <a:xfrm rot="-1860000">
                  <a:off x="2273" y="117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8927" name="Line 244"/>
                <p:cNvSpPr/>
                <p:nvPr/>
              </p:nvSpPr>
              <p:spPr>
                <a:xfrm flipV="1">
                  <a:off x="2276" y="1161"/>
                  <a:ext cx="5" cy="17"/>
                </a:xfrm>
                <a:prstGeom prst="line">
                  <a:avLst/>
                </a:prstGeom>
                <a:ln w="12700" cap="flat" cmpd="sng">
                  <a:solidFill>
                    <a:schemeClr val="tx1"/>
                  </a:solidFill>
                  <a:prstDash val="solid"/>
                  <a:headEnd type="none" w="med" len="med"/>
                  <a:tailEnd type="none" w="med" len="med"/>
                </a:ln>
              </p:spPr>
            </p:sp>
            <p:sp>
              <p:nvSpPr>
                <p:cNvPr id="38928" name="Line 245"/>
                <p:cNvSpPr/>
                <p:nvPr/>
              </p:nvSpPr>
              <p:spPr>
                <a:xfrm>
                  <a:off x="2281" y="1181"/>
                  <a:ext cx="4" cy="0"/>
                </a:xfrm>
                <a:prstGeom prst="line">
                  <a:avLst/>
                </a:prstGeom>
                <a:ln w="12700" cap="flat" cmpd="sng">
                  <a:solidFill>
                    <a:schemeClr val="tx1"/>
                  </a:solidFill>
                  <a:prstDash val="solid"/>
                  <a:headEnd type="none" w="med" len="med"/>
                  <a:tailEnd type="none" w="med" len="med"/>
                </a:ln>
              </p:spPr>
            </p:sp>
            <p:sp>
              <p:nvSpPr>
                <p:cNvPr id="38929" name="Oval 246"/>
                <p:cNvSpPr/>
                <p:nvPr/>
              </p:nvSpPr>
              <p:spPr>
                <a:xfrm rot="-1860000">
                  <a:off x="2273" y="1168"/>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8930" name="Line 247"/>
                <p:cNvSpPr/>
                <p:nvPr/>
              </p:nvSpPr>
              <p:spPr>
                <a:xfrm flipV="1">
                  <a:off x="2334" y="1116"/>
                  <a:ext cx="43" cy="29"/>
                </a:xfrm>
                <a:prstGeom prst="line">
                  <a:avLst/>
                </a:prstGeom>
                <a:ln w="12700" cap="flat" cmpd="sng">
                  <a:solidFill>
                    <a:schemeClr val="tx1"/>
                  </a:solidFill>
                  <a:prstDash val="solid"/>
                  <a:headEnd type="none" w="med" len="med"/>
                  <a:tailEnd type="none" w="med" len="med"/>
                </a:ln>
              </p:spPr>
            </p:sp>
            <p:sp>
              <p:nvSpPr>
                <p:cNvPr id="38931" name="Freeform 248"/>
                <p:cNvSpPr/>
                <p:nvPr/>
              </p:nvSpPr>
              <p:spPr>
                <a:xfrm>
                  <a:off x="2275" y="1166"/>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8932" name="Freeform 249"/>
                <p:cNvSpPr/>
                <p:nvPr/>
              </p:nvSpPr>
              <p:spPr>
                <a:xfrm>
                  <a:off x="2278" y="1165"/>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38933" name="Rectangle 250"/>
                <p:cNvSpPr/>
                <p:nvPr/>
              </p:nvSpPr>
              <p:spPr>
                <a:xfrm rot="-1860000">
                  <a:off x="2212" y="1237"/>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8934" name="Freeform 251"/>
                <p:cNvSpPr/>
                <p:nvPr/>
              </p:nvSpPr>
              <p:spPr>
                <a:xfrm>
                  <a:off x="2052" y="1187"/>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38935" name="Line 252"/>
                <p:cNvSpPr/>
                <p:nvPr/>
              </p:nvSpPr>
              <p:spPr>
                <a:xfrm flipV="1">
                  <a:off x="2311" y="1217"/>
                  <a:ext cx="10" cy="11"/>
                </a:xfrm>
                <a:prstGeom prst="line">
                  <a:avLst/>
                </a:prstGeom>
                <a:ln w="12700" cap="flat" cmpd="sng">
                  <a:solidFill>
                    <a:schemeClr val="tx1"/>
                  </a:solidFill>
                  <a:prstDash val="solid"/>
                  <a:headEnd type="none" w="med" len="med"/>
                  <a:tailEnd type="none" w="med" len="med"/>
                </a:ln>
              </p:spPr>
            </p:sp>
            <p:sp>
              <p:nvSpPr>
                <p:cNvPr id="38936" name="Line 253"/>
                <p:cNvSpPr/>
                <p:nvPr/>
              </p:nvSpPr>
              <p:spPr>
                <a:xfrm flipV="1">
                  <a:off x="2310" y="1215"/>
                  <a:ext cx="10" cy="14"/>
                </a:xfrm>
                <a:prstGeom prst="line">
                  <a:avLst/>
                </a:prstGeom>
                <a:ln w="12700" cap="flat" cmpd="sng">
                  <a:solidFill>
                    <a:schemeClr val="tx1"/>
                  </a:solidFill>
                  <a:prstDash val="solid"/>
                  <a:headEnd type="none" w="med" len="med"/>
                  <a:tailEnd type="none" w="med" len="med"/>
                </a:ln>
              </p:spPr>
            </p:sp>
            <p:sp>
              <p:nvSpPr>
                <p:cNvPr id="38937" name="Freeform 254"/>
                <p:cNvSpPr/>
                <p:nvPr/>
              </p:nvSpPr>
              <p:spPr>
                <a:xfrm>
                  <a:off x="2306" y="1208"/>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38" name="Freeform 255"/>
                <p:cNvSpPr/>
                <p:nvPr/>
              </p:nvSpPr>
              <p:spPr>
                <a:xfrm>
                  <a:off x="2306" y="1216"/>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39" name="Freeform 256"/>
                <p:cNvSpPr/>
                <p:nvPr/>
              </p:nvSpPr>
              <p:spPr>
                <a:xfrm>
                  <a:off x="2328" y="120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40" name="Line 257"/>
                <p:cNvSpPr/>
                <p:nvPr/>
              </p:nvSpPr>
              <p:spPr>
                <a:xfrm flipV="1">
                  <a:off x="2292" y="1212"/>
                  <a:ext cx="5" cy="11"/>
                </a:xfrm>
                <a:prstGeom prst="line">
                  <a:avLst/>
                </a:prstGeom>
                <a:ln w="12700" cap="flat" cmpd="sng">
                  <a:solidFill>
                    <a:schemeClr val="tx1"/>
                  </a:solidFill>
                  <a:prstDash val="solid"/>
                  <a:headEnd type="none" w="med" len="med"/>
                  <a:tailEnd type="none" w="med" len="med"/>
                </a:ln>
              </p:spPr>
            </p:sp>
            <p:sp>
              <p:nvSpPr>
                <p:cNvPr id="38941" name="Line 258"/>
                <p:cNvSpPr/>
                <p:nvPr/>
              </p:nvSpPr>
              <p:spPr>
                <a:xfrm flipV="1">
                  <a:off x="2287" y="1206"/>
                  <a:ext cx="11" cy="14"/>
                </a:xfrm>
                <a:prstGeom prst="line">
                  <a:avLst/>
                </a:prstGeom>
                <a:ln w="12700" cap="flat" cmpd="sng">
                  <a:solidFill>
                    <a:schemeClr val="tx1"/>
                  </a:solidFill>
                  <a:prstDash val="solid"/>
                  <a:headEnd type="none" w="med" len="med"/>
                  <a:tailEnd type="none" w="med" len="med"/>
                </a:ln>
              </p:spPr>
            </p:sp>
            <p:sp>
              <p:nvSpPr>
                <p:cNvPr id="38942" name="Freeform 259"/>
                <p:cNvSpPr/>
                <p:nvPr/>
              </p:nvSpPr>
              <p:spPr>
                <a:xfrm>
                  <a:off x="2288" y="120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43" name="Freeform 260"/>
                <p:cNvSpPr/>
                <p:nvPr/>
              </p:nvSpPr>
              <p:spPr>
                <a:xfrm>
                  <a:off x="2290" y="1209"/>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44" name="Freeform 261"/>
                <p:cNvSpPr/>
                <p:nvPr/>
              </p:nvSpPr>
              <p:spPr>
                <a:xfrm>
                  <a:off x="2306" y="1197"/>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45" name="Line 262"/>
                <p:cNvSpPr/>
                <p:nvPr/>
              </p:nvSpPr>
              <p:spPr>
                <a:xfrm flipV="1">
                  <a:off x="2291" y="1191"/>
                  <a:ext cx="7" cy="16"/>
                </a:xfrm>
                <a:prstGeom prst="line">
                  <a:avLst/>
                </a:prstGeom>
                <a:ln w="12700" cap="flat" cmpd="sng">
                  <a:solidFill>
                    <a:schemeClr val="tx1"/>
                  </a:solidFill>
                  <a:prstDash val="solid"/>
                  <a:headEnd type="none" w="med" len="med"/>
                  <a:tailEnd type="none" w="med" len="med"/>
                </a:ln>
              </p:spPr>
            </p:sp>
            <p:sp>
              <p:nvSpPr>
                <p:cNvPr id="38946" name="Line 263"/>
                <p:cNvSpPr/>
                <p:nvPr/>
              </p:nvSpPr>
              <p:spPr>
                <a:xfrm flipV="1">
                  <a:off x="2295" y="1187"/>
                  <a:ext cx="7" cy="14"/>
                </a:xfrm>
                <a:prstGeom prst="line">
                  <a:avLst/>
                </a:prstGeom>
                <a:ln w="12700" cap="flat" cmpd="sng">
                  <a:solidFill>
                    <a:schemeClr val="tx1"/>
                  </a:solidFill>
                  <a:prstDash val="solid"/>
                  <a:headEnd type="none" w="med" len="med"/>
                  <a:tailEnd type="none" w="med" len="med"/>
                </a:ln>
              </p:spPr>
            </p:sp>
            <p:sp>
              <p:nvSpPr>
                <p:cNvPr id="38947" name="Freeform 264"/>
                <p:cNvSpPr/>
                <p:nvPr/>
              </p:nvSpPr>
              <p:spPr>
                <a:xfrm>
                  <a:off x="2288" y="118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48" name="Freeform 265"/>
                <p:cNvSpPr/>
                <p:nvPr/>
              </p:nvSpPr>
              <p:spPr>
                <a:xfrm>
                  <a:off x="2288" y="119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49" name="Freeform 266"/>
                <p:cNvSpPr/>
                <p:nvPr/>
              </p:nvSpPr>
              <p:spPr>
                <a:xfrm>
                  <a:off x="2306" y="1182"/>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50" name="Line 267"/>
                <p:cNvSpPr/>
                <p:nvPr/>
              </p:nvSpPr>
              <p:spPr>
                <a:xfrm flipV="1">
                  <a:off x="2319" y="1165"/>
                  <a:ext cx="9" cy="14"/>
                </a:xfrm>
                <a:prstGeom prst="line">
                  <a:avLst/>
                </a:prstGeom>
                <a:ln w="12700" cap="flat" cmpd="sng">
                  <a:solidFill>
                    <a:schemeClr val="tx1"/>
                  </a:solidFill>
                  <a:prstDash val="solid"/>
                  <a:headEnd type="none" w="med" len="med"/>
                  <a:tailEnd type="none" w="med" len="med"/>
                </a:ln>
              </p:spPr>
            </p:sp>
            <p:sp>
              <p:nvSpPr>
                <p:cNvPr id="38951" name="Line 268"/>
                <p:cNvSpPr/>
                <p:nvPr/>
              </p:nvSpPr>
              <p:spPr>
                <a:xfrm flipV="1">
                  <a:off x="2320" y="1165"/>
                  <a:ext cx="7" cy="12"/>
                </a:xfrm>
                <a:prstGeom prst="line">
                  <a:avLst/>
                </a:prstGeom>
                <a:ln w="12700" cap="flat" cmpd="sng">
                  <a:solidFill>
                    <a:schemeClr val="tx1"/>
                  </a:solidFill>
                  <a:prstDash val="solid"/>
                  <a:headEnd type="none" w="med" len="med"/>
                  <a:tailEnd type="none" w="med" len="med"/>
                </a:ln>
              </p:spPr>
            </p:sp>
            <p:sp>
              <p:nvSpPr>
                <p:cNvPr id="38952" name="Freeform 269"/>
                <p:cNvSpPr/>
                <p:nvPr/>
              </p:nvSpPr>
              <p:spPr>
                <a:xfrm>
                  <a:off x="2318" y="116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53" name="Freeform 270"/>
                <p:cNvSpPr/>
                <p:nvPr/>
              </p:nvSpPr>
              <p:spPr>
                <a:xfrm>
                  <a:off x="2316" y="116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54" name="Freeform 271"/>
                <p:cNvSpPr/>
                <p:nvPr/>
              </p:nvSpPr>
              <p:spPr>
                <a:xfrm>
                  <a:off x="2333" y="1156"/>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55" name="Line 272"/>
                <p:cNvSpPr/>
                <p:nvPr/>
              </p:nvSpPr>
              <p:spPr>
                <a:xfrm flipV="1">
                  <a:off x="2350" y="1156"/>
                  <a:ext cx="7" cy="14"/>
                </a:xfrm>
                <a:prstGeom prst="line">
                  <a:avLst/>
                </a:prstGeom>
                <a:ln w="12700" cap="flat" cmpd="sng">
                  <a:solidFill>
                    <a:schemeClr val="tx1"/>
                  </a:solidFill>
                  <a:prstDash val="solid"/>
                  <a:headEnd type="none" w="med" len="med"/>
                  <a:tailEnd type="none" w="med" len="med"/>
                </a:ln>
              </p:spPr>
            </p:sp>
            <p:sp>
              <p:nvSpPr>
                <p:cNvPr id="38956" name="Line 273"/>
                <p:cNvSpPr/>
                <p:nvPr/>
              </p:nvSpPr>
              <p:spPr>
                <a:xfrm flipV="1">
                  <a:off x="2350" y="1151"/>
                  <a:ext cx="11" cy="14"/>
                </a:xfrm>
                <a:prstGeom prst="line">
                  <a:avLst/>
                </a:prstGeom>
                <a:ln w="12700" cap="flat" cmpd="sng">
                  <a:solidFill>
                    <a:schemeClr val="tx1"/>
                  </a:solidFill>
                  <a:prstDash val="solid"/>
                  <a:headEnd type="none" w="med" len="med"/>
                  <a:tailEnd type="none" w="med" len="med"/>
                </a:ln>
              </p:spPr>
            </p:sp>
            <p:sp>
              <p:nvSpPr>
                <p:cNvPr id="38957" name="Freeform 274"/>
                <p:cNvSpPr/>
                <p:nvPr/>
              </p:nvSpPr>
              <p:spPr>
                <a:xfrm>
                  <a:off x="2349" y="1146"/>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58" name="Freeform 275"/>
                <p:cNvSpPr/>
                <p:nvPr/>
              </p:nvSpPr>
              <p:spPr>
                <a:xfrm>
                  <a:off x="2345" y="1154"/>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59" name="Freeform 276"/>
                <p:cNvSpPr/>
                <p:nvPr/>
              </p:nvSpPr>
              <p:spPr>
                <a:xfrm>
                  <a:off x="2368" y="1148"/>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60" name="Line 277"/>
                <p:cNvSpPr/>
                <p:nvPr/>
              </p:nvSpPr>
              <p:spPr>
                <a:xfrm flipV="1">
                  <a:off x="2374" y="1161"/>
                  <a:ext cx="6" cy="15"/>
                </a:xfrm>
                <a:prstGeom prst="line">
                  <a:avLst/>
                </a:prstGeom>
                <a:ln w="12700" cap="flat" cmpd="sng">
                  <a:solidFill>
                    <a:schemeClr val="tx1"/>
                  </a:solidFill>
                  <a:prstDash val="solid"/>
                  <a:headEnd type="none" w="med" len="med"/>
                  <a:tailEnd type="none" w="med" len="med"/>
                </a:ln>
              </p:spPr>
            </p:sp>
            <p:sp>
              <p:nvSpPr>
                <p:cNvPr id="38961" name="Line 278"/>
                <p:cNvSpPr/>
                <p:nvPr/>
              </p:nvSpPr>
              <p:spPr>
                <a:xfrm flipV="1">
                  <a:off x="2373" y="1157"/>
                  <a:ext cx="6" cy="13"/>
                </a:xfrm>
                <a:prstGeom prst="line">
                  <a:avLst/>
                </a:prstGeom>
                <a:ln w="12700" cap="flat" cmpd="sng">
                  <a:solidFill>
                    <a:schemeClr val="tx1"/>
                  </a:solidFill>
                  <a:prstDash val="solid"/>
                  <a:headEnd type="none" w="med" len="med"/>
                  <a:tailEnd type="none" w="med" len="med"/>
                </a:ln>
              </p:spPr>
            </p:sp>
            <p:sp>
              <p:nvSpPr>
                <p:cNvPr id="38962" name="Freeform 279"/>
                <p:cNvSpPr/>
                <p:nvPr/>
              </p:nvSpPr>
              <p:spPr>
                <a:xfrm>
                  <a:off x="2370" y="1155"/>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63" name="Freeform 280"/>
                <p:cNvSpPr/>
                <p:nvPr/>
              </p:nvSpPr>
              <p:spPr>
                <a:xfrm>
                  <a:off x="2368" y="1162"/>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64" name="Freeform 281"/>
                <p:cNvSpPr/>
                <p:nvPr/>
              </p:nvSpPr>
              <p:spPr>
                <a:xfrm>
                  <a:off x="2390" y="1155"/>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65" name="Line 282"/>
                <p:cNvSpPr/>
                <p:nvPr/>
              </p:nvSpPr>
              <p:spPr>
                <a:xfrm flipV="1">
                  <a:off x="2368" y="1181"/>
                  <a:ext cx="10" cy="16"/>
                </a:xfrm>
                <a:prstGeom prst="line">
                  <a:avLst/>
                </a:prstGeom>
                <a:ln w="12700" cap="flat" cmpd="sng">
                  <a:solidFill>
                    <a:schemeClr val="tx1"/>
                  </a:solidFill>
                  <a:prstDash val="solid"/>
                  <a:headEnd type="none" w="med" len="med"/>
                  <a:tailEnd type="none" w="med" len="med"/>
                </a:ln>
              </p:spPr>
            </p:sp>
            <p:sp>
              <p:nvSpPr>
                <p:cNvPr id="38966" name="Line 283"/>
                <p:cNvSpPr/>
                <p:nvPr/>
              </p:nvSpPr>
              <p:spPr>
                <a:xfrm flipV="1">
                  <a:off x="2369" y="1181"/>
                  <a:ext cx="6" cy="11"/>
                </a:xfrm>
                <a:prstGeom prst="line">
                  <a:avLst/>
                </a:prstGeom>
                <a:ln w="12700" cap="flat" cmpd="sng">
                  <a:solidFill>
                    <a:schemeClr val="tx1"/>
                  </a:solidFill>
                  <a:prstDash val="solid"/>
                  <a:headEnd type="none" w="med" len="med"/>
                  <a:tailEnd type="none" w="med" len="med"/>
                </a:ln>
              </p:spPr>
            </p:sp>
            <p:sp>
              <p:nvSpPr>
                <p:cNvPr id="38967" name="Freeform 284"/>
                <p:cNvSpPr/>
                <p:nvPr/>
              </p:nvSpPr>
              <p:spPr>
                <a:xfrm>
                  <a:off x="2367" y="1176"/>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68" name="Freeform 285"/>
                <p:cNvSpPr/>
                <p:nvPr/>
              </p:nvSpPr>
              <p:spPr>
                <a:xfrm>
                  <a:off x="2364" y="118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69" name="Freeform 286"/>
                <p:cNvSpPr/>
                <p:nvPr/>
              </p:nvSpPr>
              <p:spPr>
                <a:xfrm>
                  <a:off x="2384" y="1171"/>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70" name="Line 287"/>
                <p:cNvSpPr/>
                <p:nvPr/>
              </p:nvSpPr>
              <p:spPr>
                <a:xfrm flipV="1">
                  <a:off x="2343" y="1204"/>
                  <a:ext cx="9" cy="14"/>
                </a:xfrm>
                <a:prstGeom prst="line">
                  <a:avLst/>
                </a:prstGeom>
                <a:ln w="12700" cap="flat" cmpd="sng">
                  <a:solidFill>
                    <a:schemeClr val="tx1"/>
                  </a:solidFill>
                  <a:prstDash val="solid"/>
                  <a:headEnd type="none" w="med" len="med"/>
                  <a:tailEnd type="none" w="med" len="med"/>
                </a:ln>
              </p:spPr>
            </p:sp>
            <p:sp>
              <p:nvSpPr>
                <p:cNvPr id="38971" name="Line 288"/>
                <p:cNvSpPr/>
                <p:nvPr/>
              </p:nvSpPr>
              <p:spPr>
                <a:xfrm flipV="1">
                  <a:off x="2346" y="1200"/>
                  <a:ext cx="5" cy="14"/>
                </a:xfrm>
                <a:prstGeom prst="line">
                  <a:avLst/>
                </a:prstGeom>
                <a:ln w="12700" cap="flat" cmpd="sng">
                  <a:solidFill>
                    <a:schemeClr val="tx1"/>
                  </a:solidFill>
                  <a:prstDash val="solid"/>
                  <a:headEnd type="none" w="med" len="med"/>
                  <a:tailEnd type="none" w="med" len="med"/>
                </a:ln>
              </p:spPr>
            </p:sp>
            <p:sp>
              <p:nvSpPr>
                <p:cNvPr id="38972" name="Freeform 289"/>
                <p:cNvSpPr/>
                <p:nvPr/>
              </p:nvSpPr>
              <p:spPr>
                <a:xfrm>
                  <a:off x="2341" y="1201"/>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73" name="Freeform 290"/>
                <p:cNvSpPr/>
                <p:nvPr/>
              </p:nvSpPr>
              <p:spPr>
                <a:xfrm>
                  <a:off x="2340" y="120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74" name="Freeform 291"/>
                <p:cNvSpPr/>
                <p:nvPr/>
              </p:nvSpPr>
              <p:spPr>
                <a:xfrm>
                  <a:off x="2356" y="1194"/>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75" name="Line 292"/>
                <p:cNvSpPr/>
                <p:nvPr/>
              </p:nvSpPr>
              <p:spPr>
                <a:xfrm flipV="1">
                  <a:off x="2337" y="1192"/>
                  <a:ext cx="12" cy="17"/>
                </a:xfrm>
                <a:prstGeom prst="line">
                  <a:avLst/>
                </a:prstGeom>
                <a:ln w="12700" cap="flat" cmpd="sng">
                  <a:solidFill>
                    <a:schemeClr val="tx1"/>
                  </a:solidFill>
                  <a:prstDash val="solid"/>
                  <a:headEnd type="none" w="med" len="med"/>
                  <a:tailEnd type="none" w="med" len="med"/>
                </a:ln>
              </p:spPr>
            </p:sp>
            <p:sp>
              <p:nvSpPr>
                <p:cNvPr id="38976" name="Line 293"/>
                <p:cNvSpPr/>
                <p:nvPr/>
              </p:nvSpPr>
              <p:spPr>
                <a:xfrm flipV="1">
                  <a:off x="2338" y="1194"/>
                  <a:ext cx="10" cy="10"/>
                </a:xfrm>
                <a:prstGeom prst="line">
                  <a:avLst/>
                </a:prstGeom>
                <a:ln w="12700" cap="flat" cmpd="sng">
                  <a:solidFill>
                    <a:schemeClr val="tx1"/>
                  </a:solidFill>
                  <a:prstDash val="solid"/>
                  <a:headEnd type="none" w="med" len="med"/>
                  <a:tailEnd type="none" w="med" len="med"/>
                </a:ln>
              </p:spPr>
            </p:sp>
            <p:sp>
              <p:nvSpPr>
                <p:cNvPr id="38977" name="Freeform 294"/>
                <p:cNvSpPr/>
                <p:nvPr/>
              </p:nvSpPr>
              <p:spPr>
                <a:xfrm>
                  <a:off x="2332" y="1190"/>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78" name="Freeform 295"/>
                <p:cNvSpPr/>
                <p:nvPr/>
              </p:nvSpPr>
              <p:spPr>
                <a:xfrm>
                  <a:off x="2329" y="1194"/>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79" name="Freeform 296"/>
                <p:cNvSpPr/>
                <p:nvPr/>
              </p:nvSpPr>
              <p:spPr>
                <a:xfrm>
                  <a:off x="2353" y="1184"/>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80" name="Line 297"/>
                <p:cNvSpPr/>
                <p:nvPr/>
              </p:nvSpPr>
              <p:spPr>
                <a:xfrm flipV="1">
                  <a:off x="2318" y="1197"/>
                  <a:ext cx="5" cy="13"/>
                </a:xfrm>
                <a:prstGeom prst="line">
                  <a:avLst/>
                </a:prstGeom>
                <a:ln w="12700" cap="flat" cmpd="sng">
                  <a:solidFill>
                    <a:schemeClr val="tx1"/>
                  </a:solidFill>
                  <a:prstDash val="solid"/>
                  <a:headEnd type="none" w="med" len="med"/>
                  <a:tailEnd type="none" w="med" len="med"/>
                </a:ln>
              </p:spPr>
            </p:sp>
            <p:sp>
              <p:nvSpPr>
                <p:cNvPr id="38981" name="Line 298"/>
                <p:cNvSpPr/>
                <p:nvPr/>
              </p:nvSpPr>
              <p:spPr>
                <a:xfrm flipV="1">
                  <a:off x="2314" y="1193"/>
                  <a:ext cx="10" cy="13"/>
                </a:xfrm>
                <a:prstGeom prst="line">
                  <a:avLst/>
                </a:prstGeom>
                <a:ln w="12700" cap="flat" cmpd="sng">
                  <a:solidFill>
                    <a:schemeClr val="tx1"/>
                  </a:solidFill>
                  <a:prstDash val="solid"/>
                  <a:headEnd type="none" w="med" len="med"/>
                  <a:tailEnd type="none" w="med" len="med"/>
                </a:ln>
              </p:spPr>
            </p:sp>
            <p:sp>
              <p:nvSpPr>
                <p:cNvPr id="38982" name="Freeform 299"/>
                <p:cNvSpPr/>
                <p:nvPr/>
              </p:nvSpPr>
              <p:spPr>
                <a:xfrm>
                  <a:off x="2315" y="1191"/>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83" name="Freeform 300"/>
                <p:cNvSpPr/>
                <p:nvPr/>
              </p:nvSpPr>
              <p:spPr>
                <a:xfrm>
                  <a:off x="2314" y="1195"/>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84" name="Freeform 301"/>
                <p:cNvSpPr/>
                <p:nvPr/>
              </p:nvSpPr>
              <p:spPr>
                <a:xfrm>
                  <a:off x="2330" y="1186"/>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85" name="Line 302"/>
                <p:cNvSpPr/>
                <p:nvPr/>
              </p:nvSpPr>
              <p:spPr>
                <a:xfrm flipV="1">
                  <a:off x="2349" y="1177"/>
                  <a:ext cx="6" cy="15"/>
                </a:xfrm>
                <a:prstGeom prst="line">
                  <a:avLst/>
                </a:prstGeom>
                <a:ln w="12700" cap="flat" cmpd="sng">
                  <a:solidFill>
                    <a:schemeClr val="tx1"/>
                  </a:solidFill>
                  <a:prstDash val="solid"/>
                  <a:headEnd type="none" w="med" len="med"/>
                  <a:tailEnd type="none" w="med" len="med"/>
                </a:ln>
              </p:spPr>
            </p:sp>
            <p:sp>
              <p:nvSpPr>
                <p:cNvPr id="38986" name="Line 303"/>
                <p:cNvSpPr/>
                <p:nvPr/>
              </p:nvSpPr>
              <p:spPr>
                <a:xfrm flipV="1">
                  <a:off x="2348" y="1173"/>
                  <a:ext cx="10" cy="13"/>
                </a:xfrm>
                <a:prstGeom prst="line">
                  <a:avLst/>
                </a:prstGeom>
                <a:ln w="12700" cap="flat" cmpd="sng">
                  <a:solidFill>
                    <a:schemeClr val="tx1"/>
                  </a:solidFill>
                  <a:prstDash val="solid"/>
                  <a:headEnd type="none" w="med" len="med"/>
                  <a:tailEnd type="none" w="med" len="med"/>
                </a:ln>
              </p:spPr>
            </p:sp>
            <p:sp>
              <p:nvSpPr>
                <p:cNvPr id="38987" name="Freeform 304"/>
                <p:cNvSpPr/>
                <p:nvPr/>
              </p:nvSpPr>
              <p:spPr>
                <a:xfrm>
                  <a:off x="2346" y="1169"/>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88" name="Freeform 305"/>
                <p:cNvSpPr/>
                <p:nvPr/>
              </p:nvSpPr>
              <p:spPr>
                <a:xfrm>
                  <a:off x="2343" y="117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89" name="Freeform 306"/>
                <p:cNvSpPr/>
                <p:nvPr/>
              </p:nvSpPr>
              <p:spPr>
                <a:xfrm>
                  <a:off x="2367" y="116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38990" name="Line 307"/>
                <p:cNvSpPr/>
                <p:nvPr/>
              </p:nvSpPr>
              <p:spPr>
                <a:xfrm flipV="1">
                  <a:off x="2327" y="1178"/>
                  <a:ext cx="12" cy="15"/>
                </a:xfrm>
                <a:prstGeom prst="line">
                  <a:avLst/>
                </a:prstGeom>
                <a:ln w="12700" cap="flat" cmpd="sng">
                  <a:solidFill>
                    <a:schemeClr val="tx1"/>
                  </a:solidFill>
                  <a:prstDash val="solid"/>
                  <a:headEnd type="none" w="med" len="med"/>
                  <a:tailEnd type="none" w="med" len="med"/>
                </a:ln>
              </p:spPr>
            </p:sp>
            <p:sp>
              <p:nvSpPr>
                <p:cNvPr id="38991" name="Line 308"/>
                <p:cNvSpPr/>
                <p:nvPr/>
              </p:nvSpPr>
              <p:spPr>
                <a:xfrm flipV="1">
                  <a:off x="2327" y="1176"/>
                  <a:ext cx="7" cy="12"/>
                </a:xfrm>
                <a:prstGeom prst="line">
                  <a:avLst/>
                </a:prstGeom>
                <a:ln w="12700" cap="flat" cmpd="sng">
                  <a:solidFill>
                    <a:schemeClr val="tx1"/>
                  </a:solidFill>
                  <a:prstDash val="solid"/>
                  <a:headEnd type="none" w="med" len="med"/>
                  <a:tailEnd type="none" w="med" len="med"/>
                </a:ln>
              </p:spPr>
            </p:sp>
            <p:sp>
              <p:nvSpPr>
                <p:cNvPr id="38992" name="Freeform 309"/>
                <p:cNvSpPr/>
                <p:nvPr/>
              </p:nvSpPr>
              <p:spPr>
                <a:xfrm>
                  <a:off x="2320" y="1171"/>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93" name="Freeform 310"/>
                <p:cNvSpPr/>
                <p:nvPr/>
              </p:nvSpPr>
              <p:spPr>
                <a:xfrm>
                  <a:off x="2321" y="117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38994" name="Freeform 311"/>
                <p:cNvSpPr/>
                <p:nvPr/>
              </p:nvSpPr>
              <p:spPr>
                <a:xfrm>
                  <a:off x="2344" y="1167"/>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23865" name="Freeform 313"/>
              <p:cNvSpPr/>
              <p:nvPr/>
            </p:nvSpPr>
            <p:spPr bwMode="auto">
              <a:xfrm>
                <a:off x="747" y="3992"/>
                <a:ext cx="2228" cy="328"/>
              </a:xfrm>
              <a:custGeom>
                <a:avLst/>
                <a:gdLst/>
                <a:ahLst/>
                <a:cxnLst>
                  <a:cxn ang="0">
                    <a:pos x="355" y="36"/>
                  </a:cxn>
                  <a:cxn ang="0">
                    <a:pos x="491" y="36"/>
                  </a:cxn>
                  <a:cxn ang="0">
                    <a:pos x="618" y="9"/>
                  </a:cxn>
                  <a:cxn ang="0">
                    <a:pos x="727" y="0"/>
                  </a:cxn>
                  <a:cxn ang="0">
                    <a:pos x="809" y="0"/>
                  </a:cxn>
                  <a:cxn ang="0">
                    <a:pos x="882" y="0"/>
                  </a:cxn>
                  <a:cxn ang="0">
                    <a:pos x="964" y="18"/>
                  </a:cxn>
                  <a:cxn ang="0">
                    <a:pos x="1045" y="36"/>
                  </a:cxn>
                  <a:cxn ang="0">
                    <a:pos x="1136" y="45"/>
                  </a:cxn>
                  <a:cxn ang="0">
                    <a:pos x="1236" y="27"/>
                  </a:cxn>
                  <a:cxn ang="0">
                    <a:pos x="1336" y="9"/>
                  </a:cxn>
                  <a:cxn ang="0">
                    <a:pos x="1436" y="9"/>
                  </a:cxn>
                  <a:cxn ang="0">
                    <a:pos x="1518" y="27"/>
                  </a:cxn>
                  <a:cxn ang="0">
                    <a:pos x="1609" y="55"/>
                  </a:cxn>
                  <a:cxn ang="0">
                    <a:pos x="1727" y="64"/>
                  </a:cxn>
                  <a:cxn ang="0">
                    <a:pos x="1864" y="109"/>
                  </a:cxn>
                  <a:cxn ang="0">
                    <a:pos x="1973" y="154"/>
                  </a:cxn>
                  <a:cxn ang="0">
                    <a:pos x="2054" y="200"/>
                  </a:cxn>
                  <a:cxn ang="0">
                    <a:pos x="2136" y="236"/>
                  </a:cxn>
                  <a:cxn ang="0">
                    <a:pos x="2227" y="282"/>
                  </a:cxn>
                  <a:cxn ang="0">
                    <a:pos x="2173" y="327"/>
                  </a:cxn>
                  <a:cxn ang="0">
                    <a:pos x="2091" y="309"/>
                  </a:cxn>
                  <a:cxn ang="0">
                    <a:pos x="2027" y="273"/>
                  </a:cxn>
                  <a:cxn ang="0">
                    <a:pos x="1918" y="273"/>
                  </a:cxn>
                  <a:cxn ang="0">
                    <a:pos x="1827" y="282"/>
                  </a:cxn>
                  <a:cxn ang="0">
                    <a:pos x="1736" y="291"/>
                  </a:cxn>
                  <a:cxn ang="0">
                    <a:pos x="1645" y="273"/>
                  </a:cxn>
                  <a:cxn ang="0">
                    <a:pos x="1555" y="300"/>
                  </a:cxn>
                  <a:cxn ang="0">
                    <a:pos x="1464" y="282"/>
                  </a:cxn>
                  <a:cxn ang="0">
                    <a:pos x="1364" y="227"/>
                  </a:cxn>
                  <a:cxn ang="0">
                    <a:pos x="1273" y="227"/>
                  </a:cxn>
                  <a:cxn ang="0">
                    <a:pos x="1155" y="173"/>
                  </a:cxn>
                  <a:cxn ang="0">
                    <a:pos x="1082" y="182"/>
                  </a:cxn>
                  <a:cxn ang="0">
                    <a:pos x="982" y="227"/>
                  </a:cxn>
                  <a:cxn ang="0">
                    <a:pos x="873" y="236"/>
                  </a:cxn>
                  <a:cxn ang="0">
                    <a:pos x="655" y="236"/>
                  </a:cxn>
                  <a:cxn ang="0">
                    <a:pos x="491" y="254"/>
                  </a:cxn>
                  <a:cxn ang="0">
                    <a:pos x="409" y="300"/>
                  </a:cxn>
                  <a:cxn ang="0">
                    <a:pos x="327" y="327"/>
                  </a:cxn>
                  <a:cxn ang="0">
                    <a:pos x="255" y="273"/>
                  </a:cxn>
                  <a:cxn ang="0">
                    <a:pos x="182" y="236"/>
                  </a:cxn>
                  <a:cxn ang="0">
                    <a:pos x="109" y="245"/>
                  </a:cxn>
                  <a:cxn ang="0">
                    <a:pos x="37" y="245"/>
                  </a:cxn>
                  <a:cxn ang="0">
                    <a:pos x="37" y="200"/>
                  </a:cxn>
                  <a:cxn ang="0">
                    <a:pos x="136" y="164"/>
                  </a:cxn>
                  <a:cxn ang="0">
                    <a:pos x="209" y="118"/>
                  </a:cxn>
                </a:cxnLst>
                <a:rect l="0" t="0" r="r" b="b"/>
                <a:pathLst>
                  <a:path w="2228" h="328">
                    <a:moveTo>
                      <a:pt x="299" y="77"/>
                    </a:moveTo>
                    <a:lnTo>
                      <a:pt x="327" y="36"/>
                    </a:lnTo>
                    <a:lnTo>
                      <a:pt x="355" y="36"/>
                    </a:lnTo>
                    <a:lnTo>
                      <a:pt x="400" y="27"/>
                    </a:lnTo>
                    <a:lnTo>
                      <a:pt x="491" y="27"/>
                    </a:lnTo>
                    <a:lnTo>
                      <a:pt x="491" y="36"/>
                    </a:lnTo>
                    <a:lnTo>
                      <a:pt x="564" y="36"/>
                    </a:lnTo>
                    <a:lnTo>
                      <a:pt x="591" y="27"/>
                    </a:lnTo>
                    <a:lnTo>
                      <a:pt x="618" y="9"/>
                    </a:lnTo>
                    <a:lnTo>
                      <a:pt x="655" y="0"/>
                    </a:lnTo>
                    <a:lnTo>
                      <a:pt x="691" y="0"/>
                    </a:lnTo>
                    <a:lnTo>
                      <a:pt x="727" y="0"/>
                    </a:lnTo>
                    <a:lnTo>
                      <a:pt x="746" y="0"/>
                    </a:lnTo>
                    <a:lnTo>
                      <a:pt x="782" y="0"/>
                    </a:lnTo>
                    <a:lnTo>
                      <a:pt x="809" y="0"/>
                    </a:lnTo>
                    <a:lnTo>
                      <a:pt x="836" y="0"/>
                    </a:lnTo>
                    <a:lnTo>
                      <a:pt x="855" y="0"/>
                    </a:lnTo>
                    <a:lnTo>
                      <a:pt x="882" y="0"/>
                    </a:lnTo>
                    <a:lnTo>
                      <a:pt x="918" y="9"/>
                    </a:lnTo>
                    <a:lnTo>
                      <a:pt x="945" y="9"/>
                    </a:lnTo>
                    <a:lnTo>
                      <a:pt x="964" y="18"/>
                    </a:lnTo>
                    <a:lnTo>
                      <a:pt x="991" y="27"/>
                    </a:lnTo>
                    <a:lnTo>
                      <a:pt x="1018" y="36"/>
                    </a:lnTo>
                    <a:lnTo>
                      <a:pt x="1045" y="36"/>
                    </a:lnTo>
                    <a:lnTo>
                      <a:pt x="1064" y="36"/>
                    </a:lnTo>
                    <a:lnTo>
                      <a:pt x="1109" y="36"/>
                    </a:lnTo>
                    <a:lnTo>
                      <a:pt x="1136" y="45"/>
                    </a:lnTo>
                    <a:lnTo>
                      <a:pt x="1155" y="45"/>
                    </a:lnTo>
                    <a:lnTo>
                      <a:pt x="1200" y="36"/>
                    </a:lnTo>
                    <a:lnTo>
                      <a:pt x="1236" y="27"/>
                    </a:lnTo>
                    <a:lnTo>
                      <a:pt x="1264" y="27"/>
                    </a:lnTo>
                    <a:lnTo>
                      <a:pt x="1300" y="9"/>
                    </a:lnTo>
                    <a:lnTo>
                      <a:pt x="1336" y="9"/>
                    </a:lnTo>
                    <a:lnTo>
                      <a:pt x="1364" y="9"/>
                    </a:lnTo>
                    <a:lnTo>
                      <a:pt x="1400" y="9"/>
                    </a:lnTo>
                    <a:lnTo>
                      <a:pt x="1436" y="9"/>
                    </a:lnTo>
                    <a:lnTo>
                      <a:pt x="1455" y="27"/>
                    </a:lnTo>
                    <a:lnTo>
                      <a:pt x="1491" y="27"/>
                    </a:lnTo>
                    <a:lnTo>
                      <a:pt x="1518" y="27"/>
                    </a:lnTo>
                    <a:lnTo>
                      <a:pt x="1545" y="45"/>
                    </a:lnTo>
                    <a:lnTo>
                      <a:pt x="1564" y="45"/>
                    </a:lnTo>
                    <a:lnTo>
                      <a:pt x="1609" y="55"/>
                    </a:lnTo>
                    <a:lnTo>
                      <a:pt x="1636" y="64"/>
                    </a:lnTo>
                    <a:lnTo>
                      <a:pt x="1700" y="64"/>
                    </a:lnTo>
                    <a:lnTo>
                      <a:pt x="1727" y="64"/>
                    </a:lnTo>
                    <a:lnTo>
                      <a:pt x="1764" y="73"/>
                    </a:lnTo>
                    <a:lnTo>
                      <a:pt x="1809" y="91"/>
                    </a:lnTo>
                    <a:lnTo>
                      <a:pt x="1864" y="109"/>
                    </a:lnTo>
                    <a:lnTo>
                      <a:pt x="1900" y="109"/>
                    </a:lnTo>
                    <a:lnTo>
                      <a:pt x="1936" y="136"/>
                    </a:lnTo>
                    <a:lnTo>
                      <a:pt x="1973" y="154"/>
                    </a:lnTo>
                    <a:lnTo>
                      <a:pt x="2000" y="173"/>
                    </a:lnTo>
                    <a:lnTo>
                      <a:pt x="2027" y="173"/>
                    </a:lnTo>
                    <a:lnTo>
                      <a:pt x="2054" y="200"/>
                    </a:lnTo>
                    <a:lnTo>
                      <a:pt x="2082" y="218"/>
                    </a:lnTo>
                    <a:lnTo>
                      <a:pt x="2109" y="218"/>
                    </a:lnTo>
                    <a:lnTo>
                      <a:pt x="2136" y="236"/>
                    </a:lnTo>
                    <a:lnTo>
                      <a:pt x="2164" y="254"/>
                    </a:lnTo>
                    <a:lnTo>
                      <a:pt x="2200" y="273"/>
                    </a:lnTo>
                    <a:lnTo>
                      <a:pt x="2227" y="282"/>
                    </a:lnTo>
                    <a:lnTo>
                      <a:pt x="2227" y="309"/>
                    </a:lnTo>
                    <a:lnTo>
                      <a:pt x="2200" y="327"/>
                    </a:lnTo>
                    <a:lnTo>
                      <a:pt x="2173" y="327"/>
                    </a:lnTo>
                    <a:lnTo>
                      <a:pt x="2145" y="327"/>
                    </a:lnTo>
                    <a:lnTo>
                      <a:pt x="2118" y="318"/>
                    </a:lnTo>
                    <a:lnTo>
                      <a:pt x="2091" y="309"/>
                    </a:lnTo>
                    <a:lnTo>
                      <a:pt x="2064" y="300"/>
                    </a:lnTo>
                    <a:lnTo>
                      <a:pt x="2045" y="300"/>
                    </a:lnTo>
                    <a:lnTo>
                      <a:pt x="2027" y="273"/>
                    </a:lnTo>
                    <a:lnTo>
                      <a:pt x="1991" y="254"/>
                    </a:lnTo>
                    <a:lnTo>
                      <a:pt x="1954" y="254"/>
                    </a:lnTo>
                    <a:lnTo>
                      <a:pt x="1918" y="273"/>
                    </a:lnTo>
                    <a:lnTo>
                      <a:pt x="1891" y="273"/>
                    </a:lnTo>
                    <a:lnTo>
                      <a:pt x="1854" y="273"/>
                    </a:lnTo>
                    <a:lnTo>
                      <a:pt x="1827" y="282"/>
                    </a:lnTo>
                    <a:lnTo>
                      <a:pt x="1791" y="291"/>
                    </a:lnTo>
                    <a:lnTo>
                      <a:pt x="1755" y="291"/>
                    </a:lnTo>
                    <a:lnTo>
                      <a:pt x="1736" y="291"/>
                    </a:lnTo>
                    <a:lnTo>
                      <a:pt x="1700" y="282"/>
                    </a:lnTo>
                    <a:lnTo>
                      <a:pt x="1664" y="273"/>
                    </a:lnTo>
                    <a:lnTo>
                      <a:pt x="1645" y="273"/>
                    </a:lnTo>
                    <a:lnTo>
                      <a:pt x="1618" y="273"/>
                    </a:lnTo>
                    <a:lnTo>
                      <a:pt x="1582" y="291"/>
                    </a:lnTo>
                    <a:lnTo>
                      <a:pt x="1555" y="300"/>
                    </a:lnTo>
                    <a:lnTo>
                      <a:pt x="1536" y="300"/>
                    </a:lnTo>
                    <a:lnTo>
                      <a:pt x="1500" y="300"/>
                    </a:lnTo>
                    <a:lnTo>
                      <a:pt x="1464" y="282"/>
                    </a:lnTo>
                    <a:lnTo>
                      <a:pt x="1436" y="264"/>
                    </a:lnTo>
                    <a:lnTo>
                      <a:pt x="1409" y="245"/>
                    </a:lnTo>
                    <a:lnTo>
                      <a:pt x="1364" y="227"/>
                    </a:lnTo>
                    <a:lnTo>
                      <a:pt x="1336" y="218"/>
                    </a:lnTo>
                    <a:lnTo>
                      <a:pt x="1300" y="227"/>
                    </a:lnTo>
                    <a:lnTo>
                      <a:pt x="1273" y="227"/>
                    </a:lnTo>
                    <a:lnTo>
                      <a:pt x="1218" y="209"/>
                    </a:lnTo>
                    <a:lnTo>
                      <a:pt x="1182" y="191"/>
                    </a:lnTo>
                    <a:lnTo>
                      <a:pt x="1155" y="173"/>
                    </a:lnTo>
                    <a:lnTo>
                      <a:pt x="1136" y="173"/>
                    </a:lnTo>
                    <a:lnTo>
                      <a:pt x="1109" y="164"/>
                    </a:lnTo>
                    <a:lnTo>
                      <a:pt x="1082" y="182"/>
                    </a:lnTo>
                    <a:lnTo>
                      <a:pt x="1045" y="200"/>
                    </a:lnTo>
                    <a:lnTo>
                      <a:pt x="1018" y="218"/>
                    </a:lnTo>
                    <a:lnTo>
                      <a:pt x="982" y="227"/>
                    </a:lnTo>
                    <a:lnTo>
                      <a:pt x="955" y="236"/>
                    </a:lnTo>
                    <a:lnTo>
                      <a:pt x="909" y="236"/>
                    </a:lnTo>
                    <a:lnTo>
                      <a:pt x="873" y="236"/>
                    </a:lnTo>
                    <a:lnTo>
                      <a:pt x="836" y="236"/>
                    </a:lnTo>
                    <a:lnTo>
                      <a:pt x="709" y="236"/>
                    </a:lnTo>
                    <a:lnTo>
                      <a:pt x="655" y="236"/>
                    </a:lnTo>
                    <a:lnTo>
                      <a:pt x="618" y="236"/>
                    </a:lnTo>
                    <a:lnTo>
                      <a:pt x="491" y="236"/>
                    </a:lnTo>
                    <a:lnTo>
                      <a:pt x="491" y="254"/>
                    </a:lnTo>
                    <a:lnTo>
                      <a:pt x="491" y="273"/>
                    </a:lnTo>
                    <a:lnTo>
                      <a:pt x="491" y="282"/>
                    </a:lnTo>
                    <a:lnTo>
                      <a:pt x="409" y="300"/>
                    </a:lnTo>
                    <a:lnTo>
                      <a:pt x="382" y="300"/>
                    </a:lnTo>
                    <a:lnTo>
                      <a:pt x="346" y="327"/>
                    </a:lnTo>
                    <a:lnTo>
                      <a:pt x="327" y="327"/>
                    </a:lnTo>
                    <a:lnTo>
                      <a:pt x="300" y="327"/>
                    </a:lnTo>
                    <a:lnTo>
                      <a:pt x="273" y="309"/>
                    </a:lnTo>
                    <a:lnTo>
                      <a:pt x="255" y="273"/>
                    </a:lnTo>
                    <a:lnTo>
                      <a:pt x="236" y="273"/>
                    </a:lnTo>
                    <a:lnTo>
                      <a:pt x="209" y="254"/>
                    </a:lnTo>
                    <a:lnTo>
                      <a:pt x="182" y="236"/>
                    </a:lnTo>
                    <a:lnTo>
                      <a:pt x="155" y="227"/>
                    </a:lnTo>
                    <a:lnTo>
                      <a:pt x="136" y="236"/>
                    </a:lnTo>
                    <a:lnTo>
                      <a:pt x="109" y="245"/>
                    </a:lnTo>
                    <a:lnTo>
                      <a:pt x="91" y="264"/>
                    </a:lnTo>
                    <a:lnTo>
                      <a:pt x="64" y="264"/>
                    </a:lnTo>
                    <a:lnTo>
                      <a:pt x="37" y="245"/>
                    </a:lnTo>
                    <a:lnTo>
                      <a:pt x="18" y="245"/>
                    </a:lnTo>
                    <a:lnTo>
                      <a:pt x="0" y="218"/>
                    </a:lnTo>
                    <a:lnTo>
                      <a:pt x="37" y="200"/>
                    </a:lnTo>
                    <a:lnTo>
                      <a:pt x="73" y="182"/>
                    </a:lnTo>
                    <a:lnTo>
                      <a:pt x="100" y="173"/>
                    </a:lnTo>
                    <a:lnTo>
                      <a:pt x="136" y="164"/>
                    </a:lnTo>
                    <a:lnTo>
                      <a:pt x="155" y="154"/>
                    </a:lnTo>
                    <a:lnTo>
                      <a:pt x="182" y="136"/>
                    </a:lnTo>
                    <a:lnTo>
                      <a:pt x="209" y="118"/>
                    </a:lnTo>
                    <a:lnTo>
                      <a:pt x="236" y="100"/>
                    </a:lnTo>
                    <a:lnTo>
                      <a:pt x="299" y="77"/>
                    </a:lnTo>
                  </a:path>
                </a:pathLst>
              </a:custGeom>
              <a:gradFill rotWithShape="0">
                <a:gsLst>
                  <a:gs pos="0">
                    <a:srgbClr val="00AE00"/>
                  </a:gs>
                  <a:gs pos="100000">
                    <a:srgbClr val="00AE00">
                      <a:gamma/>
                      <a:tint val="50196"/>
                      <a:invGamma/>
                    </a:srgbClr>
                  </a:gs>
                </a:gsLst>
                <a:lin ang="5400000" scaled="1"/>
              </a:gradFill>
              <a:ln w="12700" cap="rnd" cmpd="sng">
                <a:solidFill>
                  <a:schemeClr val="tx1"/>
                </a:solid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latin typeface="Times New Roman" panose="02020603050405020304" pitchFamily="18" charset="0"/>
                  <a:ea typeface="宋体" panose="02010600030101010101" pitchFamily="2" charset="-122"/>
                </a:endParaRPr>
              </a:p>
            </p:txBody>
          </p:sp>
          <p:grpSp>
            <p:nvGrpSpPr>
              <p:cNvPr id="38996" name="Group 314"/>
              <p:cNvGrpSpPr/>
              <p:nvPr/>
            </p:nvGrpSpPr>
            <p:grpSpPr>
              <a:xfrm>
                <a:off x="1747" y="3675"/>
                <a:ext cx="284" cy="393"/>
                <a:chOff x="3061" y="2526"/>
                <a:chExt cx="284" cy="393"/>
              </a:xfrm>
            </p:grpSpPr>
            <p:sp>
              <p:nvSpPr>
                <p:cNvPr id="38997" name="Freeform 315"/>
                <p:cNvSpPr/>
                <p:nvPr/>
              </p:nvSpPr>
              <p:spPr>
                <a:xfrm>
                  <a:off x="3061" y="2645"/>
                  <a:ext cx="284" cy="274"/>
                </a:xfrm>
                <a:custGeom>
                  <a:avLst/>
                  <a:gdLst/>
                  <a:ahLst/>
                  <a:cxnLst>
                    <a:cxn ang="0">
                      <a:pos x="105" y="0"/>
                    </a:cxn>
                    <a:cxn ang="0">
                      <a:pos x="166" y="0"/>
                    </a:cxn>
                    <a:cxn ang="0">
                      <a:pos x="283" y="273"/>
                    </a:cxn>
                    <a:cxn ang="0">
                      <a:pos x="161" y="22"/>
                    </a:cxn>
                    <a:cxn ang="0">
                      <a:pos x="144" y="273"/>
                    </a:cxn>
                    <a:cxn ang="0">
                      <a:pos x="111" y="22"/>
                    </a:cxn>
                    <a:cxn ang="0">
                      <a:pos x="0" y="273"/>
                    </a:cxn>
                    <a:cxn ang="0">
                      <a:pos x="105" y="0"/>
                    </a:cxn>
                  </a:cxnLst>
                  <a:rect l="0" t="0" r="0" b="0"/>
                  <a:pathLst>
                    <a:path w="284" h="274">
                      <a:moveTo>
                        <a:pt x="105" y="0"/>
                      </a:moveTo>
                      <a:lnTo>
                        <a:pt x="166" y="0"/>
                      </a:lnTo>
                      <a:lnTo>
                        <a:pt x="283" y="273"/>
                      </a:lnTo>
                      <a:lnTo>
                        <a:pt x="161" y="22"/>
                      </a:lnTo>
                      <a:lnTo>
                        <a:pt x="144" y="273"/>
                      </a:lnTo>
                      <a:lnTo>
                        <a:pt x="111" y="22"/>
                      </a:lnTo>
                      <a:lnTo>
                        <a:pt x="0" y="273"/>
                      </a:lnTo>
                      <a:lnTo>
                        <a:pt x="105"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38998" name="Freeform 316"/>
                <p:cNvSpPr/>
                <p:nvPr/>
              </p:nvSpPr>
              <p:spPr>
                <a:xfrm>
                  <a:off x="3241" y="2665"/>
                  <a:ext cx="46" cy="38"/>
                </a:xfrm>
                <a:custGeom>
                  <a:avLst/>
                  <a:gdLst/>
                  <a:ahLst/>
                  <a:cxnLst>
                    <a:cxn ang="0">
                      <a:pos x="0" y="4"/>
                    </a:cxn>
                    <a:cxn ang="0">
                      <a:pos x="13" y="37"/>
                    </a:cxn>
                    <a:cxn ang="0">
                      <a:pos x="45" y="31"/>
                    </a:cxn>
                    <a:cxn ang="0">
                      <a:pos x="31" y="0"/>
                    </a:cxn>
                    <a:cxn ang="0">
                      <a:pos x="0" y="4"/>
                    </a:cxn>
                  </a:cxnLst>
                  <a:rect l="0" t="0" r="0" b="0"/>
                  <a:pathLst>
                    <a:path w="46" h="38">
                      <a:moveTo>
                        <a:pt x="0" y="4"/>
                      </a:moveTo>
                      <a:lnTo>
                        <a:pt x="13" y="37"/>
                      </a:lnTo>
                      <a:lnTo>
                        <a:pt x="45" y="31"/>
                      </a:lnTo>
                      <a:lnTo>
                        <a:pt x="31"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38999" name="Rectangle 317"/>
                <p:cNvSpPr/>
                <p:nvPr/>
              </p:nvSpPr>
              <p:spPr>
                <a:xfrm>
                  <a:off x="3262" y="2613"/>
                  <a:ext cx="12" cy="9"/>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00" name="Line 318"/>
                <p:cNvSpPr/>
                <p:nvPr/>
              </p:nvSpPr>
              <p:spPr>
                <a:xfrm>
                  <a:off x="3263" y="2611"/>
                  <a:ext cx="0" cy="2"/>
                </a:xfrm>
                <a:prstGeom prst="line">
                  <a:avLst/>
                </a:prstGeom>
                <a:ln w="12700" cap="flat" cmpd="sng">
                  <a:solidFill>
                    <a:srgbClr val="FFFFFF"/>
                  </a:solidFill>
                  <a:prstDash val="solid"/>
                  <a:headEnd type="none" w="med" len="med"/>
                  <a:tailEnd type="none" w="med" len="med"/>
                </a:ln>
              </p:spPr>
            </p:sp>
            <p:sp>
              <p:nvSpPr>
                <p:cNvPr id="39001" name="Freeform 319"/>
                <p:cNvSpPr/>
                <p:nvPr/>
              </p:nvSpPr>
              <p:spPr>
                <a:xfrm>
                  <a:off x="3254"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39002" name="Line 320"/>
                <p:cNvSpPr/>
                <p:nvPr/>
              </p:nvSpPr>
              <p:spPr>
                <a:xfrm>
                  <a:off x="3262" y="2611"/>
                  <a:ext cx="0" cy="2"/>
                </a:xfrm>
                <a:prstGeom prst="line">
                  <a:avLst/>
                </a:prstGeom>
                <a:ln w="12700" cap="flat" cmpd="sng">
                  <a:solidFill>
                    <a:srgbClr val="FFFFFF"/>
                  </a:solidFill>
                  <a:prstDash val="solid"/>
                  <a:headEnd type="none" w="med" len="med"/>
                  <a:tailEnd type="none" w="med" len="med"/>
                </a:ln>
              </p:spPr>
            </p:sp>
            <p:sp>
              <p:nvSpPr>
                <p:cNvPr id="39003" name="Freeform 321"/>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39004" name="Line 322"/>
                <p:cNvSpPr/>
                <p:nvPr/>
              </p:nvSpPr>
              <p:spPr>
                <a:xfrm>
                  <a:off x="3260" y="2611"/>
                  <a:ext cx="0" cy="2"/>
                </a:xfrm>
                <a:prstGeom prst="line">
                  <a:avLst/>
                </a:prstGeom>
                <a:ln w="12700" cap="flat" cmpd="sng">
                  <a:solidFill>
                    <a:srgbClr val="FFFFFF"/>
                  </a:solidFill>
                  <a:prstDash val="solid"/>
                  <a:headEnd type="none" w="med" len="med"/>
                  <a:tailEnd type="none" w="med" len="med"/>
                </a:ln>
              </p:spPr>
            </p:sp>
            <p:sp>
              <p:nvSpPr>
                <p:cNvPr id="39005" name="Freeform 323"/>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39006" name="Line 324"/>
                <p:cNvSpPr/>
                <p:nvPr/>
              </p:nvSpPr>
              <p:spPr>
                <a:xfrm>
                  <a:off x="3259" y="2611"/>
                  <a:ext cx="0" cy="2"/>
                </a:xfrm>
                <a:prstGeom prst="line">
                  <a:avLst/>
                </a:prstGeom>
                <a:ln w="12700" cap="flat" cmpd="sng">
                  <a:solidFill>
                    <a:srgbClr val="FFFFFF"/>
                  </a:solidFill>
                  <a:prstDash val="solid"/>
                  <a:headEnd type="none" w="med" len="med"/>
                  <a:tailEnd type="none" w="med" len="med"/>
                </a:ln>
              </p:spPr>
            </p:sp>
            <p:sp>
              <p:nvSpPr>
                <p:cNvPr id="39007" name="Freeform 325"/>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39008" name="Line 326"/>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39009" name="Freeform 327"/>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39010" name="Line 328"/>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39011" name="Freeform 329"/>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39012" name="Rectangle 330"/>
                <p:cNvSpPr/>
                <p:nvPr/>
              </p:nvSpPr>
              <p:spPr>
                <a:xfrm>
                  <a:off x="3262" y="2604"/>
                  <a:ext cx="12"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13" name="Freeform 331"/>
                <p:cNvSpPr/>
                <p:nvPr/>
              </p:nvSpPr>
              <p:spPr>
                <a:xfrm>
                  <a:off x="3258" y="2588"/>
                  <a:ext cx="21" cy="18"/>
                </a:xfrm>
                <a:custGeom>
                  <a:avLst/>
                  <a:gdLst/>
                  <a:ahLst/>
                  <a:cxnLst>
                    <a:cxn ang="0">
                      <a:pos x="20" y="17"/>
                    </a:cxn>
                    <a:cxn ang="0">
                      <a:pos x="15" y="5"/>
                    </a:cxn>
                    <a:cxn ang="0">
                      <a:pos x="15" y="0"/>
                    </a:cxn>
                    <a:cxn ang="0">
                      <a:pos x="8" y="0"/>
                    </a:cxn>
                    <a:cxn ang="0">
                      <a:pos x="8" y="5"/>
                    </a:cxn>
                    <a:cxn ang="0">
                      <a:pos x="0" y="17"/>
                    </a:cxn>
                    <a:cxn ang="0">
                      <a:pos x="20" y="17"/>
                    </a:cxn>
                  </a:cxnLst>
                  <a:rect l="0" t="0" r="0" b="0"/>
                  <a:pathLst>
                    <a:path w="21" h="18">
                      <a:moveTo>
                        <a:pt x="20" y="17"/>
                      </a:moveTo>
                      <a:lnTo>
                        <a:pt x="15" y="5"/>
                      </a:lnTo>
                      <a:lnTo>
                        <a:pt x="15" y="0"/>
                      </a:lnTo>
                      <a:lnTo>
                        <a:pt x="8" y="0"/>
                      </a:lnTo>
                      <a:lnTo>
                        <a:pt x="8" y="5"/>
                      </a:lnTo>
                      <a:lnTo>
                        <a:pt x="0" y="17"/>
                      </a:lnTo>
                      <a:lnTo>
                        <a:pt x="20" y="17"/>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39014" name="Rectangle 332"/>
                <p:cNvSpPr/>
                <p:nvPr/>
              </p:nvSpPr>
              <p:spPr>
                <a:xfrm>
                  <a:off x="3264" y="2531"/>
                  <a:ext cx="13" cy="5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15" name="Freeform 333"/>
                <p:cNvSpPr/>
                <p:nvPr/>
              </p:nvSpPr>
              <p:spPr>
                <a:xfrm>
                  <a:off x="3258" y="2526"/>
                  <a:ext cx="21" cy="18"/>
                </a:xfrm>
                <a:custGeom>
                  <a:avLst/>
                  <a:gdLst/>
                  <a:ahLst/>
                  <a:cxnLst>
                    <a:cxn ang="0">
                      <a:pos x="16" y="13"/>
                    </a:cxn>
                    <a:cxn ang="0">
                      <a:pos x="20" y="13"/>
                    </a:cxn>
                    <a:cxn ang="0">
                      <a:pos x="20" y="10"/>
                    </a:cxn>
                    <a:cxn ang="0">
                      <a:pos x="20" y="7"/>
                    </a:cxn>
                    <a:cxn ang="0">
                      <a:pos x="20" y="6"/>
                    </a:cxn>
                    <a:cxn ang="0">
                      <a:pos x="20" y="3"/>
                    </a:cxn>
                    <a:cxn ang="0">
                      <a:pos x="20" y="0"/>
                    </a:cxn>
                    <a:cxn ang="0">
                      <a:pos x="16" y="0"/>
                    </a:cxn>
                    <a:cxn ang="0">
                      <a:pos x="8" y="0"/>
                    </a:cxn>
                    <a:cxn ang="0">
                      <a:pos x="0" y="0"/>
                    </a:cxn>
                    <a:cxn ang="0">
                      <a:pos x="0" y="3"/>
                    </a:cxn>
                    <a:cxn ang="0">
                      <a:pos x="0" y="6"/>
                    </a:cxn>
                    <a:cxn ang="0">
                      <a:pos x="0" y="7"/>
                    </a:cxn>
                    <a:cxn ang="0">
                      <a:pos x="0" y="10"/>
                    </a:cxn>
                    <a:cxn ang="0">
                      <a:pos x="8" y="10"/>
                    </a:cxn>
                    <a:cxn ang="0">
                      <a:pos x="8" y="13"/>
                    </a:cxn>
                    <a:cxn ang="0">
                      <a:pos x="8" y="17"/>
                    </a:cxn>
                    <a:cxn ang="0">
                      <a:pos x="16" y="17"/>
                    </a:cxn>
                    <a:cxn ang="0">
                      <a:pos x="16" y="13"/>
                    </a:cxn>
                  </a:cxnLst>
                  <a:rect l="0" t="0" r="0" b="0"/>
                  <a:pathLst>
                    <a:path w="21" h="18">
                      <a:moveTo>
                        <a:pt x="16" y="13"/>
                      </a:moveTo>
                      <a:lnTo>
                        <a:pt x="20" y="13"/>
                      </a:lnTo>
                      <a:lnTo>
                        <a:pt x="20" y="10"/>
                      </a:lnTo>
                      <a:lnTo>
                        <a:pt x="20" y="7"/>
                      </a:lnTo>
                      <a:lnTo>
                        <a:pt x="20" y="6"/>
                      </a:lnTo>
                      <a:lnTo>
                        <a:pt x="20" y="3"/>
                      </a:lnTo>
                      <a:lnTo>
                        <a:pt x="20" y="0"/>
                      </a:lnTo>
                      <a:lnTo>
                        <a:pt x="16" y="0"/>
                      </a:lnTo>
                      <a:lnTo>
                        <a:pt x="8" y="0"/>
                      </a:lnTo>
                      <a:lnTo>
                        <a:pt x="0" y="0"/>
                      </a:lnTo>
                      <a:lnTo>
                        <a:pt x="0" y="3"/>
                      </a:lnTo>
                      <a:lnTo>
                        <a:pt x="0" y="6"/>
                      </a:lnTo>
                      <a:lnTo>
                        <a:pt x="0" y="7"/>
                      </a:lnTo>
                      <a:lnTo>
                        <a:pt x="0" y="10"/>
                      </a:lnTo>
                      <a:lnTo>
                        <a:pt x="8" y="10"/>
                      </a:lnTo>
                      <a:lnTo>
                        <a:pt x="8" y="13"/>
                      </a:lnTo>
                      <a:lnTo>
                        <a:pt x="8" y="17"/>
                      </a:lnTo>
                      <a:lnTo>
                        <a:pt x="16" y="17"/>
                      </a:lnTo>
                      <a:lnTo>
                        <a:pt x="16"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39016" name="Rectangle 334"/>
                <p:cNvSpPr/>
                <p:nvPr/>
              </p:nvSpPr>
              <p:spPr>
                <a:xfrm>
                  <a:off x="3262" y="2617"/>
                  <a:ext cx="12" cy="66"/>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17" name="Freeform 335"/>
                <p:cNvSpPr/>
                <p:nvPr/>
              </p:nvSpPr>
              <p:spPr>
                <a:xfrm>
                  <a:off x="3240" y="2666"/>
                  <a:ext cx="30" cy="37"/>
                </a:xfrm>
                <a:custGeom>
                  <a:avLst/>
                  <a:gdLst/>
                  <a:ahLst/>
                  <a:cxnLst>
                    <a:cxn ang="0">
                      <a:pos x="0" y="3"/>
                    </a:cxn>
                    <a:cxn ang="0">
                      <a:pos x="12" y="36"/>
                    </a:cxn>
                    <a:cxn ang="0">
                      <a:pos x="29" y="32"/>
                    </a:cxn>
                    <a:cxn ang="0">
                      <a:pos x="17" y="0"/>
                    </a:cxn>
                    <a:cxn ang="0">
                      <a:pos x="0" y="3"/>
                    </a:cxn>
                  </a:cxnLst>
                  <a:rect l="0" t="0" r="0" b="0"/>
                  <a:pathLst>
                    <a:path w="30" h="37">
                      <a:moveTo>
                        <a:pt x="0" y="3"/>
                      </a:moveTo>
                      <a:lnTo>
                        <a:pt x="12" y="36"/>
                      </a:lnTo>
                      <a:lnTo>
                        <a:pt x="29" y="32"/>
                      </a:lnTo>
                      <a:lnTo>
                        <a:pt x="17"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39018" name="Freeform 336"/>
                <p:cNvSpPr/>
                <p:nvPr/>
              </p:nvSpPr>
              <p:spPr>
                <a:xfrm>
                  <a:off x="3142" y="2547"/>
                  <a:ext cx="107" cy="38"/>
                </a:xfrm>
                <a:custGeom>
                  <a:avLst/>
                  <a:gdLst/>
                  <a:ahLst/>
                  <a:cxnLst>
                    <a:cxn ang="0">
                      <a:pos x="0" y="10"/>
                    </a:cxn>
                    <a:cxn ang="0">
                      <a:pos x="53" y="0"/>
                    </a:cxn>
                    <a:cxn ang="0">
                      <a:pos x="106" y="10"/>
                    </a:cxn>
                    <a:cxn ang="0">
                      <a:pos x="106" y="30"/>
                    </a:cxn>
                    <a:cxn ang="0">
                      <a:pos x="102" y="33"/>
                    </a:cxn>
                    <a:cxn ang="0">
                      <a:pos x="73" y="37"/>
                    </a:cxn>
                    <a:cxn ang="0">
                      <a:pos x="70" y="37"/>
                    </a:cxn>
                    <a:cxn ang="0">
                      <a:pos x="37" y="37"/>
                    </a:cxn>
                    <a:cxn ang="0">
                      <a:pos x="32" y="37"/>
                    </a:cxn>
                    <a:cxn ang="0">
                      <a:pos x="4" y="33"/>
                    </a:cxn>
                    <a:cxn ang="0">
                      <a:pos x="0" y="30"/>
                    </a:cxn>
                    <a:cxn ang="0">
                      <a:pos x="0" y="10"/>
                    </a:cxn>
                  </a:cxnLst>
                  <a:rect l="0" t="0" r="0" b="0"/>
                  <a:pathLst>
                    <a:path w="107" h="38">
                      <a:moveTo>
                        <a:pt x="0" y="10"/>
                      </a:moveTo>
                      <a:lnTo>
                        <a:pt x="53" y="0"/>
                      </a:lnTo>
                      <a:lnTo>
                        <a:pt x="106" y="10"/>
                      </a:lnTo>
                      <a:lnTo>
                        <a:pt x="106" y="30"/>
                      </a:lnTo>
                      <a:lnTo>
                        <a:pt x="102" y="33"/>
                      </a:lnTo>
                      <a:lnTo>
                        <a:pt x="73" y="37"/>
                      </a:lnTo>
                      <a:lnTo>
                        <a:pt x="70" y="37"/>
                      </a:lnTo>
                      <a:lnTo>
                        <a:pt x="37" y="37"/>
                      </a:lnTo>
                      <a:lnTo>
                        <a:pt x="32" y="37"/>
                      </a:lnTo>
                      <a:lnTo>
                        <a:pt x="4" y="33"/>
                      </a:lnTo>
                      <a:lnTo>
                        <a:pt x="0" y="30"/>
                      </a:lnTo>
                      <a:lnTo>
                        <a:pt x="0" y="1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39019" name="Rectangle 337"/>
                <p:cNvSpPr/>
                <p:nvPr/>
              </p:nvSpPr>
              <p:spPr>
                <a:xfrm>
                  <a:off x="3147" y="2570"/>
                  <a:ext cx="99" cy="9"/>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20" name="Freeform 338"/>
                <p:cNvSpPr/>
                <p:nvPr/>
              </p:nvSpPr>
              <p:spPr>
                <a:xfrm>
                  <a:off x="3173" y="2584"/>
                  <a:ext cx="46" cy="46"/>
                </a:xfrm>
                <a:custGeom>
                  <a:avLst/>
                  <a:gdLst/>
                  <a:ahLst/>
                  <a:cxnLst>
                    <a:cxn ang="0">
                      <a:pos x="19" y="6"/>
                    </a:cxn>
                    <a:cxn ang="0">
                      <a:pos x="19" y="17"/>
                    </a:cxn>
                    <a:cxn ang="0">
                      <a:pos x="17" y="17"/>
                    </a:cxn>
                    <a:cxn ang="0">
                      <a:pos x="17" y="26"/>
                    </a:cxn>
                    <a:cxn ang="0">
                      <a:pos x="9" y="26"/>
                    </a:cxn>
                    <a:cxn ang="0">
                      <a:pos x="9" y="34"/>
                    </a:cxn>
                    <a:cxn ang="0">
                      <a:pos x="0" y="34"/>
                    </a:cxn>
                    <a:cxn ang="0">
                      <a:pos x="0" y="45"/>
                    </a:cxn>
                    <a:cxn ang="0">
                      <a:pos x="45" y="45"/>
                    </a:cxn>
                    <a:cxn ang="0">
                      <a:pos x="45" y="34"/>
                    </a:cxn>
                    <a:cxn ang="0">
                      <a:pos x="36" y="34"/>
                    </a:cxn>
                    <a:cxn ang="0">
                      <a:pos x="36" y="26"/>
                    </a:cxn>
                    <a:cxn ang="0">
                      <a:pos x="27" y="26"/>
                    </a:cxn>
                    <a:cxn ang="0">
                      <a:pos x="27" y="17"/>
                    </a:cxn>
                    <a:cxn ang="0">
                      <a:pos x="24" y="17"/>
                    </a:cxn>
                    <a:cxn ang="0">
                      <a:pos x="24" y="6"/>
                    </a:cxn>
                    <a:cxn ang="0">
                      <a:pos x="23" y="3"/>
                    </a:cxn>
                    <a:cxn ang="0">
                      <a:pos x="24" y="3"/>
                    </a:cxn>
                    <a:cxn ang="0">
                      <a:pos x="24" y="0"/>
                    </a:cxn>
                    <a:cxn ang="0">
                      <a:pos x="19" y="0"/>
                    </a:cxn>
                    <a:cxn ang="0">
                      <a:pos x="19" y="3"/>
                    </a:cxn>
                    <a:cxn ang="0">
                      <a:pos x="20" y="4"/>
                    </a:cxn>
                    <a:cxn ang="0">
                      <a:pos x="19" y="6"/>
                    </a:cxn>
                  </a:cxnLst>
                  <a:rect l="0" t="0" r="0" b="0"/>
                  <a:pathLst>
                    <a:path w="46" h="46">
                      <a:moveTo>
                        <a:pt x="19" y="6"/>
                      </a:moveTo>
                      <a:lnTo>
                        <a:pt x="19" y="17"/>
                      </a:lnTo>
                      <a:lnTo>
                        <a:pt x="17" y="17"/>
                      </a:lnTo>
                      <a:lnTo>
                        <a:pt x="17" y="26"/>
                      </a:lnTo>
                      <a:lnTo>
                        <a:pt x="9" y="26"/>
                      </a:lnTo>
                      <a:lnTo>
                        <a:pt x="9" y="34"/>
                      </a:lnTo>
                      <a:lnTo>
                        <a:pt x="0" y="34"/>
                      </a:lnTo>
                      <a:lnTo>
                        <a:pt x="0" y="45"/>
                      </a:lnTo>
                      <a:lnTo>
                        <a:pt x="45" y="45"/>
                      </a:lnTo>
                      <a:lnTo>
                        <a:pt x="45" y="34"/>
                      </a:lnTo>
                      <a:lnTo>
                        <a:pt x="36" y="34"/>
                      </a:lnTo>
                      <a:lnTo>
                        <a:pt x="36" y="26"/>
                      </a:lnTo>
                      <a:lnTo>
                        <a:pt x="27" y="26"/>
                      </a:lnTo>
                      <a:lnTo>
                        <a:pt x="27" y="17"/>
                      </a:lnTo>
                      <a:lnTo>
                        <a:pt x="24" y="17"/>
                      </a:lnTo>
                      <a:lnTo>
                        <a:pt x="24" y="6"/>
                      </a:lnTo>
                      <a:lnTo>
                        <a:pt x="23" y="3"/>
                      </a:lnTo>
                      <a:lnTo>
                        <a:pt x="24" y="3"/>
                      </a:lnTo>
                      <a:lnTo>
                        <a:pt x="24" y="0"/>
                      </a:lnTo>
                      <a:lnTo>
                        <a:pt x="19" y="0"/>
                      </a:lnTo>
                      <a:lnTo>
                        <a:pt x="19" y="3"/>
                      </a:lnTo>
                      <a:lnTo>
                        <a:pt x="20" y="4"/>
                      </a:lnTo>
                      <a:lnTo>
                        <a:pt x="19" y="6"/>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39021" name="Freeform 339"/>
                <p:cNvSpPr/>
                <p:nvPr/>
              </p:nvSpPr>
              <p:spPr>
                <a:xfrm>
                  <a:off x="3174" y="2584"/>
                  <a:ext cx="43" cy="18"/>
                </a:xfrm>
                <a:custGeom>
                  <a:avLst/>
                  <a:gdLst/>
                  <a:ahLst/>
                  <a:cxnLst>
                    <a:cxn ang="0">
                      <a:pos x="0" y="0"/>
                    </a:cxn>
                    <a:cxn ang="0">
                      <a:pos x="1" y="0"/>
                    </a:cxn>
                    <a:cxn ang="0">
                      <a:pos x="7" y="0"/>
                    </a:cxn>
                    <a:cxn ang="0">
                      <a:pos x="7" y="7"/>
                    </a:cxn>
                    <a:cxn ang="0">
                      <a:pos x="12" y="7"/>
                    </a:cxn>
                    <a:cxn ang="0">
                      <a:pos x="12" y="9"/>
                    </a:cxn>
                    <a:cxn ang="0">
                      <a:pos x="7" y="9"/>
                    </a:cxn>
                    <a:cxn ang="0">
                      <a:pos x="7" y="15"/>
                    </a:cxn>
                    <a:cxn ang="0">
                      <a:pos x="12" y="15"/>
                    </a:cxn>
                    <a:cxn ang="0">
                      <a:pos x="12" y="17"/>
                    </a:cxn>
                    <a:cxn ang="0">
                      <a:pos x="28" y="17"/>
                    </a:cxn>
                    <a:cxn ang="0">
                      <a:pos x="28" y="15"/>
                    </a:cxn>
                    <a:cxn ang="0">
                      <a:pos x="33" y="15"/>
                    </a:cxn>
                    <a:cxn ang="0">
                      <a:pos x="33" y="8"/>
                    </a:cxn>
                    <a:cxn ang="0">
                      <a:pos x="28" y="8"/>
                    </a:cxn>
                    <a:cxn ang="0">
                      <a:pos x="28" y="7"/>
                    </a:cxn>
                    <a:cxn ang="0">
                      <a:pos x="33" y="7"/>
                    </a:cxn>
                    <a:cxn ang="0">
                      <a:pos x="33" y="0"/>
                    </a:cxn>
                    <a:cxn ang="0">
                      <a:pos x="40" y="0"/>
                    </a:cxn>
                    <a:cxn ang="0">
                      <a:pos x="42" y="0"/>
                    </a:cxn>
                    <a:cxn ang="0">
                      <a:pos x="0" y="0"/>
                    </a:cxn>
                  </a:cxnLst>
                  <a:rect l="0" t="0" r="0" b="0"/>
                  <a:pathLst>
                    <a:path w="43" h="18">
                      <a:moveTo>
                        <a:pt x="0" y="0"/>
                      </a:moveTo>
                      <a:lnTo>
                        <a:pt x="1" y="0"/>
                      </a:lnTo>
                      <a:lnTo>
                        <a:pt x="7" y="0"/>
                      </a:lnTo>
                      <a:lnTo>
                        <a:pt x="7" y="7"/>
                      </a:lnTo>
                      <a:lnTo>
                        <a:pt x="12" y="7"/>
                      </a:lnTo>
                      <a:lnTo>
                        <a:pt x="12" y="9"/>
                      </a:lnTo>
                      <a:lnTo>
                        <a:pt x="7" y="9"/>
                      </a:lnTo>
                      <a:lnTo>
                        <a:pt x="7" y="15"/>
                      </a:lnTo>
                      <a:lnTo>
                        <a:pt x="12" y="15"/>
                      </a:lnTo>
                      <a:lnTo>
                        <a:pt x="12" y="17"/>
                      </a:lnTo>
                      <a:lnTo>
                        <a:pt x="28" y="17"/>
                      </a:lnTo>
                      <a:lnTo>
                        <a:pt x="28" y="15"/>
                      </a:lnTo>
                      <a:lnTo>
                        <a:pt x="33" y="15"/>
                      </a:lnTo>
                      <a:lnTo>
                        <a:pt x="33" y="8"/>
                      </a:lnTo>
                      <a:lnTo>
                        <a:pt x="28" y="8"/>
                      </a:lnTo>
                      <a:lnTo>
                        <a:pt x="28" y="7"/>
                      </a:lnTo>
                      <a:lnTo>
                        <a:pt x="33" y="7"/>
                      </a:lnTo>
                      <a:lnTo>
                        <a:pt x="33" y="0"/>
                      </a:lnTo>
                      <a:lnTo>
                        <a:pt x="40" y="0"/>
                      </a:lnTo>
                      <a:lnTo>
                        <a:pt x="42"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39022" name="Rectangle 340"/>
                <p:cNvSpPr/>
                <p:nvPr/>
              </p:nvSpPr>
              <p:spPr>
                <a:xfrm>
                  <a:off x="3165" y="2633"/>
                  <a:ext cx="61" cy="9"/>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23" name="Rectangle 341"/>
                <p:cNvSpPr/>
                <p:nvPr/>
              </p:nvSpPr>
              <p:spPr>
                <a:xfrm>
                  <a:off x="3165" y="2646"/>
                  <a:ext cx="61"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24" name="Freeform 342"/>
                <p:cNvSpPr/>
                <p:nvPr/>
              </p:nvSpPr>
              <p:spPr>
                <a:xfrm>
                  <a:off x="3216" y="2635"/>
                  <a:ext cx="21" cy="18"/>
                </a:xfrm>
                <a:custGeom>
                  <a:avLst/>
                  <a:gdLst/>
                  <a:ahLst/>
                  <a:cxnLst>
                    <a:cxn ang="0">
                      <a:pos x="3" y="0"/>
                    </a:cxn>
                    <a:cxn ang="0">
                      <a:pos x="3" y="10"/>
                    </a:cxn>
                    <a:cxn ang="0">
                      <a:pos x="0" y="10"/>
                    </a:cxn>
                    <a:cxn ang="0">
                      <a:pos x="0" y="15"/>
                    </a:cxn>
                    <a:cxn ang="0">
                      <a:pos x="4" y="15"/>
                    </a:cxn>
                    <a:cxn ang="0">
                      <a:pos x="4"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4" y="15"/>
                      </a:lnTo>
                      <a:lnTo>
                        <a:pt x="4"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39025" name="Freeform 343"/>
                <p:cNvSpPr/>
                <p:nvPr/>
              </p:nvSpPr>
              <p:spPr>
                <a:xfrm>
                  <a:off x="3160" y="2635"/>
                  <a:ext cx="21" cy="18"/>
                </a:xfrm>
                <a:custGeom>
                  <a:avLst/>
                  <a:gdLst/>
                  <a:ahLst/>
                  <a:cxnLst>
                    <a:cxn ang="0">
                      <a:pos x="3" y="0"/>
                    </a:cxn>
                    <a:cxn ang="0">
                      <a:pos x="3" y="10"/>
                    </a:cxn>
                    <a:cxn ang="0">
                      <a:pos x="0" y="10"/>
                    </a:cxn>
                    <a:cxn ang="0">
                      <a:pos x="0" y="15"/>
                    </a:cxn>
                    <a:cxn ang="0">
                      <a:pos x="3" y="15"/>
                    </a:cxn>
                    <a:cxn ang="0">
                      <a:pos x="3"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3" y="15"/>
                      </a:lnTo>
                      <a:lnTo>
                        <a:pt x="3"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39026" name="Freeform 344"/>
                <p:cNvSpPr/>
                <p:nvPr/>
              </p:nvSpPr>
              <p:spPr>
                <a:xfrm>
                  <a:off x="3173" y="2628"/>
                  <a:ext cx="46" cy="18"/>
                </a:xfrm>
                <a:custGeom>
                  <a:avLst/>
                  <a:gdLst/>
                  <a:ahLst/>
                  <a:cxnLst>
                    <a:cxn ang="0">
                      <a:pos x="0" y="0"/>
                    </a:cxn>
                    <a:cxn ang="0">
                      <a:pos x="0" y="17"/>
                    </a:cxn>
                    <a:cxn ang="0">
                      <a:pos x="45" y="17"/>
                    </a:cxn>
                    <a:cxn ang="0">
                      <a:pos x="45" y="6"/>
                    </a:cxn>
                  </a:cxnLst>
                  <a:rect l="0" t="0" r="0" b="0"/>
                  <a:pathLst>
                    <a:path w="46" h="18">
                      <a:moveTo>
                        <a:pt x="0" y="0"/>
                      </a:moveTo>
                      <a:lnTo>
                        <a:pt x="0" y="17"/>
                      </a:lnTo>
                      <a:lnTo>
                        <a:pt x="45" y="17"/>
                      </a:lnTo>
                      <a:lnTo>
                        <a:pt x="45" y="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9027" name="Freeform 345"/>
                <p:cNvSpPr/>
                <p:nvPr/>
              </p:nvSpPr>
              <p:spPr>
                <a:xfrm>
                  <a:off x="3164" y="2645"/>
                  <a:ext cx="67" cy="18"/>
                </a:xfrm>
                <a:custGeom>
                  <a:avLst/>
                  <a:gdLst/>
                  <a:ahLst/>
                  <a:cxnLst>
                    <a:cxn ang="0">
                      <a:pos x="1" y="0"/>
                    </a:cxn>
                    <a:cxn ang="0">
                      <a:pos x="63" y="0"/>
                    </a:cxn>
                    <a:cxn ang="0">
                      <a:pos x="66" y="17"/>
                    </a:cxn>
                    <a:cxn ang="0">
                      <a:pos x="0" y="17"/>
                    </a:cxn>
                    <a:cxn ang="0">
                      <a:pos x="1" y="0"/>
                    </a:cxn>
                  </a:cxnLst>
                  <a:rect l="0" t="0" r="0" b="0"/>
                  <a:pathLst>
                    <a:path w="67" h="18">
                      <a:moveTo>
                        <a:pt x="1" y="0"/>
                      </a:moveTo>
                      <a:lnTo>
                        <a:pt x="63" y="0"/>
                      </a:lnTo>
                      <a:lnTo>
                        <a:pt x="66" y="17"/>
                      </a:lnTo>
                      <a:lnTo>
                        <a:pt x="0" y="17"/>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39028" name="Text Box 346"/>
              <p:cNvSpPr txBox="1"/>
              <p:nvPr/>
            </p:nvSpPr>
            <p:spPr>
              <a:xfrm>
                <a:off x="2006" y="3488"/>
                <a:ext cx="236" cy="231"/>
              </a:xfrm>
              <a:prstGeom prst="rect">
                <a:avLst/>
              </a:prstGeom>
              <a:noFill/>
              <a:ln w="9525">
                <a:noFill/>
              </a:ln>
            </p:spPr>
            <p:txBody>
              <a:bodyPr wrap="none">
                <a:spAutoFit/>
              </a:bodyPr>
              <a:lstStyle/>
              <a:p>
                <a:r>
                  <a:rPr lang="en-US" altLang="zh-CN" dirty="0">
                    <a:latin typeface="Times New Roman" panose="02020603050405020304" pitchFamily="18" charset="0"/>
                  </a:rPr>
                  <a:t>t2</a:t>
                </a:r>
              </a:p>
            </p:txBody>
          </p:sp>
          <p:sp>
            <p:nvSpPr>
              <p:cNvPr id="39029" name="Text Box 347"/>
              <p:cNvSpPr txBox="1"/>
              <p:nvPr/>
            </p:nvSpPr>
            <p:spPr>
              <a:xfrm>
                <a:off x="1189" y="2082"/>
                <a:ext cx="236" cy="231"/>
              </a:xfrm>
              <a:prstGeom prst="rect">
                <a:avLst/>
              </a:prstGeom>
              <a:noFill/>
              <a:ln w="9525">
                <a:noFill/>
              </a:ln>
            </p:spPr>
            <p:txBody>
              <a:bodyPr wrap="none">
                <a:spAutoFit/>
              </a:bodyPr>
              <a:lstStyle/>
              <a:p>
                <a:r>
                  <a:rPr lang="en-US" altLang="zh-CN" dirty="0">
                    <a:latin typeface="Times New Roman" panose="02020603050405020304" pitchFamily="18" charset="0"/>
                  </a:rPr>
                  <a:t>t1</a:t>
                </a:r>
              </a:p>
            </p:txBody>
          </p:sp>
          <p:sp>
            <p:nvSpPr>
              <p:cNvPr id="39030" name="Text Box 348"/>
              <p:cNvSpPr txBox="1"/>
              <p:nvPr/>
            </p:nvSpPr>
            <p:spPr>
              <a:xfrm>
                <a:off x="1371" y="2717"/>
                <a:ext cx="220" cy="231"/>
              </a:xfrm>
              <a:prstGeom prst="rect">
                <a:avLst/>
              </a:prstGeom>
              <a:noFill/>
              <a:ln w="9525">
                <a:noFill/>
              </a:ln>
            </p:spPr>
            <p:txBody>
              <a:bodyPr wrap="none">
                <a:spAutoFit/>
              </a:bodyPr>
              <a:lstStyle/>
              <a:p>
                <a:r>
                  <a:rPr lang="en-US" altLang="zh-CN" dirty="0">
                    <a:latin typeface="Times New Roman" panose="02020603050405020304" pitchFamily="18" charset="0"/>
                  </a:rPr>
                  <a:t>D</a:t>
                </a:r>
              </a:p>
            </p:txBody>
          </p:sp>
        </p:grpSp>
        <p:grpSp>
          <p:nvGrpSpPr>
            <p:cNvPr id="39031" name="Group 350"/>
            <p:cNvGrpSpPr/>
            <p:nvPr/>
          </p:nvGrpSpPr>
          <p:grpSpPr>
            <a:xfrm>
              <a:off x="2245" y="2976"/>
              <a:ext cx="1059" cy="1088"/>
              <a:chOff x="4008" y="2421"/>
              <a:chExt cx="1059" cy="1088"/>
            </a:xfrm>
          </p:grpSpPr>
          <p:grpSp>
            <p:nvGrpSpPr>
              <p:cNvPr id="39032" name="Group 351"/>
              <p:cNvGrpSpPr/>
              <p:nvPr/>
            </p:nvGrpSpPr>
            <p:grpSpPr>
              <a:xfrm>
                <a:off x="4008" y="2421"/>
                <a:ext cx="1059" cy="1088"/>
                <a:chOff x="4008" y="2421"/>
                <a:chExt cx="1059" cy="1088"/>
              </a:xfrm>
            </p:grpSpPr>
            <p:sp>
              <p:nvSpPr>
                <p:cNvPr id="39033" name="Freeform 352"/>
                <p:cNvSpPr/>
                <p:nvPr/>
              </p:nvSpPr>
              <p:spPr>
                <a:xfrm>
                  <a:off x="4111" y="2576"/>
                  <a:ext cx="829" cy="830"/>
                </a:xfrm>
                <a:custGeom>
                  <a:avLst/>
                  <a:gdLst/>
                  <a:ahLst/>
                  <a:cxnLst>
                    <a:cxn ang="0">
                      <a:pos x="230" y="0"/>
                    </a:cxn>
                    <a:cxn ang="0">
                      <a:pos x="598" y="0"/>
                    </a:cxn>
                    <a:cxn ang="0">
                      <a:pos x="828" y="231"/>
                    </a:cxn>
                    <a:cxn ang="0">
                      <a:pos x="828" y="598"/>
                    </a:cxn>
                    <a:cxn ang="0">
                      <a:pos x="598" y="829"/>
                    </a:cxn>
                    <a:cxn ang="0">
                      <a:pos x="230" y="829"/>
                    </a:cxn>
                    <a:cxn ang="0">
                      <a:pos x="0" y="598"/>
                    </a:cxn>
                    <a:cxn ang="0">
                      <a:pos x="0" y="231"/>
                    </a:cxn>
                    <a:cxn ang="0">
                      <a:pos x="230" y="0"/>
                    </a:cxn>
                  </a:cxnLst>
                  <a:rect l="0" t="0" r="0" b="0"/>
                  <a:pathLst>
                    <a:path w="829" h="830">
                      <a:moveTo>
                        <a:pt x="230" y="0"/>
                      </a:moveTo>
                      <a:lnTo>
                        <a:pt x="598" y="0"/>
                      </a:lnTo>
                      <a:lnTo>
                        <a:pt x="828" y="231"/>
                      </a:lnTo>
                      <a:lnTo>
                        <a:pt x="828" y="598"/>
                      </a:lnTo>
                      <a:lnTo>
                        <a:pt x="598" y="829"/>
                      </a:lnTo>
                      <a:lnTo>
                        <a:pt x="230" y="829"/>
                      </a:lnTo>
                      <a:lnTo>
                        <a:pt x="0" y="598"/>
                      </a:lnTo>
                      <a:lnTo>
                        <a:pt x="0" y="231"/>
                      </a:lnTo>
                      <a:lnTo>
                        <a:pt x="230" y="0"/>
                      </a:lnTo>
                    </a:path>
                  </a:pathLst>
                </a:custGeom>
                <a:solidFill>
                  <a:srgbClr val="5F5F5F"/>
                </a:solidFill>
                <a:ln w="12700">
                  <a:noFill/>
                </a:ln>
              </p:spPr>
              <p:txBody>
                <a:bodyPr/>
                <a:lstStyle/>
                <a:p>
                  <a:endParaRPr lang="zh-CN" altLang="en-US"/>
                </a:p>
              </p:txBody>
            </p:sp>
            <p:sp>
              <p:nvSpPr>
                <p:cNvPr id="39034" name="Freeform 353"/>
                <p:cNvSpPr/>
                <p:nvPr/>
              </p:nvSpPr>
              <p:spPr>
                <a:xfrm>
                  <a:off x="4008" y="2473"/>
                  <a:ext cx="336" cy="336"/>
                </a:xfrm>
                <a:custGeom>
                  <a:avLst/>
                  <a:gdLst/>
                  <a:ahLst/>
                  <a:cxnLst>
                    <a:cxn ang="0">
                      <a:pos x="287" y="0"/>
                    </a:cxn>
                    <a:cxn ang="0">
                      <a:pos x="335" y="105"/>
                    </a:cxn>
                    <a:cxn ang="0">
                      <a:pos x="105" y="335"/>
                    </a:cxn>
                    <a:cxn ang="0">
                      <a:pos x="0" y="288"/>
                    </a:cxn>
                    <a:cxn ang="0">
                      <a:pos x="287" y="0"/>
                    </a:cxn>
                  </a:cxnLst>
                  <a:rect l="0" t="0" r="0" b="0"/>
                  <a:pathLst>
                    <a:path w="336" h="336">
                      <a:moveTo>
                        <a:pt x="287" y="0"/>
                      </a:moveTo>
                      <a:lnTo>
                        <a:pt x="335" y="105"/>
                      </a:lnTo>
                      <a:lnTo>
                        <a:pt x="105" y="335"/>
                      </a:lnTo>
                      <a:lnTo>
                        <a:pt x="0" y="288"/>
                      </a:lnTo>
                      <a:lnTo>
                        <a:pt x="287" y="0"/>
                      </a:lnTo>
                    </a:path>
                  </a:pathLst>
                </a:custGeom>
                <a:solidFill>
                  <a:srgbClr val="5F5F5F"/>
                </a:solidFill>
                <a:ln w="12700">
                  <a:noFill/>
                </a:ln>
              </p:spPr>
              <p:txBody>
                <a:bodyPr/>
                <a:lstStyle/>
                <a:p>
                  <a:endParaRPr lang="zh-CN" altLang="en-US"/>
                </a:p>
              </p:txBody>
            </p:sp>
            <p:sp>
              <p:nvSpPr>
                <p:cNvPr id="39035" name="Freeform 354"/>
                <p:cNvSpPr/>
                <p:nvPr/>
              </p:nvSpPr>
              <p:spPr>
                <a:xfrm>
                  <a:off x="4295" y="2473"/>
                  <a:ext cx="460" cy="106"/>
                </a:xfrm>
                <a:custGeom>
                  <a:avLst/>
                  <a:gdLst/>
                  <a:ahLst/>
                  <a:cxnLst>
                    <a:cxn ang="0">
                      <a:pos x="0" y="0"/>
                    </a:cxn>
                    <a:cxn ang="0">
                      <a:pos x="48" y="105"/>
                    </a:cxn>
                    <a:cxn ang="0">
                      <a:pos x="412" y="105"/>
                    </a:cxn>
                    <a:cxn ang="0">
                      <a:pos x="459" y="0"/>
                    </a:cxn>
                    <a:cxn ang="0">
                      <a:pos x="0" y="0"/>
                    </a:cxn>
                  </a:cxnLst>
                  <a:rect l="0" t="0" r="0" b="0"/>
                  <a:pathLst>
                    <a:path w="460" h="106">
                      <a:moveTo>
                        <a:pt x="0" y="0"/>
                      </a:moveTo>
                      <a:lnTo>
                        <a:pt x="48" y="105"/>
                      </a:lnTo>
                      <a:lnTo>
                        <a:pt x="412" y="105"/>
                      </a:lnTo>
                      <a:lnTo>
                        <a:pt x="459" y="0"/>
                      </a:lnTo>
                      <a:lnTo>
                        <a:pt x="0" y="0"/>
                      </a:lnTo>
                    </a:path>
                  </a:pathLst>
                </a:custGeom>
                <a:solidFill>
                  <a:srgbClr val="5F5F5F"/>
                </a:solidFill>
                <a:ln w="12700">
                  <a:noFill/>
                </a:ln>
              </p:spPr>
              <p:txBody>
                <a:bodyPr/>
                <a:lstStyle/>
                <a:p>
                  <a:endParaRPr lang="zh-CN" altLang="en-US"/>
                </a:p>
              </p:txBody>
            </p:sp>
            <p:sp>
              <p:nvSpPr>
                <p:cNvPr id="39036" name="Freeform 355"/>
                <p:cNvSpPr/>
                <p:nvPr/>
              </p:nvSpPr>
              <p:spPr>
                <a:xfrm>
                  <a:off x="4707" y="2473"/>
                  <a:ext cx="336" cy="336"/>
                </a:xfrm>
                <a:custGeom>
                  <a:avLst/>
                  <a:gdLst/>
                  <a:ahLst/>
                  <a:cxnLst>
                    <a:cxn ang="0">
                      <a:pos x="47" y="0"/>
                    </a:cxn>
                    <a:cxn ang="0">
                      <a:pos x="0" y="105"/>
                    </a:cxn>
                    <a:cxn ang="0">
                      <a:pos x="230" y="335"/>
                    </a:cxn>
                    <a:cxn ang="0">
                      <a:pos x="335" y="288"/>
                    </a:cxn>
                    <a:cxn ang="0">
                      <a:pos x="47" y="0"/>
                    </a:cxn>
                  </a:cxnLst>
                  <a:rect l="0" t="0" r="0" b="0"/>
                  <a:pathLst>
                    <a:path w="336" h="336">
                      <a:moveTo>
                        <a:pt x="47" y="0"/>
                      </a:moveTo>
                      <a:lnTo>
                        <a:pt x="0" y="105"/>
                      </a:lnTo>
                      <a:lnTo>
                        <a:pt x="230" y="335"/>
                      </a:lnTo>
                      <a:lnTo>
                        <a:pt x="335" y="288"/>
                      </a:lnTo>
                      <a:lnTo>
                        <a:pt x="47" y="0"/>
                      </a:lnTo>
                    </a:path>
                  </a:pathLst>
                </a:custGeom>
                <a:solidFill>
                  <a:srgbClr val="5F5F5F"/>
                </a:solidFill>
                <a:ln w="12700">
                  <a:noFill/>
                </a:ln>
              </p:spPr>
              <p:txBody>
                <a:bodyPr/>
                <a:lstStyle/>
                <a:p>
                  <a:endParaRPr lang="zh-CN" altLang="en-US"/>
                </a:p>
              </p:txBody>
            </p:sp>
            <p:sp>
              <p:nvSpPr>
                <p:cNvPr id="39037" name="Freeform 356"/>
                <p:cNvSpPr/>
                <p:nvPr/>
              </p:nvSpPr>
              <p:spPr>
                <a:xfrm>
                  <a:off x="4008" y="3172"/>
                  <a:ext cx="336" cy="337"/>
                </a:xfrm>
                <a:custGeom>
                  <a:avLst/>
                  <a:gdLst/>
                  <a:ahLst/>
                  <a:cxnLst>
                    <a:cxn ang="0">
                      <a:pos x="287" y="336"/>
                    </a:cxn>
                    <a:cxn ang="0">
                      <a:pos x="335" y="230"/>
                    </a:cxn>
                    <a:cxn ang="0">
                      <a:pos x="105" y="0"/>
                    </a:cxn>
                    <a:cxn ang="0">
                      <a:pos x="0" y="48"/>
                    </a:cxn>
                    <a:cxn ang="0">
                      <a:pos x="287" y="336"/>
                    </a:cxn>
                  </a:cxnLst>
                  <a:rect l="0" t="0" r="0" b="0"/>
                  <a:pathLst>
                    <a:path w="336" h="337">
                      <a:moveTo>
                        <a:pt x="287" y="336"/>
                      </a:moveTo>
                      <a:lnTo>
                        <a:pt x="335" y="230"/>
                      </a:lnTo>
                      <a:lnTo>
                        <a:pt x="105" y="0"/>
                      </a:lnTo>
                      <a:lnTo>
                        <a:pt x="0" y="48"/>
                      </a:lnTo>
                      <a:lnTo>
                        <a:pt x="287" y="336"/>
                      </a:lnTo>
                    </a:path>
                  </a:pathLst>
                </a:custGeom>
                <a:solidFill>
                  <a:srgbClr val="5F5F5F"/>
                </a:solidFill>
                <a:ln w="12700">
                  <a:noFill/>
                </a:ln>
              </p:spPr>
              <p:txBody>
                <a:bodyPr/>
                <a:lstStyle/>
                <a:p>
                  <a:endParaRPr lang="zh-CN" altLang="en-US"/>
                </a:p>
              </p:txBody>
            </p:sp>
            <p:sp>
              <p:nvSpPr>
                <p:cNvPr id="39038" name="Freeform 357"/>
                <p:cNvSpPr/>
                <p:nvPr/>
              </p:nvSpPr>
              <p:spPr>
                <a:xfrm>
                  <a:off x="4295" y="3402"/>
                  <a:ext cx="460" cy="107"/>
                </a:xfrm>
                <a:custGeom>
                  <a:avLst/>
                  <a:gdLst/>
                  <a:ahLst/>
                  <a:cxnLst>
                    <a:cxn ang="0">
                      <a:pos x="0" y="106"/>
                    </a:cxn>
                    <a:cxn ang="0">
                      <a:pos x="48" y="0"/>
                    </a:cxn>
                    <a:cxn ang="0">
                      <a:pos x="412" y="0"/>
                    </a:cxn>
                    <a:cxn ang="0">
                      <a:pos x="459" y="106"/>
                    </a:cxn>
                    <a:cxn ang="0">
                      <a:pos x="0" y="106"/>
                    </a:cxn>
                  </a:cxnLst>
                  <a:rect l="0" t="0" r="0" b="0"/>
                  <a:pathLst>
                    <a:path w="460" h="107">
                      <a:moveTo>
                        <a:pt x="0" y="106"/>
                      </a:moveTo>
                      <a:lnTo>
                        <a:pt x="48" y="0"/>
                      </a:lnTo>
                      <a:lnTo>
                        <a:pt x="412" y="0"/>
                      </a:lnTo>
                      <a:lnTo>
                        <a:pt x="459" y="106"/>
                      </a:lnTo>
                      <a:lnTo>
                        <a:pt x="0" y="106"/>
                      </a:lnTo>
                    </a:path>
                  </a:pathLst>
                </a:custGeom>
                <a:solidFill>
                  <a:srgbClr val="5F5F5F"/>
                </a:solidFill>
                <a:ln w="12700">
                  <a:noFill/>
                </a:ln>
              </p:spPr>
              <p:txBody>
                <a:bodyPr/>
                <a:lstStyle/>
                <a:p>
                  <a:endParaRPr lang="zh-CN" altLang="en-US"/>
                </a:p>
              </p:txBody>
            </p:sp>
            <p:sp>
              <p:nvSpPr>
                <p:cNvPr id="39039" name="Freeform 358"/>
                <p:cNvSpPr/>
                <p:nvPr/>
              </p:nvSpPr>
              <p:spPr>
                <a:xfrm>
                  <a:off x="4707" y="3172"/>
                  <a:ext cx="336" cy="337"/>
                </a:xfrm>
                <a:custGeom>
                  <a:avLst/>
                  <a:gdLst/>
                  <a:ahLst/>
                  <a:cxnLst>
                    <a:cxn ang="0">
                      <a:pos x="47" y="336"/>
                    </a:cxn>
                    <a:cxn ang="0">
                      <a:pos x="0" y="230"/>
                    </a:cxn>
                    <a:cxn ang="0">
                      <a:pos x="230" y="0"/>
                    </a:cxn>
                    <a:cxn ang="0">
                      <a:pos x="335" y="48"/>
                    </a:cxn>
                    <a:cxn ang="0">
                      <a:pos x="47" y="336"/>
                    </a:cxn>
                  </a:cxnLst>
                  <a:rect l="0" t="0" r="0" b="0"/>
                  <a:pathLst>
                    <a:path w="336" h="337">
                      <a:moveTo>
                        <a:pt x="47" y="336"/>
                      </a:moveTo>
                      <a:lnTo>
                        <a:pt x="0" y="230"/>
                      </a:lnTo>
                      <a:lnTo>
                        <a:pt x="230" y="0"/>
                      </a:lnTo>
                      <a:lnTo>
                        <a:pt x="335" y="48"/>
                      </a:lnTo>
                      <a:lnTo>
                        <a:pt x="47" y="336"/>
                      </a:lnTo>
                    </a:path>
                  </a:pathLst>
                </a:custGeom>
                <a:solidFill>
                  <a:srgbClr val="5F5F5F"/>
                </a:solidFill>
                <a:ln w="12700">
                  <a:noFill/>
                </a:ln>
              </p:spPr>
              <p:txBody>
                <a:bodyPr/>
                <a:lstStyle/>
                <a:p>
                  <a:endParaRPr lang="zh-CN" altLang="en-US"/>
                </a:p>
              </p:txBody>
            </p:sp>
            <p:sp>
              <p:nvSpPr>
                <p:cNvPr id="39040" name="Freeform 359"/>
                <p:cNvSpPr/>
                <p:nvPr/>
              </p:nvSpPr>
              <p:spPr>
                <a:xfrm>
                  <a:off x="4008" y="2761"/>
                  <a:ext cx="106" cy="460"/>
                </a:xfrm>
                <a:custGeom>
                  <a:avLst/>
                  <a:gdLst/>
                  <a:ahLst/>
                  <a:cxnLst>
                    <a:cxn ang="0">
                      <a:pos x="0" y="0"/>
                    </a:cxn>
                    <a:cxn ang="0">
                      <a:pos x="0" y="459"/>
                    </a:cxn>
                    <a:cxn ang="0">
                      <a:pos x="105" y="411"/>
                    </a:cxn>
                    <a:cxn ang="0">
                      <a:pos x="105" y="47"/>
                    </a:cxn>
                    <a:cxn ang="0">
                      <a:pos x="0" y="0"/>
                    </a:cxn>
                  </a:cxnLst>
                  <a:rect l="0" t="0" r="0" b="0"/>
                  <a:pathLst>
                    <a:path w="106" h="460">
                      <a:moveTo>
                        <a:pt x="0" y="0"/>
                      </a:moveTo>
                      <a:lnTo>
                        <a:pt x="0" y="459"/>
                      </a:lnTo>
                      <a:lnTo>
                        <a:pt x="105" y="411"/>
                      </a:lnTo>
                      <a:lnTo>
                        <a:pt x="105" y="47"/>
                      </a:lnTo>
                      <a:lnTo>
                        <a:pt x="0" y="0"/>
                      </a:lnTo>
                    </a:path>
                  </a:pathLst>
                </a:custGeom>
                <a:solidFill>
                  <a:srgbClr val="5F5F5F"/>
                </a:solidFill>
                <a:ln w="12700">
                  <a:noFill/>
                </a:ln>
              </p:spPr>
              <p:txBody>
                <a:bodyPr/>
                <a:lstStyle/>
                <a:p>
                  <a:endParaRPr lang="zh-CN" altLang="en-US"/>
                </a:p>
              </p:txBody>
            </p:sp>
            <p:sp>
              <p:nvSpPr>
                <p:cNvPr id="39041" name="Freeform 360"/>
                <p:cNvSpPr/>
                <p:nvPr/>
              </p:nvSpPr>
              <p:spPr>
                <a:xfrm>
                  <a:off x="4937" y="2761"/>
                  <a:ext cx="106" cy="460"/>
                </a:xfrm>
                <a:custGeom>
                  <a:avLst/>
                  <a:gdLst/>
                  <a:ahLst/>
                  <a:cxnLst>
                    <a:cxn ang="0">
                      <a:pos x="105" y="0"/>
                    </a:cxn>
                    <a:cxn ang="0">
                      <a:pos x="105" y="459"/>
                    </a:cxn>
                    <a:cxn ang="0">
                      <a:pos x="0" y="411"/>
                    </a:cxn>
                    <a:cxn ang="0">
                      <a:pos x="0" y="47"/>
                    </a:cxn>
                    <a:cxn ang="0">
                      <a:pos x="105" y="0"/>
                    </a:cxn>
                  </a:cxnLst>
                  <a:rect l="0" t="0" r="0" b="0"/>
                  <a:pathLst>
                    <a:path w="106" h="460">
                      <a:moveTo>
                        <a:pt x="105" y="0"/>
                      </a:moveTo>
                      <a:lnTo>
                        <a:pt x="105" y="459"/>
                      </a:lnTo>
                      <a:lnTo>
                        <a:pt x="0" y="411"/>
                      </a:lnTo>
                      <a:lnTo>
                        <a:pt x="0" y="47"/>
                      </a:lnTo>
                      <a:lnTo>
                        <a:pt x="105" y="0"/>
                      </a:lnTo>
                    </a:path>
                  </a:pathLst>
                </a:custGeom>
                <a:solidFill>
                  <a:srgbClr val="5F5F5F"/>
                </a:solidFill>
                <a:ln w="12700">
                  <a:noFill/>
                </a:ln>
              </p:spPr>
              <p:txBody>
                <a:bodyPr/>
                <a:lstStyle/>
                <a:p>
                  <a:endParaRPr lang="zh-CN" altLang="en-US"/>
                </a:p>
              </p:txBody>
            </p:sp>
            <p:sp>
              <p:nvSpPr>
                <p:cNvPr id="39042" name="Freeform 361"/>
                <p:cNvSpPr/>
                <p:nvPr/>
              </p:nvSpPr>
              <p:spPr>
                <a:xfrm>
                  <a:off x="4031" y="2421"/>
                  <a:ext cx="337" cy="336"/>
                </a:xfrm>
                <a:custGeom>
                  <a:avLst/>
                  <a:gdLst/>
                  <a:ahLst/>
                  <a:cxnLst>
                    <a:cxn ang="0">
                      <a:pos x="288" y="0"/>
                    </a:cxn>
                    <a:cxn ang="0">
                      <a:pos x="336" y="105"/>
                    </a:cxn>
                    <a:cxn ang="0">
                      <a:pos x="105" y="335"/>
                    </a:cxn>
                    <a:cxn ang="0">
                      <a:pos x="0" y="287"/>
                    </a:cxn>
                    <a:cxn ang="0">
                      <a:pos x="288" y="0"/>
                    </a:cxn>
                  </a:cxnLst>
                  <a:rect l="0" t="0" r="0" b="0"/>
                  <a:pathLst>
                    <a:path w="337" h="336">
                      <a:moveTo>
                        <a:pt x="288" y="0"/>
                      </a:moveTo>
                      <a:lnTo>
                        <a:pt x="336" y="105"/>
                      </a:lnTo>
                      <a:lnTo>
                        <a:pt x="105" y="335"/>
                      </a:lnTo>
                      <a:lnTo>
                        <a:pt x="0" y="287"/>
                      </a:lnTo>
                      <a:lnTo>
                        <a:pt x="288" y="0"/>
                      </a:lnTo>
                    </a:path>
                  </a:pathLst>
                </a:custGeom>
                <a:solidFill>
                  <a:srgbClr val="5F3F1F"/>
                </a:solidFill>
                <a:ln w="12700" cap="rnd" cmpd="sng">
                  <a:solidFill>
                    <a:srgbClr val="000000"/>
                  </a:solidFill>
                  <a:prstDash val="solid"/>
                  <a:round/>
                  <a:headEnd type="none" w="med" len="med"/>
                  <a:tailEnd type="none" w="med" len="med"/>
                </a:ln>
              </p:spPr>
              <p:txBody>
                <a:bodyPr/>
                <a:lstStyle/>
                <a:p>
                  <a:endParaRPr lang="zh-CN" altLang="en-US"/>
                </a:p>
              </p:txBody>
            </p:sp>
            <p:sp>
              <p:nvSpPr>
                <p:cNvPr id="39043" name="Freeform 362"/>
                <p:cNvSpPr/>
                <p:nvPr/>
              </p:nvSpPr>
              <p:spPr>
                <a:xfrm>
                  <a:off x="4319" y="2421"/>
                  <a:ext cx="461" cy="106"/>
                </a:xfrm>
                <a:custGeom>
                  <a:avLst/>
                  <a:gdLst/>
                  <a:ahLst/>
                  <a:cxnLst>
                    <a:cxn ang="0">
                      <a:pos x="0" y="0"/>
                    </a:cxn>
                    <a:cxn ang="0">
                      <a:pos x="48" y="105"/>
                    </a:cxn>
                    <a:cxn ang="0">
                      <a:pos x="412" y="105"/>
                    </a:cxn>
                    <a:cxn ang="0">
                      <a:pos x="460" y="0"/>
                    </a:cxn>
                    <a:cxn ang="0">
                      <a:pos x="0" y="0"/>
                    </a:cxn>
                  </a:cxnLst>
                  <a:rect l="0" t="0" r="0" b="0"/>
                  <a:pathLst>
                    <a:path w="461" h="106">
                      <a:moveTo>
                        <a:pt x="0" y="0"/>
                      </a:moveTo>
                      <a:lnTo>
                        <a:pt x="48" y="105"/>
                      </a:lnTo>
                      <a:lnTo>
                        <a:pt x="412" y="105"/>
                      </a:lnTo>
                      <a:lnTo>
                        <a:pt x="460" y="0"/>
                      </a:lnTo>
                      <a:lnTo>
                        <a:pt x="0" y="0"/>
                      </a:lnTo>
                    </a:path>
                  </a:pathLst>
                </a:custGeom>
                <a:solidFill>
                  <a:srgbClr val="7F5F3F"/>
                </a:solidFill>
                <a:ln w="12700" cap="rnd" cmpd="sng">
                  <a:solidFill>
                    <a:srgbClr val="000000"/>
                  </a:solidFill>
                  <a:prstDash val="solid"/>
                  <a:round/>
                  <a:headEnd type="none" w="med" len="med"/>
                  <a:tailEnd type="none" w="med" len="med"/>
                </a:ln>
              </p:spPr>
              <p:txBody>
                <a:bodyPr/>
                <a:lstStyle/>
                <a:p>
                  <a:endParaRPr lang="zh-CN" altLang="en-US"/>
                </a:p>
              </p:txBody>
            </p:sp>
            <p:sp>
              <p:nvSpPr>
                <p:cNvPr id="39044" name="Freeform 363"/>
                <p:cNvSpPr/>
                <p:nvPr/>
              </p:nvSpPr>
              <p:spPr>
                <a:xfrm>
                  <a:off x="4731" y="2421"/>
                  <a:ext cx="336" cy="336"/>
                </a:xfrm>
                <a:custGeom>
                  <a:avLst/>
                  <a:gdLst/>
                  <a:ahLst/>
                  <a:cxnLst>
                    <a:cxn ang="0">
                      <a:pos x="48" y="0"/>
                    </a:cxn>
                    <a:cxn ang="0">
                      <a:pos x="0" y="105"/>
                    </a:cxn>
                    <a:cxn ang="0">
                      <a:pos x="230" y="335"/>
                    </a:cxn>
                    <a:cxn ang="0">
                      <a:pos x="335" y="287"/>
                    </a:cxn>
                    <a:cxn ang="0">
                      <a:pos x="48" y="0"/>
                    </a:cxn>
                  </a:cxnLst>
                  <a:rect l="0" t="0" r="0" b="0"/>
                  <a:pathLst>
                    <a:path w="336" h="336">
                      <a:moveTo>
                        <a:pt x="48" y="0"/>
                      </a:moveTo>
                      <a:lnTo>
                        <a:pt x="0" y="105"/>
                      </a:lnTo>
                      <a:lnTo>
                        <a:pt x="230" y="335"/>
                      </a:lnTo>
                      <a:lnTo>
                        <a:pt x="335" y="287"/>
                      </a:lnTo>
                      <a:lnTo>
                        <a:pt x="48" y="0"/>
                      </a:lnTo>
                    </a:path>
                  </a:pathLst>
                </a:custGeom>
                <a:solidFill>
                  <a:srgbClr val="9F7F5F"/>
                </a:solidFill>
                <a:ln w="12700" cap="rnd" cmpd="sng">
                  <a:solidFill>
                    <a:srgbClr val="000000"/>
                  </a:solidFill>
                  <a:prstDash val="solid"/>
                  <a:round/>
                  <a:headEnd type="none" w="med" len="med"/>
                  <a:tailEnd type="none" w="med" len="med"/>
                </a:ln>
              </p:spPr>
              <p:txBody>
                <a:bodyPr/>
                <a:lstStyle/>
                <a:p>
                  <a:endParaRPr lang="zh-CN" altLang="en-US"/>
                </a:p>
              </p:txBody>
            </p:sp>
            <p:sp>
              <p:nvSpPr>
                <p:cNvPr id="39045" name="Freeform 364"/>
                <p:cNvSpPr/>
                <p:nvPr/>
              </p:nvSpPr>
              <p:spPr>
                <a:xfrm>
                  <a:off x="4031" y="3119"/>
                  <a:ext cx="337" cy="337"/>
                </a:xfrm>
                <a:custGeom>
                  <a:avLst/>
                  <a:gdLst/>
                  <a:ahLst/>
                  <a:cxnLst>
                    <a:cxn ang="0">
                      <a:pos x="288" y="336"/>
                    </a:cxn>
                    <a:cxn ang="0">
                      <a:pos x="336" y="231"/>
                    </a:cxn>
                    <a:cxn ang="0">
                      <a:pos x="105" y="0"/>
                    </a:cxn>
                    <a:cxn ang="0">
                      <a:pos x="0" y="48"/>
                    </a:cxn>
                    <a:cxn ang="0">
                      <a:pos x="288" y="336"/>
                    </a:cxn>
                  </a:cxnLst>
                  <a:rect l="0" t="0" r="0" b="0"/>
                  <a:pathLst>
                    <a:path w="337" h="337">
                      <a:moveTo>
                        <a:pt x="288" y="336"/>
                      </a:moveTo>
                      <a:lnTo>
                        <a:pt x="336" y="231"/>
                      </a:lnTo>
                      <a:lnTo>
                        <a:pt x="105" y="0"/>
                      </a:lnTo>
                      <a:lnTo>
                        <a:pt x="0" y="48"/>
                      </a:lnTo>
                      <a:lnTo>
                        <a:pt x="288" y="336"/>
                      </a:lnTo>
                    </a:path>
                  </a:pathLst>
                </a:custGeom>
                <a:solidFill>
                  <a:srgbClr val="3F1F00"/>
                </a:solidFill>
                <a:ln w="12700" cap="rnd" cmpd="sng">
                  <a:solidFill>
                    <a:srgbClr val="000000"/>
                  </a:solidFill>
                  <a:prstDash val="solid"/>
                  <a:round/>
                  <a:headEnd type="none" w="med" len="med"/>
                  <a:tailEnd type="none" w="med" len="med"/>
                </a:ln>
              </p:spPr>
              <p:txBody>
                <a:bodyPr/>
                <a:lstStyle/>
                <a:p>
                  <a:endParaRPr lang="zh-CN" altLang="en-US"/>
                </a:p>
              </p:txBody>
            </p:sp>
            <p:sp>
              <p:nvSpPr>
                <p:cNvPr id="39046" name="Freeform 365"/>
                <p:cNvSpPr/>
                <p:nvPr/>
              </p:nvSpPr>
              <p:spPr>
                <a:xfrm>
                  <a:off x="4319" y="3350"/>
                  <a:ext cx="461" cy="106"/>
                </a:xfrm>
                <a:custGeom>
                  <a:avLst/>
                  <a:gdLst/>
                  <a:ahLst/>
                  <a:cxnLst>
                    <a:cxn ang="0">
                      <a:pos x="0" y="105"/>
                    </a:cxn>
                    <a:cxn ang="0">
                      <a:pos x="48" y="0"/>
                    </a:cxn>
                    <a:cxn ang="0">
                      <a:pos x="412" y="0"/>
                    </a:cxn>
                    <a:cxn ang="0">
                      <a:pos x="460" y="105"/>
                    </a:cxn>
                    <a:cxn ang="0">
                      <a:pos x="0" y="105"/>
                    </a:cxn>
                  </a:cxnLst>
                  <a:rect l="0" t="0" r="0" b="0"/>
                  <a:pathLst>
                    <a:path w="461" h="106">
                      <a:moveTo>
                        <a:pt x="0" y="105"/>
                      </a:moveTo>
                      <a:lnTo>
                        <a:pt x="48" y="0"/>
                      </a:lnTo>
                      <a:lnTo>
                        <a:pt x="412" y="0"/>
                      </a:lnTo>
                      <a:lnTo>
                        <a:pt x="460" y="105"/>
                      </a:lnTo>
                      <a:lnTo>
                        <a:pt x="0" y="105"/>
                      </a:lnTo>
                    </a:path>
                  </a:pathLst>
                </a:custGeom>
                <a:solidFill>
                  <a:srgbClr val="3F1F00"/>
                </a:solidFill>
                <a:ln w="12700" cap="rnd" cmpd="sng">
                  <a:solidFill>
                    <a:srgbClr val="000000"/>
                  </a:solidFill>
                  <a:prstDash val="solid"/>
                  <a:round/>
                  <a:headEnd type="none" w="med" len="med"/>
                  <a:tailEnd type="none" w="med" len="med"/>
                </a:ln>
              </p:spPr>
              <p:txBody>
                <a:bodyPr/>
                <a:lstStyle/>
                <a:p>
                  <a:endParaRPr lang="zh-CN" altLang="en-US"/>
                </a:p>
              </p:txBody>
            </p:sp>
            <p:sp>
              <p:nvSpPr>
                <p:cNvPr id="39047" name="Freeform 366"/>
                <p:cNvSpPr/>
                <p:nvPr/>
              </p:nvSpPr>
              <p:spPr>
                <a:xfrm>
                  <a:off x="4731" y="3119"/>
                  <a:ext cx="336" cy="337"/>
                </a:xfrm>
                <a:custGeom>
                  <a:avLst/>
                  <a:gdLst/>
                  <a:ahLst/>
                  <a:cxnLst>
                    <a:cxn ang="0">
                      <a:pos x="48" y="336"/>
                    </a:cxn>
                    <a:cxn ang="0">
                      <a:pos x="0" y="231"/>
                    </a:cxn>
                    <a:cxn ang="0">
                      <a:pos x="230" y="0"/>
                    </a:cxn>
                    <a:cxn ang="0">
                      <a:pos x="335" y="48"/>
                    </a:cxn>
                    <a:cxn ang="0">
                      <a:pos x="48" y="336"/>
                    </a:cxn>
                  </a:cxnLst>
                  <a:rect l="0" t="0" r="0" b="0"/>
                  <a:pathLst>
                    <a:path w="336" h="337">
                      <a:moveTo>
                        <a:pt x="48" y="336"/>
                      </a:moveTo>
                      <a:lnTo>
                        <a:pt x="0" y="231"/>
                      </a:lnTo>
                      <a:lnTo>
                        <a:pt x="230" y="0"/>
                      </a:lnTo>
                      <a:lnTo>
                        <a:pt x="335" y="48"/>
                      </a:lnTo>
                      <a:lnTo>
                        <a:pt x="48" y="336"/>
                      </a:lnTo>
                    </a:path>
                  </a:pathLst>
                </a:custGeom>
                <a:solidFill>
                  <a:srgbClr val="5F3F1F"/>
                </a:solidFill>
                <a:ln w="12700" cap="rnd" cmpd="sng">
                  <a:solidFill>
                    <a:srgbClr val="000000"/>
                  </a:solidFill>
                  <a:prstDash val="solid"/>
                  <a:round/>
                  <a:headEnd type="none" w="med" len="med"/>
                  <a:tailEnd type="none" w="med" len="med"/>
                </a:ln>
              </p:spPr>
              <p:txBody>
                <a:bodyPr/>
                <a:lstStyle/>
                <a:p>
                  <a:endParaRPr lang="zh-CN" altLang="en-US"/>
                </a:p>
              </p:txBody>
            </p:sp>
            <p:sp>
              <p:nvSpPr>
                <p:cNvPr id="39048" name="Freeform 367"/>
                <p:cNvSpPr/>
                <p:nvPr/>
              </p:nvSpPr>
              <p:spPr>
                <a:xfrm>
                  <a:off x="4031" y="2708"/>
                  <a:ext cx="106" cy="460"/>
                </a:xfrm>
                <a:custGeom>
                  <a:avLst/>
                  <a:gdLst/>
                  <a:ahLst/>
                  <a:cxnLst>
                    <a:cxn ang="0">
                      <a:pos x="0" y="0"/>
                    </a:cxn>
                    <a:cxn ang="0">
                      <a:pos x="0" y="459"/>
                    </a:cxn>
                    <a:cxn ang="0">
                      <a:pos x="105" y="411"/>
                    </a:cxn>
                    <a:cxn ang="0">
                      <a:pos x="105" y="48"/>
                    </a:cxn>
                    <a:cxn ang="0">
                      <a:pos x="0" y="0"/>
                    </a:cxn>
                  </a:cxnLst>
                  <a:rect l="0" t="0" r="0" b="0"/>
                  <a:pathLst>
                    <a:path w="106" h="460">
                      <a:moveTo>
                        <a:pt x="0" y="0"/>
                      </a:moveTo>
                      <a:lnTo>
                        <a:pt x="0" y="459"/>
                      </a:lnTo>
                      <a:lnTo>
                        <a:pt x="105" y="411"/>
                      </a:lnTo>
                      <a:lnTo>
                        <a:pt x="105" y="48"/>
                      </a:lnTo>
                      <a:lnTo>
                        <a:pt x="0" y="0"/>
                      </a:lnTo>
                    </a:path>
                  </a:pathLst>
                </a:custGeom>
                <a:solidFill>
                  <a:srgbClr val="3F1F00"/>
                </a:solidFill>
                <a:ln w="12700" cap="rnd" cmpd="sng">
                  <a:solidFill>
                    <a:srgbClr val="000000"/>
                  </a:solidFill>
                  <a:prstDash val="solid"/>
                  <a:round/>
                  <a:headEnd type="none" w="med" len="med"/>
                  <a:tailEnd type="none" w="med" len="med"/>
                </a:ln>
              </p:spPr>
              <p:txBody>
                <a:bodyPr/>
                <a:lstStyle/>
                <a:p>
                  <a:endParaRPr lang="zh-CN" altLang="en-US"/>
                </a:p>
              </p:txBody>
            </p:sp>
            <p:sp>
              <p:nvSpPr>
                <p:cNvPr id="39049" name="Freeform 368"/>
                <p:cNvSpPr/>
                <p:nvPr/>
              </p:nvSpPr>
              <p:spPr>
                <a:xfrm>
                  <a:off x="4961" y="2708"/>
                  <a:ext cx="106" cy="460"/>
                </a:xfrm>
                <a:custGeom>
                  <a:avLst/>
                  <a:gdLst/>
                  <a:ahLst/>
                  <a:cxnLst>
                    <a:cxn ang="0">
                      <a:pos x="105" y="0"/>
                    </a:cxn>
                    <a:cxn ang="0">
                      <a:pos x="105" y="459"/>
                    </a:cxn>
                    <a:cxn ang="0">
                      <a:pos x="0" y="411"/>
                    </a:cxn>
                    <a:cxn ang="0">
                      <a:pos x="0" y="48"/>
                    </a:cxn>
                    <a:cxn ang="0">
                      <a:pos x="105" y="0"/>
                    </a:cxn>
                  </a:cxnLst>
                  <a:rect l="0" t="0" r="0" b="0"/>
                  <a:pathLst>
                    <a:path w="106" h="460">
                      <a:moveTo>
                        <a:pt x="105" y="0"/>
                      </a:moveTo>
                      <a:lnTo>
                        <a:pt x="105" y="459"/>
                      </a:lnTo>
                      <a:lnTo>
                        <a:pt x="0" y="411"/>
                      </a:lnTo>
                      <a:lnTo>
                        <a:pt x="0" y="48"/>
                      </a:lnTo>
                      <a:lnTo>
                        <a:pt x="105" y="0"/>
                      </a:lnTo>
                    </a:path>
                  </a:pathLst>
                </a:custGeom>
                <a:solidFill>
                  <a:srgbClr val="7F5F3F"/>
                </a:solidFill>
                <a:ln w="12700" cap="rnd" cmpd="sng">
                  <a:solidFill>
                    <a:srgbClr val="000000"/>
                  </a:solidFill>
                  <a:prstDash val="solid"/>
                  <a:round/>
                  <a:headEnd type="none" w="med" len="med"/>
                  <a:tailEnd type="none" w="med" len="med"/>
                </a:ln>
              </p:spPr>
              <p:txBody>
                <a:bodyPr/>
                <a:lstStyle/>
                <a:p>
                  <a:endParaRPr lang="zh-CN" altLang="en-US"/>
                </a:p>
              </p:txBody>
            </p:sp>
            <p:sp>
              <p:nvSpPr>
                <p:cNvPr id="39050" name="Freeform 369"/>
                <p:cNvSpPr/>
                <p:nvPr/>
              </p:nvSpPr>
              <p:spPr>
                <a:xfrm>
                  <a:off x="4134" y="2523"/>
                  <a:ext cx="831" cy="830"/>
                </a:xfrm>
                <a:custGeom>
                  <a:avLst/>
                  <a:gdLst/>
                  <a:ahLst/>
                  <a:cxnLst>
                    <a:cxn ang="0">
                      <a:pos x="231" y="0"/>
                    </a:cxn>
                    <a:cxn ang="0">
                      <a:pos x="599" y="0"/>
                    </a:cxn>
                    <a:cxn ang="0">
                      <a:pos x="830" y="231"/>
                    </a:cxn>
                    <a:cxn ang="0">
                      <a:pos x="830" y="599"/>
                    </a:cxn>
                    <a:cxn ang="0">
                      <a:pos x="599" y="829"/>
                    </a:cxn>
                    <a:cxn ang="0">
                      <a:pos x="231" y="829"/>
                    </a:cxn>
                    <a:cxn ang="0">
                      <a:pos x="0" y="599"/>
                    </a:cxn>
                    <a:cxn ang="0">
                      <a:pos x="0" y="231"/>
                    </a:cxn>
                    <a:cxn ang="0">
                      <a:pos x="231" y="0"/>
                    </a:cxn>
                  </a:cxnLst>
                  <a:rect l="0" t="0" r="0" b="0"/>
                  <a:pathLst>
                    <a:path w="831" h="830">
                      <a:moveTo>
                        <a:pt x="231" y="0"/>
                      </a:moveTo>
                      <a:lnTo>
                        <a:pt x="599" y="0"/>
                      </a:lnTo>
                      <a:lnTo>
                        <a:pt x="830" y="231"/>
                      </a:lnTo>
                      <a:lnTo>
                        <a:pt x="830" y="599"/>
                      </a:lnTo>
                      <a:lnTo>
                        <a:pt x="599" y="829"/>
                      </a:lnTo>
                      <a:lnTo>
                        <a:pt x="231" y="829"/>
                      </a:lnTo>
                      <a:lnTo>
                        <a:pt x="0" y="599"/>
                      </a:lnTo>
                      <a:lnTo>
                        <a:pt x="0" y="231"/>
                      </a:lnTo>
                      <a:lnTo>
                        <a:pt x="231" y="0"/>
                      </a:lnTo>
                    </a:path>
                  </a:pathLst>
                </a:custGeom>
                <a:solidFill>
                  <a:srgbClr val="DFDFDF"/>
                </a:solidFill>
                <a:ln w="12700" cap="rnd" cmpd="sng">
                  <a:solidFill>
                    <a:srgbClr val="000000"/>
                  </a:solidFill>
                  <a:prstDash val="solid"/>
                  <a:round/>
                  <a:headEnd type="none" w="med" len="med"/>
                  <a:tailEnd type="none" w="med" len="med"/>
                </a:ln>
              </p:spPr>
              <p:txBody>
                <a:bodyPr/>
                <a:lstStyle/>
                <a:p>
                  <a:endParaRPr lang="zh-CN" altLang="en-US"/>
                </a:p>
              </p:txBody>
            </p:sp>
            <p:sp>
              <p:nvSpPr>
                <p:cNvPr id="39051" name="Freeform 370"/>
                <p:cNvSpPr/>
                <p:nvPr/>
              </p:nvSpPr>
              <p:spPr>
                <a:xfrm>
                  <a:off x="4150" y="2539"/>
                  <a:ext cx="799" cy="798"/>
                </a:xfrm>
                <a:custGeom>
                  <a:avLst/>
                  <a:gdLst/>
                  <a:ahLst/>
                  <a:cxnLst>
                    <a:cxn ang="0">
                      <a:pos x="222" y="0"/>
                    </a:cxn>
                    <a:cxn ang="0">
                      <a:pos x="576" y="0"/>
                    </a:cxn>
                    <a:cxn ang="0">
                      <a:pos x="798" y="222"/>
                    </a:cxn>
                    <a:cxn ang="0">
                      <a:pos x="798" y="576"/>
                    </a:cxn>
                    <a:cxn ang="0">
                      <a:pos x="576" y="797"/>
                    </a:cxn>
                    <a:cxn ang="0">
                      <a:pos x="222" y="797"/>
                    </a:cxn>
                    <a:cxn ang="0">
                      <a:pos x="0" y="576"/>
                    </a:cxn>
                    <a:cxn ang="0">
                      <a:pos x="0" y="222"/>
                    </a:cxn>
                    <a:cxn ang="0">
                      <a:pos x="222" y="0"/>
                    </a:cxn>
                  </a:cxnLst>
                  <a:rect l="0" t="0" r="0" b="0"/>
                  <a:pathLst>
                    <a:path w="799" h="798">
                      <a:moveTo>
                        <a:pt x="222" y="0"/>
                      </a:moveTo>
                      <a:lnTo>
                        <a:pt x="576" y="0"/>
                      </a:lnTo>
                      <a:lnTo>
                        <a:pt x="798" y="222"/>
                      </a:lnTo>
                      <a:lnTo>
                        <a:pt x="798" y="576"/>
                      </a:lnTo>
                      <a:lnTo>
                        <a:pt x="576" y="797"/>
                      </a:lnTo>
                      <a:lnTo>
                        <a:pt x="222" y="797"/>
                      </a:lnTo>
                      <a:lnTo>
                        <a:pt x="0" y="576"/>
                      </a:lnTo>
                      <a:lnTo>
                        <a:pt x="0" y="222"/>
                      </a:lnTo>
                      <a:lnTo>
                        <a:pt x="222"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9052" name="Freeform 371"/>
                <p:cNvSpPr/>
                <p:nvPr/>
              </p:nvSpPr>
              <p:spPr>
                <a:xfrm>
                  <a:off x="4166" y="2555"/>
                  <a:ext cx="766" cy="766"/>
                </a:xfrm>
                <a:custGeom>
                  <a:avLst/>
                  <a:gdLst/>
                  <a:ahLst/>
                  <a:cxnLst>
                    <a:cxn ang="0">
                      <a:pos x="213" y="0"/>
                    </a:cxn>
                    <a:cxn ang="0">
                      <a:pos x="553" y="0"/>
                    </a:cxn>
                    <a:cxn ang="0">
                      <a:pos x="765" y="213"/>
                    </a:cxn>
                    <a:cxn ang="0">
                      <a:pos x="765" y="553"/>
                    </a:cxn>
                    <a:cxn ang="0">
                      <a:pos x="553" y="765"/>
                    </a:cxn>
                    <a:cxn ang="0">
                      <a:pos x="213" y="765"/>
                    </a:cxn>
                    <a:cxn ang="0">
                      <a:pos x="0" y="553"/>
                    </a:cxn>
                    <a:cxn ang="0">
                      <a:pos x="0" y="213"/>
                    </a:cxn>
                    <a:cxn ang="0">
                      <a:pos x="213" y="0"/>
                    </a:cxn>
                  </a:cxnLst>
                  <a:rect l="0" t="0" r="0" b="0"/>
                  <a:pathLst>
                    <a:path w="766" h="766">
                      <a:moveTo>
                        <a:pt x="213" y="0"/>
                      </a:moveTo>
                      <a:lnTo>
                        <a:pt x="553" y="0"/>
                      </a:lnTo>
                      <a:lnTo>
                        <a:pt x="765" y="213"/>
                      </a:lnTo>
                      <a:lnTo>
                        <a:pt x="765" y="553"/>
                      </a:lnTo>
                      <a:lnTo>
                        <a:pt x="553" y="765"/>
                      </a:lnTo>
                      <a:lnTo>
                        <a:pt x="213" y="765"/>
                      </a:lnTo>
                      <a:lnTo>
                        <a:pt x="0" y="553"/>
                      </a:lnTo>
                      <a:lnTo>
                        <a:pt x="0" y="213"/>
                      </a:lnTo>
                      <a:lnTo>
                        <a:pt x="213"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9053" name="Freeform 372"/>
                <p:cNvSpPr/>
                <p:nvPr/>
              </p:nvSpPr>
              <p:spPr>
                <a:xfrm>
                  <a:off x="4320" y="2709"/>
                  <a:ext cx="459" cy="459"/>
                </a:xfrm>
                <a:custGeom>
                  <a:avLst/>
                  <a:gdLst/>
                  <a:ahLst/>
                  <a:cxnLst>
                    <a:cxn ang="0">
                      <a:pos x="127" y="0"/>
                    </a:cxn>
                    <a:cxn ang="0">
                      <a:pos x="331" y="0"/>
                    </a:cxn>
                    <a:cxn ang="0">
                      <a:pos x="458" y="127"/>
                    </a:cxn>
                    <a:cxn ang="0">
                      <a:pos x="458" y="330"/>
                    </a:cxn>
                    <a:cxn ang="0">
                      <a:pos x="331" y="458"/>
                    </a:cxn>
                    <a:cxn ang="0">
                      <a:pos x="127" y="458"/>
                    </a:cxn>
                    <a:cxn ang="0">
                      <a:pos x="0" y="330"/>
                    </a:cxn>
                    <a:cxn ang="0">
                      <a:pos x="0" y="127"/>
                    </a:cxn>
                    <a:cxn ang="0">
                      <a:pos x="127" y="0"/>
                    </a:cxn>
                  </a:cxnLst>
                  <a:rect l="0" t="0" r="0" b="0"/>
                  <a:pathLst>
                    <a:path w="459" h="459">
                      <a:moveTo>
                        <a:pt x="127" y="0"/>
                      </a:moveTo>
                      <a:lnTo>
                        <a:pt x="331" y="0"/>
                      </a:lnTo>
                      <a:lnTo>
                        <a:pt x="458" y="127"/>
                      </a:lnTo>
                      <a:lnTo>
                        <a:pt x="458" y="330"/>
                      </a:lnTo>
                      <a:lnTo>
                        <a:pt x="331" y="458"/>
                      </a:lnTo>
                      <a:lnTo>
                        <a:pt x="127" y="458"/>
                      </a:lnTo>
                      <a:lnTo>
                        <a:pt x="0" y="330"/>
                      </a:lnTo>
                      <a:lnTo>
                        <a:pt x="0" y="127"/>
                      </a:lnTo>
                      <a:lnTo>
                        <a:pt x="127" y="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39054" name="Oval 373"/>
                <p:cNvSpPr/>
                <p:nvPr/>
              </p:nvSpPr>
              <p:spPr>
                <a:xfrm>
                  <a:off x="4527" y="2917"/>
                  <a:ext cx="44" cy="42"/>
                </a:xfrm>
                <a:prstGeom prst="ellipse">
                  <a:avLst/>
                </a:prstGeom>
                <a:solidFill>
                  <a:srgbClr val="FFFFFF"/>
                </a:solidFill>
                <a:ln w="12700" cap="flat" cmpd="sng">
                  <a:solidFill>
                    <a:srgbClr val="000000"/>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55" name="Oval 374"/>
                <p:cNvSpPr/>
                <p:nvPr/>
              </p:nvSpPr>
              <p:spPr>
                <a:xfrm>
                  <a:off x="4533" y="2922"/>
                  <a:ext cx="31" cy="30"/>
                </a:xfrm>
                <a:prstGeom prst="ellipse">
                  <a:avLst/>
                </a:prstGeom>
                <a:solidFill>
                  <a:srgbClr val="FFFFFF"/>
                </a:solidFill>
                <a:ln w="12700" cap="flat" cmpd="sng">
                  <a:solidFill>
                    <a:srgbClr val="000000"/>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056" name="Oval 375"/>
                <p:cNvSpPr/>
                <p:nvPr/>
              </p:nvSpPr>
              <p:spPr>
                <a:xfrm>
                  <a:off x="4726" y="2658"/>
                  <a:ext cx="43" cy="47"/>
                </a:xfrm>
                <a:prstGeom prst="ellipse">
                  <a:avLst/>
                </a:prstGeom>
                <a:solidFill>
                  <a:srgbClr val="FFFFFF"/>
                </a:solidFill>
                <a:ln w="12700">
                  <a:noFill/>
                </a:ln>
              </p:spPr>
              <p:txBody>
                <a:bodyPr wrap="none" anchor="ctr"/>
                <a:lstStyle/>
                <a:p>
                  <a:endParaRPr lang="zh-CN" altLang="en-US" dirty="0">
                    <a:latin typeface="Times New Roman" panose="02020603050405020304" pitchFamily="18" charset="0"/>
                  </a:endParaRPr>
                </a:p>
              </p:txBody>
            </p:sp>
            <p:sp>
              <p:nvSpPr>
                <p:cNvPr id="39057" name="Oval 376"/>
                <p:cNvSpPr/>
                <p:nvPr/>
              </p:nvSpPr>
              <p:spPr>
                <a:xfrm>
                  <a:off x="4721" y="2700"/>
                  <a:ext cx="26" cy="29"/>
                </a:xfrm>
                <a:prstGeom prst="ellipse">
                  <a:avLst/>
                </a:prstGeom>
                <a:solidFill>
                  <a:srgbClr val="FFFFFF"/>
                </a:solidFill>
                <a:ln w="12700">
                  <a:noFill/>
                </a:ln>
              </p:spPr>
              <p:txBody>
                <a:bodyPr wrap="none" anchor="ctr"/>
                <a:lstStyle/>
                <a:p>
                  <a:endParaRPr lang="zh-CN" altLang="en-US" dirty="0">
                    <a:latin typeface="Times New Roman" panose="02020603050405020304" pitchFamily="18" charset="0"/>
                  </a:endParaRPr>
                </a:p>
              </p:txBody>
            </p:sp>
            <p:sp>
              <p:nvSpPr>
                <p:cNvPr id="39058" name="Rectangle 377"/>
                <p:cNvSpPr/>
                <p:nvPr/>
              </p:nvSpPr>
              <p:spPr>
                <a:xfrm>
                  <a:off x="4426" y="2551"/>
                  <a:ext cx="239"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Xll</a:t>
                  </a:r>
                  <a:endParaRPr lang="en-US" altLang="zh-CN" sz="1200" b="1" dirty="0">
                    <a:latin typeface="Times New Roman" panose="02020603050405020304" pitchFamily="18" charset="0"/>
                  </a:endParaRPr>
                </a:p>
              </p:txBody>
            </p:sp>
            <p:sp>
              <p:nvSpPr>
                <p:cNvPr id="39059" name="Rectangle 378"/>
                <p:cNvSpPr/>
                <p:nvPr/>
              </p:nvSpPr>
              <p:spPr>
                <a:xfrm rot="10800000" flipH="1">
                  <a:off x="4458" y="3158"/>
                  <a:ext cx="212"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Vl</a:t>
                  </a:r>
                  <a:endParaRPr lang="en-US" altLang="zh-CN" sz="1200" b="1" dirty="0">
                    <a:latin typeface="Times New Roman" panose="02020603050405020304" pitchFamily="18" charset="0"/>
                  </a:endParaRPr>
                </a:p>
              </p:txBody>
            </p:sp>
            <p:sp>
              <p:nvSpPr>
                <p:cNvPr id="39060" name="Rectangle 379"/>
                <p:cNvSpPr/>
                <p:nvPr/>
              </p:nvSpPr>
              <p:spPr>
                <a:xfrm rot="5340000">
                  <a:off x="4156" y="2848"/>
                  <a:ext cx="212"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a:latin typeface="Times New Roman" panose="02020603050405020304" pitchFamily="18" charset="0"/>
                    </a:rPr>
                    <a:t>Xl</a:t>
                  </a:r>
                </a:p>
              </p:txBody>
            </p:sp>
            <p:sp>
              <p:nvSpPr>
                <p:cNvPr id="39061" name="Rectangle 380"/>
                <p:cNvSpPr/>
                <p:nvPr/>
              </p:nvSpPr>
              <p:spPr>
                <a:xfrm rot="5340000">
                  <a:off x="4764" y="2833"/>
                  <a:ext cx="197"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lll</a:t>
                  </a:r>
                  <a:endParaRPr lang="en-US" altLang="zh-CN" sz="1200" b="1" dirty="0">
                    <a:latin typeface="Times New Roman" panose="02020603050405020304" pitchFamily="18" charset="0"/>
                  </a:endParaRPr>
                </a:p>
              </p:txBody>
            </p:sp>
            <p:sp>
              <p:nvSpPr>
                <p:cNvPr id="39062" name="Rectangle 381"/>
                <p:cNvSpPr/>
                <p:nvPr/>
              </p:nvSpPr>
              <p:spPr>
                <a:xfrm rot="3060000">
                  <a:off x="4646" y="2562"/>
                  <a:ext cx="142"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a:latin typeface="Times New Roman" panose="02020603050405020304" pitchFamily="18" charset="0"/>
                    </a:rPr>
                    <a:t>l</a:t>
                  </a:r>
                </a:p>
              </p:txBody>
            </p:sp>
            <p:sp>
              <p:nvSpPr>
                <p:cNvPr id="39063" name="Rectangle 382"/>
                <p:cNvSpPr/>
                <p:nvPr/>
              </p:nvSpPr>
              <p:spPr>
                <a:xfrm rot="3060000">
                  <a:off x="4709" y="2639"/>
                  <a:ext cx="170"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ll</a:t>
                  </a:r>
                  <a:endParaRPr lang="en-US" altLang="zh-CN" sz="1200" b="1" dirty="0">
                    <a:latin typeface="Times New Roman" panose="02020603050405020304" pitchFamily="18" charset="0"/>
                  </a:endParaRPr>
                </a:p>
              </p:txBody>
            </p:sp>
            <p:sp>
              <p:nvSpPr>
                <p:cNvPr id="39064" name="Rectangle 383"/>
                <p:cNvSpPr/>
                <p:nvPr/>
              </p:nvSpPr>
              <p:spPr>
                <a:xfrm rot="7440000">
                  <a:off x="4729" y="2985"/>
                  <a:ext cx="212"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lV</a:t>
                  </a:r>
                  <a:endParaRPr lang="en-US" altLang="zh-CN" sz="1200" b="1" dirty="0">
                    <a:latin typeface="Times New Roman" panose="02020603050405020304" pitchFamily="18" charset="0"/>
                  </a:endParaRPr>
                </a:p>
              </p:txBody>
            </p:sp>
            <p:sp>
              <p:nvSpPr>
                <p:cNvPr id="39065" name="Rectangle 384"/>
                <p:cNvSpPr/>
                <p:nvPr/>
              </p:nvSpPr>
              <p:spPr>
                <a:xfrm rot="7440000">
                  <a:off x="4646" y="3107"/>
                  <a:ext cx="185"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a:latin typeface="Times New Roman" panose="02020603050405020304" pitchFamily="18" charset="0"/>
                    </a:rPr>
                    <a:t>V</a:t>
                  </a:r>
                </a:p>
              </p:txBody>
            </p:sp>
            <p:sp>
              <p:nvSpPr>
                <p:cNvPr id="39066" name="Rectangle 385"/>
                <p:cNvSpPr/>
                <p:nvPr/>
              </p:nvSpPr>
              <p:spPr>
                <a:xfrm rot="13380000" flipH="1">
                  <a:off x="4288" y="3134"/>
                  <a:ext cx="239"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Vll</a:t>
                  </a:r>
                  <a:endParaRPr lang="en-US" altLang="zh-CN" sz="1200" b="1" dirty="0">
                    <a:latin typeface="Times New Roman" panose="02020603050405020304" pitchFamily="18" charset="0"/>
                  </a:endParaRPr>
                </a:p>
              </p:txBody>
            </p:sp>
            <p:sp>
              <p:nvSpPr>
                <p:cNvPr id="39067" name="Rectangle 386"/>
                <p:cNvSpPr/>
                <p:nvPr/>
              </p:nvSpPr>
              <p:spPr>
                <a:xfrm rot="13380000" flipH="1">
                  <a:off x="4154" y="3011"/>
                  <a:ext cx="267"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Vlll</a:t>
                  </a:r>
                  <a:endParaRPr lang="en-US" altLang="zh-CN" sz="1200" b="1" dirty="0">
                    <a:latin typeface="Times New Roman" panose="02020603050405020304" pitchFamily="18" charset="0"/>
                  </a:endParaRPr>
                </a:p>
              </p:txBody>
            </p:sp>
            <p:sp>
              <p:nvSpPr>
                <p:cNvPr id="39068" name="Rectangle 387"/>
                <p:cNvSpPr/>
                <p:nvPr/>
              </p:nvSpPr>
              <p:spPr>
                <a:xfrm rot="7020000">
                  <a:off x="4188" y="2700"/>
                  <a:ext cx="185"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a:latin typeface="Times New Roman" panose="02020603050405020304" pitchFamily="18" charset="0"/>
                    </a:rPr>
                    <a:t>X</a:t>
                  </a:r>
                </a:p>
              </p:txBody>
            </p:sp>
            <p:sp>
              <p:nvSpPr>
                <p:cNvPr id="39069" name="Rectangle 388"/>
                <p:cNvSpPr/>
                <p:nvPr/>
              </p:nvSpPr>
              <p:spPr>
                <a:xfrm rot="7740000">
                  <a:off x="4278" y="2590"/>
                  <a:ext cx="212" cy="173"/>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sz="1200" b="1" dirty="0" err="1">
                      <a:latin typeface="Times New Roman" panose="02020603050405020304" pitchFamily="18" charset="0"/>
                    </a:rPr>
                    <a:t>lX</a:t>
                  </a:r>
                  <a:endParaRPr lang="en-US" altLang="zh-CN" sz="1200" b="1" dirty="0">
                    <a:latin typeface="Times New Roman" panose="02020603050405020304" pitchFamily="18" charset="0"/>
                  </a:endParaRPr>
                </a:p>
              </p:txBody>
            </p:sp>
          </p:grpSp>
          <p:grpSp>
            <p:nvGrpSpPr>
              <p:cNvPr id="39070" name="Group 389"/>
              <p:cNvGrpSpPr/>
              <p:nvPr/>
            </p:nvGrpSpPr>
            <p:grpSpPr>
              <a:xfrm>
                <a:off x="4553" y="2946"/>
                <a:ext cx="252" cy="76"/>
                <a:chOff x="4553" y="2946"/>
                <a:chExt cx="252" cy="76"/>
              </a:xfrm>
            </p:grpSpPr>
            <p:sp>
              <p:nvSpPr>
                <p:cNvPr id="39071" name="Line 390"/>
                <p:cNvSpPr/>
                <p:nvPr/>
              </p:nvSpPr>
              <p:spPr>
                <a:xfrm>
                  <a:off x="4553" y="2946"/>
                  <a:ext cx="237" cy="65"/>
                </a:xfrm>
                <a:prstGeom prst="line">
                  <a:avLst/>
                </a:prstGeom>
                <a:ln w="12700" cap="flat" cmpd="sng">
                  <a:solidFill>
                    <a:srgbClr val="B2B2B2"/>
                  </a:solidFill>
                  <a:prstDash val="solid"/>
                  <a:headEnd type="none" w="med" len="med"/>
                  <a:tailEnd type="triangle" w="med" len="med"/>
                </a:ln>
              </p:spPr>
            </p:sp>
            <p:sp>
              <p:nvSpPr>
                <p:cNvPr id="39072" name="Line 391"/>
                <p:cNvSpPr/>
                <p:nvPr/>
              </p:nvSpPr>
              <p:spPr>
                <a:xfrm>
                  <a:off x="4568" y="2957"/>
                  <a:ext cx="237" cy="65"/>
                </a:xfrm>
                <a:prstGeom prst="line">
                  <a:avLst/>
                </a:prstGeom>
                <a:ln w="12700" cap="flat" cmpd="sng">
                  <a:solidFill>
                    <a:schemeClr val="tx1"/>
                  </a:solidFill>
                  <a:prstDash val="solid"/>
                  <a:headEnd type="none" w="med" len="med"/>
                  <a:tailEnd type="triangle" w="med" len="med"/>
                </a:ln>
              </p:spPr>
            </p:sp>
          </p:grpSp>
        </p:grpSp>
      </p:grpSp>
      <p:sp>
        <p:nvSpPr>
          <p:cNvPr id="161" name="矩形 160"/>
          <p:cNvSpPr/>
          <p:nvPr/>
        </p:nvSpPr>
        <p:spPr>
          <a:xfrm>
            <a:off x="4503215" y="558941"/>
            <a:ext cx="3293146" cy="707886"/>
          </a:xfrm>
          <a:prstGeom prst="rect">
            <a:avLst/>
          </a:prstGeom>
        </p:spPr>
        <p:txBody>
          <a:bodyPr wrap="none">
            <a:spAutoFit/>
          </a:bodyPr>
          <a:lstStyle/>
          <a:p>
            <a:r>
              <a:rPr lang="en-US" altLang="zh-CN" sz="4000" b="1" dirty="0">
                <a:ea typeface="+mj-ea"/>
              </a:rPr>
              <a:t>GPS</a:t>
            </a:r>
            <a:r>
              <a:rPr lang="zh-CN" altLang="en-US" sz="4000" b="1" dirty="0">
                <a:ea typeface="+mj-ea"/>
              </a:rPr>
              <a:t>定位</a:t>
            </a:r>
            <a:r>
              <a:rPr lang="zh-CN" altLang="en-US" sz="4000" b="1" dirty="0" smtClean="0">
                <a:ea typeface="+mj-ea"/>
              </a:rPr>
              <a:t>原理</a:t>
            </a:r>
            <a:endParaRPr lang="zh-CN" altLang="en-US" b="1" dirty="0">
              <a:ea typeface="+mj-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 calcmode="lin" valueType="num">
                                      <p:cBhvr additive="base">
                                        <p:cTn id="7" dur="500" fill="hold"/>
                                        <p:tgtEl>
                                          <p:spTgt spid="235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4">
                                            <p:txEl>
                                              <p:pRg st="1" end="1"/>
                                            </p:txEl>
                                          </p:spTgt>
                                        </p:tgtEl>
                                        <p:attrNameLst>
                                          <p:attrName>style.visibility</p:attrName>
                                        </p:attrNameLst>
                                      </p:cBhvr>
                                      <p:to>
                                        <p:strVal val="visible"/>
                                      </p:to>
                                    </p:set>
                                    <p:anim calcmode="lin" valueType="num">
                                      <p:cBhvr additive="base">
                                        <p:cTn id="13" dur="500" fill="hold"/>
                                        <p:tgtEl>
                                          <p:spTgt spid="2355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idx="1"/>
          </p:nvPr>
        </p:nvSpPr>
        <p:spPr>
          <a:xfrm>
            <a:off x="1508166" y="1401282"/>
            <a:ext cx="9120250" cy="5415148"/>
          </a:xfrm>
        </p:spPr>
        <p:txBody>
          <a:bodyPr vert="horz" wrap="square" lIns="91440" tIns="45720" rIns="91440" bIns="45720" anchor="t"/>
          <a:lstStyle/>
          <a:p>
            <a:pPr algn="just"/>
            <a:r>
              <a:rPr lang="en-US" altLang="zh-CN" sz="2400" dirty="0"/>
              <a:t> </a:t>
            </a:r>
            <a:r>
              <a:rPr lang="en-US" altLang="zh-CN" sz="2400" dirty="0" smtClean="0"/>
              <a:t>  </a:t>
            </a:r>
            <a:r>
              <a:rPr lang="zh-CN" altLang="en-US" sz="2400" dirty="0" smtClean="0"/>
              <a:t>     用</a:t>
            </a:r>
            <a:r>
              <a:rPr lang="en-US" altLang="zh-CN" sz="2400" dirty="0"/>
              <a:t>GPS</a:t>
            </a:r>
            <a:r>
              <a:rPr lang="zh-CN" altLang="en-US" sz="2400" dirty="0"/>
              <a:t>进行定位测量的目的是求出测站点的三维坐标（</a:t>
            </a:r>
            <a:r>
              <a:rPr lang="en-US" altLang="zh-CN" sz="2400" dirty="0" err="1"/>
              <a:t>x,y,z</a:t>
            </a:r>
            <a:r>
              <a:rPr lang="zh-CN" altLang="en-US" sz="2400" dirty="0"/>
              <a:t>）（现未知）。由传统的测量原理可知，欲求得三个未知数，至少需要三个观测量，即必要观测数为</a:t>
            </a:r>
            <a:r>
              <a:rPr lang="en-US" altLang="zh-CN" sz="2400" dirty="0"/>
              <a:t>3</a:t>
            </a:r>
            <a:r>
              <a:rPr lang="zh-CN" altLang="en-US" sz="2400" dirty="0"/>
              <a:t>。因此，必须同时测定三颗卫星的导航信号，即需测量接收机至三颗卫星的距离</a:t>
            </a:r>
            <a:r>
              <a:rPr lang="en-US" altLang="zh-CN" sz="2400" dirty="0"/>
              <a:t>D</a:t>
            </a:r>
            <a:r>
              <a:rPr lang="en-US" altLang="zh-CN" sz="2400" baseline="-25000" dirty="0"/>
              <a:t>1</a:t>
            </a:r>
            <a:r>
              <a:rPr lang="zh-CN" altLang="en-US" sz="2400" dirty="0"/>
              <a:t>、</a:t>
            </a:r>
            <a:r>
              <a:rPr lang="en-US" altLang="zh-CN" sz="2400" dirty="0"/>
              <a:t>D</a:t>
            </a:r>
            <a:r>
              <a:rPr lang="en-US" altLang="zh-CN" sz="2400" baseline="-25000" dirty="0"/>
              <a:t>2</a:t>
            </a:r>
            <a:r>
              <a:rPr lang="zh-CN" altLang="en-US" sz="2400" dirty="0"/>
              <a:t>和</a:t>
            </a:r>
            <a:r>
              <a:rPr lang="en-US" altLang="zh-CN" sz="2400" dirty="0"/>
              <a:t>D</a:t>
            </a:r>
            <a:r>
              <a:rPr lang="en-US" altLang="zh-CN" sz="2400" baseline="-25000" dirty="0"/>
              <a:t>3</a:t>
            </a:r>
            <a:r>
              <a:rPr lang="zh-CN" altLang="en-US" sz="2400" dirty="0"/>
              <a:t>。设这三颗卫星发送信号时所处位置的坐标分别为（</a:t>
            </a:r>
            <a:r>
              <a:rPr lang="en-US" altLang="zh-CN" sz="2400" dirty="0"/>
              <a:t>x</a:t>
            </a:r>
            <a:r>
              <a:rPr lang="en-US" altLang="zh-CN" sz="2400" baseline="-25000" dirty="0"/>
              <a:t>1</a:t>
            </a:r>
            <a:r>
              <a:rPr lang="en-US" altLang="zh-CN" sz="2400" dirty="0"/>
              <a:t>,y</a:t>
            </a:r>
            <a:r>
              <a:rPr lang="en-US" altLang="zh-CN" sz="2400" baseline="-25000" dirty="0"/>
              <a:t>1</a:t>
            </a:r>
            <a:r>
              <a:rPr lang="en-US" altLang="zh-CN" sz="2400" dirty="0"/>
              <a:t>,z</a:t>
            </a:r>
            <a:r>
              <a:rPr lang="en-US" altLang="zh-CN" sz="2400" baseline="-25000" dirty="0"/>
              <a:t>1</a:t>
            </a:r>
            <a:r>
              <a:rPr lang="zh-CN" altLang="en-US" sz="2400" dirty="0"/>
              <a:t>）、（</a:t>
            </a:r>
            <a:r>
              <a:rPr lang="en-US" altLang="zh-CN" sz="2400" dirty="0"/>
              <a:t>x</a:t>
            </a:r>
            <a:r>
              <a:rPr lang="en-US" altLang="zh-CN" sz="2400" baseline="-25000" dirty="0"/>
              <a:t>2</a:t>
            </a:r>
            <a:r>
              <a:rPr lang="en-US" altLang="zh-CN" sz="2400" dirty="0"/>
              <a:t>,y</a:t>
            </a:r>
            <a:r>
              <a:rPr lang="en-US" altLang="zh-CN" sz="2400" baseline="-25000" dirty="0"/>
              <a:t>2</a:t>
            </a:r>
            <a:r>
              <a:rPr lang="en-US" altLang="zh-CN" sz="2400" dirty="0"/>
              <a:t>,z</a:t>
            </a:r>
            <a:r>
              <a:rPr lang="en-US" altLang="zh-CN" sz="2400" baseline="-25000" dirty="0"/>
              <a:t>2</a:t>
            </a:r>
            <a:r>
              <a:rPr lang="zh-CN" altLang="en-US" sz="2400" dirty="0"/>
              <a:t>）和（</a:t>
            </a:r>
            <a:r>
              <a:rPr lang="en-US" altLang="zh-CN" sz="2400" dirty="0"/>
              <a:t>x</a:t>
            </a:r>
            <a:r>
              <a:rPr lang="en-US" altLang="zh-CN" sz="2400" baseline="-25000" dirty="0"/>
              <a:t>3</a:t>
            </a:r>
            <a:r>
              <a:rPr lang="en-US" altLang="zh-CN" sz="2400" dirty="0"/>
              <a:t>,y</a:t>
            </a:r>
            <a:r>
              <a:rPr lang="en-US" altLang="zh-CN" sz="2400" baseline="-25000" dirty="0"/>
              <a:t>3</a:t>
            </a:r>
            <a:r>
              <a:rPr lang="en-US" altLang="zh-CN" sz="2400" dirty="0"/>
              <a:t>,z</a:t>
            </a:r>
            <a:r>
              <a:rPr lang="en-US" altLang="zh-CN" sz="2400" baseline="-25000" dirty="0"/>
              <a:t>3</a:t>
            </a:r>
            <a:r>
              <a:rPr lang="zh-CN" altLang="en-US" sz="2400" dirty="0"/>
              <a:t>）</a:t>
            </a:r>
            <a:r>
              <a:rPr lang="en-US" altLang="zh-CN" sz="2400" dirty="0"/>
              <a:t>,</a:t>
            </a:r>
            <a:r>
              <a:rPr lang="zh-CN" altLang="en-US" sz="2400" dirty="0"/>
              <a:t>则有：</a:t>
            </a:r>
          </a:p>
          <a:p>
            <a:pPr>
              <a:buClr>
                <a:schemeClr val="accent2"/>
              </a:buClr>
              <a:buSzPct val="80000"/>
              <a:buFont typeface="Wingdings" panose="05000000000000000000" pitchFamily="2" charset="2"/>
            </a:pPr>
            <a:r>
              <a:rPr lang="zh-CN" altLang="en-US" sz="2400" dirty="0"/>
              <a:t>（</a:t>
            </a:r>
            <a:r>
              <a:rPr lang="en-US" altLang="zh-CN" sz="2400" dirty="0"/>
              <a:t>x</a:t>
            </a:r>
            <a:r>
              <a:rPr lang="en-US" altLang="zh-CN" sz="2400" baseline="-25000" dirty="0"/>
              <a:t>1</a:t>
            </a:r>
            <a:r>
              <a:rPr lang="en-US" altLang="zh-CN" sz="2400" dirty="0"/>
              <a:t>-x</a:t>
            </a:r>
            <a:r>
              <a:rPr lang="zh-CN" altLang="en-US" sz="2400" dirty="0"/>
              <a:t>）</a:t>
            </a:r>
            <a:r>
              <a:rPr lang="en-US" altLang="zh-CN" sz="2400" baseline="30000" dirty="0"/>
              <a:t>2</a:t>
            </a:r>
            <a:r>
              <a:rPr lang="en-US" altLang="zh-CN" sz="2400" dirty="0"/>
              <a:t>+(y</a:t>
            </a:r>
            <a:r>
              <a:rPr lang="en-US" altLang="zh-CN" sz="2400" baseline="-25000" dirty="0"/>
              <a:t>1</a:t>
            </a:r>
            <a:r>
              <a:rPr lang="en-US" altLang="zh-CN" sz="2400" dirty="0"/>
              <a:t>-y)</a:t>
            </a:r>
            <a:r>
              <a:rPr lang="en-US" altLang="zh-CN" sz="2400" baseline="30000" dirty="0"/>
              <a:t>2</a:t>
            </a:r>
            <a:r>
              <a:rPr lang="en-US" altLang="zh-CN" sz="2400" dirty="0"/>
              <a:t>+(z</a:t>
            </a:r>
            <a:r>
              <a:rPr lang="en-US" altLang="zh-CN" sz="2400" baseline="-25000" dirty="0"/>
              <a:t>1</a:t>
            </a:r>
            <a:r>
              <a:rPr lang="en-US" altLang="zh-CN" sz="2400" dirty="0"/>
              <a:t>-z</a:t>
            </a:r>
            <a:r>
              <a:rPr lang="en-US" altLang="zh-CN" sz="2400" baseline="30000" dirty="0"/>
              <a:t>)2</a:t>
            </a:r>
            <a:r>
              <a:rPr lang="en-US" altLang="zh-CN" sz="2400" dirty="0"/>
              <a:t> = D</a:t>
            </a:r>
            <a:r>
              <a:rPr lang="en-US" altLang="zh-CN" sz="2400" baseline="-25000" dirty="0"/>
              <a:t>1</a:t>
            </a:r>
            <a:r>
              <a:rPr lang="en-US" altLang="zh-CN" sz="2400" baseline="30000" dirty="0"/>
              <a:t>2</a:t>
            </a:r>
          </a:p>
          <a:p>
            <a:pPr>
              <a:buClr>
                <a:schemeClr val="accent2"/>
              </a:buClr>
              <a:buSzPct val="80000"/>
              <a:buFont typeface="Wingdings" panose="05000000000000000000" pitchFamily="2" charset="2"/>
            </a:pPr>
            <a:r>
              <a:rPr lang="zh-CN" altLang="en-US" sz="2400" dirty="0"/>
              <a:t>（</a:t>
            </a:r>
            <a:r>
              <a:rPr lang="en-US" altLang="zh-CN" sz="2400" dirty="0"/>
              <a:t>x</a:t>
            </a:r>
            <a:r>
              <a:rPr lang="en-US" altLang="zh-CN" sz="2400" baseline="-25000" dirty="0"/>
              <a:t>2</a:t>
            </a:r>
            <a:r>
              <a:rPr lang="en-US" altLang="zh-CN" sz="2400" dirty="0"/>
              <a:t>-x</a:t>
            </a:r>
            <a:r>
              <a:rPr lang="zh-CN" altLang="en-US" sz="2400" dirty="0"/>
              <a:t>）</a:t>
            </a:r>
            <a:r>
              <a:rPr lang="en-US" altLang="zh-CN" sz="2400" baseline="30000" dirty="0"/>
              <a:t>2</a:t>
            </a:r>
            <a:r>
              <a:rPr lang="en-US" altLang="zh-CN" sz="2400" dirty="0"/>
              <a:t>+(y</a:t>
            </a:r>
            <a:r>
              <a:rPr lang="en-US" altLang="zh-CN" sz="2400" baseline="-25000" dirty="0"/>
              <a:t>2</a:t>
            </a:r>
            <a:r>
              <a:rPr lang="en-US" altLang="zh-CN" sz="2400" dirty="0"/>
              <a:t>-y)</a:t>
            </a:r>
            <a:r>
              <a:rPr lang="en-US" altLang="zh-CN" sz="2400" baseline="30000" dirty="0"/>
              <a:t>2</a:t>
            </a:r>
            <a:r>
              <a:rPr lang="en-US" altLang="zh-CN" sz="2400" dirty="0"/>
              <a:t>+(z</a:t>
            </a:r>
            <a:r>
              <a:rPr lang="en-US" altLang="zh-CN" sz="2400" baseline="-25000" dirty="0"/>
              <a:t>2</a:t>
            </a:r>
            <a:r>
              <a:rPr lang="en-US" altLang="zh-CN" sz="2400" dirty="0"/>
              <a:t>-z)</a:t>
            </a:r>
            <a:r>
              <a:rPr lang="en-US" altLang="zh-CN" sz="2400" baseline="30000" dirty="0"/>
              <a:t>2</a:t>
            </a:r>
            <a:r>
              <a:rPr lang="en-US" altLang="zh-CN" sz="2400" dirty="0"/>
              <a:t> = D</a:t>
            </a:r>
            <a:r>
              <a:rPr lang="en-US" altLang="zh-CN" sz="2400" baseline="-25000" dirty="0"/>
              <a:t>2</a:t>
            </a:r>
            <a:r>
              <a:rPr lang="en-US" altLang="zh-CN" sz="2400" baseline="30000" dirty="0"/>
              <a:t>2</a:t>
            </a:r>
          </a:p>
          <a:p>
            <a:pPr>
              <a:buClr>
                <a:schemeClr val="accent2"/>
              </a:buClr>
              <a:buSzPct val="80000"/>
              <a:buFont typeface="Wingdings" panose="05000000000000000000" pitchFamily="2" charset="2"/>
            </a:pPr>
            <a:r>
              <a:rPr lang="zh-CN" altLang="en-US" sz="2400" dirty="0"/>
              <a:t>（</a:t>
            </a:r>
            <a:r>
              <a:rPr lang="en-US" altLang="zh-CN" sz="2400" dirty="0"/>
              <a:t>x</a:t>
            </a:r>
            <a:r>
              <a:rPr lang="en-US" altLang="zh-CN" sz="2400" baseline="-25000" dirty="0"/>
              <a:t>3</a:t>
            </a:r>
            <a:r>
              <a:rPr lang="en-US" altLang="zh-CN" sz="2400" dirty="0"/>
              <a:t>-x</a:t>
            </a:r>
            <a:r>
              <a:rPr lang="zh-CN" altLang="en-US" sz="2400" dirty="0"/>
              <a:t>）</a:t>
            </a:r>
            <a:r>
              <a:rPr lang="en-US" altLang="zh-CN" sz="2400" baseline="30000" dirty="0"/>
              <a:t>2</a:t>
            </a:r>
            <a:r>
              <a:rPr lang="en-US" altLang="zh-CN" sz="2400" dirty="0"/>
              <a:t>+(y</a:t>
            </a:r>
            <a:r>
              <a:rPr lang="en-US" altLang="zh-CN" sz="2400" baseline="-25000" dirty="0"/>
              <a:t>3</a:t>
            </a:r>
            <a:r>
              <a:rPr lang="en-US" altLang="zh-CN" sz="2400" dirty="0"/>
              <a:t>-y)</a:t>
            </a:r>
            <a:r>
              <a:rPr lang="en-US" altLang="zh-CN" sz="2400" baseline="30000" dirty="0"/>
              <a:t>2</a:t>
            </a:r>
            <a:r>
              <a:rPr lang="en-US" altLang="zh-CN" sz="2400" dirty="0"/>
              <a:t>+(z</a:t>
            </a:r>
            <a:r>
              <a:rPr lang="en-US" altLang="zh-CN" sz="2400" baseline="-25000" dirty="0"/>
              <a:t>3</a:t>
            </a:r>
            <a:r>
              <a:rPr lang="en-US" altLang="zh-CN" sz="2400" dirty="0"/>
              <a:t>-z)</a:t>
            </a:r>
            <a:r>
              <a:rPr lang="en-US" altLang="zh-CN" sz="2400" baseline="30000" dirty="0"/>
              <a:t>2</a:t>
            </a:r>
            <a:r>
              <a:rPr lang="en-US" altLang="zh-CN" sz="2400" dirty="0"/>
              <a:t> = D</a:t>
            </a:r>
            <a:r>
              <a:rPr lang="en-US" altLang="zh-CN" sz="2400" baseline="-25000" dirty="0"/>
              <a:t>3</a:t>
            </a:r>
            <a:r>
              <a:rPr lang="en-US" altLang="zh-CN" sz="2400" baseline="30000" dirty="0"/>
              <a:t>2</a:t>
            </a:r>
          </a:p>
          <a:p>
            <a:pPr>
              <a:buClr>
                <a:schemeClr val="accent2"/>
              </a:buClr>
              <a:buSzPct val="80000"/>
              <a:buFont typeface="Wingdings" panose="05000000000000000000" pitchFamily="2" charset="2"/>
            </a:pPr>
            <a:r>
              <a:rPr lang="zh-CN" altLang="en-US" sz="2400" dirty="0"/>
              <a:t>解此方程组，即可求出测站的坐标（</a:t>
            </a:r>
            <a:r>
              <a:rPr lang="en-US" altLang="zh-CN" sz="2400" dirty="0" err="1"/>
              <a:t>x,y,z</a:t>
            </a:r>
            <a:r>
              <a:rPr lang="zh-CN" altLang="en-US" sz="2400" dirty="0"/>
              <a:t>）。</a:t>
            </a:r>
          </a:p>
          <a:p>
            <a:endParaRPr lang="en-US" altLang="zh-CN" dirty="0"/>
          </a:p>
        </p:txBody>
      </p:sp>
      <p:sp>
        <p:nvSpPr>
          <p:cNvPr id="22531" name="AutoShape 3"/>
          <p:cNvSpPr/>
          <p:nvPr/>
        </p:nvSpPr>
        <p:spPr>
          <a:xfrm>
            <a:off x="5884763" y="3424643"/>
            <a:ext cx="400445" cy="1368425"/>
          </a:xfrm>
          <a:prstGeom prst="rightBrace">
            <a:avLst>
              <a:gd name="adj1" fmla="val 31609"/>
              <a:gd name="adj2" fmla="val 52607"/>
            </a:avLst>
          </a:prstGeom>
          <a:noFill/>
          <a:ln w="9525" cap="flat" cmpd="sng">
            <a:solidFill>
              <a:srgbClr val="000000"/>
            </a:solidFill>
            <a:prstDash val="solid"/>
            <a:headEnd type="none" w="med" len="med"/>
            <a:tailEnd type="none" w="med" len="med"/>
          </a:ln>
        </p:spPr>
        <p:txBody>
          <a:bodyPr/>
          <a:lstStyle/>
          <a:p>
            <a:endParaRPr lang="zh-CN" altLang="en-US" dirty="0"/>
          </a:p>
        </p:txBody>
      </p:sp>
      <p:sp>
        <p:nvSpPr>
          <p:cNvPr id="2" name="矩形 1"/>
          <p:cNvSpPr/>
          <p:nvPr/>
        </p:nvSpPr>
        <p:spPr>
          <a:xfrm>
            <a:off x="4272336" y="562771"/>
            <a:ext cx="3625300" cy="707886"/>
          </a:xfrm>
          <a:prstGeom prst="rect">
            <a:avLst/>
          </a:prstGeom>
        </p:spPr>
        <p:txBody>
          <a:bodyPr wrap="square">
            <a:spAutoFit/>
          </a:bodyPr>
          <a:lstStyle/>
          <a:p>
            <a:r>
              <a:rPr lang="zh-CN" altLang="en-US" sz="4000" dirty="0"/>
              <a:t>空间后方交会</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 calcmode="lin" valueType="num">
                                      <p:cBhvr additive="base">
                                        <p:cTn id="7" dur="500" fill="hold"/>
                                        <p:tgtEl>
                                          <p:spTgt spid="225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0">
                                            <p:txEl>
                                              <p:pRg st="1" end="1"/>
                                            </p:txEl>
                                          </p:spTgt>
                                        </p:tgtEl>
                                        <p:attrNameLst>
                                          <p:attrName>style.visibility</p:attrName>
                                        </p:attrNameLst>
                                      </p:cBhvr>
                                      <p:to>
                                        <p:strVal val="visible"/>
                                      </p:to>
                                    </p:set>
                                    <p:anim calcmode="lin" valueType="num">
                                      <p:cBhvr additive="base">
                                        <p:cTn id="13" dur="500" fill="hold"/>
                                        <p:tgtEl>
                                          <p:spTgt spid="2253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3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0">
                                            <p:txEl>
                                              <p:pRg st="2" end="2"/>
                                            </p:txEl>
                                          </p:spTgt>
                                        </p:tgtEl>
                                        <p:attrNameLst>
                                          <p:attrName>style.visibility</p:attrName>
                                        </p:attrNameLst>
                                      </p:cBhvr>
                                      <p:to>
                                        <p:strVal val="visible"/>
                                      </p:to>
                                    </p:set>
                                    <p:anim calcmode="lin" valueType="num">
                                      <p:cBhvr additive="base">
                                        <p:cTn id="19" dur="500" fill="hold"/>
                                        <p:tgtEl>
                                          <p:spTgt spid="2253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0">
                                            <p:txEl>
                                              <p:pRg st="3" end="3"/>
                                            </p:txEl>
                                          </p:spTgt>
                                        </p:tgtEl>
                                        <p:attrNameLst>
                                          <p:attrName>style.visibility</p:attrName>
                                        </p:attrNameLst>
                                      </p:cBhvr>
                                      <p:to>
                                        <p:strVal val="visible"/>
                                      </p:to>
                                    </p:set>
                                    <p:anim calcmode="lin" valueType="num">
                                      <p:cBhvr additive="base">
                                        <p:cTn id="25" dur="500" fill="hold"/>
                                        <p:tgtEl>
                                          <p:spTgt spid="2253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3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2531"/>
                                        </p:tgtEl>
                                        <p:attrNameLst>
                                          <p:attrName>style.visibility</p:attrName>
                                        </p:attrNameLst>
                                      </p:cBhvr>
                                      <p:to>
                                        <p:strVal val="visible"/>
                                      </p:to>
                                    </p:set>
                                    <p:animEffect transition="in" filter="dissolve">
                                      <p:cBhvr>
                                        <p:cTn id="31" dur="500"/>
                                        <p:tgtEl>
                                          <p:spTgt spid="2253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22530">
                                            <p:txEl>
                                              <p:pRg st="4" end="4"/>
                                            </p:txEl>
                                          </p:spTgt>
                                        </p:tgtEl>
                                        <p:attrNameLst>
                                          <p:attrName>style.visibility</p:attrName>
                                        </p:attrNameLst>
                                      </p:cBhvr>
                                      <p:to>
                                        <p:strVal val="visible"/>
                                      </p:to>
                                    </p:set>
                                    <p:anim calcmode="lin" valueType="num">
                                      <p:cBhvr additive="base">
                                        <p:cTn id="36" dur="500" fill="hold"/>
                                        <p:tgtEl>
                                          <p:spTgt spid="22530">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22530">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P spid="2253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2" name="Rectangle 98"/>
          <p:cNvSpPr>
            <a:spLocks noChangeArrowheads="1"/>
          </p:cNvSpPr>
          <p:nvPr/>
        </p:nvSpPr>
        <p:spPr bwMode="auto">
          <a:xfrm>
            <a:off x="1174562" y="3081907"/>
            <a:ext cx="5415147" cy="2379626"/>
          </a:xfrm>
          <a:prstGeom prst="rect">
            <a:avLst/>
          </a:prstGeom>
          <a:noFill/>
          <a:ln w="12700">
            <a:noFill/>
            <a:miter lim="800000"/>
          </a:ln>
          <a:effectLst/>
        </p:spPr>
        <p:txBody>
          <a:bodyPr wrap="square" lIns="90488" tIns="44450" rIns="90488" bIns="44450">
            <a:spAutoFit/>
          </a:bodyPr>
          <a:lstStyle/>
          <a:p>
            <a:pPr marL="390525" indent="-390525" defTabSz="1042670" eaLnBrk="0" fontAlgn="base" hangingPunct="0">
              <a:spcBef>
                <a:spcPct val="20000"/>
              </a:spcBef>
              <a:spcAft>
                <a:spcPct val="0"/>
              </a:spcAft>
              <a:buFontTx/>
              <a:buChar char="•"/>
              <a:defRPr/>
            </a:pPr>
            <a:r>
              <a:rPr kumimoji="1" lang="en-US" altLang="zh-CN" sz="2400" b="1" i="1" dirty="0">
                <a:effectLst>
                  <a:outerShdw blurRad="38100" dist="38100" dir="2700000" algn="tl">
                    <a:srgbClr val="FFFFFF"/>
                  </a:outerShdw>
                </a:effectLst>
              </a:rPr>
              <a:t> </a:t>
            </a:r>
            <a:r>
              <a:rPr kumimoji="1" lang="en-US" altLang="zh-CN" sz="2400" dirty="0"/>
              <a:t>GPS</a:t>
            </a:r>
            <a:r>
              <a:rPr kumimoji="1" lang="zh-CN" altLang="en-US" sz="2400" dirty="0"/>
              <a:t>定位的原理也可通过三个球面相交来理解。</a:t>
            </a:r>
          </a:p>
          <a:p>
            <a:pPr marL="390525" indent="-390525" defTabSz="1042670" eaLnBrk="0" fontAlgn="base" hangingPunct="0">
              <a:spcBef>
                <a:spcPct val="20000"/>
              </a:spcBef>
              <a:spcAft>
                <a:spcPct val="0"/>
              </a:spcAft>
              <a:buFontTx/>
              <a:buChar char="•"/>
              <a:defRPr/>
            </a:pPr>
            <a:r>
              <a:rPr kumimoji="1" lang="zh-CN" altLang="en-US" sz="2400" dirty="0"/>
              <a:t>假设某颗卫星在空中的位置为</a:t>
            </a:r>
            <a:r>
              <a:rPr kumimoji="1" lang="en-US" altLang="zh-CN" sz="2400" dirty="0"/>
              <a:t>W1</a:t>
            </a:r>
            <a:r>
              <a:rPr kumimoji="1" lang="zh-CN" altLang="en-US" sz="2400" dirty="0"/>
              <a:t>，</a:t>
            </a:r>
            <a:r>
              <a:rPr kumimoji="1" lang="en-US" altLang="zh-CN" sz="2400" dirty="0"/>
              <a:t>GPS</a:t>
            </a:r>
            <a:r>
              <a:rPr kumimoji="1" lang="zh-CN" altLang="en-US" sz="2400" dirty="0"/>
              <a:t>接收机离</a:t>
            </a:r>
            <a:r>
              <a:rPr kumimoji="1" lang="en-US" altLang="zh-CN" sz="2400" dirty="0"/>
              <a:t>W1</a:t>
            </a:r>
            <a:r>
              <a:rPr kumimoji="1" lang="zh-CN" altLang="en-US" sz="2400" dirty="0"/>
              <a:t>的距离为</a:t>
            </a:r>
            <a:r>
              <a:rPr kumimoji="1" lang="en-US" altLang="zh-CN" sz="2400" dirty="0"/>
              <a:t>D1</a:t>
            </a:r>
            <a:r>
              <a:rPr kumimoji="1" lang="zh-CN" altLang="en-US" sz="2400" dirty="0"/>
              <a:t>，则接收机必定在</a:t>
            </a:r>
            <a:r>
              <a:rPr kumimoji="1" lang="zh-CN" altLang="en-US" sz="2400" dirty="0">
                <a:solidFill>
                  <a:srgbClr val="FF0000"/>
                </a:solidFill>
              </a:rPr>
              <a:t>以</a:t>
            </a:r>
            <a:r>
              <a:rPr kumimoji="1" lang="en-US" altLang="zh-CN" sz="2400" dirty="0">
                <a:solidFill>
                  <a:srgbClr val="FF0000"/>
                </a:solidFill>
              </a:rPr>
              <a:t>W1</a:t>
            </a:r>
            <a:r>
              <a:rPr kumimoji="1" lang="zh-CN" altLang="en-US" sz="2400" dirty="0">
                <a:solidFill>
                  <a:srgbClr val="FF0000"/>
                </a:solidFill>
              </a:rPr>
              <a:t>为圆心、以</a:t>
            </a:r>
            <a:r>
              <a:rPr kumimoji="1" lang="en-US" altLang="zh-CN" sz="2400" dirty="0">
                <a:solidFill>
                  <a:srgbClr val="FF0000"/>
                </a:solidFill>
              </a:rPr>
              <a:t>D1</a:t>
            </a:r>
            <a:r>
              <a:rPr kumimoji="1" lang="zh-CN" altLang="en-US" sz="2400" dirty="0">
                <a:solidFill>
                  <a:srgbClr val="FF0000"/>
                </a:solidFill>
              </a:rPr>
              <a:t>为半径的球面</a:t>
            </a:r>
            <a:r>
              <a:rPr kumimoji="1" lang="zh-CN" altLang="en-US" sz="2400" dirty="0"/>
              <a:t>上。</a:t>
            </a:r>
          </a:p>
        </p:txBody>
      </p:sp>
      <p:grpSp>
        <p:nvGrpSpPr>
          <p:cNvPr id="2" name="Group 449"/>
          <p:cNvGrpSpPr/>
          <p:nvPr/>
        </p:nvGrpSpPr>
        <p:grpSpPr>
          <a:xfrm>
            <a:off x="7600209" y="1460666"/>
            <a:ext cx="4192444" cy="5512168"/>
            <a:chOff x="1791" y="1434"/>
            <a:chExt cx="2274" cy="2794"/>
          </a:xfrm>
        </p:grpSpPr>
        <p:grpSp>
          <p:nvGrpSpPr>
            <p:cNvPr id="40966" name="Group 447"/>
            <p:cNvGrpSpPr/>
            <p:nvPr/>
          </p:nvGrpSpPr>
          <p:grpSpPr>
            <a:xfrm>
              <a:off x="1791" y="1434"/>
              <a:ext cx="2274" cy="2794"/>
              <a:chOff x="1791" y="1434"/>
              <a:chExt cx="2274" cy="2794"/>
            </a:xfrm>
          </p:grpSpPr>
          <p:grpSp>
            <p:nvGrpSpPr>
              <p:cNvPr id="40967" name="Group 445"/>
              <p:cNvGrpSpPr/>
              <p:nvPr/>
            </p:nvGrpSpPr>
            <p:grpSpPr>
              <a:xfrm>
                <a:off x="1791" y="1434"/>
                <a:ext cx="2274" cy="2794"/>
                <a:chOff x="1791" y="1434"/>
                <a:chExt cx="2274" cy="2794"/>
              </a:xfrm>
            </p:grpSpPr>
            <p:sp>
              <p:nvSpPr>
                <p:cNvPr id="40968" name="Rectangle 3"/>
                <p:cNvSpPr/>
                <p:nvPr/>
              </p:nvSpPr>
              <p:spPr>
                <a:xfrm>
                  <a:off x="2001" y="3945"/>
                  <a:ext cx="1758" cy="283"/>
                </a:xfrm>
                <a:prstGeom prst="rect">
                  <a:avLst/>
                </a:prstGeom>
                <a:noFill/>
                <a:ln w="12700">
                  <a:noFill/>
                </a:ln>
              </p:spPr>
              <p:txBody>
                <a:bodyPr wrap="none" anchor="ctr"/>
                <a:lstStyle/>
                <a:p>
                  <a:endParaRPr lang="zh-CN" altLang="en-US" dirty="0">
                    <a:latin typeface="Times New Roman" panose="02020603050405020304" pitchFamily="18" charset="0"/>
                  </a:endParaRPr>
                </a:p>
              </p:txBody>
            </p:sp>
            <p:grpSp>
              <p:nvGrpSpPr>
                <p:cNvPr id="40969" name="Group 102"/>
                <p:cNvGrpSpPr/>
                <p:nvPr/>
              </p:nvGrpSpPr>
              <p:grpSpPr>
                <a:xfrm>
                  <a:off x="1791" y="1434"/>
                  <a:ext cx="2165" cy="1947"/>
                  <a:chOff x="1519" y="527"/>
                  <a:chExt cx="2165" cy="1947"/>
                </a:xfrm>
              </p:grpSpPr>
              <p:sp>
                <p:nvSpPr>
                  <p:cNvPr id="40970" name="Freeform 5"/>
                  <p:cNvSpPr/>
                  <p:nvPr/>
                </p:nvSpPr>
                <p:spPr>
                  <a:xfrm>
                    <a:off x="1530" y="1782"/>
                    <a:ext cx="2148" cy="683"/>
                  </a:xfrm>
                  <a:custGeom>
                    <a:avLst/>
                    <a:gdLst/>
                    <a:ahLst/>
                    <a:cxnLst>
                      <a:cxn ang="0">
                        <a:pos x="2130" y="250"/>
                      </a:cxn>
                      <a:cxn ang="0">
                        <a:pos x="2090" y="214"/>
                      </a:cxn>
                      <a:cxn ang="0">
                        <a:pos x="2032" y="180"/>
                      </a:cxn>
                      <a:cxn ang="0">
                        <a:pos x="1958" y="145"/>
                      </a:cxn>
                      <a:cxn ang="0">
                        <a:pos x="1866" y="114"/>
                      </a:cxn>
                      <a:cxn ang="0">
                        <a:pos x="1762" y="83"/>
                      </a:cxn>
                      <a:cxn ang="0">
                        <a:pos x="1645" y="59"/>
                      </a:cxn>
                      <a:cxn ang="0">
                        <a:pos x="1516" y="36"/>
                      </a:cxn>
                      <a:cxn ang="0">
                        <a:pos x="1379" y="18"/>
                      </a:cxn>
                      <a:cxn ang="0">
                        <a:pos x="1235" y="6"/>
                      </a:cxn>
                      <a:cxn ang="0">
                        <a:pos x="1085" y="0"/>
                      </a:cxn>
                      <a:cxn ang="0">
                        <a:pos x="931" y="0"/>
                      </a:cxn>
                      <a:cxn ang="0">
                        <a:pos x="784" y="3"/>
                      </a:cxn>
                      <a:cxn ang="0">
                        <a:pos x="641" y="13"/>
                      </a:cxn>
                      <a:cxn ang="0">
                        <a:pos x="507" y="27"/>
                      </a:cxn>
                      <a:cxn ang="0">
                        <a:pos x="383" y="46"/>
                      </a:cxn>
                      <a:cxn ang="0">
                        <a:pos x="272" y="71"/>
                      </a:cxn>
                      <a:cxn ang="0">
                        <a:pos x="177" y="103"/>
                      </a:cxn>
                      <a:cxn ang="0">
                        <a:pos x="100" y="138"/>
                      </a:cxn>
                      <a:cxn ang="0">
                        <a:pos x="43" y="182"/>
                      </a:cxn>
                      <a:cxn ang="0">
                        <a:pos x="10" y="231"/>
                      </a:cxn>
                      <a:cxn ang="0">
                        <a:pos x="0" y="278"/>
                      </a:cxn>
                      <a:cxn ang="0">
                        <a:pos x="18" y="317"/>
                      </a:cxn>
                      <a:cxn ang="0">
                        <a:pos x="59" y="362"/>
                      </a:cxn>
                      <a:cxn ang="0">
                        <a:pos x="122" y="413"/>
                      </a:cxn>
                      <a:cxn ang="0">
                        <a:pos x="206" y="465"/>
                      </a:cxn>
                      <a:cxn ang="0">
                        <a:pos x="310" y="518"/>
                      </a:cxn>
                      <a:cxn ang="0">
                        <a:pos x="427" y="567"/>
                      </a:cxn>
                      <a:cxn ang="0">
                        <a:pos x="559" y="610"/>
                      </a:cxn>
                      <a:cxn ang="0">
                        <a:pos x="702" y="646"/>
                      </a:cxn>
                      <a:cxn ang="0">
                        <a:pos x="856" y="671"/>
                      </a:cxn>
                      <a:cxn ang="0">
                        <a:pos x="1017" y="682"/>
                      </a:cxn>
                      <a:cxn ang="0">
                        <a:pos x="1181" y="679"/>
                      </a:cxn>
                      <a:cxn ang="0">
                        <a:pos x="1341" y="666"/>
                      </a:cxn>
                      <a:cxn ang="0">
                        <a:pos x="1493" y="645"/>
                      </a:cxn>
                      <a:cxn ang="0">
                        <a:pos x="1635" y="617"/>
                      </a:cxn>
                      <a:cxn ang="0">
                        <a:pos x="1765" y="581"/>
                      </a:cxn>
                      <a:cxn ang="0">
                        <a:pos x="1879" y="540"/>
                      </a:cxn>
                      <a:cxn ang="0">
                        <a:pos x="1977" y="494"/>
                      </a:cxn>
                      <a:cxn ang="0">
                        <a:pos x="2054" y="443"/>
                      </a:cxn>
                      <a:cxn ang="0">
                        <a:pos x="2109" y="390"/>
                      </a:cxn>
                      <a:cxn ang="0">
                        <a:pos x="2141" y="333"/>
                      </a:cxn>
                      <a:cxn ang="0">
                        <a:pos x="2145" y="275"/>
                      </a:cxn>
                    </a:cxnLst>
                    <a:rect l="0" t="0" r="0" b="0"/>
                    <a:pathLst>
                      <a:path w="2148" h="683">
                        <a:moveTo>
                          <a:pt x="2145" y="275"/>
                        </a:moveTo>
                        <a:lnTo>
                          <a:pt x="2138" y="262"/>
                        </a:lnTo>
                        <a:lnTo>
                          <a:pt x="2130" y="250"/>
                        </a:lnTo>
                        <a:lnTo>
                          <a:pt x="2119" y="239"/>
                        </a:lnTo>
                        <a:lnTo>
                          <a:pt x="2105" y="227"/>
                        </a:lnTo>
                        <a:lnTo>
                          <a:pt x="2090" y="214"/>
                        </a:lnTo>
                        <a:lnTo>
                          <a:pt x="2073" y="203"/>
                        </a:lnTo>
                        <a:lnTo>
                          <a:pt x="2054" y="191"/>
                        </a:lnTo>
                        <a:lnTo>
                          <a:pt x="2032" y="180"/>
                        </a:lnTo>
                        <a:lnTo>
                          <a:pt x="2008" y="168"/>
                        </a:lnTo>
                        <a:lnTo>
                          <a:pt x="1984" y="156"/>
                        </a:lnTo>
                        <a:lnTo>
                          <a:pt x="1958" y="145"/>
                        </a:lnTo>
                        <a:lnTo>
                          <a:pt x="1928" y="135"/>
                        </a:lnTo>
                        <a:lnTo>
                          <a:pt x="1898" y="123"/>
                        </a:lnTo>
                        <a:lnTo>
                          <a:pt x="1866" y="114"/>
                        </a:lnTo>
                        <a:lnTo>
                          <a:pt x="1833" y="103"/>
                        </a:lnTo>
                        <a:lnTo>
                          <a:pt x="1798" y="93"/>
                        </a:lnTo>
                        <a:lnTo>
                          <a:pt x="1762" y="83"/>
                        </a:lnTo>
                        <a:lnTo>
                          <a:pt x="1724" y="75"/>
                        </a:lnTo>
                        <a:lnTo>
                          <a:pt x="1685" y="67"/>
                        </a:lnTo>
                        <a:lnTo>
                          <a:pt x="1645" y="59"/>
                        </a:lnTo>
                        <a:lnTo>
                          <a:pt x="1603" y="50"/>
                        </a:lnTo>
                        <a:lnTo>
                          <a:pt x="1560" y="42"/>
                        </a:lnTo>
                        <a:lnTo>
                          <a:pt x="1516" y="36"/>
                        </a:lnTo>
                        <a:lnTo>
                          <a:pt x="1472" y="30"/>
                        </a:lnTo>
                        <a:lnTo>
                          <a:pt x="1427" y="24"/>
                        </a:lnTo>
                        <a:lnTo>
                          <a:pt x="1379" y="18"/>
                        </a:lnTo>
                        <a:lnTo>
                          <a:pt x="1333" y="13"/>
                        </a:lnTo>
                        <a:lnTo>
                          <a:pt x="1284" y="9"/>
                        </a:lnTo>
                        <a:lnTo>
                          <a:pt x="1235" y="6"/>
                        </a:lnTo>
                        <a:lnTo>
                          <a:pt x="1186" y="3"/>
                        </a:lnTo>
                        <a:lnTo>
                          <a:pt x="1136" y="1"/>
                        </a:lnTo>
                        <a:lnTo>
                          <a:pt x="1085" y="0"/>
                        </a:lnTo>
                        <a:lnTo>
                          <a:pt x="1034" y="0"/>
                        </a:lnTo>
                        <a:lnTo>
                          <a:pt x="983" y="0"/>
                        </a:lnTo>
                        <a:lnTo>
                          <a:pt x="931" y="0"/>
                        </a:lnTo>
                        <a:lnTo>
                          <a:pt x="882" y="1"/>
                        </a:lnTo>
                        <a:lnTo>
                          <a:pt x="832" y="2"/>
                        </a:lnTo>
                        <a:lnTo>
                          <a:pt x="784" y="3"/>
                        </a:lnTo>
                        <a:lnTo>
                          <a:pt x="736" y="6"/>
                        </a:lnTo>
                        <a:lnTo>
                          <a:pt x="687" y="9"/>
                        </a:lnTo>
                        <a:lnTo>
                          <a:pt x="641" y="13"/>
                        </a:lnTo>
                        <a:lnTo>
                          <a:pt x="595" y="17"/>
                        </a:lnTo>
                        <a:lnTo>
                          <a:pt x="550" y="21"/>
                        </a:lnTo>
                        <a:lnTo>
                          <a:pt x="507" y="27"/>
                        </a:lnTo>
                        <a:lnTo>
                          <a:pt x="464" y="32"/>
                        </a:lnTo>
                        <a:lnTo>
                          <a:pt x="423" y="39"/>
                        </a:lnTo>
                        <a:lnTo>
                          <a:pt x="383" y="46"/>
                        </a:lnTo>
                        <a:lnTo>
                          <a:pt x="344" y="54"/>
                        </a:lnTo>
                        <a:lnTo>
                          <a:pt x="307" y="62"/>
                        </a:lnTo>
                        <a:lnTo>
                          <a:pt x="272" y="71"/>
                        </a:lnTo>
                        <a:lnTo>
                          <a:pt x="239" y="80"/>
                        </a:lnTo>
                        <a:lnTo>
                          <a:pt x="208" y="92"/>
                        </a:lnTo>
                        <a:lnTo>
                          <a:pt x="177" y="103"/>
                        </a:lnTo>
                        <a:lnTo>
                          <a:pt x="150" y="114"/>
                        </a:lnTo>
                        <a:lnTo>
                          <a:pt x="123" y="126"/>
                        </a:lnTo>
                        <a:lnTo>
                          <a:pt x="100" y="138"/>
                        </a:lnTo>
                        <a:lnTo>
                          <a:pt x="79" y="153"/>
                        </a:lnTo>
                        <a:lnTo>
                          <a:pt x="60" y="166"/>
                        </a:lnTo>
                        <a:lnTo>
                          <a:pt x="43" y="182"/>
                        </a:lnTo>
                        <a:lnTo>
                          <a:pt x="30" y="197"/>
                        </a:lnTo>
                        <a:lnTo>
                          <a:pt x="18" y="213"/>
                        </a:lnTo>
                        <a:lnTo>
                          <a:pt x="10" y="231"/>
                        </a:lnTo>
                        <a:lnTo>
                          <a:pt x="4" y="247"/>
                        </a:lnTo>
                        <a:lnTo>
                          <a:pt x="0" y="267"/>
                        </a:lnTo>
                        <a:lnTo>
                          <a:pt x="0" y="278"/>
                        </a:lnTo>
                        <a:lnTo>
                          <a:pt x="2" y="288"/>
                        </a:lnTo>
                        <a:lnTo>
                          <a:pt x="10" y="303"/>
                        </a:lnTo>
                        <a:lnTo>
                          <a:pt x="18" y="317"/>
                        </a:lnTo>
                        <a:lnTo>
                          <a:pt x="28" y="330"/>
                        </a:lnTo>
                        <a:lnTo>
                          <a:pt x="42" y="346"/>
                        </a:lnTo>
                        <a:lnTo>
                          <a:pt x="59" y="362"/>
                        </a:lnTo>
                        <a:lnTo>
                          <a:pt x="78" y="379"/>
                        </a:lnTo>
                        <a:lnTo>
                          <a:pt x="99" y="395"/>
                        </a:lnTo>
                        <a:lnTo>
                          <a:pt x="122" y="413"/>
                        </a:lnTo>
                        <a:lnTo>
                          <a:pt x="149" y="429"/>
                        </a:lnTo>
                        <a:lnTo>
                          <a:pt x="177" y="447"/>
                        </a:lnTo>
                        <a:lnTo>
                          <a:pt x="206" y="465"/>
                        </a:lnTo>
                        <a:lnTo>
                          <a:pt x="239" y="484"/>
                        </a:lnTo>
                        <a:lnTo>
                          <a:pt x="274" y="501"/>
                        </a:lnTo>
                        <a:lnTo>
                          <a:pt x="310" y="518"/>
                        </a:lnTo>
                        <a:lnTo>
                          <a:pt x="347" y="534"/>
                        </a:lnTo>
                        <a:lnTo>
                          <a:pt x="387" y="551"/>
                        </a:lnTo>
                        <a:lnTo>
                          <a:pt x="427" y="567"/>
                        </a:lnTo>
                        <a:lnTo>
                          <a:pt x="470" y="583"/>
                        </a:lnTo>
                        <a:lnTo>
                          <a:pt x="514" y="596"/>
                        </a:lnTo>
                        <a:lnTo>
                          <a:pt x="559" y="610"/>
                        </a:lnTo>
                        <a:lnTo>
                          <a:pt x="606" y="624"/>
                        </a:lnTo>
                        <a:lnTo>
                          <a:pt x="654" y="635"/>
                        </a:lnTo>
                        <a:lnTo>
                          <a:pt x="702" y="646"/>
                        </a:lnTo>
                        <a:lnTo>
                          <a:pt x="754" y="655"/>
                        </a:lnTo>
                        <a:lnTo>
                          <a:pt x="805" y="664"/>
                        </a:lnTo>
                        <a:lnTo>
                          <a:pt x="856" y="671"/>
                        </a:lnTo>
                        <a:lnTo>
                          <a:pt x="910" y="676"/>
                        </a:lnTo>
                        <a:lnTo>
                          <a:pt x="963" y="681"/>
                        </a:lnTo>
                        <a:lnTo>
                          <a:pt x="1017" y="682"/>
                        </a:lnTo>
                        <a:lnTo>
                          <a:pt x="1073" y="682"/>
                        </a:lnTo>
                        <a:lnTo>
                          <a:pt x="1127" y="681"/>
                        </a:lnTo>
                        <a:lnTo>
                          <a:pt x="1181" y="679"/>
                        </a:lnTo>
                        <a:lnTo>
                          <a:pt x="1236" y="675"/>
                        </a:lnTo>
                        <a:lnTo>
                          <a:pt x="1289" y="671"/>
                        </a:lnTo>
                        <a:lnTo>
                          <a:pt x="1341" y="666"/>
                        </a:lnTo>
                        <a:lnTo>
                          <a:pt x="1394" y="660"/>
                        </a:lnTo>
                        <a:lnTo>
                          <a:pt x="1444" y="653"/>
                        </a:lnTo>
                        <a:lnTo>
                          <a:pt x="1493" y="645"/>
                        </a:lnTo>
                        <a:lnTo>
                          <a:pt x="1542" y="636"/>
                        </a:lnTo>
                        <a:lnTo>
                          <a:pt x="1589" y="627"/>
                        </a:lnTo>
                        <a:lnTo>
                          <a:pt x="1635" y="617"/>
                        </a:lnTo>
                        <a:lnTo>
                          <a:pt x="1681" y="606"/>
                        </a:lnTo>
                        <a:lnTo>
                          <a:pt x="1723" y="593"/>
                        </a:lnTo>
                        <a:lnTo>
                          <a:pt x="1765" y="581"/>
                        </a:lnTo>
                        <a:lnTo>
                          <a:pt x="1804" y="567"/>
                        </a:lnTo>
                        <a:lnTo>
                          <a:pt x="1843" y="554"/>
                        </a:lnTo>
                        <a:lnTo>
                          <a:pt x="1879" y="540"/>
                        </a:lnTo>
                        <a:lnTo>
                          <a:pt x="1913" y="525"/>
                        </a:lnTo>
                        <a:lnTo>
                          <a:pt x="1946" y="510"/>
                        </a:lnTo>
                        <a:lnTo>
                          <a:pt x="1977" y="494"/>
                        </a:lnTo>
                        <a:lnTo>
                          <a:pt x="2005" y="478"/>
                        </a:lnTo>
                        <a:lnTo>
                          <a:pt x="2031" y="460"/>
                        </a:lnTo>
                        <a:lnTo>
                          <a:pt x="2054" y="443"/>
                        </a:lnTo>
                        <a:lnTo>
                          <a:pt x="2074" y="425"/>
                        </a:lnTo>
                        <a:lnTo>
                          <a:pt x="2094" y="408"/>
                        </a:lnTo>
                        <a:lnTo>
                          <a:pt x="2109" y="390"/>
                        </a:lnTo>
                        <a:lnTo>
                          <a:pt x="2123" y="370"/>
                        </a:lnTo>
                        <a:lnTo>
                          <a:pt x="2133" y="352"/>
                        </a:lnTo>
                        <a:lnTo>
                          <a:pt x="2141" y="333"/>
                        </a:lnTo>
                        <a:lnTo>
                          <a:pt x="2145" y="314"/>
                        </a:lnTo>
                        <a:lnTo>
                          <a:pt x="2147" y="294"/>
                        </a:lnTo>
                        <a:lnTo>
                          <a:pt x="2145" y="275"/>
                        </a:lnTo>
                      </a:path>
                    </a:pathLst>
                  </a:custGeom>
                  <a:gradFill rotWithShape="0">
                    <a:gsLst>
                      <a:gs pos="0">
                        <a:srgbClr val="CBCBCB"/>
                      </a:gs>
                      <a:gs pos="100000">
                        <a:srgbClr val="8E8E8E"/>
                      </a:gs>
                    </a:gsLst>
                    <a:lin ang="5400000" scaled="1"/>
                    <a:tileRect/>
                  </a:gradFill>
                  <a:ln w="12700">
                    <a:noFill/>
                  </a:ln>
                </p:spPr>
                <p:txBody>
                  <a:bodyPr/>
                  <a:lstStyle/>
                  <a:p>
                    <a:endParaRPr lang="zh-CN" altLang="en-US"/>
                  </a:p>
                </p:txBody>
              </p:sp>
              <p:sp>
                <p:nvSpPr>
                  <p:cNvPr id="40971" name="Freeform 6"/>
                  <p:cNvSpPr/>
                  <p:nvPr/>
                </p:nvSpPr>
                <p:spPr>
                  <a:xfrm>
                    <a:off x="2616" y="1779"/>
                    <a:ext cx="1066" cy="283"/>
                  </a:xfrm>
                  <a:custGeom>
                    <a:avLst/>
                    <a:gdLst/>
                    <a:ahLst/>
                    <a:cxnLst>
                      <a:cxn ang="0">
                        <a:pos x="49" y="13"/>
                      </a:cxn>
                      <a:cxn ang="0">
                        <a:pos x="149" y="18"/>
                      </a:cxn>
                      <a:cxn ang="0">
                        <a:pos x="246" y="25"/>
                      </a:cxn>
                      <a:cxn ang="0">
                        <a:pos x="340" y="36"/>
                      </a:cxn>
                      <a:cxn ang="0">
                        <a:pos x="431" y="48"/>
                      </a:cxn>
                      <a:cxn ang="0">
                        <a:pos x="516" y="62"/>
                      </a:cxn>
                      <a:cxn ang="0">
                        <a:pos x="597" y="78"/>
                      </a:cxn>
                      <a:cxn ang="0">
                        <a:pos x="674" y="96"/>
                      </a:cxn>
                      <a:cxn ang="0">
                        <a:pos x="744" y="115"/>
                      </a:cxn>
                      <a:cxn ang="0">
                        <a:pos x="810" y="136"/>
                      </a:cxn>
                      <a:cxn ang="0">
                        <a:pos x="869" y="157"/>
                      </a:cxn>
                      <a:cxn ang="0">
                        <a:pos x="921" y="178"/>
                      </a:cxn>
                      <a:cxn ang="0">
                        <a:pos x="965" y="202"/>
                      </a:cxn>
                      <a:cxn ang="0">
                        <a:pos x="1001" y="225"/>
                      </a:cxn>
                      <a:cxn ang="0">
                        <a:pos x="1029" y="248"/>
                      </a:cxn>
                      <a:cxn ang="0">
                        <a:pos x="1047" y="271"/>
                      </a:cxn>
                      <a:cxn ang="0">
                        <a:pos x="1065" y="278"/>
                      </a:cxn>
                      <a:cxn ang="0">
                        <a:pos x="1048" y="251"/>
                      </a:cxn>
                      <a:cxn ang="0">
                        <a:pos x="1023" y="227"/>
                      </a:cxn>
                      <a:cxn ang="0">
                        <a:pos x="990" y="203"/>
                      </a:cxn>
                      <a:cxn ang="0">
                        <a:pos x="949" y="180"/>
                      </a:cxn>
                      <a:cxn ang="0">
                        <a:pos x="900" y="157"/>
                      </a:cxn>
                      <a:cxn ang="0">
                        <a:pos x="845" y="134"/>
                      </a:cxn>
                      <a:cxn ang="0">
                        <a:pos x="782" y="113"/>
                      </a:cxn>
                      <a:cxn ang="0">
                        <a:pos x="714" y="93"/>
                      </a:cxn>
                      <a:cxn ang="0">
                        <a:pos x="640" y="74"/>
                      </a:cxn>
                      <a:cxn ang="0">
                        <a:pos x="560" y="57"/>
                      </a:cxn>
                      <a:cxn ang="0">
                        <a:pos x="476" y="42"/>
                      </a:cxn>
                      <a:cxn ang="0">
                        <a:pos x="387" y="28"/>
                      </a:cxn>
                      <a:cxn ang="0">
                        <a:pos x="294" y="18"/>
                      </a:cxn>
                      <a:cxn ang="0">
                        <a:pos x="199" y="9"/>
                      </a:cxn>
                      <a:cxn ang="0">
                        <a:pos x="100" y="4"/>
                      </a:cxn>
                      <a:cxn ang="0">
                        <a:pos x="0" y="0"/>
                      </a:cxn>
                    </a:cxnLst>
                    <a:rect l="0" t="0" r="0" b="0"/>
                    <a:pathLst>
                      <a:path w="1066" h="283">
                        <a:moveTo>
                          <a:pt x="0" y="12"/>
                        </a:moveTo>
                        <a:lnTo>
                          <a:pt x="49" y="13"/>
                        </a:lnTo>
                        <a:lnTo>
                          <a:pt x="100" y="15"/>
                        </a:lnTo>
                        <a:lnTo>
                          <a:pt x="149" y="18"/>
                        </a:lnTo>
                        <a:lnTo>
                          <a:pt x="197" y="22"/>
                        </a:lnTo>
                        <a:lnTo>
                          <a:pt x="246" y="25"/>
                        </a:lnTo>
                        <a:lnTo>
                          <a:pt x="293" y="30"/>
                        </a:lnTo>
                        <a:lnTo>
                          <a:pt x="340" y="36"/>
                        </a:lnTo>
                        <a:lnTo>
                          <a:pt x="385" y="41"/>
                        </a:lnTo>
                        <a:lnTo>
                          <a:pt x="431" y="48"/>
                        </a:lnTo>
                        <a:lnTo>
                          <a:pt x="473" y="54"/>
                        </a:lnTo>
                        <a:lnTo>
                          <a:pt x="516" y="62"/>
                        </a:lnTo>
                        <a:lnTo>
                          <a:pt x="557" y="69"/>
                        </a:lnTo>
                        <a:lnTo>
                          <a:pt x="597" y="78"/>
                        </a:lnTo>
                        <a:lnTo>
                          <a:pt x="637" y="86"/>
                        </a:lnTo>
                        <a:lnTo>
                          <a:pt x="674" y="96"/>
                        </a:lnTo>
                        <a:lnTo>
                          <a:pt x="710" y="106"/>
                        </a:lnTo>
                        <a:lnTo>
                          <a:pt x="744" y="115"/>
                        </a:lnTo>
                        <a:lnTo>
                          <a:pt x="779" y="125"/>
                        </a:lnTo>
                        <a:lnTo>
                          <a:pt x="810" y="136"/>
                        </a:lnTo>
                        <a:lnTo>
                          <a:pt x="840" y="145"/>
                        </a:lnTo>
                        <a:lnTo>
                          <a:pt x="869" y="157"/>
                        </a:lnTo>
                        <a:lnTo>
                          <a:pt x="895" y="168"/>
                        </a:lnTo>
                        <a:lnTo>
                          <a:pt x="921" y="178"/>
                        </a:lnTo>
                        <a:lnTo>
                          <a:pt x="943" y="191"/>
                        </a:lnTo>
                        <a:lnTo>
                          <a:pt x="965" y="202"/>
                        </a:lnTo>
                        <a:lnTo>
                          <a:pt x="983" y="213"/>
                        </a:lnTo>
                        <a:lnTo>
                          <a:pt x="1001" y="225"/>
                        </a:lnTo>
                        <a:lnTo>
                          <a:pt x="1016" y="236"/>
                        </a:lnTo>
                        <a:lnTo>
                          <a:pt x="1029" y="248"/>
                        </a:lnTo>
                        <a:lnTo>
                          <a:pt x="1038" y="260"/>
                        </a:lnTo>
                        <a:lnTo>
                          <a:pt x="1047" y="271"/>
                        </a:lnTo>
                        <a:lnTo>
                          <a:pt x="1053" y="282"/>
                        </a:lnTo>
                        <a:lnTo>
                          <a:pt x="1065" y="278"/>
                        </a:lnTo>
                        <a:lnTo>
                          <a:pt x="1057" y="265"/>
                        </a:lnTo>
                        <a:lnTo>
                          <a:pt x="1048" y="251"/>
                        </a:lnTo>
                        <a:lnTo>
                          <a:pt x="1036" y="239"/>
                        </a:lnTo>
                        <a:lnTo>
                          <a:pt x="1023" y="227"/>
                        </a:lnTo>
                        <a:lnTo>
                          <a:pt x="1008" y="216"/>
                        </a:lnTo>
                        <a:lnTo>
                          <a:pt x="990" y="203"/>
                        </a:lnTo>
                        <a:lnTo>
                          <a:pt x="970" y="191"/>
                        </a:lnTo>
                        <a:lnTo>
                          <a:pt x="949" y="180"/>
                        </a:lnTo>
                        <a:lnTo>
                          <a:pt x="925" y="168"/>
                        </a:lnTo>
                        <a:lnTo>
                          <a:pt x="900" y="157"/>
                        </a:lnTo>
                        <a:lnTo>
                          <a:pt x="873" y="145"/>
                        </a:lnTo>
                        <a:lnTo>
                          <a:pt x="845" y="134"/>
                        </a:lnTo>
                        <a:lnTo>
                          <a:pt x="815" y="124"/>
                        </a:lnTo>
                        <a:lnTo>
                          <a:pt x="782" y="113"/>
                        </a:lnTo>
                        <a:lnTo>
                          <a:pt x="749" y="103"/>
                        </a:lnTo>
                        <a:lnTo>
                          <a:pt x="714" y="93"/>
                        </a:lnTo>
                        <a:lnTo>
                          <a:pt x="677" y="83"/>
                        </a:lnTo>
                        <a:lnTo>
                          <a:pt x="640" y="74"/>
                        </a:lnTo>
                        <a:lnTo>
                          <a:pt x="600" y="66"/>
                        </a:lnTo>
                        <a:lnTo>
                          <a:pt x="560" y="57"/>
                        </a:lnTo>
                        <a:lnTo>
                          <a:pt x="519" y="49"/>
                        </a:lnTo>
                        <a:lnTo>
                          <a:pt x="476" y="42"/>
                        </a:lnTo>
                        <a:lnTo>
                          <a:pt x="432" y="36"/>
                        </a:lnTo>
                        <a:lnTo>
                          <a:pt x="387" y="28"/>
                        </a:lnTo>
                        <a:lnTo>
                          <a:pt x="341" y="23"/>
                        </a:lnTo>
                        <a:lnTo>
                          <a:pt x="294" y="18"/>
                        </a:lnTo>
                        <a:lnTo>
                          <a:pt x="247" y="13"/>
                        </a:lnTo>
                        <a:lnTo>
                          <a:pt x="199" y="9"/>
                        </a:lnTo>
                        <a:lnTo>
                          <a:pt x="149" y="7"/>
                        </a:lnTo>
                        <a:lnTo>
                          <a:pt x="100" y="4"/>
                        </a:lnTo>
                        <a:lnTo>
                          <a:pt x="51" y="1"/>
                        </a:lnTo>
                        <a:lnTo>
                          <a:pt x="0" y="0"/>
                        </a:lnTo>
                        <a:lnTo>
                          <a:pt x="0" y="12"/>
                        </a:lnTo>
                      </a:path>
                    </a:pathLst>
                  </a:custGeom>
                  <a:solidFill>
                    <a:srgbClr val="339966"/>
                  </a:solidFill>
                  <a:ln w="12700">
                    <a:noFill/>
                  </a:ln>
                </p:spPr>
                <p:txBody>
                  <a:bodyPr/>
                  <a:lstStyle/>
                  <a:p>
                    <a:endParaRPr lang="zh-CN" altLang="en-US"/>
                  </a:p>
                </p:txBody>
              </p:sp>
              <p:sp>
                <p:nvSpPr>
                  <p:cNvPr id="40972" name="Freeform 7"/>
                  <p:cNvSpPr/>
                  <p:nvPr/>
                </p:nvSpPr>
                <p:spPr>
                  <a:xfrm>
                    <a:off x="1519" y="1797"/>
                    <a:ext cx="1092" cy="275"/>
                  </a:xfrm>
                  <a:custGeom>
                    <a:avLst/>
                    <a:gdLst/>
                    <a:ahLst/>
                    <a:cxnLst>
                      <a:cxn ang="0">
                        <a:pos x="15" y="255"/>
                      </a:cxn>
                      <a:cxn ang="0">
                        <a:pos x="29" y="224"/>
                      </a:cxn>
                      <a:cxn ang="0">
                        <a:pos x="54" y="192"/>
                      </a:cxn>
                      <a:cxn ang="0">
                        <a:pos x="88" y="165"/>
                      </a:cxn>
                      <a:cxn ang="0">
                        <a:pos x="132" y="139"/>
                      </a:cxn>
                      <a:cxn ang="0">
                        <a:pos x="186" y="115"/>
                      </a:cxn>
                      <a:cxn ang="0">
                        <a:pos x="247" y="95"/>
                      </a:cxn>
                      <a:cxn ang="0">
                        <a:pos x="316" y="75"/>
                      </a:cxn>
                      <a:cxn ang="0">
                        <a:pos x="390" y="60"/>
                      </a:cxn>
                      <a:cxn ang="0">
                        <a:pos x="471" y="46"/>
                      </a:cxn>
                      <a:cxn ang="0">
                        <a:pos x="557" y="36"/>
                      </a:cxn>
                      <a:cxn ang="0">
                        <a:pos x="648" y="25"/>
                      </a:cxn>
                      <a:cxn ang="0">
                        <a:pos x="741" y="19"/>
                      </a:cxn>
                      <a:cxn ang="0">
                        <a:pos x="838" y="15"/>
                      </a:cxn>
                      <a:cxn ang="0">
                        <a:pos x="939" y="13"/>
                      </a:cxn>
                      <a:cxn ang="0">
                        <a:pos x="1039" y="12"/>
                      </a:cxn>
                      <a:cxn ang="0">
                        <a:pos x="1091" y="1"/>
                      </a:cxn>
                      <a:cxn ang="0">
                        <a:pos x="988" y="0"/>
                      </a:cxn>
                      <a:cxn ang="0">
                        <a:pos x="887" y="1"/>
                      </a:cxn>
                      <a:cxn ang="0">
                        <a:pos x="789" y="5"/>
                      </a:cxn>
                      <a:cxn ang="0">
                        <a:pos x="693" y="10"/>
                      </a:cxn>
                      <a:cxn ang="0">
                        <a:pos x="601" y="18"/>
                      </a:cxn>
                      <a:cxn ang="0">
                        <a:pos x="512" y="28"/>
                      </a:cxn>
                      <a:cxn ang="0">
                        <a:pos x="427" y="41"/>
                      </a:cxn>
                      <a:cxn ang="0">
                        <a:pos x="349" y="54"/>
                      </a:cxn>
                      <a:cxn ang="0">
                        <a:pos x="277" y="72"/>
                      </a:cxn>
                      <a:cxn ang="0">
                        <a:pos x="210" y="93"/>
                      </a:cxn>
                      <a:cxn ang="0">
                        <a:pos x="153" y="115"/>
                      </a:cxn>
                      <a:cxn ang="0">
                        <a:pos x="103" y="140"/>
                      </a:cxn>
                      <a:cxn ang="0">
                        <a:pos x="62" y="169"/>
                      </a:cxn>
                      <a:cxn ang="0">
                        <a:pos x="30" y="201"/>
                      </a:cxn>
                      <a:cxn ang="0">
                        <a:pos x="10" y="235"/>
                      </a:cxn>
                      <a:cxn ang="0">
                        <a:pos x="0" y="272"/>
                      </a:cxn>
                    </a:cxnLst>
                    <a:rect l="0" t="0" r="0" b="0"/>
                    <a:pathLst>
                      <a:path w="1092" h="275">
                        <a:moveTo>
                          <a:pt x="12" y="274"/>
                        </a:moveTo>
                        <a:lnTo>
                          <a:pt x="15" y="255"/>
                        </a:lnTo>
                        <a:lnTo>
                          <a:pt x="20" y="239"/>
                        </a:lnTo>
                        <a:lnTo>
                          <a:pt x="29" y="224"/>
                        </a:lnTo>
                        <a:lnTo>
                          <a:pt x="40" y="207"/>
                        </a:lnTo>
                        <a:lnTo>
                          <a:pt x="54" y="192"/>
                        </a:lnTo>
                        <a:lnTo>
                          <a:pt x="70" y="178"/>
                        </a:lnTo>
                        <a:lnTo>
                          <a:pt x="88" y="165"/>
                        </a:lnTo>
                        <a:lnTo>
                          <a:pt x="109" y="151"/>
                        </a:lnTo>
                        <a:lnTo>
                          <a:pt x="132" y="139"/>
                        </a:lnTo>
                        <a:lnTo>
                          <a:pt x="159" y="126"/>
                        </a:lnTo>
                        <a:lnTo>
                          <a:pt x="186" y="115"/>
                        </a:lnTo>
                        <a:lnTo>
                          <a:pt x="215" y="104"/>
                        </a:lnTo>
                        <a:lnTo>
                          <a:pt x="247" y="95"/>
                        </a:lnTo>
                        <a:lnTo>
                          <a:pt x="280" y="85"/>
                        </a:lnTo>
                        <a:lnTo>
                          <a:pt x="316" y="75"/>
                        </a:lnTo>
                        <a:lnTo>
                          <a:pt x="352" y="67"/>
                        </a:lnTo>
                        <a:lnTo>
                          <a:pt x="390" y="60"/>
                        </a:lnTo>
                        <a:lnTo>
                          <a:pt x="430" y="52"/>
                        </a:lnTo>
                        <a:lnTo>
                          <a:pt x="471" y="46"/>
                        </a:lnTo>
                        <a:lnTo>
                          <a:pt x="513" y="39"/>
                        </a:lnTo>
                        <a:lnTo>
                          <a:pt x="557" y="36"/>
                        </a:lnTo>
                        <a:lnTo>
                          <a:pt x="601" y="30"/>
                        </a:lnTo>
                        <a:lnTo>
                          <a:pt x="648" y="25"/>
                        </a:lnTo>
                        <a:lnTo>
                          <a:pt x="693" y="23"/>
                        </a:lnTo>
                        <a:lnTo>
                          <a:pt x="741" y="19"/>
                        </a:lnTo>
                        <a:lnTo>
                          <a:pt x="789" y="18"/>
                        </a:lnTo>
                        <a:lnTo>
                          <a:pt x="838" y="15"/>
                        </a:lnTo>
                        <a:lnTo>
                          <a:pt x="887" y="13"/>
                        </a:lnTo>
                        <a:lnTo>
                          <a:pt x="939" y="13"/>
                        </a:lnTo>
                        <a:lnTo>
                          <a:pt x="988" y="12"/>
                        </a:lnTo>
                        <a:lnTo>
                          <a:pt x="1039" y="12"/>
                        </a:lnTo>
                        <a:lnTo>
                          <a:pt x="1091" y="13"/>
                        </a:lnTo>
                        <a:lnTo>
                          <a:pt x="1091" y="1"/>
                        </a:lnTo>
                        <a:lnTo>
                          <a:pt x="1039" y="0"/>
                        </a:lnTo>
                        <a:lnTo>
                          <a:pt x="988" y="0"/>
                        </a:lnTo>
                        <a:lnTo>
                          <a:pt x="937" y="1"/>
                        </a:lnTo>
                        <a:lnTo>
                          <a:pt x="887" y="1"/>
                        </a:lnTo>
                        <a:lnTo>
                          <a:pt x="838" y="2"/>
                        </a:lnTo>
                        <a:lnTo>
                          <a:pt x="789" y="5"/>
                        </a:lnTo>
                        <a:lnTo>
                          <a:pt x="741" y="7"/>
                        </a:lnTo>
                        <a:lnTo>
                          <a:pt x="693" y="10"/>
                        </a:lnTo>
                        <a:lnTo>
                          <a:pt x="646" y="13"/>
                        </a:lnTo>
                        <a:lnTo>
                          <a:pt x="601" y="18"/>
                        </a:lnTo>
                        <a:lnTo>
                          <a:pt x="555" y="23"/>
                        </a:lnTo>
                        <a:lnTo>
                          <a:pt x="512" y="28"/>
                        </a:lnTo>
                        <a:lnTo>
                          <a:pt x="468" y="34"/>
                        </a:lnTo>
                        <a:lnTo>
                          <a:pt x="427" y="41"/>
                        </a:lnTo>
                        <a:lnTo>
                          <a:pt x="387" y="48"/>
                        </a:lnTo>
                        <a:lnTo>
                          <a:pt x="349" y="54"/>
                        </a:lnTo>
                        <a:lnTo>
                          <a:pt x="311" y="64"/>
                        </a:lnTo>
                        <a:lnTo>
                          <a:pt x="277" y="72"/>
                        </a:lnTo>
                        <a:lnTo>
                          <a:pt x="242" y="82"/>
                        </a:lnTo>
                        <a:lnTo>
                          <a:pt x="210" y="93"/>
                        </a:lnTo>
                        <a:lnTo>
                          <a:pt x="180" y="104"/>
                        </a:lnTo>
                        <a:lnTo>
                          <a:pt x="153" y="115"/>
                        </a:lnTo>
                        <a:lnTo>
                          <a:pt x="127" y="128"/>
                        </a:lnTo>
                        <a:lnTo>
                          <a:pt x="103" y="140"/>
                        </a:lnTo>
                        <a:lnTo>
                          <a:pt x="81" y="154"/>
                        </a:lnTo>
                        <a:lnTo>
                          <a:pt x="62" y="169"/>
                        </a:lnTo>
                        <a:lnTo>
                          <a:pt x="46" y="184"/>
                        </a:lnTo>
                        <a:lnTo>
                          <a:pt x="30" y="201"/>
                        </a:lnTo>
                        <a:lnTo>
                          <a:pt x="18" y="217"/>
                        </a:lnTo>
                        <a:lnTo>
                          <a:pt x="10" y="235"/>
                        </a:lnTo>
                        <a:lnTo>
                          <a:pt x="2" y="253"/>
                        </a:lnTo>
                        <a:lnTo>
                          <a:pt x="0" y="272"/>
                        </a:lnTo>
                        <a:lnTo>
                          <a:pt x="12" y="274"/>
                        </a:lnTo>
                      </a:path>
                    </a:pathLst>
                  </a:custGeom>
                  <a:solidFill>
                    <a:srgbClr val="339966"/>
                  </a:solidFill>
                  <a:ln w="12700">
                    <a:noFill/>
                  </a:ln>
                </p:spPr>
                <p:txBody>
                  <a:bodyPr/>
                  <a:lstStyle/>
                  <a:p>
                    <a:endParaRPr lang="zh-CN" altLang="en-US"/>
                  </a:p>
                </p:txBody>
              </p:sp>
              <p:sp>
                <p:nvSpPr>
                  <p:cNvPr id="40973" name="Freeform 8"/>
                  <p:cNvSpPr/>
                  <p:nvPr/>
                </p:nvSpPr>
                <p:spPr>
                  <a:xfrm>
                    <a:off x="1525" y="2049"/>
                    <a:ext cx="1079" cy="423"/>
                  </a:xfrm>
                  <a:custGeom>
                    <a:avLst/>
                    <a:gdLst/>
                    <a:ahLst/>
                    <a:cxnLst>
                      <a:cxn ang="0">
                        <a:pos x="1022" y="409"/>
                      </a:cxn>
                      <a:cxn ang="0">
                        <a:pos x="915" y="402"/>
                      </a:cxn>
                      <a:cxn ang="0">
                        <a:pos x="810" y="391"/>
                      </a:cxn>
                      <a:cxn ang="0">
                        <a:pos x="709" y="373"/>
                      </a:cxn>
                      <a:cxn ang="0">
                        <a:pos x="613" y="350"/>
                      </a:cxn>
                      <a:cxn ang="0">
                        <a:pos x="521" y="324"/>
                      </a:cxn>
                      <a:cxn ang="0">
                        <a:pos x="435" y="295"/>
                      </a:cxn>
                      <a:cxn ang="0">
                        <a:pos x="355" y="262"/>
                      </a:cxn>
                      <a:cxn ang="0">
                        <a:pos x="282" y="228"/>
                      </a:cxn>
                      <a:cxn ang="0">
                        <a:pos x="216" y="193"/>
                      </a:cxn>
                      <a:cxn ang="0">
                        <a:pos x="159" y="159"/>
                      </a:cxn>
                      <a:cxn ang="0">
                        <a:pos x="109" y="125"/>
                      </a:cxn>
                      <a:cxn ang="0">
                        <a:pos x="69" y="92"/>
                      </a:cxn>
                      <a:cxn ang="0">
                        <a:pos x="38" y="60"/>
                      </a:cxn>
                      <a:cxn ang="0">
                        <a:pos x="20" y="33"/>
                      </a:cxn>
                      <a:cxn ang="0">
                        <a:pos x="12" y="10"/>
                      </a:cxn>
                      <a:cxn ang="0">
                        <a:pos x="0" y="0"/>
                      </a:cxn>
                      <a:cxn ang="0">
                        <a:pos x="2" y="25"/>
                      </a:cxn>
                      <a:cxn ang="0">
                        <a:pos x="17" y="53"/>
                      </a:cxn>
                      <a:cxn ang="0">
                        <a:pos x="44" y="84"/>
                      </a:cxn>
                      <a:cxn ang="0">
                        <a:pos x="79" y="116"/>
                      </a:cxn>
                      <a:cxn ang="0">
                        <a:pos x="125" y="151"/>
                      </a:cxn>
                      <a:cxn ang="0">
                        <a:pos x="179" y="187"/>
                      </a:cxn>
                      <a:cxn ang="0">
                        <a:pos x="242" y="222"/>
                      </a:cxn>
                      <a:cxn ang="0">
                        <a:pos x="313" y="257"/>
                      </a:cxn>
                      <a:cxn ang="0">
                        <a:pos x="390" y="290"/>
                      </a:cxn>
                      <a:cxn ang="0">
                        <a:pos x="474" y="321"/>
                      </a:cxn>
                      <a:cxn ang="0">
                        <a:pos x="563" y="350"/>
                      </a:cxn>
                      <a:cxn ang="0">
                        <a:pos x="659" y="375"/>
                      </a:cxn>
                      <a:cxn ang="0">
                        <a:pos x="757" y="394"/>
                      </a:cxn>
                      <a:cxn ang="0">
                        <a:pos x="861" y="409"/>
                      </a:cxn>
                      <a:cxn ang="0">
                        <a:pos x="968" y="419"/>
                      </a:cxn>
                      <a:cxn ang="0">
                        <a:pos x="1078" y="422"/>
                      </a:cxn>
                    </a:cxnLst>
                    <a:rect l="0" t="0" r="0" b="0"/>
                    <a:pathLst>
                      <a:path w="1079" h="423">
                        <a:moveTo>
                          <a:pt x="1078" y="409"/>
                        </a:moveTo>
                        <a:lnTo>
                          <a:pt x="1022" y="409"/>
                        </a:lnTo>
                        <a:lnTo>
                          <a:pt x="968" y="406"/>
                        </a:lnTo>
                        <a:lnTo>
                          <a:pt x="915" y="402"/>
                        </a:lnTo>
                        <a:lnTo>
                          <a:pt x="862" y="397"/>
                        </a:lnTo>
                        <a:lnTo>
                          <a:pt x="810" y="391"/>
                        </a:lnTo>
                        <a:lnTo>
                          <a:pt x="759" y="383"/>
                        </a:lnTo>
                        <a:lnTo>
                          <a:pt x="709" y="373"/>
                        </a:lnTo>
                        <a:lnTo>
                          <a:pt x="661" y="362"/>
                        </a:lnTo>
                        <a:lnTo>
                          <a:pt x="613" y="350"/>
                        </a:lnTo>
                        <a:lnTo>
                          <a:pt x="566" y="338"/>
                        </a:lnTo>
                        <a:lnTo>
                          <a:pt x="521" y="324"/>
                        </a:lnTo>
                        <a:lnTo>
                          <a:pt x="478" y="310"/>
                        </a:lnTo>
                        <a:lnTo>
                          <a:pt x="435" y="295"/>
                        </a:lnTo>
                        <a:lnTo>
                          <a:pt x="394" y="279"/>
                        </a:lnTo>
                        <a:lnTo>
                          <a:pt x="355" y="262"/>
                        </a:lnTo>
                        <a:lnTo>
                          <a:pt x="317" y="246"/>
                        </a:lnTo>
                        <a:lnTo>
                          <a:pt x="282" y="228"/>
                        </a:lnTo>
                        <a:lnTo>
                          <a:pt x="248" y="211"/>
                        </a:lnTo>
                        <a:lnTo>
                          <a:pt x="216" y="193"/>
                        </a:lnTo>
                        <a:lnTo>
                          <a:pt x="186" y="175"/>
                        </a:lnTo>
                        <a:lnTo>
                          <a:pt x="159" y="159"/>
                        </a:lnTo>
                        <a:lnTo>
                          <a:pt x="132" y="141"/>
                        </a:lnTo>
                        <a:lnTo>
                          <a:pt x="109" y="125"/>
                        </a:lnTo>
                        <a:lnTo>
                          <a:pt x="88" y="108"/>
                        </a:lnTo>
                        <a:lnTo>
                          <a:pt x="69" y="92"/>
                        </a:lnTo>
                        <a:lnTo>
                          <a:pt x="52" y="75"/>
                        </a:lnTo>
                        <a:lnTo>
                          <a:pt x="38" y="60"/>
                        </a:lnTo>
                        <a:lnTo>
                          <a:pt x="29" y="46"/>
                        </a:lnTo>
                        <a:lnTo>
                          <a:pt x="20" y="33"/>
                        </a:lnTo>
                        <a:lnTo>
                          <a:pt x="15" y="22"/>
                        </a:lnTo>
                        <a:lnTo>
                          <a:pt x="12" y="10"/>
                        </a:lnTo>
                        <a:lnTo>
                          <a:pt x="12" y="1"/>
                        </a:lnTo>
                        <a:lnTo>
                          <a:pt x="0" y="0"/>
                        </a:lnTo>
                        <a:lnTo>
                          <a:pt x="0" y="12"/>
                        </a:lnTo>
                        <a:lnTo>
                          <a:pt x="2" y="25"/>
                        </a:lnTo>
                        <a:lnTo>
                          <a:pt x="10" y="39"/>
                        </a:lnTo>
                        <a:lnTo>
                          <a:pt x="17" y="53"/>
                        </a:lnTo>
                        <a:lnTo>
                          <a:pt x="30" y="68"/>
                        </a:lnTo>
                        <a:lnTo>
                          <a:pt x="44" y="84"/>
                        </a:lnTo>
                        <a:lnTo>
                          <a:pt x="61" y="100"/>
                        </a:lnTo>
                        <a:lnTo>
                          <a:pt x="79" y="116"/>
                        </a:lnTo>
                        <a:lnTo>
                          <a:pt x="102" y="134"/>
                        </a:lnTo>
                        <a:lnTo>
                          <a:pt x="125" y="151"/>
                        </a:lnTo>
                        <a:lnTo>
                          <a:pt x="151" y="169"/>
                        </a:lnTo>
                        <a:lnTo>
                          <a:pt x="179" y="187"/>
                        </a:lnTo>
                        <a:lnTo>
                          <a:pt x="209" y="204"/>
                        </a:lnTo>
                        <a:lnTo>
                          <a:pt x="242" y="222"/>
                        </a:lnTo>
                        <a:lnTo>
                          <a:pt x="277" y="240"/>
                        </a:lnTo>
                        <a:lnTo>
                          <a:pt x="313" y="257"/>
                        </a:lnTo>
                        <a:lnTo>
                          <a:pt x="350" y="273"/>
                        </a:lnTo>
                        <a:lnTo>
                          <a:pt x="390" y="290"/>
                        </a:lnTo>
                        <a:lnTo>
                          <a:pt x="431" y="306"/>
                        </a:lnTo>
                        <a:lnTo>
                          <a:pt x="474" y="321"/>
                        </a:lnTo>
                        <a:lnTo>
                          <a:pt x="518" y="337"/>
                        </a:lnTo>
                        <a:lnTo>
                          <a:pt x="563" y="350"/>
                        </a:lnTo>
                        <a:lnTo>
                          <a:pt x="610" y="362"/>
                        </a:lnTo>
                        <a:lnTo>
                          <a:pt x="659" y="375"/>
                        </a:lnTo>
                        <a:lnTo>
                          <a:pt x="707" y="384"/>
                        </a:lnTo>
                        <a:lnTo>
                          <a:pt x="757" y="394"/>
                        </a:lnTo>
                        <a:lnTo>
                          <a:pt x="808" y="402"/>
                        </a:lnTo>
                        <a:lnTo>
                          <a:pt x="861" y="409"/>
                        </a:lnTo>
                        <a:lnTo>
                          <a:pt x="913" y="414"/>
                        </a:lnTo>
                        <a:lnTo>
                          <a:pt x="968" y="419"/>
                        </a:lnTo>
                        <a:lnTo>
                          <a:pt x="1022" y="420"/>
                        </a:lnTo>
                        <a:lnTo>
                          <a:pt x="1078" y="422"/>
                        </a:lnTo>
                        <a:lnTo>
                          <a:pt x="1078" y="409"/>
                        </a:lnTo>
                      </a:path>
                    </a:pathLst>
                  </a:custGeom>
                  <a:solidFill>
                    <a:srgbClr val="339966"/>
                  </a:solidFill>
                  <a:ln w="12700">
                    <a:noFill/>
                  </a:ln>
                </p:spPr>
                <p:txBody>
                  <a:bodyPr/>
                  <a:lstStyle/>
                  <a:p>
                    <a:endParaRPr lang="zh-CN" altLang="en-US"/>
                  </a:p>
                </p:txBody>
              </p:sp>
              <p:sp>
                <p:nvSpPr>
                  <p:cNvPr id="40974" name="Freeform 9"/>
                  <p:cNvSpPr/>
                  <p:nvPr/>
                </p:nvSpPr>
                <p:spPr>
                  <a:xfrm>
                    <a:off x="2603" y="2057"/>
                    <a:ext cx="1081" cy="415"/>
                  </a:xfrm>
                  <a:custGeom>
                    <a:avLst/>
                    <a:gdLst/>
                    <a:ahLst/>
                    <a:cxnLst>
                      <a:cxn ang="0">
                        <a:pos x="1064" y="2"/>
                      </a:cxn>
                      <a:cxn ang="0">
                        <a:pos x="1066" y="39"/>
                      </a:cxn>
                      <a:cxn ang="0">
                        <a:pos x="1054" y="76"/>
                      </a:cxn>
                      <a:cxn ang="0">
                        <a:pos x="1031" y="112"/>
                      </a:cxn>
                      <a:cxn ang="0">
                        <a:pos x="997" y="148"/>
                      </a:cxn>
                      <a:cxn ang="0">
                        <a:pos x="953" y="181"/>
                      </a:cxn>
                      <a:cxn ang="0">
                        <a:pos x="901" y="214"/>
                      </a:cxn>
                      <a:cxn ang="0">
                        <a:pos x="838" y="245"/>
                      </a:cxn>
                      <a:cxn ang="0">
                        <a:pos x="767" y="273"/>
                      </a:cxn>
                      <a:cxn ang="0">
                        <a:pos x="690" y="301"/>
                      </a:cxn>
                      <a:cxn ang="0">
                        <a:pos x="606" y="324"/>
                      </a:cxn>
                      <a:cxn ang="0">
                        <a:pos x="515" y="346"/>
                      </a:cxn>
                      <a:cxn ang="0">
                        <a:pos x="419" y="364"/>
                      </a:cxn>
                      <a:cxn ang="0">
                        <a:pos x="319" y="379"/>
                      </a:cxn>
                      <a:cxn ang="0">
                        <a:pos x="216" y="391"/>
                      </a:cxn>
                      <a:cxn ang="0">
                        <a:pos x="108" y="397"/>
                      </a:cxn>
                      <a:cxn ang="0">
                        <a:pos x="0" y="401"/>
                      </a:cxn>
                      <a:cxn ang="0">
                        <a:pos x="54" y="412"/>
                      </a:cxn>
                      <a:cxn ang="0">
                        <a:pos x="163" y="406"/>
                      </a:cxn>
                      <a:cxn ang="0">
                        <a:pos x="270" y="397"/>
                      </a:cxn>
                      <a:cxn ang="0">
                        <a:pos x="371" y="385"/>
                      </a:cxn>
                      <a:cxn ang="0">
                        <a:pos x="469" y="367"/>
                      </a:cxn>
                      <a:cxn ang="0">
                        <a:pos x="563" y="347"/>
                      </a:cxn>
                      <a:cxn ang="0">
                        <a:pos x="651" y="324"/>
                      </a:cxn>
                      <a:cxn ang="0">
                        <a:pos x="734" y="300"/>
                      </a:cxn>
                      <a:cxn ang="0">
                        <a:pos x="808" y="271"/>
                      </a:cxn>
                      <a:cxn ang="0">
                        <a:pos x="876" y="241"/>
                      </a:cxn>
                      <a:cxn ang="0">
                        <a:pos x="935" y="208"/>
                      </a:cxn>
                      <a:cxn ang="0">
                        <a:pos x="984" y="173"/>
                      </a:cxn>
                      <a:cxn ang="0">
                        <a:pos x="1025" y="138"/>
                      </a:cxn>
                      <a:cxn ang="0">
                        <a:pos x="1055" y="101"/>
                      </a:cxn>
                      <a:cxn ang="0">
                        <a:pos x="1073" y="61"/>
                      </a:cxn>
                      <a:cxn ang="0">
                        <a:pos x="1080" y="21"/>
                      </a:cxn>
                      <a:cxn ang="0">
                        <a:pos x="1066" y="3"/>
                      </a:cxn>
                    </a:cxnLst>
                    <a:rect l="0" t="0" r="0" b="0"/>
                    <a:pathLst>
                      <a:path w="1081" h="415">
                        <a:moveTo>
                          <a:pt x="1066" y="3"/>
                        </a:moveTo>
                        <a:lnTo>
                          <a:pt x="1064" y="2"/>
                        </a:lnTo>
                        <a:lnTo>
                          <a:pt x="1067" y="21"/>
                        </a:lnTo>
                        <a:lnTo>
                          <a:pt x="1066" y="39"/>
                        </a:lnTo>
                        <a:lnTo>
                          <a:pt x="1061" y="57"/>
                        </a:lnTo>
                        <a:lnTo>
                          <a:pt x="1054" y="76"/>
                        </a:lnTo>
                        <a:lnTo>
                          <a:pt x="1044" y="94"/>
                        </a:lnTo>
                        <a:lnTo>
                          <a:pt x="1031" y="112"/>
                        </a:lnTo>
                        <a:lnTo>
                          <a:pt x="1016" y="130"/>
                        </a:lnTo>
                        <a:lnTo>
                          <a:pt x="997" y="148"/>
                        </a:lnTo>
                        <a:lnTo>
                          <a:pt x="977" y="164"/>
                        </a:lnTo>
                        <a:lnTo>
                          <a:pt x="953" y="181"/>
                        </a:lnTo>
                        <a:lnTo>
                          <a:pt x="928" y="198"/>
                        </a:lnTo>
                        <a:lnTo>
                          <a:pt x="901" y="214"/>
                        </a:lnTo>
                        <a:lnTo>
                          <a:pt x="870" y="230"/>
                        </a:lnTo>
                        <a:lnTo>
                          <a:pt x="838" y="245"/>
                        </a:lnTo>
                        <a:lnTo>
                          <a:pt x="804" y="260"/>
                        </a:lnTo>
                        <a:lnTo>
                          <a:pt x="767" y="273"/>
                        </a:lnTo>
                        <a:lnTo>
                          <a:pt x="730" y="287"/>
                        </a:lnTo>
                        <a:lnTo>
                          <a:pt x="690" y="301"/>
                        </a:lnTo>
                        <a:lnTo>
                          <a:pt x="648" y="314"/>
                        </a:lnTo>
                        <a:lnTo>
                          <a:pt x="606" y="324"/>
                        </a:lnTo>
                        <a:lnTo>
                          <a:pt x="560" y="335"/>
                        </a:lnTo>
                        <a:lnTo>
                          <a:pt x="515" y="346"/>
                        </a:lnTo>
                        <a:lnTo>
                          <a:pt x="468" y="356"/>
                        </a:lnTo>
                        <a:lnTo>
                          <a:pt x="419" y="364"/>
                        </a:lnTo>
                        <a:lnTo>
                          <a:pt x="370" y="373"/>
                        </a:lnTo>
                        <a:lnTo>
                          <a:pt x="319" y="379"/>
                        </a:lnTo>
                        <a:lnTo>
                          <a:pt x="268" y="385"/>
                        </a:lnTo>
                        <a:lnTo>
                          <a:pt x="216" y="391"/>
                        </a:lnTo>
                        <a:lnTo>
                          <a:pt x="162" y="394"/>
                        </a:lnTo>
                        <a:lnTo>
                          <a:pt x="108" y="397"/>
                        </a:lnTo>
                        <a:lnTo>
                          <a:pt x="54" y="400"/>
                        </a:lnTo>
                        <a:lnTo>
                          <a:pt x="0" y="401"/>
                        </a:lnTo>
                        <a:lnTo>
                          <a:pt x="0" y="414"/>
                        </a:lnTo>
                        <a:lnTo>
                          <a:pt x="54" y="412"/>
                        </a:lnTo>
                        <a:lnTo>
                          <a:pt x="110" y="409"/>
                        </a:lnTo>
                        <a:lnTo>
                          <a:pt x="163" y="406"/>
                        </a:lnTo>
                        <a:lnTo>
                          <a:pt x="217" y="403"/>
                        </a:lnTo>
                        <a:lnTo>
                          <a:pt x="270" y="397"/>
                        </a:lnTo>
                        <a:lnTo>
                          <a:pt x="321" y="391"/>
                        </a:lnTo>
                        <a:lnTo>
                          <a:pt x="371" y="385"/>
                        </a:lnTo>
                        <a:lnTo>
                          <a:pt x="421" y="376"/>
                        </a:lnTo>
                        <a:lnTo>
                          <a:pt x="469" y="367"/>
                        </a:lnTo>
                        <a:lnTo>
                          <a:pt x="517" y="357"/>
                        </a:lnTo>
                        <a:lnTo>
                          <a:pt x="563" y="347"/>
                        </a:lnTo>
                        <a:lnTo>
                          <a:pt x="609" y="337"/>
                        </a:lnTo>
                        <a:lnTo>
                          <a:pt x="651" y="324"/>
                        </a:lnTo>
                        <a:lnTo>
                          <a:pt x="694" y="312"/>
                        </a:lnTo>
                        <a:lnTo>
                          <a:pt x="734" y="300"/>
                        </a:lnTo>
                        <a:lnTo>
                          <a:pt x="771" y="286"/>
                        </a:lnTo>
                        <a:lnTo>
                          <a:pt x="808" y="271"/>
                        </a:lnTo>
                        <a:lnTo>
                          <a:pt x="843" y="256"/>
                        </a:lnTo>
                        <a:lnTo>
                          <a:pt x="876" y="241"/>
                        </a:lnTo>
                        <a:lnTo>
                          <a:pt x="906" y="224"/>
                        </a:lnTo>
                        <a:lnTo>
                          <a:pt x="935" y="208"/>
                        </a:lnTo>
                        <a:lnTo>
                          <a:pt x="961" y="191"/>
                        </a:lnTo>
                        <a:lnTo>
                          <a:pt x="984" y="173"/>
                        </a:lnTo>
                        <a:lnTo>
                          <a:pt x="1005" y="155"/>
                        </a:lnTo>
                        <a:lnTo>
                          <a:pt x="1025" y="138"/>
                        </a:lnTo>
                        <a:lnTo>
                          <a:pt x="1041" y="120"/>
                        </a:lnTo>
                        <a:lnTo>
                          <a:pt x="1055" y="101"/>
                        </a:lnTo>
                        <a:lnTo>
                          <a:pt x="1064" y="81"/>
                        </a:lnTo>
                        <a:lnTo>
                          <a:pt x="1073" y="61"/>
                        </a:lnTo>
                        <a:lnTo>
                          <a:pt x="1077" y="42"/>
                        </a:lnTo>
                        <a:lnTo>
                          <a:pt x="1080" y="21"/>
                        </a:lnTo>
                        <a:lnTo>
                          <a:pt x="1077" y="0"/>
                        </a:lnTo>
                        <a:lnTo>
                          <a:pt x="1066" y="3"/>
                        </a:lnTo>
                      </a:path>
                    </a:pathLst>
                  </a:custGeom>
                  <a:solidFill>
                    <a:srgbClr val="339966"/>
                  </a:solidFill>
                  <a:ln w="12700">
                    <a:noFill/>
                  </a:ln>
                </p:spPr>
                <p:txBody>
                  <a:bodyPr/>
                  <a:lstStyle/>
                  <a:p>
                    <a:endParaRPr lang="zh-CN" altLang="en-US"/>
                  </a:p>
                </p:txBody>
              </p:sp>
              <p:sp>
                <p:nvSpPr>
                  <p:cNvPr id="40975" name="Freeform 10"/>
                  <p:cNvSpPr/>
                  <p:nvPr/>
                </p:nvSpPr>
                <p:spPr>
                  <a:xfrm>
                    <a:off x="1702" y="1877"/>
                    <a:ext cx="901" cy="597"/>
                  </a:xfrm>
                  <a:custGeom>
                    <a:avLst/>
                    <a:gdLst/>
                    <a:ahLst/>
                    <a:cxnLst>
                      <a:cxn ang="0">
                        <a:pos x="898" y="596"/>
                      </a:cxn>
                      <a:cxn ang="0">
                        <a:pos x="900" y="583"/>
                      </a:cxn>
                      <a:cxn ang="0">
                        <a:pos x="815" y="573"/>
                      </a:cxn>
                      <a:cxn ang="0">
                        <a:pos x="738" y="559"/>
                      </a:cxn>
                      <a:cxn ang="0">
                        <a:pos x="665" y="541"/>
                      </a:cxn>
                      <a:cxn ang="0">
                        <a:pos x="597" y="520"/>
                      </a:cxn>
                      <a:cxn ang="0">
                        <a:pos x="533" y="492"/>
                      </a:cxn>
                      <a:cxn ang="0">
                        <a:pos x="476" y="464"/>
                      </a:cxn>
                      <a:cxn ang="0">
                        <a:pos x="420" y="429"/>
                      </a:cxn>
                      <a:cxn ang="0">
                        <a:pos x="368" y="392"/>
                      </a:cxn>
                      <a:cxn ang="0">
                        <a:pos x="319" y="352"/>
                      </a:cxn>
                      <a:cxn ang="0">
                        <a:pos x="272" y="308"/>
                      </a:cxn>
                      <a:cxn ang="0">
                        <a:pos x="226" y="263"/>
                      </a:cxn>
                      <a:cxn ang="0">
                        <a:pos x="182" y="214"/>
                      </a:cxn>
                      <a:cxn ang="0">
                        <a:pos x="139" y="164"/>
                      </a:cxn>
                      <a:cxn ang="0">
                        <a:pos x="96" y="111"/>
                      </a:cxn>
                      <a:cxn ang="0">
                        <a:pos x="54" y="56"/>
                      </a:cxn>
                      <a:cxn ang="0">
                        <a:pos x="11" y="0"/>
                      </a:cxn>
                      <a:cxn ang="0">
                        <a:pos x="0" y="7"/>
                      </a:cxn>
                      <a:cxn ang="0">
                        <a:pos x="44" y="63"/>
                      </a:cxn>
                      <a:cxn ang="0">
                        <a:pos x="87" y="118"/>
                      </a:cxn>
                      <a:cxn ang="0">
                        <a:pos x="129" y="172"/>
                      </a:cxn>
                      <a:cxn ang="0">
                        <a:pos x="172" y="223"/>
                      </a:cxn>
                      <a:cxn ang="0">
                        <a:pos x="216" y="270"/>
                      </a:cxn>
                      <a:cxn ang="0">
                        <a:pos x="262" y="317"/>
                      </a:cxn>
                      <a:cxn ang="0">
                        <a:pos x="310" y="361"/>
                      </a:cxn>
                      <a:cxn ang="0">
                        <a:pos x="360" y="402"/>
                      </a:cxn>
                      <a:cxn ang="0">
                        <a:pos x="414" y="438"/>
                      </a:cxn>
                      <a:cxn ang="0">
                        <a:pos x="469" y="473"/>
                      </a:cxn>
                      <a:cxn ang="0">
                        <a:pos x="530" y="505"/>
                      </a:cxn>
                      <a:cxn ang="0">
                        <a:pos x="593" y="531"/>
                      </a:cxn>
                      <a:cxn ang="0">
                        <a:pos x="660" y="554"/>
                      </a:cxn>
                      <a:cxn ang="0">
                        <a:pos x="735" y="572"/>
                      </a:cxn>
                      <a:cxn ang="0">
                        <a:pos x="814" y="586"/>
                      </a:cxn>
                      <a:cxn ang="0">
                        <a:pos x="898" y="596"/>
                      </a:cxn>
                      <a:cxn ang="0">
                        <a:pos x="900" y="583"/>
                      </a:cxn>
                      <a:cxn ang="0">
                        <a:pos x="898" y="596"/>
                      </a:cxn>
                    </a:cxnLst>
                    <a:rect l="0" t="0" r="0" b="0"/>
                    <a:pathLst>
                      <a:path w="901" h="597">
                        <a:moveTo>
                          <a:pt x="898" y="596"/>
                        </a:moveTo>
                        <a:lnTo>
                          <a:pt x="900" y="583"/>
                        </a:lnTo>
                        <a:lnTo>
                          <a:pt x="815" y="573"/>
                        </a:lnTo>
                        <a:lnTo>
                          <a:pt x="738" y="559"/>
                        </a:lnTo>
                        <a:lnTo>
                          <a:pt x="665" y="541"/>
                        </a:lnTo>
                        <a:lnTo>
                          <a:pt x="597" y="520"/>
                        </a:lnTo>
                        <a:lnTo>
                          <a:pt x="533" y="492"/>
                        </a:lnTo>
                        <a:lnTo>
                          <a:pt x="476" y="464"/>
                        </a:lnTo>
                        <a:lnTo>
                          <a:pt x="420" y="429"/>
                        </a:lnTo>
                        <a:lnTo>
                          <a:pt x="368" y="392"/>
                        </a:lnTo>
                        <a:lnTo>
                          <a:pt x="319" y="352"/>
                        </a:lnTo>
                        <a:lnTo>
                          <a:pt x="272" y="308"/>
                        </a:lnTo>
                        <a:lnTo>
                          <a:pt x="226" y="263"/>
                        </a:lnTo>
                        <a:lnTo>
                          <a:pt x="182" y="214"/>
                        </a:lnTo>
                        <a:lnTo>
                          <a:pt x="139" y="164"/>
                        </a:lnTo>
                        <a:lnTo>
                          <a:pt x="96" y="111"/>
                        </a:lnTo>
                        <a:lnTo>
                          <a:pt x="54" y="56"/>
                        </a:lnTo>
                        <a:lnTo>
                          <a:pt x="11" y="0"/>
                        </a:lnTo>
                        <a:lnTo>
                          <a:pt x="0" y="7"/>
                        </a:lnTo>
                        <a:lnTo>
                          <a:pt x="44" y="63"/>
                        </a:lnTo>
                        <a:lnTo>
                          <a:pt x="87" y="118"/>
                        </a:lnTo>
                        <a:lnTo>
                          <a:pt x="129" y="172"/>
                        </a:lnTo>
                        <a:lnTo>
                          <a:pt x="172" y="223"/>
                        </a:lnTo>
                        <a:lnTo>
                          <a:pt x="216" y="270"/>
                        </a:lnTo>
                        <a:lnTo>
                          <a:pt x="262" y="317"/>
                        </a:lnTo>
                        <a:lnTo>
                          <a:pt x="310" y="361"/>
                        </a:lnTo>
                        <a:lnTo>
                          <a:pt x="360" y="402"/>
                        </a:lnTo>
                        <a:lnTo>
                          <a:pt x="414" y="438"/>
                        </a:lnTo>
                        <a:lnTo>
                          <a:pt x="469" y="473"/>
                        </a:lnTo>
                        <a:lnTo>
                          <a:pt x="530" y="505"/>
                        </a:lnTo>
                        <a:lnTo>
                          <a:pt x="593" y="531"/>
                        </a:lnTo>
                        <a:lnTo>
                          <a:pt x="660" y="554"/>
                        </a:lnTo>
                        <a:lnTo>
                          <a:pt x="735" y="572"/>
                        </a:lnTo>
                        <a:lnTo>
                          <a:pt x="814" y="586"/>
                        </a:lnTo>
                        <a:lnTo>
                          <a:pt x="898" y="596"/>
                        </a:lnTo>
                        <a:lnTo>
                          <a:pt x="900" y="583"/>
                        </a:lnTo>
                        <a:lnTo>
                          <a:pt x="898" y="596"/>
                        </a:lnTo>
                      </a:path>
                    </a:pathLst>
                  </a:custGeom>
                  <a:solidFill>
                    <a:srgbClr val="339966"/>
                  </a:solidFill>
                  <a:ln w="12700">
                    <a:noFill/>
                  </a:ln>
                </p:spPr>
                <p:txBody>
                  <a:bodyPr/>
                  <a:lstStyle/>
                  <a:p>
                    <a:endParaRPr lang="zh-CN" altLang="en-US"/>
                  </a:p>
                </p:txBody>
              </p:sp>
              <p:sp>
                <p:nvSpPr>
                  <p:cNvPr id="40976" name="Freeform 11"/>
                  <p:cNvSpPr/>
                  <p:nvPr/>
                </p:nvSpPr>
                <p:spPr>
                  <a:xfrm>
                    <a:off x="1554" y="1981"/>
                    <a:ext cx="1049" cy="493"/>
                  </a:xfrm>
                  <a:custGeom>
                    <a:avLst/>
                    <a:gdLst/>
                    <a:ahLst/>
                    <a:cxnLst>
                      <a:cxn ang="0">
                        <a:pos x="42" y="54"/>
                      </a:cxn>
                      <a:cxn ang="0">
                        <a:pos x="123" y="137"/>
                      </a:cxn>
                      <a:cxn ang="0">
                        <a:pos x="202" y="209"/>
                      </a:cxn>
                      <a:cxn ang="0">
                        <a:pos x="275" y="270"/>
                      </a:cxn>
                      <a:cxn ang="0">
                        <a:pos x="347" y="321"/>
                      </a:cxn>
                      <a:cxn ang="0">
                        <a:pos x="414" y="362"/>
                      </a:cxn>
                      <a:cxn ang="0">
                        <a:pos x="481" y="396"/>
                      </a:cxn>
                      <a:cxn ang="0">
                        <a:pos x="544" y="424"/>
                      </a:cxn>
                      <a:cxn ang="0">
                        <a:pos x="606" y="445"/>
                      </a:cxn>
                      <a:cxn ang="0">
                        <a:pos x="666" y="460"/>
                      </a:cxn>
                      <a:cxn ang="0">
                        <a:pos x="726" y="471"/>
                      </a:cxn>
                      <a:cxn ang="0">
                        <a:pos x="785" y="478"/>
                      </a:cxn>
                      <a:cxn ang="0">
                        <a:pos x="843" y="482"/>
                      </a:cxn>
                      <a:cxn ang="0">
                        <a:pos x="901" y="486"/>
                      </a:cxn>
                      <a:cxn ang="0">
                        <a:pos x="959" y="487"/>
                      </a:cxn>
                      <a:cxn ang="0">
                        <a:pos x="1017" y="490"/>
                      </a:cxn>
                      <a:cxn ang="0">
                        <a:pos x="1048" y="479"/>
                      </a:cxn>
                      <a:cxn ang="0">
                        <a:pos x="988" y="476"/>
                      </a:cxn>
                      <a:cxn ang="0">
                        <a:pos x="930" y="473"/>
                      </a:cxn>
                      <a:cxn ang="0">
                        <a:pos x="872" y="472"/>
                      </a:cxn>
                      <a:cxn ang="0">
                        <a:pos x="814" y="468"/>
                      </a:cxn>
                      <a:cxn ang="0">
                        <a:pos x="758" y="463"/>
                      </a:cxn>
                      <a:cxn ang="0">
                        <a:pos x="698" y="453"/>
                      </a:cxn>
                      <a:cxn ang="0">
                        <a:pos x="641" y="440"/>
                      </a:cxn>
                      <a:cxn ang="0">
                        <a:pos x="580" y="422"/>
                      </a:cxn>
                      <a:cxn ang="0">
                        <a:pos x="517" y="399"/>
                      </a:cxn>
                      <a:cxn ang="0">
                        <a:pos x="454" y="370"/>
                      </a:cxn>
                      <a:cxn ang="0">
                        <a:pos x="388" y="332"/>
                      </a:cxn>
                      <a:cxn ang="0">
                        <a:pos x="319" y="287"/>
                      </a:cxn>
                      <a:cxn ang="0">
                        <a:pos x="246" y="231"/>
                      </a:cxn>
                      <a:cxn ang="0">
                        <a:pos x="172" y="165"/>
                      </a:cxn>
                      <a:cxn ang="0">
                        <a:pos x="92" y="88"/>
                      </a:cxn>
                      <a:cxn ang="0">
                        <a:pos x="9" y="0"/>
                      </a:cxn>
                    </a:cxnLst>
                    <a:rect l="0" t="0" r="0" b="0"/>
                    <a:pathLst>
                      <a:path w="1049" h="493">
                        <a:moveTo>
                          <a:pt x="0" y="8"/>
                        </a:moveTo>
                        <a:lnTo>
                          <a:pt x="42" y="54"/>
                        </a:lnTo>
                        <a:lnTo>
                          <a:pt x="83" y="98"/>
                        </a:lnTo>
                        <a:lnTo>
                          <a:pt x="123" y="137"/>
                        </a:lnTo>
                        <a:lnTo>
                          <a:pt x="163" y="175"/>
                        </a:lnTo>
                        <a:lnTo>
                          <a:pt x="202" y="209"/>
                        </a:lnTo>
                        <a:lnTo>
                          <a:pt x="239" y="241"/>
                        </a:lnTo>
                        <a:lnTo>
                          <a:pt x="275" y="270"/>
                        </a:lnTo>
                        <a:lnTo>
                          <a:pt x="311" y="296"/>
                        </a:lnTo>
                        <a:lnTo>
                          <a:pt x="347" y="321"/>
                        </a:lnTo>
                        <a:lnTo>
                          <a:pt x="381" y="343"/>
                        </a:lnTo>
                        <a:lnTo>
                          <a:pt x="414" y="362"/>
                        </a:lnTo>
                        <a:lnTo>
                          <a:pt x="449" y="381"/>
                        </a:lnTo>
                        <a:lnTo>
                          <a:pt x="481" y="396"/>
                        </a:lnTo>
                        <a:lnTo>
                          <a:pt x="514" y="411"/>
                        </a:lnTo>
                        <a:lnTo>
                          <a:pt x="544" y="424"/>
                        </a:lnTo>
                        <a:lnTo>
                          <a:pt x="576" y="435"/>
                        </a:lnTo>
                        <a:lnTo>
                          <a:pt x="606" y="445"/>
                        </a:lnTo>
                        <a:lnTo>
                          <a:pt x="636" y="453"/>
                        </a:lnTo>
                        <a:lnTo>
                          <a:pt x="666" y="460"/>
                        </a:lnTo>
                        <a:lnTo>
                          <a:pt x="697" y="466"/>
                        </a:lnTo>
                        <a:lnTo>
                          <a:pt x="726" y="471"/>
                        </a:lnTo>
                        <a:lnTo>
                          <a:pt x="757" y="475"/>
                        </a:lnTo>
                        <a:lnTo>
                          <a:pt x="785" y="478"/>
                        </a:lnTo>
                        <a:lnTo>
                          <a:pt x="814" y="481"/>
                        </a:lnTo>
                        <a:lnTo>
                          <a:pt x="843" y="482"/>
                        </a:lnTo>
                        <a:lnTo>
                          <a:pt x="872" y="484"/>
                        </a:lnTo>
                        <a:lnTo>
                          <a:pt x="901" y="486"/>
                        </a:lnTo>
                        <a:lnTo>
                          <a:pt x="930" y="486"/>
                        </a:lnTo>
                        <a:lnTo>
                          <a:pt x="959" y="487"/>
                        </a:lnTo>
                        <a:lnTo>
                          <a:pt x="988" y="489"/>
                        </a:lnTo>
                        <a:lnTo>
                          <a:pt x="1017" y="490"/>
                        </a:lnTo>
                        <a:lnTo>
                          <a:pt x="1046" y="492"/>
                        </a:lnTo>
                        <a:lnTo>
                          <a:pt x="1048" y="479"/>
                        </a:lnTo>
                        <a:lnTo>
                          <a:pt x="1017" y="478"/>
                        </a:lnTo>
                        <a:lnTo>
                          <a:pt x="988" y="476"/>
                        </a:lnTo>
                        <a:lnTo>
                          <a:pt x="959" y="475"/>
                        </a:lnTo>
                        <a:lnTo>
                          <a:pt x="930" y="473"/>
                        </a:lnTo>
                        <a:lnTo>
                          <a:pt x="901" y="473"/>
                        </a:lnTo>
                        <a:lnTo>
                          <a:pt x="872" y="472"/>
                        </a:lnTo>
                        <a:lnTo>
                          <a:pt x="843" y="469"/>
                        </a:lnTo>
                        <a:lnTo>
                          <a:pt x="814" y="468"/>
                        </a:lnTo>
                        <a:lnTo>
                          <a:pt x="787" y="466"/>
                        </a:lnTo>
                        <a:lnTo>
                          <a:pt x="758" y="463"/>
                        </a:lnTo>
                        <a:lnTo>
                          <a:pt x="728" y="458"/>
                        </a:lnTo>
                        <a:lnTo>
                          <a:pt x="698" y="453"/>
                        </a:lnTo>
                        <a:lnTo>
                          <a:pt x="669" y="447"/>
                        </a:lnTo>
                        <a:lnTo>
                          <a:pt x="641" y="440"/>
                        </a:lnTo>
                        <a:lnTo>
                          <a:pt x="610" y="432"/>
                        </a:lnTo>
                        <a:lnTo>
                          <a:pt x="580" y="422"/>
                        </a:lnTo>
                        <a:lnTo>
                          <a:pt x="550" y="411"/>
                        </a:lnTo>
                        <a:lnTo>
                          <a:pt x="517" y="399"/>
                        </a:lnTo>
                        <a:lnTo>
                          <a:pt x="486" y="385"/>
                        </a:lnTo>
                        <a:lnTo>
                          <a:pt x="454" y="370"/>
                        </a:lnTo>
                        <a:lnTo>
                          <a:pt x="421" y="352"/>
                        </a:lnTo>
                        <a:lnTo>
                          <a:pt x="388" y="332"/>
                        </a:lnTo>
                        <a:lnTo>
                          <a:pt x="354" y="311"/>
                        </a:lnTo>
                        <a:lnTo>
                          <a:pt x="319" y="287"/>
                        </a:lnTo>
                        <a:lnTo>
                          <a:pt x="283" y="260"/>
                        </a:lnTo>
                        <a:lnTo>
                          <a:pt x="246" y="231"/>
                        </a:lnTo>
                        <a:lnTo>
                          <a:pt x="209" y="199"/>
                        </a:lnTo>
                        <a:lnTo>
                          <a:pt x="172" y="165"/>
                        </a:lnTo>
                        <a:lnTo>
                          <a:pt x="131" y="128"/>
                        </a:lnTo>
                        <a:lnTo>
                          <a:pt x="92" y="88"/>
                        </a:lnTo>
                        <a:lnTo>
                          <a:pt x="51" y="45"/>
                        </a:lnTo>
                        <a:lnTo>
                          <a:pt x="9" y="0"/>
                        </a:lnTo>
                        <a:lnTo>
                          <a:pt x="0" y="8"/>
                        </a:lnTo>
                      </a:path>
                    </a:pathLst>
                  </a:custGeom>
                  <a:solidFill>
                    <a:srgbClr val="339966"/>
                  </a:solidFill>
                  <a:ln w="12700">
                    <a:noFill/>
                  </a:ln>
                </p:spPr>
                <p:txBody>
                  <a:bodyPr/>
                  <a:lstStyle/>
                  <a:p>
                    <a:endParaRPr lang="zh-CN" altLang="en-US"/>
                  </a:p>
                </p:txBody>
              </p:sp>
              <p:sp>
                <p:nvSpPr>
                  <p:cNvPr id="40977" name="Freeform 12"/>
                  <p:cNvSpPr/>
                  <p:nvPr/>
                </p:nvSpPr>
                <p:spPr>
                  <a:xfrm>
                    <a:off x="2359" y="1788"/>
                    <a:ext cx="251" cy="686"/>
                  </a:xfrm>
                  <a:custGeom>
                    <a:avLst/>
                    <a:gdLst/>
                    <a:ahLst/>
                    <a:cxnLst>
                      <a:cxn ang="0">
                        <a:pos x="239" y="683"/>
                      </a:cxn>
                      <a:cxn ang="0">
                        <a:pos x="244" y="674"/>
                      </a:cxn>
                      <a:cxn ang="0">
                        <a:pos x="221" y="630"/>
                      </a:cxn>
                      <a:cxn ang="0">
                        <a:pos x="197" y="588"/>
                      </a:cxn>
                      <a:cxn ang="0">
                        <a:pos x="176" y="547"/>
                      </a:cxn>
                      <a:cxn ang="0">
                        <a:pos x="156" y="506"/>
                      </a:cxn>
                      <a:cxn ang="0">
                        <a:pos x="137" y="463"/>
                      </a:cxn>
                      <a:cxn ang="0">
                        <a:pos x="119" y="422"/>
                      </a:cxn>
                      <a:cxn ang="0">
                        <a:pos x="102" y="382"/>
                      </a:cxn>
                      <a:cxn ang="0">
                        <a:pos x="87" y="341"/>
                      </a:cxn>
                      <a:cxn ang="0">
                        <a:pos x="73" y="298"/>
                      </a:cxn>
                      <a:cxn ang="0">
                        <a:pos x="61" y="257"/>
                      </a:cxn>
                      <a:cxn ang="0">
                        <a:pos x="51" y="216"/>
                      </a:cxn>
                      <a:cxn ang="0">
                        <a:pos x="39" y="173"/>
                      </a:cxn>
                      <a:cxn ang="0">
                        <a:pos x="31" y="131"/>
                      </a:cxn>
                      <a:cxn ang="0">
                        <a:pos x="22" y="88"/>
                      </a:cxn>
                      <a:cxn ang="0">
                        <a:pos x="17" y="43"/>
                      </a:cxn>
                      <a:cxn ang="0">
                        <a:pos x="12" y="0"/>
                      </a:cxn>
                      <a:cxn ang="0">
                        <a:pos x="0" y="1"/>
                      </a:cxn>
                      <a:cxn ang="0">
                        <a:pos x="5" y="45"/>
                      </a:cxn>
                      <a:cxn ang="0">
                        <a:pos x="12" y="89"/>
                      </a:cxn>
                      <a:cxn ang="0">
                        <a:pos x="18" y="133"/>
                      </a:cxn>
                      <a:cxn ang="0">
                        <a:pos x="28" y="176"/>
                      </a:cxn>
                      <a:cxn ang="0">
                        <a:pos x="38" y="218"/>
                      </a:cxn>
                      <a:cxn ang="0">
                        <a:pos x="49" y="261"/>
                      </a:cxn>
                      <a:cxn ang="0">
                        <a:pos x="63" y="302"/>
                      </a:cxn>
                      <a:cxn ang="0">
                        <a:pos x="76" y="344"/>
                      </a:cxn>
                      <a:cxn ang="0">
                        <a:pos x="91" y="386"/>
                      </a:cxn>
                      <a:cxn ang="0">
                        <a:pos x="108" y="427"/>
                      </a:cxn>
                      <a:cxn ang="0">
                        <a:pos x="126" y="468"/>
                      </a:cxn>
                      <a:cxn ang="0">
                        <a:pos x="145" y="510"/>
                      </a:cxn>
                      <a:cxn ang="0">
                        <a:pos x="164" y="553"/>
                      </a:cxn>
                      <a:cxn ang="0">
                        <a:pos x="186" y="594"/>
                      </a:cxn>
                      <a:cxn ang="0">
                        <a:pos x="210" y="636"/>
                      </a:cxn>
                      <a:cxn ang="0">
                        <a:pos x="233" y="679"/>
                      </a:cxn>
                      <a:cxn ang="0">
                        <a:pos x="240" y="671"/>
                      </a:cxn>
                      <a:cxn ang="0">
                        <a:pos x="239" y="683"/>
                      </a:cxn>
                      <a:cxn ang="0">
                        <a:pos x="250" y="685"/>
                      </a:cxn>
                      <a:cxn ang="0">
                        <a:pos x="244" y="674"/>
                      </a:cxn>
                      <a:cxn ang="0">
                        <a:pos x="239" y="683"/>
                      </a:cxn>
                    </a:cxnLst>
                    <a:rect l="0" t="0" r="0" b="0"/>
                    <a:pathLst>
                      <a:path w="251" h="686">
                        <a:moveTo>
                          <a:pt x="239" y="683"/>
                        </a:moveTo>
                        <a:lnTo>
                          <a:pt x="244" y="674"/>
                        </a:lnTo>
                        <a:lnTo>
                          <a:pt x="221" y="630"/>
                        </a:lnTo>
                        <a:lnTo>
                          <a:pt x="197" y="588"/>
                        </a:lnTo>
                        <a:lnTo>
                          <a:pt x="176" y="547"/>
                        </a:lnTo>
                        <a:lnTo>
                          <a:pt x="156" y="506"/>
                        </a:lnTo>
                        <a:lnTo>
                          <a:pt x="137" y="463"/>
                        </a:lnTo>
                        <a:lnTo>
                          <a:pt x="119" y="422"/>
                        </a:lnTo>
                        <a:lnTo>
                          <a:pt x="102" y="382"/>
                        </a:lnTo>
                        <a:lnTo>
                          <a:pt x="87" y="341"/>
                        </a:lnTo>
                        <a:lnTo>
                          <a:pt x="73" y="298"/>
                        </a:lnTo>
                        <a:lnTo>
                          <a:pt x="61" y="257"/>
                        </a:lnTo>
                        <a:lnTo>
                          <a:pt x="51" y="216"/>
                        </a:lnTo>
                        <a:lnTo>
                          <a:pt x="39" y="173"/>
                        </a:lnTo>
                        <a:lnTo>
                          <a:pt x="31" y="131"/>
                        </a:lnTo>
                        <a:lnTo>
                          <a:pt x="22" y="88"/>
                        </a:lnTo>
                        <a:lnTo>
                          <a:pt x="17" y="43"/>
                        </a:lnTo>
                        <a:lnTo>
                          <a:pt x="12" y="0"/>
                        </a:lnTo>
                        <a:lnTo>
                          <a:pt x="0" y="1"/>
                        </a:lnTo>
                        <a:lnTo>
                          <a:pt x="5" y="45"/>
                        </a:lnTo>
                        <a:lnTo>
                          <a:pt x="12" y="89"/>
                        </a:lnTo>
                        <a:lnTo>
                          <a:pt x="18" y="133"/>
                        </a:lnTo>
                        <a:lnTo>
                          <a:pt x="28" y="176"/>
                        </a:lnTo>
                        <a:lnTo>
                          <a:pt x="38" y="218"/>
                        </a:lnTo>
                        <a:lnTo>
                          <a:pt x="49" y="261"/>
                        </a:lnTo>
                        <a:lnTo>
                          <a:pt x="63" y="302"/>
                        </a:lnTo>
                        <a:lnTo>
                          <a:pt x="76" y="344"/>
                        </a:lnTo>
                        <a:lnTo>
                          <a:pt x="91" y="386"/>
                        </a:lnTo>
                        <a:lnTo>
                          <a:pt x="108" y="427"/>
                        </a:lnTo>
                        <a:lnTo>
                          <a:pt x="126" y="468"/>
                        </a:lnTo>
                        <a:lnTo>
                          <a:pt x="145" y="510"/>
                        </a:lnTo>
                        <a:lnTo>
                          <a:pt x="164" y="553"/>
                        </a:lnTo>
                        <a:lnTo>
                          <a:pt x="186" y="594"/>
                        </a:lnTo>
                        <a:lnTo>
                          <a:pt x="210" y="636"/>
                        </a:lnTo>
                        <a:lnTo>
                          <a:pt x="233" y="679"/>
                        </a:lnTo>
                        <a:lnTo>
                          <a:pt x="240" y="671"/>
                        </a:lnTo>
                        <a:lnTo>
                          <a:pt x="239" y="683"/>
                        </a:lnTo>
                        <a:lnTo>
                          <a:pt x="250" y="685"/>
                        </a:lnTo>
                        <a:lnTo>
                          <a:pt x="244" y="674"/>
                        </a:lnTo>
                        <a:lnTo>
                          <a:pt x="239" y="683"/>
                        </a:lnTo>
                      </a:path>
                    </a:pathLst>
                  </a:custGeom>
                  <a:solidFill>
                    <a:srgbClr val="339966"/>
                  </a:solidFill>
                  <a:ln w="12700">
                    <a:noFill/>
                  </a:ln>
                </p:spPr>
                <p:txBody>
                  <a:bodyPr/>
                  <a:lstStyle/>
                  <a:p>
                    <a:endParaRPr lang="zh-CN" altLang="en-US"/>
                  </a:p>
                </p:txBody>
              </p:sp>
              <p:sp>
                <p:nvSpPr>
                  <p:cNvPr id="40978" name="Freeform 13"/>
                  <p:cNvSpPr/>
                  <p:nvPr/>
                </p:nvSpPr>
                <p:spPr>
                  <a:xfrm>
                    <a:off x="2000" y="1813"/>
                    <a:ext cx="600" cy="658"/>
                  </a:xfrm>
                  <a:custGeom>
                    <a:avLst/>
                    <a:gdLst/>
                    <a:ahLst/>
                    <a:cxnLst>
                      <a:cxn ang="0">
                        <a:pos x="0" y="3"/>
                      </a:cxn>
                      <a:cxn ang="0">
                        <a:pos x="16" y="45"/>
                      </a:cxn>
                      <a:cxn ang="0">
                        <a:pos x="37" y="90"/>
                      </a:cxn>
                      <a:cxn ang="0">
                        <a:pos x="61" y="138"/>
                      </a:cxn>
                      <a:cxn ang="0">
                        <a:pos x="92" y="189"/>
                      </a:cxn>
                      <a:cxn ang="0">
                        <a:pos x="125" y="240"/>
                      </a:cxn>
                      <a:cxn ang="0">
                        <a:pos x="161" y="293"/>
                      </a:cxn>
                      <a:cxn ang="0">
                        <a:pos x="199" y="346"/>
                      </a:cxn>
                      <a:cxn ang="0">
                        <a:pos x="240" y="396"/>
                      </a:cxn>
                      <a:cxn ang="0">
                        <a:pos x="283" y="446"/>
                      </a:cxn>
                      <a:cxn ang="0">
                        <a:pos x="327" y="492"/>
                      </a:cxn>
                      <a:cxn ang="0">
                        <a:pos x="373" y="534"/>
                      </a:cxn>
                      <a:cxn ang="0">
                        <a:pos x="418" y="571"/>
                      </a:cxn>
                      <a:cxn ang="0">
                        <a:pos x="463" y="604"/>
                      </a:cxn>
                      <a:cxn ang="0">
                        <a:pos x="509" y="629"/>
                      </a:cxn>
                      <a:cxn ang="0">
                        <a:pos x="553" y="647"/>
                      </a:cxn>
                      <a:cxn ang="0">
                        <a:pos x="597" y="657"/>
                      </a:cxn>
                      <a:cxn ang="0">
                        <a:pos x="599" y="644"/>
                      </a:cxn>
                      <a:cxn ang="0">
                        <a:pos x="557" y="634"/>
                      </a:cxn>
                      <a:cxn ang="0">
                        <a:pos x="514" y="618"/>
                      </a:cxn>
                      <a:cxn ang="0">
                        <a:pos x="471" y="593"/>
                      </a:cxn>
                      <a:cxn ang="0">
                        <a:pos x="424" y="561"/>
                      </a:cxn>
                      <a:cxn ang="0">
                        <a:pos x="381" y="525"/>
                      </a:cxn>
                      <a:cxn ang="0">
                        <a:pos x="335" y="484"/>
                      </a:cxn>
                      <a:cxn ang="0">
                        <a:pos x="293" y="438"/>
                      </a:cxn>
                      <a:cxn ang="0">
                        <a:pos x="250" y="389"/>
                      </a:cxn>
                      <a:cxn ang="0">
                        <a:pos x="209" y="337"/>
                      </a:cxn>
                      <a:cxn ang="0">
                        <a:pos x="170" y="285"/>
                      </a:cxn>
                      <a:cxn ang="0">
                        <a:pos x="135" y="233"/>
                      </a:cxn>
                      <a:cxn ang="0">
                        <a:pos x="102" y="182"/>
                      </a:cxn>
                      <a:cxn ang="0">
                        <a:pos x="72" y="131"/>
                      </a:cxn>
                      <a:cxn ang="0">
                        <a:pos x="48" y="85"/>
                      </a:cxn>
                      <a:cxn ang="0">
                        <a:pos x="27" y="41"/>
                      </a:cxn>
                      <a:cxn ang="0">
                        <a:pos x="12" y="0"/>
                      </a:cxn>
                      <a:cxn ang="0">
                        <a:pos x="0" y="3"/>
                      </a:cxn>
                    </a:cxnLst>
                    <a:rect l="0" t="0" r="0" b="0"/>
                    <a:pathLst>
                      <a:path w="600" h="658">
                        <a:moveTo>
                          <a:pt x="0" y="3"/>
                        </a:moveTo>
                        <a:lnTo>
                          <a:pt x="16" y="45"/>
                        </a:lnTo>
                        <a:lnTo>
                          <a:pt x="37" y="90"/>
                        </a:lnTo>
                        <a:lnTo>
                          <a:pt x="61" y="138"/>
                        </a:lnTo>
                        <a:lnTo>
                          <a:pt x="92" y="189"/>
                        </a:lnTo>
                        <a:lnTo>
                          <a:pt x="125" y="240"/>
                        </a:lnTo>
                        <a:lnTo>
                          <a:pt x="161" y="293"/>
                        </a:lnTo>
                        <a:lnTo>
                          <a:pt x="199" y="346"/>
                        </a:lnTo>
                        <a:lnTo>
                          <a:pt x="240" y="396"/>
                        </a:lnTo>
                        <a:lnTo>
                          <a:pt x="283" y="446"/>
                        </a:lnTo>
                        <a:lnTo>
                          <a:pt x="327" y="492"/>
                        </a:lnTo>
                        <a:lnTo>
                          <a:pt x="373" y="534"/>
                        </a:lnTo>
                        <a:lnTo>
                          <a:pt x="418" y="571"/>
                        </a:lnTo>
                        <a:lnTo>
                          <a:pt x="463" y="604"/>
                        </a:lnTo>
                        <a:lnTo>
                          <a:pt x="509" y="629"/>
                        </a:lnTo>
                        <a:lnTo>
                          <a:pt x="553" y="647"/>
                        </a:lnTo>
                        <a:lnTo>
                          <a:pt x="597" y="657"/>
                        </a:lnTo>
                        <a:lnTo>
                          <a:pt x="599" y="644"/>
                        </a:lnTo>
                        <a:lnTo>
                          <a:pt x="557" y="634"/>
                        </a:lnTo>
                        <a:lnTo>
                          <a:pt x="514" y="618"/>
                        </a:lnTo>
                        <a:lnTo>
                          <a:pt x="471" y="593"/>
                        </a:lnTo>
                        <a:lnTo>
                          <a:pt x="424" y="561"/>
                        </a:lnTo>
                        <a:lnTo>
                          <a:pt x="381" y="525"/>
                        </a:lnTo>
                        <a:lnTo>
                          <a:pt x="335" y="484"/>
                        </a:lnTo>
                        <a:lnTo>
                          <a:pt x="293" y="438"/>
                        </a:lnTo>
                        <a:lnTo>
                          <a:pt x="250" y="389"/>
                        </a:lnTo>
                        <a:lnTo>
                          <a:pt x="209" y="337"/>
                        </a:lnTo>
                        <a:lnTo>
                          <a:pt x="170" y="285"/>
                        </a:lnTo>
                        <a:lnTo>
                          <a:pt x="135" y="233"/>
                        </a:lnTo>
                        <a:lnTo>
                          <a:pt x="102" y="182"/>
                        </a:lnTo>
                        <a:lnTo>
                          <a:pt x="72" y="131"/>
                        </a:lnTo>
                        <a:lnTo>
                          <a:pt x="48" y="85"/>
                        </a:lnTo>
                        <a:lnTo>
                          <a:pt x="27" y="41"/>
                        </a:lnTo>
                        <a:lnTo>
                          <a:pt x="12" y="0"/>
                        </a:lnTo>
                        <a:lnTo>
                          <a:pt x="0" y="3"/>
                        </a:lnTo>
                      </a:path>
                    </a:pathLst>
                  </a:custGeom>
                  <a:solidFill>
                    <a:srgbClr val="339966"/>
                  </a:solidFill>
                  <a:ln w="12700">
                    <a:noFill/>
                  </a:ln>
                </p:spPr>
                <p:txBody>
                  <a:bodyPr/>
                  <a:lstStyle/>
                  <a:p>
                    <a:endParaRPr lang="zh-CN" altLang="en-US"/>
                  </a:p>
                </p:txBody>
              </p:sp>
              <p:sp>
                <p:nvSpPr>
                  <p:cNvPr id="40979" name="Freeform 14"/>
                  <p:cNvSpPr/>
                  <p:nvPr/>
                </p:nvSpPr>
                <p:spPr>
                  <a:xfrm>
                    <a:off x="2609" y="1934"/>
                    <a:ext cx="883" cy="535"/>
                  </a:xfrm>
                  <a:custGeom>
                    <a:avLst/>
                    <a:gdLst/>
                    <a:ahLst/>
                    <a:cxnLst>
                      <a:cxn ang="0">
                        <a:pos x="0" y="521"/>
                      </a:cxn>
                      <a:cxn ang="0">
                        <a:pos x="1" y="534"/>
                      </a:cxn>
                      <a:cxn ang="0">
                        <a:pos x="85" y="526"/>
                      </a:cxn>
                      <a:cxn ang="0">
                        <a:pos x="164" y="513"/>
                      </a:cxn>
                      <a:cxn ang="0">
                        <a:pos x="236" y="498"/>
                      </a:cxn>
                      <a:cxn ang="0">
                        <a:pos x="303" y="479"/>
                      </a:cxn>
                      <a:cxn ang="0">
                        <a:pos x="365" y="456"/>
                      </a:cxn>
                      <a:cxn ang="0">
                        <a:pos x="424" y="431"/>
                      </a:cxn>
                      <a:cxn ang="0">
                        <a:pos x="478" y="403"/>
                      </a:cxn>
                      <a:cxn ang="0">
                        <a:pos x="530" y="370"/>
                      </a:cxn>
                      <a:cxn ang="0">
                        <a:pos x="578" y="336"/>
                      </a:cxn>
                      <a:cxn ang="0">
                        <a:pos x="624" y="297"/>
                      </a:cxn>
                      <a:cxn ang="0">
                        <a:pos x="670" y="256"/>
                      </a:cxn>
                      <a:cxn ang="0">
                        <a:pos x="712" y="213"/>
                      </a:cxn>
                      <a:cxn ang="0">
                        <a:pos x="755" y="166"/>
                      </a:cxn>
                      <a:cxn ang="0">
                        <a:pos x="797" y="115"/>
                      </a:cxn>
                      <a:cxn ang="0">
                        <a:pos x="839" y="62"/>
                      </a:cxn>
                      <a:cxn ang="0">
                        <a:pos x="882" y="6"/>
                      </a:cxn>
                      <a:cxn ang="0">
                        <a:pos x="872" y="0"/>
                      </a:cxn>
                      <a:cxn ang="0">
                        <a:pos x="830" y="54"/>
                      </a:cxn>
                      <a:cxn ang="0">
                        <a:pos x="786" y="107"/>
                      </a:cxn>
                      <a:cxn ang="0">
                        <a:pos x="745" y="157"/>
                      </a:cxn>
                      <a:cxn ang="0">
                        <a:pos x="703" y="204"/>
                      </a:cxn>
                      <a:cxn ang="0">
                        <a:pos x="660" y="248"/>
                      </a:cxn>
                      <a:cxn ang="0">
                        <a:pos x="616" y="288"/>
                      </a:cxn>
                      <a:cxn ang="0">
                        <a:pos x="570" y="326"/>
                      </a:cxn>
                      <a:cxn ang="0">
                        <a:pos x="524" y="361"/>
                      </a:cxn>
                      <a:cxn ang="0">
                        <a:pos x="473" y="392"/>
                      </a:cxn>
                      <a:cxn ang="0">
                        <a:pos x="419" y="420"/>
                      </a:cxn>
                      <a:cxn ang="0">
                        <a:pos x="361" y="446"/>
                      </a:cxn>
                      <a:cxn ang="0">
                        <a:pos x="299" y="468"/>
                      </a:cxn>
                      <a:cxn ang="0">
                        <a:pos x="233" y="485"/>
                      </a:cxn>
                      <a:cxn ang="0">
                        <a:pos x="161" y="500"/>
                      </a:cxn>
                      <a:cxn ang="0">
                        <a:pos x="84" y="513"/>
                      </a:cxn>
                      <a:cxn ang="0">
                        <a:pos x="0" y="521"/>
                      </a:cxn>
                      <a:cxn ang="0">
                        <a:pos x="1" y="534"/>
                      </a:cxn>
                      <a:cxn ang="0">
                        <a:pos x="0" y="521"/>
                      </a:cxn>
                    </a:cxnLst>
                    <a:rect l="0" t="0" r="0" b="0"/>
                    <a:pathLst>
                      <a:path w="883" h="535">
                        <a:moveTo>
                          <a:pt x="0" y="521"/>
                        </a:moveTo>
                        <a:lnTo>
                          <a:pt x="1" y="534"/>
                        </a:lnTo>
                        <a:lnTo>
                          <a:pt x="85" y="526"/>
                        </a:lnTo>
                        <a:lnTo>
                          <a:pt x="164" y="513"/>
                        </a:lnTo>
                        <a:lnTo>
                          <a:pt x="236" y="498"/>
                        </a:lnTo>
                        <a:lnTo>
                          <a:pt x="303" y="479"/>
                        </a:lnTo>
                        <a:lnTo>
                          <a:pt x="365" y="456"/>
                        </a:lnTo>
                        <a:lnTo>
                          <a:pt x="424" y="431"/>
                        </a:lnTo>
                        <a:lnTo>
                          <a:pt x="478" y="403"/>
                        </a:lnTo>
                        <a:lnTo>
                          <a:pt x="530" y="370"/>
                        </a:lnTo>
                        <a:lnTo>
                          <a:pt x="578" y="336"/>
                        </a:lnTo>
                        <a:lnTo>
                          <a:pt x="624" y="297"/>
                        </a:lnTo>
                        <a:lnTo>
                          <a:pt x="670" y="256"/>
                        </a:lnTo>
                        <a:lnTo>
                          <a:pt x="712" y="213"/>
                        </a:lnTo>
                        <a:lnTo>
                          <a:pt x="755" y="166"/>
                        </a:lnTo>
                        <a:lnTo>
                          <a:pt x="797" y="115"/>
                        </a:lnTo>
                        <a:lnTo>
                          <a:pt x="839" y="62"/>
                        </a:lnTo>
                        <a:lnTo>
                          <a:pt x="882" y="6"/>
                        </a:lnTo>
                        <a:lnTo>
                          <a:pt x="872" y="0"/>
                        </a:lnTo>
                        <a:lnTo>
                          <a:pt x="830" y="54"/>
                        </a:lnTo>
                        <a:lnTo>
                          <a:pt x="786" y="107"/>
                        </a:lnTo>
                        <a:lnTo>
                          <a:pt x="745" y="157"/>
                        </a:lnTo>
                        <a:lnTo>
                          <a:pt x="703" y="204"/>
                        </a:lnTo>
                        <a:lnTo>
                          <a:pt x="660" y="248"/>
                        </a:lnTo>
                        <a:lnTo>
                          <a:pt x="616" y="288"/>
                        </a:lnTo>
                        <a:lnTo>
                          <a:pt x="570" y="326"/>
                        </a:lnTo>
                        <a:lnTo>
                          <a:pt x="524" y="361"/>
                        </a:lnTo>
                        <a:lnTo>
                          <a:pt x="473" y="392"/>
                        </a:lnTo>
                        <a:lnTo>
                          <a:pt x="419" y="420"/>
                        </a:lnTo>
                        <a:lnTo>
                          <a:pt x="361" y="446"/>
                        </a:lnTo>
                        <a:lnTo>
                          <a:pt x="299" y="468"/>
                        </a:lnTo>
                        <a:lnTo>
                          <a:pt x="233" y="485"/>
                        </a:lnTo>
                        <a:lnTo>
                          <a:pt x="161" y="500"/>
                        </a:lnTo>
                        <a:lnTo>
                          <a:pt x="84" y="513"/>
                        </a:lnTo>
                        <a:lnTo>
                          <a:pt x="0" y="521"/>
                        </a:lnTo>
                        <a:lnTo>
                          <a:pt x="1" y="534"/>
                        </a:lnTo>
                        <a:lnTo>
                          <a:pt x="0" y="521"/>
                        </a:lnTo>
                      </a:path>
                    </a:pathLst>
                  </a:custGeom>
                  <a:solidFill>
                    <a:srgbClr val="339966"/>
                  </a:solidFill>
                  <a:ln w="12700">
                    <a:noFill/>
                  </a:ln>
                </p:spPr>
                <p:txBody>
                  <a:bodyPr/>
                  <a:lstStyle/>
                  <a:p>
                    <a:endParaRPr lang="zh-CN" altLang="en-US"/>
                  </a:p>
                </p:txBody>
              </p:sp>
              <p:sp>
                <p:nvSpPr>
                  <p:cNvPr id="40980" name="Freeform 15"/>
                  <p:cNvSpPr/>
                  <p:nvPr/>
                </p:nvSpPr>
                <p:spPr>
                  <a:xfrm>
                    <a:off x="2609" y="2020"/>
                    <a:ext cx="1037" cy="449"/>
                  </a:xfrm>
                  <a:custGeom>
                    <a:avLst/>
                    <a:gdLst/>
                    <a:ahLst/>
                    <a:cxnLst>
                      <a:cxn ang="0">
                        <a:pos x="984" y="46"/>
                      </a:cxn>
                      <a:cxn ang="0">
                        <a:pos x="905" y="127"/>
                      </a:cxn>
                      <a:cxn ang="0">
                        <a:pos x="828" y="196"/>
                      </a:cxn>
                      <a:cxn ang="0">
                        <a:pos x="754" y="254"/>
                      </a:cxn>
                      <a:cxn ang="0">
                        <a:pos x="684" y="302"/>
                      </a:cxn>
                      <a:cxn ang="0">
                        <a:pos x="618" y="340"/>
                      </a:cxn>
                      <a:cxn ang="0">
                        <a:pos x="555" y="369"/>
                      </a:cxn>
                      <a:cxn ang="0">
                        <a:pos x="493" y="391"/>
                      </a:cxn>
                      <a:cxn ang="0">
                        <a:pos x="432" y="408"/>
                      </a:cxn>
                      <a:cxn ang="0">
                        <a:pos x="374" y="419"/>
                      </a:cxn>
                      <a:cxn ang="0">
                        <a:pos x="317" y="426"/>
                      </a:cxn>
                      <a:cxn ang="0">
                        <a:pos x="259" y="429"/>
                      </a:cxn>
                      <a:cxn ang="0">
                        <a:pos x="202" y="431"/>
                      </a:cxn>
                      <a:cxn ang="0">
                        <a:pos x="146" y="432"/>
                      </a:cxn>
                      <a:cxn ang="0">
                        <a:pos x="88" y="432"/>
                      </a:cxn>
                      <a:cxn ang="0">
                        <a:pos x="30" y="434"/>
                      </a:cxn>
                      <a:cxn ang="0">
                        <a:pos x="1" y="448"/>
                      </a:cxn>
                      <a:cxn ang="0">
                        <a:pos x="59" y="445"/>
                      </a:cxn>
                      <a:cxn ang="0">
                        <a:pos x="117" y="445"/>
                      </a:cxn>
                      <a:cxn ang="0">
                        <a:pos x="173" y="445"/>
                      </a:cxn>
                      <a:cxn ang="0">
                        <a:pos x="231" y="443"/>
                      </a:cxn>
                      <a:cxn ang="0">
                        <a:pos x="289" y="441"/>
                      </a:cxn>
                      <a:cxn ang="0">
                        <a:pos x="347" y="435"/>
                      </a:cxn>
                      <a:cxn ang="0">
                        <a:pos x="405" y="427"/>
                      </a:cxn>
                      <a:cxn ang="0">
                        <a:pos x="465" y="413"/>
                      </a:cxn>
                      <a:cxn ang="0">
                        <a:pos x="527" y="393"/>
                      </a:cxn>
                      <a:cxn ang="0">
                        <a:pos x="591" y="367"/>
                      </a:cxn>
                      <a:cxn ang="0">
                        <a:pos x="656" y="332"/>
                      </a:cxn>
                      <a:cxn ang="0">
                        <a:pos x="725" y="290"/>
                      </a:cxn>
                      <a:cxn ang="0">
                        <a:pos x="799" y="236"/>
                      </a:cxn>
                      <a:cxn ang="0">
                        <a:pos x="873" y="172"/>
                      </a:cxn>
                      <a:cxn ang="0">
                        <a:pos x="953" y="97"/>
                      </a:cxn>
                      <a:cxn ang="0">
                        <a:pos x="1036" y="7"/>
                      </a:cxn>
                    </a:cxnLst>
                    <a:rect l="0" t="0" r="0" b="0"/>
                    <a:pathLst>
                      <a:path w="1037" h="449">
                        <a:moveTo>
                          <a:pt x="1027" y="0"/>
                        </a:moveTo>
                        <a:lnTo>
                          <a:pt x="984" y="46"/>
                        </a:lnTo>
                        <a:lnTo>
                          <a:pt x="943" y="89"/>
                        </a:lnTo>
                        <a:lnTo>
                          <a:pt x="905" y="127"/>
                        </a:lnTo>
                        <a:lnTo>
                          <a:pt x="864" y="163"/>
                        </a:lnTo>
                        <a:lnTo>
                          <a:pt x="828" y="196"/>
                        </a:lnTo>
                        <a:lnTo>
                          <a:pt x="790" y="226"/>
                        </a:lnTo>
                        <a:lnTo>
                          <a:pt x="754" y="254"/>
                        </a:lnTo>
                        <a:lnTo>
                          <a:pt x="719" y="280"/>
                        </a:lnTo>
                        <a:lnTo>
                          <a:pt x="684" y="302"/>
                        </a:lnTo>
                        <a:lnTo>
                          <a:pt x="651" y="321"/>
                        </a:lnTo>
                        <a:lnTo>
                          <a:pt x="618" y="340"/>
                        </a:lnTo>
                        <a:lnTo>
                          <a:pt x="587" y="355"/>
                        </a:lnTo>
                        <a:lnTo>
                          <a:pt x="555" y="369"/>
                        </a:lnTo>
                        <a:lnTo>
                          <a:pt x="523" y="382"/>
                        </a:lnTo>
                        <a:lnTo>
                          <a:pt x="493" y="391"/>
                        </a:lnTo>
                        <a:lnTo>
                          <a:pt x="462" y="401"/>
                        </a:lnTo>
                        <a:lnTo>
                          <a:pt x="432" y="408"/>
                        </a:lnTo>
                        <a:lnTo>
                          <a:pt x="403" y="414"/>
                        </a:lnTo>
                        <a:lnTo>
                          <a:pt x="374" y="419"/>
                        </a:lnTo>
                        <a:lnTo>
                          <a:pt x="346" y="423"/>
                        </a:lnTo>
                        <a:lnTo>
                          <a:pt x="317" y="426"/>
                        </a:lnTo>
                        <a:lnTo>
                          <a:pt x="287" y="428"/>
                        </a:lnTo>
                        <a:lnTo>
                          <a:pt x="259" y="429"/>
                        </a:lnTo>
                        <a:lnTo>
                          <a:pt x="231" y="431"/>
                        </a:lnTo>
                        <a:lnTo>
                          <a:pt x="202" y="431"/>
                        </a:lnTo>
                        <a:lnTo>
                          <a:pt x="173" y="432"/>
                        </a:lnTo>
                        <a:lnTo>
                          <a:pt x="146" y="432"/>
                        </a:lnTo>
                        <a:lnTo>
                          <a:pt x="117" y="432"/>
                        </a:lnTo>
                        <a:lnTo>
                          <a:pt x="88" y="432"/>
                        </a:lnTo>
                        <a:lnTo>
                          <a:pt x="59" y="434"/>
                        </a:lnTo>
                        <a:lnTo>
                          <a:pt x="30" y="434"/>
                        </a:lnTo>
                        <a:lnTo>
                          <a:pt x="0" y="435"/>
                        </a:lnTo>
                        <a:lnTo>
                          <a:pt x="1" y="448"/>
                        </a:lnTo>
                        <a:lnTo>
                          <a:pt x="30" y="446"/>
                        </a:lnTo>
                        <a:lnTo>
                          <a:pt x="59" y="445"/>
                        </a:lnTo>
                        <a:lnTo>
                          <a:pt x="88" y="445"/>
                        </a:lnTo>
                        <a:lnTo>
                          <a:pt x="117" y="445"/>
                        </a:lnTo>
                        <a:lnTo>
                          <a:pt x="146" y="445"/>
                        </a:lnTo>
                        <a:lnTo>
                          <a:pt x="173" y="445"/>
                        </a:lnTo>
                        <a:lnTo>
                          <a:pt x="202" y="443"/>
                        </a:lnTo>
                        <a:lnTo>
                          <a:pt x="231" y="443"/>
                        </a:lnTo>
                        <a:lnTo>
                          <a:pt x="260" y="442"/>
                        </a:lnTo>
                        <a:lnTo>
                          <a:pt x="289" y="441"/>
                        </a:lnTo>
                        <a:lnTo>
                          <a:pt x="317" y="438"/>
                        </a:lnTo>
                        <a:lnTo>
                          <a:pt x="347" y="435"/>
                        </a:lnTo>
                        <a:lnTo>
                          <a:pt x="376" y="431"/>
                        </a:lnTo>
                        <a:lnTo>
                          <a:pt x="405" y="427"/>
                        </a:lnTo>
                        <a:lnTo>
                          <a:pt x="435" y="420"/>
                        </a:lnTo>
                        <a:lnTo>
                          <a:pt x="465" y="413"/>
                        </a:lnTo>
                        <a:lnTo>
                          <a:pt x="495" y="404"/>
                        </a:lnTo>
                        <a:lnTo>
                          <a:pt x="527" y="393"/>
                        </a:lnTo>
                        <a:lnTo>
                          <a:pt x="559" y="381"/>
                        </a:lnTo>
                        <a:lnTo>
                          <a:pt x="591" y="367"/>
                        </a:lnTo>
                        <a:lnTo>
                          <a:pt x="623" y="350"/>
                        </a:lnTo>
                        <a:lnTo>
                          <a:pt x="656" y="332"/>
                        </a:lnTo>
                        <a:lnTo>
                          <a:pt x="691" y="311"/>
                        </a:lnTo>
                        <a:lnTo>
                          <a:pt x="725" y="290"/>
                        </a:lnTo>
                        <a:lnTo>
                          <a:pt x="761" y="265"/>
                        </a:lnTo>
                        <a:lnTo>
                          <a:pt x="799" y="236"/>
                        </a:lnTo>
                        <a:lnTo>
                          <a:pt x="835" y="205"/>
                        </a:lnTo>
                        <a:lnTo>
                          <a:pt x="873" y="172"/>
                        </a:lnTo>
                        <a:lnTo>
                          <a:pt x="912" y="137"/>
                        </a:lnTo>
                        <a:lnTo>
                          <a:pt x="953" y="97"/>
                        </a:lnTo>
                        <a:lnTo>
                          <a:pt x="994" y="54"/>
                        </a:lnTo>
                        <a:lnTo>
                          <a:pt x="1036" y="7"/>
                        </a:lnTo>
                        <a:lnTo>
                          <a:pt x="1027" y="0"/>
                        </a:lnTo>
                      </a:path>
                    </a:pathLst>
                  </a:custGeom>
                  <a:solidFill>
                    <a:srgbClr val="339966"/>
                  </a:solidFill>
                  <a:ln w="12700">
                    <a:noFill/>
                  </a:ln>
                </p:spPr>
                <p:txBody>
                  <a:bodyPr/>
                  <a:lstStyle/>
                  <a:p>
                    <a:endParaRPr lang="zh-CN" altLang="en-US"/>
                  </a:p>
                </p:txBody>
              </p:sp>
              <p:sp>
                <p:nvSpPr>
                  <p:cNvPr id="40981" name="Freeform 16"/>
                  <p:cNvSpPr/>
                  <p:nvPr/>
                </p:nvSpPr>
                <p:spPr>
                  <a:xfrm>
                    <a:off x="2593" y="1800"/>
                    <a:ext cx="187" cy="669"/>
                  </a:xfrm>
                  <a:custGeom>
                    <a:avLst/>
                    <a:gdLst/>
                    <a:ahLst/>
                    <a:cxnLst>
                      <a:cxn ang="0">
                        <a:pos x="8" y="654"/>
                      </a:cxn>
                      <a:cxn ang="0">
                        <a:pos x="15" y="662"/>
                      </a:cxn>
                      <a:cxn ang="0">
                        <a:pos x="31" y="619"/>
                      </a:cxn>
                      <a:cxn ang="0">
                        <a:pos x="48" y="577"/>
                      </a:cxn>
                      <a:cxn ang="0">
                        <a:pos x="63" y="536"/>
                      </a:cxn>
                      <a:cxn ang="0">
                        <a:pos x="77" y="496"/>
                      </a:cxn>
                      <a:cxn ang="0">
                        <a:pos x="91" y="454"/>
                      </a:cxn>
                      <a:cxn ang="0">
                        <a:pos x="102" y="415"/>
                      </a:cxn>
                      <a:cxn ang="0">
                        <a:pos x="115" y="375"/>
                      </a:cxn>
                      <a:cxn ang="0">
                        <a:pos x="124" y="335"/>
                      </a:cxn>
                      <a:cxn ang="0">
                        <a:pos x="134" y="295"/>
                      </a:cxn>
                      <a:cxn ang="0">
                        <a:pos x="144" y="255"/>
                      </a:cxn>
                      <a:cxn ang="0">
                        <a:pos x="152" y="214"/>
                      </a:cxn>
                      <a:cxn ang="0">
                        <a:pos x="160" y="172"/>
                      </a:cxn>
                      <a:cxn ang="0">
                        <a:pos x="167" y="131"/>
                      </a:cxn>
                      <a:cxn ang="0">
                        <a:pos x="174" y="89"/>
                      </a:cxn>
                      <a:cxn ang="0">
                        <a:pos x="180" y="45"/>
                      </a:cxn>
                      <a:cxn ang="0">
                        <a:pos x="186" y="0"/>
                      </a:cxn>
                      <a:cxn ang="0">
                        <a:pos x="172" y="0"/>
                      </a:cxn>
                      <a:cxn ang="0">
                        <a:pos x="167" y="43"/>
                      </a:cxn>
                      <a:cxn ang="0">
                        <a:pos x="162" y="86"/>
                      </a:cxn>
                      <a:cxn ang="0">
                        <a:pos x="155" y="128"/>
                      </a:cxn>
                      <a:cxn ang="0">
                        <a:pos x="148" y="170"/>
                      </a:cxn>
                      <a:cxn ang="0">
                        <a:pos x="140" y="211"/>
                      </a:cxn>
                      <a:cxn ang="0">
                        <a:pos x="131" y="252"/>
                      </a:cxn>
                      <a:cxn ang="0">
                        <a:pos x="123" y="292"/>
                      </a:cxn>
                      <a:cxn ang="0">
                        <a:pos x="113" y="332"/>
                      </a:cxn>
                      <a:cxn ang="0">
                        <a:pos x="102" y="372"/>
                      </a:cxn>
                      <a:cxn ang="0">
                        <a:pos x="91" y="412"/>
                      </a:cxn>
                      <a:cxn ang="0">
                        <a:pos x="78" y="452"/>
                      </a:cxn>
                      <a:cxn ang="0">
                        <a:pos x="66" y="492"/>
                      </a:cxn>
                      <a:cxn ang="0">
                        <a:pos x="51" y="531"/>
                      </a:cxn>
                      <a:cxn ang="0">
                        <a:pos x="37" y="573"/>
                      </a:cxn>
                      <a:cxn ang="0">
                        <a:pos x="20" y="616"/>
                      </a:cxn>
                      <a:cxn ang="0">
                        <a:pos x="4" y="658"/>
                      </a:cxn>
                      <a:cxn ang="0">
                        <a:pos x="10" y="666"/>
                      </a:cxn>
                      <a:cxn ang="0">
                        <a:pos x="4" y="658"/>
                      </a:cxn>
                      <a:cxn ang="0">
                        <a:pos x="0" y="668"/>
                      </a:cxn>
                      <a:cxn ang="0">
                        <a:pos x="10" y="666"/>
                      </a:cxn>
                      <a:cxn ang="0">
                        <a:pos x="8" y="654"/>
                      </a:cxn>
                    </a:cxnLst>
                    <a:rect l="0" t="0" r="0" b="0"/>
                    <a:pathLst>
                      <a:path w="187" h="669">
                        <a:moveTo>
                          <a:pt x="8" y="654"/>
                        </a:moveTo>
                        <a:lnTo>
                          <a:pt x="15" y="662"/>
                        </a:lnTo>
                        <a:lnTo>
                          <a:pt x="31" y="619"/>
                        </a:lnTo>
                        <a:lnTo>
                          <a:pt x="48" y="577"/>
                        </a:lnTo>
                        <a:lnTo>
                          <a:pt x="63" y="536"/>
                        </a:lnTo>
                        <a:lnTo>
                          <a:pt x="77" y="496"/>
                        </a:lnTo>
                        <a:lnTo>
                          <a:pt x="91" y="454"/>
                        </a:lnTo>
                        <a:lnTo>
                          <a:pt x="102" y="415"/>
                        </a:lnTo>
                        <a:lnTo>
                          <a:pt x="115" y="375"/>
                        </a:lnTo>
                        <a:lnTo>
                          <a:pt x="124" y="335"/>
                        </a:lnTo>
                        <a:lnTo>
                          <a:pt x="134" y="295"/>
                        </a:lnTo>
                        <a:lnTo>
                          <a:pt x="144" y="255"/>
                        </a:lnTo>
                        <a:lnTo>
                          <a:pt x="152" y="214"/>
                        </a:lnTo>
                        <a:lnTo>
                          <a:pt x="160" y="172"/>
                        </a:lnTo>
                        <a:lnTo>
                          <a:pt x="167" y="131"/>
                        </a:lnTo>
                        <a:lnTo>
                          <a:pt x="174" y="89"/>
                        </a:lnTo>
                        <a:lnTo>
                          <a:pt x="180" y="45"/>
                        </a:lnTo>
                        <a:lnTo>
                          <a:pt x="186" y="0"/>
                        </a:lnTo>
                        <a:lnTo>
                          <a:pt x="172" y="0"/>
                        </a:lnTo>
                        <a:lnTo>
                          <a:pt x="167" y="43"/>
                        </a:lnTo>
                        <a:lnTo>
                          <a:pt x="162" y="86"/>
                        </a:lnTo>
                        <a:lnTo>
                          <a:pt x="155" y="128"/>
                        </a:lnTo>
                        <a:lnTo>
                          <a:pt x="148" y="170"/>
                        </a:lnTo>
                        <a:lnTo>
                          <a:pt x="140" y="211"/>
                        </a:lnTo>
                        <a:lnTo>
                          <a:pt x="131" y="252"/>
                        </a:lnTo>
                        <a:lnTo>
                          <a:pt x="123" y="292"/>
                        </a:lnTo>
                        <a:lnTo>
                          <a:pt x="113" y="332"/>
                        </a:lnTo>
                        <a:lnTo>
                          <a:pt x="102" y="372"/>
                        </a:lnTo>
                        <a:lnTo>
                          <a:pt x="91" y="412"/>
                        </a:lnTo>
                        <a:lnTo>
                          <a:pt x="78" y="452"/>
                        </a:lnTo>
                        <a:lnTo>
                          <a:pt x="66" y="492"/>
                        </a:lnTo>
                        <a:lnTo>
                          <a:pt x="51" y="531"/>
                        </a:lnTo>
                        <a:lnTo>
                          <a:pt x="37" y="573"/>
                        </a:lnTo>
                        <a:lnTo>
                          <a:pt x="20" y="616"/>
                        </a:lnTo>
                        <a:lnTo>
                          <a:pt x="4" y="658"/>
                        </a:lnTo>
                        <a:lnTo>
                          <a:pt x="10" y="666"/>
                        </a:lnTo>
                        <a:lnTo>
                          <a:pt x="4" y="658"/>
                        </a:lnTo>
                        <a:lnTo>
                          <a:pt x="0" y="668"/>
                        </a:lnTo>
                        <a:lnTo>
                          <a:pt x="10" y="666"/>
                        </a:lnTo>
                        <a:lnTo>
                          <a:pt x="8" y="654"/>
                        </a:lnTo>
                      </a:path>
                    </a:pathLst>
                  </a:custGeom>
                  <a:solidFill>
                    <a:srgbClr val="339966"/>
                  </a:solidFill>
                  <a:ln w="12700">
                    <a:noFill/>
                  </a:ln>
                </p:spPr>
                <p:txBody>
                  <a:bodyPr/>
                  <a:lstStyle/>
                  <a:p>
                    <a:endParaRPr lang="zh-CN" altLang="en-US"/>
                  </a:p>
                </p:txBody>
              </p:sp>
              <p:sp>
                <p:nvSpPr>
                  <p:cNvPr id="40982" name="Freeform 17"/>
                  <p:cNvSpPr/>
                  <p:nvPr/>
                </p:nvSpPr>
                <p:spPr>
                  <a:xfrm>
                    <a:off x="2602" y="1841"/>
                    <a:ext cx="596" cy="627"/>
                  </a:xfrm>
                  <a:custGeom>
                    <a:avLst/>
                    <a:gdLst/>
                    <a:ahLst/>
                    <a:cxnLst>
                      <a:cxn ang="0">
                        <a:pos x="583" y="0"/>
                      </a:cxn>
                      <a:cxn ang="0">
                        <a:pos x="563" y="39"/>
                      </a:cxn>
                      <a:cxn ang="0">
                        <a:pos x="536" y="83"/>
                      </a:cxn>
                      <a:cxn ang="0">
                        <a:pos x="509" y="130"/>
                      </a:cxn>
                      <a:cxn ang="0">
                        <a:pos x="476" y="178"/>
                      </a:cxn>
                      <a:cxn ang="0">
                        <a:pos x="441" y="227"/>
                      </a:cxn>
                      <a:cxn ang="0">
                        <a:pos x="405" y="276"/>
                      </a:cxn>
                      <a:cxn ang="0">
                        <a:pos x="367" y="325"/>
                      </a:cxn>
                      <a:cxn ang="0">
                        <a:pos x="325" y="374"/>
                      </a:cxn>
                      <a:cxn ang="0">
                        <a:pos x="284" y="419"/>
                      </a:cxn>
                      <a:cxn ang="0">
                        <a:pos x="243" y="462"/>
                      </a:cxn>
                      <a:cxn ang="0">
                        <a:pos x="200" y="502"/>
                      </a:cxn>
                      <a:cxn ang="0">
                        <a:pos x="158" y="536"/>
                      </a:cxn>
                      <a:cxn ang="0">
                        <a:pos x="116" y="565"/>
                      </a:cxn>
                      <a:cxn ang="0">
                        <a:pos x="76" y="589"/>
                      </a:cxn>
                      <a:cxn ang="0">
                        <a:pos x="36" y="605"/>
                      </a:cxn>
                      <a:cxn ang="0">
                        <a:pos x="0" y="613"/>
                      </a:cxn>
                      <a:cxn ang="0">
                        <a:pos x="2" y="626"/>
                      </a:cxn>
                      <a:cxn ang="0">
                        <a:pos x="41" y="616"/>
                      </a:cxn>
                      <a:cxn ang="0">
                        <a:pos x="82" y="600"/>
                      </a:cxn>
                      <a:cxn ang="0">
                        <a:pos x="123" y="576"/>
                      </a:cxn>
                      <a:cxn ang="0">
                        <a:pos x="166" y="546"/>
                      </a:cxn>
                      <a:cxn ang="0">
                        <a:pos x="209" y="512"/>
                      </a:cxn>
                      <a:cxn ang="0">
                        <a:pos x="251" y="472"/>
                      </a:cxn>
                      <a:cxn ang="0">
                        <a:pos x="294" y="427"/>
                      </a:cxn>
                      <a:cxn ang="0">
                        <a:pos x="335" y="382"/>
                      </a:cxn>
                      <a:cxn ang="0">
                        <a:pos x="377" y="334"/>
                      </a:cxn>
                      <a:cxn ang="0">
                        <a:pos x="415" y="284"/>
                      </a:cxn>
                      <a:cxn ang="0">
                        <a:pos x="452" y="235"/>
                      </a:cxn>
                      <a:cxn ang="0">
                        <a:pos x="487" y="185"/>
                      </a:cxn>
                      <a:cxn ang="0">
                        <a:pos x="518" y="136"/>
                      </a:cxn>
                      <a:cxn ang="0">
                        <a:pos x="548" y="90"/>
                      </a:cxn>
                      <a:cxn ang="0">
                        <a:pos x="572" y="46"/>
                      </a:cxn>
                      <a:cxn ang="0">
                        <a:pos x="595" y="5"/>
                      </a:cxn>
                      <a:cxn ang="0">
                        <a:pos x="583" y="0"/>
                      </a:cxn>
                    </a:cxnLst>
                    <a:rect l="0" t="0" r="0" b="0"/>
                    <a:pathLst>
                      <a:path w="596" h="627">
                        <a:moveTo>
                          <a:pt x="583" y="0"/>
                        </a:moveTo>
                        <a:lnTo>
                          <a:pt x="563" y="39"/>
                        </a:lnTo>
                        <a:lnTo>
                          <a:pt x="536" y="83"/>
                        </a:lnTo>
                        <a:lnTo>
                          <a:pt x="509" y="130"/>
                        </a:lnTo>
                        <a:lnTo>
                          <a:pt x="476" y="178"/>
                        </a:lnTo>
                        <a:lnTo>
                          <a:pt x="441" y="227"/>
                        </a:lnTo>
                        <a:lnTo>
                          <a:pt x="405" y="276"/>
                        </a:lnTo>
                        <a:lnTo>
                          <a:pt x="367" y="325"/>
                        </a:lnTo>
                        <a:lnTo>
                          <a:pt x="325" y="374"/>
                        </a:lnTo>
                        <a:lnTo>
                          <a:pt x="284" y="419"/>
                        </a:lnTo>
                        <a:lnTo>
                          <a:pt x="243" y="462"/>
                        </a:lnTo>
                        <a:lnTo>
                          <a:pt x="200" y="502"/>
                        </a:lnTo>
                        <a:lnTo>
                          <a:pt x="158" y="536"/>
                        </a:lnTo>
                        <a:lnTo>
                          <a:pt x="116" y="565"/>
                        </a:lnTo>
                        <a:lnTo>
                          <a:pt x="76" y="589"/>
                        </a:lnTo>
                        <a:lnTo>
                          <a:pt x="36" y="605"/>
                        </a:lnTo>
                        <a:lnTo>
                          <a:pt x="0" y="613"/>
                        </a:lnTo>
                        <a:lnTo>
                          <a:pt x="2" y="626"/>
                        </a:lnTo>
                        <a:lnTo>
                          <a:pt x="41" y="616"/>
                        </a:lnTo>
                        <a:lnTo>
                          <a:pt x="82" y="600"/>
                        </a:lnTo>
                        <a:lnTo>
                          <a:pt x="123" y="576"/>
                        </a:lnTo>
                        <a:lnTo>
                          <a:pt x="166" y="546"/>
                        </a:lnTo>
                        <a:lnTo>
                          <a:pt x="209" y="512"/>
                        </a:lnTo>
                        <a:lnTo>
                          <a:pt x="251" y="472"/>
                        </a:lnTo>
                        <a:lnTo>
                          <a:pt x="294" y="427"/>
                        </a:lnTo>
                        <a:lnTo>
                          <a:pt x="335" y="382"/>
                        </a:lnTo>
                        <a:lnTo>
                          <a:pt x="377" y="334"/>
                        </a:lnTo>
                        <a:lnTo>
                          <a:pt x="415" y="284"/>
                        </a:lnTo>
                        <a:lnTo>
                          <a:pt x="452" y="235"/>
                        </a:lnTo>
                        <a:lnTo>
                          <a:pt x="487" y="185"/>
                        </a:lnTo>
                        <a:lnTo>
                          <a:pt x="518" y="136"/>
                        </a:lnTo>
                        <a:lnTo>
                          <a:pt x="548" y="90"/>
                        </a:lnTo>
                        <a:lnTo>
                          <a:pt x="572" y="46"/>
                        </a:lnTo>
                        <a:lnTo>
                          <a:pt x="595" y="5"/>
                        </a:lnTo>
                        <a:lnTo>
                          <a:pt x="583" y="0"/>
                        </a:lnTo>
                      </a:path>
                    </a:pathLst>
                  </a:custGeom>
                  <a:solidFill>
                    <a:srgbClr val="339966"/>
                  </a:solidFill>
                  <a:ln w="12700">
                    <a:noFill/>
                  </a:ln>
                </p:spPr>
                <p:txBody>
                  <a:bodyPr/>
                  <a:lstStyle/>
                  <a:p>
                    <a:endParaRPr lang="zh-CN" altLang="en-US"/>
                  </a:p>
                </p:txBody>
              </p:sp>
              <p:sp>
                <p:nvSpPr>
                  <p:cNvPr id="40983" name="Freeform 18"/>
                  <p:cNvSpPr/>
                  <p:nvPr/>
                </p:nvSpPr>
                <p:spPr>
                  <a:xfrm>
                    <a:off x="1601" y="1900"/>
                    <a:ext cx="2025" cy="303"/>
                  </a:xfrm>
                  <a:custGeom>
                    <a:avLst/>
                    <a:gdLst/>
                    <a:ahLst/>
                    <a:cxnLst>
                      <a:cxn ang="0">
                        <a:pos x="31" y="232"/>
                      </a:cxn>
                      <a:cxn ang="0">
                        <a:pos x="98" y="172"/>
                      </a:cxn>
                      <a:cxn ang="0">
                        <a:pos x="191" y="122"/>
                      </a:cxn>
                      <a:cxn ang="0">
                        <a:pos x="308" y="81"/>
                      </a:cxn>
                      <a:cxn ang="0">
                        <a:pos x="446" y="51"/>
                      </a:cxn>
                      <a:cxn ang="0">
                        <a:pos x="598" y="28"/>
                      </a:cxn>
                      <a:cxn ang="0">
                        <a:pos x="761" y="15"/>
                      </a:cxn>
                      <a:cxn ang="0">
                        <a:pos x="929" y="12"/>
                      </a:cxn>
                      <a:cxn ang="0">
                        <a:pos x="1100" y="16"/>
                      </a:cxn>
                      <a:cxn ang="0">
                        <a:pos x="1270" y="30"/>
                      </a:cxn>
                      <a:cxn ang="0">
                        <a:pos x="1432" y="51"/>
                      </a:cxn>
                      <a:cxn ang="0">
                        <a:pos x="1583" y="81"/>
                      </a:cxn>
                      <a:cxn ang="0">
                        <a:pos x="1720" y="117"/>
                      </a:cxn>
                      <a:cxn ang="0">
                        <a:pos x="1836" y="161"/>
                      </a:cxn>
                      <a:cxn ang="0">
                        <a:pos x="1928" y="212"/>
                      </a:cxn>
                      <a:cxn ang="0">
                        <a:pos x="1992" y="270"/>
                      </a:cxn>
                      <a:cxn ang="0">
                        <a:pos x="2024" y="296"/>
                      </a:cxn>
                      <a:cxn ang="0">
                        <a:pos x="1972" y="232"/>
                      </a:cxn>
                      <a:cxn ang="0">
                        <a:pos x="1891" y="175"/>
                      </a:cxn>
                      <a:cxn ang="0">
                        <a:pos x="1785" y="127"/>
                      </a:cxn>
                      <a:cxn ang="0">
                        <a:pos x="1657" y="86"/>
                      </a:cxn>
                      <a:cxn ang="0">
                        <a:pos x="1512" y="53"/>
                      </a:cxn>
                      <a:cxn ang="0">
                        <a:pos x="1355" y="27"/>
                      </a:cxn>
                      <a:cxn ang="0">
                        <a:pos x="1187" y="9"/>
                      </a:cxn>
                      <a:cxn ang="0">
                        <a:pos x="1017" y="1"/>
                      </a:cxn>
                      <a:cxn ang="0">
                        <a:pos x="845" y="0"/>
                      </a:cxn>
                      <a:cxn ang="0">
                        <a:pos x="677" y="7"/>
                      </a:cxn>
                      <a:cxn ang="0">
                        <a:pos x="518" y="25"/>
                      </a:cxn>
                      <a:cxn ang="0">
                        <a:pos x="372" y="52"/>
                      </a:cxn>
                      <a:cxn ang="0">
                        <a:pos x="244" y="89"/>
                      </a:cxn>
                      <a:cxn ang="0">
                        <a:pos x="134" y="135"/>
                      </a:cxn>
                      <a:cxn ang="0">
                        <a:pos x="51" y="191"/>
                      </a:cxn>
                      <a:cxn ang="0">
                        <a:pos x="0" y="261"/>
                      </a:cxn>
                    </a:cxnLst>
                    <a:rect l="0" t="0" r="0" b="0"/>
                    <a:pathLst>
                      <a:path w="2025" h="303">
                        <a:moveTo>
                          <a:pt x="10" y="266"/>
                        </a:moveTo>
                        <a:lnTo>
                          <a:pt x="31" y="232"/>
                        </a:lnTo>
                        <a:lnTo>
                          <a:pt x="60" y="202"/>
                        </a:lnTo>
                        <a:lnTo>
                          <a:pt x="98" y="172"/>
                        </a:lnTo>
                        <a:lnTo>
                          <a:pt x="141" y="146"/>
                        </a:lnTo>
                        <a:lnTo>
                          <a:pt x="191" y="122"/>
                        </a:lnTo>
                        <a:lnTo>
                          <a:pt x="247" y="99"/>
                        </a:lnTo>
                        <a:lnTo>
                          <a:pt x="308" y="81"/>
                        </a:lnTo>
                        <a:lnTo>
                          <a:pt x="374" y="64"/>
                        </a:lnTo>
                        <a:lnTo>
                          <a:pt x="446" y="51"/>
                        </a:lnTo>
                        <a:lnTo>
                          <a:pt x="521" y="38"/>
                        </a:lnTo>
                        <a:lnTo>
                          <a:pt x="598" y="28"/>
                        </a:lnTo>
                        <a:lnTo>
                          <a:pt x="678" y="20"/>
                        </a:lnTo>
                        <a:lnTo>
                          <a:pt x="761" y="15"/>
                        </a:lnTo>
                        <a:lnTo>
                          <a:pt x="845" y="12"/>
                        </a:lnTo>
                        <a:lnTo>
                          <a:pt x="929" y="12"/>
                        </a:lnTo>
                        <a:lnTo>
                          <a:pt x="1015" y="13"/>
                        </a:lnTo>
                        <a:lnTo>
                          <a:pt x="1100" y="16"/>
                        </a:lnTo>
                        <a:lnTo>
                          <a:pt x="1186" y="22"/>
                        </a:lnTo>
                        <a:lnTo>
                          <a:pt x="1270" y="30"/>
                        </a:lnTo>
                        <a:lnTo>
                          <a:pt x="1352" y="39"/>
                        </a:lnTo>
                        <a:lnTo>
                          <a:pt x="1432" y="51"/>
                        </a:lnTo>
                        <a:lnTo>
                          <a:pt x="1509" y="64"/>
                        </a:lnTo>
                        <a:lnTo>
                          <a:pt x="1583" y="81"/>
                        </a:lnTo>
                        <a:lnTo>
                          <a:pt x="1654" y="98"/>
                        </a:lnTo>
                        <a:lnTo>
                          <a:pt x="1720" y="117"/>
                        </a:lnTo>
                        <a:lnTo>
                          <a:pt x="1781" y="138"/>
                        </a:lnTo>
                        <a:lnTo>
                          <a:pt x="1836" y="161"/>
                        </a:lnTo>
                        <a:lnTo>
                          <a:pt x="1886" y="186"/>
                        </a:lnTo>
                        <a:lnTo>
                          <a:pt x="1928" y="212"/>
                        </a:lnTo>
                        <a:lnTo>
                          <a:pt x="1964" y="241"/>
                        </a:lnTo>
                        <a:lnTo>
                          <a:pt x="1992" y="270"/>
                        </a:lnTo>
                        <a:lnTo>
                          <a:pt x="2013" y="302"/>
                        </a:lnTo>
                        <a:lnTo>
                          <a:pt x="2024" y="296"/>
                        </a:lnTo>
                        <a:lnTo>
                          <a:pt x="2002" y="263"/>
                        </a:lnTo>
                        <a:lnTo>
                          <a:pt x="1972" y="232"/>
                        </a:lnTo>
                        <a:lnTo>
                          <a:pt x="1936" y="202"/>
                        </a:lnTo>
                        <a:lnTo>
                          <a:pt x="1891" y="175"/>
                        </a:lnTo>
                        <a:lnTo>
                          <a:pt x="1841" y="151"/>
                        </a:lnTo>
                        <a:lnTo>
                          <a:pt x="1785" y="127"/>
                        </a:lnTo>
                        <a:lnTo>
                          <a:pt x="1723" y="105"/>
                        </a:lnTo>
                        <a:lnTo>
                          <a:pt x="1657" y="86"/>
                        </a:lnTo>
                        <a:lnTo>
                          <a:pt x="1586" y="68"/>
                        </a:lnTo>
                        <a:lnTo>
                          <a:pt x="1512" y="53"/>
                        </a:lnTo>
                        <a:lnTo>
                          <a:pt x="1435" y="38"/>
                        </a:lnTo>
                        <a:lnTo>
                          <a:pt x="1355" y="27"/>
                        </a:lnTo>
                        <a:lnTo>
                          <a:pt x="1272" y="17"/>
                        </a:lnTo>
                        <a:lnTo>
                          <a:pt x="1187" y="9"/>
                        </a:lnTo>
                        <a:lnTo>
                          <a:pt x="1102" y="4"/>
                        </a:lnTo>
                        <a:lnTo>
                          <a:pt x="1017" y="1"/>
                        </a:lnTo>
                        <a:lnTo>
                          <a:pt x="929" y="0"/>
                        </a:lnTo>
                        <a:lnTo>
                          <a:pt x="845" y="0"/>
                        </a:lnTo>
                        <a:lnTo>
                          <a:pt x="760" y="2"/>
                        </a:lnTo>
                        <a:lnTo>
                          <a:pt x="677" y="7"/>
                        </a:lnTo>
                        <a:lnTo>
                          <a:pt x="597" y="16"/>
                        </a:lnTo>
                        <a:lnTo>
                          <a:pt x="518" y="25"/>
                        </a:lnTo>
                        <a:lnTo>
                          <a:pt x="444" y="38"/>
                        </a:lnTo>
                        <a:lnTo>
                          <a:pt x="372" y="52"/>
                        </a:lnTo>
                        <a:lnTo>
                          <a:pt x="306" y="69"/>
                        </a:lnTo>
                        <a:lnTo>
                          <a:pt x="244" y="89"/>
                        </a:lnTo>
                        <a:lnTo>
                          <a:pt x="185" y="111"/>
                        </a:lnTo>
                        <a:lnTo>
                          <a:pt x="134" y="135"/>
                        </a:lnTo>
                        <a:lnTo>
                          <a:pt x="90" y="161"/>
                        </a:lnTo>
                        <a:lnTo>
                          <a:pt x="51" y="191"/>
                        </a:lnTo>
                        <a:lnTo>
                          <a:pt x="21" y="225"/>
                        </a:lnTo>
                        <a:lnTo>
                          <a:pt x="0" y="261"/>
                        </a:lnTo>
                        <a:lnTo>
                          <a:pt x="10" y="266"/>
                        </a:lnTo>
                      </a:path>
                    </a:pathLst>
                  </a:custGeom>
                  <a:solidFill>
                    <a:srgbClr val="339966"/>
                  </a:solidFill>
                  <a:ln w="12700">
                    <a:noFill/>
                  </a:ln>
                </p:spPr>
                <p:txBody>
                  <a:bodyPr/>
                  <a:lstStyle/>
                  <a:p>
                    <a:endParaRPr lang="zh-CN" altLang="en-US"/>
                  </a:p>
                </p:txBody>
              </p:sp>
              <p:sp>
                <p:nvSpPr>
                  <p:cNvPr id="40984" name="Freeform 19"/>
                  <p:cNvSpPr/>
                  <p:nvPr/>
                </p:nvSpPr>
                <p:spPr>
                  <a:xfrm>
                    <a:off x="1925" y="2157"/>
                    <a:ext cx="1342" cy="221"/>
                  </a:xfrm>
                  <a:custGeom>
                    <a:avLst/>
                    <a:gdLst/>
                    <a:ahLst/>
                    <a:cxnLst>
                      <a:cxn ang="0">
                        <a:pos x="31" y="166"/>
                      </a:cxn>
                      <a:cxn ang="0">
                        <a:pos x="87" y="122"/>
                      </a:cxn>
                      <a:cxn ang="0">
                        <a:pos x="161" y="86"/>
                      </a:cxn>
                      <a:cxn ang="0">
                        <a:pos x="247" y="57"/>
                      </a:cxn>
                      <a:cxn ang="0">
                        <a:pos x="345" y="36"/>
                      </a:cxn>
                      <a:cxn ang="0">
                        <a:pos x="450" y="21"/>
                      </a:cxn>
                      <a:cxn ang="0">
                        <a:pos x="561" y="13"/>
                      </a:cxn>
                      <a:cxn ang="0">
                        <a:pos x="674" y="12"/>
                      </a:cxn>
                      <a:cxn ang="0">
                        <a:pos x="785" y="18"/>
                      </a:cxn>
                      <a:cxn ang="0">
                        <a:pos x="894" y="27"/>
                      </a:cxn>
                      <a:cxn ang="0">
                        <a:pos x="998" y="44"/>
                      </a:cxn>
                      <a:cxn ang="0">
                        <a:pos x="1091" y="65"/>
                      </a:cxn>
                      <a:cxn ang="0">
                        <a:pos x="1173" y="92"/>
                      </a:cxn>
                      <a:cxn ang="0">
                        <a:pos x="1242" y="124"/>
                      </a:cxn>
                      <a:cxn ang="0">
                        <a:pos x="1291" y="159"/>
                      </a:cxn>
                      <a:cxn ang="0">
                        <a:pos x="1322" y="199"/>
                      </a:cxn>
                      <a:cxn ang="0">
                        <a:pos x="1341" y="217"/>
                      </a:cxn>
                      <a:cxn ang="0">
                        <a:pos x="1319" y="171"/>
                      </a:cxn>
                      <a:cxn ang="0">
                        <a:pos x="1276" y="130"/>
                      </a:cxn>
                      <a:cxn ang="0">
                        <a:pos x="1214" y="95"/>
                      </a:cxn>
                      <a:cxn ang="0">
                        <a:pos x="1137" y="65"/>
                      </a:cxn>
                      <a:cxn ang="0">
                        <a:pos x="1049" y="42"/>
                      </a:cxn>
                      <a:cxn ang="0">
                        <a:pos x="948" y="23"/>
                      </a:cxn>
                      <a:cxn ang="0">
                        <a:pos x="841" y="9"/>
                      </a:cxn>
                      <a:cxn ang="0">
                        <a:pos x="730" y="1"/>
                      </a:cxn>
                      <a:cxn ang="0">
                        <a:pos x="617" y="0"/>
                      </a:cxn>
                      <a:cxn ang="0">
                        <a:pos x="504" y="5"/>
                      </a:cxn>
                      <a:cxn ang="0">
                        <a:pos x="395" y="16"/>
                      </a:cxn>
                      <a:cxn ang="0">
                        <a:pos x="293" y="34"/>
                      </a:cxn>
                      <a:cxn ang="0">
                        <a:pos x="199" y="60"/>
                      </a:cxn>
                      <a:cxn ang="0">
                        <a:pos x="116" y="93"/>
                      </a:cxn>
                      <a:cxn ang="0">
                        <a:pos x="49" y="133"/>
                      </a:cxn>
                      <a:cxn ang="0">
                        <a:pos x="0" y="183"/>
                      </a:cxn>
                    </a:cxnLst>
                    <a:rect l="0" t="0" r="0" b="0"/>
                    <a:pathLst>
                      <a:path w="1342" h="221">
                        <a:moveTo>
                          <a:pt x="9" y="189"/>
                        </a:moveTo>
                        <a:lnTo>
                          <a:pt x="31" y="166"/>
                        </a:lnTo>
                        <a:lnTo>
                          <a:pt x="57" y="142"/>
                        </a:lnTo>
                        <a:lnTo>
                          <a:pt x="87" y="122"/>
                        </a:lnTo>
                        <a:lnTo>
                          <a:pt x="122" y="104"/>
                        </a:lnTo>
                        <a:lnTo>
                          <a:pt x="161" y="86"/>
                        </a:lnTo>
                        <a:lnTo>
                          <a:pt x="202" y="71"/>
                        </a:lnTo>
                        <a:lnTo>
                          <a:pt x="247" y="57"/>
                        </a:lnTo>
                        <a:lnTo>
                          <a:pt x="294" y="46"/>
                        </a:lnTo>
                        <a:lnTo>
                          <a:pt x="345" y="36"/>
                        </a:lnTo>
                        <a:lnTo>
                          <a:pt x="396" y="28"/>
                        </a:lnTo>
                        <a:lnTo>
                          <a:pt x="450" y="21"/>
                        </a:lnTo>
                        <a:lnTo>
                          <a:pt x="505" y="18"/>
                        </a:lnTo>
                        <a:lnTo>
                          <a:pt x="561" y="13"/>
                        </a:lnTo>
                        <a:lnTo>
                          <a:pt x="617" y="12"/>
                        </a:lnTo>
                        <a:lnTo>
                          <a:pt x="674" y="12"/>
                        </a:lnTo>
                        <a:lnTo>
                          <a:pt x="728" y="13"/>
                        </a:lnTo>
                        <a:lnTo>
                          <a:pt x="785" y="18"/>
                        </a:lnTo>
                        <a:lnTo>
                          <a:pt x="840" y="21"/>
                        </a:lnTo>
                        <a:lnTo>
                          <a:pt x="894" y="27"/>
                        </a:lnTo>
                        <a:lnTo>
                          <a:pt x="947" y="35"/>
                        </a:lnTo>
                        <a:lnTo>
                          <a:pt x="998" y="44"/>
                        </a:lnTo>
                        <a:lnTo>
                          <a:pt x="1046" y="53"/>
                        </a:lnTo>
                        <a:lnTo>
                          <a:pt x="1091" y="65"/>
                        </a:lnTo>
                        <a:lnTo>
                          <a:pt x="1134" y="78"/>
                        </a:lnTo>
                        <a:lnTo>
                          <a:pt x="1173" y="92"/>
                        </a:lnTo>
                        <a:lnTo>
                          <a:pt x="1209" y="107"/>
                        </a:lnTo>
                        <a:lnTo>
                          <a:pt x="1242" y="124"/>
                        </a:lnTo>
                        <a:lnTo>
                          <a:pt x="1268" y="141"/>
                        </a:lnTo>
                        <a:lnTo>
                          <a:pt x="1291" y="159"/>
                        </a:lnTo>
                        <a:lnTo>
                          <a:pt x="1309" y="178"/>
                        </a:lnTo>
                        <a:lnTo>
                          <a:pt x="1322" y="199"/>
                        </a:lnTo>
                        <a:lnTo>
                          <a:pt x="1328" y="220"/>
                        </a:lnTo>
                        <a:lnTo>
                          <a:pt x="1341" y="217"/>
                        </a:lnTo>
                        <a:lnTo>
                          <a:pt x="1333" y="194"/>
                        </a:lnTo>
                        <a:lnTo>
                          <a:pt x="1319" y="171"/>
                        </a:lnTo>
                        <a:lnTo>
                          <a:pt x="1299" y="151"/>
                        </a:lnTo>
                        <a:lnTo>
                          <a:pt x="1276" y="130"/>
                        </a:lnTo>
                        <a:lnTo>
                          <a:pt x="1247" y="112"/>
                        </a:lnTo>
                        <a:lnTo>
                          <a:pt x="1214" y="95"/>
                        </a:lnTo>
                        <a:lnTo>
                          <a:pt x="1178" y="80"/>
                        </a:lnTo>
                        <a:lnTo>
                          <a:pt x="1137" y="65"/>
                        </a:lnTo>
                        <a:lnTo>
                          <a:pt x="1094" y="53"/>
                        </a:lnTo>
                        <a:lnTo>
                          <a:pt x="1049" y="42"/>
                        </a:lnTo>
                        <a:lnTo>
                          <a:pt x="999" y="31"/>
                        </a:lnTo>
                        <a:lnTo>
                          <a:pt x="948" y="23"/>
                        </a:lnTo>
                        <a:lnTo>
                          <a:pt x="895" y="15"/>
                        </a:lnTo>
                        <a:lnTo>
                          <a:pt x="841" y="9"/>
                        </a:lnTo>
                        <a:lnTo>
                          <a:pt x="787" y="5"/>
                        </a:lnTo>
                        <a:lnTo>
                          <a:pt x="730" y="1"/>
                        </a:lnTo>
                        <a:lnTo>
                          <a:pt x="674" y="0"/>
                        </a:lnTo>
                        <a:lnTo>
                          <a:pt x="617" y="0"/>
                        </a:lnTo>
                        <a:lnTo>
                          <a:pt x="561" y="1"/>
                        </a:lnTo>
                        <a:lnTo>
                          <a:pt x="504" y="5"/>
                        </a:lnTo>
                        <a:lnTo>
                          <a:pt x="449" y="9"/>
                        </a:lnTo>
                        <a:lnTo>
                          <a:pt x="395" y="16"/>
                        </a:lnTo>
                        <a:lnTo>
                          <a:pt x="342" y="24"/>
                        </a:lnTo>
                        <a:lnTo>
                          <a:pt x="293" y="34"/>
                        </a:lnTo>
                        <a:lnTo>
                          <a:pt x="244" y="46"/>
                        </a:lnTo>
                        <a:lnTo>
                          <a:pt x="199" y="60"/>
                        </a:lnTo>
                        <a:lnTo>
                          <a:pt x="157" y="75"/>
                        </a:lnTo>
                        <a:lnTo>
                          <a:pt x="116" y="93"/>
                        </a:lnTo>
                        <a:lnTo>
                          <a:pt x="81" y="112"/>
                        </a:lnTo>
                        <a:lnTo>
                          <a:pt x="49" y="133"/>
                        </a:lnTo>
                        <a:lnTo>
                          <a:pt x="23" y="156"/>
                        </a:lnTo>
                        <a:lnTo>
                          <a:pt x="0" y="183"/>
                        </a:lnTo>
                        <a:lnTo>
                          <a:pt x="9" y="189"/>
                        </a:lnTo>
                      </a:path>
                    </a:pathLst>
                  </a:custGeom>
                  <a:solidFill>
                    <a:srgbClr val="339966"/>
                  </a:solidFill>
                  <a:ln w="12700">
                    <a:noFill/>
                  </a:ln>
                </p:spPr>
                <p:txBody>
                  <a:bodyPr/>
                  <a:lstStyle/>
                  <a:p>
                    <a:endParaRPr lang="zh-CN" altLang="en-US"/>
                  </a:p>
                </p:txBody>
              </p:sp>
              <p:sp>
                <p:nvSpPr>
                  <p:cNvPr id="40985" name="Line 20"/>
                  <p:cNvSpPr/>
                  <p:nvPr/>
                </p:nvSpPr>
                <p:spPr>
                  <a:xfrm>
                    <a:off x="2562" y="754"/>
                    <a:ext cx="4" cy="1708"/>
                  </a:xfrm>
                  <a:prstGeom prst="line">
                    <a:avLst/>
                  </a:prstGeom>
                  <a:ln w="25400" cap="flat" cmpd="sng">
                    <a:solidFill>
                      <a:srgbClr val="339966"/>
                    </a:solidFill>
                    <a:prstDash val="dash"/>
                    <a:headEnd type="none" w="med" len="med"/>
                    <a:tailEnd type="none" w="med" len="med"/>
                  </a:ln>
                </p:spPr>
              </p:sp>
              <p:sp>
                <p:nvSpPr>
                  <p:cNvPr id="40986" name="Rectangle 21"/>
                  <p:cNvSpPr/>
                  <p:nvPr/>
                </p:nvSpPr>
                <p:spPr>
                  <a:xfrm>
                    <a:off x="2608" y="1207"/>
                    <a:ext cx="285" cy="207"/>
                  </a:xfrm>
                  <a:prstGeom prst="rect">
                    <a:avLst/>
                  </a:prstGeom>
                  <a:noFill/>
                  <a:ln w="12700">
                    <a:noFill/>
                  </a:ln>
                </p:spPr>
                <p:txBody>
                  <a:bodyPr lIns="65088" tIns="33338" rIns="65088" bIns="33338">
                    <a:spAutoFit/>
                  </a:bodyPr>
                  <a:lstStyle/>
                  <a:p>
                    <a:pPr defTabSz="393700" eaLnBrk="0" hangingPunct="0">
                      <a:spcBef>
                        <a:spcPct val="50000"/>
                      </a:spcBef>
                    </a:pPr>
                    <a:r>
                      <a:rPr lang="en-US" altLang="zh-CN" sz="1700" b="1">
                        <a:latin typeface="Times New Roman" panose="02020603050405020304" pitchFamily="18" charset="0"/>
                      </a:rPr>
                      <a:t>D1</a:t>
                    </a:r>
                  </a:p>
                </p:txBody>
              </p:sp>
              <p:grpSp>
                <p:nvGrpSpPr>
                  <p:cNvPr id="40987" name="Group 22"/>
                  <p:cNvGrpSpPr/>
                  <p:nvPr/>
                </p:nvGrpSpPr>
                <p:grpSpPr>
                  <a:xfrm>
                    <a:off x="2381" y="527"/>
                    <a:ext cx="430" cy="196"/>
                    <a:chOff x="2642" y="996"/>
                    <a:chExt cx="430" cy="196"/>
                  </a:xfrm>
                </p:grpSpPr>
                <p:sp>
                  <p:nvSpPr>
                    <p:cNvPr id="40988" name="Freeform 23"/>
                    <p:cNvSpPr/>
                    <p:nvPr/>
                  </p:nvSpPr>
                  <p:spPr>
                    <a:xfrm>
                      <a:off x="2956" y="1012"/>
                      <a:ext cx="116" cy="171"/>
                    </a:xfrm>
                    <a:custGeom>
                      <a:avLst/>
                      <a:gdLst/>
                      <a:ahLst/>
                      <a:cxnLst>
                        <a:cxn ang="0">
                          <a:pos x="115" y="163"/>
                        </a:cxn>
                        <a:cxn ang="0">
                          <a:pos x="115" y="6"/>
                        </a:cxn>
                        <a:cxn ang="0">
                          <a:pos x="0" y="0"/>
                        </a:cxn>
                        <a:cxn ang="0">
                          <a:pos x="0" y="170"/>
                        </a:cxn>
                        <a:cxn ang="0">
                          <a:pos x="115" y="163"/>
                        </a:cxn>
                      </a:cxnLst>
                      <a:rect l="0" t="0" r="0" b="0"/>
                      <a:pathLst>
                        <a:path w="116" h="171">
                          <a:moveTo>
                            <a:pt x="115" y="163"/>
                          </a:moveTo>
                          <a:lnTo>
                            <a:pt x="115" y="6"/>
                          </a:lnTo>
                          <a:lnTo>
                            <a:pt x="0" y="0"/>
                          </a:lnTo>
                          <a:lnTo>
                            <a:pt x="0" y="170"/>
                          </a:lnTo>
                          <a:lnTo>
                            <a:pt x="115" y="16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0989" name="Freeform 24"/>
                    <p:cNvSpPr/>
                    <p:nvPr/>
                  </p:nvSpPr>
                  <p:spPr>
                    <a:xfrm>
                      <a:off x="2787" y="1037"/>
                      <a:ext cx="127" cy="116"/>
                    </a:xfrm>
                    <a:custGeom>
                      <a:avLst/>
                      <a:gdLst/>
                      <a:ahLst/>
                      <a:cxnLst>
                        <a:cxn ang="0">
                          <a:pos x="24" y="0"/>
                        </a:cxn>
                        <a:cxn ang="0">
                          <a:pos x="100" y="0"/>
                        </a:cxn>
                        <a:cxn ang="0">
                          <a:pos x="126" y="16"/>
                        </a:cxn>
                        <a:cxn ang="0">
                          <a:pos x="126" y="98"/>
                        </a:cxn>
                        <a:cxn ang="0">
                          <a:pos x="100" y="115"/>
                        </a:cxn>
                        <a:cxn ang="0">
                          <a:pos x="24" y="115"/>
                        </a:cxn>
                        <a:cxn ang="0">
                          <a:pos x="0" y="98"/>
                        </a:cxn>
                        <a:cxn ang="0">
                          <a:pos x="0" y="16"/>
                        </a:cxn>
                        <a:cxn ang="0">
                          <a:pos x="24" y="0"/>
                        </a:cxn>
                      </a:cxnLst>
                      <a:rect l="0" t="0" r="0" b="0"/>
                      <a:pathLst>
                        <a:path w="127" h="116">
                          <a:moveTo>
                            <a:pt x="24" y="0"/>
                          </a:moveTo>
                          <a:lnTo>
                            <a:pt x="100" y="0"/>
                          </a:lnTo>
                          <a:lnTo>
                            <a:pt x="126" y="16"/>
                          </a:lnTo>
                          <a:lnTo>
                            <a:pt x="126" y="98"/>
                          </a:lnTo>
                          <a:lnTo>
                            <a:pt x="100" y="115"/>
                          </a:lnTo>
                          <a:lnTo>
                            <a:pt x="24" y="115"/>
                          </a:lnTo>
                          <a:lnTo>
                            <a:pt x="0" y="98"/>
                          </a:lnTo>
                          <a:lnTo>
                            <a:pt x="0" y="16"/>
                          </a:lnTo>
                          <a:lnTo>
                            <a:pt x="24"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0990" name="Freeform 25"/>
                    <p:cNvSpPr/>
                    <p:nvPr/>
                  </p:nvSpPr>
                  <p:spPr>
                    <a:xfrm>
                      <a:off x="2844" y="1049"/>
                      <a:ext cx="125" cy="116"/>
                    </a:xfrm>
                    <a:custGeom>
                      <a:avLst/>
                      <a:gdLst/>
                      <a:ahLst/>
                      <a:cxnLst>
                        <a:cxn ang="0">
                          <a:pos x="25" y="0"/>
                        </a:cxn>
                        <a:cxn ang="0">
                          <a:pos x="99" y="0"/>
                        </a:cxn>
                        <a:cxn ang="0">
                          <a:pos x="124" y="16"/>
                        </a:cxn>
                        <a:cxn ang="0">
                          <a:pos x="124" y="98"/>
                        </a:cxn>
                        <a:cxn ang="0">
                          <a:pos x="99" y="115"/>
                        </a:cxn>
                        <a:cxn ang="0">
                          <a:pos x="25" y="115"/>
                        </a:cxn>
                        <a:cxn ang="0">
                          <a:pos x="0" y="98"/>
                        </a:cxn>
                        <a:cxn ang="0">
                          <a:pos x="0" y="16"/>
                        </a:cxn>
                        <a:cxn ang="0">
                          <a:pos x="25" y="0"/>
                        </a:cxn>
                      </a:cxnLst>
                      <a:rect l="0" t="0" r="0" b="0"/>
                      <a:pathLst>
                        <a:path w="125" h="116">
                          <a:moveTo>
                            <a:pt x="25" y="0"/>
                          </a:moveTo>
                          <a:lnTo>
                            <a:pt x="99" y="0"/>
                          </a:lnTo>
                          <a:lnTo>
                            <a:pt x="124" y="16"/>
                          </a:lnTo>
                          <a:lnTo>
                            <a:pt x="124" y="98"/>
                          </a:lnTo>
                          <a:lnTo>
                            <a:pt x="99" y="115"/>
                          </a:lnTo>
                          <a:lnTo>
                            <a:pt x="25" y="115"/>
                          </a:lnTo>
                          <a:lnTo>
                            <a:pt x="0" y="98"/>
                          </a:lnTo>
                          <a:lnTo>
                            <a:pt x="0" y="1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0991" name="Freeform 26"/>
                    <p:cNvSpPr/>
                    <p:nvPr/>
                  </p:nvSpPr>
                  <p:spPr>
                    <a:xfrm>
                      <a:off x="2816" y="1035"/>
                      <a:ext cx="127" cy="32"/>
                    </a:xfrm>
                    <a:custGeom>
                      <a:avLst/>
                      <a:gdLst/>
                      <a:ahLst/>
                      <a:cxnLst>
                        <a:cxn ang="0">
                          <a:pos x="72" y="0"/>
                        </a:cxn>
                        <a:cxn ang="0">
                          <a:pos x="126" y="31"/>
                        </a:cxn>
                        <a:cxn ang="0">
                          <a:pos x="53" y="31"/>
                        </a:cxn>
                        <a:cxn ang="0">
                          <a:pos x="0" y="0"/>
                        </a:cxn>
                        <a:cxn ang="0">
                          <a:pos x="72" y="0"/>
                        </a:cxn>
                      </a:cxnLst>
                      <a:rect l="0" t="0" r="0" b="0"/>
                      <a:pathLst>
                        <a:path w="127" h="32">
                          <a:moveTo>
                            <a:pt x="72" y="0"/>
                          </a:moveTo>
                          <a:lnTo>
                            <a:pt x="126" y="31"/>
                          </a:lnTo>
                          <a:lnTo>
                            <a:pt x="53" y="31"/>
                          </a:lnTo>
                          <a:lnTo>
                            <a:pt x="0" y="0"/>
                          </a:lnTo>
                          <a:lnTo>
                            <a:pt x="72"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0992" name="Freeform 27"/>
                    <p:cNvSpPr/>
                    <p:nvPr/>
                  </p:nvSpPr>
                  <p:spPr>
                    <a:xfrm>
                      <a:off x="2790" y="1136"/>
                      <a:ext cx="78" cy="33"/>
                    </a:xfrm>
                    <a:custGeom>
                      <a:avLst/>
                      <a:gdLst/>
                      <a:ahLst/>
                      <a:cxnLst>
                        <a:cxn ang="0">
                          <a:pos x="0" y="0"/>
                        </a:cxn>
                        <a:cxn ang="0">
                          <a:pos x="52" y="11"/>
                        </a:cxn>
                        <a:cxn ang="0">
                          <a:pos x="77" y="32"/>
                        </a:cxn>
                        <a:cxn ang="0">
                          <a:pos x="23" y="20"/>
                        </a:cxn>
                        <a:cxn ang="0">
                          <a:pos x="0" y="0"/>
                        </a:cxn>
                      </a:cxnLst>
                      <a:rect l="0" t="0" r="0" b="0"/>
                      <a:pathLst>
                        <a:path w="78" h="33">
                          <a:moveTo>
                            <a:pt x="0" y="0"/>
                          </a:moveTo>
                          <a:lnTo>
                            <a:pt x="52" y="11"/>
                          </a:lnTo>
                          <a:lnTo>
                            <a:pt x="77" y="32"/>
                          </a:lnTo>
                          <a:lnTo>
                            <a:pt x="23"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0993" name="Line 28"/>
                    <p:cNvSpPr/>
                    <p:nvPr/>
                  </p:nvSpPr>
                  <p:spPr>
                    <a:xfrm>
                      <a:off x="2796" y="1061"/>
                      <a:ext cx="42" cy="0"/>
                    </a:xfrm>
                    <a:prstGeom prst="line">
                      <a:avLst/>
                    </a:prstGeom>
                    <a:ln w="12700" cap="flat" cmpd="sng">
                      <a:solidFill>
                        <a:schemeClr val="tx1"/>
                      </a:solidFill>
                      <a:prstDash val="solid"/>
                      <a:headEnd type="none" w="med" len="med"/>
                      <a:tailEnd type="none" w="med" len="med"/>
                    </a:ln>
                  </p:spPr>
                </p:sp>
                <p:sp>
                  <p:nvSpPr>
                    <p:cNvPr id="40994" name="Oval 29"/>
                    <p:cNvSpPr/>
                    <p:nvPr/>
                  </p:nvSpPr>
                  <p:spPr>
                    <a:xfrm>
                      <a:off x="2865" y="1066"/>
                      <a:ext cx="27" cy="23"/>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0995" name="Line 30"/>
                    <p:cNvSpPr/>
                    <p:nvPr/>
                  </p:nvSpPr>
                  <p:spPr>
                    <a:xfrm flipV="1">
                      <a:off x="2876" y="1055"/>
                      <a:ext cx="8" cy="10"/>
                    </a:xfrm>
                    <a:prstGeom prst="line">
                      <a:avLst/>
                    </a:prstGeom>
                    <a:ln w="12700" cap="flat" cmpd="sng">
                      <a:solidFill>
                        <a:schemeClr val="tx1"/>
                      </a:solidFill>
                      <a:prstDash val="solid"/>
                      <a:headEnd type="none" w="med" len="med"/>
                      <a:tailEnd type="none" w="med" len="med"/>
                    </a:ln>
                  </p:spPr>
                </p:sp>
                <p:sp>
                  <p:nvSpPr>
                    <p:cNvPr id="40996" name="Line 31"/>
                    <p:cNvSpPr/>
                    <p:nvPr/>
                  </p:nvSpPr>
                  <p:spPr>
                    <a:xfrm>
                      <a:off x="2875" y="1075"/>
                      <a:ext cx="3" cy="0"/>
                    </a:xfrm>
                    <a:prstGeom prst="line">
                      <a:avLst/>
                    </a:prstGeom>
                    <a:ln w="12700" cap="flat" cmpd="sng">
                      <a:solidFill>
                        <a:schemeClr val="tx1"/>
                      </a:solidFill>
                      <a:prstDash val="solid"/>
                      <a:headEnd type="none" w="med" len="med"/>
                      <a:tailEnd type="none" w="med" len="med"/>
                    </a:ln>
                  </p:spPr>
                </p:sp>
                <p:sp>
                  <p:nvSpPr>
                    <p:cNvPr id="40997" name="Oval 32"/>
                    <p:cNvSpPr/>
                    <p:nvPr/>
                  </p:nvSpPr>
                  <p:spPr>
                    <a:xfrm>
                      <a:off x="2853" y="1083"/>
                      <a:ext cx="108" cy="7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0998" name="Line 33"/>
                    <p:cNvSpPr/>
                    <p:nvPr/>
                  </p:nvSpPr>
                  <p:spPr>
                    <a:xfrm>
                      <a:off x="2942" y="1066"/>
                      <a:ext cx="46" cy="1"/>
                    </a:xfrm>
                    <a:prstGeom prst="line">
                      <a:avLst/>
                    </a:prstGeom>
                    <a:ln w="12700" cap="flat" cmpd="sng">
                      <a:solidFill>
                        <a:schemeClr val="tx1"/>
                      </a:solidFill>
                      <a:prstDash val="solid"/>
                      <a:headEnd type="none" w="med" len="med"/>
                      <a:tailEnd type="none" w="med" len="med"/>
                    </a:ln>
                  </p:spPr>
                </p:sp>
                <p:sp>
                  <p:nvSpPr>
                    <p:cNvPr id="40999" name="Freeform 34"/>
                    <p:cNvSpPr/>
                    <p:nvPr/>
                  </p:nvSpPr>
                  <p:spPr>
                    <a:xfrm>
                      <a:off x="2870" y="1062"/>
                      <a:ext cx="35" cy="32"/>
                    </a:xfrm>
                    <a:custGeom>
                      <a:avLst/>
                      <a:gdLst/>
                      <a:ahLst/>
                      <a:cxnLst>
                        <a:cxn ang="0">
                          <a:pos x="0" y="0"/>
                        </a:cxn>
                        <a:cxn ang="0">
                          <a:pos x="21" y="0"/>
                        </a:cxn>
                        <a:cxn ang="0">
                          <a:pos x="34" y="13"/>
                        </a:cxn>
                        <a:cxn ang="0">
                          <a:pos x="24" y="31"/>
                        </a:cxn>
                        <a:cxn ang="0">
                          <a:pos x="0" y="0"/>
                        </a:cxn>
                      </a:cxnLst>
                      <a:rect l="0" t="0" r="0" b="0"/>
                      <a:pathLst>
                        <a:path w="35" h="32">
                          <a:moveTo>
                            <a:pt x="0" y="0"/>
                          </a:moveTo>
                          <a:lnTo>
                            <a:pt x="21" y="0"/>
                          </a:lnTo>
                          <a:lnTo>
                            <a:pt x="34" y="13"/>
                          </a:lnTo>
                          <a:lnTo>
                            <a:pt x="24"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1000" name="Freeform 35"/>
                    <p:cNvSpPr/>
                    <p:nvPr/>
                  </p:nvSpPr>
                  <p:spPr>
                    <a:xfrm>
                      <a:off x="2867" y="1065"/>
                      <a:ext cx="32" cy="30"/>
                    </a:xfrm>
                    <a:custGeom>
                      <a:avLst/>
                      <a:gdLst/>
                      <a:ahLst/>
                      <a:cxnLst>
                        <a:cxn ang="0">
                          <a:pos x="31" y="0"/>
                        </a:cxn>
                        <a:cxn ang="0">
                          <a:pos x="31" y="24"/>
                        </a:cxn>
                        <a:cxn ang="0">
                          <a:pos x="14" y="29"/>
                        </a:cxn>
                        <a:cxn ang="0">
                          <a:pos x="0" y="8"/>
                        </a:cxn>
                        <a:cxn ang="0">
                          <a:pos x="22" y="4"/>
                        </a:cxn>
                        <a:cxn ang="0">
                          <a:pos x="31" y="0"/>
                        </a:cxn>
                      </a:cxnLst>
                      <a:rect l="0" t="0" r="0" b="0"/>
                      <a:pathLst>
                        <a:path w="32" h="30">
                          <a:moveTo>
                            <a:pt x="31" y="0"/>
                          </a:moveTo>
                          <a:lnTo>
                            <a:pt x="31" y="24"/>
                          </a:lnTo>
                          <a:lnTo>
                            <a:pt x="14" y="29"/>
                          </a:lnTo>
                          <a:lnTo>
                            <a:pt x="0" y="8"/>
                          </a:lnTo>
                          <a:lnTo>
                            <a:pt x="22" y="4"/>
                          </a:lnTo>
                          <a:lnTo>
                            <a:pt x="3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1001" name="Rectangle 36"/>
                    <p:cNvSpPr/>
                    <p:nvPr/>
                  </p:nvSpPr>
                  <p:spPr>
                    <a:xfrm>
                      <a:off x="2784" y="1098"/>
                      <a:ext cx="27" cy="2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02" name="Freeform 37"/>
                    <p:cNvSpPr/>
                    <p:nvPr/>
                  </p:nvSpPr>
                  <p:spPr>
                    <a:xfrm>
                      <a:off x="2642" y="996"/>
                      <a:ext cx="139" cy="196"/>
                    </a:xfrm>
                    <a:custGeom>
                      <a:avLst/>
                      <a:gdLst/>
                      <a:ahLst/>
                      <a:cxnLst>
                        <a:cxn ang="0">
                          <a:pos x="0" y="0"/>
                        </a:cxn>
                        <a:cxn ang="0">
                          <a:pos x="0" y="195"/>
                        </a:cxn>
                        <a:cxn ang="0">
                          <a:pos x="138" y="188"/>
                        </a:cxn>
                        <a:cxn ang="0">
                          <a:pos x="138" y="6"/>
                        </a:cxn>
                        <a:cxn ang="0">
                          <a:pos x="0" y="0"/>
                        </a:cxn>
                      </a:cxnLst>
                      <a:rect l="0" t="0" r="0" b="0"/>
                      <a:pathLst>
                        <a:path w="139" h="196">
                          <a:moveTo>
                            <a:pt x="0" y="0"/>
                          </a:moveTo>
                          <a:lnTo>
                            <a:pt x="0" y="195"/>
                          </a:lnTo>
                          <a:lnTo>
                            <a:pt x="138" y="188"/>
                          </a:lnTo>
                          <a:lnTo>
                            <a:pt x="138" y="6"/>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1003" name="Line 38"/>
                    <p:cNvSpPr/>
                    <p:nvPr/>
                  </p:nvSpPr>
                  <p:spPr>
                    <a:xfrm>
                      <a:off x="2878" y="1146"/>
                      <a:ext cx="9" cy="3"/>
                    </a:xfrm>
                    <a:prstGeom prst="line">
                      <a:avLst/>
                    </a:prstGeom>
                    <a:ln w="12700" cap="flat" cmpd="sng">
                      <a:solidFill>
                        <a:schemeClr val="tx1"/>
                      </a:solidFill>
                      <a:prstDash val="solid"/>
                      <a:headEnd type="none" w="med" len="med"/>
                      <a:tailEnd type="none" w="med" len="med"/>
                    </a:ln>
                  </p:spPr>
                </p:sp>
                <p:sp>
                  <p:nvSpPr>
                    <p:cNvPr id="41004" name="Line 39"/>
                    <p:cNvSpPr/>
                    <p:nvPr/>
                  </p:nvSpPr>
                  <p:spPr>
                    <a:xfrm>
                      <a:off x="2878" y="1140"/>
                      <a:ext cx="9" cy="6"/>
                    </a:xfrm>
                    <a:prstGeom prst="line">
                      <a:avLst/>
                    </a:prstGeom>
                    <a:ln w="12700" cap="flat" cmpd="sng">
                      <a:solidFill>
                        <a:schemeClr val="tx1"/>
                      </a:solidFill>
                      <a:prstDash val="solid"/>
                      <a:headEnd type="none" w="med" len="med"/>
                      <a:tailEnd type="none" w="med" len="med"/>
                    </a:ln>
                  </p:spPr>
                </p:sp>
                <p:sp>
                  <p:nvSpPr>
                    <p:cNvPr id="41005" name="Freeform 40"/>
                    <p:cNvSpPr/>
                    <p:nvPr/>
                  </p:nvSpPr>
                  <p:spPr>
                    <a:xfrm>
                      <a:off x="2870" y="1138"/>
                      <a:ext cx="35" cy="32"/>
                    </a:xfrm>
                    <a:custGeom>
                      <a:avLst/>
                      <a:gdLst/>
                      <a:ahLst/>
                      <a:cxnLst>
                        <a:cxn ang="0">
                          <a:pos x="25" y="31"/>
                        </a:cxn>
                        <a:cxn ang="0">
                          <a:pos x="34" y="31"/>
                        </a:cxn>
                        <a:cxn ang="0">
                          <a:pos x="34" y="26"/>
                        </a:cxn>
                        <a:cxn ang="0">
                          <a:pos x="34" y="4"/>
                        </a:cxn>
                        <a:cxn ang="0">
                          <a:pos x="34" y="0"/>
                        </a:cxn>
                        <a:cxn ang="0">
                          <a:pos x="25" y="0"/>
                        </a:cxn>
                        <a:cxn ang="0">
                          <a:pos x="17" y="4"/>
                        </a:cxn>
                        <a:cxn ang="0">
                          <a:pos x="8" y="8"/>
                        </a:cxn>
                        <a:cxn ang="0">
                          <a:pos x="0" y="13"/>
                        </a:cxn>
                        <a:cxn ang="0">
                          <a:pos x="0" y="17"/>
                        </a:cxn>
                        <a:cxn ang="0">
                          <a:pos x="8" y="17"/>
                        </a:cxn>
                        <a:cxn ang="0">
                          <a:pos x="8" y="26"/>
                        </a:cxn>
                        <a:cxn ang="0">
                          <a:pos x="17" y="31"/>
                        </a:cxn>
                        <a:cxn ang="0">
                          <a:pos x="25" y="31"/>
                        </a:cxn>
                      </a:cxnLst>
                      <a:rect l="0" t="0" r="0" b="0"/>
                      <a:pathLst>
                        <a:path w="35" h="32">
                          <a:moveTo>
                            <a:pt x="25" y="31"/>
                          </a:moveTo>
                          <a:lnTo>
                            <a:pt x="34" y="31"/>
                          </a:lnTo>
                          <a:lnTo>
                            <a:pt x="34" y="26"/>
                          </a:lnTo>
                          <a:lnTo>
                            <a:pt x="34" y="4"/>
                          </a:lnTo>
                          <a:lnTo>
                            <a:pt x="34" y="0"/>
                          </a:lnTo>
                          <a:lnTo>
                            <a:pt x="25" y="0"/>
                          </a:lnTo>
                          <a:lnTo>
                            <a:pt x="17" y="4"/>
                          </a:lnTo>
                          <a:lnTo>
                            <a:pt x="8" y="8"/>
                          </a:lnTo>
                          <a:lnTo>
                            <a:pt x="0" y="13"/>
                          </a:lnTo>
                          <a:lnTo>
                            <a:pt x="0" y="17"/>
                          </a:lnTo>
                          <a:lnTo>
                            <a:pt x="8" y="17"/>
                          </a:lnTo>
                          <a:lnTo>
                            <a:pt x="8"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06" name="Freeform 41"/>
                    <p:cNvSpPr/>
                    <p:nvPr/>
                  </p:nvSpPr>
                  <p:spPr>
                    <a:xfrm>
                      <a:off x="2871" y="1138"/>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07" name="Freeform 42"/>
                    <p:cNvSpPr/>
                    <p:nvPr/>
                  </p:nvSpPr>
                  <p:spPr>
                    <a:xfrm>
                      <a:off x="2889" y="1146"/>
                      <a:ext cx="35" cy="29"/>
                    </a:xfrm>
                    <a:custGeom>
                      <a:avLst/>
                      <a:gdLst/>
                      <a:ahLst/>
                      <a:cxnLst>
                        <a:cxn ang="0">
                          <a:pos x="0" y="12"/>
                        </a:cxn>
                        <a:cxn ang="0">
                          <a:pos x="0" y="16"/>
                        </a:cxn>
                        <a:cxn ang="0">
                          <a:pos x="4" y="16"/>
                        </a:cxn>
                        <a:cxn ang="0">
                          <a:pos x="4" y="20"/>
                        </a:cxn>
                        <a:cxn ang="0">
                          <a:pos x="9" y="24"/>
                        </a:cxn>
                        <a:cxn ang="0">
                          <a:pos x="14" y="28"/>
                        </a:cxn>
                        <a:cxn ang="0">
                          <a:pos x="19" y="28"/>
                        </a:cxn>
                        <a:cxn ang="0">
                          <a:pos x="24" y="24"/>
                        </a:cxn>
                        <a:cxn ang="0">
                          <a:pos x="29" y="20"/>
                        </a:cxn>
                        <a:cxn ang="0">
                          <a:pos x="29" y="16"/>
                        </a:cxn>
                        <a:cxn ang="0">
                          <a:pos x="34" y="16"/>
                        </a:cxn>
                        <a:cxn ang="0">
                          <a:pos x="34" y="12"/>
                        </a:cxn>
                        <a:cxn ang="0">
                          <a:pos x="29" y="8"/>
                        </a:cxn>
                        <a:cxn ang="0">
                          <a:pos x="24" y="4"/>
                        </a:cxn>
                        <a:cxn ang="0">
                          <a:pos x="19" y="0"/>
                        </a:cxn>
                        <a:cxn ang="0">
                          <a:pos x="14" y="0"/>
                        </a:cxn>
                        <a:cxn ang="0">
                          <a:pos x="9" y="4"/>
                        </a:cxn>
                        <a:cxn ang="0">
                          <a:pos x="4" y="8"/>
                        </a:cxn>
                        <a:cxn ang="0">
                          <a:pos x="0" y="12"/>
                        </a:cxn>
                      </a:cxnLst>
                      <a:rect l="0" t="0" r="0" b="0"/>
                      <a:pathLst>
                        <a:path w="35" h="29">
                          <a:moveTo>
                            <a:pt x="0" y="12"/>
                          </a:moveTo>
                          <a:lnTo>
                            <a:pt x="0" y="16"/>
                          </a:lnTo>
                          <a:lnTo>
                            <a:pt x="4" y="16"/>
                          </a:lnTo>
                          <a:lnTo>
                            <a:pt x="4" y="20"/>
                          </a:lnTo>
                          <a:lnTo>
                            <a:pt x="9" y="24"/>
                          </a:lnTo>
                          <a:lnTo>
                            <a:pt x="14" y="28"/>
                          </a:lnTo>
                          <a:lnTo>
                            <a:pt x="19" y="28"/>
                          </a:lnTo>
                          <a:lnTo>
                            <a:pt x="24" y="24"/>
                          </a:lnTo>
                          <a:lnTo>
                            <a:pt x="29" y="20"/>
                          </a:lnTo>
                          <a:lnTo>
                            <a:pt x="29" y="16"/>
                          </a:lnTo>
                          <a:lnTo>
                            <a:pt x="34" y="16"/>
                          </a:lnTo>
                          <a:lnTo>
                            <a:pt x="34" y="12"/>
                          </a:lnTo>
                          <a:lnTo>
                            <a:pt x="29" y="8"/>
                          </a:lnTo>
                          <a:lnTo>
                            <a:pt x="24" y="4"/>
                          </a:lnTo>
                          <a:lnTo>
                            <a:pt x="19" y="0"/>
                          </a:lnTo>
                          <a:lnTo>
                            <a:pt x="14" y="0"/>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08" name="Line 43"/>
                    <p:cNvSpPr/>
                    <p:nvPr/>
                  </p:nvSpPr>
                  <p:spPr>
                    <a:xfrm>
                      <a:off x="2867" y="1121"/>
                      <a:ext cx="6" cy="6"/>
                    </a:xfrm>
                    <a:prstGeom prst="line">
                      <a:avLst/>
                    </a:prstGeom>
                    <a:ln w="12700" cap="flat" cmpd="sng">
                      <a:solidFill>
                        <a:schemeClr val="tx1"/>
                      </a:solidFill>
                      <a:prstDash val="solid"/>
                      <a:headEnd type="none" w="med" len="med"/>
                      <a:tailEnd type="none" w="med" len="med"/>
                    </a:ln>
                  </p:spPr>
                </p:sp>
                <p:sp>
                  <p:nvSpPr>
                    <p:cNvPr id="41009" name="Line 44"/>
                    <p:cNvSpPr/>
                    <p:nvPr/>
                  </p:nvSpPr>
                  <p:spPr>
                    <a:xfrm>
                      <a:off x="2863" y="1120"/>
                      <a:ext cx="13" cy="4"/>
                    </a:xfrm>
                    <a:prstGeom prst="line">
                      <a:avLst/>
                    </a:prstGeom>
                    <a:ln w="12700" cap="flat" cmpd="sng">
                      <a:solidFill>
                        <a:schemeClr val="tx1"/>
                      </a:solidFill>
                      <a:prstDash val="solid"/>
                      <a:headEnd type="none" w="med" len="med"/>
                      <a:tailEnd type="none" w="med" len="med"/>
                    </a:ln>
                  </p:spPr>
                </p:sp>
                <p:sp>
                  <p:nvSpPr>
                    <p:cNvPr id="41010" name="Freeform 45"/>
                    <p:cNvSpPr/>
                    <p:nvPr/>
                  </p:nvSpPr>
                  <p:spPr>
                    <a:xfrm>
                      <a:off x="2858" y="1118"/>
                      <a:ext cx="34" cy="32"/>
                    </a:xfrm>
                    <a:custGeom>
                      <a:avLst/>
                      <a:gdLst/>
                      <a:ahLst/>
                      <a:cxnLst>
                        <a:cxn ang="0">
                          <a:pos x="24" y="31"/>
                        </a:cxn>
                        <a:cxn ang="0">
                          <a:pos x="33" y="31"/>
                        </a:cxn>
                        <a:cxn ang="0">
                          <a:pos x="33" y="26"/>
                        </a:cxn>
                        <a:cxn ang="0">
                          <a:pos x="33" y="4"/>
                        </a:cxn>
                        <a:cxn ang="0">
                          <a:pos x="33" y="0"/>
                        </a:cxn>
                        <a:cxn ang="0">
                          <a:pos x="24" y="0"/>
                        </a:cxn>
                        <a:cxn ang="0">
                          <a:pos x="16" y="0"/>
                        </a:cxn>
                        <a:cxn ang="0">
                          <a:pos x="8" y="4"/>
                        </a:cxn>
                        <a:cxn ang="0">
                          <a:pos x="8" y="8"/>
                        </a:cxn>
                        <a:cxn ang="0">
                          <a:pos x="0" y="8"/>
                        </a:cxn>
                        <a:cxn ang="0">
                          <a:pos x="0" y="13"/>
                        </a:cxn>
                        <a:cxn ang="0">
                          <a:pos x="8"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0"/>
                          </a:lnTo>
                          <a:lnTo>
                            <a:pt x="8" y="4"/>
                          </a:lnTo>
                          <a:lnTo>
                            <a:pt x="8" y="8"/>
                          </a:lnTo>
                          <a:lnTo>
                            <a:pt x="0" y="8"/>
                          </a:lnTo>
                          <a:lnTo>
                            <a:pt x="0" y="13"/>
                          </a:lnTo>
                          <a:lnTo>
                            <a:pt x="8"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11" name="Freeform 46"/>
                    <p:cNvSpPr/>
                    <p:nvPr/>
                  </p:nvSpPr>
                  <p:spPr>
                    <a:xfrm>
                      <a:off x="2861" y="1118"/>
                      <a:ext cx="35" cy="32"/>
                    </a:xfrm>
                    <a:custGeom>
                      <a:avLst/>
                      <a:gdLst/>
                      <a:ahLst/>
                      <a:cxnLst>
                        <a:cxn ang="0">
                          <a:pos x="2" y="0"/>
                        </a:cxn>
                        <a:cxn ang="0">
                          <a:pos x="34" y="16"/>
                        </a:cxn>
                        <a:cxn ang="0">
                          <a:pos x="32" y="31"/>
                        </a:cxn>
                        <a:cxn ang="0">
                          <a:pos x="0" y="14"/>
                        </a:cxn>
                        <a:cxn ang="0">
                          <a:pos x="2" y="0"/>
                        </a:cxn>
                      </a:cxnLst>
                      <a:rect l="0" t="0" r="0" b="0"/>
                      <a:pathLst>
                        <a:path w="35" h="32">
                          <a:moveTo>
                            <a:pt x="2" y="0"/>
                          </a:moveTo>
                          <a:lnTo>
                            <a:pt x="34" y="16"/>
                          </a:lnTo>
                          <a:lnTo>
                            <a:pt x="32" y="31"/>
                          </a:lnTo>
                          <a:lnTo>
                            <a:pt x="0" y="14"/>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12" name="Freeform 47"/>
                    <p:cNvSpPr/>
                    <p:nvPr/>
                  </p:nvSpPr>
                  <p:spPr>
                    <a:xfrm>
                      <a:off x="2876" y="1121"/>
                      <a:ext cx="33" cy="30"/>
                    </a:xfrm>
                    <a:custGeom>
                      <a:avLst/>
                      <a:gdLst/>
                      <a:ahLst/>
                      <a:cxnLst>
                        <a:cxn ang="0">
                          <a:pos x="0" y="9"/>
                        </a:cxn>
                        <a:cxn ang="0">
                          <a:pos x="0" y="14"/>
                        </a:cxn>
                        <a:cxn ang="0">
                          <a:pos x="4" y="14"/>
                        </a:cxn>
                        <a:cxn ang="0">
                          <a:pos x="4" y="24"/>
                        </a:cxn>
                        <a:cxn ang="0">
                          <a:pos x="9" y="29"/>
                        </a:cxn>
                        <a:cxn ang="0">
                          <a:pos x="13" y="29"/>
                        </a:cxn>
                        <a:cxn ang="0">
                          <a:pos x="18" y="29"/>
                        </a:cxn>
                        <a:cxn ang="0">
                          <a:pos x="22" y="29"/>
                        </a:cxn>
                        <a:cxn ang="0">
                          <a:pos x="27" y="24"/>
                        </a:cxn>
                        <a:cxn ang="0">
                          <a:pos x="27" y="14"/>
                        </a:cxn>
                        <a:cxn ang="0">
                          <a:pos x="32" y="14"/>
                        </a:cxn>
                        <a:cxn ang="0">
                          <a:pos x="32" y="9"/>
                        </a:cxn>
                        <a:cxn ang="0">
                          <a:pos x="27" y="4"/>
                        </a:cxn>
                        <a:cxn ang="0">
                          <a:pos x="27" y="0"/>
                        </a:cxn>
                        <a:cxn ang="0">
                          <a:pos x="22" y="0"/>
                        </a:cxn>
                        <a:cxn ang="0">
                          <a:pos x="18" y="0"/>
                        </a:cxn>
                        <a:cxn ang="0">
                          <a:pos x="9" y="0"/>
                        </a:cxn>
                        <a:cxn ang="0">
                          <a:pos x="4" y="0"/>
                        </a:cxn>
                        <a:cxn ang="0">
                          <a:pos x="4" y="4"/>
                        </a:cxn>
                        <a:cxn ang="0">
                          <a:pos x="0" y="9"/>
                        </a:cxn>
                      </a:cxnLst>
                      <a:rect l="0" t="0" r="0" b="0"/>
                      <a:pathLst>
                        <a:path w="33" h="30">
                          <a:moveTo>
                            <a:pt x="0" y="9"/>
                          </a:moveTo>
                          <a:lnTo>
                            <a:pt x="0" y="14"/>
                          </a:lnTo>
                          <a:lnTo>
                            <a:pt x="4" y="14"/>
                          </a:lnTo>
                          <a:lnTo>
                            <a:pt x="4" y="24"/>
                          </a:lnTo>
                          <a:lnTo>
                            <a:pt x="9" y="29"/>
                          </a:lnTo>
                          <a:lnTo>
                            <a:pt x="13" y="29"/>
                          </a:lnTo>
                          <a:lnTo>
                            <a:pt x="18" y="29"/>
                          </a:lnTo>
                          <a:lnTo>
                            <a:pt x="22" y="29"/>
                          </a:lnTo>
                          <a:lnTo>
                            <a:pt x="27" y="24"/>
                          </a:lnTo>
                          <a:lnTo>
                            <a:pt x="27" y="14"/>
                          </a:lnTo>
                          <a:lnTo>
                            <a:pt x="32" y="14"/>
                          </a:lnTo>
                          <a:lnTo>
                            <a:pt x="32" y="9"/>
                          </a:lnTo>
                          <a:lnTo>
                            <a:pt x="27" y="4"/>
                          </a:lnTo>
                          <a:lnTo>
                            <a:pt x="27" y="0"/>
                          </a:lnTo>
                          <a:lnTo>
                            <a:pt x="22" y="0"/>
                          </a:lnTo>
                          <a:lnTo>
                            <a:pt x="18" y="0"/>
                          </a:lnTo>
                          <a:lnTo>
                            <a:pt x="9" y="0"/>
                          </a:lnTo>
                          <a:lnTo>
                            <a:pt x="4" y="0"/>
                          </a:lnTo>
                          <a:lnTo>
                            <a:pt x="4" y="4"/>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13" name="Line 48"/>
                    <p:cNvSpPr/>
                    <p:nvPr/>
                  </p:nvSpPr>
                  <p:spPr>
                    <a:xfrm>
                      <a:off x="2875" y="1100"/>
                      <a:ext cx="10" cy="1"/>
                    </a:xfrm>
                    <a:prstGeom prst="line">
                      <a:avLst/>
                    </a:prstGeom>
                    <a:ln w="12700" cap="flat" cmpd="sng">
                      <a:solidFill>
                        <a:schemeClr val="tx1"/>
                      </a:solidFill>
                      <a:prstDash val="solid"/>
                      <a:headEnd type="none" w="med" len="med"/>
                      <a:tailEnd type="none" w="med" len="med"/>
                    </a:ln>
                  </p:spPr>
                </p:sp>
                <p:sp>
                  <p:nvSpPr>
                    <p:cNvPr id="41014" name="Line 49"/>
                    <p:cNvSpPr/>
                    <p:nvPr/>
                  </p:nvSpPr>
                  <p:spPr>
                    <a:xfrm>
                      <a:off x="2878" y="1099"/>
                      <a:ext cx="9" cy="2"/>
                    </a:xfrm>
                    <a:prstGeom prst="line">
                      <a:avLst/>
                    </a:prstGeom>
                    <a:ln w="12700" cap="flat" cmpd="sng">
                      <a:solidFill>
                        <a:schemeClr val="tx1"/>
                      </a:solidFill>
                      <a:prstDash val="solid"/>
                      <a:headEnd type="none" w="med" len="med"/>
                      <a:tailEnd type="none" w="med" len="med"/>
                    </a:ln>
                  </p:spPr>
                </p:sp>
                <p:sp>
                  <p:nvSpPr>
                    <p:cNvPr id="41015" name="Freeform 50"/>
                    <p:cNvSpPr/>
                    <p:nvPr/>
                  </p:nvSpPr>
                  <p:spPr>
                    <a:xfrm>
                      <a:off x="2870" y="1096"/>
                      <a:ext cx="35" cy="32"/>
                    </a:xfrm>
                    <a:custGeom>
                      <a:avLst/>
                      <a:gdLst/>
                      <a:ahLst/>
                      <a:cxnLst>
                        <a:cxn ang="0">
                          <a:pos x="25" y="31"/>
                        </a:cxn>
                        <a:cxn ang="0">
                          <a:pos x="25" y="26"/>
                        </a:cxn>
                        <a:cxn ang="0">
                          <a:pos x="34" y="26"/>
                        </a:cxn>
                        <a:cxn ang="0">
                          <a:pos x="34" y="4"/>
                        </a:cxn>
                        <a:cxn ang="0">
                          <a:pos x="25" y="4"/>
                        </a:cxn>
                        <a:cxn ang="0">
                          <a:pos x="25" y="0"/>
                        </a:cxn>
                        <a:cxn ang="0">
                          <a:pos x="17" y="0"/>
                        </a:cxn>
                        <a:cxn ang="0">
                          <a:pos x="17" y="4"/>
                        </a:cxn>
                        <a:cxn ang="0">
                          <a:pos x="8" y="4"/>
                        </a:cxn>
                        <a:cxn ang="0">
                          <a:pos x="0" y="8"/>
                        </a:cxn>
                        <a:cxn ang="0">
                          <a:pos x="0" y="13"/>
                        </a:cxn>
                        <a:cxn ang="0">
                          <a:pos x="0" y="17"/>
                        </a:cxn>
                        <a:cxn ang="0">
                          <a:pos x="0" y="22"/>
                        </a:cxn>
                        <a:cxn ang="0">
                          <a:pos x="8" y="26"/>
                        </a:cxn>
                        <a:cxn ang="0">
                          <a:pos x="17" y="26"/>
                        </a:cxn>
                        <a:cxn ang="0">
                          <a:pos x="17" y="31"/>
                        </a:cxn>
                        <a:cxn ang="0">
                          <a:pos x="25" y="31"/>
                        </a:cxn>
                      </a:cxnLst>
                      <a:rect l="0" t="0" r="0" b="0"/>
                      <a:pathLst>
                        <a:path w="35" h="32">
                          <a:moveTo>
                            <a:pt x="25" y="31"/>
                          </a:moveTo>
                          <a:lnTo>
                            <a:pt x="25" y="26"/>
                          </a:lnTo>
                          <a:lnTo>
                            <a:pt x="34" y="26"/>
                          </a:lnTo>
                          <a:lnTo>
                            <a:pt x="34" y="4"/>
                          </a:lnTo>
                          <a:lnTo>
                            <a:pt x="25" y="4"/>
                          </a:lnTo>
                          <a:lnTo>
                            <a:pt x="25" y="0"/>
                          </a:lnTo>
                          <a:lnTo>
                            <a:pt x="17" y="0"/>
                          </a:lnTo>
                          <a:lnTo>
                            <a:pt x="17" y="4"/>
                          </a:lnTo>
                          <a:lnTo>
                            <a:pt x="8" y="4"/>
                          </a:lnTo>
                          <a:lnTo>
                            <a:pt x="0" y="8"/>
                          </a:lnTo>
                          <a:lnTo>
                            <a:pt x="0" y="13"/>
                          </a:lnTo>
                          <a:lnTo>
                            <a:pt x="0" y="17"/>
                          </a:lnTo>
                          <a:lnTo>
                            <a:pt x="0" y="22"/>
                          </a:lnTo>
                          <a:lnTo>
                            <a:pt x="8" y="26"/>
                          </a:lnTo>
                          <a:lnTo>
                            <a:pt x="17"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16" name="Freeform 51"/>
                    <p:cNvSpPr/>
                    <p:nvPr/>
                  </p:nvSpPr>
                  <p:spPr>
                    <a:xfrm>
                      <a:off x="2870" y="1096"/>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17" name="Freeform 52"/>
                    <p:cNvSpPr/>
                    <p:nvPr/>
                  </p:nvSpPr>
                  <p:spPr>
                    <a:xfrm>
                      <a:off x="2889" y="1099"/>
                      <a:ext cx="35" cy="32"/>
                    </a:xfrm>
                    <a:custGeom>
                      <a:avLst/>
                      <a:gdLst/>
                      <a:ahLst/>
                      <a:cxnLst>
                        <a:cxn ang="0">
                          <a:pos x="0" y="13"/>
                        </a:cxn>
                        <a:cxn ang="0">
                          <a:pos x="0" y="17"/>
                        </a:cxn>
                        <a:cxn ang="0">
                          <a:pos x="0" y="22"/>
                        </a:cxn>
                        <a:cxn ang="0">
                          <a:pos x="11" y="31"/>
                        </a:cxn>
                        <a:cxn ang="0">
                          <a:pos x="17" y="31"/>
                        </a:cxn>
                        <a:cxn ang="0">
                          <a:pos x="17" y="26"/>
                        </a:cxn>
                        <a:cxn ang="0">
                          <a:pos x="22" y="26"/>
                        </a:cxn>
                        <a:cxn ang="0">
                          <a:pos x="28" y="22"/>
                        </a:cxn>
                        <a:cxn ang="0">
                          <a:pos x="28" y="17"/>
                        </a:cxn>
                        <a:cxn ang="0">
                          <a:pos x="34" y="17"/>
                        </a:cxn>
                        <a:cxn ang="0">
                          <a:pos x="34" y="8"/>
                        </a:cxn>
                        <a:cxn ang="0">
                          <a:pos x="28" y="8"/>
                        </a:cxn>
                        <a:cxn ang="0">
                          <a:pos x="28" y="4"/>
                        </a:cxn>
                        <a:cxn ang="0">
                          <a:pos x="22" y="0"/>
                        </a:cxn>
                        <a:cxn ang="0">
                          <a:pos x="17" y="0"/>
                        </a:cxn>
                        <a:cxn ang="0">
                          <a:pos x="11" y="0"/>
                        </a:cxn>
                        <a:cxn ang="0">
                          <a:pos x="0" y="8"/>
                        </a:cxn>
                        <a:cxn ang="0">
                          <a:pos x="0" y="13"/>
                        </a:cxn>
                      </a:cxnLst>
                      <a:rect l="0" t="0" r="0" b="0"/>
                      <a:pathLst>
                        <a:path w="35" h="32">
                          <a:moveTo>
                            <a:pt x="0" y="13"/>
                          </a:moveTo>
                          <a:lnTo>
                            <a:pt x="0" y="17"/>
                          </a:lnTo>
                          <a:lnTo>
                            <a:pt x="0" y="22"/>
                          </a:lnTo>
                          <a:lnTo>
                            <a:pt x="11" y="31"/>
                          </a:lnTo>
                          <a:lnTo>
                            <a:pt x="17" y="31"/>
                          </a:lnTo>
                          <a:lnTo>
                            <a:pt x="17" y="26"/>
                          </a:lnTo>
                          <a:lnTo>
                            <a:pt x="22" y="26"/>
                          </a:lnTo>
                          <a:lnTo>
                            <a:pt x="28" y="22"/>
                          </a:lnTo>
                          <a:lnTo>
                            <a:pt x="28" y="17"/>
                          </a:lnTo>
                          <a:lnTo>
                            <a:pt x="34" y="17"/>
                          </a:lnTo>
                          <a:lnTo>
                            <a:pt x="34" y="8"/>
                          </a:lnTo>
                          <a:lnTo>
                            <a:pt x="28" y="8"/>
                          </a:lnTo>
                          <a:lnTo>
                            <a:pt x="28" y="4"/>
                          </a:lnTo>
                          <a:lnTo>
                            <a:pt x="22" y="0"/>
                          </a:lnTo>
                          <a:lnTo>
                            <a:pt x="17" y="0"/>
                          </a:lnTo>
                          <a:lnTo>
                            <a:pt x="11" y="0"/>
                          </a:lnTo>
                          <a:lnTo>
                            <a:pt x="0" y="8"/>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18" name="Line 53"/>
                    <p:cNvSpPr/>
                    <p:nvPr/>
                  </p:nvSpPr>
                  <p:spPr>
                    <a:xfrm>
                      <a:off x="2910" y="1090"/>
                      <a:ext cx="12" cy="3"/>
                    </a:xfrm>
                    <a:prstGeom prst="line">
                      <a:avLst/>
                    </a:prstGeom>
                    <a:ln w="12700" cap="flat" cmpd="sng">
                      <a:solidFill>
                        <a:schemeClr val="tx1"/>
                      </a:solidFill>
                      <a:prstDash val="solid"/>
                      <a:headEnd type="none" w="med" len="med"/>
                      <a:tailEnd type="none" w="med" len="med"/>
                    </a:ln>
                  </p:spPr>
                </p:sp>
                <p:sp>
                  <p:nvSpPr>
                    <p:cNvPr id="41019" name="Line 54"/>
                    <p:cNvSpPr/>
                    <p:nvPr/>
                  </p:nvSpPr>
                  <p:spPr>
                    <a:xfrm>
                      <a:off x="2916" y="1088"/>
                      <a:ext cx="8" cy="3"/>
                    </a:xfrm>
                    <a:prstGeom prst="line">
                      <a:avLst/>
                    </a:prstGeom>
                    <a:ln w="12700" cap="flat" cmpd="sng">
                      <a:solidFill>
                        <a:schemeClr val="tx1"/>
                      </a:solidFill>
                      <a:prstDash val="solid"/>
                      <a:headEnd type="none" w="med" len="med"/>
                      <a:tailEnd type="none" w="med" len="med"/>
                    </a:ln>
                  </p:spPr>
                </p:sp>
                <p:sp>
                  <p:nvSpPr>
                    <p:cNvPr id="41020" name="Freeform 55"/>
                    <p:cNvSpPr/>
                    <p:nvPr/>
                  </p:nvSpPr>
                  <p:spPr>
                    <a:xfrm>
                      <a:off x="2905" y="1086"/>
                      <a:ext cx="36" cy="31"/>
                    </a:xfrm>
                    <a:custGeom>
                      <a:avLst/>
                      <a:gdLst/>
                      <a:ahLst/>
                      <a:cxnLst>
                        <a:cxn ang="0">
                          <a:pos x="26" y="30"/>
                        </a:cxn>
                        <a:cxn ang="0">
                          <a:pos x="35" y="30"/>
                        </a:cxn>
                        <a:cxn ang="0">
                          <a:pos x="35" y="25"/>
                        </a:cxn>
                        <a:cxn ang="0">
                          <a:pos x="35" y="4"/>
                        </a:cxn>
                        <a:cxn ang="0">
                          <a:pos x="35" y="0"/>
                        </a:cxn>
                        <a:cxn ang="0">
                          <a:pos x="26" y="0"/>
                        </a:cxn>
                        <a:cxn ang="0">
                          <a:pos x="17" y="4"/>
                        </a:cxn>
                        <a:cxn ang="0">
                          <a:pos x="8" y="8"/>
                        </a:cxn>
                        <a:cxn ang="0">
                          <a:pos x="0" y="12"/>
                        </a:cxn>
                        <a:cxn ang="0">
                          <a:pos x="0" y="17"/>
                        </a:cxn>
                        <a:cxn ang="0">
                          <a:pos x="8" y="21"/>
                        </a:cxn>
                        <a:cxn ang="0">
                          <a:pos x="17" y="25"/>
                        </a:cxn>
                        <a:cxn ang="0">
                          <a:pos x="26" y="30"/>
                        </a:cxn>
                      </a:cxnLst>
                      <a:rect l="0" t="0" r="0" b="0"/>
                      <a:pathLst>
                        <a:path w="36" h="31">
                          <a:moveTo>
                            <a:pt x="26" y="30"/>
                          </a:moveTo>
                          <a:lnTo>
                            <a:pt x="35" y="30"/>
                          </a:lnTo>
                          <a:lnTo>
                            <a:pt x="35" y="25"/>
                          </a:lnTo>
                          <a:lnTo>
                            <a:pt x="35" y="4"/>
                          </a:lnTo>
                          <a:lnTo>
                            <a:pt x="35" y="0"/>
                          </a:lnTo>
                          <a:lnTo>
                            <a:pt x="26" y="0"/>
                          </a:lnTo>
                          <a:lnTo>
                            <a:pt x="17" y="4"/>
                          </a:lnTo>
                          <a:lnTo>
                            <a:pt x="8" y="8"/>
                          </a:lnTo>
                          <a:lnTo>
                            <a:pt x="0" y="12"/>
                          </a:lnTo>
                          <a:lnTo>
                            <a:pt x="0" y="17"/>
                          </a:lnTo>
                          <a:lnTo>
                            <a:pt x="8" y="21"/>
                          </a:lnTo>
                          <a:lnTo>
                            <a:pt x="17" y="25"/>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21" name="Freeform 56"/>
                    <p:cNvSpPr/>
                    <p:nvPr/>
                  </p:nvSpPr>
                  <p:spPr>
                    <a:xfrm>
                      <a:off x="2905" y="1086"/>
                      <a:ext cx="36" cy="31"/>
                    </a:xfrm>
                    <a:custGeom>
                      <a:avLst/>
                      <a:gdLst/>
                      <a:ahLst/>
                      <a:cxnLst>
                        <a:cxn ang="0">
                          <a:pos x="2" y="0"/>
                        </a:cxn>
                        <a:cxn ang="0">
                          <a:pos x="35" y="15"/>
                        </a:cxn>
                        <a:cxn ang="0">
                          <a:pos x="33" y="30"/>
                        </a:cxn>
                        <a:cxn ang="0">
                          <a:pos x="0" y="15"/>
                        </a:cxn>
                        <a:cxn ang="0">
                          <a:pos x="2" y="0"/>
                        </a:cxn>
                      </a:cxnLst>
                      <a:rect l="0" t="0" r="0" b="0"/>
                      <a:pathLst>
                        <a:path w="36" h="31">
                          <a:moveTo>
                            <a:pt x="2" y="0"/>
                          </a:moveTo>
                          <a:lnTo>
                            <a:pt x="35" y="15"/>
                          </a:lnTo>
                          <a:lnTo>
                            <a:pt x="33" y="30"/>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22" name="Freeform 57"/>
                    <p:cNvSpPr/>
                    <p:nvPr/>
                  </p:nvSpPr>
                  <p:spPr>
                    <a:xfrm>
                      <a:off x="2922" y="1088"/>
                      <a:ext cx="34" cy="31"/>
                    </a:xfrm>
                    <a:custGeom>
                      <a:avLst/>
                      <a:gdLst/>
                      <a:ahLst/>
                      <a:cxnLst>
                        <a:cxn ang="0">
                          <a:pos x="0" y="12"/>
                        </a:cxn>
                        <a:cxn ang="0">
                          <a:pos x="4" y="17"/>
                        </a:cxn>
                        <a:cxn ang="0">
                          <a:pos x="4" y="21"/>
                        </a:cxn>
                        <a:cxn ang="0">
                          <a:pos x="9" y="25"/>
                        </a:cxn>
                        <a:cxn ang="0">
                          <a:pos x="14" y="30"/>
                        </a:cxn>
                        <a:cxn ang="0">
                          <a:pos x="18" y="30"/>
                        </a:cxn>
                        <a:cxn ang="0">
                          <a:pos x="18" y="25"/>
                        </a:cxn>
                        <a:cxn ang="0">
                          <a:pos x="23" y="25"/>
                        </a:cxn>
                        <a:cxn ang="0">
                          <a:pos x="28" y="21"/>
                        </a:cxn>
                        <a:cxn ang="0">
                          <a:pos x="28" y="17"/>
                        </a:cxn>
                        <a:cxn ang="0">
                          <a:pos x="33" y="12"/>
                        </a:cxn>
                        <a:cxn ang="0">
                          <a:pos x="33" y="8"/>
                        </a:cxn>
                        <a:cxn ang="0">
                          <a:pos x="28" y="8"/>
                        </a:cxn>
                        <a:cxn ang="0">
                          <a:pos x="28" y="4"/>
                        </a:cxn>
                        <a:cxn ang="0">
                          <a:pos x="23" y="0"/>
                        </a:cxn>
                        <a:cxn ang="0">
                          <a:pos x="18" y="0"/>
                        </a:cxn>
                        <a:cxn ang="0">
                          <a:pos x="14" y="0"/>
                        </a:cxn>
                        <a:cxn ang="0">
                          <a:pos x="9" y="0"/>
                        </a:cxn>
                        <a:cxn ang="0">
                          <a:pos x="4" y="4"/>
                        </a:cxn>
                        <a:cxn ang="0">
                          <a:pos x="4" y="8"/>
                        </a:cxn>
                        <a:cxn ang="0">
                          <a:pos x="0" y="8"/>
                        </a:cxn>
                        <a:cxn ang="0">
                          <a:pos x="0" y="12"/>
                        </a:cxn>
                      </a:cxnLst>
                      <a:rect l="0" t="0" r="0" b="0"/>
                      <a:pathLst>
                        <a:path w="34" h="31">
                          <a:moveTo>
                            <a:pt x="0" y="12"/>
                          </a:moveTo>
                          <a:lnTo>
                            <a:pt x="4" y="17"/>
                          </a:lnTo>
                          <a:lnTo>
                            <a:pt x="4" y="21"/>
                          </a:lnTo>
                          <a:lnTo>
                            <a:pt x="9" y="25"/>
                          </a:lnTo>
                          <a:lnTo>
                            <a:pt x="14" y="30"/>
                          </a:lnTo>
                          <a:lnTo>
                            <a:pt x="18" y="30"/>
                          </a:lnTo>
                          <a:lnTo>
                            <a:pt x="18" y="25"/>
                          </a:lnTo>
                          <a:lnTo>
                            <a:pt x="23" y="25"/>
                          </a:lnTo>
                          <a:lnTo>
                            <a:pt x="28" y="21"/>
                          </a:lnTo>
                          <a:lnTo>
                            <a:pt x="28" y="17"/>
                          </a:lnTo>
                          <a:lnTo>
                            <a:pt x="33" y="12"/>
                          </a:lnTo>
                          <a:lnTo>
                            <a:pt x="33" y="8"/>
                          </a:lnTo>
                          <a:lnTo>
                            <a:pt x="28" y="8"/>
                          </a:lnTo>
                          <a:lnTo>
                            <a:pt x="28" y="4"/>
                          </a:lnTo>
                          <a:lnTo>
                            <a:pt x="23" y="0"/>
                          </a:lnTo>
                          <a:lnTo>
                            <a:pt x="18" y="0"/>
                          </a:lnTo>
                          <a:lnTo>
                            <a:pt x="14"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23" name="Line 58"/>
                    <p:cNvSpPr/>
                    <p:nvPr/>
                  </p:nvSpPr>
                  <p:spPr>
                    <a:xfrm>
                      <a:off x="2946" y="1099"/>
                      <a:ext cx="6" cy="3"/>
                    </a:xfrm>
                    <a:prstGeom prst="line">
                      <a:avLst/>
                    </a:prstGeom>
                    <a:ln w="12700" cap="flat" cmpd="sng">
                      <a:solidFill>
                        <a:schemeClr val="tx1"/>
                      </a:solidFill>
                      <a:prstDash val="solid"/>
                      <a:headEnd type="none" w="med" len="med"/>
                      <a:tailEnd type="none" w="med" len="med"/>
                    </a:ln>
                  </p:spPr>
                </p:sp>
                <p:sp>
                  <p:nvSpPr>
                    <p:cNvPr id="41024" name="Line 59"/>
                    <p:cNvSpPr/>
                    <p:nvPr/>
                  </p:nvSpPr>
                  <p:spPr>
                    <a:xfrm>
                      <a:off x="2946" y="1098"/>
                      <a:ext cx="9" cy="1"/>
                    </a:xfrm>
                    <a:prstGeom prst="line">
                      <a:avLst/>
                    </a:prstGeom>
                    <a:ln w="12700" cap="flat" cmpd="sng">
                      <a:solidFill>
                        <a:schemeClr val="tx1"/>
                      </a:solidFill>
                      <a:prstDash val="solid"/>
                      <a:headEnd type="none" w="med" len="med"/>
                      <a:tailEnd type="none" w="med" len="med"/>
                    </a:ln>
                  </p:spPr>
                </p:sp>
                <p:sp>
                  <p:nvSpPr>
                    <p:cNvPr id="41025" name="Freeform 60"/>
                    <p:cNvSpPr/>
                    <p:nvPr/>
                  </p:nvSpPr>
                  <p:spPr>
                    <a:xfrm>
                      <a:off x="2936" y="1096"/>
                      <a:ext cx="34" cy="32"/>
                    </a:xfrm>
                    <a:custGeom>
                      <a:avLst/>
                      <a:gdLst/>
                      <a:ahLst/>
                      <a:cxnLst>
                        <a:cxn ang="0">
                          <a:pos x="24" y="31"/>
                        </a:cxn>
                        <a:cxn ang="0">
                          <a:pos x="33" y="31"/>
                        </a:cxn>
                        <a:cxn ang="0">
                          <a:pos x="33" y="25"/>
                        </a:cxn>
                        <a:cxn ang="0">
                          <a:pos x="33" y="5"/>
                        </a:cxn>
                        <a:cxn ang="0">
                          <a:pos x="33" y="0"/>
                        </a:cxn>
                        <a:cxn ang="0">
                          <a:pos x="24" y="0"/>
                        </a:cxn>
                        <a:cxn ang="0">
                          <a:pos x="16" y="0"/>
                        </a:cxn>
                        <a:cxn ang="0">
                          <a:pos x="8" y="10"/>
                        </a:cxn>
                        <a:cxn ang="0">
                          <a:pos x="0" y="15"/>
                        </a:cxn>
                        <a:cxn ang="0">
                          <a:pos x="0" y="20"/>
                        </a:cxn>
                        <a:cxn ang="0">
                          <a:pos x="8" y="20"/>
                        </a:cxn>
                        <a:cxn ang="0">
                          <a:pos x="8" y="25"/>
                        </a:cxn>
                        <a:cxn ang="0">
                          <a:pos x="16" y="31"/>
                        </a:cxn>
                        <a:cxn ang="0">
                          <a:pos x="24" y="31"/>
                        </a:cxn>
                      </a:cxnLst>
                      <a:rect l="0" t="0" r="0" b="0"/>
                      <a:pathLst>
                        <a:path w="34" h="32">
                          <a:moveTo>
                            <a:pt x="24" y="31"/>
                          </a:moveTo>
                          <a:lnTo>
                            <a:pt x="33" y="31"/>
                          </a:lnTo>
                          <a:lnTo>
                            <a:pt x="33" y="25"/>
                          </a:lnTo>
                          <a:lnTo>
                            <a:pt x="33" y="5"/>
                          </a:lnTo>
                          <a:lnTo>
                            <a:pt x="33" y="0"/>
                          </a:lnTo>
                          <a:lnTo>
                            <a:pt x="24" y="0"/>
                          </a:lnTo>
                          <a:lnTo>
                            <a:pt x="16" y="0"/>
                          </a:lnTo>
                          <a:lnTo>
                            <a:pt x="8" y="10"/>
                          </a:lnTo>
                          <a:lnTo>
                            <a:pt x="0" y="15"/>
                          </a:lnTo>
                          <a:lnTo>
                            <a:pt x="0" y="20"/>
                          </a:lnTo>
                          <a:lnTo>
                            <a:pt x="8" y="20"/>
                          </a:lnTo>
                          <a:lnTo>
                            <a:pt x="8" y="25"/>
                          </a:lnTo>
                          <a:lnTo>
                            <a:pt x="16" y="31"/>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26" name="Freeform 61"/>
                    <p:cNvSpPr/>
                    <p:nvPr/>
                  </p:nvSpPr>
                  <p:spPr>
                    <a:xfrm>
                      <a:off x="2936" y="1096"/>
                      <a:ext cx="36" cy="32"/>
                    </a:xfrm>
                    <a:custGeom>
                      <a:avLst/>
                      <a:gdLst/>
                      <a:ahLst/>
                      <a:cxnLst>
                        <a:cxn ang="0">
                          <a:pos x="2" y="2"/>
                        </a:cxn>
                        <a:cxn ang="0">
                          <a:pos x="35" y="15"/>
                        </a:cxn>
                        <a:cxn ang="0">
                          <a:pos x="33" y="31"/>
                        </a:cxn>
                        <a:cxn ang="0">
                          <a:pos x="0" y="15"/>
                        </a:cxn>
                        <a:cxn ang="0">
                          <a:pos x="2" y="0"/>
                        </a:cxn>
                        <a:cxn ang="0">
                          <a:pos x="2" y="2"/>
                        </a:cxn>
                      </a:cxnLst>
                      <a:rect l="0" t="0" r="0" b="0"/>
                      <a:pathLst>
                        <a:path w="36" h="32">
                          <a:moveTo>
                            <a:pt x="2" y="2"/>
                          </a:moveTo>
                          <a:lnTo>
                            <a:pt x="35" y="15"/>
                          </a:lnTo>
                          <a:lnTo>
                            <a:pt x="33"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27" name="Freeform 62"/>
                    <p:cNvSpPr/>
                    <p:nvPr/>
                  </p:nvSpPr>
                  <p:spPr>
                    <a:xfrm>
                      <a:off x="2952" y="1099"/>
                      <a:ext cx="34" cy="32"/>
                    </a:xfrm>
                    <a:custGeom>
                      <a:avLst/>
                      <a:gdLst/>
                      <a:ahLst/>
                      <a:cxnLst>
                        <a:cxn ang="0">
                          <a:pos x="0" y="17"/>
                        </a:cxn>
                        <a:cxn ang="0">
                          <a:pos x="4" y="22"/>
                        </a:cxn>
                        <a:cxn ang="0">
                          <a:pos x="4" y="26"/>
                        </a:cxn>
                        <a:cxn ang="0">
                          <a:pos x="9" y="31"/>
                        </a:cxn>
                        <a:cxn ang="0">
                          <a:pos x="14" y="31"/>
                        </a:cxn>
                        <a:cxn ang="0">
                          <a:pos x="18" y="31"/>
                        </a:cxn>
                        <a:cxn ang="0">
                          <a:pos x="23" y="31"/>
                        </a:cxn>
                        <a:cxn ang="0">
                          <a:pos x="28" y="26"/>
                        </a:cxn>
                        <a:cxn ang="0">
                          <a:pos x="28" y="22"/>
                        </a:cxn>
                        <a:cxn ang="0">
                          <a:pos x="33" y="17"/>
                        </a:cxn>
                        <a:cxn ang="0">
                          <a:pos x="33" y="13"/>
                        </a:cxn>
                        <a:cxn ang="0">
                          <a:pos x="28" y="8"/>
                        </a:cxn>
                        <a:cxn ang="0">
                          <a:pos x="23" y="4"/>
                        </a:cxn>
                        <a:cxn ang="0">
                          <a:pos x="18" y="4"/>
                        </a:cxn>
                        <a:cxn ang="0">
                          <a:pos x="18" y="0"/>
                        </a:cxn>
                        <a:cxn ang="0">
                          <a:pos x="14" y="0"/>
                        </a:cxn>
                        <a:cxn ang="0">
                          <a:pos x="9" y="4"/>
                        </a:cxn>
                        <a:cxn ang="0">
                          <a:pos x="4" y="8"/>
                        </a:cxn>
                        <a:cxn ang="0">
                          <a:pos x="0" y="13"/>
                        </a:cxn>
                        <a:cxn ang="0">
                          <a:pos x="0" y="17"/>
                        </a:cxn>
                      </a:cxnLst>
                      <a:rect l="0" t="0" r="0" b="0"/>
                      <a:pathLst>
                        <a:path w="34" h="32">
                          <a:moveTo>
                            <a:pt x="0" y="17"/>
                          </a:moveTo>
                          <a:lnTo>
                            <a:pt x="4" y="22"/>
                          </a:lnTo>
                          <a:lnTo>
                            <a:pt x="4" y="26"/>
                          </a:lnTo>
                          <a:lnTo>
                            <a:pt x="9" y="31"/>
                          </a:lnTo>
                          <a:lnTo>
                            <a:pt x="14" y="31"/>
                          </a:lnTo>
                          <a:lnTo>
                            <a:pt x="18" y="31"/>
                          </a:lnTo>
                          <a:lnTo>
                            <a:pt x="23" y="31"/>
                          </a:lnTo>
                          <a:lnTo>
                            <a:pt x="28" y="26"/>
                          </a:lnTo>
                          <a:lnTo>
                            <a:pt x="28" y="22"/>
                          </a:lnTo>
                          <a:lnTo>
                            <a:pt x="33" y="17"/>
                          </a:lnTo>
                          <a:lnTo>
                            <a:pt x="33" y="13"/>
                          </a:lnTo>
                          <a:lnTo>
                            <a:pt x="28" y="8"/>
                          </a:lnTo>
                          <a:lnTo>
                            <a:pt x="23" y="4"/>
                          </a:lnTo>
                          <a:lnTo>
                            <a:pt x="18" y="4"/>
                          </a:lnTo>
                          <a:lnTo>
                            <a:pt x="18" y="0"/>
                          </a:lnTo>
                          <a:lnTo>
                            <a:pt x="14" y="0"/>
                          </a:lnTo>
                          <a:lnTo>
                            <a:pt x="9" y="4"/>
                          </a:lnTo>
                          <a:lnTo>
                            <a:pt x="4" y="8"/>
                          </a:lnTo>
                          <a:lnTo>
                            <a:pt x="0" y="13"/>
                          </a:lnTo>
                          <a:lnTo>
                            <a:pt x="0"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28" name="Line 63"/>
                    <p:cNvSpPr/>
                    <p:nvPr/>
                  </p:nvSpPr>
                  <p:spPr>
                    <a:xfrm>
                      <a:off x="2960" y="1127"/>
                      <a:ext cx="8" cy="2"/>
                    </a:xfrm>
                    <a:prstGeom prst="line">
                      <a:avLst/>
                    </a:prstGeom>
                    <a:ln w="12700" cap="flat" cmpd="sng">
                      <a:solidFill>
                        <a:schemeClr val="tx1"/>
                      </a:solidFill>
                      <a:prstDash val="solid"/>
                      <a:headEnd type="none" w="med" len="med"/>
                      <a:tailEnd type="none" w="med" len="med"/>
                    </a:ln>
                  </p:spPr>
                </p:sp>
                <p:sp>
                  <p:nvSpPr>
                    <p:cNvPr id="41029" name="Line 64"/>
                    <p:cNvSpPr/>
                    <p:nvPr/>
                  </p:nvSpPr>
                  <p:spPr>
                    <a:xfrm>
                      <a:off x="2960" y="1120"/>
                      <a:ext cx="8" cy="4"/>
                    </a:xfrm>
                    <a:prstGeom prst="line">
                      <a:avLst/>
                    </a:prstGeom>
                    <a:ln w="12700" cap="flat" cmpd="sng">
                      <a:solidFill>
                        <a:schemeClr val="tx1"/>
                      </a:solidFill>
                      <a:prstDash val="solid"/>
                      <a:headEnd type="none" w="med" len="med"/>
                      <a:tailEnd type="none" w="med" len="med"/>
                    </a:ln>
                  </p:spPr>
                </p:sp>
                <p:sp>
                  <p:nvSpPr>
                    <p:cNvPr id="41030" name="Freeform 65"/>
                    <p:cNvSpPr/>
                    <p:nvPr/>
                  </p:nvSpPr>
                  <p:spPr>
                    <a:xfrm>
                      <a:off x="2948" y="1118"/>
                      <a:ext cx="34" cy="32"/>
                    </a:xfrm>
                    <a:custGeom>
                      <a:avLst/>
                      <a:gdLst/>
                      <a:ahLst/>
                      <a:cxnLst>
                        <a:cxn ang="0">
                          <a:pos x="26" y="31"/>
                        </a:cxn>
                        <a:cxn ang="0">
                          <a:pos x="33" y="25"/>
                        </a:cxn>
                        <a:cxn ang="0">
                          <a:pos x="33" y="5"/>
                        </a:cxn>
                        <a:cxn ang="0">
                          <a:pos x="26" y="0"/>
                        </a:cxn>
                        <a:cxn ang="0">
                          <a:pos x="19" y="0"/>
                        </a:cxn>
                        <a:cxn ang="0">
                          <a:pos x="13" y="0"/>
                        </a:cxn>
                        <a:cxn ang="0">
                          <a:pos x="6" y="5"/>
                        </a:cxn>
                        <a:cxn ang="0">
                          <a:pos x="6" y="10"/>
                        </a:cxn>
                        <a:cxn ang="0">
                          <a:pos x="0" y="10"/>
                        </a:cxn>
                        <a:cxn ang="0">
                          <a:pos x="0" y="20"/>
                        </a:cxn>
                        <a:cxn ang="0">
                          <a:pos x="6" y="20"/>
                        </a:cxn>
                        <a:cxn ang="0">
                          <a:pos x="6" y="25"/>
                        </a:cxn>
                        <a:cxn ang="0">
                          <a:pos x="13" y="31"/>
                        </a:cxn>
                        <a:cxn ang="0">
                          <a:pos x="19" y="31"/>
                        </a:cxn>
                        <a:cxn ang="0">
                          <a:pos x="26" y="31"/>
                        </a:cxn>
                      </a:cxnLst>
                      <a:rect l="0" t="0" r="0" b="0"/>
                      <a:pathLst>
                        <a:path w="34" h="32">
                          <a:moveTo>
                            <a:pt x="26" y="31"/>
                          </a:moveTo>
                          <a:lnTo>
                            <a:pt x="33" y="25"/>
                          </a:lnTo>
                          <a:lnTo>
                            <a:pt x="33" y="5"/>
                          </a:lnTo>
                          <a:lnTo>
                            <a:pt x="26" y="0"/>
                          </a:lnTo>
                          <a:lnTo>
                            <a:pt x="19" y="0"/>
                          </a:lnTo>
                          <a:lnTo>
                            <a:pt x="13" y="0"/>
                          </a:lnTo>
                          <a:lnTo>
                            <a:pt x="6" y="5"/>
                          </a:lnTo>
                          <a:lnTo>
                            <a:pt x="6" y="10"/>
                          </a:lnTo>
                          <a:lnTo>
                            <a:pt x="0" y="10"/>
                          </a:lnTo>
                          <a:lnTo>
                            <a:pt x="0" y="20"/>
                          </a:lnTo>
                          <a:lnTo>
                            <a:pt x="6" y="20"/>
                          </a:lnTo>
                          <a:lnTo>
                            <a:pt x="6" y="25"/>
                          </a:lnTo>
                          <a:lnTo>
                            <a:pt x="13" y="31"/>
                          </a:lnTo>
                          <a:lnTo>
                            <a:pt x="19"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31" name="Freeform 66"/>
                    <p:cNvSpPr/>
                    <p:nvPr/>
                  </p:nvSpPr>
                  <p:spPr>
                    <a:xfrm>
                      <a:off x="2952" y="1118"/>
                      <a:ext cx="33" cy="32"/>
                    </a:xfrm>
                    <a:custGeom>
                      <a:avLst/>
                      <a:gdLst/>
                      <a:ahLst/>
                      <a:cxnLst>
                        <a:cxn ang="0">
                          <a:pos x="2" y="2"/>
                        </a:cxn>
                        <a:cxn ang="0">
                          <a:pos x="32" y="15"/>
                        </a:cxn>
                        <a:cxn ang="0">
                          <a:pos x="30" y="31"/>
                        </a:cxn>
                        <a:cxn ang="0">
                          <a:pos x="0" y="15"/>
                        </a:cxn>
                        <a:cxn ang="0">
                          <a:pos x="2" y="0"/>
                        </a:cxn>
                        <a:cxn ang="0">
                          <a:pos x="2" y="2"/>
                        </a:cxn>
                      </a:cxnLst>
                      <a:rect l="0" t="0" r="0" b="0"/>
                      <a:pathLst>
                        <a:path w="33" h="32">
                          <a:moveTo>
                            <a:pt x="2" y="2"/>
                          </a:moveTo>
                          <a:lnTo>
                            <a:pt x="32" y="15"/>
                          </a:lnTo>
                          <a:lnTo>
                            <a:pt x="30"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32" name="Freeform 67"/>
                    <p:cNvSpPr/>
                    <p:nvPr/>
                  </p:nvSpPr>
                  <p:spPr>
                    <a:xfrm>
                      <a:off x="2969" y="1121"/>
                      <a:ext cx="33" cy="30"/>
                    </a:xfrm>
                    <a:custGeom>
                      <a:avLst/>
                      <a:gdLst/>
                      <a:ahLst/>
                      <a:cxnLst>
                        <a:cxn ang="0">
                          <a:pos x="0" y="12"/>
                        </a:cxn>
                        <a:cxn ang="0">
                          <a:pos x="0" y="16"/>
                        </a:cxn>
                        <a:cxn ang="0">
                          <a:pos x="4" y="20"/>
                        </a:cxn>
                        <a:cxn ang="0">
                          <a:pos x="4" y="24"/>
                        </a:cxn>
                        <a:cxn ang="0">
                          <a:pos x="9" y="29"/>
                        </a:cxn>
                        <a:cxn ang="0">
                          <a:pos x="13" y="29"/>
                        </a:cxn>
                        <a:cxn ang="0">
                          <a:pos x="18" y="29"/>
                        </a:cxn>
                        <a:cxn ang="0">
                          <a:pos x="22" y="29"/>
                        </a:cxn>
                        <a:cxn ang="0">
                          <a:pos x="27" y="24"/>
                        </a:cxn>
                        <a:cxn ang="0">
                          <a:pos x="27" y="20"/>
                        </a:cxn>
                        <a:cxn ang="0">
                          <a:pos x="32" y="16"/>
                        </a:cxn>
                        <a:cxn ang="0">
                          <a:pos x="32" y="12"/>
                        </a:cxn>
                        <a:cxn ang="0">
                          <a:pos x="27" y="8"/>
                        </a:cxn>
                        <a:cxn ang="0">
                          <a:pos x="22" y="4"/>
                        </a:cxn>
                        <a:cxn ang="0">
                          <a:pos x="18" y="0"/>
                        </a:cxn>
                        <a:cxn ang="0">
                          <a:pos x="13" y="0"/>
                        </a:cxn>
                        <a:cxn ang="0">
                          <a:pos x="13" y="4"/>
                        </a:cxn>
                        <a:cxn ang="0">
                          <a:pos x="9" y="4"/>
                        </a:cxn>
                        <a:cxn ang="0">
                          <a:pos x="4" y="8"/>
                        </a:cxn>
                        <a:cxn ang="0">
                          <a:pos x="0" y="12"/>
                        </a:cxn>
                      </a:cxnLst>
                      <a:rect l="0" t="0" r="0" b="0"/>
                      <a:pathLst>
                        <a:path w="33" h="30">
                          <a:moveTo>
                            <a:pt x="0" y="12"/>
                          </a:moveTo>
                          <a:lnTo>
                            <a:pt x="0" y="16"/>
                          </a:lnTo>
                          <a:lnTo>
                            <a:pt x="4" y="20"/>
                          </a:lnTo>
                          <a:lnTo>
                            <a:pt x="4" y="24"/>
                          </a:lnTo>
                          <a:lnTo>
                            <a:pt x="9" y="29"/>
                          </a:lnTo>
                          <a:lnTo>
                            <a:pt x="13" y="29"/>
                          </a:lnTo>
                          <a:lnTo>
                            <a:pt x="18" y="29"/>
                          </a:lnTo>
                          <a:lnTo>
                            <a:pt x="22" y="29"/>
                          </a:lnTo>
                          <a:lnTo>
                            <a:pt x="27" y="24"/>
                          </a:lnTo>
                          <a:lnTo>
                            <a:pt x="27" y="20"/>
                          </a:lnTo>
                          <a:lnTo>
                            <a:pt x="32" y="16"/>
                          </a:lnTo>
                          <a:lnTo>
                            <a:pt x="32" y="12"/>
                          </a:lnTo>
                          <a:lnTo>
                            <a:pt x="27" y="8"/>
                          </a:lnTo>
                          <a:lnTo>
                            <a:pt x="22" y="4"/>
                          </a:lnTo>
                          <a:lnTo>
                            <a:pt x="18" y="0"/>
                          </a:lnTo>
                          <a:lnTo>
                            <a:pt x="13" y="0"/>
                          </a:lnTo>
                          <a:lnTo>
                            <a:pt x="13" y="4"/>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33" name="Line 68"/>
                    <p:cNvSpPr/>
                    <p:nvPr/>
                  </p:nvSpPr>
                  <p:spPr>
                    <a:xfrm>
                      <a:off x="2946" y="1145"/>
                      <a:ext cx="9" cy="1"/>
                    </a:xfrm>
                    <a:prstGeom prst="line">
                      <a:avLst/>
                    </a:prstGeom>
                    <a:ln w="12700" cap="flat" cmpd="sng">
                      <a:solidFill>
                        <a:schemeClr val="tx1"/>
                      </a:solidFill>
                      <a:prstDash val="solid"/>
                      <a:headEnd type="none" w="med" len="med"/>
                      <a:tailEnd type="none" w="med" len="med"/>
                    </a:ln>
                  </p:spPr>
                </p:sp>
                <p:sp>
                  <p:nvSpPr>
                    <p:cNvPr id="41034" name="Line 69"/>
                    <p:cNvSpPr/>
                    <p:nvPr/>
                  </p:nvSpPr>
                  <p:spPr>
                    <a:xfrm>
                      <a:off x="2947" y="1140"/>
                      <a:ext cx="5" cy="6"/>
                    </a:xfrm>
                    <a:prstGeom prst="line">
                      <a:avLst/>
                    </a:prstGeom>
                    <a:ln w="12700" cap="flat" cmpd="sng">
                      <a:solidFill>
                        <a:schemeClr val="tx1"/>
                      </a:solidFill>
                      <a:prstDash val="solid"/>
                      <a:headEnd type="none" w="med" len="med"/>
                      <a:tailEnd type="none" w="med" len="med"/>
                    </a:ln>
                  </p:spPr>
                </p:sp>
                <p:sp>
                  <p:nvSpPr>
                    <p:cNvPr id="41035" name="Freeform 70"/>
                    <p:cNvSpPr/>
                    <p:nvPr/>
                  </p:nvSpPr>
                  <p:spPr>
                    <a:xfrm>
                      <a:off x="2936" y="1138"/>
                      <a:ext cx="36" cy="32"/>
                    </a:xfrm>
                    <a:custGeom>
                      <a:avLst/>
                      <a:gdLst/>
                      <a:ahLst/>
                      <a:cxnLst>
                        <a:cxn ang="0">
                          <a:pos x="21" y="31"/>
                        </a:cxn>
                        <a:cxn ang="0">
                          <a:pos x="28" y="31"/>
                        </a:cxn>
                        <a:cxn ang="0">
                          <a:pos x="28" y="26"/>
                        </a:cxn>
                        <a:cxn ang="0">
                          <a:pos x="35" y="22"/>
                        </a:cxn>
                        <a:cxn ang="0">
                          <a:pos x="35" y="4"/>
                        </a:cxn>
                        <a:cxn ang="0">
                          <a:pos x="28" y="0"/>
                        </a:cxn>
                        <a:cxn ang="0">
                          <a:pos x="21" y="0"/>
                        </a:cxn>
                        <a:cxn ang="0">
                          <a:pos x="14" y="0"/>
                        </a:cxn>
                        <a:cxn ang="0">
                          <a:pos x="7" y="4"/>
                        </a:cxn>
                        <a:cxn ang="0">
                          <a:pos x="7" y="8"/>
                        </a:cxn>
                        <a:cxn ang="0">
                          <a:pos x="0" y="8"/>
                        </a:cxn>
                        <a:cxn ang="0">
                          <a:pos x="0" y="13"/>
                        </a:cxn>
                        <a:cxn ang="0">
                          <a:pos x="7" y="17"/>
                        </a:cxn>
                        <a:cxn ang="0">
                          <a:pos x="7" y="22"/>
                        </a:cxn>
                        <a:cxn ang="0">
                          <a:pos x="14" y="26"/>
                        </a:cxn>
                        <a:cxn ang="0">
                          <a:pos x="21" y="31"/>
                        </a:cxn>
                      </a:cxnLst>
                      <a:rect l="0" t="0" r="0" b="0"/>
                      <a:pathLst>
                        <a:path w="36" h="32">
                          <a:moveTo>
                            <a:pt x="21" y="31"/>
                          </a:moveTo>
                          <a:lnTo>
                            <a:pt x="28" y="31"/>
                          </a:lnTo>
                          <a:lnTo>
                            <a:pt x="28" y="26"/>
                          </a:lnTo>
                          <a:lnTo>
                            <a:pt x="35" y="22"/>
                          </a:lnTo>
                          <a:lnTo>
                            <a:pt x="35" y="4"/>
                          </a:lnTo>
                          <a:lnTo>
                            <a:pt x="28" y="0"/>
                          </a:lnTo>
                          <a:lnTo>
                            <a:pt x="21" y="0"/>
                          </a:lnTo>
                          <a:lnTo>
                            <a:pt x="14" y="0"/>
                          </a:lnTo>
                          <a:lnTo>
                            <a:pt x="7" y="4"/>
                          </a:lnTo>
                          <a:lnTo>
                            <a:pt x="7" y="8"/>
                          </a:lnTo>
                          <a:lnTo>
                            <a:pt x="0" y="8"/>
                          </a:lnTo>
                          <a:lnTo>
                            <a:pt x="0" y="13"/>
                          </a:lnTo>
                          <a:lnTo>
                            <a:pt x="7" y="17"/>
                          </a:lnTo>
                          <a:lnTo>
                            <a:pt x="7" y="22"/>
                          </a:lnTo>
                          <a:lnTo>
                            <a:pt x="14" y="26"/>
                          </a:lnTo>
                          <a:lnTo>
                            <a:pt x="21"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36" name="Freeform 71"/>
                    <p:cNvSpPr/>
                    <p:nvPr/>
                  </p:nvSpPr>
                  <p:spPr>
                    <a:xfrm>
                      <a:off x="2939" y="1138"/>
                      <a:ext cx="33" cy="32"/>
                    </a:xfrm>
                    <a:custGeom>
                      <a:avLst/>
                      <a:gdLst/>
                      <a:ahLst/>
                      <a:cxnLst>
                        <a:cxn ang="0">
                          <a:pos x="1" y="0"/>
                        </a:cxn>
                        <a:cxn ang="0">
                          <a:pos x="32" y="16"/>
                        </a:cxn>
                        <a:cxn ang="0">
                          <a:pos x="29" y="31"/>
                        </a:cxn>
                        <a:cxn ang="0">
                          <a:pos x="0" y="14"/>
                        </a:cxn>
                        <a:cxn ang="0">
                          <a:pos x="1" y="0"/>
                        </a:cxn>
                      </a:cxnLst>
                      <a:rect l="0" t="0" r="0" b="0"/>
                      <a:pathLst>
                        <a:path w="33" h="32">
                          <a:moveTo>
                            <a:pt x="1" y="0"/>
                          </a:moveTo>
                          <a:lnTo>
                            <a:pt x="32" y="16"/>
                          </a:lnTo>
                          <a:lnTo>
                            <a:pt x="29" y="31"/>
                          </a:lnTo>
                          <a:lnTo>
                            <a:pt x="0" y="14"/>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37" name="Freeform 72"/>
                    <p:cNvSpPr/>
                    <p:nvPr/>
                  </p:nvSpPr>
                  <p:spPr>
                    <a:xfrm>
                      <a:off x="2955" y="1146"/>
                      <a:ext cx="35" cy="29"/>
                    </a:xfrm>
                    <a:custGeom>
                      <a:avLst/>
                      <a:gdLst/>
                      <a:ahLst/>
                      <a:cxnLst>
                        <a:cxn ang="0">
                          <a:pos x="0" y="14"/>
                        </a:cxn>
                        <a:cxn ang="0">
                          <a:pos x="4" y="18"/>
                        </a:cxn>
                        <a:cxn ang="0">
                          <a:pos x="9" y="23"/>
                        </a:cxn>
                        <a:cxn ang="0">
                          <a:pos x="14" y="28"/>
                        </a:cxn>
                        <a:cxn ang="0">
                          <a:pos x="19" y="28"/>
                        </a:cxn>
                        <a:cxn ang="0">
                          <a:pos x="24" y="23"/>
                        </a:cxn>
                        <a:cxn ang="0">
                          <a:pos x="29" y="18"/>
                        </a:cxn>
                        <a:cxn ang="0">
                          <a:pos x="34" y="14"/>
                        </a:cxn>
                        <a:cxn ang="0">
                          <a:pos x="34" y="9"/>
                        </a:cxn>
                        <a:cxn ang="0">
                          <a:pos x="29" y="9"/>
                        </a:cxn>
                        <a:cxn ang="0">
                          <a:pos x="29" y="4"/>
                        </a:cxn>
                        <a:cxn ang="0">
                          <a:pos x="24" y="0"/>
                        </a:cxn>
                        <a:cxn ang="0">
                          <a:pos x="19" y="0"/>
                        </a:cxn>
                        <a:cxn ang="0">
                          <a:pos x="14" y="0"/>
                        </a:cxn>
                        <a:cxn ang="0">
                          <a:pos x="9" y="0"/>
                        </a:cxn>
                        <a:cxn ang="0">
                          <a:pos x="4" y="4"/>
                        </a:cxn>
                        <a:cxn ang="0">
                          <a:pos x="4" y="9"/>
                        </a:cxn>
                        <a:cxn ang="0">
                          <a:pos x="0" y="9"/>
                        </a:cxn>
                        <a:cxn ang="0">
                          <a:pos x="0" y="14"/>
                        </a:cxn>
                      </a:cxnLst>
                      <a:rect l="0" t="0" r="0" b="0"/>
                      <a:pathLst>
                        <a:path w="35" h="29">
                          <a:moveTo>
                            <a:pt x="0" y="14"/>
                          </a:moveTo>
                          <a:lnTo>
                            <a:pt x="4" y="18"/>
                          </a:lnTo>
                          <a:lnTo>
                            <a:pt x="9" y="23"/>
                          </a:lnTo>
                          <a:lnTo>
                            <a:pt x="14" y="28"/>
                          </a:lnTo>
                          <a:lnTo>
                            <a:pt x="19" y="28"/>
                          </a:lnTo>
                          <a:lnTo>
                            <a:pt x="24" y="23"/>
                          </a:lnTo>
                          <a:lnTo>
                            <a:pt x="29" y="18"/>
                          </a:lnTo>
                          <a:lnTo>
                            <a:pt x="34" y="14"/>
                          </a:lnTo>
                          <a:lnTo>
                            <a:pt x="34" y="9"/>
                          </a:lnTo>
                          <a:lnTo>
                            <a:pt x="29" y="9"/>
                          </a:lnTo>
                          <a:lnTo>
                            <a:pt x="29" y="4"/>
                          </a:lnTo>
                          <a:lnTo>
                            <a:pt x="24" y="0"/>
                          </a:lnTo>
                          <a:lnTo>
                            <a:pt x="19" y="0"/>
                          </a:lnTo>
                          <a:lnTo>
                            <a:pt x="14" y="0"/>
                          </a:lnTo>
                          <a:lnTo>
                            <a:pt x="9" y="0"/>
                          </a:lnTo>
                          <a:lnTo>
                            <a:pt x="4" y="4"/>
                          </a:lnTo>
                          <a:lnTo>
                            <a:pt x="4" y="9"/>
                          </a:lnTo>
                          <a:lnTo>
                            <a:pt x="0" y="9"/>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38" name="Line 73"/>
                    <p:cNvSpPr/>
                    <p:nvPr/>
                  </p:nvSpPr>
                  <p:spPr>
                    <a:xfrm>
                      <a:off x="2910" y="1152"/>
                      <a:ext cx="12" cy="3"/>
                    </a:xfrm>
                    <a:prstGeom prst="line">
                      <a:avLst/>
                    </a:prstGeom>
                    <a:ln w="12700" cap="flat" cmpd="sng">
                      <a:solidFill>
                        <a:schemeClr val="tx1"/>
                      </a:solidFill>
                      <a:prstDash val="solid"/>
                      <a:headEnd type="none" w="med" len="med"/>
                      <a:tailEnd type="none" w="med" len="med"/>
                    </a:ln>
                  </p:spPr>
                </p:sp>
                <p:sp>
                  <p:nvSpPr>
                    <p:cNvPr id="41039" name="Line 74"/>
                    <p:cNvSpPr/>
                    <p:nvPr/>
                  </p:nvSpPr>
                  <p:spPr>
                    <a:xfrm>
                      <a:off x="2916" y="1151"/>
                      <a:ext cx="8" cy="1"/>
                    </a:xfrm>
                    <a:prstGeom prst="line">
                      <a:avLst/>
                    </a:prstGeom>
                    <a:ln w="12700" cap="flat" cmpd="sng">
                      <a:solidFill>
                        <a:schemeClr val="tx1"/>
                      </a:solidFill>
                      <a:prstDash val="solid"/>
                      <a:headEnd type="none" w="med" len="med"/>
                      <a:tailEnd type="none" w="med" len="med"/>
                    </a:ln>
                  </p:spPr>
                </p:sp>
                <p:sp>
                  <p:nvSpPr>
                    <p:cNvPr id="41040" name="Freeform 75"/>
                    <p:cNvSpPr/>
                    <p:nvPr/>
                  </p:nvSpPr>
                  <p:spPr>
                    <a:xfrm>
                      <a:off x="2905" y="1150"/>
                      <a:ext cx="36" cy="33"/>
                    </a:xfrm>
                    <a:custGeom>
                      <a:avLst/>
                      <a:gdLst/>
                      <a:ahLst/>
                      <a:cxnLst>
                        <a:cxn ang="0">
                          <a:pos x="26" y="32"/>
                        </a:cxn>
                        <a:cxn ang="0">
                          <a:pos x="26" y="27"/>
                        </a:cxn>
                        <a:cxn ang="0">
                          <a:pos x="35" y="27"/>
                        </a:cxn>
                        <a:cxn ang="0">
                          <a:pos x="35" y="4"/>
                        </a:cxn>
                        <a:cxn ang="0">
                          <a:pos x="26" y="4"/>
                        </a:cxn>
                        <a:cxn ang="0">
                          <a:pos x="26" y="0"/>
                        </a:cxn>
                        <a:cxn ang="0">
                          <a:pos x="17" y="0"/>
                        </a:cxn>
                        <a:cxn ang="0">
                          <a:pos x="17" y="4"/>
                        </a:cxn>
                        <a:cxn ang="0">
                          <a:pos x="8" y="4"/>
                        </a:cxn>
                        <a:cxn ang="0">
                          <a:pos x="0" y="9"/>
                        </a:cxn>
                        <a:cxn ang="0">
                          <a:pos x="0" y="13"/>
                        </a:cxn>
                        <a:cxn ang="0">
                          <a:pos x="0" y="18"/>
                        </a:cxn>
                        <a:cxn ang="0">
                          <a:pos x="0" y="22"/>
                        </a:cxn>
                        <a:cxn ang="0">
                          <a:pos x="8" y="27"/>
                        </a:cxn>
                        <a:cxn ang="0">
                          <a:pos x="17" y="27"/>
                        </a:cxn>
                        <a:cxn ang="0">
                          <a:pos x="17" y="32"/>
                        </a:cxn>
                        <a:cxn ang="0">
                          <a:pos x="26" y="32"/>
                        </a:cxn>
                      </a:cxnLst>
                      <a:rect l="0" t="0" r="0" b="0"/>
                      <a:pathLst>
                        <a:path w="36" h="33">
                          <a:moveTo>
                            <a:pt x="26" y="32"/>
                          </a:moveTo>
                          <a:lnTo>
                            <a:pt x="26" y="27"/>
                          </a:lnTo>
                          <a:lnTo>
                            <a:pt x="35" y="27"/>
                          </a:lnTo>
                          <a:lnTo>
                            <a:pt x="35" y="4"/>
                          </a:lnTo>
                          <a:lnTo>
                            <a:pt x="26" y="4"/>
                          </a:lnTo>
                          <a:lnTo>
                            <a:pt x="26" y="0"/>
                          </a:lnTo>
                          <a:lnTo>
                            <a:pt x="17" y="0"/>
                          </a:lnTo>
                          <a:lnTo>
                            <a:pt x="17" y="4"/>
                          </a:lnTo>
                          <a:lnTo>
                            <a:pt x="8" y="4"/>
                          </a:lnTo>
                          <a:lnTo>
                            <a:pt x="0" y="9"/>
                          </a:lnTo>
                          <a:lnTo>
                            <a:pt x="0" y="13"/>
                          </a:lnTo>
                          <a:lnTo>
                            <a:pt x="0" y="18"/>
                          </a:lnTo>
                          <a:lnTo>
                            <a:pt x="0" y="22"/>
                          </a:lnTo>
                          <a:lnTo>
                            <a:pt x="8" y="27"/>
                          </a:lnTo>
                          <a:lnTo>
                            <a:pt x="17" y="27"/>
                          </a:lnTo>
                          <a:lnTo>
                            <a:pt x="17" y="32"/>
                          </a:lnTo>
                          <a:lnTo>
                            <a:pt x="26" y="3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41" name="Freeform 76"/>
                    <p:cNvSpPr/>
                    <p:nvPr/>
                  </p:nvSpPr>
                  <p:spPr>
                    <a:xfrm>
                      <a:off x="2905" y="1150"/>
                      <a:ext cx="36" cy="33"/>
                    </a:xfrm>
                    <a:custGeom>
                      <a:avLst/>
                      <a:gdLst/>
                      <a:ahLst/>
                      <a:cxnLst>
                        <a:cxn ang="0">
                          <a:pos x="2" y="0"/>
                        </a:cxn>
                        <a:cxn ang="0">
                          <a:pos x="35" y="16"/>
                        </a:cxn>
                        <a:cxn ang="0">
                          <a:pos x="33" y="32"/>
                        </a:cxn>
                        <a:cxn ang="0">
                          <a:pos x="0" y="16"/>
                        </a:cxn>
                        <a:cxn ang="0">
                          <a:pos x="2" y="0"/>
                        </a:cxn>
                      </a:cxnLst>
                      <a:rect l="0" t="0" r="0" b="0"/>
                      <a:pathLst>
                        <a:path w="36" h="33">
                          <a:moveTo>
                            <a:pt x="2" y="0"/>
                          </a:moveTo>
                          <a:lnTo>
                            <a:pt x="35" y="16"/>
                          </a:lnTo>
                          <a:lnTo>
                            <a:pt x="33" y="32"/>
                          </a:lnTo>
                          <a:lnTo>
                            <a:pt x="0" y="16"/>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42" name="Freeform 77"/>
                    <p:cNvSpPr/>
                    <p:nvPr/>
                  </p:nvSpPr>
                  <p:spPr>
                    <a:xfrm>
                      <a:off x="2923" y="1150"/>
                      <a:ext cx="34" cy="33"/>
                    </a:xfrm>
                    <a:custGeom>
                      <a:avLst/>
                      <a:gdLst/>
                      <a:ahLst/>
                      <a:cxnLst>
                        <a:cxn ang="0">
                          <a:pos x="0" y="13"/>
                        </a:cxn>
                        <a:cxn ang="0">
                          <a:pos x="0" y="18"/>
                        </a:cxn>
                        <a:cxn ang="0">
                          <a:pos x="0" y="22"/>
                        </a:cxn>
                        <a:cxn ang="0">
                          <a:pos x="5" y="27"/>
                        </a:cxn>
                        <a:cxn ang="0">
                          <a:pos x="11" y="27"/>
                        </a:cxn>
                        <a:cxn ang="0">
                          <a:pos x="11" y="32"/>
                        </a:cxn>
                        <a:cxn ang="0">
                          <a:pos x="16" y="32"/>
                        </a:cxn>
                        <a:cxn ang="0">
                          <a:pos x="27" y="22"/>
                        </a:cxn>
                        <a:cxn ang="0">
                          <a:pos x="33" y="18"/>
                        </a:cxn>
                        <a:cxn ang="0">
                          <a:pos x="33" y="9"/>
                        </a:cxn>
                        <a:cxn ang="0">
                          <a:pos x="16" y="0"/>
                        </a:cxn>
                        <a:cxn ang="0">
                          <a:pos x="11" y="0"/>
                        </a:cxn>
                        <a:cxn ang="0">
                          <a:pos x="5" y="0"/>
                        </a:cxn>
                        <a:cxn ang="0">
                          <a:pos x="0"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27" y="22"/>
                          </a:lnTo>
                          <a:lnTo>
                            <a:pt x="33" y="18"/>
                          </a:lnTo>
                          <a:lnTo>
                            <a:pt x="33" y="9"/>
                          </a:lnTo>
                          <a:lnTo>
                            <a:pt x="16" y="0"/>
                          </a:lnTo>
                          <a:lnTo>
                            <a:pt x="11" y="0"/>
                          </a:lnTo>
                          <a:lnTo>
                            <a:pt x="5" y="0"/>
                          </a:lnTo>
                          <a:lnTo>
                            <a:pt x="0"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43" name="Line 78"/>
                    <p:cNvSpPr/>
                    <p:nvPr/>
                  </p:nvSpPr>
                  <p:spPr>
                    <a:xfrm>
                      <a:off x="2910" y="1137"/>
                      <a:ext cx="12" cy="1"/>
                    </a:xfrm>
                    <a:prstGeom prst="line">
                      <a:avLst/>
                    </a:prstGeom>
                    <a:ln w="12700" cap="flat" cmpd="sng">
                      <a:solidFill>
                        <a:schemeClr val="tx1"/>
                      </a:solidFill>
                      <a:prstDash val="solid"/>
                      <a:headEnd type="none" w="med" len="med"/>
                      <a:tailEnd type="none" w="med" len="med"/>
                    </a:ln>
                  </p:spPr>
                </p:sp>
                <p:sp>
                  <p:nvSpPr>
                    <p:cNvPr id="41044" name="Line 79"/>
                    <p:cNvSpPr/>
                    <p:nvPr/>
                  </p:nvSpPr>
                  <p:spPr>
                    <a:xfrm>
                      <a:off x="2916" y="1132"/>
                      <a:ext cx="8" cy="4"/>
                    </a:xfrm>
                    <a:prstGeom prst="line">
                      <a:avLst/>
                    </a:prstGeom>
                    <a:ln w="12700" cap="flat" cmpd="sng">
                      <a:solidFill>
                        <a:schemeClr val="tx1"/>
                      </a:solidFill>
                      <a:prstDash val="solid"/>
                      <a:headEnd type="none" w="med" len="med"/>
                      <a:tailEnd type="none" w="med" len="med"/>
                    </a:ln>
                  </p:spPr>
                </p:sp>
                <p:sp>
                  <p:nvSpPr>
                    <p:cNvPr id="41045" name="Freeform 80"/>
                    <p:cNvSpPr/>
                    <p:nvPr/>
                  </p:nvSpPr>
                  <p:spPr>
                    <a:xfrm>
                      <a:off x="2905" y="1130"/>
                      <a:ext cx="36" cy="32"/>
                    </a:xfrm>
                    <a:custGeom>
                      <a:avLst/>
                      <a:gdLst/>
                      <a:ahLst/>
                      <a:cxnLst>
                        <a:cxn ang="0">
                          <a:pos x="26" y="31"/>
                        </a:cxn>
                        <a:cxn ang="0">
                          <a:pos x="35" y="26"/>
                        </a:cxn>
                        <a:cxn ang="0">
                          <a:pos x="35" y="4"/>
                        </a:cxn>
                        <a:cxn ang="0">
                          <a:pos x="26" y="4"/>
                        </a:cxn>
                        <a:cxn ang="0">
                          <a:pos x="26" y="0"/>
                        </a:cxn>
                        <a:cxn ang="0">
                          <a:pos x="17" y="0"/>
                        </a:cxn>
                        <a:cxn ang="0">
                          <a:pos x="17" y="4"/>
                        </a:cxn>
                        <a:cxn ang="0">
                          <a:pos x="8" y="4"/>
                        </a:cxn>
                        <a:cxn ang="0">
                          <a:pos x="0" y="8"/>
                        </a:cxn>
                        <a:cxn ang="0">
                          <a:pos x="0" y="13"/>
                        </a:cxn>
                        <a:cxn ang="0">
                          <a:pos x="0" y="17"/>
                        </a:cxn>
                        <a:cxn ang="0">
                          <a:pos x="0" y="22"/>
                        </a:cxn>
                        <a:cxn ang="0">
                          <a:pos x="8" y="31"/>
                        </a:cxn>
                        <a:cxn ang="0">
                          <a:pos x="17" y="31"/>
                        </a:cxn>
                        <a:cxn ang="0">
                          <a:pos x="26" y="31"/>
                        </a:cxn>
                      </a:cxnLst>
                      <a:rect l="0" t="0" r="0" b="0"/>
                      <a:pathLst>
                        <a:path w="36" h="32">
                          <a:moveTo>
                            <a:pt x="26" y="31"/>
                          </a:moveTo>
                          <a:lnTo>
                            <a:pt x="35" y="26"/>
                          </a:lnTo>
                          <a:lnTo>
                            <a:pt x="35" y="4"/>
                          </a:lnTo>
                          <a:lnTo>
                            <a:pt x="26" y="4"/>
                          </a:lnTo>
                          <a:lnTo>
                            <a:pt x="26" y="0"/>
                          </a:lnTo>
                          <a:lnTo>
                            <a:pt x="17" y="0"/>
                          </a:lnTo>
                          <a:lnTo>
                            <a:pt x="17" y="4"/>
                          </a:lnTo>
                          <a:lnTo>
                            <a:pt x="8" y="4"/>
                          </a:lnTo>
                          <a:lnTo>
                            <a:pt x="0" y="8"/>
                          </a:lnTo>
                          <a:lnTo>
                            <a:pt x="0" y="13"/>
                          </a:lnTo>
                          <a:lnTo>
                            <a:pt x="0" y="17"/>
                          </a:lnTo>
                          <a:lnTo>
                            <a:pt x="0" y="22"/>
                          </a:lnTo>
                          <a:lnTo>
                            <a:pt x="8" y="31"/>
                          </a:lnTo>
                          <a:lnTo>
                            <a:pt x="17"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46" name="Freeform 81"/>
                    <p:cNvSpPr/>
                    <p:nvPr/>
                  </p:nvSpPr>
                  <p:spPr>
                    <a:xfrm>
                      <a:off x="2905" y="1130"/>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47" name="Freeform 82"/>
                    <p:cNvSpPr/>
                    <p:nvPr/>
                  </p:nvSpPr>
                  <p:spPr>
                    <a:xfrm>
                      <a:off x="2923" y="1136"/>
                      <a:ext cx="34" cy="33"/>
                    </a:xfrm>
                    <a:custGeom>
                      <a:avLst/>
                      <a:gdLst/>
                      <a:ahLst/>
                      <a:cxnLst>
                        <a:cxn ang="0">
                          <a:pos x="0" y="13"/>
                        </a:cxn>
                        <a:cxn ang="0">
                          <a:pos x="0" y="18"/>
                        </a:cxn>
                        <a:cxn ang="0">
                          <a:pos x="0" y="22"/>
                        </a:cxn>
                        <a:cxn ang="0">
                          <a:pos x="5" y="27"/>
                        </a:cxn>
                        <a:cxn ang="0">
                          <a:pos x="11" y="27"/>
                        </a:cxn>
                        <a:cxn ang="0">
                          <a:pos x="11" y="32"/>
                        </a:cxn>
                        <a:cxn ang="0">
                          <a:pos x="16" y="32"/>
                        </a:cxn>
                        <a:cxn ang="0">
                          <a:pos x="33" y="18"/>
                        </a:cxn>
                        <a:cxn ang="0">
                          <a:pos x="33" y="9"/>
                        </a:cxn>
                        <a:cxn ang="0">
                          <a:pos x="16" y="0"/>
                        </a:cxn>
                        <a:cxn ang="0">
                          <a:pos x="11" y="0"/>
                        </a:cxn>
                        <a:cxn ang="0">
                          <a:pos x="11" y="4"/>
                        </a:cxn>
                        <a:cxn ang="0">
                          <a:pos x="5"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33" y="18"/>
                          </a:lnTo>
                          <a:lnTo>
                            <a:pt x="33" y="9"/>
                          </a:lnTo>
                          <a:lnTo>
                            <a:pt x="16" y="0"/>
                          </a:lnTo>
                          <a:lnTo>
                            <a:pt x="11" y="0"/>
                          </a:lnTo>
                          <a:lnTo>
                            <a:pt x="11" y="4"/>
                          </a:lnTo>
                          <a:lnTo>
                            <a:pt x="5"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48" name="Line 83"/>
                    <p:cNvSpPr/>
                    <p:nvPr/>
                  </p:nvSpPr>
                  <p:spPr>
                    <a:xfrm>
                      <a:off x="2895" y="1127"/>
                      <a:ext cx="6" cy="2"/>
                    </a:xfrm>
                    <a:prstGeom prst="line">
                      <a:avLst/>
                    </a:prstGeom>
                    <a:ln w="12700" cap="flat" cmpd="sng">
                      <a:solidFill>
                        <a:schemeClr val="tx1"/>
                      </a:solidFill>
                      <a:prstDash val="solid"/>
                      <a:headEnd type="none" w="med" len="med"/>
                      <a:tailEnd type="none" w="med" len="med"/>
                    </a:ln>
                  </p:spPr>
                </p:sp>
                <p:sp>
                  <p:nvSpPr>
                    <p:cNvPr id="41049" name="Line 84"/>
                    <p:cNvSpPr/>
                    <p:nvPr/>
                  </p:nvSpPr>
                  <p:spPr>
                    <a:xfrm>
                      <a:off x="2892" y="1120"/>
                      <a:ext cx="11" cy="4"/>
                    </a:xfrm>
                    <a:prstGeom prst="line">
                      <a:avLst/>
                    </a:prstGeom>
                    <a:ln w="12700" cap="flat" cmpd="sng">
                      <a:solidFill>
                        <a:schemeClr val="tx1"/>
                      </a:solidFill>
                      <a:prstDash val="solid"/>
                      <a:headEnd type="none" w="med" len="med"/>
                      <a:tailEnd type="none" w="med" len="med"/>
                    </a:ln>
                  </p:spPr>
                </p:sp>
                <p:sp>
                  <p:nvSpPr>
                    <p:cNvPr id="41050" name="Freeform 85"/>
                    <p:cNvSpPr/>
                    <p:nvPr/>
                  </p:nvSpPr>
                  <p:spPr>
                    <a:xfrm>
                      <a:off x="2884" y="1118"/>
                      <a:ext cx="33" cy="32"/>
                    </a:xfrm>
                    <a:custGeom>
                      <a:avLst/>
                      <a:gdLst/>
                      <a:ahLst/>
                      <a:cxnLst>
                        <a:cxn ang="0">
                          <a:pos x="25" y="31"/>
                        </a:cxn>
                        <a:cxn ang="0">
                          <a:pos x="25" y="26"/>
                        </a:cxn>
                        <a:cxn ang="0">
                          <a:pos x="32" y="26"/>
                        </a:cxn>
                        <a:cxn ang="0">
                          <a:pos x="32" y="4"/>
                        </a:cxn>
                        <a:cxn ang="0">
                          <a:pos x="25" y="4"/>
                        </a:cxn>
                        <a:cxn ang="0">
                          <a:pos x="25" y="0"/>
                        </a:cxn>
                        <a:cxn ang="0">
                          <a:pos x="19" y="0"/>
                        </a:cxn>
                        <a:cxn ang="0">
                          <a:pos x="19" y="4"/>
                        </a:cxn>
                        <a:cxn ang="0">
                          <a:pos x="12" y="4"/>
                        </a:cxn>
                        <a:cxn ang="0">
                          <a:pos x="6" y="8"/>
                        </a:cxn>
                        <a:cxn ang="0">
                          <a:pos x="6" y="13"/>
                        </a:cxn>
                        <a:cxn ang="0">
                          <a:pos x="0" y="13"/>
                        </a:cxn>
                        <a:cxn ang="0">
                          <a:pos x="0" y="17"/>
                        </a:cxn>
                        <a:cxn ang="0">
                          <a:pos x="6" y="22"/>
                        </a:cxn>
                        <a:cxn ang="0">
                          <a:pos x="12" y="26"/>
                        </a:cxn>
                        <a:cxn ang="0">
                          <a:pos x="19" y="26"/>
                        </a:cxn>
                        <a:cxn ang="0">
                          <a:pos x="19" y="31"/>
                        </a:cxn>
                        <a:cxn ang="0">
                          <a:pos x="25" y="31"/>
                        </a:cxn>
                      </a:cxnLst>
                      <a:rect l="0" t="0" r="0" b="0"/>
                      <a:pathLst>
                        <a:path w="33" h="32">
                          <a:moveTo>
                            <a:pt x="25" y="31"/>
                          </a:moveTo>
                          <a:lnTo>
                            <a:pt x="25" y="26"/>
                          </a:lnTo>
                          <a:lnTo>
                            <a:pt x="32" y="26"/>
                          </a:lnTo>
                          <a:lnTo>
                            <a:pt x="32" y="4"/>
                          </a:lnTo>
                          <a:lnTo>
                            <a:pt x="25" y="4"/>
                          </a:lnTo>
                          <a:lnTo>
                            <a:pt x="25" y="0"/>
                          </a:lnTo>
                          <a:lnTo>
                            <a:pt x="19" y="0"/>
                          </a:lnTo>
                          <a:lnTo>
                            <a:pt x="19" y="4"/>
                          </a:lnTo>
                          <a:lnTo>
                            <a:pt x="12" y="4"/>
                          </a:lnTo>
                          <a:lnTo>
                            <a:pt x="6" y="8"/>
                          </a:lnTo>
                          <a:lnTo>
                            <a:pt x="6" y="13"/>
                          </a:lnTo>
                          <a:lnTo>
                            <a:pt x="0" y="13"/>
                          </a:lnTo>
                          <a:lnTo>
                            <a:pt x="0" y="17"/>
                          </a:lnTo>
                          <a:lnTo>
                            <a:pt x="6" y="22"/>
                          </a:lnTo>
                          <a:lnTo>
                            <a:pt x="12" y="26"/>
                          </a:lnTo>
                          <a:lnTo>
                            <a:pt x="19" y="26"/>
                          </a:lnTo>
                          <a:lnTo>
                            <a:pt x="19"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51" name="Freeform 86"/>
                    <p:cNvSpPr/>
                    <p:nvPr/>
                  </p:nvSpPr>
                  <p:spPr>
                    <a:xfrm>
                      <a:off x="2888" y="1118"/>
                      <a:ext cx="34" cy="32"/>
                    </a:xfrm>
                    <a:custGeom>
                      <a:avLst/>
                      <a:gdLst/>
                      <a:ahLst/>
                      <a:cxnLst>
                        <a:cxn ang="0">
                          <a:pos x="1" y="0"/>
                        </a:cxn>
                        <a:cxn ang="0">
                          <a:pos x="33" y="15"/>
                        </a:cxn>
                        <a:cxn ang="0">
                          <a:pos x="31" y="31"/>
                        </a:cxn>
                        <a:cxn ang="0">
                          <a:pos x="0" y="15"/>
                        </a:cxn>
                        <a:cxn ang="0">
                          <a:pos x="1" y="0"/>
                        </a:cxn>
                      </a:cxnLst>
                      <a:rect l="0" t="0" r="0" b="0"/>
                      <a:pathLst>
                        <a:path w="34" h="32">
                          <a:moveTo>
                            <a:pt x="1" y="0"/>
                          </a:moveTo>
                          <a:lnTo>
                            <a:pt x="33" y="15"/>
                          </a:lnTo>
                          <a:lnTo>
                            <a:pt x="31" y="31"/>
                          </a:lnTo>
                          <a:lnTo>
                            <a:pt x="0" y="15"/>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52" name="Freeform 87"/>
                    <p:cNvSpPr/>
                    <p:nvPr/>
                  </p:nvSpPr>
                  <p:spPr>
                    <a:xfrm>
                      <a:off x="2905" y="1121"/>
                      <a:ext cx="36" cy="30"/>
                    </a:xfrm>
                    <a:custGeom>
                      <a:avLst/>
                      <a:gdLst/>
                      <a:ahLst/>
                      <a:cxnLst>
                        <a:cxn ang="0">
                          <a:pos x="0" y="12"/>
                        </a:cxn>
                        <a:cxn ang="0">
                          <a:pos x="0" y="16"/>
                        </a:cxn>
                        <a:cxn ang="0">
                          <a:pos x="0" y="20"/>
                        </a:cxn>
                        <a:cxn ang="0">
                          <a:pos x="5" y="24"/>
                        </a:cxn>
                        <a:cxn ang="0">
                          <a:pos x="11" y="24"/>
                        </a:cxn>
                        <a:cxn ang="0">
                          <a:pos x="11" y="29"/>
                        </a:cxn>
                        <a:cxn ang="0">
                          <a:pos x="17" y="29"/>
                        </a:cxn>
                        <a:cxn ang="0">
                          <a:pos x="23" y="24"/>
                        </a:cxn>
                        <a:cxn ang="0">
                          <a:pos x="29" y="20"/>
                        </a:cxn>
                        <a:cxn ang="0">
                          <a:pos x="29" y="16"/>
                        </a:cxn>
                        <a:cxn ang="0">
                          <a:pos x="35" y="16"/>
                        </a:cxn>
                        <a:cxn ang="0">
                          <a:pos x="35" y="12"/>
                        </a:cxn>
                        <a:cxn ang="0">
                          <a:pos x="29" y="8"/>
                        </a:cxn>
                        <a:cxn ang="0">
                          <a:pos x="29" y="4"/>
                        </a:cxn>
                        <a:cxn ang="0">
                          <a:pos x="23" y="0"/>
                        </a:cxn>
                        <a:cxn ang="0">
                          <a:pos x="17" y="0"/>
                        </a:cxn>
                        <a:cxn ang="0">
                          <a:pos x="11" y="0"/>
                        </a:cxn>
                        <a:cxn ang="0">
                          <a:pos x="5" y="0"/>
                        </a:cxn>
                        <a:cxn ang="0">
                          <a:pos x="0" y="4"/>
                        </a:cxn>
                        <a:cxn ang="0">
                          <a:pos x="0" y="8"/>
                        </a:cxn>
                        <a:cxn ang="0">
                          <a:pos x="0" y="12"/>
                        </a:cxn>
                      </a:cxnLst>
                      <a:rect l="0" t="0" r="0" b="0"/>
                      <a:pathLst>
                        <a:path w="36" h="30">
                          <a:moveTo>
                            <a:pt x="0" y="12"/>
                          </a:moveTo>
                          <a:lnTo>
                            <a:pt x="0" y="16"/>
                          </a:lnTo>
                          <a:lnTo>
                            <a:pt x="0" y="20"/>
                          </a:lnTo>
                          <a:lnTo>
                            <a:pt x="5" y="24"/>
                          </a:lnTo>
                          <a:lnTo>
                            <a:pt x="11" y="24"/>
                          </a:lnTo>
                          <a:lnTo>
                            <a:pt x="11" y="29"/>
                          </a:lnTo>
                          <a:lnTo>
                            <a:pt x="17" y="29"/>
                          </a:lnTo>
                          <a:lnTo>
                            <a:pt x="23" y="24"/>
                          </a:lnTo>
                          <a:lnTo>
                            <a:pt x="29" y="20"/>
                          </a:lnTo>
                          <a:lnTo>
                            <a:pt x="29" y="16"/>
                          </a:lnTo>
                          <a:lnTo>
                            <a:pt x="35" y="16"/>
                          </a:lnTo>
                          <a:lnTo>
                            <a:pt x="35" y="12"/>
                          </a:lnTo>
                          <a:lnTo>
                            <a:pt x="29" y="8"/>
                          </a:lnTo>
                          <a:lnTo>
                            <a:pt x="29" y="4"/>
                          </a:lnTo>
                          <a:lnTo>
                            <a:pt x="23" y="0"/>
                          </a:lnTo>
                          <a:lnTo>
                            <a:pt x="17" y="0"/>
                          </a:lnTo>
                          <a:lnTo>
                            <a:pt x="11" y="0"/>
                          </a:lnTo>
                          <a:lnTo>
                            <a:pt x="5" y="0"/>
                          </a:lnTo>
                          <a:lnTo>
                            <a:pt x="0"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53" name="Line 88"/>
                    <p:cNvSpPr/>
                    <p:nvPr/>
                  </p:nvSpPr>
                  <p:spPr>
                    <a:xfrm>
                      <a:off x="2929" y="1127"/>
                      <a:ext cx="9" cy="2"/>
                    </a:xfrm>
                    <a:prstGeom prst="line">
                      <a:avLst/>
                    </a:prstGeom>
                    <a:ln w="12700" cap="flat" cmpd="sng">
                      <a:solidFill>
                        <a:schemeClr val="tx1"/>
                      </a:solidFill>
                      <a:prstDash val="solid"/>
                      <a:headEnd type="none" w="med" len="med"/>
                      <a:tailEnd type="none" w="med" len="med"/>
                    </a:ln>
                  </p:spPr>
                </p:sp>
                <p:sp>
                  <p:nvSpPr>
                    <p:cNvPr id="41054" name="Line 89"/>
                    <p:cNvSpPr/>
                    <p:nvPr/>
                  </p:nvSpPr>
                  <p:spPr>
                    <a:xfrm>
                      <a:off x="2929" y="1120"/>
                      <a:ext cx="12" cy="4"/>
                    </a:xfrm>
                    <a:prstGeom prst="line">
                      <a:avLst/>
                    </a:prstGeom>
                    <a:ln w="12700" cap="flat" cmpd="sng">
                      <a:solidFill>
                        <a:schemeClr val="tx1"/>
                      </a:solidFill>
                      <a:prstDash val="solid"/>
                      <a:headEnd type="none" w="med" len="med"/>
                      <a:tailEnd type="none" w="med" len="med"/>
                    </a:ln>
                  </p:spPr>
                </p:sp>
                <p:sp>
                  <p:nvSpPr>
                    <p:cNvPr id="41055" name="Freeform 90"/>
                    <p:cNvSpPr/>
                    <p:nvPr/>
                  </p:nvSpPr>
                  <p:spPr>
                    <a:xfrm>
                      <a:off x="2923" y="1118"/>
                      <a:ext cx="34" cy="32"/>
                    </a:xfrm>
                    <a:custGeom>
                      <a:avLst/>
                      <a:gdLst/>
                      <a:ahLst/>
                      <a:cxnLst>
                        <a:cxn ang="0">
                          <a:pos x="24" y="31"/>
                        </a:cxn>
                        <a:cxn ang="0">
                          <a:pos x="33" y="31"/>
                        </a:cxn>
                        <a:cxn ang="0">
                          <a:pos x="33" y="26"/>
                        </a:cxn>
                        <a:cxn ang="0">
                          <a:pos x="33" y="4"/>
                        </a:cxn>
                        <a:cxn ang="0">
                          <a:pos x="33" y="0"/>
                        </a:cxn>
                        <a:cxn ang="0">
                          <a:pos x="24" y="0"/>
                        </a:cxn>
                        <a:cxn ang="0">
                          <a:pos x="16" y="4"/>
                        </a:cxn>
                        <a:cxn ang="0">
                          <a:pos x="8" y="8"/>
                        </a:cxn>
                        <a:cxn ang="0">
                          <a:pos x="0" y="13"/>
                        </a:cxn>
                        <a:cxn ang="0">
                          <a:pos x="0"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4"/>
                          </a:lnTo>
                          <a:lnTo>
                            <a:pt x="8" y="8"/>
                          </a:lnTo>
                          <a:lnTo>
                            <a:pt x="0" y="13"/>
                          </a:lnTo>
                          <a:lnTo>
                            <a:pt x="0"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56" name="Freeform 91"/>
                    <p:cNvSpPr/>
                    <p:nvPr/>
                  </p:nvSpPr>
                  <p:spPr>
                    <a:xfrm>
                      <a:off x="2923" y="1118"/>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57" name="Freeform 92"/>
                    <p:cNvSpPr/>
                    <p:nvPr/>
                  </p:nvSpPr>
                  <p:spPr>
                    <a:xfrm>
                      <a:off x="2945" y="1121"/>
                      <a:ext cx="33" cy="30"/>
                    </a:xfrm>
                    <a:custGeom>
                      <a:avLst/>
                      <a:gdLst/>
                      <a:ahLst/>
                      <a:cxnLst>
                        <a:cxn ang="0">
                          <a:pos x="0" y="12"/>
                        </a:cxn>
                        <a:cxn ang="0">
                          <a:pos x="0" y="16"/>
                        </a:cxn>
                        <a:cxn ang="0">
                          <a:pos x="4" y="16"/>
                        </a:cxn>
                        <a:cxn ang="0">
                          <a:pos x="4" y="20"/>
                        </a:cxn>
                        <a:cxn ang="0">
                          <a:pos x="9" y="24"/>
                        </a:cxn>
                        <a:cxn ang="0">
                          <a:pos x="13" y="29"/>
                        </a:cxn>
                        <a:cxn ang="0">
                          <a:pos x="18" y="29"/>
                        </a:cxn>
                        <a:cxn ang="0">
                          <a:pos x="22" y="24"/>
                        </a:cxn>
                        <a:cxn ang="0">
                          <a:pos x="27" y="20"/>
                        </a:cxn>
                        <a:cxn ang="0">
                          <a:pos x="27" y="16"/>
                        </a:cxn>
                        <a:cxn ang="0">
                          <a:pos x="32" y="16"/>
                        </a:cxn>
                        <a:cxn ang="0">
                          <a:pos x="32" y="8"/>
                        </a:cxn>
                        <a:cxn ang="0">
                          <a:pos x="27" y="8"/>
                        </a:cxn>
                        <a:cxn ang="0">
                          <a:pos x="27" y="4"/>
                        </a:cxn>
                        <a:cxn ang="0">
                          <a:pos x="22" y="0"/>
                        </a:cxn>
                        <a:cxn ang="0">
                          <a:pos x="18" y="0"/>
                        </a:cxn>
                        <a:cxn ang="0">
                          <a:pos x="13" y="0"/>
                        </a:cxn>
                        <a:cxn ang="0">
                          <a:pos x="9" y="0"/>
                        </a:cxn>
                        <a:cxn ang="0">
                          <a:pos x="4" y="4"/>
                        </a:cxn>
                        <a:cxn ang="0">
                          <a:pos x="4" y="8"/>
                        </a:cxn>
                        <a:cxn ang="0">
                          <a:pos x="0" y="8"/>
                        </a:cxn>
                        <a:cxn ang="0">
                          <a:pos x="0" y="12"/>
                        </a:cxn>
                      </a:cxnLst>
                      <a:rect l="0" t="0" r="0" b="0"/>
                      <a:pathLst>
                        <a:path w="33" h="30">
                          <a:moveTo>
                            <a:pt x="0" y="12"/>
                          </a:moveTo>
                          <a:lnTo>
                            <a:pt x="0" y="16"/>
                          </a:lnTo>
                          <a:lnTo>
                            <a:pt x="4" y="16"/>
                          </a:lnTo>
                          <a:lnTo>
                            <a:pt x="4" y="20"/>
                          </a:lnTo>
                          <a:lnTo>
                            <a:pt x="9" y="24"/>
                          </a:lnTo>
                          <a:lnTo>
                            <a:pt x="13" y="29"/>
                          </a:lnTo>
                          <a:lnTo>
                            <a:pt x="18" y="29"/>
                          </a:lnTo>
                          <a:lnTo>
                            <a:pt x="22" y="24"/>
                          </a:lnTo>
                          <a:lnTo>
                            <a:pt x="27" y="20"/>
                          </a:lnTo>
                          <a:lnTo>
                            <a:pt x="27" y="16"/>
                          </a:lnTo>
                          <a:lnTo>
                            <a:pt x="32" y="16"/>
                          </a:lnTo>
                          <a:lnTo>
                            <a:pt x="32" y="8"/>
                          </a:lnTo>
                          <a:lnTo>
                            <a:pt x="27" y="8"/>
                          </a:lnTo>
                          <a:lnTo>
                            <a:pt x="27" y="4"/>
                          </a:lnTo>
                          <a:lnTo>
                            <a:pt x="22" y="0"/>
                          </a:lnTo>
                          <a:lnTo>
                            <a:pt x="18" y="0"/>
                          </a:lnTo>
                          <a:lnTo>
                            <a:pt x="13"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1058" name="Line 93"/>
                    <p:cNvSpPr/>
                    <p:nvPr/>
                  </p:nvSpPr>
                  <p:spPr>
                    <a:xfrm>
                      <a:off x="2910" y="1113"/>
                      <a:ext cx="12" cy="2"/>
                    </a:xfrm>
                    <a:prstGeom prst="line">
                      <a:avLst/>
                    </a:prstGeom>
                    <a:ln w="12700" cap="flat" cmpd="sng">
                      <a:solidFill>
                        <a:schemeClr val="tx1"/>
                      </a:solidFill>
                      <a:prstDash val="solid"/>
                      <a:headEnd type="none" w="med" len="med"/>
                      <a:tailEnd type="none" w="med" len="med"/>
                    </a:ln>
                  </p:spPr>
                </p:sp>
                <p:sp>
                  <p:nvSpPr>
                    <p:cNvPr id="41059" name="Line 94"/>
                    <p:cNvSpPr/>
                    <p:nvPr/>
                  </p:nvSpPr>
                  <p:spPr>
                    <a:xfrm>
                      <a:off x="2916" y="1106"/>
                      <a:ext cx="8" cy="2"/>
                    </a:xfrm>
                    <a:prstGeom prst="line">
                      <a:avLst/>
                    </a:prstGeom>
                    <a:ln w="12700" cap="flat" cmpd="sng">
                      <a:solidFill>
                        <a:schemeClr val="tx1"/>
                      </a:solidFill>
                      <a:prstDash val="solid"/>
                      <a:headEnd type="none" w="med" len="med"/>
                      <a:tailEnd type="none" w="med" len="med"/>
                    </a:ln>
                  </p:spPr>
                </p:sp>
                <p:sp>
                  <p:nvSpPr>
                    <p:cNvPr id="41060" name="Freeform 95"/>
                    <p:cNvSpPr/>
                    <p:nvPr/>
                  </p:nvSpPr>
                  <p:spPr>
                    <a:xfrm>
                      <a:off x="2905" y="1102"/>
                      <a:ext cx="36" cy="31"/>
                    </a:xfrm>
                    <a:custGeom>
                      <a:avLst/>
                      <a:gdLst/>
                      <a:ahLst/>
                      <a:cxnLst>
                        <a:cxn ang="0">
                          <a:pos x="26" y="30"/>
                        </a:cxn>
                        <a:cxn ang="0">
                          <a:pos x="35" y="25"/>
                        </a:cxn>
                        <a:cxn ang="0">
                          <a:pos x="35" y="5"/>
                        </a:cxn>
                        <a:cxn ang="0">
                          <a:pos x="26" y="0"/>
                        </a:cxn>
                        <a:cxn ang="0">
                          <a:pos x="17" y="0"/>
                        </a:cxn>
                        <a:cxn ang="0">
                          <a:pos x="8" y="0"/>
                        </a:cxn>
                        <a:cxn ang="0">
                          <a:pos x="0" y="5"/>
                        </a:cxn>
                        <a:cxn ang="0">
                          <a:pos x="0" y="10"/>
                        </a:cxn>
                        <a:cxn ang="0">
                          <a:pos x="0" y="15"/>
                        </a:cxn>
                        <a:cxn ang="0">
                          <a:pos x="0" y="20"/>
                        </a:cxn>
                        <a:cxn ang="0">
                          <a:pos x="8" y="30"/>
                        </a:cxn>
                        <a:cxn ang="0">
                          <a:pos x="17" y="30"/>
                        </a:cxn>
                        <a:cxn ang="0">
                          <a:pos x="26" y="30"/>
                        </a:cxn>
                      </a:cxnLst>
                      <a:rect l="0" t="0" r="0" b="0"/>
                      <a:pathLst>
                        <a:path w="36" h="31">
                          <a:moveTo>
                            <a:pt x="26" y="30"/>
                          </a:moveTo>
                          <a:lnTo>
                            <a:pt x="35" y="25"/>
                          </a:lnTo>
                          <a:lnTo>
                            <a:pt x="35" y="5"/>
                          </a:lnTo>
                          <a:lnTo>
                            <a:pt x="26" y="0"/>
                          </a:lnTo>
                          <a:lnTo>
                            <a:pt x="17" y="0"/>
                          </a:lnTo>
                          <a:lnTo>
                            <a:pt x="8" y="0"/>
                          </a:lnTo>
                          <a:lnTo>
                            <a:pt x="0" y="5"/>
                          </a:lnTo>
                          <a:lnTo>
                            <a:pt x="0" y="10"/>
                          </a:lnTo>
                          <a:lnTo>
                            <a:pt x="0" y="15"/>
                          </a:lnTo>
                          <a:lnTo>
                            <a:pt x="0" y="20"/>
                          </a:lnTo>
                          <a:lnTo>
                            <a:pt x="8" y="30"/>
                          </a:lnTo>
                          <a:lnTo>
                            <a:pt x="17" y="30"/>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61" name="Freeform 96"/>
                    <p:cNvSpPr/>
                    <p:nvPr/>
                  </p:nvSpPr>
                  <p:spPr>
                    <a:xfrm>
                      <a:off x="2906" y="1102"/>
                      <a:ext cx="36" cy="31"/>
                    </a:xfrm>
                    <a:custGeom>
                      <a:avLst/>
                      <a:gdLst/>
                      <a:ahLst/>
                      <a:cxnLst>
                        <a:cxn ang="0">
                          <a:pos x="1" y="2"/>
                        </a:cxn>
                        <a:cxn ang="0">
                          <a:pos x="35" y="15"/>
                        </a:cxn>
                        <a:cxn ang="0">
                          <a:pos x="33" y="30"/>
                        </a:cxn>
                        <a:cxn ang="0">
                          <a:pos x="0" y="15"/>
                        </a:cxn>
                        <a:cxn ang="0">
                          <a:pos x="1" y="0"/>
                        </a:cxn>
                        <a:cxn ang="0">
                          <a:pos x="1" y="2"/>
                        </a:cxn>
                      </a:cxnLst>
                      <a:rect l="0" t="0" r="0" b="0"/>
                      <a:pathLst>
                        <a:path w="36" h="31">
                          <a:moveTo>
                            <a:pt x="1" y="2"/>
                          </a:moveTo>
                          <a:lnTo>
                            <a:pt x="35" y="15"/>
                          </a:lnTo>
                          <a:lnTo>
                            <a:pt x="33" y="30"/>
                          </a:lnTo>
                          <a:lnTo>
                            <a:pt x="0" y="15"/>
                          </a:lnTo>
                          <a:lnTo>
                            <a:pt x="1" y="0"/>
                          </a:lnTo>
                          <a:lnTo>
                            <a:pt x="1"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1062" name="Freeform 97"/>
                    <p:cNvSpPr/>
                    <p:nvPr/>
                  </p:nvSpPr>
                  <p:spPr>
                    <a:xfrm>
                      <a:off x="2923" y="1107"/>
                      <a:ext cx="36" cy="30"/>
                    </a:xfrm>
                    <a:custGeom>
                      <a:avLst/>
                      <a:gdLst/>
                      <a:ahLst/>
                      <a:cxnLst>
                        <a:cxn ang="0">
                          <a:pos x="0" y="12"/>
                        </a:cxn>
                        <a:cxn ang="0">
                          <a:pos x="0" y="16"/>
                        </a:cxn>
                        <a:cxn ang="0">
                          <a:pos x="0" y="20"/>
                        </a:cxn>
                        <a:cxn ang="0">
                          <a:pos x="5" y="29"/>
                        </a:cxn>
                        <a:cxn ang="0">
                          <a:pos x="11" y="29"/>
                        </a:cxn>
                        <a:cxn ang="0">
                          <a:pos x="17" y="29"/>
                        </a:cxn>
                        <a:cxn ang="0">
                          <a:pos x="23" y="29"/>
                        </a:cxn>
                        <a:cxn ang="0">
                          <a:pos x="29" y="29"/>
                        </a:cxn>
                        <a:cxn ang="0">
                          <a:pos x="35" y="20"/>
                        </a:cxn>
                        <a:cxn ang="0">
                          <a:pos x="35" y="16"/>
                        </a:cxn>
                        <a:cxn ang="0">
                          <a:pos x="35" y="12"/>
                        </a:cxn>
                        <a:cxn ang="0">
                          <a:pos x="35" y="8"/>
                        </a:cxn>
                        <a:cxn ang="0">
                          <a:pos x="29" y="4"/>
                        </a:cxn>
                        <a:cxn ang="0">
                          <a:pos x="23" y="4"/>
                        </a:cxn>
                        <a:cxn ang="0">
                          <a:pos x="17" y="0"/>
                        </a:cxn>
                        <a:cxn ang="0">
                          <a:pos x="11" y="0"/>
                        </a:cxn>
                        <a:cxn ang="0">
                          <a:pos x="11" y="4"/>
                        </a:cxn>
                        <a:cxn ang="0">
                          <a:pos x="5" y="4"/>
                        </a:cxn>
                        <a:cxn ang="0">
                          <a:pos x="0" y="8"/>
                        </a:cxn>
                        <a:cxn ang="0">
                          <a:pos x="0" y="12"/>
                        </a:cxn>
                      </a:cxnLst>
                      <a:rect l="0" t="0" r="0" b="0"/>
                      <a:pathLst>
                        <a:path w="36" h="30">
                          <a:moveTo>
                            <a:pt x="0" y="12"/>
                          </a:moveTo>
                          <a:lnTo>
                            <a:pt x="0" y="16"/>
                          </a:lnTo>
                          <a:lnTo>
                            <a:pt x="0" y="20"/>
                          </a:lnTo>
                          <a:lnTo>
                            <a:pt x="5" y="29"/>
                          </a:lnTo>
                          <a:lnTo>
                            <a:pt x="11" y="29"/>
                          </a:lnTo>
                          <a:lnTo>
                            <a:pt x="17" y="29"/>
                          </a:lnTo>
                          <a:lnTo>
                            <a:pt x="23" y="29"/>
                          </a:lnTo>
                          <a:lnTo>
                            <a:pt x="29" y="29"/>
                          </a:lnTo>
                          <a:lnTo>
                            <a:pt x="35" y="20"/>
                          </a:lnTo>
                          <a:lnTo>
                            <a:pt x="35" y="16"/>
                          </a:lnTo>
                          <a:lnTo>
                            <a:pt x="35" y="12"/>
                          </a:lnTo>
                          <a:lnTo>
                            <a:pt x="35" y="8"/>
                          </a:lnTo>
                          <a:lnTo>
                            <a:pt x="29" y="4"/>
                          </a:lnTo>
                          <a:lnTo>
                            <a:pt x="23" y="4"/>
                          </a:lnTo>
                          <a:lnTo>
                            <a:pt x="17" y="0"/>
                          </a:lnTo>
                          <a:lnTo>
                            <a:pt x="11" y="0"/>
                          </a:lnTo>
                          <a:lnTo>
                            <a:pt x="11" y="4"/>
                          </a:lnTo>
                          <a:lnTo>
                            <a:pt x="5"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41063" name="Text Box 101"/>
                  <p:cNvSpPr txBox="1"/>
                  <p:nvPr/>
                </p:nvSpPr>
                <p:spPr>
                  <a:xfrm>
                    <a:off x="2822" y="540"/>
                    <a:ext cx="326" cy="233"/>
                  </a:xfrm>
                  <a:prstGeom prst="rect">
                    <a:avLst/>
                  </a:prstGeom>
                  <a:noFill/>
                  <a:ln w="9525">
                    <a:noFill/>
                  </a:ln>
                </p:spPr>
                <p:txBody>
                  <a:bodyPr wrap="none">
                    <a:spAutoFit/>
                  </a:bodyPr>
                  <a:lstStyle/>
                  <a:p>
                    <a:r>
                      <a:rPr lang="en-US" altLang="zh-CN" dirty="0">
                        <a:latin typeface="Times New Roman" panose="02020603050405020304" pitchFamily="18" charset="0"/>
                      </a:rPr>
                      <a:t>W1</a:t>
                    </a:r>
                  </a:p>
                </p:txBody>
              </p:sp>
            </p:grpSp>
            <p:sp>
              <p:nvSpPr>
                <p:cNvPr id="27036" name="Freeform 412"/>
                <p:cNvSpPr/>
                <p:nvPr/>
              </p:nvSpPr>
              <p:spPr bwMode="auto">
                <a:xfrm>
                  <a:off x="1837" y="3657"/>
                  <a:ext cx="2228" cy="328"/>
                </a:xfrm>
                <a:custGeom>
                  <a:avLst/>
                  <a:gdLst/>
                  <a:ahLst/>
                  <a:cxnLst>
                    <a:cxn ang="0">
                      <a:pos x="355" y="36"/>
                    </a:cxn>
                    <a:cxn ang="0">
                      <a:pos x="491" y="36"/>
                    </a:cxn>
                    <a:cxn ang="0">
                      <a:pos x="618" y="9"/>
                    </a:cxn>
                    <a:cxn ang="0">
                      <a:pos x="727" y="0"/>
                    </a:cxn>
                    <a:cxn ang="0">
                      <a:pos x="809" y="0"/>
                    </a:cxn>
                    <a:cxn ang="0">
                      <a:pos x="882" y="0"/>
                    </a:cxn>
                    <a:cxn ang="0">
                      <a:pos x="964" y="18"/>
                    </a:cxn>
                    <a:cxn ang="0">
                      <a:pos x="1045" y="36"/>
                    </a:cxn>
                    <a:cxn ang="0">
                      <a:pos x="1136" y="45"/>
                    </a:cxn>
                    <a:cxn ang="0">
                      <a:pos x="1236" y="27"/>
                    </a:cxn>
                    <a:cxn ang="0">
                      <a:pos x="1336" y="9"/>
                    </a:cxn>
                    <a:cxn ang="0">
                      <a:pos x="1436" y="9"/>
                    </a:cxn>
                    <a:cxn ang="0">
                      <a:pos x="1518" y="27"/>
                    </a:cxn>
                    <a:cxn ang="0">
                      <a:pos x="1609" y="55"/>
                    </a:cxn>
                    <a:cxn ang="0">
                      <a:pos x="1727" y="64"/>
                    </a:cxn>
                    <a:cxn ang="0">
                      <a:pos x="1864" y="109"/>
                    </a:cxn>
                    <a:cxn ang="0">
                      <a:pos x="1973" y="154"/>
                    </a:cxn>
                    <a:cxn ang="0">
                      <a:pos x="2054" y="200"/>
                    </a:cxn>
                    <a:cxn ang="0">
                      <a:pos x="2136" y="236"/>
                    </a:cxn>
                    <a:cxn ang="0">
                      <a:pos x="2227" y="282"/>
                    </a:cxn>
                    <a:cxn ang="0">
                      <a:pos x="2173" y="327"/>
                    </a:cxn>
                    <a:cxn ang="0">
                      <a:pos x="2091" y="309"/>
                    </a:cxn>
                    <a:cxn ang="0">
                      <a:pos x="2027" y="273"/>
                    </a:cxn>
                    <a:cxn ang="0">
                      <a:pos x="1918" y="273"/>
                    </a:cxn>
                    <a:cxn ang="0">
                      <a:pos x="1827" y="282"/>
                    </a:cxn>
                    <a:cxn ang="0">
                      <a:pos x="1736" y="291"/>
                    </a:cxn>
                    <a:cxn ang="0">
                      <a:pos x="1645" y="273"/>
                    </a:cxn>
                    <a:cxn ang="0">
                      <a:pos x="1555" y="300"/>
                    </a:cxn>
                    <a:cxn ang="0">
                      <a:pos x="1464" y="282"/>
                    </a:cxn>
                    <a:cxn ang="0">
                      <a:pos x="1364" y="227"/>
                    </a:cxn>
                    <a:cxn ang="0">
                      <a:pos x="1273" y="227"/>
                    </a:cxn>
                    <a:cxn ang="0">
                      <a:pos x="1155" y="173"/>
                    </a:cxn>
                    <a:cxn ang="0">
                      <a:pos x="1082" y="182"/>
                    </a:cxn>
                    <a:cxn ang="0">
                      <a:pos x="982" y="227"/>
                    </a:cxn>
                    <a:cxn ang="0">
                      <a:pos x="873" y="236"/>
                    </a:cxn>
                    <a:cxn ang="0">
                      <a:pos x="655" y="236"/>
                    </a:cxn>
                    <a:cxn ang="0">
                      <a:pos x="491" y="254"/>
                    </a:cxn>
                    <a:cxn ang="0">
                      <a:pos x="409" y="300"/>
                    </a:cxn>
                    <a:cxn ang="0">
                      <a:pos x="327" y="327"/>
                    </a:cxn>
                    <a:cxn ang="0">
                      <a:pos x="255" y="273"/>
                    </a:cxn>
                    <a:cxn ang="0">
                      <a:pos x="182" y="236"/>
                    </a:cxn>
                    <a:cxn ang="0">
                      <a:pos x="109" y="245"/>
                    </a:cxn>
                    <a:cxn ang="0">
                      <a:pos x="37" y="245"/>
                    </a:cxn>
                    <a:cxn ang="0">
                      <a:pos x="37" y="200"/>
                    </a:cxn>
                    <a:cxn ang="0">
                      <a:pos x="136" y="164"/>
                    </a:cxn>
                    <a:cxn ang="0">
                      <a:pos x="209" y="118"/>
                    </a:cxn>
                  </a:cxnLst>
                  <a:rect l="0" t="0" r="r" b="b"/>
                  <a:pathLst>
                    <a:path w="2228" h="328">
                      <a:moveTo>
                        <a:pt x="299" y="77"/>
                      </a:moveTo>
                      <a:lnTo>
                        <a:pt x="327" y="36"/>
                      </a:lnTo>
                      <a:lnTo>
                        <a:pt x="355" y="36"/>
                      </a:lnTo>
                      <a:lnTo>
                        <a:pt x="400" y="27"/>
                      </a:lnTo>
                      <a:lnTo>
                        <a:pt x="491" y="27"/>
                      </a:lnTo>
                      <a:lnTo>
                        <a:pt x="491" y="36"/>
                      </a:lnTo>
                      <a:lnTo>
                        <a:pt x="564" y="36"/>
                      </a:lnTo>
                      <a:lnTo>
                        <a:pt x="591" y="27"/>
                      </a:lnTo>
                      <a:lnTo>
                        <a:pt x="618" y="9"/>
                      </a:lnTo>
                      <a:lnTo>
                        <a:pt x="655" y="0"/>
                      </a:lnTo>
                      <a:lnTo>
                        <a:pt x="691" y="0"/>
                      </a:lnTo>
                      <a:lnTo>
                        <a:pt x="727" y="0"/>
                      </a:lnTo>
                      <a:lnTo>
                        <a:pt x="746" y="0"/>
                      </a:lnTo>
                      <a:lnTo>
                        <a:pt x="782" y="0"/>
                      </a:lnTo>
                      <a:lnTo>
                        <a:pt x="809" y="0"/>
                      </a:lnTo>
                      <a:lnTo>
                        <a:pt x="836" y="0"/>
                      </a:lnTo>
                      <a:lnTo>
                        <a:pt x="855" y="0"/>
                      </a:lnTo>
                      <a:lnTo>
                        <a:pt x="882" y="0"/>
                      </a:lnTo>
                      <a:lnTo>
                        <a:pt x="918" y="9"/>
                      </a:lnTo>
                      <a:lnTo>
                        <a:pt x="945" y="9"/>
                      </a:lnTo>
                      <a:lnTo>
                        <a:pt x="964" y="18"/>
                      </a:lnTo>
                      <a:lnTo>
                        <a:pt x="991" y="27"/>
                      </a:lnTo>
                      <a:lnTo>
                        <a:pt x="1018" y="36"/>
                      </a:lnTo>
                      <a:lnTo>
                        <a:pt x="1045" y="36"/>
                      </a:lnTo>
                      <a:lnTo>
                        <a:pt x="1064" y="36"/>
                      </a:lnTo>
                      <a:lnTo>
                        <a:pt x="1109" y="36"/>
                      </a:lnTo>
                      <a:lnTo>
                        <a:pt x="1136" y="45"/>
                      </a:lnTo>
                      <a:lnTo>
                        <a:pt x="1155" y="45"/>
                      </a:lnTo>
                      <a:lnTo>
                        <a:pt x="1200" y="36"/>
                      </a:lnTo>
                      <a:lnTo>
                        <a:pt x="1236" y="27"/>
                      </a:lnTo>
                      <a:lnTo>
                        <a:pt x="1264" y="27"/>
                      </a:lnTo>
                      <a:lnTo>
                        <a:pt x="1300" y="9"/>
                      </a:lnTo>
                      <a:lnTo>
                        <a:pt x="1336" y="9"/>
                      </a:lnTo>
                      <a:lnTo>
                        <a:pt x="1364" y="9"/>
                      </a:lnTo>
                      <a:lnTo>
                        <a:pt x="1400" y="9"/>
                      </a:lnTo>
                      <a:lnTo>
                        <a:pt x="1436" y="9"/>
                      </a:lnTo>
                      <a:lnTo>
                        <a:pt x="1455" y="27"/>
                      </a:lnTo>
                      <a:lnTo>
                        <a:pt x="1491" y="27"/>
                      </a:lnTo>
                      <a:lnTo>
                        <a:pt x="1518" y="27"/>
                      </a:lnTo>
                      <a:lnTo>
                        <a:pt x="1545" y="45"/>
                      </a:lnTo>
                      <a:lnTo>
                        <a:pt x="1564" y="45"/>
                      </a:lnTo>
                      <a:lnTo>
                        <a:pt x="1609" y="55"/>
                      </a:lnTo>
                      <a:lnTo>
                        <a:pt x="1636" y="64"/>
                      </a:lnTo>
                      <a:lnTo>
                        <a:pt x="1700" y="64"/>
                      </a:lnTo>
                      <a:lnTo>
                        <a:pt x="1727" y="64"/>
                      </a:lnTo>
                      <a:lnTo>
                        <a:pt x="1764" y="73"/>
                      </a:lnTo>
                      <a:lnTo>
                        <a:pt x="1809" y="91"/>
                      </a:lnTo>
                      <a:lnTo>
                        <a:pt x="1864" y="109"/>
                      </a:lnTo>
                      <a:lnTo>
                        <a:pt x="1900" y="109"/>
                      </a:lnTo>
                      <a:lnTo>
                        <a:pt x="1936" y="136"/>
                      </a:lnTo>
                      <a:lnTo>
                        <a:pt x="1973" y="154"/>
                      </a:lnTo>
                      <a:lnTo>
                        <a:pt x="2000" y="173"/>
                      </a:lnTo>
                      <a:lnTo>
                        <a:pt x="2027" y="173"/>
                      </a:lnTo>
                      <a:lnTo>
                        <a:pt x="2054" y="200"/>
                      </a:lnTo>
                      <a:lnTo>
                        <a:pt x="2082" y="218"/>
                      </a:lnTo>
                      <a:lnTo>
                        <a:pt x="2109" y="218"/>
                      </a:lnTo>
                      <a:lnTo>
                        <a:pt x="2136" y="236"/>
                      </a:lnTo>
                      <a:lnTo>
                        <a:pt x="2164" y="254"/>
                      </a:lnTo>
                      <a:lnTo>
                        <a:pt x="2200" y="273"/>
                      </a:lnTo>
                      <a:lnTo>
                        <a:pt x="2227" y="282"/>
                      </a:lnTo>
                      <a:lnTo>
                        <a:pt x="2227" y="309"/>
                      </a:lnTo>
                      <a:lnTo>
                        <a:pt x="2200" y="327"/>
                      </a:lnTo>
                      <a:lnTo>
                        <a:pt x="2173" y="327"/>
                      </a:lnTo>
                      <a:lnTo>
                        <a:pt x="2145" y="327"/>
                      </a:lnTo>
                      <a:lnTo>
                        <a:pt x="2118" y="318"/>
                      </a:lnTo>
                      <a:lnTo>
                        <a:pt x="2091" y="309"/>
                      </a:lnTo>
                      <a:lnTo>
                        <a:pt x="2064" y="300"/>
                      </a:lnTo>
                      <a:lnTo>
                        <a:pt x="2045" y="300"/>
                      </a:lnTo>
                      <a:lnTo>
                        <a:pt x="2027" y="273"/>
                      </a:lnTo>
                      <a:lnTo>
                        <a:pt x="1991" y="254"/>
                      </a:lnTo>
                      <a:lnTo>
                        <a:pt x="1954" y="254"/>
                      </a:lnTo>
                      <a:lnTo>
                        <a:pt x="1918" y="273"/>
                      </a:lnTo>
                      <a:lnTo>
                        <a:pt x="1891" y="273"/>
                      </a:lnTo>
                      <a:lnTo>
                        <a:pt x="1854" y="273"/>
                      </a:lnTo>
                      <a:lnTo>
                        <a:pt x="1827" y="282"/>
                      </a:lnTo>
                      <a:lnTo>
                        <a:pt x="1791" y="291"/>
                      </a:lnTo>
                      <a:lnTo>
                        <a:pt x="1755" y="291"/>
                      </a:lnTo>
                      <a:lnTo>
                        <a:pt x="1736" y="291"/>
                      </a:lnTo>
                      <a:lnTo>
                        <a:pt x="1700" y="282"/>
                      </a:lnTo>
                      <a:lnTo>
                        <a:pt x="1664" y="273"/>
                      </a:lnTo>
                      <a:lnTo>
                        <a:pt x="1645" y="273"/>
                      </a:lnTo>
                      <a:lnTo>
                        <a:pt x="1618" y="273"/>
                      </a:lnTo>
                      <a:lnTo>
                        <a:pt x="1582" y="291"/>
                      </a:lnTo>
                      <a:lnTo>
                        <a:pt x="1555" y="300"/>
                      </a:lnTo>
                      <a:lnTo>
                        <a:pt x="1536" y="300"/>
                      </a:lnTo>
                      <a:lnTo>
                        <a:pt x="1500" y="300"/>
                      </a:lnTo>
                      <a:lnTo>
                        <a:pt x="1464" y="282"/>
                      </a:lnTo>
                      <a:lnTo>
                        <a:pt x="1436" y="264"/>
                      </a:lnTo>
                      <a:lnTo>
                        <a:pt x="1409" y="245"/>
                      </a:lnTo>
                      <a:lnTo>
                        <a:pt x="1364" y="227"/>
                      </a:lnTo>
                      <a:lnTo>
                        <a:pt x="1336" y="218"/>
                      </a:lnTo>
                      <a:lnTo>
                        <a:pt x="1300" y="227"/>
                      </a:lnTo>
                      <a:lnTo>
                        <a:pt x="1273" y="227"/>
                      </a:lnTo>
                      <a:lnTo>
                        <a:pt x="1218" y="209"/>
                      </a:lnTo>
                      <a:lnTo>
                        <a:pt x="1182" y="191"/>
                      </a:lnTo>
                      <a:lnTo>
                        <a:pt x="1155" y="173"/>
                      </a:lnTo>
                      <a:lnTo>
                        <a:pt x="1136" y="173"/>
                      </a:lnTo>
                      <a:lnTo>
                        <a:pt x="1109" y="164"/>
                      </a:lnTo>
                      <a:lnTo>
                        <a:pt x="1082" y="182"/>
                      </a:lnTo>
                      <a:lnTo>
                        <a:pt x="1045" y="200"/>
                      </a:lnTo>
                      <a:lnTo>
                        <a:pt x="1018" y="218"/>
                      </a:lnTo>
                      <a:lnTo>
                        <a:pt x="982" y="227"/>
                      </a:lnTo>
                      <a:lnTo>
                        <a:pt x="955" y="236"/>
                      </a:lnTo>
                      <a:lnTo>
                        <a:pt x="909" y="236"/>
                      </a:lnTo>
                      <a:lnTo>
                        <a:pt x="873" y="236"/>
                      </a:lnTo>
                      <a:lnTo>
                        <a:pt x="836" y="236"/>
                      </a:lnTo>
                      <a:lnTo>
                        <a:pt x="709" y="236"/>
                      </a:lnTo>
                      <a:lnTo>
                        <a:pt x="655" y="236"/>
                      </a:lnTo>
                      <a:lnTo>
                        <a:pt x="618" y="236"/>
                      </a:lnTo>
                      <a:lnTo>
                        <a:pt x="491" y="236"/>
                      </a:lnTo>
                      <a:lnTo>
                        <a:pt x="491" y="254"/>
                      </a:lnTo>
                      <a:lnTo>
                        <a:pt x="491" y="273"/>
                      </a:lnTo>
                      <a:lnTo>
                        <a:pt x="491" y="282"/>
                      </a:lnTo>
                      <a:lnTo>
                        <a:pt x="409" y="300"/>
                      </a:lnTo>
                      <a:lnTo>
                        <a:pt x="382" y="300"/>
                      </a:lnTo>
                      <a:lnTo>
                        <a:pt x="346" y="327"/>
                      </a:lnTo>
                      <a:lnTo>
                        <a:pt x="327" y="327"/>
                      </a:lnTo>
                      <a:lnTo>
                        <a:pt x="300" y="327"/>
                      </a:lnTo>
                      <a:lnTo>
                        <a:pt x="273" y="309"/>
                      </a:lnTo>
                      <a:lnTo>
                        <a:pt x="255" y="273"/>
                      </a:lnTo>
                      <a:lnTo>
                        <a:pt x="236" y="273"/>
                      </a:lnTo>
                      <a:lnTo>
                        <a:pt x="209" y="254"/>
                      </a:lnTo>
                      <a:lnTo>
                        <a:pt x="182" y="236"/>
                      </a:lnTo>
                      <a:lnTo>
                        <a:pt x="155" y="227"/>
                      </a:lnTo>
                      <a:lnTo>
                        <a:pt x="136" y="236"/>
                      </a:lnTo>
                      <a:lnTo>
                        <a:pt x="109" y="245"/>
                      </a:lnTo>
                      <a:lnTo>
                        <a:pt x="91" y="264"/>
                      </a:lnTo>
                      <a:lnTo>
                        <a:pt x="64" y="264"/>
                      </a:lnTo>
                      <a:lnTo>
                        <a:pt x="37" y="245"/>
                      </a:lnTo>
                      <a:lnTo>
                        <a:pt x="18" y="245"/>
                      </a:lnTo>
                      <a:lnTo>
                        <a:pt x="0" y="218"/>
                      </a:lnTo>
                      <a:lnTo>
                        <a:pt x="37" y="200"/>
                      </a:lnTo>
                      <a:lnTo>
                        <a:pt x="73" y="182"/>
                      </a:lnTo>
                      <a:lnTo>
                        <a:pt x="100" y="173"/>
                      </a:lnTo>
                      <a:lnTo>
                        <a:pt x="136" y="164"/>
                      </a:lnTo>
                      <a:lnTo>
                        <a:pt x="155" y="154"/>
                      </a:lnTo>
                      <a:lnTo>
                        <a:pt x="182" y="136"/>
                      </a:lnTo>
                      <a:lnTo>
                        <a:pt x="209" y="118"/>
                      </a:lnTo>
                      <a:lnTo>
                        <a:pt x="236" y="100"/>
                      </a:lnTo>
                      <a:lnTo>
                        <a:pt x="299" y="77"/>
                      </a:lnTo>
                    </a:path>
                  </a:pathLst>
                </a:custGeom>
                <a:gradFill rotWithShape="0">
                  <a:gsLst>
                    <a:gs pos="0">
                      <a:srgbClr val="00AE00"/>
                    </a:gs>
                    <a:gs pos="100000">
                      <a:srgbClr val="00AE00">
                        <a:gamma/>
                        <a:tint val="50196"/>
                        <a:invGamma/>
                      </a:srgbClr>
                    </a:gs>
                  </a:gsLst>
                  <a:lin ang="5400000" scaled="1"/>
                </a:gradFill>
                <a:ln w="12700" cap="rnd" cmpd="sng">
                  <a:solidFill>
                    <a:schemeClr val="tx1"/>
                  </a:solid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latin typeface="Times New Roman" panose="02020603050405020304" pitchFamily="18" charset="0"/>
                    <a:ea typeface="宋体" panose="02010600030101010101" pitchFamily="2" charset="-122"/>
                  </a:endParaRPr>
                </a:p>
              </p:txBody>
            </p:sp>
            <p:grpSp>
              <p:nvGrpSpPr>
                <p:cNvPr id="41065" name="Group 413"/>
                <p:cNvGrpSpPr/>
                <p:nvPr/>
              </p:nvGrpSpPr>
              <p:grpSpPr>
                <a:xfrm>
                  <a:off x="2699" y="3294"/>
                  <a:ext cx="284" cy="393"/>
                  <a:chOff x="3061" y="2526"/>
                  <a:chExt cx="284" cy="393"/>
                </a:xfrm>
              </p:grpSpPr>
              <p:sp>
                <p:nvSpPr>
                  <p:cNvPr id="41066" name="Freeform 414"/>
                  <p:cNvSpPr/>
                  <p:nvPr/>
                </p:nvSpPr>
                <p:spPr>
                  <a:xfrm>
                    <a:off x="3061" y="2645"/>
                    <a:ext cx="284" cy="274"/>
                  </a:xfrm>
                  <a:custGeom>
                    <a:avLst/>
                    <a:gdLst/>
                    <a:ahLst/>
                    <a:cxnLst>
                      <a:cxn ang="0">
                        <a:pos x="105" y="0"/>
                      </a:cxn>
                      <a:cxn ang="0">
                        <a:pos x="166" y="0"/>
                      </a:cxn>
                      <a:cxn ang="0">
                        <a:pos x="283" y="273"/>
                      </a:cxn>
                      <a:cxn ang="0">
                        <a:pos x="161" y="22"/>
                      </a:cxn>
                      <a:cxn ang="0">
                        <a:pos x="144" y="273"/>
                      </a:cxn>
                      <a:cxn ang="0">
                        <a:pos x="111" y="22"/>
                      </a:cxn>
                      <a:cxn ang="0">
                        <a:pos x="0" y="273"/>
                      </a:cxn>
                      <a:cxn ang="0">
                        <a:pos x="105" y="0"/>
                      </a:cxn>
                    </a:cxnLst>
                    <a:rect l="0" t="0" r="0" b="0"/>
                    <a:pathLst>
                      <a:path w="284" h="274">
                        <a:moveTo>
                          <a:pt x="105" y="0"/>
                        </a:moveTo>
                        <a:lnTo>
                          <a:pt x="166" y="0"/>
                        </a:lnTo>
                        <a:lnTo>
                          <a:pt x="283" y="273"/>
                        </a:lnTo>
                        <a:lnTo>
                          <a:pt x="161" y="22"/>
                        </a:lnTo>
                        <a:lnTo>
                          <a:pt x="144" y="273"/>
                        </a:lnTo>
                        <a:lnTo>
                          <a:pt x="111" y="22"/>
                        </a:lnTo>
                        <a:lnTo>
                          <a:pt x="0" y="273"/>
                        </a:lnTo>
                        <a:lnTo>
                          <a:pt x="105"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41067" name="Freeform 415"/>
                  <p:cNvSpPr/>
                  <p:nvPr/>
                </p:nvSpPr>
                <p:spPr>
                  <a:xfrm>
                    <a:off x="3241" y="2665"/>
                    <a:ext cx="46" cy="38"/>
                  </a:xfrm>
                  <a:custGeom>
                    <a:avLst/>
                    <a:gdLst/>
                    <a:ahLst/>
                    <a:cxnLst>
                      <a:cxn ang="0">
                        <a:pos x="0" y="4"/>
                      </a:cxn>
                      <a:cxn ang="0">
                        <a:pos x="13" y="37"/>
                      </a:cxn>
                      <a:cxn ang="0">
                        <a:pos x="45" y="31"/>
                      </a:cxn>
                      <a:cxn ang="0">
                        <a:pos x="31" y="0"/>
                      </a:cxn>
                      <a:cxn ang="0">
                        <a:pos x="0" y="4"/>
                      </a:cxn>
                    </a:cxnLst>
                    <a:rect l="0" t="0" r="0" b="0"/>
                    <a:pathLst>
                      <a:path w="46" h="38">
                        <a:moveTo>
                          <a:pt x="0" y="4"/>
                        </a:moveTo>
                        <a:lnTo>
                          <a:pt x="13" y="37"/>
                        </a:lnTo>
                        <a:lnTo>
                          <a:pt x="45" y="31"/>
                        </a:lnTo>
                        <a:lnTo>
                          <a:pt x="31"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41068" name="Rectangle 416"/>
                  <p:cNvSpPr/>
                  <p:nvPr/>
                </p:nvSpPr>
                <p:spPr>
                  <a:xfrm>
                    <a:off x="3262" y="2613"/>
                    <a:ext cx="12" cy="9"/>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69" name="Line 417"/>
                  <p:cNvSpPr/>
                  <p:nvPr/>
                </p:nvSpPr>
                <p:spPr>
                  <a:xfrm>
                    <a:off x="3263" y="2611"/>
                    <a:ext cx="0" cy="2"/>
                  </a:xfrm>
                  <a:prstGeom prst="line">
                    <a:avLst/>
                  </a:prstGeom>
                  <a:ln w="12700" cap="flat" cmpd="sng">
                    <a:solidFill>
                      <a:srgbClr val="FFFFFF"/>
                    </a:solidFill>
                    <a:prstDash val="solid"/>
                    <a:headEnd type="none" w="med" len="med"/>
                    <a:tailEnd type="none" w="med" len="med"/>
                  </a:ln>
                </p:spPr>
              </p:sp>
              <p:sp>
                <p:nvSpPr>
                  <p:cNvPr id="41070" name="Freeform 418"/>
                  <p:cNvSpPr/>
                  <p:nvPr/>
                </p:nvSpPr>
                <p:spPr>
                  <a:xfrm>
                    <a:off x="3254"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1071" name="Line 419"/>
                  <p:cNvSpPr/>
                  <p:nvPr/>
                </p:nvSpPr>
                <p:spPr>
                  <a:xfrm>
                    <a:off x="3262" y="2611"/>
                    <a:ext cx="0" cy="2"/>
                  </a:xfrm>
                  <a:prstGeom prst="line">
                    <a:avLst/>
                  </a:prstGeom>
                  <a:ln w="12700" cap="flat" cmpd="sng">
                    <a:solidFill>
                      <a:srgbClr val="FFFFFF"/>
                    </a:solidFill>
                    <a:prstDash val="solid"/>
                    <a:headEnd type="none" w="med" len="med"/>
                    <a:tailEnd type="none" w="med" len="med"/>
                  </a:ln>
                </p:spPr>
              </p:sp>
              <p:sp>
                <p:nvSpPr>
                  <p:cNvPr id="41072" name="Freeform 420"/>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1073" name="Line 421"/>
                  <p:cNvSpPr/>
                  <p:nvPr/>
                </p:nvSpPr>
                <p:spPr>
                  <a:xfrm>
                    <a:off x="3260" y="2611"/>
                    <a:ext cx="0" cy="2"/>
                  </a:xfrm>
                  <a:prstGeom prst="line">
                    <a:avLst/>
                  </a:prstGeom>
                  <a:ln w="12700" cap="flat" cmpd="sng">
                    <a:solidFill>
                      <a:srgbClr val="FFFFFF"/>
                    </a:solidFill>
                    <a:prstDash val="solid"/>
                    <a:headEnd type="none" w="med" len="med"/>
                    <a:tailEnd type="none" w="med" len="med"/>
                  </a:ln>
                </p:spPr>
              </p:sp>
              <p:sp>
                <p:nvSpPr>
                  <p:cNvPr id="41074" name="Freeform 422"/>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1075" name="Line 423"/>
                  <p:cNvSpPr/>
                  <p:nvPr/>
                </p:nvSpPr>
                <p:spPr>
                  <a:xfrm>
                    <a:off x="3259" y="2611"/>
                    <a:ext cx="0" cy="2"/>
                  </a:xfrm>
                  <a:prstGeom prst="line">
                    <a:avLst/>
                  </a:prstGeom>
                  <a:ln w="12700" cap="flat" cmpd="sng">
                    <a:solidFill>
                      <a:srgbClr val="FFFFFF"/>
                    </a:solidFill>
                    <a:prstDash val="solid"/>
                    <a:headEnd type="none" w="med" len="med"/>
                    <a:tailEnd type="none" w="med" len="med"/>
                  </a:ln>
                </p:spPr>
              </p:sp>
              <p:sp>
                <p:nvSpPr>
                  <p:cNvPr id="41076" name="Freeform 424"/>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1077" name="Line 425"/>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41078" name="Freeform 426"/>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1079" name="Line 427"/>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41080" name="Freeform 428"/>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1081" name="Rectangle 429"/>
                  <p:cNvSpPr/>
                  <p:nvPr/>
                </p:nvSpPr>
                <p:spPr>
                  <a:xfrm>
                    <a:off x="3262" y="2604"/>
                    <a:ext cx="12"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82" name="Freeform 430"/>
                  <p:cNvSpPr/>
                  <p:nvPr/>
                </p:nvSpPr>
                <p:spPr>
                  <a:xfrm>
                    <a:off x="3258" y="2588"/>
                    <a:ext cx="21" cy="18"/>
                  </a:xfrm>
                  <a:custGeom>
                    <a:avLst/>
                    <a:gdLst/>
                    <a:ahLst/>
                    <a:cxnLst>
                      <a:cxn ang="0">
                        <a:pos x="20" y="17"/>
                      </a:cxn>
                      <a:cxn ang="0">
                        <a:pos x="15" y="5"/>
                      </a:cxn>
                      <a:cxn ang="0">
                        <a:pos x="15" y="0"/>
                      </a:cxn>
                      <a:cxn ang="0">
                        <a:pos x="8" y="0"/>
                      </a:cxn>
                      <a:cxn ang="0">
                        <a:pos x="8" y="5"/>
                      </a:cxn>
                      <a:cxn ang="0">
                        <a:pos x="0" y="17"/>
                      </a:cxn>
                      <a:cxn ang="0">
                        <a:pos x="20" y="17"/>
                      </a:cxn>
                    </a:cxnLst>
                    <a:rect l="0" t="0" r="0" b="0"/>
                    <a:pathLst>
                      <a:path w="21" h="18">
                        <a:moveTo>
                          <a:pt x="20" y="17"/>
                        </a:moveTo>
                        <a:lnTo>
                          <a:pt x="15" y="5"/>
                        </a:lnTo>
                        <a:lnTo>
                          <a:pt x="15" y="0"/>
                        </a:lnTo>
                        <a:lnTo>
                          <a:pt x="8" y="0"/>
                        </a:lnTo>
                        <a:lnTo>
                          <a:pt x="8" y="5"/>
                        </a:lnTo>
                        <a:lnTo>
                          <a:pt x="0" y="17"/>
                        </a:lnTo>
                        <a:lnTo>
                          <a:pt x="20" y="17"/>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41083" name="Rectangle 431"/>
                  <p:cNvSpPr/>
                  <p:nvPr/>
                </p:nvSpPr>
                <p:spPr>
                  <a:xfrm>
                    <a:off x="3264" y="2531"/>
                    <a:ext cx="13" cy="5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84" name="Freeform 432"/>
                  <p:cNvSpPr/>
                  <p:nvPr/>
                </p:nvSpPr>
                <p:spPr>
                  <a:xfrm>
                    <a:off x="3258" y="2526"/>
                    <a:ext cx="21" cy="18"/>
                  </a:xfrm>
                  <a:custGeom>
                    <a:avLst/>
                    <a:gdLst/>
                    <a:ahLst/>
                    <a:cxnLst>
                      <a:cxn ang="0">
                        <a:pos x="16" y="13"/>
                      </a:cxn>
                      <a:cxn ang="0">
                        <a:pos x="20" y="13"/>
                      </a:cxn>
                      <a:cxn ang="0">
                        <a:pos x="20" y="10"/>
                      </a:cxn>
                      <a:cxn ang="0">
                        <a:pos x="20" y="7"/>
                      </a:cxn>
                      <a:cxn ang="0">
                        <a:pos x="20" y="6"/>
                      </a:cxn>
                      <a:cxn ang="0">
                        <a:pos x="20" y="3"/>
                      </a:cxn>
                      <a:cxn ang="0">
                        <a:pos x="20" y="0"/>
                      </a:cxn>
                      <a:cxn ang="0">
                        <a:pos x="16" y="0"/>
                      </a:cxn>
                      <a:cxn ang="0">
                        <a:pos x="8" y="0"/>
                      </a:cxn>
                      <a:cxn ang="0">
                        <a:pos x="0" y="0"/>
                      </a:cxn>
                      <a:cxn ang="0">
                        <a:pos x="0" y="3"/>
                      </a:cxn>
                      <a:cxn ang="0">
                        <a:pos x="0" y="6"/>
                      </a:cxn>
                      <a:cxn ang="0">
                        <a:pos x="0" y="7"/>
                      </a:cxn>
                      <a:cxn ang="0">
                        <a:pos x="0" y="10"/>
                      </a:cxn>
                      <a:cxn ang="0">
                        <a:pos x="8" y="10"/>
                      </a:cxn>
                      <a:cxn ang="0">
                        <a:pos x="8" y="13"/>
                      </a:cxn>
                      <a:cxn ang="0">
                        <a:pos x="8" y="17"/>
                      </a:cxn>
                      <a:cxn ang="0">
                        <a:pos x="16" y="17"/>
                      </a:cxn>
                      <a:cxn ang="0">
                        <a:pos x="16" y="13"/>
                      </a:cxn>
                    </a:cxnLst>
                    <a:rect l="0" t="0" r="0" b="0"/>
                    <a:pathLst>
                      <a:path w="21" h="18">
                        <a:moveTo>
                          <a:pt x="16" y="13"/>
                        </a:moveTo>
                        <a:lnTo>
                          <a:pt x="20" y="13"/>
                        </a:lnTo>
                        <a:lnTo>
                          <a:pt x="20" y="10"/>
                        </a:lnTo>
                        <a:lnTo>
                          <a:pt x="20" y="7"/>
                        </a:lnTo>
                        <a:lnTo>
                          <a:pt x="20" y="6"/>
                        </a:lnTo>
                        <a:lnTo>
                          <a:pt x="20" y="3"/>
                        </a:lnTo>
                        <a:lnTo>
                          <a:pt x="20" y="0"/>
                        </a:lnTo>
                        <a:lnTo>
                          <a:pt x="16" y="0"/>
                        </a:lnTo>
                        <a:lnTo>
                          <a:pt x="8" y="0"/>
                        </a:lnTo>
                        <a:lnTo>
                          <a:pt x="0" y="0"/>
                        </a:lnTo>
                        <a:lnTo>
                          <a:pt x="0" y="3"/>
                        </a:lnTo>
                        <a:lnTo>
                          <a:pt x="0" y="6"/>
                        </a:lnTo>
                        <a:lnTo>
                          <a:pt x="0" y="7"/>
                        </a:lnTo>
                        <a:lnTo>
                          <a:pt x="0" y="10"/>
                        </a:lnTo>
                        <a:lnTo>
                          <a:pt x="8" y="10"/>
                        </a:lnTo>
                        <a:lnTo>
                          <a:pt x="8" y="13"/>
                        </a:lnTo>
                        <a:lnTo>
                          <a:pt x="8" y="17"/>
                        </a:lnTo>
                        <a:lnTo>
                          <a:pt x="16" y="17"/>
                        </a:lnTo>
                        <a:lnTo>
                          <a:pt x="16"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41085" name="Rectangle 433"/>
                  <p:cNvSpPr/>
                  <p:nvPr/>
                </p:nvSpPr>
                <p:spPr>
                  <a:xfrm>
                    <a:off x="3262" y="2617"/>
                    <a:ext cx="12" cy="66"/>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86" name="Freeform 434"/>
                  <p:cNvSpPr/>
                  <p:nvPr/>
                </p:nvSpPr>
                <p:spPr>
                  <a:xfrm>
                    <a:off x="3240" y="2666"/>
                    <a:ext cx="30" cy="37"/>
                  </a:xfrm>
                  <a:custGeom>
                    <a:avLst/>
                    <a:gdLst/>
                    <a:ahLst/>
                    <a:cxnLst>
                      <a:cxn ang="0">
                        <a:pos x="0" y="3"/>
                      </a:cxn>
                      <a:cxn ang="0">
                        <a:pos x="12" y="36"/>
                      </a:cxn>
                      <a:cxn ang="0">
                        <a:pos x="29" y="32"/>
                      </a:cxn>
                      <a:cxn ang="0">
                        <a:pos x="17" y="0"/>
                      </a:cxn>
                      <a:cxn ang="0">
                        <a:pos x="0" y="3"/>
                      </a:cxn>
                    </a:cxnLst>
                    <a:rect l="0" t="0" r="0" b="0"/>
                    <a:pathLst>
                      <a:path w="30" h="37">
                        <a:moveTo>
                          <a:pt x="0" y="3"/>
                        </a:moveTo>
                        <a:lnTo>
                          <a:pt x="12" y="36"/>
                        </a:lnTo>
                        <a:lnTo>
                          <a:pt x="29" y="32"/>
                        </a:lnTo>
                        <a:lnTo>
                          <a:pt x="17"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41087" name="Freeform 435"/>
                  <p:cNvSpPr/>
                  <p:nvPr/>
                </p:nvSpPr>
                <p:spPr>
                  <a:xfrm>
                    <a:off x="3142" y="2547"/>
                    <a:ext cx="107" cy="38"/>
                  </a:xfrm>
                  <a:custGeom>
                    <a:avLst/>
                    <a:gdLst/>
                    <a:ahLst/>
                    <a:cxnLst>
                      <a:cxn ang="0">
                        <a:pos x="0" y="10"/>
                      </a:cxn>
                      <a:cxn ang="0">
                        <a:pos x="53" y="0"/>
                      </a:cxn>
                      <a:cxn ang="0">
                        <a:pos x="106" y="10"/>
                      </a:cxn>
                      <a:cxn ang="0">
                        <a:pos x="106" y="30"/>
                      </a:cxn>
                      <a:cxn ang="0">
                        <a:pos x="102" y="33"/>
                      </a:cxn>
                      <a:cxn ang="0">
                        <a:pos x="73" y="37"/>
                      </a:cxn>
                      <a:cxn ang="0">
                        <a:pos x="70" y="37"/>
                      </a:cxn>
                      <a:cxn ang="0">
                        <a:pos x="37" y="37"/>
                      </a:cxn>
                      <a:cxn ang="0">
                        <a:pos x="32" y="37"/>
                      </a:cxn>
                      <a:cxn ang="0">
                        <a:pos x="4" y="33"/>
                      </a:cxn>
                      <a:cxn ang="0">
                        <a:pos x="0" y="30"/>
                      </a:cxn>
                      <a:cxn ang="0">
                        <a:pos x="0" y="10"/>
                      </a:cxn>
                    </a:cxnLst>
                    <a:rect l="0" t="0" r="0" b="0"/>
                    <a:pathLst>
                      <a:path w="107" h="38">
                        <a:moveTo>
                          <a:pt x="0" y="10"/>
                        </a:moveTo>
                        <a:lnTo>
                          <a:pt x="53" y="0"/>
                        </a:lnTo>
                        <a:lnTo>
                          <a:pt x="106" y="10"/>
                        </a:lnTo>
                        <a:lnTo>
                          <a:pt x="106" y="30"/>
                        </a:lnTo>
                        <a:lnTo>
                          <a:pt x="102" y="33"/>
                        </a:lnTo>
                        <a:lnTo>
                          <a:pt x="73" y="37"/>
                        </a:lnTo>
                        <a:lnTo>
                          <a:pt x="70" y="37"/>
                        </a:lnTo>
                        <a:lnTo>
                          <a:pt x="37" y="37"/>
                        </a:lnTo>
                        <a:lnTo>
                          <a:pt x="32" y="37"/>
                        </a:lnTo>
                        <a:lnTo>
                          <a:pt x="4" y="33"/>
                        </a:lnTo>
                        <a:lnTo>
                          <a:pt x="0" y="30"/>
                        </a:lnTo>
                        <a:lnTo>
                          <a:pt x="0" y="1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1088" name="Rectangle 436"/>
                  <p:cNvSpPr/>
                  <p:nvPr/>
                </p:nvSpPr>
                <p:spPr>
                  <a:xfrm>
                    <a:off x="3147" y="2570"/>
                    <a:ext cx="99" cy="9"/>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89" name="Freeform 437"/>
                  <p:cNvSpPr/>
                  <p:nvPr/>
                </p:nvSpPr>
                <p:spPr>
                  <a:xfrm>
                    <a:off x="3173" y="2584"/>
                    <a:ext cx="46" cy="46"/>
                  </a:xfrm>
                  <a:custGeom>
                    <a:avLst/>
                    <a:gdLst/>
                    <a:ahLst/>
                    <a:cxnLst>
                      <a:cxn ang="0">
                        <a:pos x="19" y="6"/>
                      </a:cxn>
                      <a:cxn ang="0">
                        <a:pos x="19" y="17"/>
                      </a:cxn>
                      <a:cxn ang="0">
                        <a:pos x="17" y="17"/>
                      </a:cxn>
                      <a:cxn ang="0">
                        <a:pos x="17" y="26"/>
                      </a:cxn>
                      <a:cxn ang="0">
                        <a:pos x="9" y="26"/>
                      </a:cxn>
                      <a:cxn ang="0">
                        <a:pos x="9" y="34"/>
                      </a:cxn>
                      <a:cxn ang="0">
                        <a:pos x="0" y="34"/>
                      </a:cxn>
                      <a:cxn ang="0">
                        <a:pos x="0" y="45"/>
                      </a:cxn>
                      <a:cxn ang="0">
                        <a:pos x="45" y="45"/>
                      </a:cxn>
                      <a:cxn ang="0">
                        <a:pos x="45" y="34"/>
                      </a:cxn>
                      <a:cxn ang="0">
                        <a:pos x="36" y="34"/>
                      </a:cxn>
                      <a:cxn ang="0">
                        <a:pos x="36" y="26"/>
                      </a:cxn>
                      <a:cxn ang="0">
                        <a:pos x="27" y="26"/>
                      </a:cxn>
                      <a:cxn ang="0">
                        <a:pos x="27" y="17"/>
                      </a:cxn>
                      <a:cxn ang="0">
                        <a:pos x="24" y="17"/>
                      </a:cxn>
                      <a:cxn ang="0">
                        <a:pos x="24" y="6"/>
                      </a:cxn>
                      <a:cxn ang="0">
                        <a:pos x="23" y="3"/>
                      </a:cxn>
                      <a:cxn ang="0">
                        <a:pos x="24" y="3"/>
                      </a:cxn>
                      <a:cxn ang="0">
                        <a:pos x="24" y="0"/>
                      </a:cxn>
                      <a:cxn ang="0">
                        <a:pos x="19" y="0"/>
                      </a:cxn>
                      <a:cxn ang="0">
                        <a:pos x="19" y="3"/>
                      </a:cxn>
                      <a:cxn ang="0">
                        <a:pos x="20" y="4"/>
                      </a:cxn>
                      <a:cxn ang="0">
                        <a:pos x="19" y="6"/>
                      </a:cxn>
                    </a:cxnLst>
                    <a:rect l="0" t="0" r="0" b="0"/>
                    <a:pathLst>
                      <a:path w="46" h="46">
                        <a:moveTo>
                          <a:pt x="19" y="6"/>
                        </a:moveTo>
                        <a:lnTo>
                          <a:pt x="19" y="17"/>
                        </a:lnTo>
                        <a:lnTo>
                          <a:pt x="17" y="17"/>
                        </a:lnTo>
                        <a:lnTo>
                          <a:pt x="17" y="26"/>
                        </a:lnTo>
                        <a:lnTo>
                          <a:pt x="9" y="26"/>
                        </a:lnTo>
                        <a:lnTo>
                          <a:pt x="9" y="34"/>
                        </a:lnTo>
                        <a:lnTo>
                          <a:pt x="0" y="34"/>
                        </a:lnTo>
                        <a:lnTo>
                          <a:pt x="0" y="45"/>
                        </a:lnTo>
                        <a:lnTo>
                          <a:pt x="45" y="45"/>
                        </a:lnTo>
                        <a:lnTo>
                          <a:pt x="45" y="34"/>
                        </a:lnTo>
                        <a:lnTo>
                          <a:pt x="36" y="34"/>
                        </a:lnTo>
                        <a:lnTo>
                          <a:pt x="36" y="26"/>
                        </a:lnTo>
                        <a:lnTo>
                          <a:pt x="27" y="26"/>
                        </a:lnTo>
                        <a:lnTo>
                          <a:pt x="27" y="17"/>
                        </a:lnTo>
                        <a:lnTo>
                          <a:pt x="24" y="17"/>
                        </a:lnTo>
                        <a:lnTo>
                          <a:pt x="24" y="6"/>
                        </a:lnTo>
                        <a:lnTo>
                          <a:pt x="23" y="3"/>
                        </a:lnTo>
                        <a:lnTo>
                          <a:pt x="24" y="3"/>
                        </a:lnTo>
                        <a:lnTo>
                          <a:pt x="24" y="0"/>
                        </a:lnTo>
                        <a:lnTo>
                          <a:pt x="19" y="0"/>
                        </a:lnTo>
                        <a:lnTo>
                          <a:pt x="19" y="3"/>
                        </a:lnTo>
                        <a:lnTo>
                          <a:pt x="20" y="4"/>
                        </a:lnTo>
                        <a:lnTo>
                          <a:pt x="19" y="6"/>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41090" name="Freeform 438"/>
                  <p:cNvSpPr/>
                  <p:nvPr/>
                </p:nvSpPr>
                <p:spPr>
                  <a:xfrm>
                    <a:off x="3174" y="2584"/>
                    <a:ext cx="43" cy="18"/>
                  </a:xfrm>
                  <a:custGeom>
                    <a:avLst/>
                    <a:gdLst/>
                    <a:ahLst/>
                    <a:cxnLst>
                      <a:cxn ang="0">
                        <a:pos x="0" y="0"/>
                      </a:cxn>
                      <a:cxn ang="0">
                        <a:pos x="1" y="0"/>
                      </a:cxn>
                      <a:cxn ang="0">
                        <a:pos x="7" y="0"/>
                      </a:cxn>
                      <a:cxn ang="0">
                        <a:pos x="7" y="7"/>
                      </a:cxn>
                      <a:cxn ang="0">
                        <a:pos x="12" y="7"/>
                      </a:cxn>
                      <a:cxn ang="0">
                        <a:pos x="12" y="9"/>
                      </a:cxn>
                      <a:cxn ang="0">
                        <a:pos x="7" y="9"/>
                      </a:cxn>
                      <a:cxn ang="0">
                        <a:pos x="7" y="15"/>
                      </a:cxn>
                      <a:cxn ang="0">
                        <a:pos x="12" y="15"/>
                      </a:cxn>
                      <a:cxn ang="0">
                        <a:pos x="12" y="17"/>
                      </a:cxn>
                      <a:cxn ang="0">
                        <a:pos x="28" y="17"/>
                      </a:cxn>
                      <a:cxn ang="0">
                        <a:pos x="28" y="15"/>
                      </a:cxn>
                      <a:cxn ang="0">
                        <a:pos x="33" y="15"/>
                      </a:cxn>
                      <a:cxn ang="0">
                        <a:pos x="33" y="8"/>
                      </a:cxn>
                      <a:cxn ang="0">
                        <a:pos x="28" y="8"/>
                      </a:cxn>
                      <a:cxn ang="0">
                        <a:pos x="28" y="7"/>
                      </a:cxn>
                      <a:cxn ang="0">
                        <a:pos x="33" y="7"/>
                      </a:cxn>
                      <a:cxn ang="0">
                        <a:pos x="33" y="0"/>
                      </a:cxn>
                      <a:cxn ang="0">
                        <a:pos x="40" y="0"/>
                      </a:cxn>
                      <a:cxn ang="0">
                        <a:pos x="42" y="0"/>
                      </a:cxn>
                      <a:cxn ang="0">
                        <a:pos x="0" y="0"/>
                      </a:cxn>
                    </a:cxnLst>
                    <a:rect l="0" t="0" r="0" b="0"/>
                    <a:pathLst>
                      <a:path w="43" h="18">
                        <a:moveTo>
                          <a:pt x="0" y="0"/>
                        </a:moveTo>
                        <a:lnTo>
                          <a:pt x="1" y="0"/>
                        </a:lnTo>
                        <a:lnTo>
                          <a:pt x="7" y="0"/>
                        </a:lnTo>
                        <a:lnTo>
                          <a:pt x="7" y="7"/>
                        </a:lnTo>
                        <a:lnTo>
                          <a:pt x="12" y="7"/>
                        </a:lnTo>
                        <a:lnTo>
                          <a:pt x="12" y="9"/>
                        </a:lnTo>
                        <a:lnTo>
                          <a:pt x="7" y="9"/>
                        </a:lnTo>
                        <a:lnTo>
                          <a:pt x="7" y="15"/>
                        </a:lnTo>
                        <a:lnTo>
                          <a:pt x="12" y="15"/>
                        </a:lnTo>
                        <a:lnTo>
                          <a:pt x="12" y="17"/>
                        </a:lnTo>
                        <a:lnTo>
                          <a:pt x="28" y="17"/>
                        </a:lnTo>
                        <a:lnTo>
                          <a:pt x="28" y="15"/>
                        </a:lnTo>
                        <a:lnTo>
                          <a:pt x="33" y="15"/>
                        </a:lnTo>
                        <a:lnTo>
                          <a:pt x="33" y="8"/>
                        </a:lnTo>
                        <a:lnTo>
                          <a:pt x="28" y="8"/>
                        </a:lnTo>
                        <a:lnTo>
                          <a:pt x="28" y="7"/>
                        </a:lnTo>
                        <a:lnTo>
                          <a:pt x="33" y="7"/>
                        </a:lnTo>
                        <a:lnTo>
                          <a:pt x="33" y="0"/>
                        </a:lnTo>
                        <a:lnTo>
                          <a:pt x="40" y="0"/>
                        </a:lnTo>
                        <a:lnTo>
                          <a:pt x="42"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1091" name="Rectangle 439"/>
                  <p:cNvSpPr/>
                  <p:nvPr/>
                </p:nvSpPr>
                <p:spPr>
                  <a:xfrm>
                    <a:off x="3165" y="2633"/>
                    <a:ext cx="61" cy="9"/>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92" name="Rectangle 440"/>
                  <p:cNvSpPr/>
                  <p:nvPr/>
                </p:nvSpPr>
                <p:spPr>
                  <a:xfrm>
                    <a:off x="3165" y="2646"/>
                    <a:ext cx="61"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1093" name="Freeform 441"/>
                  <p:cNvSpPr/>
                  <p:nvPr/>
                </p:nvSpPr>
                <p:spPr>
                  <a:xfrm>
                    <a:off x="3216" y="2635"/>
                    <a:ext cx="21" cy="18"/>
                  </a:xfrm>
                  <a:custGeom>
                    <a:avLst/>
                    <a:gdLst/>
                    <a:ahLst/>
                    <a:cxnLst>
                      <a:cxn ang="0">
                        <a:pos x="3" y="0"/>
                      </a:cxn>
                      <a:cxn ang="0">
                        <a:pos x="3" y="10"/>
                      </a:cxn>
                      <a:cxn ang="0">
                        <a:pos x="0" y="10"/>
                      </a:cxn>
                      <a:cxn ang="0">
                        <a:pos x="0" y="15"/>
                      </a:cxn>
                      <a:cxn ang="0">
                        <a:pos x="4" y="15"/>
                      </a:cxn>
                      <a:cxn ang="0">
                        <a:pos x="4"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4" y="15"/>
                        </a:lnTo>
                        <a:lnTo>
                          <a:pt x="4"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1094" name="Freeform 442"/>
                  <p:cNvSpPr/>
                  <p:nvPr/>
                </p:nvSpPr>
                <p:spPr>
                  <a:xfrm>
                    <a:off x="3160" y="2635"/>
                    <a:ext cx="21" cy="18"/>
                  </a:xfrm>
                  <a:custGeom>
                    <a:avLst/>
                    <a:gdLst/>
                    <a:ahLst/>
                    <a:cxnLst>
                      <a:cxn ang="0">
                        <a:pos x="3" y="0"/>
                      </a:cxn>
                      <a:cxn ang="0">
                        <a:pos x="3" y="10"/>
                      </a:cxn>
                      <a:cxn ang="0">
                        <a:pos x="0" y="10"/>
                      </a:cxn>
                      <a:cxn ang="0">
                        <a:pos x="0" y="15"/>
                      </a:cxn>
                      <a:cxn ang="0">
                        <a:pos x="3" y="15"/>
                      </a:cxn>
                      <a:cxn ang="0">
                        <a:pos x="3"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3" y="15"/>
                        </a:lnTo>
                        <a:lnTo>
                          <a:pt x="3"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1095" name="Freeform 443"/>
                  <p:cNvSpPr/>
                  <p:nvPr/>
                </p:nvSpPr>
                <p:spPr>
                  <a:xfrm>
                    <a:off x="3173" y="2628"/>
                    <a:ext cx="46" cy="18"/>
                  </a:xfrm>
                  <a:custGeom>
                    <a:avLst/>
                    <a:gdLst/>
                    <a:ahLst/>
                    <a:cxnLst>
                      <a:cxn ang="0">
                        <a:pos x="0" y="0"/>
                      </a:cxn>
                      <a:cxn ang="0">
                        <a:pos x="0" y="17"/>
                      </a:cxn>
                      <a:cxn ang="0">
                        <a:pos x="45" y="17"/>
                      </a:cxn>
                      <a:cxn ang="0">
                        <a:pos x="45" y="6"/>
                      </a:cxn>
                    </a:cxnLst>
                    <a:rect l="0" t="0" r="0" b="0"/>
                    <a:pathLst>
                      <a:path w="46" h="18">
                        <a:moveTo>
                          <a:pt x="0" y="0"/>
                        </a:moveTo>
                        <a:lnTo>
                          <a:pt x="0" y="17"/>
                        </a:lnTo>
                        <a:lnTo>
                          <a:pt x="45" y="17"/>
                        </a:lnTo>
                        <a:lnTo>
                          <a:pt x="45" y="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41096" name="Freeform 444"/>
                  <p:cNvSpPr/>
                  <p:nvPr/>
                </p:nvSpPr>
                <p:spPr>
                  <a:xfrm>
                    <a:off x="3164" y="2645"/>
                    <a:ext cx="67" cy="18"/>
                  </a:xfrm>
                  <a:custGeom>
                    <a:avLst/>
                    <a:gdLst/>
                    <a:ahLst/>
                    <a:cxnLst>
                      <a:cxn ang="0">
                        <a:pos x="1" y="0"/>
                      </a:cxn>
                      <a:cxn ang="0">
                        <a:pos x="63" y="0"/>
                      </a:cxn>
                      <a:cxn ang="0">
                        <a:pos x="66" y="17"/>
                      </a:cxn>
                      <a:cxn ang="0">
                        <a:pos x="0" y="17"/>
                      </a:cxn>
                      <a:cxn ang="0">
                        <a:pos x="1" y="0"/>
                      </a:cxn>
                    </a:cxnLst>
                    <a:rect l="0" t="0" r="0" b="0"/>
                    <a:pathLst>
                      <a:path w="67" h="18">
                        <a:moveTo>
                          <a:pt x="1" y="0"/>
                        </a:moveTo>
                        <a:lnTo>
                          <a:pt x="63" y="0"/>
                        </a:lnTo>
                        <a:lnTo>
                          <a:pt x="66" y="17"/>
                        </a:lnTo>
                        <a:lnTo>
                          <a:pt x="0" y="17"/>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grpSp>
          <p:sp>
            <p:nvSpPr>
              <p:cNvPr id="41097" name="Line 446"/>
              <p:cNvSpPr/>
              <p:nvPr/>
            </p:nvSpPr>
            <p:spPr>
              <a:xfrm>
                <a:off x="2835" y="1661"/>
                <a:ext cx="0" cy="1043"/>
              </a:xfrm>
              <a:prstGeom prst="line">
                <a:avLst/>
              </a:prstGeom>
              <a:ln w="38100" cap="flat" cmpd="sng">
                <a:solidFill>
                  <a:srgbClr val="00CC99"/>
                </a:solidFill>
                <a:prstDash val="solid"/>
                <a:headEnd type="none" w="med" len="med"/>
                <a:tailEnd type="none" w="med" len="med"/>
              </a:ln>
            </p:spPr>
          </p:sp>
        </p:grpSp>
        <p:sp>
          <p:nvSpPr>
            <p:cNvPr id="41098" name="Line 448"/>
            <p:cNvSpPr/>
            <p:nvPr/>
          </p:nvSpPr>
          <p:spPr>
            <a:xfrm>
              <a:off x="2835" y="2704"/>
              <a:ext cx="0" cy="635"/>
            </a:xfrm>
            <a:prstGeom prst="line">
              <a:avLst/>
            </a:prstGeom>
            <a:ln w="38100" cap="flat" cmpd="sng">
              <a:solidFill>
                <a:srgbClr val="00CC99"/>
              </a:solidFill>
              <a:prstDash val="dash"/>
              <a:headEnd type="none" w="med" len="med"/>
              <a:tailEnd type="none" w="med" len="med"/>
            </a:ln>
          </p:spPr>
        </p:sp>
      </p:grpSp>
      <p:sp>
        <p:nvSpPr>
          <p:cNvPr id="137" name="矩形 136"/>
          <p:cNvSpPr/>
          <p:nvPr/>
        </p:nvSpPr>
        <p:spPr>
          <a:xfrm>
            <a:off x="4272336" y="562771"/>
            <a:ext cx="3625300" cy="707886"/>
          </a:xfrm>
          <a:prstGeom prst="rect">
            <a:avLst/>
          </a:prstGeom>
        </p:spPr>
        <p:txBody>
          <a:bodyPr wrap="square">
            <a:spAutoFit/>
          </a:bodyPr>
          <a:lstStyle/>
          <a:p>
            <a:r>
              <a:rPr lang="zh-CN" altLang="en-US" sz="4000" dirty="0"/>
              <a:t>空间后方交会</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722">
                                            <p:txEl>
                                              <p:pRg st="0" end="0"/>
                                            </p:txEl>
                                          </p:spTgt>
                                        </p:tgtEl>
                                        <p:attrNameLst>
                                          <p:attrName>style.visibility</p:attrName>
                                        </p:attrNameLst>
                                      </p:cBhvr>
                                      <p:to>
                                        <p:strVal val="visible"/>
                                      </p:to>
                                    </p:set>
                                    <p:anim calcmode="lin" valueType="num">
                                      <p:cBhvr additive="base">
                                        <p:cTn id="7" dur="500" fill="hold"/>
                                        <p:tgtEl>
                                          <p:spTgt spid="267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6722">
                                            <p:txEl>
                                              <p:pRg st="1" end="1"/>
                                            </p:txEl>
                                          </p:spTgt>
                                        </p:tgtEl>
                                        <p:attrNameLst>
                                          <p:attrName>style.visibility</p:attrName>
                                        </p:attrNameLst>
                                      </p:cBhvr>
                                      <p:to>
                                        <p:strVal val="visible"/>
                                      </p:to>
                                    </p:set>
                                    <p:anim calcmode="lin" valueType="num">
                                      <p:cBhvr additive="base">
                                        <p:cTn id="13" dur="500" fill="hold"/>
                                        <p:tgtEl>
                                          <p:spTgt spid="2672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7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idx="1"/>
          </p:nvPr>
        </p:nvSpPr>
        <p:spPr>
          <a:xfrm>
            <a:off x="1382840" y="1634744"/>
            <a:ext cx="9144000" cy="1268413"/>
          </a:xfrm>
        </p:spPr>
        <p:txBody>
          <a:bodyPr vert="horz" wrap="square" lIns="91440" tIns="45720" rIns="91440" bIns="45720" anchor="t"/>
          <a:lstStyle/>
          <a:p>
            <a:r>
              <a:rPr lang="zh-CN" altLang="en-US" dirty="0" smtClean="0">
                <a:latin typeface="楷体_GB2312" panose="02010609030101010101" pitchFamily="49" charset="-122"/>
                <a:ea typeface="楷体_GB2312" panose="02010609030101010101" pitchFamily="49" charset="-122"/>
              </a:rPr>
              <a:t>    </a:t>
            </a:r>
            <a:r>
              <a:rPr lang="zh-CN" altLang="en-US" sz="2400" dirty="0" smtClean="0">
                <a:latin typeface="+mn-ea"/>
              </a:rPr>
              <a:t>如果</a:t>
            </a:r>
            <a:r>
              <a:rPr lang="zh-CN" altLang="en-US" sz="2400" dirty="0">
                <a:latin typeface="+mn-ea"/>
              </a:rPr>
              <a:t>同时接收两颗卫星的信号，则两个球面相交成一条圆弧，点位被限制在这条曲线上。</a:t>
            </a:r>
          </a:p>
        </p:txBody>
      </p:sp>
      <p:sp>
        <p:nvSpPr>
          <p:cNvPr id="43010" name="灯片编号占位符 5"/>
          <p:cNvSpPr>
            <a:spLocks noGrp="1"/>
          </p:cNvSpPr>
          <p:nvPr>
            <p:ph type="sldNum" sz="quarter" idx="4294967295"/>
          </p:nvPr>
        </p:nvSpPr>
        <p:spPr>
          <a:xfrm>
            <a:off x="9652000" y="6248400"/>
            <a:ext cx="2540000" cy="457200"/>
          </a:xfrm>
          <a:prstGeom prst="rect">
            <a:avLst/>
          </a:prstGeom>
          <a:noFill/>
          <a:ln>
            <a:noFill/>
          </a:ln>
        </p:spPr>
        <p:txBody>
          <a:bodyPr lIns="92075" tIns="46038" rIns="92075" bIns="46038" anchor="ctr"/>
          <a:lstStyle/>
          <a:p>
            <a:pPr algn="r"/>
            <a:fld id="{9A0DB2DC-4C9A-4742-B13C-FB6460FD3503}" type="slidenum">
              <a:rPr lang="en-US" altLang="zh-CN" sz="1400"/>
              <a:t>38</a:t>
            </a:fld>
            <a:endParaRPr lang="en-US" altLang="zh-CN" sz="1400"/>
          </a:p>
        </p:txBody>
      </p:sp>
      <p:grpSp>
        <p:nvGrpSpPr>
          <p:cNvPr id="2" name="Group 548"/>
          <p:cNvGrpSpPr/>
          <p:nvPr/>
        </p:nvGrpSpPr>
        <p:grpSpPr>
          <a:xfrm>
            <a:off x="2315688" y="2439989"/>
            <a:ext cx="6086951" cy="4067689"/>
            <a:chOff x="1247" y="1537"/>
            <a:chExt cx="3086" cy="1969"/>
          </a:xfrm>
        </p:grpSpPr>
        <p:sp>
          <p:nvSpPr>
            <p:cNvPr id="43013" name="Freeform 346"/>
            <p:cNvSpPr/>
            <p:nvPr/>
          </p:nvSpPr>
          <p:spPr>
            <a:xfrm>
              <a:off x="1253" y="2402"/>
              <a:ext cx="2148" cy="683"/>
            </a:xfrm>
            <a:custGeom>
              <a:avLst/>
              <a:gdLst/>
              <a:ahLst/>
              <a:cxnLst>
                <a:cxn ang="0">
                  <a:pos x="2130" y="250"/>
                </a:cxn>
                <a:cxn ang="0">
                  <a:pos x="2090" y="214"/>
                </a:cxn>
                <a:cxn ang="0">
                  <a:pos x="2032" y="180"/>
                </a:cxn>
                <a:cxn ang="0">
                  <a:pos x="1958" y="145"/>
                </a:cxn>
                <a:cxn ang="0">
                  <a:pos x="1866" y="114"/>
                </a:cxn>
                <a:cxn ang="0">
                  <a:pos x="1762" y="83"/>
                </a:cxn>
                <a:cxn ang="0">
                  <a:pos x="1645" y="59"/>
                </a:cxn>
                <a:cxn ang="0">
                  <a:pos x="1516" y="36"/>
                </a:cxn>
                <a:cxn ang="0">
                  <a:pos x="1379" y="18"/>
                </a:cxn>
                <a:cxn ang="0">
                  <a:pos x="1235" y="6"/>
                </a:cxn>
                <a:cxn ang="0">
                  <a:pos x="1085" y="0"/>
                </a:cxn>
                <a:cxn ang="0">
                  <a:pos x="931" y="0"/>
                </a:cxn>
                <a:cxn ang="0">
                  <a:pos x="784" y="3"/>
                </a:cxn>
                <a:cxn ang="0">
                  <a:pos x="641" y="13"/>
                </a:cxn>
                <a:cxn ang="0">
                  <a:pos x="507" y="27"/>
                </a:cxn>
                <a:cxn ang="0">
                  <a:pos x="383" y="46"/>
                </a:cxn>
                <a:cxn ang="0">
                  <a:pos x="272" y="71"/>
                </a:cxn>
                <a:cxn ang="0">
                  <a:pos x="177" y="103"/>
                </a:cxn>
                <a:cxn ang="0">
                  <a:pos x="100" y="138"/>
                </a:cxn>
                <a:cxn ang="0">
                  <a:pos x="43" y="182"/>
                </a:cxn>
                <a:cxn ang="0">
                  <a:pos x="10" y="231"/>
                </a:cxn>
                <a:cxn ang="0">
                  <a:pos x="0" y="278"/>
                </a:cxn>
                <a:cxn ang="0">
                  <a:pos x="18" y="317"/>
                </a:cxn>
                <a:cxn ang="0">
                  <a:pos x="59" y="362"/>
                </a:cxn>
                <a:cxn ang="0">
                  <a:pos x="122" y="413"/>
                </a:cxn>
                <a:cxn ang="0">
                  <a:pos x="206" y="465"/>
                </a:cxn>
                <a:cxn ang="0">
                  <a:pos x="310" y="518"/>
                </a:cxn>
                <a:cxn ang="0">
                  <a:pos x="427" y="567"/>
                </a:cxn>
                <a:cxn ang="0">
                  <a:pos x="559" y="610"/>
                </a:cxn>
                <a:cxn ang="0">
                  <a:pos x="702" y="646"/>
                </a:cxn>
                <a:cxn ang="0">
                  <a:pos x="856" y="671"/>
                </a:cxn>
                <a:cxn ang="0">
                  <a:pos x="1017" y="682"/>
                </a:cxn>
                <a:cxn ang="0">
                  <a:pos x="1181" y="679"/>
                </a:cxn>
                <a:cxn ang="0">
                  <a:pos x="1341" y="666"/>
                </a:cxn>
                <a:cxn ang="0">
                  <a:pos x="1493" y="645"/>
                </a:cxn>
                <a:cxn ang="0">
                  <a:pos x="1635" y="617"/>
                </a:cxn>
                <a:cxn ang="0">
                  <a:pos x="1765" y="581"/>
                </a:cxn>
                <a:cxn ang="0">
                  <a:pos x="1879" y="540"/>
                </a:cxn>
                <a:cxn ang="0">
                  <a:pos x="1977" y="494"/>
                </a:cxn>
                <a:cxn ang="0">
                  <a:pos x="2054" y="443"/>
                </a:cxn>
                <a:cxn ang="0">
                  <a:pos x="2109" y="390"/>
                </a:cxn>
                <a:cxn ang="0">
                  <a:pos x="2141" y="333"/>
                </a:cxn>
                <a:cxn ang="0">
                  <a:pos x="2145" y="275"/>
                </a:cxn>
              </a:cxnLst>
              <a:rect l="0" t="0" r="0" b="0"/>
              <a:pathLst>
                <a:path w="2148" h="683">
                  <a:moveTo>
                    <a:pt x="2145" y="275"/>
                  </a:moveTo>
                  <a:lnTo>
                    <a:pt x="2138" y="262"/>
                  </a:lnTo>
                  <a:lnTo>
                    <a:pt x="2130" y="250"/>
                  </a:lnTo>
                  <a:lnTo>
                    <a:pt x="2119" y="239"/>
                  </a:lnTo>
                  <a:lnTo>
                    <a:pt x="2105" y="227"/>
                  </a:lnTo>
                  <a:lnTo>
                    <a:pt x="2090" y="214"/>
                  </a:lnTo>
                  <a:lnTo>
                    <a:pt x="2073" y="203"/>
                  </a:lnTo>
                  <a:lnTo>
                    <a:pt x="2054" y="191"/>
                  </a:lnTo>
                  <a:lnTo>
                    <a:pt x="2032" y="180"/>
                  </a:lnTo>
                  <a:lnTo>
                    <a:pt x="2008" y="168"/>
                  </a:lnTo>
                  <a:lnTo>
                    <a:pt x="1984" y="156"/>
                  </a:lnTo>
                  <a:lnTo>
                    <a:pt x="1958" y="145"/>
                  </a:lnTo>
                  <a:lnTo>
                    <a:pt x="1928" y="135"/>
                  </a:lnTo>
                  <a:lnTo>
                    <a:pt x="1898" y="123"/>
                  </a:lnTo>
                  <a:lnTo>
                    <a:pt x="1866" y="114"/>
                  </a:lnTo>
                  <a:lnTo>
                    <a:pt x="1833" y="103"/>
                  </a:lnTo>
                  <a:lnTo>
                    <a:pt x="1798" y="93"/>
                  </a:lnTo>
                  <a:lnTo>
                    <a:pt x="1762" y="83"/>
                  </a:lnTo>
                  <a:lnTo>
                    <a:pt x="1724" y="75"/>
                  </a:lnTo>
                  <a:lnTo>
                    <a:pt x="1685" y="67"/>
                  </a:lnTo>
                  <a:lnTo>
                    <a:pt x="1645" y="59"/>
                  </a:lnTo>
                  <a:lnTo>
                    <a:pt x="1603" y="50"/>
                  </a:lnTo>
                  <a:lnTo>
                    <a:pt x="1560" y="42"/>
                  </a:lnTo>
                  <a:lnTo>
                    <a:pt x="1516" y="36"/>
                  </a:lnTo>
                  <a:lnTo>
                    <a:pt x="1472" y="30"/>
                  </a:lnTo>
                  <a:lnTo>
                    <a:pt x="1427" y="24"/>
                  </a:lnTo>
                  <a:lnTo>
                    <a:pt x="1379" y="18"/>
                  </a:lnTo>
                  <a:lnTo>
                    <a:pt x="1333" y="13"/>
                  </a:lnTo>
                  <a:lnTo>
                    <a:pt x="1284" y="9"/>
                  </a:lnTo>
                  <a:lnTo>
                    <a:pt x="1235" y="6"/>
                  </a:lnTo>
                  <a:lnTo>
                    <a:pt x="1186" y="3"/>
                  </a:lnTo>
                  <a:lnTo>
                    <a:pt x="1136" y="1"/>
                  </a:lnTo>
                  <a:lnTo>
                    <a:pt x="1085" y="0"/>
                  </a:lnTo>
                  <a:lnTo>
                    <a:pt x="1034" y="0"/>
                  </a:lnTo>
                  <a:lnTo>
                    <a:pt x="983" y="0"/>
                  </a:lnTo>
                  <a:lnTo>
                    <a:pt x="931" y="0"/>
                  </a:lnTo>
                  <a:lnTo>
                    <a:pt x="882" y="1"/>
                  </a:lnTo>
                  <a:lnTo>
                    <a:pt x="832" y="2"/>
                  </a:lnTo>
                  <a:lnTo>
                    <a:pt x="784" y="3"/>
                  </a:lnTo>
                  <a:lnTo>
                    <a:pt x="736" y="6"/>
                  </a:lnTo>
                  <a:lnTo>
                    <a:pt x="687" y="9"/>
                  </a:lnTo>
                  <a:lnTo>
                    <a:pt x="641" y="13"/>
                  </a:lnTo>
                  <a:lnTo>
                    <a:pt x="595" y="17"/>
                  </a:lnTo>
                  <a:lnTo>
                    <a:pt x="550" y="21"/>
                  </a:lnTo>
                  <a:lnTo>
                    <a:pt x="507" y="27"/>
                  </a:lnTo>
                  <a:lnTo>
                    <a:pt x="464" y="32"/>
                  </a:lnTo>
                  <a:lnTo>
                    <a:pt x="423" y="39"/>
                  </a:lnTo>
                  <a:lnTo>
                    <a:pt x="383" y="46"/>
                  </a:lnTo>
                  <a:lnTo>
                    <a:pt x="344" y="54"/>
                  </a:lnTo>
                  <a:lnTo>
                    <a:pt x="307" y="62"/>
                  </a:lnTo>
                  <a:lnTo>
                    <a:pt x="272" y="71"/>
                  </a:lnTo>
                  <a:lnTo>
                    <a:pt x="239" y="80"/>
                  </a:lnTo>
                  <a:lnTo>
                    <a:pt x="208" y="92"/>
                  </a:lnTo>
                  <a:lnTo>
                    <a:pt x="177" y="103"/>
                  </a:lnTo>
                  <a:lnTo>
                    <a:pt x="150" y="114"/>
                  </a:lnTo>
                  <a:lnTo>
                    <a:pt x="123" y="126"/>
                  </a:lnTo>
                  <a:lnTo>
                    <a:pt x="100" y="138"/>
                  </a:lnTo>
                  <a:lnTo>
                    <a:pt x="79" y="153"/>
                  </a:lnTo>
                  <a:lnTo>
                    <a:pt x="60" y="166"/>
                  </a:lnTo>
                  <a:lnTo>
                    <a:pt x="43" y="182"/>
                  </a:lnTo>
                  <a:lnTo>
                    <a:pt x="30" y="197"/>
                  </a:lnTo>
                  <a:lnTo>
                    <a:pt x="18" y="213"/>
                  </a:lnTo>
                  <a:lnTo>
                    <a:pt x="10" y="231"/>
                  </a:lnTo>
                  <a:lnTo>
                    <a:pt x="4" y="247"/>
                  </a:lnTo>
                  <a:lnTo>
                    <a:pt x="0" y="267"/>
                  </a:lnTo>
                  <a:lnTo>
                    <a:pt x="0" y="278"/>
                  </a:lnTo>
                  <a:lnTo>
                    <a:pt x="2" y="288"/>
                  </a:lnTo>
                  <a:lnTo>
                    <a:pt x="10" y="303"/>
                  </a:lnTo>
                  <a:lnTo>
                    <a:pt x="18" y="317"/>
                  </a:lnTo>
                  <a:lnTo>
                    <a:pt x="28" y="330"/>
                  </a:lnTo>
                  <a:lnTo>
                    <a:pt x="42" y="346"/>
                  </a:lnTo>
                  <a:lnTo>
                    <a:pt x="59" y="362"/>
                  </a:lnTo>
                  <a:lnTo>
                    <a:pt x="78" y="379"/>
                  </a:lnTo>
                  <a:lnTo>
                    <a:pt x="99" y="395"/>
                  </a:lnTo>
                  <a:lnTo>
                    <a:pt x="122" y="413"/>
                  </a:lnTo>
                  <a:lnTo>
                    <a:pt x="149" y="429"/>
                  </a:lnTo>
                  <a:lnTo>
                    <a:pt x="177" y="447"/>
                  </a:lnTo>
                  <a:lnTo>
                    <a:pt x="206" y="465"/>
                  </a:lnTo>
                  <a:lnTo>
                    <a:pt x="239" y="484"/>
                  </a:lnTo>
                  <a:lnTo>
                    <a:pt x="274" y="501"/>
                  </a:lnTo>
                  <a:lnTo>
                    <a:pt x="310" y="518"/>
                  </a:lnTo>
                  <a:lnTo>
                    <a:pt x="347" y="534"/>
                  </a:lnTo>
                  <a:lnTo>
                    <a:pt x="387" y="551"/>
                  </a:lnTo>
                  <a:lnTo>
                    <a:pt x="427" y="567"/>
                  </a:lnTo>
                  <a:lnTo>
                    <a:pt x="470" y="583"/>
                  </a:lnTo>
                  <a:lnTo>
                    <a:pt x="514" y="596"/>
                  </a:lnTo>
                  <a:lnTo>
                    <a:pt x="559" y="610"/>
                  </a:lnTo>
                  <a:lnTo>
                    <a:pt x="606" y="624"/>
                  </a:lnTo>
                  <a:lnTo>
                    <a:pt x="654" y="635"/>
                  </a:lnTo>
                  <a:lnTo>
                    <a:pt x="702" y="646"/>
                  </a:lnTo>
                  <a:lnTo>
                    <a:pt x="754" y="655"/>
                  </a:lnTo>
                  <a:lnTo>
                    <a:pt x="805" y="664"/>
                  </a:lnTo>
                  <a:lnTo>
                    <a:pt x="856" y="671"/>
                  </a:lnTo>
                  <a:lnTo>
                    <a:pt x="910" y="676"/>
                  </a:lnTo>
                  <a:lnTo>
                    <a:pt x="963" y="681"/>
                  </a:lnTo>
                  <a:lnTo>
                    <a:pt x="1017" y="682"/>
                  </a:lnTo>
                  <a:lnTo>
                    <a:pt x="1073" y="682"/>
                  </a:lnTo>
                  <a:lnTo>
                    <a:pt x="1127" y="681"/>
                  </a:lnTo>
                  <a:lnTo>
                    <a:pt x="1181" y="679"/>
                  </a:lnTo>
                  <a:lnTo>
                    <a:pt x="1236" y="675"/>
                  </a:lnTo>
                  <a:lnTo>
                    <a:pt x="1289" y="671"/>
                  </a:lnTo>
                  <a:lnTo>
                    <a:pt x="1341" y="666"/>
                  </a:lnTo>
                  <a:lnTo>
                    <a:pt x="1394" y="660"/>
                  </a:lnTo>
                  <a:lnTo>
                    <a:pt x="1444" y="653"/>
                  </a:lnTo>
                  <a:lnTo>
                    <a:pt x="1493" y="645"/>
                  </a:lnTo>
                  <a:lnTo>
                    <a:pt x="1542" y="636"/>
                  </a:lnTo>
                  <a:lnTo>
                    <a:pt x="1589" y="627"/>
                  </a:lnTo>
                  <a:lnTo>
                    <a:pt x="1635" y="617"/>
                  </a:lnTo>
                  <a:lnTo>
                    <a:pt x="1681" y="606"/>
                  </a:lnTo>
                  <a:lnTo>
                    <a:pt x="1723" y="593"/>
                  </a:lnTo>
                  <a:lnTo>
                    <a:pt x="1765" y="581"/>
                  </a:lnTo>
                  <a:lnTo>
                    <a:pt x="1804" y="567"/>
                  </a:lnTo>
                  <a:lnTo>
                    <a:pt x="1843" y="554"/>
                  </a:lnTo>
                  <a:lnTo>
                    <a:pt x="1879" y="540"/>
                  </a:lnTo>
                  <a:lnTo>
                    <a:pt x="1913" y="525"/>
                  </a:lnTo>
                  <a:lnTo>
                    <a:pt x="1946" y="510"/>
                  </a:lnTo>
                  <a:lnTo>
                    <a:pt x="1977" y="494"/>
                  </a:lnTo>
                  <a:lnTo>
                    <a:pt x="2005" y="478"/>
                  </a:lnTo>
                  <a:lnTo>
                    <a:pt x="2031" y="460"/>
                  </a:lnTo>
                  <a:lnTo>
                    <a:pt x="2054" y="443"/>
                  </a:lnTo>
                  <a:lnTo>
                    <a:pt x="2074" y="425"/>
                  </a:lnTo>
                  <a:lnTo>
                    <a:pt x="2094" y="408"/>
                  </a:lnTo>
                  <a:lnTo>
                    <a:pt x="2109" y="390"/>
                  </a:lnTo>
                  <a:lnTo>
                    <a:pt x="2123" y="370"/>
                  </a:lnTo>
                  <a:lnTo>
                    <a:pt x="2133" y="352"/>
                  </a:lnTo>
                  <a:lnTo>
                    <a:pt x="2141" y="333"/>
                  </a:lnTo>
                  <a:lnTo>
                    <a:pt x="2145" y="314"/>
                  </a:lnTo>
                  <a:lnTo>
                    <a:pt x="2147" y="294"/>
                  </a:lnTo>
                  <a:lnTo>
                    <a:pt x="2145" y="275"/>
                  </a:lnTo>
                </a:path>
              </a:pathLst>
            </a:custGeom>
            <a:gradFill rotWithShape="0">
              <a:gsLst>
                <a:gs pos="0">
                  <a:srgbClr val="CBCBCB"/>
                </a:gs>
                <a:gs pos="100000">
                  <a:srgbClr val="8E8E8E"/>
                </a:gs>
              </a:gsLst>
              <a:lin ang="5400000" scaled="1"/>
              <a:tileRect/>
            </a:gradFill>
            <a:ln w="12700">
              <a:noFill/>
            </a:ln>
          </p:spPr>
          <p:txBody>
            <a:bodyPr/>
            <a:lstStyle/>
            <a:p>
              <a:endParaRPr lang="zh-CN" altLang="en-US"/>
            </a:p>
          </p:txBody>
        </p:sp>
        <p:sp>
          <p:nvSpPr>
            <p:cNvPr id="43014" name="Freeform 347"/>
            <p:cNvSpPr/>
            <p:nvPr/>
          </p:nvSpPr>
          <p:spPr>
            <a:xfrm>
              <a:off x="2339" y="2399"/>
              <a:ext cx="1066" cy="283"/>
            </a:xfrm>
            <a:custGeom>
              <a:avLst/>
              <a:gdLst/>
              <a:ahLst/>
              <a:cxnLst>
                <a:cxn ang="0">
                  <a:pos x="49" y="13"/>
                </a:cxn>
                <a:cxn ang="0">
                  <a:pos x="149" y="18"/>
                </a:cxn>
                <a:cxn ang="0">
                  <a:pos x="246" y="25"/>
                </a:cxn>
                <a:cxn ang="0">
                  <a:pos x="340" y="36"/>
                </a:cxn>
                <a:cxn ang="0">
                  <a:pos x="431" y="48"/>
                </a:cxn>
                <a:cxn ang="0">
                  <a:pos x="516" y="62"/>
                </a:cxn>
                <a:cxn ang="0">
                  <a:pos x="597" y="78"/>
                </a:cxn>
                <a:cxn ang="0">
                  <a:pos x="674" y="96"/>
                </a:cxn>
                <a:cxn ang="0">
                  <a:pos x="744" y="115"/>
                </a:cxn>
                <a:cxn ang="0">
                  <a:pos x="810" y="136"/>
                </a:cxn>
                <a:cxn ang="0">
                  <a:pos x="869" y="157"/>
                </a:cxn>
                <a:cxn ang="0">
                  <a:pos x="921" y="178"/>
                </a:cxn>
                <a:cxn ang="0">
                  <a:pos x="965" y="202"/>
                </a:cxn>
                <a:cxn ang="0">
                  <a:pos x="1001" y="225"/>
                </a:cxn>
                <a:cxn ang="0">
                  <a:pos x="1029" y="248"/>
                </a:cxn>
                <a:cxn ang="0">
                  <a:pos x="1047" y="271"/>
                </a:cxn>
                <a:cxn ang="0">
                  <a:pos x="1065" y="278"/>
                </a:cxn>
                <a:cxn ang="0">
                  <a:pos x="1048" y="251"/>
                </a:cxn>
                <a:cxn ang="0">
                  <a:pos x="1023" y="227"/>
                </a:cxn>
                <a:cxn ang="0">
                  <a:pos x="990" y="203"/>
                </a:cxn>
                <a:cxn ang="0">
                  <a:pos x="949" y="180"/>
                </a:cxn>
                <a:cxn ang="0">
                  <a:pos x="900" y="157"/>
                </a:cxn>
                <a:cxn ang="0">
                  <a:pos x="845" y="134"/>
                </a:cxn>
                <a:cxn ang="0">
                  <a:pos x="782" y="113"/>
                </a:cxn>
                <a:cxn ang="0">
                  <a:pos x="714" y="93"/>
                </a:cxn>
                <a:cxn ang="0">
                  <a:pos x="640" y="74"/>
                </a:cxn>
                <a:cxn ang="0">
                  <a:pos x="560" y="57"/>
                </a:cxn>
                <a:cxn ang="0">
                  <a:pos x="476" y="42"/>
                </a:cxn>
                <a:cxn ang="0">
                  <a:pos x="387" y="28"/>
                </a:cxn>
                <a:cxn ang="0">
                  <a:pos x="294" y="18"/>
                </a:cxn>
                <a:cxn ang="0">
                  <a:pos x="199" y="9"/>
                </a:cxn>
                <a:cxn ang="0">
                  <a:pos x="100" y="4"/>
                </a:cxn>
                <a:cxn ang="0">
                  <a:pos x="0" y="0"/>
                </a:cxn>
              </a:cxnLst>
              <a:rect l="0" t="0" r="0" b="0"/>
              <a:pathLst>
                <a:path w="1066" h="283">
                  <a:moveTo>
                    <a:pt x="0" y="12"/>
                  </a:moveTo>
                  <a:lnTo>
                    <a:pt x="49" y="13"/>
                  </a:lnTo>
                  <a:lnTo>
                    <a:pt x="100" y="15"/>
                  </a:lnTo>
                  <a:lnTo>
                    <a:pt x="149" y="18"/>
                  </a:lnTo>
                  <a:lnTo>
                    <a:pt x="197" y="22"/>
                  </a:lnTo>
                  <a:lnTo>
                    <a:pt x="246" y="25"/>
                  </a:lnTo>
                  <a:lnTo>
                    <a:pt x="293" y="30"/>
                  </a:lnTo>
                  <a:lnTo>
                    <a:pt x="340" y="36"/>
                  </a:lnTo>
                  <a:lnTo>
                    <a:pt x="385" y="41"/>
                  </a:lnTo>
                  <a:lnTo>
                    <a:pt x="431" y="48"/>
                  </a:lnTo>
                  <a:lnTo>
                    <a:pt x="473" y="54"/>
                  </a:lnTo>
                  <a:lnTo>
                    <a:pt x="516" y="62"/>
                  </a:lnTo>
                  <a:lnTo>
                    <a:pt x="557" y="69"/>
                  </a:lnTo>
                  <a:lnTo>
                    <a:pt x="597" y="78"/>
                  </a:lnTo>
                  <a:lnTo>
                    <a:pt x="637" y="86"/>
                  </a:lnTo>
                  <a:lnTo>
                    <a:pt x="674" y="96"/>
                  </a:lnTo>
                  <a:lnTo>
                    <a:pt x="710" y="106"/>
                  </a:lnTo>
                  <a:lnTo>
                    <a:pt x="744" y="115"/>
                  </a:lnTo>
                  <a:lnTo>
                    <a:pt x="779" y="125"/>
                  </a:lnTo>
                  <a:lnTo>
                    <a:pt x="810" y="136"/>
                  </a:lnTo>
                  <a:lnTo>
                    <a:pt x="840" y="145"/>
                  </a:lnTo>
                  <a:lnTo>
                    <a:pt x="869" y="157"/>
                  </a:lnTo>
                  <a:lnTo>
                    <a:pt x="895" y="168"/>
                  </a:lnTo>
                  <a:lnTo>
                    <a:pt x="921" y="178"/>
                  </a:lnTo>
                  <a:lnTo>
                    <a:pt x="943" y="191"/>
                  </a:lnTo>
                  <a:lnTo>
                    <a:pt x="965" y="202"/>
                  </a:lnTo>
                  <a:lnTo>
                    <a:pt x="983" y="213"/>
                  </a:lnTo>
                  <a:lnTo>
                    <a:pt x="1001" y="225"/>
                  </a:lnTo>
                  <a:lnTo>
                    <a:pt x="1016" y="236"/>
                  </a:lnTo>
                  <a:lnTo>
                    <a:pt x="1029" y="248"/>
                  </a:lnTo>
                  <a:lnTo>
                    <a:pt x="1038" y="260"/>
                  </a:lnTo>
                  <a:lnTo>
                    <a:pt x="1047" y="271"/>
                  </a:lnTo>
                  <a:lnTo>
                    <a:pt x="1053" y="282"/>
                  </a:lnTo>
                  <a:lnTo>
                    <a:pt x="1065" y="278"/>
                  </a:lnTo>
                  <a:lnTo>
                    <a:pt x="1057" y="265"/>
                  </a:lnTo>
                  <a:lnTo>
                    <a:pt x="1048" y="251"/>
                  </a:lnTo>
                  <a:lnTo>
                    <a:pt x="1036" y="239"/>
                  </a:lnTo>
                  <a:lnTo>
                    <a:pt x="1023" y="227"/>
                  </a:lnTo>
                  <a:lnTo>
                    <a:pt x="1008" y="216"/>
                  </a:lnTo>
                  <a:lnTo>
                    <a:pt x="990" y="203"/>
                  </a:lnTo>
                  <a:lnTo>
                    <a:pt x="970" y="191"/>
                  </a:lnTo>
                  <a:lnTo>
                    <a:pt x="949" y="180"/>
                  </a:lnTo>
                  <a:lnTo>
                    <a:pt x="925" y="168"/>
                  </a:lnTo>
                  <a:lnTo>
                    <a:pt x="900" y="157"/>
                  </a:lnTo>
                  <a:lnTo>
                    <a:pt x="873" y="145"/>
                  </a:lnTo>
                  <a:lnTo>
                    <a:pt x="845" y="134"/>
                  </a:lnTo>
                  <a:lnTo>
                    <a:pt x="815" y="124"/>
                  </a:lnTo>
                  <a:lnTo>
                    <a:pt x="782" y="113"/>
                  </a:lnTo>
                  <a:lnTo>
                    <a:pt x="749" y="103"/>
                  </a:lnTo>
                  <a:lnTo>
                    <a:pt x="714" y="93"/>
                  </a:lnTo>
                  <a:lnTo>
                    <a:pt x="677" y="83"/>
                  </a:lnTo>
                  <a:lnTo>
                    <a:pt x="640" y="74"/>
                  </a:lnTo>
                  <a:lnTo>
                    <a:pt x="600" y="66"/>
                  </a:lnTo>
                  <a:lnTo>
                    <a:pt x="560" y="57"/>
                  </a:lnTo>
                  <a:lnTo>
                    <a:pt x="519" y="49"/>
                  </a:lnTo>
                  <a:lnTo>
                    <a:pt x="476" y="42"/>
                  </a:lnTo>
                  <a:lnTo>
                    <a:pt x="432" y="36"/>
                  </a:lnTo>
                  <a:lnTo>
                    <a:pt x="387" y="28"/>
                  </a:lnTo>
                  <a:lnTo>
                    <a:pt x="341" y="23"/>
                  </a:lnTo>
                  <a:lnTo>
                    <a:pt x="294" y="18"/>
                  </a:lnTo>
                  <a:lnTo>
                    <a:pt x="247" y="13"/>
                  </a:lnTo>
                  <a:lnTo>
                    <a:pt x="199" y="9"/>
                  </a:lnTo>
                  <a:lnTo>
                    <a:pt x="149" y="7"/>
                  </a:lnTo>
                  <a:lnTo>
                    <a:pt x="100" y="4"/>
                  </a:lnTo>
                  <a:lnTo>
                    <a:pt x="51" y="1"/>
                  </a:lnTo>
                  <a:lnTo>
                    <a:pt x="0" y="0"/>
                  </a:lnTo>
                  <a:lnTo>
                    <a:pt x="0" y="12"/>
                  </a:lnTo>
                </a:path>
              </a:pathLst>
            </a:custGeom>
            <a:solidFill>
              <a:srgbClr val="339966"/>
            </a:solidFill>
            <a:ln w="12700">
              <a:noFill/>
            </a:ln>
          </p:spPr>
          <p:txBody>
            <a:bodyPr/>
            <a:lstStyle/>
            <a:p>
              <a:endParaRPr lang="zh-CN" altLang="en-US"/>
            </a:p>
          </p:txBody>
        </p:sp>
        <p:sp>
          <p:nvSpPr>
            <p:cNvPr id="43015" name="Freeform 348"/>
            <p:cNvSpPr/>
            <p:nvPr/>
          </p:nvSpPr>
          <p:spPr>
            <a:xfrm>
              <a:off x="1247" y="2397"/>
              <a:ext cx="1092" cy="275"/>
            </a:xfrm>
            <a:custGeom>
              <a:avLst/>
              <a:gdLst/>
              <a:ahLst/>
              <a:cxnLst>
                <a:cxn ang="0">
                  <a:pos x="15" y="255"/>
                </a:cxn>
                <a:cxn ang="0">
                  <a:pos x="29" y="224"/>
                </a:cxn>
                <a:cxn ang="0">
                  <a:pos x="54" y="192"/>
                </a:cxn>
                <a:cxn ang="0">
                  <a:pos x="88" y="165"/>
                </a:cxn>
                <a:cxn ang="0">
                  <a:pos x="132" y="139"/>
                </a:cxn>
                <a:cxn ang="0">
                  <a:pos x="186" y="115"/>
                </a:cxn>
                <a:cxn ang="0">
                  <a:pos x="247" y="95"/>
                </a:cxn>
                <a:cxn ang="0">
                  <a:pos x="316" y="75"/>
                </a:cxn>
                <a:cxn ang="0">
                  <a:pos x="390" y="60"/>
                </a:cxn>
                <a:cxn ang="0">
                  <a:pos x="471" y="46"/>
                </a:cxn>
                <a:cxn ang="0">
                  <a:pos x="557" y="36"/>
                </a:cxn>
                <a:cxn ang="0">
                  <a:pos x="648" y="25"/>
                </a:cxn>
                <a:cxn ang="0">
                  <a:pos x="741" y="19"/>
                </a:cxn>
                <a:cxn ang="0">
                  <a:pos x="838" y="15"/>
                </a:cxn>
                <a:cxn ang="0">
                  <a:pos x="939" y="13"/>
                </a:cxn>
                <a:cxn ang="0">
                  <a:pos x="1039" y="12"/>
                </a:cxn>
                <a:cxn ang="0">
                  <a:pos x="1091" y="1"/>
                </a:cxn>
                <a:cxn ang="0">
                  <a:pos x="988" y="0"/>
                </a:cxn>
                <a:cxn ang="0">
                  <a:pos x="887" y="1"/>
                </a:cxn>
                <a:cxn ang="0">
                  <a:pos x="789" y="5"/>
                </a:cxn>
                <a:cxn ang="0">
                  <a:pos x="693" y="10"/>
                </a:cxn>
                <a:cxn ang="0">
                  <a:pos x="601" y="18"/>
                </a:cxn>
                <a:cxn ang="0">
                  <a:pos x="512" y="28"/>
                </a:cxn>
                <a:cxn ang="0">
                  <a:pos x="427" y="41"/>
                </a:cxn>
                <a:cxn ang="0">
                  <a:pos x="349" y="54"/>
                </a:cxn>
                <a:cxn ang="0">
                  <a:pos x="277" y="72"/>
                </a:cxn>
                <a:cxn ang="0">
                  <a:pos x="210" y="93"/>
                </a:cxn>
                <a:cxn ang="0">
                  <a:pos x="153" y="115"/>
                </a:cxn>
                <a:cxn ang="0">
                  <a:pos x="103" y="140"/>
                </a:cxn>
                <a:cxn ang="0">
                  <a:pos x="62" y="169"/>
                </a:cxn>
                <a:cxn ang="0">
                  <a:pos x="30" y="201"/>
                </a:cxn>
                <a:cxn ang="0">
                  <a:pos x="10" y="235"/>
                </a:cxn>
                <a:cxn ang="0">
                  <a:pos x="0" y="272"/>
                </a:cxn>
              </a:cxnLst>
              <a:rect l="0" t="0" r="0" b="0"/>
              <a:pathLst>
                <a:path w="1092" h="275">
                  <a:moveTo>
                    <a:pt x="12" y="274"/>
                  </a:moveTo>
                  <a:lnTo>
                    <a:pt x="15" y="255"/>
                  </a:lnTo>
                  <a:lnTo>
                    <a:pt x="20" y="239"/>
                  </a:lnTo>
                  <a:lnTo>
                    <a:pt x="29" y="224"/>
                  </a:lnTo>
                  <a:lnTo>
                    <a:pt x="40" y="207"/>
                  </a:lnTo>
                  <a:lnTo>
                    <a:pt x="54" y="192"/>
                  </a:lnTo>
                  <a:lnTo>
                    <a:pt x="70" y="178"/>
                  </a:lnTo>
                  <a:lnTo>
                    <a:pt x="88" y="165"/>
                  </a:lnTo>
                  <a:lnTo>
                    <a:pt x="109" y="151"/>
                  </a:lnTo>
                  <a:lnTo>
                    <a:pt x="132" y="139"/>
                  </a:lnTo>
                  <a:lnTo>
                    <a:pt x="159" y="126"/>
                  </a:lnTo>
                  <a:lnTo>
                    <a:pt x="186" y="115"/>
                  </a:lnTo>
                  <a:lnTo>
                    <a:pt x="215" y="104"/>
                  </a:lnTo>
                  <a:lnTo>
                    <a:pt x="247" y="95"/>
                  </a:lnTo>
                  <a:lnTo>
                    <a:pt x="280" y="85"/>
                  </a:lnTo>
                  <a:lnTo>
                    <a:pt x="316" y="75"/>
                  </a:lnTo>
                  <a:lnTo>
                    <a:pt x="352" y="67"/>
                  </a:lnTo>
                  <a:lnTo>
                    <a:pt x="390" y="60"/>
                  </a:lnTo>
                  <a:lnTo>
                    <a:pt x="430" y="52"/>
                  </a:lnTo>
                  <a:lnTo>
                    <a:pt x="471" y="46"/>
                  </a:lnTo>
                  <a:lnTo>
                    <a:pt x="513" y="39"/>
                  </a:lnTo>
                  <a:lnTo>
                    <a:pt x="557" y="36"/>
                  </a:lnTo>
                  <a:lnTo>
                    <a:pt x="601" y="30"/>
                  </a:lnTo>
                  <a:lnTo>
                    <a:pt x="648" y="25"/>
                  </a:lnTo>
                  <a:lnTo>
                    <a:pt x="693" y="23"/>
                  </a:lnTo>
                  <a:lnTo>
                    <a:pt x="741" y="19"/>
                  </a:lnTo>
                  <a:lnTo>
                    <a:pt x="789" y="18"/>
                  </a:lnTo>
                  <a:lnTo>
                    <a:pt x="838" y="15"/>
                  </a:lnTo>
                  <a:lnTo>
                    <a:pt x="887" y="13"/>
                  </a:lnTo>
                  <a:lnTo>
                    <a:pt x="939" y="13"/>
                  </a:lnTo>
                  <a:lnTo>
                    <a:pt x="988" y="12"/>
                  </a:lnTo>
                  <a:lnTo>
                    <a:pt x="1039" y="12"/>
                  </a:lnTo>
                  <a:lnTo>
                    <a:pt x="1091" y="13"/>
                  </a:lnTo>
                  <a:lnTo>
                    <a:pt x="1091" y="1"/>
                  </a:lnTo>
                  <a:lnTo>
                    <a:pt x="1039" y="0"/>
                  </a:lnTo>
                  <a:lnTo>
                    <a:pt x="988" y="0"/>
                  </a:lnTo>
                  <a:lnTo>
                    <a:pt x="937" y="1"/>
                  </a:lnTo>
                  <a:lnTo>
                    <a:pt x="887" y="1"/>
                  </a:lnTo>
                  <a:lnTo>
                    <a:pt x="838" y="2"/>
                  </a:lnTo>
                  <a:lnTo>
                    <a:pt x="789" y="5"/>
                  </a:lnTo>
                  <a:lnTo>
                    <a:pt x="741" y="7"/>
                  </a:lnTo>
                  <a:lnTo>
                    <a:pt x="693" y="10"/>
                  </a:lnTo>
                  <a:lnTo>
                    <a:pt x="646" y="13"/>
                  </a:lnTo>
                  <a:lnTo>
                    <a:pt x="601" y="18"/>
                  </a:lnTo>
                  <a:lnTo>
                    <a:pt x="555" y="23"/>
                  </a:lnTo>
                  <a:lnTo>
                    <a:pt x="512" y="28"/>
                  </a:lnTo>
                  <a:lnTo>
                    <a:pt x="468" y="34"/>
                  </a:lnTo>
                  <a:lnTo>
                    <a:pt x="427" y="41"/>
                  </a:lnTo>
                  <a:lnTo>
                    <a:pt x="387" y="48"/>
                  </a:lnTo>
                  <a:lnTo>
                    <a:pt x="349" y="54"/>
                  </a:lnTo>
                  <a:lnTo>
                    <a:pt x="311" y="64"/>
                  </a:lnTo>
                  <a:lnTo>
                    <a:pt x="277" y="72"/>
                  </a:lnTo>
                  <a:lnTo>
                    <a:pt x="242" y="82"/>
                  </a:lnTo>
                  <a:lnTo>
                    <a:pt x="210" y="93"/>
                  </a:lnTo>
                  <a:lnTo>
                    <a:pt x="180" y="104"/>
                  </a:lnTo>
                  <a:lnTo>
                    <a:pt x="153" y="115"/>
                  </a:lnTo>
                  <a:lnTo>
                    <a:pt x="127" y="128"/>
                  </a:lnTo>
                  <a:lnTo>
                    <a:pt x="103" y="140"/>
                  </a:lnTo>
                  <a:lnTo>
                    <a:pt x="81" y="154"/>
                  </a:lnTo>
                  <a:lnTo>
                    <a:pt x="62" y="169"/>
                  </a:lnTo>
                  <a:lnTo>
                    <a:pt x="46" y="184"/>
                  </a:lnTo>
                  <a:lnTo>
                    <a:pt x="30" y="201"/>
                  </a:lnTo>
                  <a:lnTo>
                    <a:pt x="18" y="217"/>
                  </a:lnTo>
                  <a:lnTo>
                    <a:pt x="10" y="235"/>
                  </a:lnTo>
                  <a:lnTo>
                    <a:pt x="2" y="253"/>
                  </a:lnTo>
                  <a:lnTo>
                    <a:pt x="0" y="272"/>
                  </a:lnTo>
                  <a:lnTo>
                    <a:pt x="12" y="274"/>
                  </a:lnTo>
                </a:path>
              </a:pathLst>
            </a:custGeom>
            <a:solidFill>
              <a:srgbClr val="339966"/>
            </a:solidFill>
            <a:ln w="12700">
              <a:noFill/>
            </a:ln>
          </p:spPr>
          <p:txBody>
            <a:bodyPr/>
            <a:lstStyle/>
            <a:p>
              <a:endParaRPr lang="zh-CN" altLang="en-US"/>
            </a:p>
          </p:txBody>
        </p:sp>
        <p:sp>
          <p:nvSpPr>
            <p:cNvPr id="43016" name="Freeform 349"/>
            <p:cNvSpPr/>
            <p:nvPr/>
          </p:nvSpPr>
          <p:spPr>
            <a:xfrm>
              <a:off x="1248" y="2669"/>
              <a:ext cx="1079" cy="423"/>
            </a:xfrm>
            <a:custGeom>
              <a:avLst/>
              <a:gdLst/>
              <a:ahLst/>
              <a:cxnLst>
                <a:cxn ang="0">
                  <a:pos x="1022" y="409"/>
                </a:cxn>
                <a:cxn ang="0">
                  <a:pos x="915" y="402"/>
                </a:cxn>
                <a:cxn ang="0">
                  <a:pos x="810" y="391"/>
                </a:cxn>
                <a:cxn ang="0">
                  <a:pos x="709" y="373"/>
                </a:cxn>
                <a:cxn ang="0">
                  <a:pos x="613" y="350"/>
                </a:cxn>
                <a:cxn ang="0">
                  <a:pos x="521" y="324"/>
                </a:cxn>
                <a:cxn ang="0">
                  <a:pos x="435" y="295"/>
                </a:cxn>
                <a:cxn ang="0">
                  <a:pos x="355" y="262"/>
                </a:cxn>
                <a:cxn ang="0">
                  <a:pos x="282" y="228"/>
                </a:cxn>
                <a:cxn ang="0">
                  <a:pos x="216" y="193"/>
                </a:cxn>
                <a:cxn ang="0">
                  <a:pos x="159" y="159"/>
                </a:cxn>
                <a:cxn ang="0">
                  <a:pos x="109" y="125"/>
                </a:cxn>
                <a:cxn ang="0">
                  <a:pos x="69" y="92"/>
                </a:cxn>
                <a:cxn ang="0">
                  <a:pos x="38" y="60"/>
                </a:cxn>
                <a:cxn ang="0">
                  <a:pos x="20" y="33"/>
                </a:cxn>
                <a:cxn ang="0">
                  <a:pos x="12" y="10"/>
                </a:cxn>
                <a:cxn ang="0">
                  <a:pos x="0" y="0"/>
                </a:cxn>
                <a:cxn ang="0">
                  <a:pos x="2" y="25"/>
                </a:cxn>
                <a:cxn ang="0">
                  <a:pos x="17" y="53"/>
                </a:cxn>
                <a:cxn ang="0">
                  <a:pos x="44" y="84"/>
                </a:cxn>
                <a:cxn ang="0">
                  <a:pos x="79" y="116"/>
                </a:cxn>
                <a:cxn ang="0">
                  <a:pos x="125" y="151"/>
                </a:cxn>
                <a:cxn ang="0">
                  <a:pos x="179" y="187"/>
                </a:cxn>
                <a:cxn ang="0">
                  <a:pos x="242" y="222"/>
                </a:cxn>
                <a:cxn ang="0">
                  <a:pos x="313" y="257"/>
                </a:cxn>
                <a:cxn ang="0">
                  <a:pos x="390" y="290"/>
                </a:cxn>
                <a:cxn ang="0">
                  <a:pos x="474" y="321"/>
                </a:cxn>
                <a:cxn ang="0">
                  <a:pos x="563" y="350"/>
                </a:cxn>
                <a:cxn ang="0">
                  <a:pos x="659" y="375"/>
                </a:cxn>
                <a:cxn ang="0">
                  <a:pos x="757" y="394"/>
                </a:cxn>
                <a:cxn ang="0">
                  <a:pos x="861" y="409"/>
                </a:cxn>
                <a:cxn ang="0">
                  <a:pos x="968" y="419"/>
                </a:cxn>
                <a:cxn ang="0">
                  <a:pos x="1078" y="422"/>
                </a:cxn>
              </a:cxnLst>
              <a:rect l="0" t="0" r="0" b="0"/>
              <a:pathLst>
                <a:path w="1079" h="423">
                  <a:moveTo>
                    <a:pt x="1078" y="409"/>
                  </a:moveTo>
                  <a:lnTo>
                    <a:pt x="1022" y="409"/>
                  </a:lnTo>
                  <a:lnTo>
                    <a:pt x="968" y="406"/>
                  </a:lnTo>
                  <a:lnTo>
                    <a:pt x="915" y="402"/>
                  </a:lnTo>
                  <a:lnTo>
                    <a:pt x="862" y="397"/>
                  </a:lnTo>
                  <a:lnTo>
                    <a:pt x="810" y="391"/>
                  </a:lnTo>
                  <a:lnTo>
                    <a:pt x="759" y="383"/>
                  </a:lnTo>
                  <a:lnTo>
                    <a:pt x="709" y="373"/>
                  </a:lnTo>
                  <a:lnTo>
                    <a:pt x="661" y="362"/>
                  </a:lnTo>
                  <a:lnTo>
                    <a:pt x="613" y="350"/>
                  </a:lnTo>
                  <a:lnTo>
                    <a:pt x="566" y="338"/>
                  </a:lnTo>
                  <a:lnTo>
                    <a:pt x="521" y="324"/>
                  </a:lnTo>
                  <a:lnTo>
                    <a:pt x="478" y="310"/>
                  </a:lnTo>
                  <a:lnTo>
                    <a:pt x="435" y="295"/>
                  </a:lnTo>
                  <a:lnTo>
                    <a:pt x="394" y="279"/>
                  </a:lnTo>
                  <a:lnTo>
                    <a:pt x="355" y="262"/>
                  </a:lnTo>
                  <a:lnTo>
                    <a:pt x="317" y="246"/>
                  </a:lnTo>
                  <a:lnTo>
                    <a:pt x="282" y="228"/>
                  </a:lnTo>
                  <a:lnTo>
                    <a:pt x="248" y="211"/>
                  </a:lnTo>
                  <a:lnTo>
                    <a:pt x="216" y="193"/>
                  </a:lnTo>
                  <a:lnTo>
                    <a:pt x="186" y="175"/>
                  </a:lnTo>
                  <a:lnTo>
                    <a:pt x="159" y="159"/>
                  </a:lnTo>
                  <a:lnTo>
                    <a:pt x="132" y="141"/>
                  </a:lnTo>
                  <a:lnTo>
                    <a:pt x="109" y="125"/>
                  </a:lnTo>
                  <a:lnTo>
                    <a:pt x="88" y="108"/>
                  </a:lnTo>
                  <a:lnTo>
                    <a:pt x="69" y="92"/>
                  </a:lnTo>
                  <a:lnTo>
                    <a:pt x="52" y="75"/>
                  </a:lnTo>
                  <a:lnTo>
                    <a:pt x="38" y="60"/>
                  </a:lnTo>
                  <a:lnTo>
                    <a:pt x="29" y="46"/>
                  </a:lnTo>
                  <a:lnTo>
                    <a:pt x="20" y="33"/>
                  </a:lnTo>
                  <a:lnTo>
                    <a:pt x="15" y="22"/>
                  </a:lnTo>
                  <a:lnTo>
                    <a:pt x="12" y="10"/>
                  </a:lnTo>
                  <a:lnTo>
                    <a:pt x="12" y="1"/>
                  </a:lnTo>
                  <a:lnTo>
                    <a:pt x="0" y="0"/>
                  </a:lnTo>
                  <a:lnTo>
                    <a:pt x="0" y="12"/>
                  </a:lnTo>
                  <a:lnTo>
                    <a:pt x="2" y="25"/>
                  </a:lnTo>
                  <a:lnTo>
                    <a:pt x="10" y="39"/>
                  </a:lnTo>
                  <a:lnTo>
                    <a:pt x="17" y="53"/>
                  </a:lnTo>
                  <a:lnTo>
                    <a:pt x="30" y="68"/>
                  </a:lnTo>
                  <a:lnTo>
                    <a:pt x="44" y="84"/>
                  </a:lnTo>
                  <a:lnTo>
                    <a:pt x="61" y="100"/>
                  </a:lnTo>
                  <a:lnTo>
                    <a:pt x="79" y="116"/>
                  </a:lnTo>
                  <a:lnTo>
                    <a:pt x="102" y="134"/>
                  </a:lnTo>
                  <a:lnTo>
                    <a:pt x="125" y="151"/>
                  </a:lnTo>
                  <a:lnTo>
                    <a:pt x="151" y="169"/>
                  </a:lnTo>
                  <a:lnTo>
                    <a:pt x="179" y="187"/>
                  </a:lnTo>
                  <a:lnTo>
                    <a:pt x="209" y="204"/>
                  </a:lnTo>
                  <a:lnTo>
                    <a:pt x="242" y="222"/>
                  </a:lnTo>
                  <a:lnTo>
                    <a:pt x="277" y="240"/>
                  </a:lnTo>
                  <a:lnTo>
                    <a:pt x="313" y="257"/>
                  </a:lnTo>
                  <a:lnTo>
                    <a:pt x="350" y="273"/>
                  </a:lnTo>
                  <a:lnTo>
                    <a:pt x="390" y="290"/>
                  </a:lnTo>
                  <a:lnTo>
                    <a:pt x="431" y="306"/>
                  </a:lnTo>
                  <a:lnTo>
                    <a:pt x="474" y="321"/>
                  </a:lnTo>
                  <a:lnTo>
                    <a:pt x="518" y="337"/>
                  </a:lnTo>
                  <a:lnTo>
                    <a:pt x="563" y="350"/>
                  </a:lnTo>
                  <a:lnTo>
                    <a:pt x="610" y="362"/>
                  </a:lnTo>
                  <a:lnTo>
                    <a:pt x="659" y="375"/>
                  </a:lnTo>
                  <a:lnTo>
                    <a:pt x="707" y="384"/>
                  </a:lnTo>
                  <a:lnTo>
                    <a:pt x="757" y="394"/>
                  </a:lnTo>
                  <a:lnTo>
                    <a:pt x="808" y="402"/>
                  </a:lnTo>
                  <a:lnTo>
                    <a:pt x="861" y="409"/>
                  </a:lnTo>
                  <a:lnTo>
                    <a:pt x="913" y="414"/>
                  </a:lnTo>
                  <a:lnTo>
                    <a:pt x="968" y="419"/>
                  </a:lnTo>
                  <a:lnTo>
                    <a:pt x="1022" y="420"/>
                  </a:lnTo>
                  <a:lnTo>
                    <a:pt x="1078" y="422"/>
                  </a:lnTo>
                  <a:lnTo>
                    <a:pt x="1078" y="409"/>
                  </a:lnTo>
                </a:path>
              </a:pathLst>
            </a:custGeom>
            <a:solidFill>
              <a:srgbClr val="339966"/>
            </a:solidFill>
            <a:ln w="12700">
              <a:noFill/>
            </a:ln>
          </p:spPr>
          <p:txBody>
            <a:bodyPr/>
            <a:lstStyle/>
            <a:p>
              <a:endParaRPr lang="zh-CN" altLang="en-US"/>
            </a:p>
          </p:txBody>
        </p:sp>
        <p:sp>
          <p:nvSpPr>
            <p:cNvPr id="43017" name="Freeform 350"/>
            <p:cNvSpPr/>
            <p:nvPr/>
          </p:nvSpPr>
          <p:spPr>
            <a:xfrm>
              <a:off x="2326" y="2677"/>
              <a:ext cx="1081" cy="415"/>
            </a:xfrm>
            <a:custGeom>
              <a:avLst/>
              <a:gdLst/>
              <a:ahLst/>
              <a:cxnLst>
                <a:cxn ang="0">
                  <a:pos x="1064" y="2"/>
                </a:cxn>
                <a:cxn ang="0">
                  <a:pos x="1066" y="39"/>
                </a:cxn>
                <a:cxn ang="0">
                  <a:pos x="1054" y="76"/>
                </a:cxn>
                <a:cxn ang="0">
                  <a:pos x="1031" y="112"/>
                </a:cxn>
                <a:cxn ang="0">
                  <a:pos x="997" y="148"/>
                </a:cxn>
                <a:cxn ang="0">
                  <a:pos x="953" y="181"/>
                </a:cxn>
                <a:cxn ang="0">
                  <a:pos x="901" y="214"/>
                </a:cxn>
                <a:cxn ang="0">
                  <a:pos x="838" y="245"/>
                </a:cxn>
                <a:cxn ang="0">
                  <a:pos x="767" y="273"/>
                </a:cxn>
                <a:cxn ang="0">
                  <a:pos x="690" y="301"/>
                </a:cxn>
                <a:cxn ang="0">
                  <a:pos x="606" y="324"/>
                </a:cxn>
                <a:cxn ang="0">
                  <a:pos x="515" y="346"/>
                </a:cxn>
                <a:cxn ang="0">
                  <a:pos x="419" y="364"/>
                </a:cxn>
                <a:cxn ang="0">
                  <a:pos x="319" y="379"/>
                </a:cxn>
                <a:cxn ang="0">
                  <a:pos x="216" y="391"/>
                </a:cxn>
                <a:cxn ang="0">
                  <a:pos x="108" y="397"/>
                </a:cxn>
                <a:cxn ang="0">
                  <a:pos x="0" y="401"/>
                </a:cxn>
                <a:cxn ang="0">
                  <a:pos x="54" y="412"/>
                </a:cxn>
                <a:cxn ang="0">
                  <a:pos x="163" y="406"/>
                </a:cxn>
                <a:cxn ang="0">
                  <a:pos x="270" y="397"/>
                </a:cxn>
                <a:cxn ang="0">
                  <a:pos x="371" y="385"/>
                </a:cxn>
                <a:cxn ang="0">
                  <a:pos x="469" y="367"/>
                </a:cxn>
                <a:cxn ang="0">
                  <a:pos x="563" y="347"/>
                </a:cxn>
                <a:cxn ang="0">
                  <a:pos x="651" y="324"/>
                </a:cxn>
                <a:cxn ang="0">
                  <a:pos x="734" y="300"/>
                </a:cxn>
                <a:cxn ang="0">
                  <a:pos x="808" y="271"/>
                </a:cxn>
                <a:cxn ang="0">
                  <a:pos x="876" y="241"/>
                </a:cxn>
                <a:cxn ang="0">
                  <a:pos x="935" y="208"/>
                </a:cxn>
                <a:cxn ang="0">
                  <a:pos x="984" y="173"/>
                </a:cxn>
                <a:cxn ang="0">
                  <a:pos x="1025" y="138"/>
                </a:cxn>
                <a:cxn ang="0">
                  <a:pos x="1055" y="101"/>
                </a:cxn>
                <a:cxn ang="0">
                  <a:pos x="1073" y="61"/>
                </a:cxn>
                <a:cxn ang="0">
                  <a:pos x="1080" y="21"/>
                </a:cxn>
                <a:cxn ang="0">
                  <a:pos x="1066" y="3"/>
                </a:cxn>
              </a:cxnLst>
              <a:rect l="0" t="0" r="0" b="0"/>
              <a:pathLst>
                <a:path w="1081" h="415">
                  <a:moveTo>
                    <a:pt x="1066" y="3"/>
                  </a:moveTo>
                  <a:lnTo>
                    <a:pt x="1064" y="2"/>
                  </a:lnTo>
                  <a:lnTo>
                    <a:pt x="1067" y="21"/>
                  </a:lnTo>
                  <a:lnTo>
                    <a:pt x="1066" y="39"/>
                  </a:lnTo>
                  <a:lnTo>
                    <a:pt x="1061" y="57"/>
                  </a:lnTo>
                  <a:lnTo>
                    <a:pt x="1054" y="76"/>
                  </a:lnTo>
                  <a:lnTo>
                    <a:pt x="1044" y="94"/>
                  </a:lnTo>
                  <a:lnTo>
                    <a:pt x="1031" y="112"/>
                  </a:lnTo>
                  <a:lnTo>
                    <a:pt x="1016" y="130"/>
                  </a:lnTo>
                  <a:lnTo>
                    <a:pt x="997" y="148"/>
                  </a:lnTo>
                  <a:lnTo>
                    <a:pt x="977" y="164"/>
                  </a:lnTo>
                  <a:lnTo>
                    <a:pt x="953" y="181"/>
                  </a:lnTo>
                  <a:lnTo>
                    <a:pt x="928" y="198"/>
                  </a:lnTo>
                  <a:lnTo>
                    <a:pt x="901" y="214"/>
                  </a:lnTo>
                  <a:lnTo>
                    <a:pt x="870" y="230"/>
                  </a:lnTo>
                  <a:lnTo>
                    <a:pt x="838" y="245"/>
                  </a:lnTo>
                  <a:lnTo>
                    <a:pt x="804" y="260"/>
                  </a:lnTo>
                  <a:lnTo>
                    <a:pt x="767" y="273"/>
                  </a:lnTo>
                  <a:lnTo>
                    <a:pt x="730" y="287"/>
                  </a:lnTo>
                  <a:lnTo>
                    <a:pt x="690" y="301"/>
                  </a:lnTo>
                  <a:lnTo>
                    <a:pt x="648" y="314"/>
                  </a:lnTo>
                  <a:lnTo>
                    <a:pt x="606" y="324"/>
                  </a:lnTo>
                  <a:lnTo>
                    <a:pt x="560" y="335"/>
                  </a:lnTo>
                  <a:lnTo>
                    <a:pt x="515" y="346"/>
                  </a:lnTo>
                  <a:lnTo>
                    <a:pt x="468" y="356"/>
                  </a:lnTo>
                  <a:lnTo>
                    <a:pt x="419" y="364"/>
                  </a:lnTo>
                  <a:lnTo>
                    <a:pt x="370" y="373"/>
                  </a:lnTo>
                  <a:lnTo>
                    <a:pt x="319" y="379"/>
                  </a:lnTo>
                  <a:lnTo>
                    <a:pt x="268" y="385"/>
                  </a:lnTo>
                  <a:lnTo>
                    <a:pt x="216" y="391"/>
                  </a:lnTo>
                  <a:lnTo>
                    <a:pt x="162" y="394"/>
                  </a:lnTo>
                  <a:lnTo>
                    <a:pt x="108" y="397"/>
                  </a:lnTo>
                  <a:lnTo>
                    <a:pt x="54" y="400"/>
                  </a:lnTo>
                  <a:lnTo>
                    <a:pt x="0" y="401"/>
                  </a:lnTo>
                  <a:lnTo>
                    <a:pt x="0" y="414"/>
                  </a:lnTo>
                  <a:lnTo>
                    <a:pt x="54" y="412"/>
                  </a:lnTo>
                  <a:lnTo>
                    <a:pt x="110" y="409"/>
                  </a:lnTo>
                  <a:lnTo>
                    <a:pt x="163" y="406"/>
                  </a:lnTo>
                  <a:lnTo>
                    <a:pt x="217" y="403"/>
                  </a:lnTo>
                  <a:lnTo>
                    <a:pt x="270" y="397"/>
                  </a:lnTo>
                  <a:lnTo>
                    <a:pt x="321" y="391"/>
                  </a:lnTo>
                  <a:lnTo>
                    <a:pt x="371" y="385"/>
                  </a:lnTo>
                  <a:lnTo>
                    <a:pt x="421" y="376"/>
                  </a:lnTo>
                  <a:lnTo>
                    <a:pt x="469" y="367"/>
                  </a:lnTo>
                  <a:lnTo>
                    <a:pt x="517" y="357"/>
                  </a:lnTo>
                  <a:lnTo>
                    <a:pt x="563" y="347"/>
                  </a:lnTo>
                  <a:lnTo>
                    <a:pt x="609" y="337"/>
                  </a:lnTo>
                  <a:lnTo>
                    <a:pt x="651" y="324"/>
                  </a:lnTo>
                  <a:lnTo>
                    <a:pt x="694" y="312"/>
                  </a:lnTo>
                  <a:lnTo>
                    <a:pt x="734" y="300"/>
                  </a:lnTo>
                  <a:lnTo>
                    <a:pt x="771" y="286"/>
                  </a:lnTo>
                  <a:lnTo>
                    <a:pt x="808" y="271"/>
                  </a:lnTo>
                  <a:lnTo>
                    <a:pt x="843" y="256"/>
                  </a:lnTo>
                  <a:lnTo>
                    <a:pt x="876" y="241"/>
                  </a:lnTo>
                  <a:lnTo>
                    <a:pt x="906" y="224"/>
                  </a:lnTo>
                  <a:lnTo>
                    <a:pt x="935" y="208"/>
                  </a:lnTo>
                  <a:lnTo>
                    <a:pt x="961" y="191"/>
                  </a:lnTo>
                  <a:lnTo>
                    <a:pt x="984" y="173"/>
                  </a:lnTo>
                  <a:lnTo>
                    <a:pt x="1005" y="155"/>
                  </a:lnTo>
                  <a:lnTo>
                    <a:pt x="1025" y="138"/>
                  </a:lnTo>
                  <a:lnTo>
                    <a:pt x="1041" y="120"/>
                  </a:lnTo>
                  <a:lnTo>
                    <a:pt x="1055" y="101"/>
                  </a:lnTo>
                  <a:lnTo>
                    <a:pt x="1064" y="81"/>
                  </a:lnTo>
                  <a:lnTo>
                    <a:pt x="1073" y="61"/>
                  </a:lnTo>
                  <a:lnTo>
                    <a:pt x="1077" y="42"/>
                  </a:lnTo>
                  <a:lnTo>
                    <a:pt x="1080" y="21"/>
                  </a:lnTo>
                  <a:lnTo>
                    <a:pt x="1077" y="0"/>
                  </a:lnTo>
                  <a:lnTo>
                    <a:pt x="1066" y="3"/>
                  </a:lnTo>
                </a:path>
              </a:pathLst>
            </a:custGeom>
            <a:solidFill>
              <a:srgbClr val="339966"/>
            </a:solidFill>
            <a:ln w="12700">
              <a:noFill/>
            </a:ln>
          </p:spPr>
          <p:txBody>
            <a:bodyPr/>
            <a:lstStyle/>
            <a:p>
              <a:endParaRPr lang="zh-CN" altLang="en-US"/>
            </a:p>
          </p:txBody>
        </p:sp>
        <p:sp>
          <p:nvSpPr>
            <p:cNvPr id="43018" name="Freeform 351"/>
            <p:cNvSpPr/>
            <p:nvPr/>
          </p:nvSpPr>
          <p:spPr>
            <a:xfrm>
              <a:off x="1425" y="2497"/>
              <a:ext cx="901" cy="597"/>
            </a:xfrm>
            <a:custGeom>
              <a:avLst/>
              <a:gdLst/>
              <a:ahLst/>
              <a:cxnLst>
                <a:cxn ang="0">
                  <a:pos x="898" y="596"/>
                </a:cxn>
                <a:cxn ang="0">
                  <a:pos x="900" y="583"/>
                </a:cxn>
                <a:cxn ang="0">
                  <a:pos x="815" y="573"/>
                </a:cxn>
                <a:cxn ang="0">
                  <a:pos x="738" y="559"/>
                </a:cxn>
                <a:cxn ang="0">
                  <a:pos x="665" y="541"/>
                </a:cxn>
                <a:cxn ang="0">
                  <a:pos x="597" y="520"/>
                </a:cxn>
                <a:cxn ang="0">
                  <a:pos x="533" y="492"/>
                </a:cxn>
                <a:cxn ang="0">
                  <a:pos x="476" y="464"/>
                </a:cxn>
                <a:cxn ang="0">
                  <a:pos x="420" y="429"/>
                </a:cxn>
                <a:cxn ang="0">
                  <a:pos x="368" y="392"/>
                </a:cxn>
                <a:cxn ang="0">
                  <a:pos x="319" y="352"/>
                </a:cxn>
                <a:cxn ang="0">
                  <a:pos x="272" y="308"/>
                </a:cxn>
                <a:cxn ang="0">
                  <a:pos x="226" y="263"/>
                </a:cxn>
                <a:cxn ang="0">
                  <a:pos x="182" y="214"/>
                </a:cxn>
                <a:cxn ang="0">
                  <a:pos x="139" y="164"/>
                </a:cxn>
                <a:cxn ang="0">
                  <a:pos x="96" y="111"/>
                </a:cxn>
                <a:cxn ang="0">
                  <a:pos x="54" y="56"/>
                </a:cxn>
                <a:cxn ang="0">
                  <a:pos x="11" y="0"/>
                </a:cxn>
                <a:cxn ang="0">
                  <a:pos x="0" y="7"/>
                </a:cxn>
                <a:cxn ang="0">
                  <a:pos x="44" y="63"/>
                </a:cxn>
                <a:cxn ang="0">
                  <a:pos x="87" y="118"/>
                </a:cxn>
                <a:cxn ang="0">
                  <a:pos x="129" y="172"/>
                </a:cxn>
                <a:cxn ang="0">
                  <a:pos x="172" y="223"/>
                </a:cxn>
                <a:cxn ang="0">
                  <a:pos x="216" y="270"/>
                </a:cxn>
                <a:cxn ang="0">
                  <a:pos x="262" y="317"/>
                </a:cxn>
                <a:cxn ang="0">
                  <a:pos x="310" y="361"/>
                </a:cxn>
                <a:cxn ang="0">
                  <a:pos x="360" y="402"/>
                </a:cxn>
                <a:cxn ang="0">
                  <a:pos x="414" y="438"/>
                </a:cxn>
                <a:cxn ang="0">
                  <a:pos x="469" y="473"/>
                </a:cxn>
                <a:cxn ang="0">
                  <a:pos x="530" y="505"/>
                </a:cxn>
                <a:cxn ang="0">
                  <a:pos x="593" y="531"/>
                </a:cxn>
                <a:cxn ang="0">
                  <a:pos x="660" y="554"/>
                </a:cxn>
                <a:cxn ang="0">
                  <a:pos x="735" y="572"/>
                </a:cxn>
                <a:cxn ang="0">
                  <a:pos x="814" y="586"/>
                </a:cxn>
                <a:cxn ang="0">
                  <a:pos x="898" y="596"/>
                </a:cxn>
                <a:cxn ang="0">
                  <a:pos x="900" y="583"/>
                </a:cxn>
                <a:cxn ang="0">
                  <a:pos x="898" y="596"/>
                </a:cxn>
              </a:cxnLst>
              <a:rect l="0" t="0" r="0" b="0"/>
              <a:pathLst>
                <a:path w="901" h="597">
                  <a:moveTo>
                    <a:pt x="898" y="596"/>
                  </a:moveTo>
                  <a:lnTo>
                    <a:pt x="900" y="583"/>
                  </a:lnTo>
                  <a:lnTo>
                    <a:pt x="815" y="573"/>
                  </a:lnTo>
                  <a:lnTo>
                    <a:pt x="738" y="559"/>
                  </a:lnTo>
                  <a:lnTo>
                    <a:pt x="665" y="541"/>
                  </a:lnTo>
                  <a:lnTo>
                    <a:pt x="597" y="520"/>
                  </a:lnTo>
                  <a:lnTo>
                    <a:pt x="533" y="492"/>
                  </a:lnTo>
                  <a:lnTo>
                    <a:pt x="476" y="464"/>
                  </a:lnTo>
                  <a:lnTo>
                    <a:pt x="420" y="429"/>
                  </a:lnTo>
                  <a:lnTo>
                    <a:pt x="368" y="392"/>
                  </a:lnTo>
                  <a:lnTo>
                    <a:pt x="319" y="352"/>
                  </a:lnTo>
                  <a:lnTo>
                    <a:pt x="272" y="308"/>
                  </a:lnTo>
                  <a:lnTo>
                    <a:pt x="226" y="263"/>
                  </a:lnTo>
                  <a:lnTo>
                    <a:pt x="182" y="214"/>
                  </a:lnTo>
                  <a:lnTo>
                    <a:pt x="139" y="164"/>
                  </a:lnTo>
                  <a:lnTo>
                    <a:pt x="96" y="111"/>
                  </a:lnTo>
                  <a:lnTo>
                    <a:pt x="54" y="56"/>
                  </a:lnTo>
                  <a:lnTo>
                    <a:pt x="11" y="0"/>
                  </a:lnTo>
                  <a:lnTo>
                    <a:pt x="0" y="7"/>
                  </a:lnTo>
                  <a:lnTo>
                    <a:pt x="44" y="63"/>
                  </a:lnTo>
                  <a:lnTo>
                    <a:pt x="87" y="118"/>
                  </a:lnTo>
                  <a:lnTo>
                    <a:pt x="129" y="172"/>
                  </a:lnTo>
                  <a:lnTo>
                    <a:pt x="172" y="223"/>
                  </a:lnTo>
                  <a:lnTo>
                    <a:pt x="216" y="270"/>
                  </a:lnTo>
                  <a:lnTo>
                    <a:pt x="262" y="317"/>
                  </a:lnTo>
                  <a:lnTo>
                    <a:pt x="310" y="361"/>
                  </a:lnTo>
                  <a:lnTo>
                    <a:pt x="360" y="402"/>
                  </a:lnTo>
                  <a:lnTo>
                    <a:pt x="414" y="438"/>
                  </a:lnTo>
                  <a:lnTo>
                    <a:pt x="469" y="473"/>
                  </a:lnTo>
                  <a:lnTo>
                    <a:pt x="530" y="505"/>
                  </a:lnTo>
                  <a:lnTo>
                    <a:pt x="593" y="531"/>
                  </a:lnTo>
                  <a:lnTo>
                    <a:pt x="660" y="554"/>
                  </a:lnTo>
                  <a:lnTo>
                    <a:pt x="735" y="572"/>
                  </a:lnTo>
                  <a:lnTo>
                    <a:pt x="814" y="586"/>
                  </a:lnTo>
                  <a:lnTo>
                    <a:pt x="898" y="596"/>
                  </a:lnTo>
                  <a:lnTo>
                    <a:pt x="900" y="583"/>
                  </a:lnTo>
                  <a:lnTo>
                    <a:pt x="898" y="596"/>
                  </a:lnTo>
                </a:path>
              </a:pathLst>
            </a:custGeom>
            <a:solidFill>
              <a:srgbClr val="339966"/>
            </a:solidFill>
            <a:ln w="12700">
              <a:noFill/>
            </a:ln>
          </p:spPr>
          <p:txBody>
            <a:bodyPr/>
            <a:lstStyle/>
            <a:p>
              <a:endParaRPr lang="zh-CN" altLang="en-US"/>
            </a:p>
          </p:txBody>
        </p:sp>
        <p:sp>
          <p:nvSpPr>
            <p:cNvPr id="43019" name="Freeform 352"/>
            <p:cNvSpPr/>
            <p:nvPr/>
          </p:nvSpPr>
          <p:spPr>
            <a:xfrm>
              <a:off x="1277" y="2601"/>
              <a:ext cx="1049" cy="493"/>
            </a:xfrm>
            <a:custGeom>
              <a:avLst/>
              <a:gdLst/>
              <a:ahLst/>
              <a:cxnLst>
                <a:cxn ang="0">
                  <a:pos x="42" y="54"/>
                </a:cxn>
                <a:cxn ang="0">
                  <a:pos x="123" y="137"/>
                </a:cxn>
                <a:cxn ang="0">
                  <a:pos x="202" y="209"/>
                </a:cxn>
                <a:cxn ang="0">
                  <a:pos x="275" y="270"/>
                </a:cxn>
                <a:cxn ang="0">
                  <a:pos x="347" y="321"/>
                </a:cxn>
                <a:cxn ang="0">
                  <a:pos x="414" y="362"/>
                </a:cxn>
                <a:cxn ang="0">
                  <a:pos x="481" y="396"/>
                </a:cxn>
                <a:cxn ang="0">
                  <a:pos x="544" y="424"/>
                </a:cxn>
                <a:cxn ang="0">
                  <a:pos x="606" y="445"/>
                </a:cxn>
                <a:cxn ang="0">
                  <a:pos x="666" y="460"/>
                </a:cxn>
                <a:cxn ang="0">
                  <a:pos x="726" y="471"/>
                </a:cxn>
                <a:cxn ang="0">
                  <a:pos x="785" y="478"/>
                </a:cxn>
                <a:cxn ang="0">
                  <a:pos x="843" y="482"/>
                </a:cxn>
                <a:cxn ang="0">
                  <a:pos x="901" y="486"/>
                </a:cxn>
                <a:cxn ang="0">
                  <a:pos x="959" y="487"/>
                </a:cxn>
                <a:cxn ang="0">
                  <a:pos x="1017" y="490"/>
                </a:cxn>
                <a:cxn ang="0">
                  <a:pos x="1048" y="479"/>
                </a:cxn>
                <a:cxn ang="0">
                  <a:pos x="988" y="476"/>
                </a:cxn>
                <a:cxn ang="0">
                  <a:pos x="930" y="473"/>
                </a:cxn>
                <a:cxn ang="0">
                  <a:pos x="872" y="472"/>
                </a:cxn>
                <a:cxn ang="0">
                  <a:pos x="814" y="468"/>
                </a:cxn>
                <a:cxn ang="0">
                  <a:pos x="758" y="463"/>
                </a:cxn>
                <a:cxn ang="0">
                  <a:pos x="698" y="453"/>
                </a:cxn>
                <a:cxn ang="0">
                  <a:pos x="641" y="440"/>
                </a:cxn>
                <a:cxn ang="0">
                  <a:pos x="580" y="422"/>
                </a:cxn>
                <a:cxn ang="0">
                  <a:pos x="517" y="399"/>
                </a:cxn>
                <a:cxn ang="0">
                  <a:pos x="454" y="370"/>
                </a:cxn>
                <a:cxn ang="0">
                  <a:pos x="388" y="332"/>
                </a:cxn>
                <a:cxn ang="0">
                  <a:pos x="319" y="287"/>
                </a:cxn>
                <a:cxn ang="0">
                  <a:pos x="246" y="231"/>
                </a:cxn>
                <a:cxn ang="0">
                  <a:pos x="172" y="165"/>
                </a:cxn>
                <a:cxn ang="0">
                  <a:pos x="92" y="88"/>
                </a:cxn>
                <a:cxn ang="0">
                  <a:pos x="9" y="0"/>
                </a:cxn>
              </a:cxnLst>
              <a:rect l="0" t="0" r="0" b="0"/>
              <a:pathLst>
                <a:path w="1049" h="493">
                  <a:moveTo>
                    <a:pt x="0" y="8"/>
                  </a:moveTo>
                  <a:lnTo>
                    <a:pt x="42" y="54"/>
                  </a:lnTo>
                  <a:lnTo>
                    <a:pt x="83" y="98"/>
                  </a:lnTo>
                  <a:lnTo>
                    <a:pt x="123" y="137"/>
                  </a:lnTo>
                  <a:lnTo>
                    <a:pt x="163" y="175"/>
                  </a:lnTo>
                  <a:lnTo>
                    <a:pt x="202" y="209"/>
                  </a:lnTo>
                  <a:lnTo>
                    <a:pt x="239" y="241"/>
                  </a:lnTo>
                  <a:lnTo>
                    <a:pt x="275" y="270"/>
                  </a:lnTo>
                  <a:lnTo>
                    <a:pt x="311" y="296"/>
                  </a:lnTo>
                  <a:lnTo>
                    <a:pt x="347" y="321"/>
                  </a:lnTo>
                  <a:lnTo>
                    <a:pt x="381" y="343"/>
                  </a:lnTo>
                  <a:lnTo>
                    <a:pt x="414" y="362"/>
                  </a:lnTo>
                  <a:lnTo>
                    <a:pt x="449" y="381"/>
                  </a:lnTo>
                  <a:lnTo>
                    <a:pt x="481" y="396"/>
                  </a:lnTo>
                  <a:lnTo>
                    <a:pt x="514" y="411"/>
                  </a:lnTo>
                  <a:lnTo>
                    <a:pt x="544" y="424"/>
                  </a:lnTo>
                  <a:lnTo>
                    <a:pt x="576" y="435"/>
                  </a:lnTo>
                  <a:lnTo>
                    <a:pt x="606" y="445"/>
                  </a:lnTo>
                  <a:lnTo>
                    <a:pt x="636" y="453"/>
                  </a:lnTo>
                  <a:lnTo>
                    <a:pt x="666" y="460"/>
                  </a:lnTo>
                  <a:lnTo>
                    <a:pt x="697" y="466"/>
                  </a:lnTo>
                  <a:lnTo>
                    <a:pt x="726" y="471"/>
                  </a:lnTo>
                  <a:lnTo>
                    <a:pt x="757" y="475"/>
                  </a:lnTo>
                  <a:lnTo>
                    <a:pt x="785" y="478"/>
                  </a:lnTo>
                  <a:lnTo>
                    <a:pt x="814" y="481"/>
                  </a:lnTo>
                  <a:lnTo>
                    <a:pt x="843" y="482"/>
                  </a:lnTo>
                  <a:lnTo>
                    <a:pt x="872" y="484"/>
                  </a:lnTo>
                  <a:lnTo>
                    <a:pt x="901" y="486"/>
                  </a:lnTo>
                  <a:lnTo>
                    <a:pt x="930" y="486"/>
                  </a:lnTo>
                  <a:lnTo>
                    <a:pt x="959" y="487"/>
                  </a:lnTo>
                  <a:lnTo>
                    <a:pt x="988" y="489"/>
                  </a:lnTo>
                  <a:lnTo>
                    <a:pt x="1017" y="490"/>
                  </a:lnTo>
                  <a:lnTo>
                    <a:pt x="1046" y="492"/>
                  </a:lnTo>
                  <a:lnTo>
                    <a:pt x="1048" y="479"/>
                  </a:lnTo>
                  <a:lnTo>
                    <a:pt x="1017" y="478"/>
                  </a:lnTo>
                  <a:lnTo>
                    <a:pt x="988" y="476"/>
                  </a:lnTo>
                  <a:lnTo>
                    <a:pt x="959" y="475"/>
                  </a:lnTo>
                  <a:lnTo>
                    <a:pt x="930" y="473"/>
                  </a:lnTo>
                  <a:lnTo>
                    <a:pt x="901" y="473"/>
                  </a:lnTo>
                  <a:lnTo>
                    <a:pt x="872" y="472"/>
                  </a:lnTo>
                  <a:lnTo>
                    <a:pt x="843" y="469"/>
                  </a:lnTo>
                  <a:lnTo>
                    <a:pt x="814" y="468"/>
                  </a:lnTo>
                  <a:lnTo>
                    <a:pt x="787" y="466"/>
                  </a:lnTo>
                  <a:lnTo>
                    <a:pt x="758" y="463"/>
                  </a:lnTo>
                  <a:lnTo>
                    <a:pt x="728" y="458"/>
                  </a:lnTo>
                  <a:lnTo>
                    <a:pt x="698" y="453"/>
                  </a:lnTo>
                  <a:lnTo>
                    <a:pt x="669" y="447"/>
                  </a:lnTo>
                  <a:lnTo>
                    <a:pt x="641" y="440"/>
                  </a:lnTo>
                  <a:lnTo>
                    <a:pt x="610" y="432"/>
                  </a:lnTo>
                  <a:lnTo>
                    <a:pt x="580" y="422"/>
                  </a:lnTo>
                  <a:lnTo>
                    <a:pt x="550" y="411"/>
                  </a:lnTo>
                  <a:lnTo>
                    <a:pt x="517" y="399"/>
                  </a:lnTo>
                  <a:lnTo>
                    <a:pt x="486" y="385"/>
                  </a:lnTo>
                  <a:lnTo>
                    <a:pt x="454" y="370"/>
                  </a:lnTo>
                  <a:lnTo>
                    <a:pt x="421" y="352"/>
                  </a:lnTo>
                  <a:lnTo>
                    <a:pt x="388" y="332"/>
                  </a:lnTo>
                  <a:lnTo>
                    <a:pt x="354" y="311"/>
                  </a:lnTo>
                  <a:lnTo>
                    <a:pt x="319" y="287"/>
                  </a:lnTo>
                  <a:lnTo>
                    <a:pt x="283" y="260"/>
                  </a:lnTo>
                  <a:lnTo>
                    <a:pt x="246" y="231"/>
                  </a:lnTo>
                  <a:lnTo>
                    <a:pt x="209" y="199"/>
                  </a:lnTo>
                  <a:lnTo>
                    <a:pt x="172" y="165"/>
                  </a:lnTo>
                  <a:lnTo>
                    <a:pt x="131" y="128"/>
                  </a:lnTo>
                  <a:lnTo>
                    <a:pt x="92" y="88"/>
                  </a:lnTo>
                  <a:lnTo>
                    <a:pt x="51" y="45"/>
                  </a:lnTo>
                  <a:lnTo>
                    <a:pt x="9" y="0"/>
                  </a:lnTo>
                  <a:lnTo>
                    <a:pt x="0" y="8"/>
                  </a:lnTo>
                </a:path>
              </a:pathLst>
            </a:custGeom>
            <a:solidFill>
              <a:srgbClr val="339966"/>
            </a:solidFill>
            <a:ln w="12700">
              <a:noFill/>
            </a:ln>
          </p:spPr>
          <p:txBody>
            <a:bodyPr/>
            <a:lstStyle/>
            <a:p>
              <a:endParaRPr lang="zh-CN" altLang="en-US"/>
            </a:p>
          </p:txBody>
        </p:sp>
        <p:sp>
          <p:nvSpPr>
            <p:cNvPr id="43020" name="Freeform 353"/>
            <p:cNvSpPr/>
            <p:nvPr/>
          </p:nvSpPr>
          <p:spPr>
            <a:xfrm>
              <a:off x="2082" y="2408"/>
              <a:ext cx="251" cy="686"/>
            </a:xfrm>
            <a:custGeom>
              <a:avLst/>
              <a:gdLst/>
              <a:ahLst/>
              <a:cxnLst>
                <a:cxn ang="0">
                  <a:pos x="239" y="683"/>
                </a:cxn>
                <a:cxn ang="0">
                  <a:pos x="244" y="674"/>
                </a:cxn>
                <a:cxn ang="0">
                  <a:pos x="221" y="630"/>
                </a:cxn>
                <a:cxn ang="0">
                  <a:pos x="197" y="588"/>
                </a:cxn>
                <a:cxn ang="0">
                  <a:pos x="176" y="547"/>
                </a:cxn>
                <a:cxn ang="0">
                  <a:pos x="156" y="506"/>
                </a:cxn>
                <a:cxn ang="0">
                  <a:pos x="137" y="463"/>
                </a:cxn>
                <a:cxn ang="0">
                  <a:pos x="119" y="422"/>
                </a:cxn>
                <a:cxn ang="0">
                  <a:pos x="102" y="382"/>
                </a:cxn>
                <a:cxn ang="0">
                  <a:pos x="87" y="341"/>
                </a:cxn>
                <a:cxn ang="0">
                  <a:pos x="73" y="298"/>
                </a:cxn>
                <a:cxn ang="0">
                  <a:pos x="61" y="257"/>
                </a:cxn>
                <a:cxn ang="0">
                  <a:pos x="51" y="216"/>
                </a:cxn>
                <a:cxn ang="0">
                  <a:pos x="39" y="173"/>
                </a:cxn>
                <a:cxn ang="0">
                  <a:pos x="31" y="131"/>
                </a:cxn>
                <a:cxn ang="0">
                  <a:pos x="22" y="88"/>
                </a:cxn>
                <a:cxn ang="0">
                  <a:pos x="17" y="43"/>
                </a:cxn>
                <a:cxn ang="0">
                  <a:pos x="12" y="0"/>
                </a:cxn>
                <a:cxn ang="0">
                  <a:pos x="0" y="1"/>
                </a:cxn>
                <a:cxn ang="0">
                  <a:pos x="5" y="45"/>
                </a:cxn>
                <a:cxn ang="0">
                  <a:pos x="12" y="89"/>
                </a:cxn>
                <a:cxn ang="0">
                  <a:pos x="18" y="133"/>
                </a:cxn>
                <a:cxn ang="0">
                  <a:pos x="28" y="176"/>
                </a:cxn>
                <a:cxn ang="0">
                  <a:pos x="38" y="218"/>
                </a:cxn>
                <a:cxn ang="0">
                  <a:pos x="49" y="261"/>
                </a:cxn>
                <a:cxn ang="0">
                  <a:pos x="63" y="302"/>
                </a:cxn>
                <a:cxn ang="0">
                  <a:pos x="76" y="344"/>
                </a:cxn>
                <a:cxn ang="0">
                  <a:pos x="91" y="386"/>
                </a:cxn>
                <a:cxn ang="0">
                  <a:pos x="108" y="427"/>
                </a:cxn>
                <a:cxn ang="0">
                  <a:pos x="126" y="468"/>
                </a:cxn>
                <a:cxn ang="0">
                  <a:pos x="145" y="510"/>
                </a:cxn>
                <a:cxn ang="0">
                  <a:pos x="164" y="553"/>
                </a:cxn>
                <a:cxn ang="0">
                  <a:pos x="186" y="594"/>
                </a:cxn>
                <a:cxn ang="0">
                  <a:pos x="210" y="636"/>
                </a:cxn>
                <a:cxn ang="0">
                  <a:pos x="233" y="679"/>
                </a:cxn>
                <a:cxn ang="0">
                  <a:pos x="240" y="671"/>
                </a:cxn>
                <a:cxn ang="0">
                  <a:pos x="239" y="683"/>
                </a:cxn>
                <a:cxn ang="0">
                  <a:pos x="250" y="685"/>
                </a:cxn>
                <a:cxn ang="0">
                  <a:pos x="244" y="674"/>
                </a:cxn>
                <a:cxn ang="0">
                  <a:pos x="239" y="683"/>
                </a:cxn>
              </a:cxnLst>
              <a:rect l="0" t="0" r="0" b="0"/>
              <a:pathLst>
                <a:path w="251" h="686">
                  <a:moveTo>
                    <a:pt x="239" y="683"/>
                  </a:moveTo>
                  <a:lnTo>
                    <a:pt x="244" y="674"/>
                  </a:lnTo>
                  <a:lnTo>
                    <a:pt x="221" y="630"/>
                  </a:lnTo>
                  <a:lnTo>
                    <a:pt x="197" y="588"/>
                  </a:lnTo>
                  <a:lnTo>
                    <a:pt x="176" y="547"/>
                  </a:lnTo>
                  <a:lnTo>
                    <a:pt x="156" y="506"/>
                  </a:lnTo>
                  <a:lnTo>
                    <a:pt x="137" y="463"/>
                  </a:lnTo>
                  <a:lnTo>
                    <a:pt x="119" y="422"/>
                  </a:lnTo>
                  <a:lnTo>
                    <a:pt x="102" y="382"/>
                  </a:lnTo>
                  <a:lnTo>
                    <a:pt x="87" y="341"/>
                  </a:lnTo>
                  <a:lnTo>
                    <a:pt x="73" y="298"/>
                  </a:lnTo>
                  <a:lnTo>
                    <a:pt x="61" y="257"/>
                  </a:lnTo>
                  <a:lnTo>
                    <a:pt x="51" y="216"/>
                  </a:lnTo>
                  <a:lnTo>
                    <a:pt x="39" y="173"/>
                  </a:lnTo>
                  <a:lnTo>
                    <a:pt x="31" y="131"/>
                  </a:lnTo>
                  <a:lnTo>
                    <a:pt x="22" y="88"/>
                  </a:lnTo>
                  <a:lnTo>
                    <a:pt x="17" y="43"/>
                  </a:lnTo>
                  <a:lnTo>
                    <a:pt x="12" y="0"/>
                  </a:lnTo>
                  <a:lnTo>
                    <a:pt x="0" y="1"/>
                  </a:lnTo>
                  <a:lnTo>
                    <a:pt x="5" y="45"/>
                  </a:lnTo>
                  <a:lnTo>
                    <a:pt x="12" y="89"/>
                  </a:lnTo>
                  <a:lnTo>
                    <a:pt x="18" y="133"/>
                  </a:lnTo>
                  <a:lnTo>
                    <a:pt x="28" y="176"/>
                  </a:lnTo>
                  <a:lnTo>
                    <a:pt x="38" y="218"/>
                  </a:lnTo>
                  <a:lnTo>
                    <a:pt x="49" y="261"/>
                  </a:lnTo>
                  <a:lnTo>
                    <a:pt x="63" y="302"/>
                  </a:lnTo>
                  <a:lnTo>
                    <a:pt x="76" y="344"/>
                  </a:lnTo>
                  <a:lnTo>
                    <a:pt x="91" y="386"/>
                  </a:lnTo>
                  <a:lnTo>
                    <a:pt x="108" y="427"/>
                  </a:lnTo>
                  <a:lnTo>
                    <a:pt x="126" y="468"/>
                  </a:lnTo>
                  <a:lnTo>
                    <a:pt x="145" y="510"/>
                  </a:lnTo>
                  <a:lnTo>
                    <a:pt x="164" y="553"/>
                  </a:lnTo>
                  <a:lnTo>
                    <a:pt x="186" y="594"/>
                  </a:lnTo>
                  <a:lnTo>
                    <a:pt x="210" y="636"/>
                  </a:lnTo>
                  <a:lnTo>
                    <a:pt x="233" y="679"/>
                  </a:lnTo>
                  <a:lnTo>
                    <a:pt x="240" y="671"/>
                  </a:lnTo>
                  <a:lnTo>
                    <a:pt x="239" y="683"/>
                  </a:lnTo>
                  <a:lnTo>
                    <a:pt x="250" y="685"/>
                  </a:lnTo>
                  <a:lnTo>
                    <a:pt x="244" y="674"/>
                  </a:lnTo>
                  <a:lnTo>
                    <a:pt x="239" y="683"/>
                  </a:lnTo>
                </a:path>
              </a:pathLst>
            </a:custGeom>
            <a:solidFill>
              <a:srgbClr val="339966"/>
            </a:solidFill>
            <a:ln w="12700">
              <a:noFill/>
            </a:ln>
          </p:spPr>
          <p:txBody>
            <a:bodyPr/>
            <a:lstStyle/>
            <a:p>
              <a:endParaRPr lang="zh-CN" altLang="en-US"/>
            </a:p>
          </p:txBody>
        </p:sp>
        <p:sp>
          <p:nvSpPr>
            <p:cNvPr id="43021" name="Freeform 354"/>
            <p:cNvSpPr/>
            <p:nvPr/>
          </p:nvSpPr>
          <p:spPr>
            <a:xfrm>
              <a:off x="1723" y="2433"/>
              <a:ext cx="600" cy="658"/>
            </a:xfrm>
            <a:custGeom>
              <a:avLst/>
              <a:gdLst/>
              <a:ahLst/>
              <a:cxnLst>
                <a:cxn ang="0">
                  <a:pos x="0" y="3"/>
                </a:cxn>
                <a:cxn ang="0">
                  <a:pos x="16" y="45"/>
                </a:cxn>
                <a:cxn ang="0">
                  <a:pos x="37" y="90"/>
                </a:cxn>
                <a:cxn ang="0">
                  <a:pos x="61" y="138"/>
                </a:cxn>
                <a:cxn ang="0">
                  <a:pos x="92" y="189"/>
                </a:cxn>
                <a:cxn ang="0">
                  <a:pos x="125" y="240"/>
                </a:cxn>
                <a:cxn ang="0">
                  <a:pos x="161" y="293"/>
                </a:cxn>
                <a:cxn ang="0">
                  <a:pos x="199" y="346"/>
                </a:cxn>
                <a:cxn ang="0">
                  <a:pos x="240" y="396"/>
                </a:cxn>
                <a:cxn ang="0">
                  <a:pos x="283" y="446"/>
                </a:cxn>
                <a:cxn ang="0">
                  <a:pos x="327" y="492"/>
                </a:cxn>
                <a:cxn ang="0">
                  <a:pos x="373" y="534"/>
                </a:cxn>
                <a:cxn ang="0">
                  <a:pos x="418" y="571"/>
                </a:cxn>
                <a:cxn ang="0">
                  <a:pos x="463" y="604"/>
                </a:cxn>
                <a:cxn ang="0">
                  <a:pos x="509" y="629"/>
                </a:cxn>
                <a:cxn ang="0">
                  <a:pos x="553" y="647"/>
                </a:cxn>
                <a:cxn ang="0">
                  <a:pos x="597" y="657"/>
                </a:cxn>
                <a:cxn ang="0">
                  <a:pos x="599" y="644"/>
                </a:cxn>
                <a:cxn ang="0">
                  <a:pos x="557" y="634"/>
                </a:cxn>
                <a:cxn ang="0">
                  <a:pos x="514" y="618"/>
                </a:cxn>
                <a:cxn ang="0">
                  <a:pos x="471" y="593"/>
                </a:cxn>
                <a:cxn ang="0">
                  <a:pos x="424" y="561"/>
                </a:cxn>
                <a:cxn ang="0">
                  <a:pos x="381" y="525"/>
                </a:cxn>
                <a:cxn ang="0">
                  <a:pos x="335" y="484"/>
                </a:cxn>
                <a:cxn ang="0">
                  <a:pos x="293" y="438"/>
                </a:cxn>
                <a:cxn ang="0">
                  <a:pos x="250" y="389"/>
                </a:cxn>
                <a:cxn ang="0">
                  <a:pos x="209" y="337"/>
                </a:cxn>
                <a:cxn ang="0">
                  <a:pos x="170" y="285"/>
                </a:cxn>
                <a:cxn ang="0">
                  <a:pos x="135" y="233"/>
                </a:cxn>
                <a:cxn ang="0">
                  <a:pos x="102" y="182"/>
                </a:cxn>
                <a:cxn ang="0">
                  <a:pos x="72" y="131"/>
                </a:cxn>
                <a:cxn ang="0">
                  <a:pos x="48" y="85"/>
                </a:cxn>
                <a:cxn ang="0">
                  <a:pos x="27" y="41"/>
                </a:cxn>
                <a:cxn ang="0">
                  <a:pos x="12" y="0"/>
                </a:cxn>
                <a:cxn ang="0">
                  <a:pos x="0" y="3"/>
                </a:cxn>
              </a:cxnLst>
              <a:rect l="0" t="0" r="0" b="0"/>
              <a:pathLst>
                <a:path w="600" h="658">
                  <a:moveTo>
                    <a:pt x="0" y="3"/>
                  </a:moveTo>
                  <a:lnTo>
                    <a:pt x="16" y="45"/>
                  </a:lnTo>
                  <a:lnTo>
                    <a:pt x="37" y="90"/>
                  </a:lnTo>
                  <a:lnTo>
                    <a:pt x="61" y="138"/>
                  </a:lnTo>
                  <a:lnTo>
                    <a:pt x="92" y="189"/>
                  </a:lnTo>
                  <a:lnTo>
                    <a:pt x="125" y="240"/>
                  </a:lnTo>
                  <a:lnTo>
                    <a:pt x="161" y="293"/>
                  </a:lnTo>
                  <a:lnTo>
                    <a:pt x="199" y="346"/>
                  </a:lnTo>
                  <a:lnTo>
                    <a:pt x="240" y="396"/>
                  </a:lnTo>
                  <a:lnTo>
                    <a:pt x="283" y="446"/>
                  </a:lnTo>
                  <a:lnTo>
                    <a:pt x="327" y="492"/>
                  </a:lnTo>
                  <a:lnTo>
                    <a:pt x="373" y="534"/>
                  </a:lnTo>
                  <a:lnTo>
                    <a:pt x="418" y="571"/>
                  </a:lnTo>
                  <a:lnTo>
                    <a:pt x="463" y="604"/>
                  </a:lnTo>
                  <a:lnTo>
                    <a:pt x="509" y="629"/>
                  </a:lnTo>
                  <a:lnTo>
                    <a:pt x="553" y="647"/>
                  </a:lnTo>
                  <a:lnTo>
                    <a:pt x="597" y="657"/>
                  </a:lnTo>
                  <a:lnTo>
                    <a:pt x="599" y="644"/>
                  </a:lnTo>
                  <a:lnTo>
                    <a:pt x="557" y="634"/>
                  </a:lnTo>
                  <a:lnTo>
                    <a:pt x="514" y="618"/>
                  </a:lnTo>
                  <a:lnTo>
                    <a:pt x="471" y="593"/>
                  </a:lnTo>
                  <a:lnTo>
                    <a:pt x="424" y="561"/>
                  </a:lnTo>
                  <a:lnTo>
                    <a:pt x="381" y="525"/>
                  </a:lnTo>
                  <a:lnTo>
                    <a:pt x="335" y="484"/>
                  </a:lnTo>
                  <a:lnTo>
                    <a:pt x="293" y="438"/>
                  </a:lnTo>
                  <a:lnTo>
                    <a:pt x="250" y="389"/>
                  </a:lnTo>
                  <a:lnTo>
                    <a:pt x="209" y="337"/>
                  </a:lnTo>
                  <a:lnTo>
                    <a:pt x="170" y="285"/>
                  </a:lnTo>
                  <a:lnTo>
                    <a:pt x="135" y="233"/>
                  </a:lnTo>
                  <a:lnTo>
                    <a:pt x="102" y="182"/>
                  </a:lnTo>
                  <a:lnTo>
                    <a:pt x="72" y="131"/>
                  </a:lnTo>
                  <a:lnTo>
                    <a:pt x="48" y="85"/>
                  </a:lnTo>
                  <a:lnTo>
                    <a:pt x="27" y="41"/>
                  </a:lnTo>
                  <a:lnTo>
                    <a:pt x="12" y="0"/>
                  </a:lnTo>
                  <a:lnTo>
                    <a:pt x="0" y="3"/>
                  </a:lnTo>
                </a:path>
              </a:pathLst>
            </a:custGeom>
            <a:solidFill>
              <a:srgbClr val="339966"/>
            </a:solidFill>
            <a:ln w="12700">
              <a:noFill/>
            </a:ln>
          </p:spPr>
          <p:txBody>
            <a:bodyPr/>
            <a:lstStyle/>
            <a:p>
              <a:endParaRPr lang="zh-CN" altLang="en-US"/>
            </a:p>
          </p:txBody>
        </p:sp>
        <p:sp>
          <p:nvSpPr>
            <p:cNvPr id="43022" name="Freeform 355"/>
            <p:cNvSpPr/>
            <p:nvPr/>
          </p:nvSpPr>
          <p:spPr>
            <a:xfrm>
              <a:off x="2332" y="2554"/>
              <a:ext cx="883" cy="535"/>
            </a:xfrm>
            <a:custGeom>
              <a:avLst/>
              <a:gdLst/>
              <a:ahLst/>
              <a:cxnLst>
                <a:cxn ang="0">
                  <a:pos x="0" y="521"/>
                </a:cxn>
                <a:cxn ang="0">
                  <a:pos x="1" y="534"/>
                </a:cxn>
                <a:cxn ang="0">
                  <a:pos x="85" y="526"/>
                </a:cxn>
                <a:cxn ang="0">
                  <a:pos x="164" y="513"/>
                </a:cxn>
                <a:cxn ang="0">
                  <a:pos x="236" y="498"/>
                </a:cxn>
                <a:cxn ang="0">
                  <a:pos x="303" y="479"/>
                </a:cxn>
                <a:cxn ang="0">
                  <a:pos x="365" y="456"/>
                </a:cxn>
                <a:cxn ang="0">
                  <a:pos x="424" y="431"/>
                </a:cxn>
                <a:cxn ang="0">
                  <a:pos x="478" y="403"/>
                </a:cxn>
                <a:cxn ang="0">
                  <a:pos x="530" y="370"/>
                </a:cxn>
                <a:cxn ang="0">
                  <a:pos x="578" y="336"/>
                </a:cxn>
                <a:cxn ang="0">
                  <a:pos x="624" y="297"/>
                </a:cxn>
                <a:cxn ang="0">
                  <a:pos x="670" y="256"/>
                </a:cxn>
                <a:cxn ang="0">
                  <a:pos x="712" y="213"/>
                </a:cxn>
                <a:cxn ang="0">
                  <a:pos x="755" y="166"/>
                </a:cxn>
                <a:cxn ang="0">
                  <a:pos x="797" y="115"/>
                </a:cxn>
                <a:cxn ang="0">
                  <a:pos x="839" y="62"/>
                </a:cxn>
                <a:cxn ang="0">
                  <a:pos x="882" y="6"/>
                </a:cxn>
                <a:cxn ang="0">
                  <a:pos x="872" y="0"/>
                </a:cxn>
                <a:cxn ang="0">
                  <a:pos x="830" y="54"/>
                </a:cxn>
                <a:cxn ang="0">
                  <a:pos x="786" y="107"/>
                </a:cxn>
                <a:cxn ang="0">
                  <a:pos x="745" y="157"/>
                </a:cxn>
                <a:cxn ang="0">
                  <a:pos x="703" y="204"/>
                </a:cxn>
                <a:cxn ang="0">
                  <a:pos x="660" y="248"/>
                </a:cxn>
                <a:cxn ang="0">
                  <a:pos x="616" y="288"/>
                </a:cxn>
                <a:cxn ang="0">
                  <a:pos x="570" y="326"/>
                </a:cxn>
                <a:cxn ang="0">
                  <a:pos x="524" y="361"/>
                </a:cxn>
                <a:cxn ang="0">
                  <a:pos x="473" y="392"/>
                </a:cxn>
                <a:cxn ang="0">
                  <a:pos x="419" y="420"/>
                </a:cxn>
                <a:cxn ang="0">
                  <a:pos x="361" y="446"/>
                </a:cxn>
                <a:cxn ang="0">
                  <a:pos x="299" y="468"/>
                </a:cxn>
                <a:cxn ang="0">
                  <a:pos x="233" y="485"/>
                </a:cxn>
                <a:cxn ang="0">
                  <a:pos x="161" y="500"/>
                </a:cxn>
                <a:cxn ang="0">
                  <a:pos x="84" y="513"/>
                </a:cxn>
                <a:cxn ang="0">
                  <a:pos x="0" y="521"/>
                </a:cxn>
                <a:cxn ang="0">
                  <a:pos x="1" y="534"/>
                </a:cxn>
                <a:cxn ang="0">
                  <a:pos x="0" y="521"/>
                </a:cxn>
              </a:cxnLst>
              <a:rect l="0" t="0" r="0" b="0"/>
              <a:pathLst>
                <a:path w="883" h="535">
                  <a:moveTo>
                    <a:pt x="0" y="521"/>
                  </a:moveTo>
                  <a:lnTo>
                    <a:pt x="1" y="534"/>
                  </a:lnTo>
                  <a:lnTo>
                    <a:pt x="85" y="526"/>
                  </a:lnTo>
                  <a:lnTo>
                    <a:pt x="164" y="513"/>
                  </a:lnTo>
                  <a:lnTo>
                    <a:pt x="236" y="498"/>
                  </a:lnTo>
                  <a:lnTo>
                    <a:pt x="303" y="479"/>
                  </a:lnTo>
                  <a:lnTo>
                    <a:pt x="365" y="456"/>
                  </a:lnTo>
                  <a:lnTo>
                    <a:pt x="424" y="431"/>
                  </a:lnTo>
                  <a:lnTo>
                    <a:pt x="478" y="403"/>
                  </a:lnTo>
                  <a:lnTo>
                    <a:pt x="530" y="370"/>
                  </a:lnTo>
                  <a:lnTo>
                    <a:pt x="578" y="336"/>
                  </a:lnTo>
                  <a:lnTo>
                    <a:pt x="624" y="297"/>
                  </a:lnTo>
                  <a:lnTo>
                    <a:pt x="670" y="256"/>
                  </a:lnTo>
                  <a:lnTo>
                    <a:pt x="712" y="213"/>
                  </a:lnTo>
                  <a:lnTo>
                    <a:pt x="755" y="166"/>
                  </a:lnTo>
                  <a:lnTo>
                    <a:pt x="797" y="115"/>
                  </a:lnTo>
                  <a:lnTo>
                    <a:pt x="839" y="62"/>
                  </a:lnTo>
                  <a:lnTo>
                    <a:pt x="882" y="6"/>
                  </a:lnTo>
                  <a:lnTo>
                    <a:pt x="872" y="0"/>
                  </a:lnTo>
                  <a:lnTo>
                    <a:pt x="830" y="54"/>
                  </a:lnTo>
                  <a:lnTo>
                    <a:pt x="786" y="107"/>
                  </a:lnTo>
                  <a:lnTo>
                    <a:pt x="745" y="157"/>
                  </a:lnTo>
                  <a:lnTo>
                    <a:pt x="703" y="204"/>
                  </a:lnTo>
                  <a:lnTo>
                    <a:pt x="660" y="248"/>
                  </a:lnTo>
                  <a:lnTo>
                    <a:pt x="616" y="288"/>
                  </a:lnTo>
                  <a:lnTo>
                    <a:pt x="570" y="326"/>
                  </a:lnTo>
                  <a:lnTo>
                    <a:pt x="524" y="361"/>
                  </a:lnTo>
                  <a:lnTo>
                    <a:pt x="473" y="392"/>
                  </a:lnTo>
                  <a:lnTo>
                    <a:pt x="419" y="420"/>
                  </a:lnTo>
                  <a:lnTo>
                    <a:pt x="361" y="446"/>
                  </a:lnTo>
                  <a:lnTo>
                    <a:pt x="299" y="468"/>
                  </a:lnTo>
                  <a:lnTo>
                    <a:pt x="233" y="485"/>
                  </a:lnTo>
                  <a:lnTo>
                    <a:pt x="161" y="500"/>
                  </a:lnTo>
                  <a:lnTo>
                    <a:pt x="84" y="513"/>
                  </a:lnTo>
                  <a:lnTo>
                    <a:pt x="0" y="521"/>
                  </a:lnTo>
                  <a:lnTo>
                    <a:pt x="1" y="534"/>
                  </a:lnTo>
                  <a:lnTo>
                    <a:pt x="0" y="521"/>
                  </a:lnTo>
                </a:path>
              </a:pathLst>
            </a:custGeom>
            <a:solidFill>
              <a:srgbClr val="339966"/>
            </a:solidFill>
            <a:ln w="12700">
              <a:noFill/>
            </a:ln>
          </p:spPr>
          <p:txBody>
            <a:bodyPr/>
            <a:lstStyle/>
            <a:p>
              <a:endParaRPr lang="zh-CN" altLang="en-US"/>
            </a:p>
          </p:txBody>
        </p:sp>
        <p:sp>
          <p:nvSpPr>
            <p:cNvPr id="43023" name="Freeform 356"/>
            <p:cNvSpPr/>
            <p:nvPr/>
          </p:nvSpPr>
          <p:spPr>
            <a:xfrm>
              <a:off x="2332" y="2640"/>
              <a:ext cx="1037" cy="449"/>
            </a:xfrm>
            <a:custGeom>
              <a:avLst/>
              <a:gdLst/>
              <a:ahLst/>
              <a:cxnLst>
                <a:cxn ang="0">
                  <a:pos x="984" y="46"/>
                </a:cxn>
                <a:cxn ang="0">
                  <a:pos x="905" y="127"/>
                </a:cxn>
                <a:cxn ang="0">
                  <a:pos x="828" y="196"/>
                </a:cxn>
                <a:cxn ang="0">
                  <a:pos x="754" y="254"/>
                </a:cxn>
                <a:cxn ang="0">
                  <a:pos x="684" y="302"/>
                </a:cxn>
                <a:cxn ang="0">
                  <a:pos x="618" y="340"/>
                </a:cxn>
                <a:cxn ang="0">
                  <a:pos x="555" y="369"/>
                </a:cxn>
                <a:cxn ang="0">
                  <a:pos x="493" y="391"/>
                </a:cxn>
                <a:cxn ang="0">
                  <a:pos x="432" y="408"/>
                </a:cxn>
                <a:cxn ang="0">
                  <a:pos x="374" y="419"/>
                </a:cxn>
                <a:cxn ang="0">
                  <a:pos x="317" y="426"/>
                </a:cxn>
                <a:cxn ang="0">
                  <a:pos x="259" y="429"/>
                </a:cxn>
                <a:cxn ang="0">
                  <a:pos x="202" y="431"/>
                </a:cxn>
                <a:cxn ang="0">
                  <a:pos x="146" y="432"/>
                </a:cxn>
                <a:cxn ang="0">
                  <a:pos x="88" y="432"/>
                </a:cxn>
                <a:cxn ang="0">
                  <a:pos x="30" y="434"/>
                </a:cxn>
                <a:cxn ang="0">
                  <a:pos x="1" y="448"/>
                </a:cxn>
                <a:cxn ang="0">
                  <a:pos x="59" y="445"/>
                </a:cxn>
                <a:cxn ang="0">
                  <a:pos x="117" y="445"/>
                </a:cxn>
                <a:cxn ang="0">
                  <a:pos x="173" y="445"/>
                </a:cxn>
                <a:cxn ang="0">
                  <a:pos x="231" y="443"/>
                </a:cxn>
                <a:cxn ang="0">
                  <a:pos x="289" y="441"/>
                </a:cxn>
                <a:cxn ang="0">
                  <a:pos x="347" y="435"/>
                </a:cxn>
                <a:cxn ang="0">
                  <a:pos x="405" y="427"/>
                </a:cxn>
                <a:cxn ang="0">
                  <a:pos x="465" y="413"/>
                </a:cxn>
                <a:cxn ang="0">
                  <a:pos x="527" y="393"/>
                </a:cxn>
                <a:cxn ang="0">
                  <a:pos x="591" y="367"/>
                </a:cxn>
                <a:cxn ang="0">
                  <a:pos x="656" y="332"/>
                </a:cxn>
                <a:cxn ang="0">
                  <a:pos x="725" y="290"/>
                </a:cxn>
                <a:cxn ang="0">
                  <a:pos x="799" y="236"/>
                </a:cxn>
                <a:cxn ang="0">
                  <a:pos x="873" y="172"/>
                </a:cxn>
                <a:cxn ang="0">
                  <a:pos x="953" y="97"/>
                </a:cxn>
                <a:cxn ang="0">
                  <a:pos x="1036" y="7"/>
                </a:cxn>
              </a:cxnLst>
              <a:rect l="0" t="0" r="0" b="0"/>
              <a:pathLst>
                <a:path w="1037" h="449">
                  <a:moveTo>
                    <a:pt x="1027" y="0"/>
                  </a:moveTo>
                  <a:lnTo>
                    <a:pt x="984" y="46"/>
                  </a:lnTo>
                  <a:lnTo>
                    <a:pt x="943" y="89"/>
                  </a:lnTo>
                  <a:lnTo>
                    <a:pt x="905" y="127"/>
                  </a:lnTo>
                  <a:lnTo>
                    <a:pt x="864" y="163"/>
                  </a:lnTo>
                  <a:lnTo>
                    <a:pt x="828" y="196"/>
                  </a:lnTo>
                  <a:lnTo>
                    <a:pt x="790" y="226"/>
                  </a:lnTo>
                  <a:lnTo>
                    <a:pt x="754" y="254"/>
                  </a:lnTo>
                  <a:lnTo>
                    <a:pt x="719" y="280"/>
                  </a:lnTo>
                  <a:lnTo>
                    <a:pt x="684" y="302"/>
                  </a:lnTo>
                  <a:lnTo>
                    <a:pt x="651" y="321"/>
                  </a:lnTo>
                  <a:lnTo>
                    <a:pt x="618" y="340"/>
                  </a:lnTo>
                  <a:lnTo>
                    <a:pt x="587" y="355"/>
                  </a:lnTo>
                  <a:lnTo>
                    <a:pt x="555" y="369"/>
                  </a:lnTo>
                  <a:lnTo>
                    <a:pt x="523" y="382"/>
                  </a:lnTo>
                  <a:lnTo>
                    <a:pt x="493" y="391"/>
                  </a:lnTo>
                  <a:lnTo>
                    <a:pt x="462" y="401"/>
                  </a:lnTo>
                  <a:lnTo>
                    <a:pt x="432" y="408"/>
                  </a:lnTo>
                  <a:lnTo>
                    <a:pt x="403" y="414"/>
                  </a:lnTo>
                  <a:lnTo>
                    <a:pt x="374" y="419"/>
                  </a:lnTo>
                  <a:lnTo>
                    <a:pt x="346" y="423"/>
                  </a:lnTo>
                  <a:lnTo>
                    <a:pt x="317" y="426"/>
                  </a:lnTo>
                  <a:lnTo>
                    <a:pt x="287" y="428"/>
                  </a:lnTo>
                  <a:lnTo>
                    <a:pt x="259" y="429"/>
                  </a:lnTo>
                  <a:lnTo>
                    <a:pt x="231" y="431"/>
                  </a:lnTo>
                  <a:lnTo>
                    <a:pt x="202" y="431"/>
                  </a:lnTo>
                  <a:lnTo>
                    <a:pt x="173" y="432"/>
                  </a:lnTo>
                  <a:lnTo>
                    <a:pt x="146" y="432"/>
                  </a:lnTo>
                  <a:lnTo>
                    <a:pt x="117" y="432"/>
                  </a:lnTo>
                  <a:lnTo>
                    <a:pt x="88" y="432"/>
                  </a:lnTo>
                  <a:lnTo>
                    <a:pt x="59" y="434"/>
                  </a:lnTo>
                  <a:lnTo>
                    <a:pt x="30" y="434"/>
                  </a:lnTo>
                  <a:lnTo>
                    <a:pt x="0" y="435"/>
                  </a:lnTo>
                  <a:lnTo>
                    <a:pt x="1" y="448"/>
                  </a:lnTo>
                  <a:lnTo>
                    <a:pt x="30" y="446"/>
                  </a:lnTo>
                  <a:lnTo>
                    <a:pt x="59" y="445"/>
                  </a:lnTo>
                  <a:lnTo>
                    <a:pt x="88" y="445"/>
                  </a:lnTo>
                  <a:lnTo>
                    <a:pt x="117" y="445"/>
                  </a:lnTo>
                  <a:lnTo>
                    <a:pt x="146" y="445"/>
                  </a:lnTo>
                  <a:lnTo>
                    <a:pt x="173" y="445"/>
                  </a:lnTo>
                  <a:lnTo>
                    <a:pt x="202" y="443"/>
                  </a:lnTo>
                  <a:lnTo>
                    <a:pt x="231" y="443"/>
                  </a:lnTo>
                  <a:lnTo>
                    <a:pt x="260" y="442"/>
                  </a:lnTo>
                  <a:lnTo>
                    <a:pt x="289" y="441"/>
                  </a:lnTo>
                  <a:lnTo>
                    <a:pt x="317" y="438"/>
                  </a:lnTo>
                  <a:lnTo>
                    <a:pt x="347" y="435"/>
                  </a:lnTo>
                  <a:lnTo>
                    <a:pt x="376" y="431"/>
                  </a:lnTo>
                  <a:lnTo>
                    <a:pt x="405" y="427"/>
                  </a:lnTo>
                  <a:lnTo>
                    <a:pt x="435" y="420"/>
                  </a:lnTo>
                  <a:lnTo>
                    <a:pt x="465" y="413"/>
                  </a:lnTo>
                  <a:lnTo>
                    <a:pt x="495" y="404"/>
                  </a:lnTo>
                  <a:lnTo>
                    <a:pt x="527" y="393"/>
                  </a:lnTo>
                  <a:lnTo>
                    <a:pt x="559" y="381"/>
                  </a:lnTo>
                  <a:lnTo>
                    <a:pt x="591" y="367"/>
                  </a:lnTo>
                  <a:lnTo>
                    <a:pt x="623" y="350"/>
                  </a:lnTo>
                  <a:lnTo>
                    <a:pt x="656" y="332"/>
                  </a:lnTo>
                  <a:lnTo>
                    <a:pt x="691" y="311"/>
                  </a:lnTo>
                  <a:lnTo>
                    <a:pt x="725" y="290"/>
                  </a:lnTo>
                  <a:lnTo>
                    <a:pt x="761" y="265"/>
                  </a:lnTo>
                  <a:lnTo>
                    <a:pt x="799" y="236"/>
                  </a:lnTo>
                  <a:lnTo>
                    <a:pt x="835" y="205"/>
                  </a:lnTo>
                  <a:lnTo>
                    <a:pt x="873" y="172"/>
                  </a:lnTo>
                  <a:lnTo>
                    <a:pt x="912" y="137"/>
                  </a:lnTo>
                  <a:lnTo>
                    <a:pt x="953" y="97"/>
                  </a:lnTo>
                  <a:lnTo>
                    <a:pt x="994" y="54"/>
                  </a:lnTo>
                  <a:lnTo>
                    <a:pt x="1036" y="7"/>
                  </a:lnTo>
                  <a:lnTo>
                    <a:pt x="1027" y="0"/>
                  </a:lnTo>
                </a:path>
              </a:pathLst>
            </a:custGeom>
            <a:solidFill>
              <a:srgbClr val="339966"/>
            </a:solidFill>
            <a:ln w="12700">
              <a:noFill/>
            </a:ln>
          </p:spPr>
          <p:txBody>
            <a:bodyPr/>
            <a:lstStyle/>
            <a:p>
              <a:endParaRPr lang="zh-CN" altLang="en-US"/>
            </a:p>
          </p:txBody>
        </p:sp>
        <p:sp>
          <p:nvSpPr>
            <p:cNvPr id="43024" name="Freeform 357"/>
            <p:cNvSpPr/>
            <p:nvPr/>
          </p:nvSpPr>
          <p:spPr>
            <a:xfrm>
              <a:off x="2316" y="2420"/>
              <a:ext cx="187" cy="669"/>
            </a:xfrm>
            <a:custGeom>
              <a:avLst/>
              <a:gdLst/>
              <a:ahLst/>
              <a:cxnLst>
                <a:cxn ang="0">
                  <a:pos x="8" y="654"/>
                </a:cxn>
                <a:cxn ang="0">
                  <a:pos x="15" y="662"/>
                </a:cxn>
                <a:cxn ang="0">
                  <a:pos x="31" y="619"/>
                </a:cxn>
                <a:cxn ang="0">
                  <a:pos x="48" y="577"/>
                </a:cxn>
                <a:cxn ang="0">
                  <a:pos x="63" y="536"/>
                </a:cxn>
                <a:cxn ang="0">
                  <a:pos x="77" y="496"/>
                </a:cxn>
                <a:cxn ang="0">
                  <a:pos x="91" y="454"/>
                </a:cxn>
                <a:cxn ang="0">
                  <a:pos x="102" y="415"/>
                </a:cxn>
                <a:cxn ang="0">
                  <a:pos x="115" y="375"/>
                </a:cxn>
                <a:cxn ang="0">
                  <a:pos x="124" y="335"/>
                </a:cxn>
                <a:cxn ang="0">
                  <a:pos x="134" y="295"/>
                </a:cxn>
                <a:cxn ang="0">
                  <a:pos x="144" y="255"/>
                </a:cxn>
                <a:cxn ang="0">
                  <a:pos x="152" y="214"/>
                </a:cxn>
                <a:cxn ang="0">
                  <a:pos x="160" y="172"/>
                </a:cxn>
                <a:cxn ang="0">
                  <a:pos x="167" y="131"/>
                </a:cxn>
                <a:cxn ang="0">
                  <a:pos x="174" y="89"/>
                </a:cxn>
                <a:cxn ang="0">
                  <a:pos x="180" y="45"/>
                </a:cxn>
                <a:cxn ang="0">
                  <a:pos x="186" y="0"/>
                </a:cxn>
                <a:cxn ang="0">
                  <a:pos x="172" y="0"/>
                </a:cxn>
                <a:cxn ang="0">
                  <a:pos x="167" y="43"/>
                </a:cxn>
                <a:cxn ang="0">
                  <a:pos x="162" y="86"/>
                </a:cxn>
                <a:cxn ang="0">
                  <a:pos x="155" y="128"/>
                </a:cxn>
                <a:cxn ang="0">
                  <a:pos x="148" y="170"/>
                </a:cxn>
                <a:cxn ang="0">
                  <a:pos x="140" y="211"/>
                </a:cxn>
                <a:cxn ang="0">
                  <a:pos x="131" y="252"/>
                </a:cxn>
                <a:cxn ang="0">
                  <a:pos x="123" y="292"/>
                </a:cxn>
                <a:cxn ang="0">
                  <a:pos x="113" y="332"/>
                </a:cxn>
                <a:cxn ang="0">
                  <a:pos x="102" y="372"/>
                </a:cxn>
                <a:cxn ang="0">
                  <a:pos x="91" y="412"/>
                </a:cxn>
                <a:cxn ang="0">
                  <a:pos x="78" y="452"/>
                </a:cxn>
                <a:cxn ang="0">
                  <a:pos x="66" y="492"/>
                </a:cxn>
                <a:cxn ang="0">
                  <a:pos x="51" y="531"/>
                </a:cxn>
                <a:cxn ang="0">
                  <a:pos x="37" y="573"/>
                </a:cxn>
                <a:cxn ang="0">
                  <a:pos x="20" y="616"/>
                </a:cxn>
                <a:cxn ang="0">
                  <a:pos x="4" y="658"/>
                </a:cxn>
                <a:cxn ang="0">
                  <a:pos x="10" y="666"/>
                </a:cxn>
                <a:cxn ang="0">
                  <a:pos x="4" y="658"/>
                </a:cxn>
                <a:cxn ang="0">
                  <a:pos x="0" y="668"/>
                </a:cxn>
                <a:cxn ang="0">
                  <a:pos x="10" y="666"/>
                </a:cxn>
                <a:cxn ang="0">
                  <a:pos x="8" y="654"/>
                </a:cxn>
              </a:cxnLst>
              <a:rect l="0" t="0" r="0" b="0"/>
              <a:pathLst>
                <a:path w="187" h="669">
                  <a:moveTo>
                    <a:pt x="8" y="654"/>
                  </a:moveTo>
                  <a:lnTo>
                    <a:pt x="15" y="662"/>
                  </a:lnTo>
                  <a:lnTo>
                    <a:pt x="31" y="619"/>
                  </a:lnTo>
                  <a:lnTo>
                    <a:pt x="48" y="577"/>
                  </a:lnTo>
                  <a:lnTo>
                    <a:pt x="63" y="536"/>
                  </a:lnTo>
                  <a:lnTo>
                    <a:pt x="77" y="496"/>
                  </a:lnTo>
                  <a:lnTo>
                    <a:pt x="91" y="454"/>
                  </a:lnTo>
                  <a:lnTo>
                    <a:pt x="102" y="415"/>
                  </a:lnTo>
                  <a:lnTo>
                    <a:pt x="115" y="375"/>
                  </a:lnTo>
                  <a:lnTo>
                    <a:pt x="124" y="335"/>
                  </a:lnTo>
                  <a:lnTo>
                    <a:pt x="134" y="295"/>
                  </a:lnTo>
                  <a:lnTo>
                    <a:pt x="144" y="255"/>
                  </a:lnTo>
                  <a:lnTo>
                    <a:pt x="152" y="214"/>
                  </a:lnTo>
                  <a:lnTo>
                    <a:pt x="160" y="172"/>
                  </a:lnTo>
                  <a:lnTo>
                    <a:pt x="167" y="131"/>
                  </a:lnTo>
                  <a:lnTo>
                    <a:pt x="174" y="89"/>
                  </a:lnTo>
                  <a:lnTo>
                    <a:pt x="180" y="45"/>
                  </a:lnTo>
                  <a:lnTo>
                    <a:pt x="186" y="0"/>
                  </a:lnTo>
                  <a:lnTo>
                    <a:pt x="172" y="0"/>
                  </a:lnTo>
                  <a:lnTo>
                    <a:pt x="167" y="43"/>
                  </a:lnTo>
                  <a:lnTo>
                    <a:pt x="162" y="86"/>
                  </a:lnTo>
                  <a:lnTo>
                    <a:pt x="155" y="128"/>
                  </a:lnTo>
                  <a:lnTo>
                    <a:pt x="148" y="170"/>
                  </a:lnTo>
                  <a:lnTo>
                    <a:pt x="140" y="211"/>
                  </a:lnTo>
                  <a:lnTo>
                    <a:pt x="131" y="252"/>
                  </a:lnTo>
                  <a:lnTo>
                    <a:pt x="123" y="292"/>
                  </a:lnTo>
                  <a:lnTo>
                    <a:pt x="113" y="332"/>
                  </a:lnTo>
                  <a:lnTo>
                    <a:pt x="102" y="372"/>
                  </a:lnTo>
                  <a:lnTo>
                    <a:pt x="91" y="412"/>
                  </a:lnTo>
                  <a:lnTo>
                    <a:pt x="78" y="452"/>
                  </a:lnTo>
                  <a:lnTo>
                    <a:pt x="66" y="492"/>
                  </a:lnTo>
                  <a:lnTo>
                    <a:pt x="51" y="531"/>
                  </a:lnTo>
                  <a:lnTo>
                    <a:pt x="37" y="573"/>
                  </a:lnTo>
                  <a:lnTo>
                    <a:pt x="20" y="616"/>
                  </a:lnTo>
                  <a:lnTo>
                    <a:pt x="4" y="658"/>
                  </a:lnTo>
                  <a:lnTo>
                    <a:pt x="10" y="666"/>
                  </a:lnTo>
                  <a:lnTo>
                    <a:pt x="4" y="658"/>
                  </a:lnTo>
                  <a:lnTo>
                    <a:pt x="0" y="668"/>
                  </a:lnTo>
                  <a:lnTo>
                    <a:pt x="10" y="666"/>
                  </a:lnTo>
                  <a:lnTo>
                    <a:pt x="8" y="654"/>
                  </a:lnTo>
                </a:path>
              </a:pathLst>
            </a:custGeom>
            <a:solidFill>
              <a:srgbClr val="339966"/>
            </a:solidFill>
            <a:ln w="12700">
              <a:noFill/>
            </a:ln>
          </p:spPr>
          <p:txBody>
            <a:bodyPr/>
            <a:lstStyle/>
            <a:p>
              <a:endParaRPr lang="zh-CN" altLang="en-US"/>
            </a:p>
          </p:txBody>
        </p:sp>
        <p:sp>
          <p:nvSpPr>
            <p:cNvPr id="43025" name="Freeform 358"/>
            <p:cNvSpPr/>
            <p:nvPr/>
          </p:nvSpPr>
          <p:spPr>
            <a:xfrm>
              <a:off x="2325" y="2461"/>
              <a:ext cx="596" cy="627"/>
            </a:xfrm>
            <a:custGeom>
              <a:avLst/>
              <a:gdLst/>
              <a:ahLst/>
              <a:cxnLst>
                <a:cxn ang="0">
                  <a:pos x="583" y="0"/>
                </a:cxn>
                <a:cxn ang="0">
                  <a:pos x="563" y="39"/>
                </a:cxn>
                <a:cxn ang="0">
                  <a:pos x="536" y="83"/>
                </a:cxn>
                <a:cxn ang="0">
                  <a:pos x="509" y="130"/>
                </a:cxn>
                <a:cxn ang="0">
                  <a:pos x="476" y="178"/>
                </a:cxn>
                <a:cxn ang="0">
                  <a:pos x="441" y="227"/>
                </a:cxn>
                <a:cxn ang="0">
                  <a:pos x="405" y="276"/>
                </a:cxn>
                <a:cxn ang="0">
                  <a:pos x="367" y="325"/>
                </a:cxn>
                <a:cxn ang="0">
                  <a:pos x="325" y="374"/>
                </a:cxn>
                <a:cxn ang="0">
                  <a:pos x="284" y="419"/>
                </a:cxn>
                <a:cxn ang="0">
                  <a:pos x="243" y="462"/>
                </a:cxn>
                <a:cxn ang="0">
                  <a:pos x="200" y="502"/>
                </a:cxn>
                <a:cxn ang="0">
                  <a:pos x="158" y="536"/>
                </a:cxn>
                <a:cxn ang="0">
                  <a:pos x="116" y="565"/>
                </a:cxn>
                <a:cxn ang="0">
                  <a:pos x="76" y="589"/>
                </a:cxn>
                <a:cxn ang="0">
                  <a:pos x="36" y="605"/>
                </a:cxn>
                <a:cxn ang="0">
                  <a:pos x="0" y="613"/>
                </a:cxn>
                <a:cxn ang="0">
                  <a:pos x="2" y="626"/>
                </a:cxn>
                <a:cxn ang="0">
                  <a:pos x="41" y="616"/>
                </a:cxn>
                <a:cxn ang="0">
                  <a:pos x="82" y="600"/>
                </a:cxn>
                <a:cxn ang="0">
                  <a:pos x="123" y="576"/>
                </a:cxn>
                <a:cxn ang="0">
                  <a:pos x="166" y="546"/>
                </a:cxn>
                <a:cxn ang="0">
                  <a:pos x="209" y="512"/>
                </a:cxn>
                <a:cxn ang="0">
                  <a:pos x="251" y="472"/>
                </a:cxn>
                <a:cxn ang="0">
                  <a:pos x="294" y="427"/>
                </a:cxn>
                <a:cxn ang="0">
                  <a:pos x="335" y="382"/>
                </a:cxn>
                <a:cxn ang="0">
                  <a:pos x="377" y="334"/>
                </a:cxn>
                <a:cxn ang="0">
                  <a:pos x="415" y="284"/>
                </a:cxn>
                <a:cxn ang="0">
                  <a:pos x="452" y="235"/>
                </a:cxn>
                <a:cxn ang="0">
                  <a:pos x="487" y="185"/>
                </a:cxn>
                <a:cxn ang="0">
                  <a:pos x="518" y="136"/>
                </a:cxn>
                <a:cxn ang="0">
                  <a:pos x="548" y="90"/>
                </a:cxn>
                <a:cxn ang="0">
                  <a:pos x="572" y="46"/>
                </a:cxn>
                <a:cxn ang="0">
                  <a:pos x="595" y="5"/>
                </a:cxn>
                <a:cxn ang="0">
                  <a:pos x="583" y="0"/>
                </a:cxn>
              </a:cxnLst>
              <a:rect l="0" t="0" r="0" b="0"/>
              <a:pathLst>
                <a:path w="596" h="627">
                  <a:moveTo>
                    <a:pt x="583" y="0"/>
                  </a:moveTo>
                  <a:lnTo>
                    <a:pt x="563" y="39"/>
                  </a:lnTo>
                  <a:lnTo>
                    <a:pt x="536" y="83"/>
                  </a:lnTo>
                  <a:lnTo>
                    <a:pt x="509" y="130"/>
                  </a:lnTo>
                  <a:lnTo>
                    <a:pt x="476" y="178"/>
                  </a:lnTo>
                  <a:lnTo>
                    <a:pt x="441" y="227"/>
                  </a:lnTo>
                  <a:lnTo>
                    <a:pt x="405" y="276"/>
                  </a:lnTo>
                  <a:lnTo>
                    <a:pt x="367" y="325"/>
                  </a:lnTo>
                  <a:lnTo>
                    <a:pt x="325" y="374"/>
                  </a:lnTo>
                  <a:lnTo>
                    <a:pt x="284" y="419"/>
                  </a:lnTo>
                  <a:lnTo>
                    <a:pt x="243" y="462"/>
                  </a:lnTo>
                  <a:lnTo>
                    <a:pt x="200" y="502"/>
                  </a:lnTo>
                  <a:lnTo>
                    <a:pt x="158" y="536"/>
                  </a:lnTo>
                  <a:lnTo>
                    <a:pt x="116" y="565"/>
                  </a:lnTo>
                  <a:lnTo>
                    <a:pt x="76" y="589"/>
                  </a:lnTo>
                  <a:lnTo>
                    <a:pt x="36" y="605"/>
                  </a:lnTo>
                  <a:lnTo>
                    <a:pt x="0" y="613"/>
                  </a:lnTo>
                  <a:lnTo>
                    <a:pt x="2" y="626"/>
                  </a:lnTo>
                  <a:lnTo>
                    <a:pt x="41" y="616"/>
                  </a:lnTo>
                  <a:lnTo>
                    <a:pt x="82" y="600"/>
                  </a:lnTo>
                  <a:lnTo>
                    <a:pt x="123" y="576"/>
                  </a:lnTo>
                  <a:lnTo>
                    <a:pt x="166" y="546"/>
                  </a:lnTo>
                  <a:lnTo>
                    <a:pt x="209" y="512"/>
                  </a:lnTo>
                  <a:lnTo>
                    <a:pt x="251" y="472"/>
                  </a:lnTo>
                  <a:lnTo>
                    <a:pt x="294" y="427"/>
                  </a:lnTo>
                  <a:lnTo>
                    <a:pt x="335" y="382"/>
                  </a:lnTo>
                  <a:lnTo>
                    <a:pt x="377" y="334"/>
                  </a:lnTo>
                  <a:lnTo>
                    <a:pt x="415" y="284"/>
                  </a:lnTo>
                  <a:lnTo>
                    <a:pt x="452" y="235"/>
                  </a:lnTo>
                  <a:lnTo>
                    <a:pt x="487" y="185"/>
                  </a:lnTo>
                  <a:lnTo>
                    <a:pt x="518" y="136"/>
                  </a:lnTo>
                  <a:lnTo>
                    <a:pt x="548" y="90"/>
                  </a:lnTo>
                  <a:lnTo>
                    <a:pt x="572" y="46"/>
                  </a:lnTo>
                  <a:lnTo>
                    <a:pt x="595" y="5"/>
                  </a:lnTo>
                  <a:lnTo>
                    <a:pt x="583" y="0"/>
                  </a:lnTo>
                </a:path>
              </a:pathLst>
            </a:custGeom>
            <a:solidFill>
              <a:srgbClr val="339966"/>
            </a:solidFill>
            <a:ln w="12700">
              <a:noFill/>
            </a:ln>
          </p:spPr>
          <p:txBody>
            <a:bodyPr/>
            <a:lstStyle/>
            <a:p>
              <a:endParaRPr lang="zh-CN" altLang="en-US"/>
            </a:p>
          </p:txBody>
        </p:sp>
        <p:sp>
          <p:nvSpPr>
            <p:cNvPr id="43026" name="Freeform 359"/>
            <p:cNvSpPr/>
            <p:nvPr/>
          </p:nvSpPr>
          <p:spPr>
            <a:xfrm>
              <a:off x="1324" y="2520"/>
              <a:ext cx="2025" cy="303"/>
            </a:xfrm>
            <a:custGeom>
              <a:avLst/>
              <a:gdLst/>
              <a:ahLst/>
              <a:cxnLst>
                <a:cxn ang="0">
                  <a:pos x="31" y="232"/>
                </a:cxn>
                <a:cxn ang="0">
                  <a:pos x="98" y="172"/>
                </a:cxn>
                <a:cxn ang="0">
                  <a:pos x="191" y="122"/>
                </a:cxn>
                <a:cxn ang="0">
                  <a:pos x="308" y="81"/>
                </a:cxn>
                <a:cxn ang="0">
                  <a:pos x="446" y="51"/>
                </a:cxn>
                <a:cxn ang="0">
                  <a:pos x="598" y="28"/>
                </a:cxn>
                <a:cxn ang="0">
                  <a:pos x="761" y="15"/>
                </a:cxn>
                <a:cxn ang="0">
                  <a:pos x="929" y="12"/>
                </a:cxn>
                <a:cxn ang="0">
                  <a:pos x="1100" y="16"/>
                </a:cxn>
                <a:cxn ang="0">
                  <a:pos x="1270" y="30"/>
                </a:cxn>
                <a:cxn ang="0">
                  <a:pos x="1432" y="51"/>
                </a:cxn>
                <a:cxn ang="0">
                  <a:pos x="1583" y="81"/>
                </a:cxn>
                <a:cxn ang="0">
                  <a:pos x="1720" y="117"/>
                </a:cxn>
                <a:cxn ang="0">
                  <a:pos x="1836" y="161"/>
                </a:cxn>
                <a:cxn ang="0">
                  <a:pos x="1928" y="212"/>
                </a:cxn>
                <a:cxn ang="0">
                  <a:pos x="1992" y="270"/>
                </a:cxn>
                <a:cxn ang="0">
                  <a:pos x="2024" y="296"/>
                </a:cxn>
                <a:cxn ang="0">
                  <a:pos x="1972" y="232"/>
                </a:cxn>
                <a:cxn ang="0">
                  <a:pos x="1891" y="175"/>
                </a:cxn>
                <a:cxn ang="0">
                  <a:pos x="1785" y="127"/>
                </a:cxn>
                <a:cxn ang="0">
                  <a:pos x="1657" y="86"/>
                </a:cxn>
                <a:cxn ang="0">
                  <a:pos x="1512" y="53"/>
                </a:cxn>
                <a:cxn ang="0">
                  <a:pos x="1355" y="27"/>
                </a:cxn>
                <a:cxn ang="0">
                  <a:pos x="1187" y="9"/>
                </a:cxn>
                <a:cxn ang="0">
                  <a:pos x="1017" y="1"/>
                </a:cxn>
                <a:cxn ang="0">
                  <a:pos x="845" y="0"/>
                </a:cxn>
                <a:cxn ang="0">
                  <a:pos x="677" y="7"/>
                </a:cxn>
                <a:cxn ang="0">
                  <a:pos x="518" y="25"/>
                </a:cxn>
                <a:cxn ang="0">
                  <a:pos x="372" y="52"/>
                </a:cxn>
                <a:cxn ang="0">
                  <a:pos x="244" y="89"/>
                </a:cxn>
                <a:cxn ang="0">
                  <a:pos x="134" y="135"/>
                </a:cxn>
                <a:cxn ang="0">
                  <a:pos x="51" y="191"/>
                </a:cxn>
                <a:cxn ang="0">
                  <a:pos x="0" y="261"/>
                </a:cxn>
              </a:cxnLst>
              <a:rect l="0" t="0" r="0" b="0"/>
              <a:pathLst>
                <a:path w="2025" h="303">
                  <a:moveTo>
                    <a:pt x="10" y="266"/>
                  </a:moveTo>
                  <a:lnTo>
                    <a:pt x="31" y="232"/>
                  </a:lnTo>
                  <a:lnTo>
                    <a:pt x="60" y="202"/>
                  </a:lnTo>
                  <a:lnTo>
                    <a:pt x="98" y="172"/>
                  </a:lnTo>
                  <a:lnTo>
                    <a:pt x="141" y="146"/>
                  </a:lnTo>
                  <a:lnTo>
                    <a:pt x="191" y="122"/>
                  </a:lnTo>
                  <a:lnTo>
                    <a:pt x="247" y="99"/>
                  </a:lnTo>
                  <a:lnTo>
                    <a:pt x="308" y="81"/>
                  </a:lnTo>
                  <a:lnTo>
                    <a:pt x="374" y="64"/>
                  </a:lnTo>
                  <a:lnTo>
                    <a:pt x="446" y="51"/>
                  </a:lnTo>
                  <a:lnTo>
                    <a:pt x="521" y="38"/>
                  </a:lnTo>
                  <a:lnTo>
                    <a:pt x="598" y="28"/>
                  </a:lnTo>
                  <a:lnTo>
                    <a:pt x="678" y="20"/>
                  </a:lnTo>
                  <a:lnTo>
                    <a:pt x="761" y="15"/>
                  </a:lnTo>
                  <a:lnTo>
                    <a:pt x="845" y="12"/>
                  </a:lnTo>
                  <a:lnTo>
                    <a:pt x="929" y="12"/>
                  </a:lnTo>
                  <a:lnTo>
                    <a:pt x="1015" y="13"/>
                  </a:lnTo>
                  <a:lnTo>
                    <a:pt x="1100" y="16"/>
                  </a:lnTo>
                  <a:lnTo>
                    <a:pt x="1186" y="22"/>
                  </a:lnTo>
                  <a:lnTo>
                    <a:pt x="1270" y="30"/>
                  </a:lnTo>
                  <a:lnTo>
                    <a:pt x="1352" y="39"/>
                  </a:lnTo>
                  <a:lnTo>
                    <a:pt x="1432" y="51"/>
                  </a:lnTo>
                  <a:lnTo>
                    <a:pt x="1509" y="64"/>
                  </a:lnTo>
                  <a:lnTo>
                    <a:pt x="1583" y="81"/>
                  </a:lnTo>
                  <a:lnTo>
                    <a:pt x="1654" y="98"/>
                  </a:lnTo>
                  <a:lnTo>
                    <a:pt x="1720" y="117"/>
                  </a:lnTo>
                  <a:lnTo>
                    <a:pt x="1781" y="138"/>
                  </a:lnTo>
                  <a:lnTo>
                    <a:pt x="1836" y="161"/>
                  </a:lnTo>
                  <a:lnTo>
                    <a:pt x="1886" y="186"/>
                  </a:lnTo>
                  <a:lnTo>
                    <a:pt x="1928" y="212"/>
                  </a:lnTo>
                  <a:lnTo>
                    <a:pt x="1964" y="241"/>
                  </a:lnTo>
                  <a:lnTo>
                    <a:pt x="1992" y="270"/>
                  </a:lnTo>
                  <a:lnTo>
                    <a:pt x="2013" y="302"/>
                  </a:lnTo>
                  <a:lnTo>
                    <a:pt x="2024" y="296"/>
                  </a:lnTo>
                  <a:lnTo>
                    <a:pt x="2002" y="263"/>
                  </a:lnTo>
                  <a:lnTo>
                    <a:pt x="1972" y="232"/>
                  </a:lnTo>
                  <a:lnTo>
                    <a:pt x="1936" y="202"/>
                  </a:lnTo>
                  <a:lnTo>
                    <a:pt x="1891" y="175"/>
                  </a:lnTo>
                  <a:lnTo>
                    <a:pt x="1841" y="151"/>
                  </a:lnTo>
                  <a:lnTo>
                    <a:pt x="1785" y="127"/>
                  </a:lnTo>
                  <a:lnTo>
                    <a:pt x="1723" y="105"/>
                  </a:lnTo>
                  <a:lnTo>
                    <a:pt x="1657" y="86"/>
                  </a:lnTo>
                  <a:lnTo>
                    <a:pt x="1586" y="68"/>
                  </a:lnTo>
                  <a:lnTo>
                    <a:pt x="1512" y="53"/>
                  </a:lnTo>
                  <a:lnTo>
                    <a:pt x="1435" y="38"/>
                  </a:lnTo>
                  <a:lnTo>
                    <a:pt x="1355" y="27"/>
                  </a:lnTo>
                  <a:lnTo>
                    <a:pt x="1272" y="17"/>
                  </a:lnTo>
                  <a:lnTo>
                    <a:pt x="1187" y="9"/>
                  </a:lnTo>
                  <a:lnTo>
                    <a:pt x="1102" y="4"/>
                  </a:lnTo>
                  <a:lnTo>
                    <a:pt x="1017" y="1"/>
                  </a:lnTo>
                  <a:lnTo>
                    <a:pt x="929" y="0"/>
                  </a:lnTo>
                  <a:lnTo>
                    <a:pt x="845" y="0"/>
                  </a:lnTo>
                  <a:lnTo>
                    <a:pt x="760" y="2"/>
                  </a:lnTo>
                  <a:lnTo>
                    <a:pt x="677" y="7"/>
                  </a:lnTo>
                  <a:lnTo>
                    <a:pt x="597" y="16"/>
                  </a:lnTo>
                  <a:lnTo>
                    <a:pt x="518" y="25"/>
                  </a:lnTo>
                  <a:lnTo>
                    <a:pt x="444" y="38"/>
                  </a:lnTo>
                  <a:lnTo>
                    <a:pt x="372" y="52"/>
                  </a:lnTo>
                  <a:lnTo>
                    <a:pt x="306" y="69"/>
                  </a:lnTo>
                  <a:lnTo>
                    <a:pt x="244" y="89"/>
                  </a:lnTo>
                  <a:lnTo>
                    <a:pt x="185" y="111"/>
                  </a:lnTo>
                  <a:lnTo>
                    <a:pt x="134" y="135"/>
                  </a:lnTo>
                  <a:lnTo>
                    <a:pt x="90" y="161"/>
                  </a:lnTo>
                  <a:lnTo>
                    <a:pt x="51" y="191"/>
                  </a:lnTo>
                  <a:lnTo>
                    <a:pt x="21" y="225"/>
                  </a:lnTo>
                  <a:lnTo>
                    <a:pt x="0" y="261"/>
                  </a:lnTo>
                  <a:lnTo>
                    <a:pt x="10" y="266"/>
                  </a:lnTo>
                </a:path>
              </a:pathLst>
            </a:custGeom>
            <a:solidFill>
              <a:srgbClr val="339966"/>
            </a:solidFill>
            <a:ln w="12700">
              <a:noFill/>
            </a:ln>
          </p:spPr>
          <p:txBody>
            <a:bodyPr/>
            <a:lstStyle/>
            <a:p>
              <a:endParaRPr lang="zh-CN" altLang="en-US"/>
            </a:p>
          </p:txBody>
        </p:sp>
        <p:sp>
          <p:nvSpPr>
            <p:cNvPr id="43027" name="Freeform 360"/>
            <p:cNvSpPr/>
            <p:nvPr/>
          </p:nvSpPr>
          <p:spPr>
            <a:xfrm>
              <a:off x="1648" y="2777"/>
              <a:ext cx="1342" cy="221"/>
            </a:xfrm>
            <a:custGeom>
              <a:avLst/>
              <a:gdLst/>
              <a:ahLst/>
              <a:cxnLst>
                <a:cxn ang="0">
                  <a:pos x="31" y="166"/>
                </a:cxn>
                <a:cxn ang="0">
                  <a:pos x="87" y="122"/>
                </a:cxn>
                <a:cxn ang="0">
                  <a:pos x="161" y="86"/>
                </a:cxn>
                <a:cxn ang="0">
                  <a:pos x="247" y="57"/>
                </a:cxn>
                <a:cxn ang="0">
                  <a:pos x="345" y="36"/>
                </a:cxn>
                <a:cxn ang="0">
                  <a:pos x="450" y="21"/>
                </a:cxn>
                <a:cxn ang="0">
                  <a:pos x="561" y="13"/>
                </a:cxn>
                <a:cxn ang="0">
                  <a:pos x="674" y="12"/>
                </a:cxn>
                <a:cxn ang="0">
                  <a:pos x="785" y="18"/>
                </a:cxn>
                <a:cxn ang="0">
                  <a:pos x="894" y="27"/>
                </a:cxn>
                <a:cxn ang="0">
                  <a:pos x="998" y="44"/>
                </a:cxn>
                <a:cxn ang="0">
                  <a:pos x="1091" y="65"/>
                </a:cxn>
                <a:cxn ang="0">
                  <a:pos x="1173" y="92"/>
                </a:cxn>
                <a:cxn ang="0">
                  <a:pos x="1242" y="124"/>
                </a:cxn>
                <a:cxn ang="0">
                  <a:pos x="1291" y="159"/>
                </a:cxn>
                <a:cxn ang="0">
                  <a:pos x="1322" y="199"/>
                </a:cxn>
                <a:cxn ang="0">
                  <a:pos x="1341" y="217"/>
                </a:cxn>
                <a:cxn ang="0">
                  <a:pos x="1319" y="171"/>
                </a:cxn>
                <a:cxn ang="0">
                  <a:pos x="1276" y="130"/>
                </a:cxn>
                <a:cxn ang="0">
                  <a:pos x="1214" y="95"/>
                </a:cxn>
                <a:cxn ang="0">
                  <a:pos x="1137" y="65"/>
                </a:cxn>
                <a:cxn ang="0">
                  <a:pos x="1049" y="42"/>
                </a:cxn>
                <a:cxn ang="0">
                  <a:pos x="948" y="23"/>
                </a:cxn>
                <a:cxn ang="0">
                  <a:pos x="841" y="9"/>
                </a:cxn>
                <a:cxn ang="0">
                  <a:pos x="730" y="1"/>
                </a:cxn>
                <a:cxn ang="0">
                  <a:pos x="617" y="0"/>
                </a:cxn>
                <a:cxn ang="0">
                  <a:pos x="504" y="5"/>
                </a:cxn>
                <a:cxn ang="0">
                  <a:pos x="395" y="16"/>
                </a:cxn>
                <a:cxn ang="0">
                  <a:pos x="293" y="34"/>
                </a:cxn>
                <a:cxn ang="0">
                  <a:pos x="199" y="60"/>
                </a:cxn>
                <a:cxn ang="0">
                  <a:pos x="116" y="93"/>
                </a:cxn>
                <a:cxn ang="0">
                  <a:pos x="49" y="133"/>
                </a:cxn>
                <a:cxn ang="0">
                  <a:pos x="0" y="183"/>
                </a:cxn>
              </a:cxnLst>
              <a:rect l="0" t="0" r="0" b="0"/>
              <a:pathLst>
                <a:path w="1342" h="221">
                  <a:moveTo>
                    <a:pt x="9" y="189"/>
                  </a:moveTo>
                  <a:lnTo>
                    <a:pt x="31" y="166"/>
                  </a:lnTo>
                  <a:lnTo>
                    <a:pt x="57" y="142"/>
                  </a:lnTo>
                  <a:lnTo>
                    <a:pt x="87" y="122"/>
                  </a:lnTo>
                  <a:lnTo>
                    <a:pt x="122" y="104"/>
                  </a:lnTo>
                  <a:lnTo>
                    <a:pt x="161" y="86"/>
                  </a:lnTo>
                  <a:lnTo>
                    <a:pt x="202" y="71"/>
                  </a:lnTo>
                  <a:lnTo>
                    <a:pt x="247" y="57"/>
                  </a:lnTo>
                  <a:lnTo>
                    <a:pt x="294" y="46"/>
                  </a:lnTo>
                  <a:lnTo>
                    <a:pt x="345" y="36"/>
                  </a:lnTo>
                  <a:lnTo>
                    <a:pt x="396" y="28"/>
                  </a:lnTo>
                  <a:lnTo>
                    <a:pt x="450" y="21"/>
                  </a:lnTo>
                  <a:lnTo>
                    <a:pt x="505" y="18"/>
                  </a:lnTo>
                  <a:lnTo>
                    <a:pt x="561" y="13"/>
                  </a:lnTo>
                  <a:lnTo>
                    <a:pt x="617" y="12"/>
                  </a:lnTo>
                  <a:lnTo>
                    <a:pt x="674" y="12"/>
                  </a:lnTo>
                  <a:lnTo>
                    <a:pt x="728" y="13"/>
                  </a:lnTo>
                  <a:lnTo>
                    <a:pt x="785" y="18"/>
                  </a:lnTo>
                  <a:lnTo>
                    <a:pt x="840" y="21"/>
                  </a:lnTo>
                  <a:lnTo>
                    <a:pt x="894" y="27"/>
                  </a:lnTo>
                  <a:lnTo>
                    <a:pt x="947" y="35"/>
                  </a:lnTo>
                  <a:lnTo>
                    <a:pt x="998" y="44"/>
                  </a:lnTo>
                  <a:lnTo>
                    <a:pt x="1046" y="53"/>
                  </a:lnTo>
                  <a:lnTo>
                    <a:pt x="1091" y="65"/>
                  </a:lnTo>
                  <a:lnTo>
                    <a:pt x="1134" y="78"/>
                  </a:lnTo>
                  <a:lnTo>
                    <a:pt x="1173" y="92"/>
                  </a:lnTo>
                  <a:lnTo>
                    <a:pt x="1209" y="107"/>
                  </a:lnTo>
                  <a:lnTo>
                    <a:pt x="1242" y="124"/>
                  </a:lnTo>
                  <a:lnTo>
                    <a:pt x="1268" y="141"/>
                  </a:lnTo>
                  <a:lnTo>
                    <a:pt x="1291" y="159"/>
                  </a:lnTo>
                  <a:lnTo>
                    <a:pt x="1309" y="178"/>
                  </a:lnTo>
                  <a:lnTo>
                    <a:pt x="1322" y="199"/>
                  </a:lnTo>
                  <a:lnTo>
                    <a:pt x="1328" y="220"/>
                  </a:lnTo>
                  <a:lnTo>
                    <a:pt x="1341" y="217"/>
                  </a:lnTo>
                  <a:lnTo>
                    <a:pt x="1333" y="194"/>
                  </a:lnTo>
                  <a:lnTo>
                    <a:pt x="1319" y="171"/>
                  </a:lnTo>
                  <a:lnTo>
                    <a:pt x="1299" y="151"/>
                  </a:lnTo>
                  <a:lnTo>
                    <a:pt x="1276" y="130"/>
                  </a:lnTo>
                  <a:lnTo>
                    <a:pt x="1247" y="112"/>
                  </a:lnTo>
                  <a:lnTo>
                    <a:pt x="1214" y="95"/>
                  </a:lnTo>
                  <a:lnTo>
                    <a:pt x="1178" y="80"/>
                  </a:lnTo>
                  <a:lnTo>
                    <a:pt x="1137" y="65"/>
                  </a:lnTo>
                  <a:lnTo>
                    <a:pt x="1094" y="53"/>
                  </a:lnTo>
                  <a:lnTo>
                    <a:pt x="1049" y="42"/>
                  </a:lnTo>
                  <a:lnTo>
                    <a:pt x="999" y="31"/>
                  </a:lnTo>
                  <a:lnTo>
                    <a:pt x="948" y="23"/>
                  </a:lnTo>
                  <a:lnTo>
                    <a:pt x="895" y="15"/>
                  </a:lnTo>
                  <a:lnTo>
                    <a:pt x="841" y="9"/>
                  </a:lnTo>
                  <a:lnTo>
                    <a:pt x="787" y="5"/>
                  </a:lnTo>
                  <a:lnTo>
                    <a:pt x="730" y="1"/>
                  </a:lnTo>
                  <a:lnTo>
                    <a:pt x="674" y="0"/>
                  </a:lnTo>
                  <a:lnTo>
                    <a:pt x="617" y="0"/>
                  </a:lnTo>
                  <a:lnTo>
                    <a:pt x="561" y="1"/>
                  </a:lnTo>
                  <a:lnTo>
                    <a:pt x="504" y="5"/>
                  </a:lnTo>
                  <a:lnTo>
                    <a:pt x="449" y="9"/>
                  </a:lnTo>
                  <a:lnTo>
                    <a:pt x="395" y="16"/>
                  </a:lnTo>
                  <a:lnTo>
                    <a:pt x="342" y="24"/>
                  </a:lnTo>
                  <a:lnTo>
                    <a:pt x="293" y="34"/>
                  </a:lnTo>
                  <a:lnTo>
                    <a:pt x="244" y="46"/>
                  </a:lnTo>
                  <a:lnTo>
                    <a:pt x="199" y="60"/>
                  </a:lnTo>
                  <a:lnTo>
                    <a:pt x="157" y="75"/>
                  </a:lnTo>
                  <a:lnTo>
                    <a:pt x="116" y="93"/>
                  </a:lnTo>
                  <a:lnTo>
                    <a:pt x="81" y="112"/>
                  </a:lnTo>
                  <a:lnTo>
                    <a:pt x="49" y="133"/>
                  </a:lnTo>
                  <a:lnTo>
                    <a:pt x="23" y="156"/>
                  </a:lnTo>
                  <a:lnTo>
                    <a:pt x="0" y="183"/>
                  </a:lnTo>
                  <a:lnTo>
                    <a:pt x="9" y="189"/>
                  </a:lnTo>
                </a:path>
              </a:pathLst>
            </a:custGeom>
            <a:solidFill>
              <a:srgbClr val="339966"/>
            </a:solidFill>
            <a:ln w="12700">
              <a:noFill/>
            </a:ln>
          </p:spPr>
          <p:txBody>
            <a:bodyPr/>
            <a:lstStyle/>
            <a:p>
              <a:endParaRPr lang="zh-CN" altLang="en-US"/>
            </a:p>
          </p:txBody>
        </p:sp>
        <p:sp>
          <p:nvSpPr>
            <p:cNvPr id="43028" name="Freeform 361"/>
            <p:cNvSpPr/>
            <p:nvPr/>
          </p:nvSpPr>
          <p:spPr>
            <a:xfrm>
              <a:off x="2645" y="2564"/>
              <a:ext cx="1521" cy="935"/>
            </a:xfrm>
            <a:custGeom>
              <a:avLst/>
              <a:gdLst/>
              <a:ahLst/>
              <a:cxnLst>
                <a:cxn ang="0">
                  <a:pos x="5" y="497"/>
                </a:cxn>
                <a:cxn ang="0">
                  <a:pos x="24" y="555"/>
                </a:cxn>
                <a:cxn ang="0">
                  <a:pos x="54" y="609"/>
                </a:cxn>
                <a:cxn ang="0">
                  <a:pos x="95" y="658"/>
                </a:cxn>
                <a:cxn ang="0">
                  <a:pos x="144" y="703"/>
                </a:cxn>
                <a:cxn ang="0">
                  <a:pos x="202" y="745"/>
                </a:cxn>
                <a:cxn ang="0">
                  <a:pos x="270" y="783"/>
                </a:cxn>
                <a:cxn ang="0">
                  <a:pos x="345" y="818"/>
                </a:cxn>
                <a:cxn ang="0">
                  <a:pos x="428" y="850"/>
                </a:cxn>
                <a:cxn ang="0">
                  <a:pos x="520" y="877"/>
                </a:cxn>
                <a:cxn ang="0">
                  <a:pos x="619" y="902"/>
                </a:cxn>
                <a:cxn ang="0">
                  <a:pos x="738" y="918"/>
                </a:cxn>
                <a:cxn ang="0">
                  <a:pos x="857" y="928"/>
                </a:cxn>
                <a:cxn ang="0">
                  <a:pos x="969" y="932"/>
                </a:cxn>
                <a:cxn ang="0">
                  <a:pos x="1072" y="934"/>
                </a:cxn>
                <a:cxn ang="0">
                  <a:pos x="1165" y="931"/>
                </a:cxn>
                <a:cxn ang="0">
                  <a:pos x="1251" y="924"/>
                </a:cxn>
                <a:cxn ang="0">
                  <a:pos x="1325" y="911"/>
                </a:cxn>
                <a:cxn ang="0">
                  <a:pos x="1390" y="895"/>
                </a:cxn>
                <a:cxn ang="0">
                  <a:pos x="1442" y="871"/>
                </a:cxn>
                <a:cxn ang="0">
                  <a:pos x="1484" y="844"/>
                </a:cxn>
                <a:cxn ang="0">
                  <a:pos x="1514" y="809"/>
                </a:cxn>
                <a:cxn ang="0">
                  <a:pos x="1520" y="785"/>
                </a:cxn>
                <a:cxn ang="0">
                  <a:pos x="1519" y="760"/>
                </a:cxn>
                <a:cxn ang="0">
                  <a:pos x="1510" y="734"/>
                </a:cxn>
                <a:cxn ang="0">
                  <a:pos x="1496" y="709"/>
                </a:cxn>
                <a:cxn ang="0">
                  <a:pos x="1478" y="683"/>
                </a:cxn>
                <a:cxn ang="0">
                  <a:pos x="1456" y="656"/>
                </a:cxn>
                <a:cxn ang="0">
                  <a:pos x="1430" y="630"/>
                </a:cxn>
                <a:cxn ang="0">
                  <a:pos x="1403" y="603"/>
                </a:cxn>
                <a:cxn ang="0">
                  <a:pos x="1373" y="577"/>
                </a:cxn>
                <a:cxn ang="0">
                  <a:pos x="1343" y="550"/>
                </a:cxn>
                <a:cxn ang="0">
                  <a:pos x="1291" y="509"/>
                </a:cxn>
                <a:cxn ang="0">
                  <a:pos x="1190" y="439"/>
                </a:cxn>
                <a:cxn ang="0">
                  <a:pos x="1088" y="374"/>
                </a:cxn>
                <a:cxn ang="0">
                  <a:pos x="984" y="313"/>
                </a:cxn>
                <a:cxn ang="0">
                  <a:pos x="877" y="256"/>
                </a:cxn>
                <a:cxn ang="0">
                  <a:pos x="770" y="203"/>
                </a:cxn>
                <a:cxn ang="0">
                  <a:pos x="660" y="155"/>
                </a:cxn>
                <a:cxn ang="0">
                  <a:pos x="548" y="111"/>
                </a:cxn>
                <a:cxn ang="0">
                  <a:pos x="435" y="72"/>
                </a:cxn>
                <a:cxn ang="0">
                  <a:pos x="321" y="38"/>
                </a:cxn>
                <a:cxn ang="0">
                  <a:pos x="203" y="7"/>
                </a:cxn>
              </a:cxnLst>
              <a:rect l="0" t="0" r="0" b="0"/>
              <a:pathLst>
                <a:path w="1521" h="935">
                  <a:moveTo>
                    <a:pt x="165" y="0"/>
                  </a:moveTo>
                  <a:lnTo>
                    <a:pt x="0" y="476"/>
                  </a:lnTo>
                  <a:lnTo>
                    <a:pt x="5" y="497"/>
                  </a:lnTo>
                  <a:lnTo>
                    <a:pt x="10" y="516"/>
                  </a:lnTo>
                  <a:lnTo>
                    <a:pt x="18" y="535"/>
                  </a:lnTo>
                  <a:lnTo>
                    <a:pt x="24" y="555"/>
                  </a:lnTo>
                  <a:lnTo>
                    <a:pt x="34" y="573"/>
                  </a:lnTo>
                  <a:lnTo>
                    <a:pt x="43" y="591"/>
                  </a:lnTo>
                  <a:lnTo>
                    <a:pt x="54" y="609"/>
                  </a:lnTo>
                  <a:lnTo>
                    <a:pt x="67" y="625"/>
                  </a:lnTo>
                  <a:lnTo>
                    <a:pt x="81" y="641"/>
                  </a:lnTo>
                  <a:lnTo>
                    <a:pt x="95" y="658"/>
                  </a:lnTo>
                  <a:lnTo>
                    <a:pt x="110" y="673"/>
                  </a:lnTo>
                  <a:lnTo>
                    <a:pt x="126" y="688"/>
                  </a:lnTo>
                  <a:lnTo>
                    <a:pt x="144" y="703"/>
                  </a:lnTo>
                  <a:lnTo>
                    <a:pt x="162" y="718"/>
                  </a:lnTo>
                  <a:lnTo>
                    <a:pt x="181" y="732"/>
                  </a:lnTo>
                  <a:lnTo>
                    <a:pt x="202" y="745"/>
                  </a:lnTo>
                  <a:lnTo>
                    <a:pt x="224" y="759"/>
                  </a:lnTo>
                  <a:lnTo>
                    <a:pt x="246" y="771"/>
                  </a:lnTo>
                  <a:lnTo>
                    <a:pt x="270" y="783"/>
                  </a:lnTo>
                  <a:lnTo>
                    <a:pt x="293" y="796"/>
                  </a:lnTo>
                  <a:lnTo>
                    <a:pt x="319" y="806"/>
                  </a:lnTo>
                  <a:lnTo>
                    <a:pt x="345" y="818"/>
                  </a:lnTo>
                  <a:lnTo>
                    <a:pt x="372" y="829"/>
                  </a:lnTo>
                  <a:lnTo>
                    <a:pt x="399" y="840"/>
                  </a:lnTo>
                  <a:lnTo>
                    <a:pt x="428" y="850"/>
                  </a:lnTo>
                  <a:lnTo>
                    <a:pt x="458" y="859"/>
                  </a:lnTo>
                  <a:lnTo>
                    <a:pt x="488" y="869"/>
                  </a:lnTo>
                  <a:lnTo>
                    <a:pt x="520" y="877"/>
                  </a:lnTo>
                  <a:lnTo>
                    <a:pt x="552" y="887"/>
                  </a:lnTo>
                  <a:lnTo>
                    <a:pt x="585" y="895"/>
                  </a:lnTo>
                  <a:lnTo>
                    <a:pt x="619" y="902"/>
                  </a:lnTo>
                  <a:lnTo>
                    <a:pt x="654" y="910"/>
                  </a:lnTo>
                  <a:lnTo>
                    <a:pt x="696" y="914"/>
                  </a:lnTo>
                  <a:lnTo>
                    <a:pt x="738" y="918"/>
                  </a:lnTo>
                  <a:lnTo>
                    <a:pt x="778" y="921"/>
                  </a:lnTo>
                  <a:lnTo>
                    <a:pt x="818" y="926"/>
                  </a:lnTo>
                  <a:lnTo>
                    <a:pt x="857" y="928"/>
                  </a:lnTo>
                  <a:lnTo>
                    <a:pt x="895" y="929"/>
                  </a:lnTo>
                  <a:lnTo>
                    <a:pt x="933" y="931"/>
                  </a:lnTo>
                  <a:lnTo>
                    <a:pt x="969" y="932"/>
                  </a:lnTo>
                  <a:lnTo>
                    <a:pt x="1004" y="934"/>
                  </a:lnTo>
                  <a:lnTo>
                    <a:pt x="1039" y="934"/>
                  </a:lnTo>
                  <a:lnTo>
                    <a:pt x="1072" y="934"/>
                  </a:lnTo>
                  <a:lnTo>
                    <a:pt x="1105" y="934"/>
                  </a:lnTo>
                  <a:lnTo>
                    <a:pt x="1135" y="932"/>
                  </a:lnTo>
                  <a:lnTo>
                    <a:pt x="1165" y="931"/>
                  </a:lnTo>
                  <a:lnTo>
                    <a:pt x="1196" y="929"/>
                  </a:lnTo>
                  <a:lnTo>
                    <a:pt x="1224" y="926"/>
                  </a:lnTo>
                  <a:lnTo>
                    <a:pt x="1251" y="924"/>
                  </a:lnTo>
                  <a:lnTo>
                    <a:pt x="1277" y="920"/>
                  </a:lnTo>
                  <a:lnTo>
                    <a:pt x="1302" y="915"/>
                  </a:lnTo>
                  <a:lnTo>
                    <a:pt x="1325" y="911"/>
                  </a:lnTo>
                  <a:lnTo>
                    <a:pt x="1347" y="906"/>
                  </a:lnTo>
                  <a:lnTo>
                    <a:pt x="1370" y="900"/>
                  </a:lnTo>
                  <a:lnTo>
                    <a:pt x="1390" y="895"/>
                  </a:lnTo>
                  <a:lnTo>
                    <a:pt x="1408" y="888"/>
                  </a:lnTo>
                  <a:lnTo>
                    <a:pt x="1426" y="880"/>
                  </a:lnTo>
                  <a:lnTo>
                    <a:pt x="1442" y="871"/>
                  </a:lnTo>
                  <a:lnTo>
                    <a:pt x="1458" y="863"/>
                  </a:lnTo>
                  <a:lnTo>
                    <a:pt x="1471" y="853"/>
                  </a:lnTo>
                  <a:lnTo>
                    <a:pt x="1484" y="844"/>
                  </a:lnTo>
                  <a:lnTo>
                    <a:pt x="1495" y="833"/>
                  </a:lnTo>
                  <a:lnTo>
                    <a:pt x="1506" y="822"/>
                  </a:lnTo>
                  <a:lnTo>
                    <a:pt x="1514" y="809"/>
                  </a:lnTo>
                  <a:lnTo>
                    <a:pt x="1517" y="801"/>
                  </a:lnTo>
                  <a:lnTo>
                    <a:pt x="1519" y="793"/>
                  </a:lnTo>
                  <a:lnTo>
                    <a:pt x="1520" y="785"/>
                  </a:lnTo>
                  <a:lnTo>
                    <a:pt x="1520" y="776"/>
                  </a:lnTo>
                  <a:lnTo>
                    <a:pt x="1520" y="768"/>
                  </a:lnTo>
                  <a:lnTo>
                    <a:pt x="1519" y="760"/>
                  </a:lnTo>
                  <a:lnTo>
                    <a:pt x="1517" y="752"/>
                  </a:lnTo>
                  <a:lnTo>
                    <a:pt x="1514" y="744"/>
                  </a:lnTo>
                  <a:lnTo>
                    <a:pt x="1510" y="734"/>
                  </a:lnTo>
                  <a:lnTo>
                    <a:pt x="1507" y="726"/>
                  </a:lnTo>
                  <a:lnTo>
                    <a:pt x="1502" y="717"/>
                  </a:lnTo>
                  <a:lnTo>
                    <a:pt x="1496" y="709"/>
                  </a:lnTo>
                  <a:lnTo>
                    <a:pt x="1491" y="700"/>
                  </a:lnTo>
                  <a:lnTo>
                    <a:pt x="1486" y="691"/>
                  </a:lnTo>
                  <a:lnTo>
                    <a:pt x="1478" y="683"/>
                  </a:lnTo>
                  <a:lnTo>
                    <a:pt x="1471" y="673"/>
                  </a:lnTo>
                  <a:lnTo>
                    <a:pt x="1463" y="665"/>
                  </a:lnTo>
                  <a:lnTo>
                    <a:pt x="1456" y="656"/>
                  </a:lnTo>
                  <a:lnTo>
                    <a:pt x="1448" y="647"/>
                  </a:lnTo>
                  <a:lnTo>
                    <a:pt x="1438" y="639"/>
                  </a:lnTo>
                  <a:lnTo>
                    <a:pt x="1430" y="630"/>
                  </a:lnTo>
                  <a:lnTo>
                    <a:pt x="1421" y="621"/>
                  </a:lnTo>
                  <a:lnTo>
                    <a:pt x="1412" y="612"/>
                  </a:lnTo>
                  <a:lnTo>
                    <a:pt x="1403" y="603"/>
                  </a:lnTo>
                  <a:lnTo>
                    <a:pt x="1393" y="594"/>
                  </a:lnTo>
                  <a:lnTo>
                    <a:pt x="1383" y="586"/>
                  </a:lnTo>
                  <a:lnTo>
                    <a:pt x="1373" y="577"/>
                  </a:lnTo>
                  <a:lnTo>
                    <a:pt x="1364" y="568"/>
                  </a:lnTo>
                  <a:lnTo>
                    <a:pt x="1353" y="559"/>
                  </a:lnTo>
                  <a:lnTo>
                    <a:pt x="1343" y="550"/>
                  </a:lnTo>
                  <a:lnTo>
                    <a:pt x="1334" y="542"/>
                  </a:lnTo>
                  <a:lnTo>
                    <a:pt x="1324" y="533"/>
                  </a:lnTo>
                  <a:lnTo>
                    <a:pt x="1291" y="509"/>
                  </a:lnTo>
                  <a:lnTo>
                    <a:pt x="1258" y="486"/>
                  </a:lnTo>
                  <a:lnTo>
                    <a:pt x="1225" y="462"/>
                  </a:lnTo>
                  <a:lnTo>
                    <a:pt x="1190" y="439"/>
                  </a:lnTo>
                  <a:lnTo>
                    <a:pt x="1156" y="417"/>
                  </a:lnTo>
                  <a:lnTo>
                    <a:pt x="1123" y="396"/>
                  </a:lnTo>
                  <a:lnTo>
                    <a:pt x="1088" y="374"/>
                  </a:lnTo>
                  <a:lnTo>
                    <a:pt x="1052" y="353"/>
                  </a:lnTo>
                  <a:lnTo>
                    <a:pt x="1018" y="333"/>
                  </a:lnTo>
                  <a:lnTo>
                    <a:pt x="984" y="313"/>
                  </a:lnTo>
                  <a:lnTo>
                    <a:pt x="948" y="294"/>
                  </a:lnTo>
                  <a:lnTo>
                    <a:pt x="913" y="275"/>
                  </a:lnTo>
                  <a:lnTo>
                    <a:pt x="877" y="256"/>
                  </a:lnTo>
                  <a:lnTo>
                    <a:pt x="842" y="238"/>
                  </a:lnTo>
                  <a:lnTo>
                    <a:pt x="806" y="221"/>
                  </a:lnTo>
                  <a:lnTo>
                    <a:pt x="770" y="203"/>
                  </a:lnTo>
                  <a:lnTo>
                    <a:pt x="732" y="186"/>
                  </a:lnTo>
                  <a:lnTo>
                    <a:pt x="696" y="171"/>
                  </a:lnTo>
                  <a:lnTo>
                    <a:pt x="660" y="155"/>
                  </a:lnTo>
                  <a:lnTo>
                    <a:pt x="622" y="140"/>
                  </a:lnTo>
                  <a:lnTo>
                    <a:pt x="585" y="126"/>
                  </a:lnTo>
                  <a:lnTo>
                    <a:pt x="548" y="111"/>
                  </a:lnTo>
                  <a:lnTo>
                    <a:pt x="511" y="98"/>
                  </a:lnTo>
                  <a:lnTo>
                    <a:pt x="473" y="85"/>
                  </a:lnTo>
                  <a:lnTo>
                    <a:pt x="435" y="72"/>
                  </a:lnTo>
                  <a:lnTo>
                    <a:pt x="398" y="60"/>
                  </a:lnTo>
                  <a:lnTo>
                    <a:pt x="359" y="49"/>
                  </a:lnTo>
                  <a:lnTo>
                    <a:pt x="321" y="38"/>
                  </a:lnTo>
                  <a:lnTo>
                    <a:pt x="282" y="27"/>
                  </a:lnTo>
                  <a:lnTo>
                    <a:pt x="244" y="18"/>
                  </a:lnTo>
                  <a:lnTo>
                    <a:pt x="203" y="7"/>
                  </a:lnTo>
                  <a:lnTo>
                    <a:pt x="165" y="0"/>
                  </a:lnTo>
                </a:path>
              </a:pathLst>
            </a:custGeom>
            <a:gradFill rotWithShape="0">
              <a:gsLst>
                <a:gs pos="0">
                  <a:srgbClr val="CBCBCB"/>
                </a:gs>
                <a:gs pos="100000">
                  <a:srgbClr val="8E8E8E"/>
                </a:gs>
              </a:gsLst>
              <a:lin ang="5400000" scaled="1"/>
              <a:tileRect/>
            </a:gradFill>
            <a:ln w="12700">
              <a:noFill/>
            </a:ln>
          </p:spPr>
          <p:txBody>
            <a:bodyPr/>
            <a:lstStyle/>
            <a:p>
              <a:endParaRPr lang="zh-CN" altLang="en-US"/>
            </a:p>
          </p:txBody>
        </p:sp>
        <p:sp>
          <p:nvSpPr>
            <p:cNvPr id="43029" name="Freeform 362"/>
            <p:cNvSpPr/>
            <p:nvPr/>
          </p:nvSpPr>
          <p:spPr>
            <a:xfrm>
              <a:off x="2638" y="2564"/>
              <a:ext cx="179" cy="481"/>
            </a:xfrm>
            <a:custGeom>
              <a:avLst/>
              <a:gdLst/>
              <a:ahLst/>
              <a:cxnLst>
                <a:cxn ang="0">
                  <a:pos x="12" y="477"/>
                </a:cxn>
                <a:cxn ang="0">
                  <a:pos x="12" y="480"/>
                </a:cxn>
                <a:cxn ang="0">
                  <a:pos x="178" y="4"/>
                </a:cxn>
                <a:cxn ang="0">
                  <a:pos x="167" y="0"/>
                </a:cxn>
                <a:cxn ang="0">
                  <a:pos x="0" y="475"/>
                </a:cxn>
                <a:cxn ang="0">
                  <a:pos x="0" y="478"/>
                </a:cxn>
                <a:cxn ang="0">
                  <a:pos x="12" y="477"/>
                </a:cxn>
              </a:cxnLst>
              <a:rect l="0" t="0" r="0" b="0"/>
              <a:pathLst>
                <a:path w="179" h="481">
                  <a:moveTo>
                    <a:pt x="12" y="477"/>
                  </a:moveTo>
                  <a:lnTo>
                    <a:pt x="12" y="480"/>
                  </a:lnTo>
                  <a:lnTo>
                    <a:pt x="178" y="4"/>
                  </a:lnTo>
                  <a:lnTo>
                    <a:pt x="167" y="0"/>
                  </a:lnTo>
                  <a:lnTo>
                    <a:pt x="0" y="475"/>
                  </a:lnTo>
                  <a:lnTo>
                    <a:pt x="0" y="478"/>
                  </a:lnTo>
                  <a:lnTo>
                    <a:pt x="12" y="477"/>
                  </a:lnTo>
                </a:path>
              </a:pathLst>
            </a:custGeom>
            <a:solidFill>
              <a:srgbClr val="FF6600"/>
            </a:solidFill>
            <a:ln w="12700">
              <a:noFill/>
            </a:ln>
          </p:spPr>
          <p:txBody>
            <a:bodyPr/>
            <a:lstStyle/>
            <a:p>
              <a:endParaRPr lang="zh-CN" altLang="en-US"/>
            </a:p>
          </p:txBody>
        </p:sp>
        <p:sp>
          <p:nvSpPr>
            <p:cNvPr id="43030" name="Freeform 363"/>
            <p:cNvSpPr/>
            <p:nvPr/>
          </p:nvSpPr>
          <p:spPr>
            <a:xfrm>
              <a:off x="2638" y="3042"/>
              <a:ext cx="664" cy="439"/>
            </a:xfrm>
            <a:custGeom>
              <a:avLst/>
              <a:gdLst/>
              <a:ahLst/>
              <a:cxnLst>
                <a:cxn ang="0">
                  <a:pos x="661" y="427"/>
                </a:cxn>
                <a:cxn ang="0">
                  <a:pos x="663" y="427"/>
                </a:cxn>
                <a:cxn ang="0">
                  <a:pos x="593" y="410"/>
                </a:cxn>
                <a:cxn ang="0">
                  <a:pos x="528" y="394"/>
                </a:cxn>
                <a:cxn ang="0">
                  <a:pos x="466" y="376"/>
                </a:cxn>
                <a:cxn ang="0">
                  <a:pos x="409" y="357"/>
                </a:cxn>
                <a:cxn ang="0">
                  <a:pos x="353" y="335"/>
                </a:cxn>
                <a:cxn ang="0">
                  <a:pos x="302" y="313"/>
                </a:cxn>
                <a:cxn ang="0">
                  <a:pos x="255" y="288"/>
                </a:cxn>
                <a:cxn ang="0">
                  <a:pos x="211" y="263"/>
                </a:cxn>
                <a:cxn ang="0">
                  <a:pos x="172" y="236"/>
                </a:cxn>
                <a:cxn ang="0">
                  <a:pos x="137" y="207"/>
                </a:cxn>
                <a:cxn ang="0">
                  <a:pos x="105" y="177"/>
                </a:cxn>
                <a:cxn ang="0">
                  <a:pos x="78" y="146"/>
                </a:cxn>
                <a:cxn ang="0">
                  <a:pos x="55" y="111"/>
                </a:cxn>
                <a:cxn ang="0">
                  <a:pos x="36" y="75"/>
                </a:cxn>
                <a:cxn ang="0">
                  <a:pos x="22" y="38"/>
                </a:cxn>
                <a:cxn ang="0">
                  <a:pos x="12" y="0"/>
                </a:cxn>
                <a:cxn ang="0">
                  <a:pos x="0" y="1"/>
                </a:cxn>
                <a:cxn ang="0">
                  <a:pos x="10" y="42"/>
                </a:cxn>
                <a:cxn ang="0">
                  <a:pos x="25" y="81"/>
                </a:cxn>
                <a:cxn ang="0">
                  <a:pos x="44" y="117"/>
                </a:cxn>
                <a:cxn ang="0">
                  <a:pos x="67" y="152"/>
                </a:cxn>
                <a:cxn ang="0">
                  <a:pos x="96" y="185"/>
                </a:cxn>
                <a:cxn ang="0">
                  <a:pos x="128" y="217"/>
                </a:cxn>
                <a:cxn ang="0">
                  <a:pos x="164" y="245"/>
                </a:cxn>
                <a:cxn ang="0">
                  <a:pos x="205" y="273"/>
                </a:cxn>
                <a:cxn ang="0">
                  <a:pos x="250" y="299"/>
                </a:cxn>
                <a:cxn ang="0">
                  <a:pos x="297" y="324"/>
                </a:cxn>
                <a:cxn ang="0">
                  <a:pos x="349" y="347"/>
                </a:cxn>
                <a:cxn ang="0">
                  <a:pos x="404" y="368"/>
                </a:cxn>
                <a:cxn ang="0">
                  <a:pos x="462" y="387"/>
                </a:cxn>
                <a:cxn ang="0">
                  <a:pos x="526" y="406"/>
                </a:cxn>
                <a:cxn ang="0">
                  <a:pos x="591" y="422"/>
                </a:cxn>
                <a:cxn ang="0">
                  <a:pos x="660" y="438"/>
                </a:cxn>
                <a:cxn ang="0">
                  <a:pos x="661" y="427"/>
                </a:cxn>
              </a:cxnLst>
              <a:rect l="0" t="0" r="0" b="0"/>
              <a:pathLst>
                <a:path w="664" h="439">
                  <a:moveTo>
                    <a:pt x="661" y="427"/>
                  </a:moveTo>
                  <a:lnTo>
                    <a:pt x="663" y="427"/>
                  </a:lnTo>
                  <a:lnTo>
                    <a:pt x="593" y="410"/>
                  </a:lnTo>
                  <a:lnTo>
                    <a:pt x="528" y="394"/>
                  </a:lnTo>
                  <a:lnTo>
                    <a:pt x="466" y="376"/>
                  </a:lnTo>
                  <a:lnTo>
                    <a:pt x="409" y="357"/>
                  </a:lnTo>
                  <a:lnTo>
                    <a:pt x="353" y="335"/>
                  </a:lnTo>
                  <a:lnTo>
                    <a:pt x="302" y="313"/>
                  </a:lnTo>
                  <a:lnTo>
                    <a:pt x="255" y="288"/>
                  </a:lnTo>
                  <a:lnTo>
                    <a:pt x="211" y="263"/>
                  </a:lnTo>
                  <a:lnTo>
                    <a:pt x="172" y="236"/>
                  </a:lnTo>
                  <a:lnTo>
                    <a:pt x="137" y="207"/>
                  </a:lnTo>
                  <a:lnTo>
                    <a:pt x="105" y="177"/>
                  </a:lnTo>
                  <a:lnTo>
                    <a:pt x="78" y="146"/>
                  </a:lnTo>
                  <a:lnTo>
                    <a:pt x="55" y="111"/>
                  </a:lnTo>
                  <a:lnTo>
                    <a:pt x="36" y="75"/>
                  </a:lnTo>
                  <a:lnTo>
                    <a:pt x="22" y="38"/>
                  </a:lnTo>
                  <a:lnTo>
                    <a:pt x="12" y="0"/>
                  </a:lnTo>
                  <a:lnTo>
                    <a:pt x="0" y="1"/>
                  </a:lnTo>
                  <a:lnTo>
                    <a:pt x="10" y="42"/>
                  </a:lnTo>
                  <a:lnTo>
                    <a:pt x="25" y="81"/>
                  </a:lnTo>
                  <a:lnTo>
                    <a:pt x="44" y="117"/>
                  </a:lnTo>
                  <a:lnTo>
                    <a:pt x="67" y="152"/>
                  </a:lnTo>
                  <a:lnTo>
                    <a:pt x="96" y="185"/>
                  </a:lnTo>
                  <a:lnTo>
                    <a:pt x="128" y="217"/>
                  </a:lnTo>
                  <a:lnTo>
                    <a:pt x="164" y="245"/>
                  </a:lnTo>
                  <a:lnTo>
                    <a:pt x="205" y="273"/>
                  </a:lnTo>
                  <a:lnTo>
                    <a:pt x="250" y="299"/>
                  </a:lnTo>
                  <a:lnTo>
                    <a:pt x="297" y="324"/>
                  </a:lnTo>
                  <a:lnTo>
                    <a:pt x="349" y="347"/>
                  </a:lnTo>
                  <a:lnTo>
                    <a:pt x="404" y="368"/>
                  </a:lnTo>
                  <a:lnTo>
                    <a:pt x="462" y="387"/>
                  </a:lnTo>
                  <a:lnTo>
                    <a:pt x="526" y="406"/>
                  </a:lnTo>
                  <a:lnTo>
                    <a:pt x="591" y="422"/>
                  </a:lnTo>
                  <a:lnTo>
                    <a:pt x="660" y="438"/>
                  </a:lnTo>
                  <a:lnTo>
                    <a:pt x="661" y="427"/>
                  </a:lnTo>
                </a:path>
              </a:pathLst>
            </a:custGeom>
            <a:solidFill>
              <a:srgbClr val="FF6600"/>
            </a:solidFill>
            <a:ln w="12700">
              <a:noFill/>
            </a:ln>
          </p:spPr>
          <p:txBody>
            <a:bodyPr/>
            <a:lstStyle/>
            <a:p>
              <a:endParaRPr lang="zh-CN" altLang="en-US"/>
            </a:p>
          </p:txBody>
        </p:sp>
        <p:sp>
          <p:nvSpPr>
            <p:cNvPr id="43031" name="Freeform 364"/>
            <p:cNvSpPr/>
            <p:nvPr/>
          </p:nvSpPr>
          <p:spPr>
            <a:xfrm>
              <a:off x="3298" y="3372"/>
              <a:ext cx="868" cy="134"/>
            </a:xfrm>
            <a:custGeom>
              <a:avLst/>
              <a:gdLst/>
              <a:ahLst/>
              <a:cxnLst>
                <a:cxn ang="0">
                  <a:pos x="856" y="1"/>
                </a:cxn>
                <a:cxn ang="0">
                  <a:pos x="856" y="0"/>
                </a:cxn>
                <a:cxn ang="0">
                  <a:pos x="838" y="22"/>
                </a:cxn>
                <a:cxn ang="0">
                  <a:pos x="816" y="41"/>
                </a:cxn>
                <a:cxn ang="0">
                  <a:pos x="787" y="58"/>
                </a:cxn>
                <a:cxn ang="0">
                  <a:pos x="753" y="73"/>
                </a:cxn>
                <a:cxn ang="0">
                  <a:pos x="715" y="87"/>
                </a:cxn>
                <a:cxn ang="0">
                  <a:pos x="671" y="98"/>
                </a:cxn>
                <a:cxn ang="0">
                  <a:pos x="623" y="106"/>
                </a:cxn>
                <a:cxn ang="0">
                  <a:pos x="571" y="113"/>
                </a:cxn>
                <a:cxn ang="0">
                  <a:pos x="512" y="117"/>
                </a:cxn>
                <a:cxn ang="0">
                  <a:pos x="450" y="120"/>
                </a:cxn>
                <a:cxn ang="0">
                  <a:pos x="385" y="120"/>
                </a:cxn>
                <a:cxn ang="0">
                  <a:pos x="316" y="118"/>
                </a:cxn>
                <a:cxn ang="0">
                  <a:pos x="242" y="116"/>
                </a:cxn>
                <a:cxn ang="0">
                  <a:pos x="165" y="110"/>
                </a:cxn>
                <a:cxn ang="0">
                  <a:pos x="85" y="103"/>
                </a:cxn>
                <a:cxn ang="0">
                  <a:pos x="1" y="97"/>
                </a:cxn>
                <a:cxn ang="0">
                  <a:pos x="0" y="107"/>
                </a:cxn>
                <a:cxn ang="0">
                  <a:pos x="84" y="116"/>
                </a:cxn>
                <a:cxn ang="0">
                  <a:pos x="165" y="122"/>
                </a:cxn>
                <a:cxn ang="0">
                  <a:pos x="242" y="128"/>
                </a:cxn>
                <a:cxn ang="0">
                  <a:pos x="316" y="131"/>
                </a:cxn>
                <a:cxn ang="0">
                  <a:pos x="385" y="133"/>
                </a:cxn>
                <a:cxn ang="0">
                  <a:pos x="452" y="133"/>
                </a:cxn>
                <a:cxn ang="0">
                  <a:pos x="514" y="130"/>
                </a:cxn>
                <a:cxn ang="0">
                  <a:pos x="572" y="125"/>
                </a:cxn>
                <a:cxn ang="0">
                  <a:pos x="624" y="118"/>
                </a:cxn>
                <a:cxn ang="0">
                  <a:pos x="674" y="109"/>
                </a:cxn>
                <a:cxn ang="0">
                  <a:pos x="718" y="98"/>
                </a:cxn>
                <a:cxn ang="0">
                  <a:pos x="758" y="86"/>
                </a:cxn>
                <a:cxn ang="0">
                  <a:pos x="792" y="70"/>
                </a:cxn>
                <a:cxn ang="0">
                  <a:pos x="823" y="52"/>
                </a:cxn>
                <a:cxn ang="0">
                  <a:pos x="848" y="30"/>
                </a:cxn>
                <a:cxn ang="0">
                  <a:pos x="867" y="7"/>
                </a:cxn>
                <a:cxn ang="0">
                  <a:pos x="867" y="5"/>
                </a:cxn>
                <a:cxn ang="0">
                  <a:pos x="856" y="1"/>
                </a:cxn>
              </a:cxnLst>
              <a:rect l="0" t="0" r="0" b="0"/>
              <a:pathLst>
                <a:path w="868" h="134">
                  <a:moveTo>
                    <a:pt x="856" y="1"/>
                  </a:moveTo>
                  <a:lnTo>
                    <a:pt x="856" y="0"/>
                  </a:lnTo>
                  <a:lnTo>
                    <a:pt x="838" y="22"/>
                  </a:lnTo>
                  <a:lnTo>
                    <a:pt x="816" y="41"/>
                  </a:lnTo>
                  <a:lnTo>
                    <a:pt x="787" y="58"/>
                  </a:lnTo>
                  <a:lnTo>
                    <a:pt x="753" y="73"/>
                  </a:lnTo>
                  <a:lnTo>
                    <a:pt x="715" y="87"/>
                  </a:lnTo>
                  <a:lnTo>
                    <a:pt x="671" y="98"/>
                  </a:lnTo>
                  <a:lnTo>
                    <a:pt x="623" y="106"/>
                  </a:lnTo>
                  <a:lnTo>
                    <a:pt x="571" y="113"/>
                  </a:lnTo>
                  <a:lnTo>
                    <a:pt x="512" y="117"/>
                  </a:lnTo>
                  <a:lnTo>
                    <a:pt x="450" y="120"/>
                  </a:lnTo>
                  <a:lnTo>
                    <a:pt x="385" y="120"/>
                  </a:lnTo>
                  <a:lnTo>
                    <a:pt x="316" y="118"/>
                  </a:lnTo>
                  <a:lnTo>
                    <a:pt x="242" y="116"/>
                  </a:lnTo>
                  <a:lnTo>
                    <a:pt x="165" y="110"/>
                  </a:lnTo>
                  <a:lnTo>
                    <a:pt x="85" y="103"/>
                  </a:lnTo>
                  <a:lnTo>
                    <a:pt x="1" y="97"/>
                  </a:lnTo>
                  <a:lnTo>
                    <a:pt x="0" y="107"/>
                  </a:lnTo>
                  <a:lnTo>
                    <a:pt x="84" y="116"/>
                  </a:lnTo>
                  <a:lnTo>
                    <a:pt x="165" y="122"/>
                  </a:lnTo>
                  <a:lnTo>
                    <a:pt x="242" y="128"/>
                  </a:lnTo>
                  <a:lnTo>
                    <a:pt x="316" y="131"/>
                  </a:lnTo>
                  <a:lnTo>
                    <a:pt x="385" y="133"/>
                  </a:lnTo>
                  <a:lnTo>
                    <a:pt x="452" y="133"/>
                  </a:lnTo>
                  <a:lnTo>
                    <a:pt x="514" y="130"/>
                  </a:lnTo>
                  <a:lnTo>
                    <a:pt x="572" y="125"/>
                  </a:lnTo>
                  <a:lnTo>
                    <a:pt x="624" y="118"/>
                  </a:lnTo>
                  <a:lnTo>
                    <a:pt x="674" y="109"/>
                  </a:lnTo>
                  <a:lnTo>
                    <a:pt x="718" y="98"/>
                  </a:lnTo>
                  <a:lnTo>
                    <a:pt x="758" y="86"/>
                  </a:lnTo>
                  <a:lnTo>
                    <a:pt x="792" y="70"/>
                  </a:lnTo>
                  <a:lnTo>
                    <a:pt x="823" y="52"/>
                  </a:lnTo>
                  <a:lnTo>
                    <a:pt x="848" y="30"/>
                  </a:lnTo>
                  <a:lnTo>
                    <a:pt x="867" y="7"/>
                  </a:lnTo>
                  <a:lnTo>
                    <a:pt x="867" y="5"/>
                  </a:lnTo>
                  <a:lnTo>
                    <a:pt x="856" y="1"/>
                  </a:lnTo>
                </a:path>
              </a:pathLst>
            </a:custGeom>
            <a:solidFill>
              <a:srgbClr val="FF6600"/>
            </a:solidFill>
            <a:ln w="12700">
              <a:noFill/>
            </a:ln>
          </p:spPr>
          <p:txBody>
            <a:bodyPr/>
            <a:lstStyle/>
            <a:p>
              <a:endParaRPr lang="zh-CN" altLang="en-US"/>
            </a:p>
          </p:txBody>
        </p:sp>
        <p:sp>
          <p:nvSpPr>
            <p:cNvPr id="43032" name="Freeform 365"/>
            <p:cNvSpPr/>
            <p:nvPr/>
          </p:nvSpPr>
          <p:spPr>
            <a:xfrm>
              <a:off x="3965" y="3095"/>
              <a:ext cx="208" cy="283"/>
            </a:xfrm>
            <a:custGeom>
              <a:avLst/>
              <a:gdLst/>
              <a:ahLst/>
              <a:cxnLst>
                <a:cxn ang="0">
                  <a:pos x="1" y="9"/>
                </a:cxn>
                <a:cxn ang="0">
                  <a:pos x="0" y="7"/>
                </a:cxn>
                <a:cxn ang="0">
                  <a:pos x="19" y="25"/>
                </a:cxn>
                <a:cxn ang="0">
                  <a:pos x="39" y="43"/>
                </a:cxn>
                <a:cxn ang="0">
                  <a:pos x="59" y="61"/>
                </a:cxn>
                <a:cxn ang="0">
                  <a:pos x="78" y="79"/>
                </a:cxn>
                <a:cxn ang="0">
                  <a:pos x="96" y="95"/>
                </a:cxn>
                <a:cxn ang="0">
                  <a:pos x="114" y="113"/>
                </a:cxn>
                <a:cxn ang="0">
                  <a:pos x="131" y="131"/>
                </a:cxn>
                <a:cxn ang="0">
                  <a:pos x="146" y="147"/>
                </a:cxn>
                <a:cxn ang="0">
                  <a:pos x="160" y="165"/>
                </a:cxn>
                <a:cxn ang="0">
                  <a:pos x="172" y="182"/>
                </a:cxn>
                <a:cxn ang="0">
                  <a:pos x="181" y="198"/>
                </a:cxn>
                <a:cxn ang="0">
                  <a:pos x="188" y="215"/>
                </a:cxn>
                <a:cxn ang="0">
                  <a:pos x="193" y="231"/>
                </a:cxn>
                <a:cxn ang="0">
                  <a:pos x="194" y="246"/>
                </a:cxn>
                <a:cxn ang="0">
                  <a:pos x="193" y="261"/>
                </a:cxn>
                <a:cxn ang="0">
                  <a:pos x="188" y="277"/>
                </a:cxn>
                <a:cxn ang="0">
                  <a:pos x="199" y="282"/>
                </a:cxn>
                <a:cxn ang="0">
                  <a:pos x="205" y="264"/>
                </a:cxn>
                <a:cxn ang="0">
                  <a:pos x="207" y="246"/>
                </a:cxn>
                <a:cxn ang="0">
                  <a:pos x="205" y="228"/>
                </a:cxn>
                <a:cxn ang="0">
                  <a:pos x="199" y="210"/>
                </a:cxn>
                <a:cxn ang="0">
                  <a:pos x="193" y="193"/>
                </a:cxn>
                <a:cxn ang="0">
                  <a:pos x="182" y="175"/>
                </a:cxn>
                <a:cxn ang="0">
                  <a:pos x="169" y="157"/>
                </a:cxn>
                <a:cxn ang="0">
                  <a:pos x="155" y="139"/>
                </a:cxn>
                <a:cxn ang="0">
                  <a:pos x="140" y="123"/>
                </a:cxn>
                <a:cxn ang="0">
                  <a:pos x="124" y="105"/>
                </a:cxn>
                <a:cxn ang="0">
                  <a:pos x="104" y="87"/>
                </a:cxn>
                <a:cxn ang="0">
                  <a:pos x="86" y="69"/>
                </a:cxn>
                <a:cxn ang="0">
                  <a:pos x="67" y="51"/>
                </a:cxn>
                <a:cxn ang="0">
                  <a:pos x="48" y="34"/>
                </a:cxn>
                <a:cxn ang="0">
                  <a:pos x="27" y="17"/>
                </a:cxn>
                <a:cxn ang="0">
                  <a:pos x="7" y="0"/>
                </a:cxn>
                <a:cxn ang="0">
                  <a:pos x="1" y="9"/>
                </a:cxn>
              </a:cxnLst>
              <a:rect l="0" t="0" r="0" b="0"/>
              <a:pathLst>
                <a:path w="208" h="283">
                  <a:moveTo>
                    <a:pt x="1" y="9"/>
                  </a:moveTo>
                  <a:lnTo>
                    <a:pt x="0" y="7"/>
                  </a:lnTo>
                  <a:lnTo>
                    <a:pt x="19" y="25"/>
                  </a:lnTo>
                  <a:lnTo>
                    <a:pt x="39" y="43"/>
                  </a:lnTo>
                  <a:lnTo>
                    <a:pt x="59" y="61"/>
                  </a:lnTo>
                  <a:lnTo>
                    <a:pt x="78" y="79"/>
                  </a:lnTo>
                  <a:lnTo>
                    <a:pt x="96" y="95"/>
                  </a:lnTo>
                  <a:lnTo>
                    <a:pt x="114" y="113"/>
                  </a:lnTo>
                  <a:lnTo>
                    <a:pt x="131" y="131"/>
                  </a:lnTo>
                  <a:lnTo>
                    <a:pt x="146" y="147"/>
                  </a:lnTo>
                  <a:lnTo>
                    <a:pt x="160" y="165"/>
                  </a:lnTo>
                  <a:lnTo>
                    <a:pt x="172" y="182"/>
                  </a:lnTo>
                  <a:lnTo>
                    <a:pt x="181" y="198"/>
                  </a:lnTo>
                  <a:lnTo>
                    <a:pt x="188" y="215"/>
                  </a:lnTo>
                  <a:lnTo>
                    <a:pt x="193" y="231"/>
                  </a:lnTo>
                  <a:lnTo>
                    <a:pt x="194" y="246"/>
                  </a:lnTo>
                  <a:lnTo>
                    <a:pt x="193" y="261"/>
                  </a:lnTo>
                  <a:lnTo>
                    <a:pt x="188" y="277"/>
                  </a:lnTo>
                  <a:lnTo>
                    <a:pt x="199" y="282"/>
                  </a:lnTo>
                  <a:lnTo>
                    <a:pt x="205" y="264"/>
                  </a:lnTo>
                  <a:lnTo>
                    <a:pt x="207" y="246"/>
                  </a:lnTo>
                  <a:lnTo>
                    <a:pt x="205" y="228"/>
                  </a:lnTo>
                  <a:lnTo>
                    <a:pt x="199" y="210"/>
                  </a:lnTo>
                  <a:lnTo>
                    <a:pt x="193" y="193"/>
                  </a:lnTo>
                  <a:lnTo>
                    <a:pt x="182" y="175"/>
                  </a:lnTo>
                  <a:lnTo>
                    <a:pt x="169" y="157"/>
                  </a:lnTo>
                  <a:lnTo>
                    <a:pt x="155" y="139"/>
                  </a:lnTo>
                  <a:lnTo>
                    <a:pt x="140" y="123"/>
                  </a:lnTo>
                  <a:lnTo>
                    <a:pt x="124" y="105"/>
                  </a:lnTo>
                  <a:lnTo>
                    <a:pt x="104" y="87"/>
                  </a:lnTo>
                  <a:lnTo>
                    <a:pt x="86" y="69"/>
                  </a:lnTo>
                  <a:lnTo>
                    <a:pt x="67" y="51"/>
                  </a:lnTo>
                  <a:lnTo>
                    <a:pt x="48" y="34"/>
                  </a:lnTo>
                  <a:lnTo>
                    <a:pt x="27" y="17"/>
                  </a:lnTo>
                  <a:lnTo>
                    <a:pt x="7" y="0"/>
                  </a:lnTo>
                  <a:lnTo>
                    <a:pt x="1" y="9"/>
                  </a:lnTo>
                </a:path>
              </a:pathLst>
            </a:custGeom>
            <a:solidFill>
              <a:srgbClr val="FF6600"/>
            </a:solidFill>
            <a:ln w="12700">
              <a:noFill/>
            </a:ln>
          </p:spPr>
          <p:txBody>
            <a:bodyPr/>
            <a:lstStyle/>
            <a:p>
              <a:endParaRPr lang="zh-CN" altLang="en-US"/>
            </a:p>
          </p:txBody>
        </p:sp>
        <p:sp>
          <p:nvSpPr>
            <p:cNvPr id="43033" name="Freeform 366"/>
            <p:cNvSpPr/>
            <p:nvPr/>
          </p:nvSpPr>
          <p:spPr>
            <a:xfrm>
              <a:off x="2805" y="2558"/>
              <a:ext cx="1169" cy="547"/>
            </a:xfrm>
            <a:custGeom>
              <a:avLst/>
              <a:gdLst/>
              <a:ahLst/>
              <a:cxnLst>
                <a:cxn ang="0">
                  <a:pos x="4" y="13"/>
                </a:cxn>
                <a:cxn ang="0">
                  <a:pos x="82" y="31"/>
                </a:cxn>
                <a:cxn ang="0">
                  <a:pos x="159" y="51"/>
                </a:cxn>
                <a:cxn ang="0">
                  <a:pos x="235" y="74"/>
                </a:cxn>
                <a:cxn ang="0">
                  <a:pos x="311" y="98"/>
                </a:cxn>
                <a:cxn ang="0">
                  <a:pos x="387" y="125"/>
                </a:cxn>
                <a:cxn ang="0">
                  <a:pos x="461" y="153"/>
                </a:cxn>
                <a:cxn ang="0">
                  <a:pos x="534" y="184"/>
                </a:cxn>
                <a:cxn ang="0">
                  <a:pos x="607" y="216"/>
                </a:cxn>
                <a:cxn ang="0">
                  <a:pos x="679" y="251"/>
                </a:cxn>
                <a:cxn ang="0">
                  <a:pos x="750" y="288"/>
                </a:cxn>
                <a:cxn ang="0">
                  <a:pos x="821" y="327"/>
                </a:cxn>
                <a:cxn ang="0">
                  <a:pos x="890" y="366"/>
                </a:cxn>
                <a:cxn ang="0">
                  <a:pos x="958" y="408"/>
                </a:cxn>
                <a:cxn ang="0">
                  <a:pos x="1027" y="452"/>
                </a:cxn>
                <a:cxn ang="0">
                  <a:pos x="1093" y="497"/>
                </a:cxn>
                <a:cxn ang="0">
                  <a:pos x="1161" y="546"/>
                </a:cxn>
                <a:cxn ang="0">
                  <a:pos x="1134" y="511"/>
                </a:cxn>
                <a:cxn ang="0">
                  <a:pos x="1067" y="465"/>
                </a:cxn>
                <a:cxn ang="0">
                  <a:pos x="1000" y="421"/>
                </a:cxn>
                <a:cxn ang="0">
                  <a:pos x="931" y="376"/>
                </a:cxn>
                <a:cxn ang="0">
                  <a:pos x="860" y="335"/>
                </a:cxn>
                <a:cxn ang="0">
                  <a:pos x="792" y="296"/>
                </a:cxn>
                <a:cxn ang="0">
                  <a:pos x="720" y="257"/>
                </a:cxn>
                <a:cxn ang="0">
                  <a:pos x="649" y="223"/>
                </a:cxn>
                <a:cxn ang="0">
                  <a:pos x="575" y="189"/>
                </a:cxn>
                <a:cxn ang="0">
                  <a:pos x="503" y="157"/>
                </a:cxn>
                <a:cxn ang="0">
                  <a:pos x="428" y="127"/>
                </a:cxn>
                <a:cxn ang="0">
                  <a:pos x="354" y="99"/>
                </a:cxn>
                <a:cxn ang="0">
                  <a:pos x="278" y="74"/>
                </a:cxn>
                <a:cxn ang="0">
                  <a:pos x="200" y="51"/>
                </a:cxn>
                <a:cxn ang="0">
                  <a:pos x="123" y="28"/>
                </a:cxn>
                <a:cxn ang="0">
                  <a:pos x="45" y="10"/>
                </a:cxn>
                <a:cxn ang="0">
                  <a:pos x="0" y="4"/>
                </a:cxn>
                <a:cxn ang="0">
                  <a:pos x="1" y="0"/>
                </a:cxn>
                <a:cxn ang="0">
                  <a:pos x="10" y="8"/>
                </a:cxn>
              </a:cxnLst>
              <a:rect l="0" t="0" r="0" b="0"/>
              <a:pathLst>
                <a:path w="1169" h="547">
                  <a:moveTo>
                    <a:pt x="10" y="8"/>
                  </a:moveTo>
                  <a:lnTo>
                    <a:pt x="4" y="13"/>
                  </a:lnTo>
                  <a:lnTo>
                    <a:pt x="42" y="22"/>
                  </a:lnTo>
                  <a:lnTo>
                    <a:pt x="82" y="31"/>
                  </a:lnTo>
                  <a:lnTo>
                    <a:pt x="120" y="41"/>
                  </a:lnTo>
                  <a:lnTo>
                    <a:pt x="159" y="51"/>
                  </a:lnTo>
                  <a:lnTo>
                    <a:pt x="198" y="62"/>
                  </a:lnTo>
                  <a:lnTo>
                    <a:pt x="235" y="74"/>
                  </a:lnTo>
                  <a:lnTo>
                    <a:pt x="274" y="85"/>
                  </a:lnTo>
                  <a:lnTo>
                    <a:pt x="311" y="98"/>
                  </a:lnTo>
                  <a:lnTo>
                    <a:pt x="349" y="111"/>
                  </a:lnTo>
                  <a:lnTo>
                    <a:pt x="387" y="125"/>
                  </a:lnTo>
                  <a:lnTo>
                    <a:pt x="424" y="139"/>
                  </a:lnTo>
                  <a:lnTo>
                    <a:pt x="461" y="153"/>
                  </a:lnTo>
                  <a:lnTo>
                    <a:pt x="497" y="168"/>
                  </a:lnTo>
                  <a:lnTo>
                    <a:pt x="534" y="184"/>
                  </a:lnTo>
                  <a:lnTo>
                    <a:pt x="571" y="200"/>
                  </a:lnTo>
                  <a:lnTo>
                    <a:pt x="607" y="216"/>
                  </a:lnTo>
                  <a:lnTo>
                    <a:pt x="643" y="234"/>
                  </a:lnTo>
                  <a:lnTo>
                    <a:pt x="679" y="251"/>
                  </a:lnTo>
                  <a:lnTo>
                    <a:pt x="714" y="269"/>
                  </a:lnTo>
                  <a:lnTo>
                    <a:pt x="750" y="288"/>
                  </a:lnTo>
                  <a:lnTo>
                    <a:pt x="785" y="307"/>
                  </a:lnTo>
                  <a:lnTo>
                    <a:pt x="821" y="327"/>
                  </a:lnTo>
                  <a:lnTo>
                    <a:pt x="855" y="345"/>
                  </a:lnTo>
                  <a:lnTo>
                    <a:pt x="890" y="366"/>
                  </a:lnTo>
                  <a:lnTo>
                    <a:pt x="924" y="387"/>
                  </a:lnTo>
                  <a:lnTo>
                    <a:pt x="958" y="408"/>
                  </a:lnTo>
                  <a:lnTo>
                    <a:pt x="993" y="430"/>
                  </a:lnTo>
                  <a:lnTo>
                    <a:pt x="1027" y="452"/>
                  </a:lnTo>
                  <a:lnTo>
                    <a:pt x="1060" y="475"/>
                  </a:lnTo>
                  <a:lnTo>
                    <a:pt x="1093" y="497"/>
                  </a:lnTo>
                  <a:lnTo>
                    <a:pt x="1128" y="521"/>
                  </a:lnTo>
                  <a:lnTo>
                    <a:pt x="1161" y="546"/>
                  </a:lnTo>
                  <a:lnTo>
                    <a:pt x="1168" y="536"/>
                  </a:lnTo>
                  <a:lnTo>
                    <a:pt x="1134" y="511"/>
                  </a:lnTo>
                  <a:lnTo>
                    <a:pt x="1101" y="488"/>
                  </a:lnTo>
                  <a:lnTo>
                    <a:pt x="1067" y="465"/>
                  </a:lnTo>
                  <a:lnTo>
                    <a:pt x="1033" y="442"/>
                  </a:lnTo>
                  <a:lnTo>
                    <a:pt x="1000" y="421"/>
                  </a:lnTo>
                  <a:lnTo>
                    <a:pt x="965" y="398"/>
                  </a:lnTo>
                  <a:lnTo>
                    <a:pt x="931" y="376"/>
                  </a:lnTo>
                  <a:lnTo>
                    <a:pt x="896" y="356"/>
                  </a:lnTo>
                  <a:lnTo>
                    <a:pt x="860" y="335"/>
                  </a:lnTo>
                  <a:lnTo>
                    <a:pt x="826" y="315"/>
                  </a:lnTo>
                  <a:lnTo>
                    <a:pt x="792" y="296"/>
                  </a:lnTo>
                  <a:lnTo>
                    <a:pt x="756" y="277"/>
                  </a:lnTo>
                  <a:lnTo>
                    <a:pt x="720" y="257"/>
                  </a:lnTo>
                  <a:lnTo>
                    <a:pt x="684" y="239"/>
                  </a:lnTo>
                  <a:lnTo>
                    <a:pt x="649" y="223"/>
                  </a:lnTo>
                  <a:lnTo>
                    <a:pt x="613" y="205"/>
                  </a:lnTo>
                  <a:lnTo>
                    <a:pt x="575" y="189"/>
                  </a:lnTo>
                  <a:lnTo>
                    <a:pt x="539" y="172"/>
                  </a:lnTo>
                  <a:lnTo>
                    <a:pt x="503" y="157"/>
                  </a:lnTo>
                  <a:lnTo>
                    <a:pt x="465" y="142"/>
                  </a:lnTo>
                  <a:lnTo>
                    <a:pt x="428" y="127"/>
                  </a:lnTo>
                  <a:lnTo>
                    <a:pt x="391" y="113"/>
                  </a:lnTo>
                  <a:lnTo>
                    <a:pt x="354" y="99"/>
                  </a:lnTo>
                  <a:lnTo>
                    <a:pt x="315" y="87"/>
                  </a:lnTo>
                  <a:lnTo>
                    <a:pt x="278" y="74"/>
                  </a:lnTo>
                  <a:lnTo>
                    <a:pt x="239" y="62"/>
                  </a:lnTo>
                  <a:lnTo>
                    <a:pt x="200" y="51"/>
                  </a:lnTo>
                  <a:lnTo>
                    <a:pt x="162" y="40"/>
                  </a:lnTo>
                  <a:lnTo>
                    <a:pt x="123" y="28"/>
                  </a:lnTo>
                  <a:lnTo>
                    <a:pt x="85" y="19"/>
                  </a:lnTo>
                  <a:lnTo>
                    <a:pt x="45" y="10"/>
                  </a:lnTo>
                  <a:lnTo>
                    <a:pt x="6" y="1"/>
                  </a:lnTo>
                  <a:lnTo>
                    <a:pt x="0" y="4"/>
                  </a:lnTo>
                  <a:lnTo>
                    <a:pt x="6" y="1"/>
                  </a:lnTo>
                  <a:lnTo>
                    <a:pt x="1" y="0"/>
                  </a:lnTo>
                  <a:lnTo>
                    <a:pt x="0" y="4"/>
                  </a:lnTo>
                  <a:lnTo>
                    <a:pt x="10" y="8"/>
                  </a:lnTo>
                </a:path>
              </a:pathLst>
            </a:custGeom>
            <a:solidFill>
              <a:srgbClr val="FF6600"/>
            </a:solidFill>
            <a:ln w="12700">
              <a:noFill/>
            </a:ln>
          </p:spPr>
          <p:txBody>
            <a:bodyPr/>
            <a:lstStyle/>
            <a:p>
              <a:endParaRPr lang="zh-CN" altLang="en-US"/>
            </a:p>
          </p:txBody>
        </p:sp>
        <p:sp>
          <p:nvSpPr>
            <p:cNvPr id="43034" name="Freeform 367"/>
            <p:cNvSpPr/>
            <p:nvPr/>
          </p:nvSpPr>
          <p:spPr>
            <a:xfrm>
              <a:off x="2884" y="3328"/>
              <a:ext cx="131" cy="17"/>
            </a:xfrm>
            <a:custGeom>
              <a:avLst/>
              <a:gdLst/>
              <a:ahLst/>
              <a:cxnLst>
                <a:cxn ang="0">
                  <a:pos x="125" y="13"/>
                </a:cxn>
                <a:cxn ang="0">
                  <a:pos x="127" y="0"/>
                </a:cxn>
                <a:cxn ang="0">
                  <a:pos x="0" y="1"/>
                </a:cxn>
                <a:cxn ang="0">
                  <a:pos x="0" y="16"/>
                </a:cxn>
                <a:cxn ang="0">
                  <a:pos x="127" y="15"/>
                </a:cxn>
                <a:cxn ang="0">
                  <a:pos x="130" y="0"/>
                </a:cxn>
                <a:cxn ang="0">
                  <a:pos x="125" y="13"/>
                </a:cxn>
              </a:cxnLst>
              <a:rect l="0" t="0" r="0" b="0"/>
              <a:pathLst>
                <a:path w="131" h="17">
                  <a:moveTo>
                    <a:pt x="125" y="13"/>
                  </a:moveTo>
                  <a:lnTo>
                    <a:pt x="127" y="0"/>
                  </a:lnTo>
                  <a:lnTo>
                    <a:pt x="0" y="1"/>
                  </a:lnTo>
                  <a:lnTo>
                    <a:pt x="0" y="16"/>
                  </a:lnTo>
                  <a:lnTo>
                    <a:pt x="127" y="15"/>
                  </a:lnTo>
                  <a:lnTo>
                    <a:pt x="130" y="0"/>
                  </a:lnTo>
                  <a:lnTo>
                    <a:pt x="125" y="13"/>
                  </a:lnTo>
                </a:path>
              </a:pathLst>
            </a:custGeom>
            <a:solidFill>
              <a:srgbClr val="FF6600"/>
            </a:solidFill>
            <a:ln w="12700">
              <a:noFill/>
            </a:ln>
          </p:spPr>
          <p:txBody>
            <a:bodyPr/>
            <a:lstStyle/>
            <a:p>
              <a:endParaRPr lang="zh-CN" altLang="en-US"/>
            </a:p>
          </p:txBody>
        </p:sp>
        <p:sp>
          <p:nvSpPr>
            <p:cNvPr id="43035" name="Freeform 368"/>
            <p:cNvSpPr/>
            <p:nvPr/>
          </p:nvSpPr>
          <p:spPr>
            <a:xfrm>
              <a:off x="2778" y="3259"/>
              <a:ext cx="237" cy="81"/>
            </a:xfrm>
            <a:custGeom>
              <a:avLst/>
              <a:gdLst/>
              <a:ahLst/>
              <a:cxnLst>
                <a:cxn ang="0">
                  <a:pos x="2" y="5"/>
                </a:cxn>
                <a:cxn ang="0">
                  <a:pos x="0" y="12"/>
                </a:cxn>
                <a:cxn ang="0">
                  <a:pos x="231" y="80"/>
                </a:cxn>
                <a:cxn ang="0">
                  <a:pos x="236" y="68"/>
                </a:cxn>
                <a:cxn ang="0">
                  <a:pos x="4" y="0"/>
                </a:cxn>
                <a:cxn ang="0">
                  <a:pos x="2" y="5"/>
                </a:cxn>
              </a:cxnLst>
              <a:rect l="0" t="0" r="0" b="0"/>
              <a:pathLst>
                <a:path w="237" h="81">
                  <a:moveTo>
                    <a:pt x="2" y="5"/>
                  </a:moveTo>
                  <a:lnTo>
                    <a:pt x="0" y="12"/>
                  </a:lnTo>
                  <a:lnTo>
                    <a:pt x="231" y="80"/>
                  </a:lnTo>
                  <a:lnTo>
                    <a:pt x="236" y="68"/>
                  </a:lnTo>
                  <a:lnTo>
                    <a:pt x="4" y="0"/>
                  </a:lnTo>
                  <a:lnTo>
                    <a:pt x="2" y="5"/>
                  </a:lnTo>
                </a:path>
              </a:pathLst>
            </a:custGeom>
            <a:solidFill>
              <a:srgbClr val="FF6600"/>
            </a:solidFill>
            <a:ln w="12700">
              <a:noFill/>
            </a:ln>
          </p:spPr>
          <p:txBody>
            <a:bodyPr/>
            <a:lstStyle/>
            <a:p>
              <a:endParaRPr lang="zh-CN" altLang="en-US"/>
            </a:p>
          </p:txBody>
        </p:sp>
        <p:sp>
          <p:nvSpPr>
            <p:cNvPr id="43036" name="Freeform 369"/>
            <p:cNvSpPr/>
            <p:nvPr/>
          </p:nvSpPr>
          <p:spPr>
            <a:xfrm>
              <a:off x="2660" y="3114"/>
              <a:ext cx="354" cy="225"/>
            </a:xfrm>
            <a:custGeom>
              <a:avLst/>
              <a:gdLst/>
              <a:ahLst/>
              <a:cxnLst>
                <a:cxn ang="0">
                  <a:pos x="347" y="224"/>
                </a:cxn>
                <a:cxn ang="0">
                  <a:pos x="353" y="211"/>
                </a:cxn>
                <a:cxn ang="0">
                  <a:pos x="330" y="203"/>
                </a:cxn>
                <a:cxn ang="0">
                  <a:pos x="309" y="192"/>
                </a:cxn>
                <a:cxn ang="0">
                  <a:pos x="288" y="182"/>
                </a:cxn>
                <a:cxn ang="0">
                  <a:pos x="265" y="171"/>
                </a:cxn>
                <a:cxn ang="0">
                  <a:pos x="245" y="160"/>
                </a:cxn>
                <a:cxn ang="0">
                  <a:pos x="223" y="149"/>
                </a:cxn>
                <a:cxn ang="0">
                  <a:pos x="200" y="136"/>
                </a:cxn>
                <a:cxn ang="0">
                  <a:pos x="180" y="124"/>
                </a:cxn>
                <a:cxn ang="0">
                  <a:pos x="158" y="112"/>
                </a:cxn>
                <a:cxn ang="0">
                  <a:pos x="137" y="98"/>
                </a:cxn>
                <a:cxn ang="0">
                  <a:pos x="115" y="83"/>
                </a:cxn>
                <a:cxn ang="0">
                  <a:pos x="93" y="67"/>
                </a:cxn>
                <a:cxn ang="0">
                  <a:pos x="72" y="52"/>
                </a:cxn>
                <a:cxn ang="0">
                  <a:pos x="51" y="36"/>
                </a:cxn>
                <a:cxn ang="0">
                  <a:pos x="30" y="18"/>
                </a:cxn>
                <a:cxn ang="0">
                  <a:pos x="7" y="0"/>
                </a:cxn>
                <a:cxn ang="0">
                  <a:pos x="0" y="10"/>
                </a:cxn>
                <a:cxn ang="0">
                  <a:pos x="21" y="28"/>
                </a:cxn>
                <a:cxn ang="0">
                  <a:pos x="43" y="45"/>
                </a:cxn>
                <a:cxn ang="0">
                  <a:pos x="64" y="62"/>
                </a:cxn>
                <a:cxn ang="0">
                  <a:pos x="86" y="78"/>
                </a:cxn>
                <a:cxn ang="0">
                  <a:pos x="108" y="93"/>
                </a:cxn>
                <a:cxn ang="0">
                  <a:pos x="131" y="107"/>
                </a:cxn>
                <a:cxn ang="0">
                  <a:pos x="151" y="121"/>
                </a:cxn>
                <a:cxn ang="0">
                  <a:pos x="173" y="135"/>
                </a:cxn>
                <a:cxn ang="0">
                  <a:pos x="195" y="148"/>
                </a:cxn>
                <a:cxn ang="0">
                  <a:pos x="217" y="160"/>
                </a:cxn>
                <a:cxn ang="0">
                  <a:pos x="238" y="171"/>
                </a:cxn>
                <a:cxn ang="0">
                  <a:pos x="260" y="182"/>
                </a:cxn>
                <a:cxn ang="0">
                  <a:pos x="282" y="193"/>
                </a:cxn>
                <a:cxn ang="0">
                  <a:pos x="304" y="204"/>
                </a:cxn>
                <a:cxn ang="0">
                  <a:pos x="325" y="213"/>
                </a:cxn>
                <a:cxn ang="0">
                  <a:pos x="347" y="224"/>
                </a:cxn>
                <a:cxn ang="0">
                  <a:pos x="353" y="211"/>
                </a:cxn>
                <a:cxn ang="0">
                  <a:pos x="347" y="224"/>
                </a:cxn>
              </a:cxnLst>
              <a:rect l="0" t="0" r="0" b="0"/>
              <a:pathLst>
                <a:path w="354" h="225">
                  <a:moveTo>
                    <a:pt x="347" y="224"/>
                  </a:moveTo>
                  <a:lnTo>
                    <a:pt x="353" y="211"/>
                  </a:lnTo>
                  <a:lnTo>
                    <a:pt x="330" y="203"/>
                  </a:lnTo>
                  <a:lnTo>
                    <a:pt x="309" y="192"/>
                  </a:lnTo>
                  <a:lnTo>
                    <a:pt x="288" y="182"/>
                  </a:lnTo>
                  <a:lnTo>
                    <a:pt x="265" y="171"/>
                  </a:lnTo>
                  <a:lnTo>
                    <a:pt x="245" y="160"/>
                  </a:lnTo>
                  <a:lnTo>
                    <a:pt x="223" y="149"/>
                  </a:lnTo>
                  <a:lnTo>
                    <a:pt x="200" y="136"/>
                  </a:lnTo>
                  <a:lnTo>
                    <a:pt x="180" y="124"/>
                  </a:lnTo>
                  <a:lnTo>
                    <a:pt x="158" y="112"/>
                  </a:lnTo>
                  <a:lnTo>
                    <a:pt x="137" y="98"/>
                  </a:lnTo>
                  <a:lnTo>
                    <a:pt x="115" y="83"/>
                  </a:lnTo>
                  <a:lnTo>
                    <a:pt x="93" y="67"/>
                  </a:lnTo>
                  <a:lnTo>
                    <a:pt x="72" y="52"/>
                  </a:lnTo>
                  <a:lnTo>
                    <a:pt x="51" y="36"/>
                  </a:lnTo>
                  <a:lnTo>
                    <a:pt x="30" y="18"/>
                  </a:lnTo>
                  <a:lnTo>
                    <a:pt x="7" y="0"/>
                  </a:lnTo>
                  <a:lnTo>
                    <a:pt x="0" y="10"/>
                  </a:lnTo>
                  <a:lnTo>
                    <a:pt x="21" y="28"/>
                  </a:lnTo>
                  <a:lnTo>
                    <a:pt x="43" y="45"/>
                  </a:lnTo>
                  <a:lnTo>
                    <a:pt x="64" y="62"/>
                  </a:lnTo>
                  <a:lnTo>
                    <a:pt x="86" y="78"/>
                  </a:lnTo>
                  <a:lnTo>
                    <a:pt x="108" y="93"/>
                  </a:lnTo>
                  <a:lnTo>
                    <a:pt x="131" y="107"/>
                  </a:lnTo>
                  <a:lnTo>
                    <a:pt x="151" y="121"/>
                  </a:lnTo>
                  <a:lnTo>
                    <a:pt x="173" y="135"/>
                  </a:lnTo>
                  <a:lnTo>
                    <a:pt x="195" y="148"/>
                  </a:lnTo>
                  <a:lnTo>
                    <a:pt x="217" y="160"/>
                  </a:lnTo>
                  <a:lnTo>
                    <a:pt x="238" y="171"/>
                  </a:lnTo>
                  <a:lnTo>
                    <a:pt x="260" y="182"/>
                  </a:lnTo>
                  <a:lnTo>
                    <a:pt x="282" y="193"/>
                  </a:lnTo>
                  <a:lnTo>
                    <a:pt x="304" y="204"/>
                  </a:lnTo>
                  <a:lnTo>
                    <a:pt x="325" y="213"/>
                  </a:lnTo>
                  <a:lnTo>
                    <a:pt x="347" y="224"/>
                  </a:lnTo>
                  <a:lnTo>
                    <a:pt x="353" y="211"/>
                  </a:lnTo>
                  <a:lnTo>
                    <a:pt x="347" y="224"/>
                  </a:lnTo>
                </a:path>
              </a:pathLst>
            </a:custGeom>
            <a:solidFill>
              <a:srgbClr val="FF6600"/>
            </a:solidFill>
            <a:ln w="12700">
              <a:noFill/>
            </a:ln>
          </p:spPr>
          <p:txBody>
            <a:bodyPr/>
            <a:lstStyle/>
            <a:p>
              <a:endParaRPr lang="zh-CN" altLang="en-US"/>
            </a:p>
          </p:txBody>
        </p:sp>
        <p:sp>
          <p:nvSpPr>
            <p:cNvPr id="43037" name="Freeform 370"/>
            <p:cNvSpPr/>
            <p:nvPr/>
          </p:nvSpPr>
          <p:spPr>
            <a:xfrm>
              <a:off x="2711" y="3203"/>
              <a:ext cx="303" cy="136"/>
            </a:xfrm>
            <a:custGeom>
              <a:avLst/>
              <a:gdLst/>
              <a:ahLst/>
              <a:cxnLst>
                <a:cxn ang="0">
                  <a:pos x="0" y="7"/>
                </a:cxn>
                <a:cxn ang="0">
                  <a:pos x="2" y="12"/>
                </a:cxn>
                <a:cxn ang="0">
                  <a:pos x="296" y="135"/>
                </a:cxn>
                <a:cxn ang="0">
                  <a:pos x="302" y="122"/>
                </a:cxn>
                <a:cxn ang="0">
                  <a:pos x="7" y="0"/>
                </a:cxn>
                <a:cxn ang="0">
                  <a:pos x="10" y="3"/>
                </a:cxn>
                <a:cxn ang="0">
                  <a:pos x="0" y="7"/>
                </a:cxn>
                <a:cxn ang="0">
                  <a:pos x="0" y="10"/>
                </a:cxn>
                <a:cxn ang="0">
                  <a:pos x="2" y="12"/>
                </a:cxn>
                <a:cxn ang="0">
                  <a:pos x="0" y="7"/>
                </a:cxn>
              </a:cxnLst>
              <a:rect l="0" t="0" r="0" b="0"/>
              <a:pathLst>
                <a:path w="303" h="136">
                  <a:moveTo>
                    <a:pt x="0" y="7"/>
                  </a:moveTo>
                  <a:lnTo>
                    <a:pt x="2" y="12"/>
                  </a:lnTo>
                  <a:lnTo>
                    <a:pt x="296" y="135"/>
                  </a:lnTo>
                  <a:lnTo>
                    <a:pt x="302" y="122"/>
                  </a:lnTo>
                  <a:lnTo>
                    <a:pt x="7" y="0"/>
                  </a:lnTo>
                  <a:lnTo>
                    <a:pt x="10" y="3"/>
                  </a:lnTo>
                  <a:lnTo>
                    <a:pt x="0" y="7"/>
                  </a:lnTo>
                  <a:lnTo>
                    <a:pt x="0" y="10"/>
                  </a:lnTo>
                  <a:lnTo>
                    <a:pt x="2" y="12"/>
                  </a:lnTo>
                  <a:lnTo>
                    <a:pt x="0" y="7"/>
                  </a:lnTo>
                </a:path>
              </a:pathLst>
            </a:custGeom>
            <a:solidFill>
              <a:srgbClr val="FF6600"/>
            </a:solidFill>
            <a:ln w="12700">
              <a:noFill/>
            </a:ln>
          </p:spPr>
          <p:txBody>
            <a:bodyPr/>
            <a:lstStyle/>
            <a:p>
              <a:endParaRPr lang="zh-CN" altLang="en-US"/>
            </a:p>
          </p:txBody>
        </p:sp>
        <p:sp>
          <p:nvSpPr>
            <p:cNvPr id="43038" name="Freeform 371"/>
            <p:cNvSpPr/>
            <p:nvPr/>
          </p:nvSpPr>
          <p:spPr>
            <a:xfrm>
              <a:off x="2707" y="3145"/>
              <a:ext cx="149" cy="67"/>
            </a:xfrm>
            <a:custGeom>
              <a:avLst/>
              <a:gdLst/>
              <a:ahLst/>
              <a:cxnLst>
                <a:cxn ang="0">
                  <a:pos x="148" y="8"/>
                </a:cxn>
                <a:cxn ang="0">
                  <a:pos x="146" y="8"/>
                </a:cxn>
                <a:cxn ang="0">
                  <a:pos x="112" y="2"/>
                </a:cxn>
                <a:cxn ang="0">
                  <a:pos x="80" y="0"/>
                </a:cxn>
                <a:cxn ang="0">
                  <a:pos x="55" y="0"/>
                </a:cxn>
                <a:cxn ang="0">
                  <a:pos x="32" y="4"/>
                </a:cxn>
                <a:cxn ang="0">
                  <a:pos x="15" y="12"/>
                </a:cxn>
                <a:cxn ang="0">
                  <a:pos x="2" y="25"/>
                </a:cxn>
                <a:cxn ang="0">
                  <a:pos x="0" y="44"/>
                </a:cxn>
                <a:cxn ang="0">
                  <a:pos x="4" y="66"/>
                </a:cxn>
                <a:cxn ang="0">
                  <a:pos x="15" y="61"/>
                </a:cxn>
                <a:cxn ang="0">
                  <a:pos x="12" y="44"/>
                </a:cxn>
                <a:cxn ang="0">
                  <a:pos x="15" y="30"/>
                </a:cxn>
                <a:cxn ang="0">
                  <a:pos x="22" y="22"/>
                </a:cxn>
                <a:cxn ang="0">
                  <a:pos x="35" y="15"/>
                </a:cxn>
                <a:cxn ang="0">
                  <a:pos x="55" y="12"/>
                </a:cxn>
                <a:cxn ang="0">
                  <a:pos x="80" y="12"/>
                </a:cxn>
                <a:cxn ang="0">
                  <a:pos x="110" y="15"/>
                </a:cxn>
                <a:cxn ang="0">
                  <a:pos x="145" y="19"/>
                </a:cxn>
                <a:cxn ang="0">
                  <a:pos x="148" y="8"/>
                </a:cxn>
              </a:cxnLst>
              <a:rect l="0" t="0" r="0" b="0"/>
              <a:pathLst>
                <a:path w="149" h="67">
                  <a:moveTo>
                    <a:pt x="148" y="8"/>
                  </a:moveTo>
                  <a:lnTo>
                    <a:pt x="146" y="8"/>
                  </a:lnTo>
                  <a:lnTo>
                    <a:pt x="112" y="2"/>
                  </a:lnTo>
                  <a:lnTo>
                    <a:pt x="80" y="0"/>
                  </a:lnTo>
                  <a:lnTo>
                    <a:pt x="55" y="0"/>
                  </a:lnTo>
                  <a:lnTo>
                    <a:pt x="32" y="4"/>
                  </a:lnTo>
                  <a:lnTo>
                    <a:pt x="15" y="12"/>
                  </a:lnTo>
                  <a:lnTo>
                    <a:pt x="2" y="25"/>
                  </a:lnTo>
                  <a:lnTo>
                    <a:pt x="0" y="44"/>
                  </a:lnTo>
                  <a:lnTo>
                    <a:pt x="4" y="66"/>
                  </a:lnTo>
                  <a:lnTo>
                    <a:pt x="15" y="61"/>
                  </a:lnTo>
                  <a:lnTo>
                    <a:pt x="12" y="44"/>
                  </a:lnTo>
                  <a:lnTo>
                    <a:pt x="15" y="30"/>
                  </a:lnTo>
                  <a:lnTo>
                    <a:pt x="22" y="22"/>
                  </a:lnTo>
                  <a:lnTo>
                    <a:pt x="35" y="15"/>
                  </a:lnTo>
                  <a:lnTo>
                    <a:pt x="55" y="12"/>
                  </a:lnTo>
                  <a:lnTo>
                    <a:pt x="80" y="12"/>
                  </a:lnTo>
                  <a:lnTo>
                    <a:pt x="110" y="15"/>
                  </a:lnTo>
                  <a:lnTo>
                    <a:pt x="145" y="19"/>
                  </a:lnTo>
                  <a:lnTo>
                    <a:pt x="148" y="8"/>
                  </a:lnTo>
                </a:path>
              </a:pathLst>
            </a:custGeom>
            <a:solidFill>
              <a:srgbClr val="FF6600"/>
            </a:solidFill>
            <a:ln w="12700">
              <a:noFill/>
            </a:ln>
          </p:spPr>
          <p:txBody>
            <a:bodyPr/>
            <a:lstStyle/>
            <a:p>
              <a:endParaRPr lang="zh-CN" altLang="en-US"/>
            </a:p>
          </p:txBody>
        </p:sp>
        <p:sp>
          <p:nvSpPr>
            <p:cNvPr id="43039" name="Freeform 372"/>
            <p:cNvSpPr/>
            <p:nvPr/>
          </p:nvSpPr>
          <p:spPr>
            <a:xfrm>
              <a:off x="2853" y="3153"/>
              <a:ext cx="443" cy="216"/>
            </a:xfrm>
            <a:custGeom>
              <a:avLst/>
              <a:gdLst/>
              <a:ahLst/>
              <a:cxnLst>
                <a:cxn ang="0">
                  <a:pos x="442" y="204"/>
                </a:cxn>
                <a:cxn ang="0">
                  <a:pos x="440" y="204"/>
                </a:cxn>
                <a:cxn ang="0">
                  <a:pos x="417" y="187"/>
                </a:cxn>
                <a:cxn ang="0">
                  <a:pos x="391" y="170"/>
                </a:cxn>
                <a:cxn ang="0">
                  <a:pos x="366" y="154"/>
                </a:cxn>
                <a:cxn ang="0">
                  <a:pos x="340" y="137"/>
                </a:cxn>
                <a:cxn ang="0">
                  <a:pos x="313" y="122"/>
                </a:cxn>
                <a:cxn ang="0">
                  <a:pos x="287" y="108"/>
                </a:cxn>
                <a:cxn ang="0">
                  <a:pos x="262" y="95"/>
                </a:cxn>
                <a:cxn ang="0">
                  <a:pos x="233" y="81"/>
                </a:cxn>
                <a:cxn ang="0">
                  <a:pos x="206" y="68"/>
                </a:cxn>
                <a:cxn ang="0">
                  <a:pos x="179" y="56"/>
                </a:cxn>
                <a:cxn ang="0">
                  <a:pos x="150" y="45"/>
                </a:cxn>
                <a:cxn ang="0">
                  <a:pos x="120" y="34"/>
                </a:cxn>
                <a:cxn ang="0">
                  <a:pos x="92" y="24"/>
                </a:cxn>
                <a:cxn ang="0">
                  <a:pos x="63" y="15"/>
                </a:cxn>
                <a:cxn ang="0">
                  <a:pos x="33" y="6"/>
                </a:cxn>
                <a:cxn ang="0">
                  <a:pos x="2" y="0"/>
                </a:cxn>
                <a:cxn ang="0">
                  <a:pos x="0" y="10"/>
                </a:cxn>
                <a:cxn ang="0">
                  <a:pos x="28" y="19"/>
                </a:cxn>
                <a:cxn ang="0">
                  <a:pos x="59" y="27"/>
                </a:cxn>
                <a:cxn ang="0">
                  <a:pos x="87" y="36"/>
                </a:cxn>
                <a:cxn ang="0">
                  <a:pos x="117" y="46"/>
                </a:cxn>
                <a:cxn ang="0">
                  <a:pos x="146" y="56"/>
                </a:cxn>
                <a:cxn ang="0">
                  <a:pos x="173" y="67"/>
                </a:cxn>
                <a:cxn ang="0">
                  <a:pos x="202" y="80"/>
                </a:cxn>
                <a:cxn ang="0">
                  <a:pos x="228" y="92"/>
                </a:cxn>
                <a:cxn ang="0">
                  <a:pos x="256" y="106"/>
                </a:cxn>
                <a:cxn ang="0">
                  <a:pos x="282" y="119"/>
                </a:cxn>
                <a:cxn ang="0">
                  <a:pos x="308" y="133"/>
                </a:cxn>
                <a:cxn ang="0">
                  <a:pos x="334" y="148"/>
                </a:cxn>
                <a:cxn ang="0">
                  <a:pos x="359" y="163"/>
                </a:cxn>
                <a:cxn ang="0">
                  <a:pos x="384" y="180"/>
                </a:cxn>
                <a:cxn ang="0">
                  <a:pos x="408" y="196"/>
                </a:cxn>
                <a:cxn ang="0">
                  <a:pos x="434" y="215"/>
                </a:cxn>
                <a:cxn ang="0">
                  <a:pos x="432" y="213"/>
                </a:cxn>
                <a:cxn ang="0">
                  <a:pos x="442" y="204"/>
                </a:cxn>
              </a:cxnLst>
              <a:rect l="0" t="0" r="0" b="0"/>
              <a:pathLst>
                <a:path w="443" h="216">
                  <a:moveTo>
                    <a:pt x="442" y="204"/>
                  </a:moveTo>
                  <a:lnTo>
                    <a:pt x="440" y="204"/>
                  </a:lnTo>
                  <a:lnTo>
                    <a:pt x="417" y="187"/>
                  </a:lnTo>
                  <a:lnTo>
                    <a:pt x="391" y="170"/>
                  </a:lnTo>
                  <a:lnTo>
                    <a:pt x="366" y="154"/>
                  </a:lnTo>
                  <a:lnTo>
                    <a:pt x="340" y="137"/>
                  </a:lnTo>
                  <a:lnTo>
                    <a:pt x="313" y="122"/>
                  </a:lnTo>
                  <a:lnTo>
                    <a:pt x="287" y="108"/>
                  </a:lnTo>
                  <a:lnTo>
                    <a:pt x="262" y="95"/>
                  </a:lnTo>
                  <a:lnTo>
                    <a:pt x="233" y="81"/>
                  </a:lnTo>
                  <a:lnTo>
                    <a:pt x="206" y="68"/>
                  </a:lnTo>
                  <a:lnTo>
                    <a:pt x="179" y="56"/>
                  </a:lnTo>
                  <a:lnTo>
                    <a:pt x="150" y="45"/>
                  </a:lnTo>
                  <a:lnTo>
                    <a:pt x="120" y="34"/>
                  </a:lnTo>
                  <a:lnTo>
                    <a:pt x="92" y="24"/>
                  </a:lnTo>
                  <a:lnTo>
                    <a:pt x="63" y="15"/>
                  </a:lnTo>
                  <a:lnTo>
                    <a:pt x="33" y="6"/>
                  </a:lnTo>
                  <a:lnTo>
                    <a:pt x="2" y="0"/>
                  </a:lnTo>
                  <a:lnTo>
                    <a:pt x="0" y="10"/>
                  </a:lnTo>
                  <a:lnTo>
                    <a:pt x="28" y="19"/>
                  </a:lnTo>
                  <a:lnTo>
                    <a:pt x="59" y="27"/>
                  </a:lnTo>
                  <a:lnTo>
                    <a:pt x="87" y="36"/>
                  </a:lnTo>
                  <a:lnTo>
                    <a:pt x="117" y="46"/>
                  </a:lnTo>
                  <a:lnTo>
                    <a:pt x="146" y="56"/>
                  </a:lnTo>
                  <a:lnTo>
                    <a:pt x="173" y="67"/>
                  </a:lnTo>
                  <a:lnTo>
                    <a:pt x="202" y="80"/>
                  </a:lnTo>
                  <a:lnTo>
                    <a:pt x="228" y="92"/>
                  </a:lnTo>
                  <a:lnTo>
                    <a:pt x="256" y="106"/>
                  </a:lnTo>
                  <a:lnTo>
                    <a:pt x="282" y="119"/>
                  </a:lnTo>
                  <a:lnTo>
                    <a:pt x="308" y="133"/>
                  </a:lnTo>
                  <a:lnTo>
                    <a:pt x="334" y="148"/>
                  </a:lnTo>
                  <a:lnTo>
                    <a:pt x="359" y="163"/>
                  </a:lnTo>
                  <a:lnTo>
                    <a:pt x="384" y="180"/>
                  </a:lnTo>
                  <a:lnTo>
                    <a:pt x="408" y="196"/>
                  </a:lnTo>
                  <a:lnTo>
                    <a:pt x="434" y="215"/>
                  </a:lnTo>
                  <a:lnTo>
                    <a:pt x="432" y="213"/>
                  </a:lnTo>
                  <a:lnTo>
                    <a:pt x="442" y="204"/>
                  </a:lnTo>
                </a:path>
              </a:pathLst>
            </a:custGeom>
            <a:solidFill>
              <a:srgbClr val="FF6600"/>
            </a:solidFill>
            <a:ln w="12700">
              <a:noFill/>
            </a:ln>
          </p:spPr>
          <p:txBody>
            <a:bodyPr/>
            <a:lstStyle/>
            <a:p>
              <a:endParaRPr lang="zh-CN" altLang="en-US"/>
            </a:p>
          </p:txBody>
        </p:sp>
        <p:sp>
          <p:nvSpPr>
            <p:cNvPr id="43040" name="Freeform 373"/>
            <p:cNvSpPr/>
            <p:nvPr/>
          </p:nvSpPr>
          <p:spPr>
            <a:xfrm>
              <a:off x="3254" y="3357"/>
              <a:ext cx="81" cy="119"/>
            </a:xfrm>
            <a:custGeom>
              <a:avLst/>
              <a:gdLst/>
              <a:ahLst/>
              <a:cxnLst>
                <a:cxn ang="0">
                  <a:pos x="0" y="118"/>
                </a:cxn>
                <a:cxn ang="0">
                  <a:pos x="28" y="115"/>
                </a:cxn>
                <a:cxn ang="0">
                  <a:pos x="51" y="109"/>
                </a:cxn>
                <a:cxn ang="0">
                  <a:pos x="69" y="99"/>
                </a:cxn>
                <a:cxn ang="0">
                  <a:pos x="78" y="86"/>
                </a:cxn>
                <a:cxn ang="0">
                  <a:pos x="80" y="68"/>
                </a:cxn>
                <a:cxn ang="0">
                  <a:pos x="74" y="47"/>
                </a:cxn>
                <a:cxn ang="0">
                  <a:pos x="60" y="25"/>
                </a:cxn>
                <a:cxn ang="0">
                  <a:pos x="41" y="0"/>
                </a:cxn>
                <a:cxn ang="0">
                  <a:pos x="31" y="8"/>
                </a:cxn>
                <a:cxn ang="0">
                  <a:pos x="51" y="31"/>
                </a:cxn>
                <a:cxn ang="0">
                  <a:pos x="61" y="52"/>
                </a:cxn>
                <a:cxn ang="0">
                  <a:pos x="67" y="69"/>
                </a:cxn>
                <a:cxn ang="0">
                  <a:pos x="66" y="81"/>
                </a:cxn>
                <a:cxn ang="0">
                  <a:pos x="60" y="89"/>
                </a:cxn>
                <a:cxn ang="0">
                  <a:pos x="46" y="98"/>
                </a:cxn>
                <a:cxn ang="0">
                  <a:pos x="27" y="102"/>
                </a:cxn>
                <a:cxn ang="0">
                  <a:pos x="0" y="104"/>
                </a:cxn>
                <a:cxn ang="0">
                  <a:pos x="0" y="118"/>
                </a:cxn>
              </a:cxnLst>
              <a:rect l="0" t="0" r="0" b="0"/>
              <a:pathLst>
                <a:path w="81" h="119">
                  <a:moveTo>
                    <a:pt x="0" y="118"/>
                  </a:moveTo>
                  <a:lnTo>
                    <a:pt x="28" y="115"/>
                  </a:lnTo>
                  <a:lnTo>
                    <a:pt x="51" y="109"/>
                  </a:lnTo>
                  <a:lnTo>
                    <a:pt x="69" y="99"/>
                  </a:lnTo>
                  <a:lnTo>
                    <a:pt x="78" y="86"/>
                  </a:lnTo>
                  <a:lnTo>
                    <a:pt x="80" y="68"/>
                  </a:lnTo>
                  <a:lnTo>
                    <a:pt x="74" y="47"/>
                  </a:lnTo>
                  <a:lnTo>
                    <a:pt x="60" y="25"/>
                  </a:lnTo>
                  <a:lnTo>
                    <a:pt x="41" y="0"/>
                  </a:lnTo>
                  <a:lnTo>
                    <a:pt x="31" y="8"/>
                  </a:lnTo>
                  <a:lnTo>
                    <a:pt x="51" y="31"/>
                  </a:lnTo>
                  <a:lnTo>
                    <a:pt x="61" y="52"/>
                  </a:lnTo>
                  <a:lnTo>
                    <a:pt x="67" y="69"/>
                  </a:lnTo>
                  <a:lnTo>
                    <a:pt x="66" y="81"/>
                  </a:lnTo>
                  <a:lnTo>
                    <a:pt x="60" y="89"/>
                  </a:lnTo>
                  <a:lnTo>
                    <a:pt x="46" y="98"/>
                  </a:lnTo>
                  <a:lnTo>
                    <a:pt x="27" y="102"/>
                  </a:lnTo>
                  <a:lnTo>
                    <a:pt x="0" y="104"/>
                  </a:lnTo>
                  <a:lnTo>
                    <a:pt x="0" y="118"/>
                  </a:lnTo>
                </a:path>
              </a:pathLst>
            </a:custGeom>
            <a:solidFill>
              <a:srgbClr val="FF6600"/>
            </a:solidFill>
            <a:ln w="12700">
              <a:noFill/>
            </a:ln>
          </p:spPr>
          <p:txBody>
            <a:bodyPr/>
            <a:lstStyle/>
            <a:p>
              <a:endParaRPr lang="zh-CN" altLang="en-US"/>
            </a:p>
          </p:txBody>
        </p:sp>
        <p:sp>
          <p:nvSpPr>
            <p:cNvPr id="43041" name="Freeform 374"/>
            <p:cNvSpPr/>
            <p:nvPr/>
          </p:nvSpPr>
          <p:spPr>
            <a:xfrm>
              <a:off x="2643" y="3025"/>
              <a:ext cx="371" cy="314"/>
            </a:xfrm>
            <a:custGeom>
              <a:avLst/>
              <a:gdLst/>
              <a:ahLst/>
              <a:cxnLst>
                <a:cxn ang="0">
                  <a:pos x="362" y="311"/>
                </a:cxn>
                <a:cxn ang="0">
                  <a:pos x="370" y="301"/>
                </a:cxn>
                <a:cxn ang="0">
                  <a:pos x="344" y="286"/>
                </a:cxn>
                <a:cxn ang="0">
                  <a:pos x="317" y="271"/>
                </a:cxn>
                <a:cxn ang="0">
                  <a:pos x="292" y="256"/>
                </a:cxn>
                <a:cxn ang="0">
                  <a:pos x="267" y="240"/>
                </a:cxn>
                <a:cxn ang="0">
                  <a:pos x="244" y="222"/>
                </a:cxn>
                <a:cxn ang="0">
                  <a:pos x="220" y="205"/>
                </a:cxn>
                <a:cxn ang="0">
                  <a:pos x="197" y="186"/>
                </a:cxn>
                <a:cxn ang="0">
                  <a:pos x="175" y="168"/>
                </a:cxn>
                <a:cxn ang="0">
                  <a:pos x="152" y="149"/>
                </a:cxn>
                <a:cxn ang="0">
                  <a:pos x="131" y="128"/>
                </a:cxn>
                <a:cxn ang="0">
                  <a:pos x="110" y="107"/>
                </a:cxn>
                <a:cxn ang="0">
                  <a:pos x="89" y="87"/>
                </a:cxn>
                <a:cxn ang="0">
                  <a:pos x="69" y="66"/>
                </a:cxn>
                <a:cxn ang="0">
                  <a:pos x="48" y="43"/>
                </a:cxn>
                <a:cxn ang="0">
                  <a:pos x="28" y="22"/>
                </a:cxn>
                <a:cxn ang="0">
                  <a:pos x="7" y="0"/>
                </a:cxn>
                <a:cxn ang="0">
                  <a:pos x="0" y="8"/>
                </a:cxn>
                <a:cxn ang="0">
                  <a:pos x="19" y="30"/>
                </a:cxn>
                <a:cxn ang="0">
                  <a:pos x="38" y="52"/>
                </a:cxn>
                <a:cxn ang="0">
                  <a:pos x="59" y="74"/>
                </a:cxn>
                <a:cxn ang="0">
                  <a:pos x="80" y="96"/>
                </a:cxn>
                <a:cxn ang="0">
                  <a:pos x="100" y="117"/>
                </a:cxn>
                <a:cxn ang="0">
                  <a:pos x="122" y="137"/>
                </a:cxn>
                <a:cxn ang="0">
                  <a:pos x="144" y="157"/>
                </a:cxn>
                <a:cxn ang="0">
                  <a:pos x="167" y="176"/>
                </a:cxn>
                <a:cxn ang="0">
                  <a:pos x="188" y="195"/>
                </a:cxn>
                <a:cxn ang="0">
                  <a:pos x="212" y="214"/>
                </a:cxn>
                <a:cxn ang="0">
                  <a:pos x="235" y="232"/>
                </a:cxn>
                <a:cxn ang="0">
                  <a:pos x="261" y="249"/>
                </a:cxn>
                <a:cxn ang="0">
                  <a:pos x="285" y="266"/>
                </a:cxn>
                <a:cxn ang="0">
                  <a:pos x="310" y="282"/>
                </a:cxn>
                <a:cxn ang="0">
                  <a:pos x="336" y="297"/>
                </a:cxn>
                <a:cxn ang="0">
                  <a:pos x="364" y="313"/>
                </a:cxn>
                <a:cxn ang="0">
                  <a:pos x="370" y="301"/>
                </a:cxn>
                <a:cxn ang="0">
                  <a:pos x="362" y="311"/>
                </a:cxn>
              </a:cxnLst>
              <a:rect l="0" t="0" r="0" b="0"/>
              <a:pathLst>
                <a:path w="371" h="314">
                  <a:moveTo>
                    <a:pt x="362" y="311"/>
                  </a:moveTo>
                  <a:lnTo>
                    <a:pt x="370" y="301"/>
                  </a:lnTo>
                  <a:lnTo>
                    <a:pt x="344" y="286"/>
                  </a:lnTo>
                  <a:lnTo>
                    <a:pt x="317" y="271"/>
                  </a:lnTo>
                  <a:lnTo>
                    <a:pt x="292" y="256"/>
                  </a:lnTo>
                  <a:lnTo>
                    <a:pt x="267" y="240"/>
                  </a:lnTo>
                  <a:lnTo>
                    <a:pt x="244" y="222"/>
                  </a:lnTo>
                  <a:lnTo>
                    <a:pt x="220" y="205"/>
                  </a:lnTo>
                  <a:lnTo>
                    <a:pt x="197" y="186"/>
                  </a:lnTo>
                  <a:lnTo>
                    <a:pt x="175" y="168"/>
                  </a:lnTo>
                  <a:lnTo>
                    <a:pt x="152" y="149"/>
                  </a:lnTo>
                  <a:lnTo>
                    <a:pt x="131" y="128"/>
                  </a:lnTo>
                  <a:lnTo>
                    <a:pt x="110" y="107"/>
                  </a:lnTo>
                  <a:lnTo>
                    <a:pt x="89" y="87"/>
                  </a:lnTo>
                  <a:lnTo>
                    <a:pt x="69" y="66"/>
                  </a:lnTo>
                  <a:lnTo>
                    <a:pt x="48" y="43"/>
                  </a:lnTo>
                  <a:lnTo>
                    <a:pt x="28" y="22"/>
                  </a:lnTo>
                  <a:lnTo>
                    <a:pt x="7" y="0"/>
                  </a:lnTo>
                  <a:lnTo>
                    <a:pt x="0" y="8"/>
                  </a:lnTo>
                  <a:lnTo>
                    <a:pt x="19" y="30"/>
                  </a:lnTo>
                  <a:lnTo>
                    <a:pt x="38" y="52"/>
                  </a:lnTo>
                  <a:lnTo>
                    <a:pt x="59" y="74"/>
                  </a:lnTo>
                  <a:lnTo>
                    <a:pt x="80" y="96"/>
                  </a:lnTo>
                  <a:lnTo>
                    <a:pt x="100" y="117"/>
                  </a:lnTo>
                  <a:lnTo>
                    <a:pt x="122" y="137"/>
                  </a:lnTo>
                  <a:lnTo>
                    <a:pt x="144" y="157"/>
                  </a:lnTo>
                  <a:lnTo>
                    <a:pt x="167" y="176"/>
                  </a:lnTo>
                  <a:lnTo>
                    <a:pt x="188" y="195"/>
                  </a:lnTo>
                  <a:lnTo>
                    <a:pt x="212" y="214"/>
                  </a:lnTo>
                  <a:lnTo>
                    <a:pt x="235" y="232"/>
                  </a:lnTo>
                  <a:lnTo>
                    <a:pt x="261" y="249"/>
                  </a:lnTo>
                  <a:lnTo>
                    <a:pt x="285" y="266"/>
                  </a:lnTo>
                  <a:lnTo>
                    <a:pt x="310" y="282"/>
                  </a:lnTo>
                  <a:lnTo>
                    <a:pt x="336" y="297"/>
                  </a:lnTo>
                  <a:lnTo>
                    <a:pt x="364" y="313"/>
                  </a:lnTo>
                  <a:lnTo>
                    <a:pt x="370" y="301"/>
                  </a:lnTo>
                  <a:lnTo>
                    <a:pt x="362" y="311"/>
                  </a:lnTo>
                </a:path>
              </a:pathLst>
            </a:custGeom>
            <a:solidFill>
              <a:srgbClr val="FF6600"/>
            </a:solidFill>
            <a:ln w="12700">
              <a:noFill/>
            </a:ln>
          </p:spPr>
          <p:txBody>
            <a:bodyPr/>
            <a:lstStyle/>
            <a:p>
              <a:endParaRPr lang="zh-CN" altLang="en-US"/>
            </a:p>
          </p:txBody>
        </p:sp>
        <p:sp>
          <p:nvSpPr>
            <p:cNvPr id="43042" name="Freeform 375"/>
            <p:cNvSpPr/>
            <p:nvPr/>
          </p:nvSpPr>
          <p:spPr>
            <a:xfrm>
              <a:off x="2692" y="2870"/>
              <a:ext cx="322" cy="467"/>
            </a:xfrm>
            <a:custGeom>
              <a:avLst/>
              <a:gdLst/>
              <a:ahLst/>
              <a:cxnLst>
                <a:cxn ang="0">
                  <a:pos x="0" y="3"/>
                </a:cxn>
                <a:cxn ang="0">
                  <a:pos x="13" y="38"/>
                </a:cxn>
                <a:cxn ang="0">
                  <a:pos x="27" y="72"/>
                </a:cxn>
                <a:cxn ang="0">
                  <a:pos x="41" y="106"/>
                </a:cxn>
                <a:cxn ang="0">
                  <a:pos x="56" y="138"/>
                </a:cxn>
                <a:cxn ang="0">
                  <a:pos x="72" y="171"/>
                </a:cxn>
                <a:cxn ang="0">
                  <a:pos x="89" y="203"/>
                </a:cxn>
                <a:cxn ang="0">
                  <a:pos x="107" y="234"/>
                </a:cxn>
                <a:cxn ang="0">
                  <a:pos x="125" y="264"/>
                </a:cxn>
                <a:cxn ang="0">
                  <a:pos x="144" y="293"/>
                </a:cxn>
                <a:cxn ang="0">
                  <a:pos x="165" y="320"/>
                </a:cxn>
                <a:cxn ang="0">
                  <a:pos x="187" y="348"/>
                </a:cxn>
                <a:cxn ang="0">
                  <a:pos x="209" y="374"/>
                </a:cxn>
                <a:cxn ang="0">
                  <a:pos x="233" y="399"/>
                </a:cxn>
                <a:cxn ang="0">
                  <a:pos x="259" y="423"/>
                </a:cxn>
                <a:cxn ang="0">
                  <a:pos x="286" y="445"/>
                </a:cxn>
                <a:cxn ang="0">
                  <a:pos x="313" y="466"/>
                </a:cxn>
                <a:cxn ang="0">
                  <a:pos x="321" y="455"/>
                </a:cxn>
                <a:cxn ang="0">
                  <a:pos x="293" y="435"/>
                </a:cxn>
                <a:cxn ang="0">
                  <a:pos x="267" y="413"/>
                </a:cxn>
                <a:cxn ang="0">
                  <a:pos x="242" y="390"/>
                </a:cxn>
                <a:cxn ang="0">
                  <a:pos x="218" y="366"/>
                </a:cxn>
                <a:cxn ang="0">
                  <a:pos x="197" y="340"/>
                </a:cxn>
                <a:cxn ang="0">
                  <a:pos x="174" y="314"/>
                </a:cxn>
                <a:cxn ang="0">
                  <a:pos x="155" y="286"/>
                </a:cxn>
                <a:cxn ang="0">
                  <a:pos x="136" y="257"/>
                </a:cxn>
                <a:cxn ang="0">
                  <a:pos x="117" y="228"/>
                </a:cxn>
                <a:cxn ang="0">
                  <a:pos x="100" y="197"/>
                </a:cxn>
                <a:cxn ang="0">
                  <a:pos x="84" y="166"/>
                </a:cxn>
                <a:cxn ang="0">
                  <a:pos x="69" y="135"/>
                </a:cxn>
                <a:cxn ang="0">
                  <a:pos x="53" y="101"/>
                </a:cxn>
                <a:cxn ang="0">
                  <a:pos x="38" y="68"/>
                </a:cxn>
                <a:cxn ang="0">
                  <a:pos x="24" y="33"/>
                </a:cxn>
                <a:cxn ang="0">
                  <a:pos x="10" y="0"/>
                </a:cxn>
                <a:cxn ang="0">
                  <a:pos x="0" y="3"/>
                </a:cxn>
              </a:cxnLst>
              <a:rect l="0" t="0" r="0" b="0"/>
              <a:pathLst>
                <a:path w="322" h="467">
                  <a:moveTo>
                    <a:pt x="0" y="3"/>
                  </a:moveTo>
                  <a:lnTo>
                    <a:pt x="13" y="38"/>
                  </a:lnTo>
                  <a:lnTo>
                    <a:pt x="27" y="72"/>
                  </a:lnTo>
                  <a:lnTo>
                    <a:pt x="41" y="106"/>
                  </a:lnTo>
                  <a:lnTo>
                    <a:pt x="56" y="138"/>
                  </a:lnTo>
                  <a:lnTo>
                    <a:pt x="72" y="171"/>
                  </a:lnTo>
                  <a:lnTo>
                    <a:pt x="89" y="203"/>
                  </a:lnTo>
                  <a:lnTo>
                    <a:pt x="107" y="234"/>
                  </a:lnTo>
                  <a:lnTo>
                    <a:pt x="125" y="264"/>
                  </a:lnTo>
                  <a:lnTo>
                    <a:pt x="144" y="293"/>
                  </a:lnTo>
                  <a:lnTo>
                    <a:pt x="165" y="320"/>
                  </a:lnTo>
                  <a:lnTo>
                    <a:pt x="187" y="348"/>
                  </a:lnTo>
                  <a:lnTo>
                    <a:pt x="209" y="374"/>
                  </a:lnTo>
                  <a:lnTo>
                    <a:pt x="233" y="399"/>
                  </a:lnTo>
                  <a:lnTo>
                    <a:pt x="259" y="423"/>
                  </a:lnTo>
                  <a:lnTo>
                    <a:pt x="286" y="445"/>
                  </a:lnTo>
                  <a:lnTo>
                    <a:pt x="313" y="466"/>
                  </a:lnTo>
                  <a:lnTo>
                    <a:pt x="321" y="455"/>
                  </a:lnTo>
                  <a:lnTo>
                    <a:pt x="293" y="435"/>
                  </a:lnTo>
                  <a:lnTo>
                    <a:pt x="267" y="413"/>
                  </a:lnTo>
                  <a:lnTo>
                    <a:pt x="242" y="390"/>
                  </a:lnTo>
                  <a:lnTo>
                    <a:pt x="218" y="366"/>
                  </a:lnTo>
                  <a:lnTo>
                    <a:pt x="197" y="340"/>
                  </a:lnTo>
                  <a:lnTo>
                    <a:pt x="174" y="314"/>
                  </a:lnTo>
                  <a:lnTo>
                    <a:pt x="155" y="286"/>
                  </a:lnTo>
                  <a:lnTo>
                    <a:pt x="136" y="257"/>
                  </a:lnTo>
                  <a:lnTo>
                    <a:pt x="117" y="228"/>
                  </a:lnTo>
                  <a:lnTo>
                    <a:pt x="100" y="197"/>
                  </a:lnTo>
                  <a:lnTo>
                    <a:pt x="84" y="166"/>
                  </a:lnTo>
                  <a:lnTo>
                    <a:pt x="69" y="135"/>
                  </a:lnTo>
                  <a:lnTo>
                    <a:pt x="53" y="101"/>
                  </a:lnTo>
                  <a:lnTo>
                    <a:pt x="38" y="68"/>
                  </a:lnTo>
                  <a:lnTo>
                    <a:pt x="24" y="33"/>
                  </a:lnTo>
                  <a:lnTo>
                    <a:pt x="10" y="0"/>
                  </a:lnTo>
                  <a:lnTo>
                    <a:pt x="0" y="3"/>
                  </a:lnTo>
                </a:path>
              </a:pathLst>
            </a:custGeom>
            <a:solidFill>
              <a:srgbClr val="FF6600"/>
            </a:solidFill>
            <a:ln w="12700">
              <a:noFill/>
            </a:ln>
          </p:spPr>
          <p:txBody>
            <a:bodyPr/>
            <a:lstStyle/>
            <a:p>
              <a:endParaRPr lang="zh-CN" altLang="en-US"/>
            </a:p>
          </p:txBody>
        </p:sp>
        <p:sp>
          <p:nvSpPr>
            <p:cNvPr id="43043" name="Freeform 376"/>
            <p:cNvSpPr/>
            <p:nvPr/>
          </p:nvSpPr>
          <p:spPr>
            <a:xfrm>
              <a:off x="2902" y="2591"/>
              <a:ext cx="112" cy="753"/>
            </a:xfrm>
            <a:custGeom>
              <a:avLst/>
              <a:gdLst/>
              <a:ahLst/>
              <a:cxnLst>
                <a:cxn ang="0">
                  <a:pos x="100" y="736"/>
                </a:cxn>
                <a:cxn ang="0">
                  <a:pos x="111" y="736"/>
                </a:cxn>
                <a:cxn ang="0">
                  <a:pos x="94" y="706"/>
                </a:cxn>
                <a:cxn ang="0">
                  <a:pos x="79" y="674"/>
                </a:cxn>
                <a:cxn ang="0">
                  <a:pos x="66" y="638"/>
                </a:cxn>
                <a:cxn ang="0">
                  <a:pos x="55" y="599"/>
                </a:cxn>
                <a:cxn ang="0">
                  <a:pos x="45" y="559"/>
                </a:cxn>
                <a:cxn ang="0">
                  <a:pos x="36" y="517"/>
                </a:cxn>
                <a:cxn ang="0">
                  <a:pos x="29" y="473"/>
                </a:cxn>
                <a:cxn ang="0">
                  <a:pos x="23" y="426"/>
                </a:cxn>
                <a:cxn ang="0">
                  <a:pos x="19" y="378"/>
                </a:cxn>
                <a:cxn ang="0">
                  <a:pos x="16" y="327"/>
                </a:cxn>
                <a:cxn ang="0">
                  <a:pos x="13" y="276"/>
                </a:cxn>
                <a:cxn ang="0">
                  <a:pos x="12" y="222"/>
                </a:cxn>
                <a:cxn ang="0">
                  <a:pos x="12" y="169"/>
                </a:cxn>
                <a:cxn ang="0">
                  <a:pos x="12" y="114"/>
                </a:cxn>
                <a:cxn ang="0">
                  <a:pos x="13" y="57"/>
                </a:cxn>
                <a:cxn ang="0">
                  <a:pos x="15" y="0"/>
                </a:cxn>
                <a:cxn ang="0">
                  <a:pos x="2" y="0"/>
                </a:cxn>
                <a:cxn ang="0">
                  <a:pos x="1" y="57"/>
                </a:cxn>
                <a:cxn ang="0">
                  <a:pos x="0" y="114"/>
                </a:cxn>
                <a:cxn ang="0">
                  <a:pos x="0" y="169"/>
                </a:cxn>
                <a:cxn ang="0">
                  <a:pos x="0" y="224"/>
                </a:cxn>
                <a:cxn ang="0">
                  <a:pos x="1" y="276"/>
                </a:cxn>
                <a:cxn ang="0">
                  <a:pos x="4" y="328"/>
                </a:cxn>
                <a:cxn ang="0">
                  <a:pos x="6" y="378"/>
                </a:cxn>
                <a:cxn ang="0">
                  <a:pos x="10" y="427"/>
                </a:cxn>
                <a:cxn ang="0">
                  <a:pos x="18" y="474"/>
                </a:cxn>
                <a:cxn ang="0">
                  <a:pos x="24" y="520"/>
                </a:cxn>
                <a:cxn ang="0">
                  <a:pos x="33" y="562"/>
                </a:cxn>
                <a:cxn ang="0">
                  <a:pos x="42" y="603"/>
                </a:cxn>
                <a:cxn ang="0">
                  <a:pos x="53" y="642"/>
                </a:cxn>
                <a:cxn ang="0">
                  <a:pos x="68" y="677"/>
                </a:cxn>
                <a:cxn ang="0">
                  <a:pos x="83" y="712"/>
                </a:cxn>
                <a:cxn ang="0">
                  <a:pos x="100" y="744"/>
                </a:cxn>
                <a:cxn ang="0">
                  <a:pos x="111" y="744"/>
                </a:cxn>
                <a:cxn ang="0">
                  <a:pos x="100" y="744"/>
                </a:cxn>
                <a:cxn ang="0">
                  <a:pos x="105" y="752"/>
                </a:cxn>
                <a:cxn ang="0">
                  <a:pos x="111" y="744"/>
                </a:cxn>
                <a:cxn ang="0">
                  <a:pos x="100" y="736"/>
                </a:cxn>
              </a:cxnLst>
              <a:rect l="0" t="0" r="0" b="0"/>
              <a:pathLst>
                <a:path w="112" h="753">
                  <a:moveTo>
                    <a:pt x="100" y="736"/>
                  </a:moveTo>
                  <a:lnTo>
                    <a:pt x="111" y="736"/>
                  </a:lnTo>
                  <a:lnTo>
                    <a:pt x="94" y="706"/>
                  </a:lnTo>
                  <a:lnTo>
                    <a:pt x="79" y="674"/>
                  </a:lnTo>
                  <a:lnTo>
                    <a:pt x="66" y="638"/>
                  </a:lnTo>
                  <a:lnTo>
                    <a:pt x="55" y="599"/>
                  </a:lnTo>
                  <a:lnTo>
                    <a:pt x="45" y="559"/>
                  </a:lnTo>
                  <a:lnTo>
                    <a:pt x="36" y="517"/>
                  </a:lnTo>
                  <a:lnTo>
                    <a:pt x="29" y="473"/>
                  </a:lnTo>
                  <a:lnTo>
                    <a:pt x="23" y="426"/>
                  </a:lnTo>
                  <a:lnTo>
                    <a:pt x="19" y="378"/>
                  </a:lnTo>
                  <a:lnTo>
                    <a:pt x="16" y="327"/>
                  </a:lnTo>
                  <a:lnTo>
                    <a:pt x="13" y="276"/>
                  </a:lnTo>
                  <a:lnTo>
                    <a:pt x="12" y="222"/>
                  </a:lnTo>
                  <a:lnTo>
                    <a:pt x="12" y="169"/>
                  </a:lnTo>
                  <a:lnTo>
                    <a:pt x="12" y="114"/>
                  </a:lnTo>
                  <a:lnTo>
                    <a:pt x="13" y="57"/>
                  </a:lnTo>
                  <a:lnTo>
                    <a:pt x="15" y="0"/>
                  </a:lnTo>
                  <a:lnTo>
                    <a:pt x="2" y="0"/>
                  </a:lnTo>
                  <a:lnTo>
                    <a:pt x="1" y="57"/>
                  </a:lnTo>
                  <a:lnTo>
                    <a:pt x="0" y="114"/>
                  </a:lnTo>
                  <a:lnTo>
                    <a:pt x="0" y="169"/>
                  </a:lnTo>
                  <a:lnTo>
                    <a:pt x="0" y="224"/>
                  </a:lnTo>
                  <a:lnTo>
                    <a:pt x="1" y="276"/>
                  </a:lnTo>
                  <a:lnTo>
                    <a:pt x="4" y="328"/>
                  </a:lnTo>
                  <a:lnTo>
                    <a:pt x="6" y="378"/>
                  </a:lnTo>
                  <a:lnTo>
                    <a:pt x="10" y="427"/>
                  </a:lnTo>
                  <a:lnTo>
                    <a:pt x="18" y="474"/>
                  </a:lnTo>
                  <a:lnTo>
                    <a:pt x="24" y="520"/>
                  </a:lnTo>
                  <a:lnTo>
                    <a:pt x="33" y="562"/>
                  </a:lnTo>
                  <a:lnTo>
                    <a:pt x="42" y="603"/>
                  </a:lnTo>
                  <a:lnTo>
                    <a:pt x="53" y="642"/>
                  </a:lnTo>
                  <a:lnTo>
                    <a:pt x="68" y="677"/>
                  </a:lnTo>
                  <a:lnTo>
                    <a:pt x="83" y="712"/>
                  </a:lnTo>
                  <a:lnTo>
                    <a:pt x="100" y="744"/>
                  </a:lnTo>
                  <a:lnTo>
                    <a:pt x="111" y="744"/>
                  </a:lnTo>
                  <a:lnTo>
                    <a:pt x="100" y="744"/>
                  </a:lnTo>
                  <a:lnTo>
                    <a:pt x="105" y="752"/>
                  </a:lnTo>
                  <a:lnTo>
                    <a:pt x="111" y="744"/>
                  </a:lnTo>
                  <a:lnTo>
                    <a:pt x="100" y="736"/>
                  </a:lnTo>
                </a:path>
              </a:pathLst>
            </a:custGeom>
            <a:solidFill>
              <a:srgbClr val="FF6600"/>
            </a:solidFill>
            <a:ln w="12700">
              <a:noFill/>
            </a:ln>
          </p:spPr>
          <p:txBody>
            <a:bodyPr/>
            <a:lstStyle/>
            <a:p>
              <a:endParaRPr lang="zh-CN" altLang="en-US"/>
            </a:p>
          </p:txBody>
        </p:sp>
        <p:sp>
          <p:nvSpPr>
            <p:cNvPr id="43044" name="Freeform 377"/>
            <p:cNvSpPr/>
            <p:nvPr/>
          </p:nvSpPr>
          <p:spPr>
            <a:xfrm>
              <a:off x="3002" y="2717"/>
              <a:ext cx="308" cy="619"/>
            </a:xfrm>
            <a:custGeom>
              <a:avLst/>
              <a:gdLst/>
              <a:ahLst/>
              <a:cxnLst>
                <a:cxn ang="0">
                  <a:pos x="295" y="0"/>
                </a:cxn>
                <a:cxn ang="0">
                  <a:pos x="278" y="38"/>
                </a:cxn>
                <a:cxn ang="0">
                  <a:pos x="262" y="77"/>
                </a:cxn>
                <a:cxn ang="0">
                  <a:pos x="245" y="115"/>
                </a:cxn>
                <a:cxn ang="0">
                  <a:pos x="229" y="154"/>
                </a:cxn>
                <a:cxn ang="0">
                  <a:pos x="212" y="192"/>
                </a:cxn>
                <a:cxn ang="0">
                  <a:pos x="194" y="231"/>
                </a:cxn>
                <a:cxn ang="0">
                  <a:pos x="179" y="269"/>
                </a:cxn>
                <a:cxn ang="0">
                  <a:pos x="161" y="307"/>
                </a:cxn>
                <a:cxn ang="0">
                  <a:pos x="141" y="346"/>
                </a:cxn>
                <a:cxn ang="0">
                  <a:pos x="123" y="383"/>
                </a:cxn>
                <a:cxn ang="0">
                  <a:pos x="104" y="422"/>
                </a:cxn>
                <a:cxn ang="0">
                  <a:pos x="84" y="460"/>
                </a:cxn>
                <a:cxn ang="0">
                  <a:pos x="64" y="498"/>
                </a:cxn>
                <a:cxn ang="0">
                  <a:pos x="43" y="536"/>
                </a:cxn>
                <a:cxn ang="0">
                  <a:pos x="21" y="574"/>
                </a:cxn>
                <a:cxn ang="0">
                  <a:pos x="0" y="610"/>
                </a:cxn>
                <a:cxn ang="0">
                  <a:pos x="10" y="618"/>
                </a:cxn>
                <a:cxn ang="0">
                  <a:pos x="33" y="579"/>
                </a:cxn>
                <a:cxn ang="0">
                  <a:pos x="54" y="542"/>
                </a:cxn>
                <a:cxn ang="0">
                  <a:pos x="75" y="503"/>
                </a:cxn>
                <a:cxn ang="0">
                  <a:pos x="96" y="466"/>
                </a:cxn>
                <a:cxn ang="0">
                  <a:pos x="115" y="427"/>
                </a:cxn>
                <a:cxn ang="0">
                  <a:pos x="134" y="389"/>
                </a:cxn>
                <a:cxn ang="0">
                  <a:pos x="152" y="351"/>
                </a:cxn>
                <a:cxn ang="0">
                  <a:pos x="171" y="313"/>
                </a:cxn>
                <a:cxn ang="0">
                  <a:pos x="189" y="275"/>
                </a:cxn>
                <a:cxn ang="0">
                  <a:pos x="207" y="236"/>
                </a:cxn>
                <a:cxn ang="0">
                  <a:pos x="224" y="198"/>
                </a:cxn>
                <a:cxn ang="0">
                  <a:pos x="240" y="159"/>
                </a:cxn>
                <a:cxn ang="0">
                  <a:pos x="257" y="121"/>
                </a:cxn>
                <a:cxn ang="0">
                  <a:pos x="273" y="82"/>
                </a:cxn>
                <a:cxn ang="0">
                  <a:pos x="290" y="43"/>
                </a:cxn>
                <a:cxn ang="0">
                  <a:pos x="307" y="5"/>
                </a:cxn>
                <a:cxn ang="0">
                  <a:pos x="295" y="0"/>
                </a:cxn>
              </a:cxnLst>
              <a:rect l="0" t="0" r="0" b="0"/>
              <a:pathLst>
                <a:path w="308" h="619">
                  <a:moveTo>
                    <a:pt x="295" y="0"/>
                  </a:moveTo>
                  <a:lnTo>
                    <a:pt x="278" y="38"/>
                  </a:lnTo>
                  <a:lnTo>
                    <a:pt x="262" y="77"/>
                  </a:lnTo>
                  <a:lnTo>
                    <a:pt x="245" y="115"/>
                  </a:lnTo>
                  <a:lnTo>
                    <a:pt x="229" y="154"/>
                  </a:lnTo>
                  <a:lnTo>
                    <a:pt x="212" y="192"/>
                  </a:lnTo>
                  <a:lnTo>
                    <a:pt x="194" y="231"/>
                  </a:lnTo>
                  <a:lnTo>
                    <a:pt x="179" y="269"/>
                  </a:lnTo>
                  <a:lnTo>
                    <a:pt x="161" y="307"/>
                  </a:lnTo>
                  <a:lnTo>
                    <a:pt x="141" y="346"/>
                  </a:lnTo>
                  <a:lnTo>
                    <a:pt x="123" y="383"/>
                  </a:lnTo>
                  <a:lnTo>
                    <a:pt x="104" y="422"/>
                  </a:lnTo>
                  <a:lnTo>
                    <a:pt x="84" y="460"/>
                  </a:lnTo>
                  <a:lnTo>
                    <a:pt x="64" y="498"/>
                  </a:lnTo>
                  <a:lnTo>
                    <a:pt x="43" y="536"/>
                  </a:lnTo>
                  <a:lnTo>
                    <a:pt x="21" y="574"/>
                  </a:lnTo>
                  <a:lnTo>
                    <a:pt x="0" y="610"/>
                  </a:lnTo>
                  <a:lnTo>
                    <a:pt x="10" y="618"/>
                  </a:lnTo>
                  <a:lnTo>
                    <a:pt x="33" y="579"/>
                  </a:lnTo>
                  <a:lnTo>
                    <a:pt x="54" y="542"/>
                  </a:lnTo>
                  <a:lnTo>
                    <a:pt x="75" y="503"/>
                  </a:lnTo>
                  <a:lnTo>
                    <a:pt x="96" y="466"/>
                  </a:lnTo>
                  <a:lnTo>
                    <a:pt x="115" y="427"/>
                  </a:lnTo>
                  <a:lnTo>
                    <a:pt x="134" y="389"/>
                  </a:lnTo>
                  <a:lnTo>
                    <a:pt x="152" y="351"/>
                  </a:lnTo>
                  <a:lnTo>
                    <a:pt x="171" y="313"/>
                  </a:lnTo>
                  <a:lnTo>
                    <a:pt x="189" y="275"/>
                  </a:lnTo>
                  <a:lnTo>
                    <a:pt x="207" y="236"/>
                  </a:lnTo>
                  <a:lnTo>
                    <a:pt x="224" y="198"/>
                  </a:lnTo>
                  <a:lnTo>
                    <a:pt x="240" y="159"/>
                  </a:lnTo>
                  <a:lnTo>
                    <a:pt x="257" y="121"/>
                  </a:lnTo>
                  <a:lnTo>
                    <a:pt x="273" y="82"/>
                  </a:lnTo>
                  <a:lnTo>
                    <a:pt x="290" y="43"/>
                  </a:lnTo>
                  <a:lnTo>
                    <a:pt x="307" y="5"/>
                  </a:lnTo>
                  <a:lnTo>
                    <a:pt x="295" y="0"/>
                  </a:lnTo>
                </a:path>
              </a:pathLst>
            </a:custGeom>
            <a:solidFill>
              <a:srgbClr val="FF6600"/>
            </a:solidFill>
            <a:ln w="12700">
              <a:noFill/>
            </a:ln>
          </p:spPr>
          <p:txBody>
            <a:bodyPr/>
            <a:lstStyle/>
            <a:p>
              <a:endParaRPr lang="zh-CN" altLang="en-US"/>
            </a:p>
          </p:txBody>
        </p:sp>
        <p:sp>
          <p:nvSpPr>
            <p:cNvPr id="43045" name="Freeform 378"/>
            <p:cNvSpPr/>
            <p:nvPr/>
          </p:nvSpPr>
          <p:spPr>
            <a:xfrm>
              <a:off x="3006" y="2908"/>
              <a:ext cx="690" cy="433"/>
            </a:xfrm>
            <a:custGeom>
              <a:avLst/>
              <a:gdLst/>
              <a:ahLst/>
              <a:cxnLst>
                <a:cxn ang="0">
                  <a:pos x="1" y="419"/>
                </a:cxn>
                <a:cxn ang="0">
                  <a:pos x="1" y="432"/>
                </a:cxn>
                <a:cxn ang="0">
                  <a:pos x="48" y="421"/>
                </a:cxn>
                <a:cxn ang="0">
                  <a:pos x="93" y="411"/>
                </a:cxn>
                <a:cxn ang="0">
                  <a:pos x="139" y="396"/>
                </a:cxn>
                <a:cxn ang="0">
                  <a:pos x="183" y="379"/>
                </a:cxn>
                <a:cxn ang="0">
                  <a:pos x="227" y="360"/>
                </a:cxn>
                <a:cxn ang="0">
                  <a:pos x="271" y="338"/>
                </a:cxn>
                <a:cxn ang="0">
                  <a:pos x="314" y="314"/>
                </a:cxn>
                <a:cxn ang="0">
                  <a:pos x="358" y="288"/>
                </a:cxn>
                <a:cxn ang="0">
                  <a:pos x="399" y="261"/>
                </a:cxn>
                <a:cxn ang="0">
                  <a:pos x="443" y="229"/>
                </a:cxn>
                <a:cxn ang="0">
                  <a:pos x="484" y="198"/>
                </a:cxn>
                <a:cxn ang="0">
                  <a:pos x="526" y="163"/>
                </a:cxn>
                <a:cxn ang="0">
                  <a:pos x="567" y="128"/>
                </a:cxn>
                <a:cxn ang="0">
                  <a:pos x="609" y="89"/>
                </a:cxn>
                <a:cxn ang="0">
                  <a:pos x="648" y="51"/>
                </a:cxn>
                <a:cxn ang="0">
                  <a:pos x="689" y="10"/>
                </a:cxn>
                <a:cxn ang="0">
                  <a:pos x="680" y="0"/>
                </a:cxn>
                <a:cxn ang="0">
                  <a:pos x="640" y="41"/>
                </a:cxn>
                <a:cxn ang="0">
                  <a:pos x="600" y="81"/>
                </a:cxn>
                <a:cxn ang="0">
                  <a:pos x="559" y="118"/>
                </a:cxn>
                <a:cxn ang="0">
                  <a:pos x="518" y="154"/>
                </a:cxn>
                <a:cxn ang="0">
                  <a:pos x="477" y="188"/>
                </a:cxn>
                <a:cxn ang="0">
                  <a:pos x="436" y="220"/>
                </a:cxn>
                <a:cxn ang="0">
                  <a:pos x="393" y="250"/>
                </a:cxn>
                <a:cxn ang="0">
                  <a:pos x="351" y="277"/>
                </a:cxn>
                <a:cxn ang="0">
                  <a:pos x="309" y="303"/>
                </a:cxn>
                <a:cxn ang="0">
                  <a:pos x="266" y="326"/>
                </a:cxn>
                <a:cxn ang="0">
                  <a:pos x="222" y="349"/>
                </a:cxn>
                <a:cxn ang="0">
                  <a:pos x="179" y="368"/>
                </a:cxn>
                <a:cxn ang="0">
                  <a:pos x="135" y="385"/>
                </a:cxn>
                <a:cxn ang="0">
                  <a:pos x="90" y="398"/>
                </a:cxn>
                <a:cxn ang="0">
                  <a:pos x="45" y="409"/>
                </a:cxn>
                <a:cxn ang="0">
                  <a:pos x="0" y="419"/>
                </a:cxn>
                <a:cxn ang="0">
                  <a:pos x="0" y="432"/>
                </a:cxn>
                <a:cxn ang="0">
                  <a:pos x="1" y="419"/>
                </a:cxn>
              </a:cxnLst>
              <a:rect l="0" t="0" r="0" b="0"/>
              <a:pathLst>
                <a:path w="690" h="433">
                  <a:moveTo>
                    <a:pt x="1" y="419"/>
                  </a:moveTo>
                  <a:lnTo>
                    <a:pt x="1" y="432"/>
                  </a:lnTo>
                  <a:lnTo>
                    <a:pt x="48" y="421"/>
                  </a:lnTo>
                  <a:lnTo>
                    <a:pt x="93" y="411"/>
                  </a:lnTo>
                  <a:lnTo>
                    <a:pt x="139" y="396"/>
                  </a:lnTo>
                  <a:lnTo>
                    <a:pt x="183" y="379"/>
                  </a:lnTo>
                  <a:lnTo>
                    <a:pt x="227" y="360"/>
                  </a:lnTo>
                  <a:lnTo>
                    <a:pt x="271" y="338"/>
                  </a:lnTo>
                  <a:lnTo>
                    <a:pt x="314" y="314"/>
                  </a:lnTo>
                  <a:lnTo>
                    <a:pt x="358" y="288"/>
                  </a:lnTo>
                  <a:lnTo>
                    <a:pt x="399" y="261"/>
                  </a:lnTo>
                  <a:lnTo>
                    <a:pt x="443" y="229"/>
                  </a:lnTo>
                  <a:lnTo>
                    <a:pt x="484" y="198"/>
                  </a:lnTo>
                  <a:lnTo>
                    <a:pt x="526" y="163"/>
                  </a:lnTo>
                  <a:lnTo>
                    <a:pt x="567" y="128"/>
                  </a:lnTo>
                  <a:lnTo>
                    <a:pt x="609" y="89"/>
                  </a:lnTo>
                  <a:lnTo>
                    <a:pt x="648" y="51"/>
                  </a:lnTo>
                  <a:lnTo>
                    <a:pt x="689" y="10"/>
                  </a:lnTo>
                  <a:lnTo>
                    <a:pt x="680" y="0"/>
                  </a:lnTo>
                  <a:lnTo>
                    <a:pt x="640" y="41"/>
                  </a:lnTo>
                  <a:lnTo>
                    <a:pt x="600" y="81"/>
                  </a:lnTo>
                  <a:lnTo>
                    <a:pt x="559" y="118"/>
                  </a:lnTo>
                  <a:lnTo>
                    <a:pt x="518" y="154"/>
                  </a:lnTo>
                  <a:lnTo>
                    <a:pt x="477" y="188"/>
                  </a:lnTo>
                  <a:lnTo>
                    <a:pt x="436" y="220"/>
                  </a:lnTo>
                  <a:lnTo>
                    <a:pt x="393" y="250"/>
                  </a:lnTo>
                  <a:lnTo>
                    <a:pt x="351" y="277"/>
                  </a:lnTo>
                  <a:lnTo>
                    <a:pt x="309" y="303"/>
                  </a:lnTo>
                  <a:lnTo>
                    <a:pt x="266" y="326"/>
                  </a:lnTo>
                  <a:lnTo>
                    <a:pt x="222" y="349"/>
                  </a:lnTo>
                  <a:lnTo>
                    <a:pt x="179" y="368"/>
                  </a:lnTo>
                  <a:lnTo>
                    <a:pt x="135" y="385"/>
                  </a:lnTo>
                  <a:lnTo>
                    <a:pt x="90" y="398"/>
                  </a:lnTo>
                  <a:lnTo>
                    <a:pt x="45" y="409"/>
                  </a:lnTo>
                  <a:lnTo>
                    <a:pt x="0" y="419"/>
                  </a:lnTo>
                  <a:lnTo>
                    <a:pt x="0" y="432"/>
                  </a:lnTo>
                  <a:lnTo>
                    <a:pt x="1" y="419"/>
                  </a:lnTo>
                </a:path>
              </a:pathLst>
            </a:custGeom>
            <a:solidFill>
              <a:srgbClr val="FF6600"/>
            </a:solidFill>
            <a:ln w="12700">
              <a:noFill/>
            </a:ln>
          </p:spPr>
          <p:txBody>
            <a:bodyPr/>
            <a:lstStyle/>
            <a:p>
              <a:endParaRPr lang="zh-CN" altLang="en-US"/>
            </a:p>
          </p:txBody>
        </p:sp>
        <p:sp>
          <p:nvSpPr>
            <p:cNvPr id="43046" name="Freeform 379"/>
            <p:cNvSpPr/>
            <p:nvPr/>
          </p:nvSpPr>
          <p:spPr>
            <a:xfrm>
              <a:off x="3007" y="3097"/>
              <a:ext cx="972" cy="257"/>
            </a:xfrm>
            <a:custGeom>
              <a:avLst/>
              <a:gdLst/>
              <a:ahLst/>
              <a:cxnLst>
                <a:cxn ang="0">
                  <a:pos x="939" y="16"/>
                </a:cxn>
                <a:cxn ang="0">
                  <a:pos x="888" y="45"/>
                </a:cxn>
                <a:cxn ang="0">
                  <a:pos x="837" y="74"/>
                </a:cxn>
                <a:cxn ang="0">
                  <a:pos x="785" y="100"/>
                </a:cxn>
                <a:cxn ang="0">
                  <a:pos x="731" y="124"/>
                </a:cxn>
                <a:cxn ang="0">
                  <a:pos x="677" y="148"/>
                </a:cxn>
                <a:cxn ang="0">
                  <a:pos x="620" y="168"/>
                </a:cxn>
                <a:cxn ang="0">
                  <a:pos x="564" y="188"/>
                </a:cxn>
                <a:cxn ang="0">
                  <a:pos x="504" y="204"/>
                </a:cxn>
                <a:cxn ang="0">
                  <a:pos x="444" y="217"/>
                </a:cxn>
                <a:cxn ang="0">
                  <a:pos x="382" y="228"/>
                </a:cxn>
                <a:cxn ang="0">
                  <a:pos x="317" y="236"/>
                </a:cxn>
                <a:cxn ang="0">
                  <a:pos x="251" y="242"/>
                </a:cxn>
                <a:cxn ang="0">
                  <a:pos x="182" y="243"/>
                </a:cxn>
                <a:cxn ang="0">
                  <a:pos x="111" y="240"/>
                </a:cxn>
                <a:cxn ang="0">
                  <a:pos x="38" y="235"/>
                </a:cxn>
                <a:cxn ang="0">
                  <a:pos x="0" y="243"/>
                </a:cxn>
                <a:cxn ang="0">
                  <a:pos x="74" y="250"/>
                </a:cxn>
                <a:cxn ang="0">
                  <a:pos x="147" y="254"/>
                </a:cxn>
                <a:cxn ang="0">
                  <a:pos x="218" y="254"/>
                </a:cxn>
                <a:cxn ang="0">
                  <a:pos x="285" y="251"/>
                </a:cxn>
                <a:cxn ang="0">
                  <a:pos x="351" y="244"/>
                </a:cxn>
                <a:cxn ang="0">
                  <a:pos x="415" y="236"/>
                </a:cxn>
                <a:cxn ang="0">
                  <a:pos x="477" y="224"/>
                </a:cxn>
                <a:cxn ang="0">
                  <a:pos x="538" y="209"/>
                </a:cxn>
                <a:cxn ang="0">
                  <a:pos x="595" y="191"/>
                </a:cxn>
                <a:cxn ang="0">
                  <a:pos x="654" y="170"/>
                </a:cxn>
                <a:cxn ang="0">
                  <a:pos x="708" y="148"/>
                </a:cxn>
                <a:cxn ang="0">
                  <a:pos x="764" y="123"/>
                </a:cxn>
                <a:cxn ang="0">
                  <a:pos x="816" y="97"/>
                </a:cxn>
                <a:cxn ang="0">
                  <a:pos x="868" y="69"/>
                </a:cxn>
                <a:cxn ang="0">
                  <a:pos x="919" y="41"/>
                </a:cxn>
                <a:cxn ang="0">
                  <a:pos x="971" y="10"/>
                </a:cxn>
              </a:cxnLst>
              <a:rect l="0" t="0" r="0" b="0"/>
              <a:pathLst>
                <a:path w="972" h="257">
                  <a:moveTo>
                    <a:pt x="963" y="0"/>
                  </a:moveTo>
                  <a:lnTo>
                    <a:pt x="939" y="16"/>
                  </a:lnTo>
                  <a:lnTo>
                    <a:pt x="914" y="30"/>
                  </a:lnTo>
                  <a:lnTo>
                    <a:pt x="888" y="45"/>
                  </a:lnTo>
                  <a:lnTo>
                    <a:pt x="863" y="59"/>
                  </a:lnTo>
                  <a:lnTo>
                    <a:pt x="837" y="74"/>
                  </a:lnTo>
                  <a:lnTo>
                    <a:pt x="811" y="86"/>
                  </a:lnTo>
                  <a:lnTo>
                    <a:pt x="785" y="100"/>
                  </a:lnTo>
                  <a:lnTo>
                    <a:pt x="758" y="112"/>
                  </a:lnTo>
                  <a:lnTo>
                    <a:pt x="731" y="124"/>
                  </a:lnTo>
                  <a:lnTo>
                    <a:pt x="705" y="137"/>
                  </a:lnTo>
                  <a:lnTo>
                    <a:pt x="677" y="148"/>
                  </a:lnTo>
                  <a:lnTo>
                    <a:pt x="649" y="159"/>
                  </a:lnTo>
                  <a:lnTo>
                    <a:pt x="620" y="168"/>
                  </a:lnTo>
                  <a:lnTo>
                    <a:pt x="593" y="178"/>
                  </a:lnTo>
                  <a:lnTo>
                    <a:pt x="564" y="188"/>
                  </a:lnTo>
                  <a:lnTo>
                    <a:pt x="533" y="196"/>
                  </a:lnTo>
                  <a:lnTo>
                    <a:pt x="504" y="204"/>
                  </a:lnTo>
                  <a:lnTo>
                    <a:pt x="474" y="212"/>
                  </a:lnTo>
                  <a:lnTo>
                    <a:pt x="444" y="217"/>
                  </a:lnTo>
                  <a:lnTo>
                    <a:pt x="414" y="224"/>
                  </a:lnTo>
                  <a:lnTo>
                    <a:pt x="382" y="228"/>
                  </a:lnTo>
                  <a:lnTo>
                    <a:pt x="350" y="233"/>
                  </a:lnTo>
                  <a:lnTo>
                    <a:pt x="317" y="236"/>
                  </a:lnTo>
                  <a:lnTo>
                    <a:pt x="284" y="239"/>
                  </a:lnTo>
                  <a:lnTo>
                    <a:pt x="251" y="242"/>
                  </a:lnTo>
                  <a:lnTo>
                    <a:pt x="216" y="242"/>
                  </a:lnTo>
                  <a:lnTo>
                    <a:pt x="182" y="243"/>
                  </a:lnTo>
                  <a:lnTo>
                    <a:pt x="147" y="242"/>
                  </a:lnTo>
                  <a:lnTo>
                    <a:pt x="111" y="240"/>
                  </a:lnTo>
                  <a:lnTo>
                    <a:pt x="76" y="237"/>
                  </a:lnTo>
                  <a:lnTo>
                    <a:pt x="38" y="235"/>
                  </a:lnTo>
                  <a:lnTo>
                    <a:pt x="1" y="230"/>
                  </a:lnTo>
                  <a:lnTo>
                    <a:pt x="0" y="243"/>
                  </a:lnTo>
                  <a:lnTo>
                    <a:pt x="37" y="247"/>
                  </a:lnTo>
                  <a:lnTo>
                    <a:pt x="74" y="250"/>
                  </a:lnTo>
                  <a:lnTo>
                    <a:pt x="111" y="253"/>
                  </a:lnTo>
                  <a:lnTo>
                    <a:pt x="147" y="254"/>
                  </a:lnTo>
                  <a:lnTo>
                    <a:pt x="182" y="256"/>
                  </a:lnTo>
                  <a:lnTo>
                    <a:pt x="218" y="254"/>
                  </a:lnTo>
                  <a:lnTo>
                    <a:pt x="251" y="254"/>
                  </a:lnTo>
                  <a:lnTo>
                    <a:pt x="285" y="251"/>
                  </a:lnTo>
                  <a:lnTo>
                    <a:pt x="319" y="248"/>
                  </a:lnTo>
                  <a:lnTo>
                    <a:pt x="351" y="244"/>
                  </a:lnTo>
                  <a:lnTo>
                    <a:pt x="383" y="240"/>
                  </a:lnTo>
                  <a:lnTo>
                    <a:pt x="415" y="236"/>
                  </a:lnTo>
                  <a:lnTo>
                    <a:pt x="447" y="229"/>
                  </a:lnTo>
                  <a:lnTo>
                    <a:pt x="477" y="224"/>
                  </a:lnTo>
                  <a:lnTo>
                    <a:pt x="507" y="215"/>
                  </a:lnTo>
                  <a:lnTo>
                    <a:pt x="538" y="209"/>
                  </a:lnTo>
                  <a:lnTo>
                    <a:pt x="566" y="199"/>
                  </a:lnTo>
                  <a:lnTo>
                    <a:pt x="595" y="191"/>
                  </a:lnTo>
                  <a:lnTo>
                    <a:pt x="625" y="181"/>
                  </a:lnTo>
                  <a:lnTo>
                    <a:pt x="654" y="170"/>
                  </a:lnTo>
                  <a:lnTo>
                    <a:pt x="681" y="159"/>
                  </a:lnTo>
                  <a:lnTo>
                    <a:pt x="708" y="148"/>
                  </a:lnTo>
                  <a:lnTo>
                    <a:pt x="736" y="136"/>
                  </a:lnTo>
                  <a:lnTo>
                    <a:pt x="764" y="123"/>
                  </a:lnTo>
                  <a:lnTo>
                    <a:pt x="790" y="111"/>
                  </a:lnTo>
                  <a:lnTo>
                    <a:pt x="816" y="97"/>
                  </a:lnTo>
                  <a:lnTo>
                    <a:pt x="842" y="85"/>
                  </a:lnTo>
                  <a:lnTo>
                    <a:pt x="868" y="69"/>
                  </a:lnTo>
                  <a:lnTo>
                    <a:pt x="895" y="56"/>
                  </a:lnTo>
                  <a:lnTo>
                    <a:pt x="919" y="41"/>
                  </a:lnTo>
                  <a:lnTo>
                    <a:pt x="946" y="25"/>
                  </a:lnTo>
                  <a:lnTo>
                    <a:pt x="971" y="10"/>
                  </a:lnTo>
                  <a:lnTo>
                    <a:pt x="963" y="0"/>
                  </a:lnTo>
                </a:path>
              </a:pathLst>
            </a:custGeom>
            <a:solidFill>
              <a:srgbClr val="FF6600"/>
            </a:solidFill>
            <a:ln w="12700">
              <a:noFill/>
            </a:ln>
          </p:spPr>
          <p:txBody>
            <a:bodyPr/>
            <a:lstStyle/>
            <a:p>
              <a:endParaRPr lang="zh-CN" altLang="en-US"/>
            </a:p>
          </p:txBody>
        </p:sp>
        <p:sp>
          <p:nvSpPr>
            <p:cNvPr id="43047" name="Freeform 380"/>
            <p:cNvSpPr/>
            <p:nvPr/>
          </p:nvSpPr>
          <p:spPr>
            <a:xfrm>
              <a:off x="3003" y="3258"/>
              <a:ext cx="1130" cy="146"/>
            </a:xfrm>
            <a:custGeom>
              <a:avLst/>
              <a:gdLst/>
              <a:ahLst/>
              <a:cxnLst>
                <a:cxn ang="0">
                  <a:pos x="0" y="83"/>
                </a:cxn>
                <a:cxn ang="0">
                  <a:pos x="92" y="104"/>
                </a:cxn>
                <a:cxn ang="0">
                  <a:pos x="180" y="119"/>
                </a:cxn>
                <a:cxn ang="0">
                  <a:pos x="264" y="131"/>
                </a:cxn>
                <a:cxn ang="0">
                  <a:pos x="345" y="139"/>
                </a:cxn>
                <a:cxn ang="0">
                  <a:pos x="424" y="145"/>
                </a:cxn>
                <a:cxn ang="0">
                  <a:pos x="499" y="145"/>
                </a:cxn>
                <a:cxn ang="0">
                  <a:pos x="572" y="143"/>
                </a:cxn>
                <a:cxn ang="0">
                  <a:pos x="642" y="138"/>
                </a:cxn>
                <a:cxn ang="0">
                  <a:pos x="709" y="129"/>
                </a:cxn>
                <a:cxn ang="0">
                  <a:pos x="775" y="120"/>
                </a:cxn>
                <a:cxn ang="0">
                  <a:pos x="839" y="106"/>
                </a:cxn>
                <a:cxn ang="0">
                  <a:pos x="900" y="91"/>
                </a:cxn>
                <a:cxn ang="0">
                  <a:pos x="959" y="73"/>
                </a:cxn>
                <a:cxn ang="0">
                  <a:pos x="1018" y="54"/>
                </a:cxn>
                <a:cxn ang="0">
                  <a:pos x="1074" y="33"/>
                </a:cxn>
                <a:cxn ang="0">
                  <a:pos x="1129" y="10"/>
                </a:cxn>
                <a:cxn ang="0">
                  <a:pos x="1097" y="10"/>
                </a:cxn>
                <a:cxn ang="0">
                  <a:pos x="1042" y="33"/>
                </a:cxn>
                <a:cxn ang="0">
                  <a:pos x="985" y="53"/>
                </a:cxn>
                <a:cxn ang="0">
                  <a:pos x="926" y="71"/>
                </a:cxn>
                <a:cxn ang="0">
                  <a:pos x="867" y="87"/>
                </a:cxn>
                <a:cxn ang="0">
                  <a:pos x="805" y="101"/>
                </a:cxn>
                <a:cxn ang="0">
                  <a:pos x="742" y="113"/>
                </a:cxn>
                <a:cxn ang="0">
                  <a:pos x="675" y="123"/>
                </a:cxn>
                <a:cxn ang="0">
                  <a:pos x="606" y="128"/>
                </a:cxn>
                <a:cxn ang="0">
                  <a:pos x="536" y="132"/>
                </a:cxn>
                <a:cxn ang="0">
                  <a:pos x="463" y="132"/>
                </a:cxn>
                <a:cxn ang="0">
                  <a:pos x="386" y="129"/>
                </a:cxn>
                <a:cxn ang="0">
                  <a:pos x="306" y="124"/>
                </a:cxn>
                <a:cxn ang="0">
                  <a:pos x="224" y="113"/>
                </a:cxn>
                <a:cxn ang="0">
                  <a:pos x="139" y="99"/>
                </a:cxn>
                <a:cxn ang="0">
                  <a:pos x="48" y="82"/>
                </a:cxn>
                <a:cxn ang="0">
                  <a:pos x="0" y="83"/>
                </a:cxn>
              </a:cxnLst>
              <a:rect l="0" t="0" r="0" b="0"/>
              <a:pathLst>
                <a:path w="1130" h="146">
                  <a:moveTo>
                    <a:pt x="3" y="71"/>
                  </a:moveTo>
                  <a:lnTo>
                    <a:pt x="0" y="83"/>
                  </a:lnTo>
                  <a:lnTo>
                    <a:pt x="46" y="94"/>
                  </a:lnTo>
                  <a:lnTo>
                    <a:pt x="92" y="104"/>
                  </a:lnTo>
                  <a:lnTo>
                    <a:pt x="136" y="112"/>
                  </a:lnTo>
                  <a:lnTo>
                    <a:pt x="180" y="119"/>
                  </a:lnTo>
                  <a:lnTo>
                    <a:pt x="223" y="126"/>
                  </a:lnTo>
                  <a:lnTo>
                    <a:pt x="264" y="131"/>
                  </a:lnTo>
                  <a:lnTo>
                    <a:pt x="306" y="135"/>
                  </a:lnTo>
                  <a:lnTo>
                    <a:pt x="345" y="139"/>
                  </a:lnTo>
                  <a:lnTo>
                    <a:pt x="386" y="142"/>
                  </a:lnTo>
                  <a:lnTo>
                    <a:pt x="424" y="145"/>
                  </a:lnTo>
                  <a:lnTo>
                    <a:pt x="461" y="145"/>
                  </a:lnTo>
                  <a:lnTo>
                    <a:pt x="499" y="145"/>
                  </a:lnTo>
                  <a:lnTo>
                    <a:pt x="536" y="145"/>
                  </a:lnTo>
                  <a:lnTo>
                    <a:pt x="572" y="143"/>
                  </a:lnTo>
                  <a:lnTo>
                    <a:pt x="608" y="141"/>
                  </a:lnTo>
                  <a:lnTo>
                    <a:pt x="642" y="138"/>
                  </a:lnTo>
                  <a:lnTo>
                    <a:pt x="677" y="135"/>
                  </a:lnTo>
                  <a:lnTo>
                    <a:pt x="709" y="129"/>
                  </a:lnTo>
                  <a:lnTo>
                    <a:pt x="742" y="126"/>
                  </a:lnTo>
                  <a:lnTo>
                    <a:pt x="775" y="120"/>
                  </a:lnTo>
                  <a:lnTo>
                    <a:pt x="807" y="113"/>
                  </a:lnTo>
                  <a:lnTo>
                    <a:pt x="839" y="106"/>
                  </a:lnTo>
                  <a:lnTo>
                    <a:pt x="870" y="99"/>
                  </a:lnTo>
                  <a:lnTo>
                    <a:pt x="900" y="91"/>
                  </a:lnTo>
                  <a:lnTo>
                    <a:pt x="930" y="83"/>
                  </a:lnTo>
                  <a:lnTo>
                    <a:pt x="959" y="73"/>
                  </a:lnTo>
                  <a:lnTo>
                    <a:pt x="989" y="64"/>
                  </a:lnTo>
                  <a:lnTo>
                    <a:pt x="1018" y="54"/>
                  </a:lnTo>
                  <a:lnTo>
                    <a:pt x="1046" y="43"/>
                  </a:lnTo>
                  <a:lnTo>
                    <a:pt x="1074" y="33"/>
                  </a:lnTo>
                  <a:lnTo>
                    <a:pt x="1103" y="22"/>
                  </a:lnTo>
                  <a:lnTo>
                    <a:pt x="1129" y="10"/>
                  </a:lnTo>
                  <a:lnTo>
                    <a:pt x="1125" y="0"/>
                  </a:lnTo>
                  <a:lnTo>
                    <a:pt x="1097" y="10"/>
                  </a:lnTo>
                  <a:lnTo>
                    <a:pt x="1069" y="22"/>
                  </a:lnTo>
                  <a:lnTo>
                    <a:pt x="1042" y="33"/>
                  </a:lnTo>
                  <a:lnTo>
                    <a:pt x="1013" y="42"/>
                  </a:lnTo>
                  <a:lnTo>
                    <a:pt x="985" y="53"/>
                  </a:lnTo>
                  <a:lnTo>
                    <a:pt x="956" y="63"/>
                  </a:lnTo>
                  <a:lnTo>
                    <a:pt x="926" y="71"/>
                  </a:lnTo>
                  <a:lnTo>
                    <a:pt x="897" y="79"/>
                  </a:lnTo>
                  <a:lnTo>
                    <a:pt x="867" y="87"/>
                  </a:lnTo>
                  <a:lnTo>
                    <a:pt x="837" y="94"/>
                  </a:lnTo>
                  <a:lnTo>
                    <a:pt x="805" y="101"/>
                  </a:lnTo>
                  <a:lnTo>
                    <a:pt x="773" y="108"/>
                  </a:lnTo>
                  <a:lnTo>
                    <a:pt x="742" y="113"/>
                  </a:lnTo>
                  <a:lnTo>
                    <a:pt x="708" y="119"/>
                  </a:lnTo>
                  <a:lnTo>
                    <a:pt x="675" y="123"/>
                  </a:lnTo>
                  <a:lnTo>
                    <a:pt x="641" y="126"/>
                  </a:lnTo>
                  <a:lnTo>
                    <a:pt x="606" y="128"/>
                  </a:lnTo>
                  <a:lnTo>
                    <a:pt x="572" y="131"/>
                  </a:lnTo>
                  <a:lnTo>
                    <a:pt x="536" y="132"/>
                  </a:lnTo>
                  <a:lnTo>
                    <a:pt x="499" y="132"/>
                  </a:lnTo>
                  <a:lnTo>
                    <a:pt x="463" y="132"/>
                  </a:lnTo>
                  <a:lnTo>
                    <a:pt x="424" y="132"/>
                  </a:lnTo>
                  <a:lnTo>
                    <a:pt x="386" y="129"/>
                  </a:lnTo>
                  <a:lnTo>
                    <a:pt x="347" y="127"/>
                  </a:lnTo>
                  <a:lnTo>
                    <a:pt x="306" y="124"/>
                  </a:lnTo>
                  <a:lnTo>
                    <a:pt x="265" y="119"/>
                  </a:lnTo>
                  <a:lnTo>
                    <a:pt x="224" y="113"/>
                  </a:lnTo>
                  <a:lnTo>
                    <a:pt x="181" y="106"/>
                  </a:lnTo>
                  <a:lnTo>
                    <a:pt x="139" y="99"/>
                  </a:lnTo>
                  <a:lnTo>
                    <a:pt x="95" y="91"/>
                  </a:lnTo>
                  <a:lnTo>
                    <a:pt x="48" y="82"/>
                  </a:lnTo>
                  <a:lnTo>
                    <a:pt x="3" y="71"/>
                  </a:lnTo>
                  <a:lnTo>
                    <a:pt x="0" y="83"/>
                  </a:lnTo>
                  <a:lnTo>
                    <a:pt x="3" y="71"/>
                  </a:lnTo>
                </a:path>
              </a:pathLst>
            </a:custGeom>
            <a:solidFill>
              <a:srgbClr val="FF6600"/>
            </a:solidFill>
            <a:ln w="12700">
              <a:noFill/>
            </a:ln>
          </p:spPr>
          <p:txBody>
            <a:bodyPr/>
            <a:lstStyle/>
            <a:p>
              <a:endParaRPr lang="zh-CN" altLang="en-US"/>
            </a:p>
          </p:txBody>
        </p:sp>
        <p:sp>
          <p:nvSpPr>
            <p:cNvPr id="43048" name="Freeform 381"/>
            <p:cNvSpPr/>
            <p:nvPr/>
          </p:nvSpPr>
          <p:spPr>
            <a:xfrm>
              <a:off x="3003" y="3329"/>
              <a:ext cx="1147" cy="140"/>
            </a:xfrm>
            <a:custGeom>
              <a:avLst/>
              <a:gdLst/>
              <a:ahLst/>
              <a:cxnLst>
                <a:cxn ang="0">
                  <a:pos x="1106" y="63"/>
                </a:cxn>
                <a:cxn ang="0">
                  <a:pos x="1034" y="81"/>
                </a:cxn>
                <a:cxn ang="0">
                  <a:pos x="962" y="96"/>
                </a:cxn>
                <a:cxn ang="0">
                  <a:pos x="890" y="108"/>
                </a:cxn>
                <a:cxn ang="0">
                  <a:pos x="819" y="118"/>
                </a:cxn>
                <a:cxn ang="0">
                  <a:pos x="747" y="123"/>
                </a:cxn>
                <a:cxn ang="0">
                  <a:pos x="676" y="126"/>
                </a:cxn>
                <a:cxn ang="0">
                  <a:pos x="605" y="125"/>
                </a:cxn>
                <a:cxn ang="0">
                  <a:pos x="533" y="122"/>
                </a:cxn>
                <a:cxn ang="0">
                  <a:pos x="463" y="115"/>
                </a:cxn>
                <a:cxn ang="0">
                  <a:pos x="391" y="105"/>
                </a:cxn>
                <a:cxn ang="0">
                  <a:pos x="321" y="93"/>
                </a:cxn>
                <a:cxn ang="0">
                  <a:pos x="250" y="77"/>
                </a:cxn>
                <a:cxn ang="0">
                  <a:pos x="180" y="59"/>
                </a:cxn>
                <a:cxn ang="0">
                  <a:pos x="110" y="37"/>
                </a:cxn>
                <a:cxn ang="0">
                  <a:pos x="39" y="13"/>
                </a:cxn>
                <a:cxn ang="0">
                  <a:pos x="0" y="12"/>
                </a:cxn>
                <a:cxn ang="0">
                  <a:pos x="69" y="37"/>
                </a:cxn>
                <a:cxn ang="0">
                  <a:pos x="141" y="60"/>
                </a:cxn>
                <a:cxn ang="0">
                  <a:pos x="211" y="81"/>
                </a:cxn>
                <a:cxn ang="0">
                  <a:pos x="283" y="97"/>
                </a:cxn>
                <a:cxn ang="0">
                  <a:pos x="354" y="111"/>
                </a:cxn>
                <a:cxn ang="0">
                  <a:pos x="425" y="122"/>
                </a:cxn>
                <a:cxn ang="0">
                  <a:pos x="498" y="131"/>
                </a:cxn>
                <a:cxn ang="0">
                  <a:pos x="569" y="136"/>
                </a:cxn>
                <a:cxn ang="0">
                  <a:pos x="641" y="139"/>
                </a:cxn>
                <a:cxn ang="0">
                  <a:pos x="712" y="137"/>
                </a:cxn>
                <a:cxn ang="0">
                  <a:pos x="784" y="133"/>
                </a:cxn>
                <a:cxn ang="0">
                  <a:pos x="856" y="126"/>
                </a:cxn>
                <a:cxn ang="0">
                  <a:pos x="928" y="115"/>
                </a:cxn>
                <a:cxn ang="0">
                  <a:pos x="1001" y="101"/>
                </a:cxn>
                <a:cxn ang="0">
                  <a:pos x="1073" y="85"/>
                </a:cxn>
                <a:cxn ang="0">
                  <a:pos x="1146" y="64"/>
                </a:cxn>
              </a:cxnLst>
              <a:rect l="0" t="0" r="0" b="0"/>
              <a:pathLst>
                <a:path w="1147" h="140">
                  <a:moveTo>
                    <a:pt x="1142" y="52"/>
                  </a:moveTo>
                  <a:lnTo>
                    <a:pt x="1106" y="63"/>
                  </a:lnTo>
                  <a:lnTo>
                    <a:pt x="1070" y="72"/>
                  </a:lnTo>
                  <a:lnTo>
                    <a:pt x="1034" y="81"/>
                  </a:lnTo>
                  <a:lnTo>
                    <a:pt x="998" y="89"/>
                  </a:lnTo>
                  <a:lnTo>
                    <a:pt x="962" y="96"/>
                  </a:lnTo>
                  <a:lnTo>
                    <a:pt x="926" y="102"/>
                  </a:lnTo>
                  <a:lnTo>
                    <a:pt x="890" y="108"/>
                  </a:lnTo>
                  <a:lnTo>
                    <a:pt x="855" y="114"/>
                  </a:lnTo>
                  <a:lnTo>
                    <a:pt x="819" y="118"/>
                  </a:lnTo>
                  <a:lnTo>
                    <a:pt x="783" y="120"/>
                  </a:lnTo>
                  <a:lnTo>
                    <a:pt x="747" y="123"/>
                  </a:lnTo>
                  <a:lnTo>
                    <a:pt x="711" y="125"/>
                  </a:lnTo>
                  <a:lnTo>
                    <a:pt x="676" y="126"/>
                  </a:lnTo>
                  <a:lnTo>
                    <a:pt x="641" y="126"/>
                  </a:lnTo>
                  <a:lnTo>
                    <a:pt x="605" y="125"/>
                  </a:lnTo>
                  <a:lnTo>
                    <a:pt x="569" y="123"/>
                  </a:lnTo>
                  <a:lnTo>
                    <a:pt x="533" y="122"/>
                  </a:lnTo>
                  <a:lnTo>
                    <a:pt x="498" y="118"/>
                  </a:lnTo>
                  <a:lnTo>
                    <a:pt x="463" y="115"/>
                  </a:lnTo>
                  <a:lnTo>
                    <a:pt x="427" y="110"/>
                  </a:lnTo>
                  <a:lnTo>
                    <a:pt x="391" y="105"/>
                  </a:lnTo>
                  <a:lnTo>
                    <a:pt x="356" y="99"/>
                  </a:lnTo>
                  <a:lnTo>
                    <a:pt x="321" y="93"/>
                  </a:lnTo>
                  <a:lnTo>
                    <a:pt x="286" y="85"/>
                  </a:lnTo>
                  <a:lnTo>
                    <a:pt x="250" y="77"/>
                  </a:lnTo>
                  <a:lnTo>
                    <a:pt x="214" y="69"/>
                  </a:lnTo>
                  <a:lnTo>
                    <a:pt x="180" y="59"/>
                  </a:lnTo>
                  <a:lnTo>
                    <a:pt x="144" y="48"/>
                  </a:lnTo>
                  <a:lnTo>
                    <a:pt x="110" y="37"/>
                  </a:lnTo>
                  <a:lnTo>
                    <a:pt x="74" y="26"/>
                  </a:lnTo>
                  <a:lnTo>
                    <a:pt x="39" y="13"/>
                  </a:lnTo>
                  <a:lnTo>
                    <a:pt x="3" y="0"/>
                  </a:lnTo>
                  <a:lnTo>
                    <a:pt x="0" y="12"/>
                  </a:lnTo>
                  <a:lnTo>
                    <a:pt x="35" y="25"/>
                  </a:lnTo>
                  <a:lnTo>
                    <a:pt x="69" y="37"/>
                  </a:lnTo>
                  <a:lnTo>
                    <a:pt x="105" y="49"/>
                  </a:lnTo>
                  <a:lnTo>
                    <a:pt x="141" y="60"/>
                  </a:lnTo>
                  <a:lnTo>
                    <a:pt x="176" y="72"/>
                  </a:lnTo>
                  <a:lnTo>
                    <a:pt x="211" y="81"/>
                  </a:lnTo>
                  <a:lnTo>
                    <a:pt x="247" y="89"/>
                  </a:lnTo>
                  <a:lnTo>
                    <a:pt x="283" y="97"/>
                  </a:lnTo>
                  <a:lnTo>
                    <a:pt x="318" y="104"/>
                  </a:lnTo>
                  <a:lnTo>
                    <a:pt x="354" y="111"/>
                  </a:lnTo>
                  <a:lnTo>
                    <a:pt x="389" y="118"/>
                  </a:lnTo>
                  <a:lnTo>
                    <a:pt x="425" y="122"/>
                  </a:lnTo>
                  <a:lnTo>
                    <a:pt x="462" y="128"/>
                  </a:lnTo>
                  <a:lnTo>
                    <a:pt x="498" y="131"/>
                  </a:lnTo>
                  <a:lnTo>
                    <a:pt x="533" y="134"/>
                  </a:lnTo>
                  <a:lnTo>
                    <a:pt x="569" y="136"/>
                  </a:lnTo>
                  <a:lnTo>
                    <a:pt x="605" y="137"/>
                  </a:lnTo>
                  <a:lnTo>
                    <a:pt x="641" y="139"/>
                  </a:lnTo>
                  <a:lnTo>
                    <a:pt x="677" y="139"/>
                  </a:lnTo>
                  <a:lnTo>
                    <a:pt x="712" y="137"/>
                  </a:lnTo>
                  <a:lnTo>
                    <a:pt x="748" y="136"/>
                  </a:lnTo>
                  <a:lnTo>
                    <a:pt x="784" y="133"/>
                  </a:lnTo>
                  <a:lnTo>
                    <a:pt x="820" y="131"/>
                  </a:lnTo>
                  <a:lnTo>
                    <a:pt x="856" y="126"/>
                  </a:lnTo>
                  <a:lnTo>
                    <a:pt x="892" y="120"/>
                  </a:lnTo>
                  <a:lnTo>
                    <a:pt x="928" y="115"/>
                  </a:lnTo>
                  <a:lnTo>
                    <a:pt x="965" y="108"/>
                  </a:lnTo>
                  <a:lnTo>
                    <a:pt x="1001" y="101"/>
                  </a:lnTo>
                  <a:lnTo>
                    <a:pt x="1037" y="93"/>
                  </a:lnTo>
                  <a:lnTo>
                    <a:pt x="1073" y="85"/>
                  </a:lnTo>
                  <a:lnTo>
                    <a:pt x="1110" y="74"/>
                  </a:lnTo>
                  <a:lnTo>
                    <a:pt x="1146" y="64"/>
                  </a:lnTo>
                  <a:lnTo>
                    <a:pt x="1142" y="52"/>
                  </a:lnTo>
                </a:path>
              </a:pathLst>
            </a:custGeom>
            <a:solidFill>
              <a:srgbClr val="FF6600"/>
            </a:solidFill>
            <a:ln w="12700">
              <a:noFill/>
            </a:ln>
          </p:spPr>
          <p:txBody>
            <a:bodyPr/>
            <a:lstStyle/>
            <a:p>
              <a:endParaRPr lang="zh-CN" altLang="en-US"/>
            </a:p>
          </p:txBody>
        </p:sp>
        <p:sp>
          <p:nvSpPr>
            <p:cNvPr id="43049" name="Freeform 382"/>
            <p:cNvSpPr/>
            <p:nvPr/>
          </p:nvSpPr>
          <p:spPr>
            <a:xfrm>
              <a:off x="2998" y="3335"/>
              <a:ext cx="290" cy="141"/>
            </a:xfrm>
            <a:custGeom>
              <a:avLst/>
              <a:gdLst/>
              <a:ahLst/>
              <a:cxnLst>
                <a:cxn ang="0">
                  <a:pos x="7" y="0"/>
                </a:cxn>
                <a:cxn ang="0">
                  <a:pos x="1" y="10"/>
                </a:cxn>
                <a:cxn ang="0">
                  <a:pos x="283" y="140"/>
                </a:cxn>
                <a:cxn ang="0">
                  <a:pos x="289" y="127"/>
                </a:cxn>
                <a:cxn ang="0">
                  <a:pos x="6" y="0"/>
                </a:cxn>
                <a:cxn ang="0">
                  <a:pos x="0" y="9"/>
                </a:cxn>
                <a:cxn ang="0">
                  <a:pos x="7" y="0"/>
                </a:cxn>
              </a:cxnLst>
              <a:rect l="0" t="0" r="0" b="0"/>
              <a:pathLst>
                <a:path w="290" h="141">
                  <a:moveTo>
                    <a:pt x="7" y="0"/>
                  </a:moveTo>
                  <a:lnTo>
                    <a:pt x="1" y="10"/>
                  </a:lnTo>
                  <a:lnTo>
                    <a:pt x="283" y="140"/>
                  </a:lnTo>
                  <a:lnTo>
                    <a:pt x="289" y="127"/>
                  </a:lnTo>
                  <a:lnTo>
                    <a:pt x="6" y="0"/>
                  </a:lnTo>
                  <a:lnTo>
                    <a:pt x="0" y="9"/>
                  </a:lnTo>
                  <a:lnTo>
                    <a:pt x="7" y="0"/>
                  </a:lnTo>
                </a:path>
              </a:pathLst>
            </a:custGeom>
            <a:solidFill>
              <a:srgbClr val="FF6600"/>
            </a:solidFill>
            <a:ln w="12700">
              <a:noFill/>
            </a:ln>
          </p:spPr>
          <p:txBody>
            <a:bodyPr/>
            <a:lstStyle/>
            <a:p>
              <a:endParaRPr lang="zh-CN" altLang="en-US"/>
            </a:p>
          </p:txBody>
        </p:sp>
        <p:sp>
          <p:nvSpPr>
            <p:cNvPr id="43050" name="Freeform 383"/>
            <p:cNvSpPr/>
            <p:nvPr/>
          </p:nvSpPr>
          <p:spPr>
            <a:xfrm>
              <a:off x="2998" y="3335"/>
              <a:ext cx="94" cy="87"/>
            </a:xfrm>
            <a:custGeom>
              <a:avLst/>
              <a:gdLst/>
              <a:ahLst/>
              <a:cxnLst>
                <a:cxn ang="0">
                  <a:pos x="88" y="81"/>
                </a:cxn>
                <a:cxn ang="0">
                  <a:pos x="93" y="76"/>
                </a:cxn>
                <a:cxn ang="0">
                  <a:pos x="7" y="0"/>
                </a:cxn>
                <a:cxn ang="0">
                  <a:pos x="0" y="9"/>
                </a:cxn>
                <a:cxn ang="0">
                  <a:pos x="85" y="86"/>
                </a:cxn>
                <a:cxn ang="0">
                  <a:pos x="88" y="81"/>
                </a:cxn>
              </a:cxnLst>
              <a:rect l="0" t="0" r="0" b="0"/>
              <a:pathLst>
                <a:path w="94" h="87">
                  <a:moveTo>
                    <a:pt x="88" y="81"/>
                  </a:moveTo>
                  <a:lnTo>
                    <a:pt x="93" y="76"/>
                  </a:lnTo>
                  <a:lnTo>
                    <a:pt x="7" y="0"/>
                  </a:lnTo>
                  <a:lnTo>
                    <a:pt x="0" y="9"/>
                  </a:lnTo>
                  <a:lnTo>
                    <a:pt x="85" y="86"/>
                  </a:lnTo>
                  <a:lnTo>
                    <a:pt x="88" y="81"/>
                  </a:lnTo>
                </a:path>
              </a:pathLst>
            </a:custGeom>
            <a:solidFill>
              <a:srgbClr val="FF6600"/>
            </a:solidFill>
            <a:ln w="12700">
              <a:noFill/>
            </a:ln>
          </p:spPr>
          <p:txBody>
            <a:bodyPr/>
            <a:lstStyle/>
            <a:p>
              <a:endParaRPr lang="zh-CN" altLang="en-US"/>
            </a:p>
          </p:txBody>
        </p:sp>
        <p:sp>
          <p:nvSpPr>
            <p:cNvPr id="43051" name="Freeform 384"/>
            <p:cNvSpPr/>
            <p:nvPr/>
          </p:nvSpPr>
          <p:spPr>
            <a:xfrm>
              <a:off x="2977" y="3343"/>
              <a:ext cx="27" cy="42"/>
            </a:xfrm>
            <a:custGeom>
              <a:avLst/>
              <a:gdLst/>
              <a:ahLst/>
              <a:cxnLst>
                <a:cxn ang="0">
                  <a:pos x="5" y="38"/>
                </a:cxn>
                <a:cxn ang="0">
                  <a:pos x="10" y="41"/>
                </a:cxn>
                <a:cxn ang="0">
                  <a:pos x="26" y="5"/>
                </a:cxn>
                <a:cxn ang="0">
                  <a:pos x="14" y="0"/>
                </a:cxn>
                <a:cxn ang="0">
                  <a:pos x="0" y="35"/>
                </a:cxn>
                <a:cxn ang="0">
                  <a:pos x="5" y="38"/>
                </a:cxn>
              </a:cxnLst>
              <a:rect l="0" t="0" r="0" b="0"/>
              <a:pathLst>
                <a:path w="27" h="42">
                  <a:moveTo>
                    <a:pt x="5" y="38"/>
                  </a:moveTo>
                  <a:lnTo>
                    <a:pt x="10" y="41"/>
                  </a:lnTo>
                  <a:lnTo>
                    <a:pt x="26" y="5"/>
                  </a:lnTo>
                  <a:lnTo>
                    <a:pt x="14" y="0"/>
                  </a:lnTo>
                  <a:lnTo>
                    <a:pt x="0" y="35"/>
                  </a:lnTo>
                  <a:lnTo>
                    <a:pt x="5" y="38"/>
                  </a:lnTo>
                </a:path>
              </a:pathLst>
            </a:custGeom>
            <a:solidFill>
              <a:srgbClr val="FF6600"/>
            </a:solidFill>
            <a:ln w="12700">
              <a:noFill/>
            </a:ln>
          </p:spPr>
          <p:txBody>
            <a:bodyPr/>
            <a:lstStyle/>
            <a:p>
              <a:endParaRPr lang="zh-CN" altLang="en-US"/>
            </a:p>
          </p:txBody>
        </p:sp>
        <p:sp>
          <p:nvSpPr>
            <p:cNvPr id="43052" name="Freeform 385"/>
            <p:cNvSpPr/>
            <p:nvPr/>
          </p:nvSpPr>
          <p:spPr>
            <a:xfrm>
              <a:off x="2686" y="2909"/>
              <a:ext cx="871" cy="387"/>
            </a:xfrm>
            <a:custGeom>
              <a:avLst/>
              <a:gdLst/>
              <a:ahLst/>
              <a:cxnLst>
                <a:cxn ang="0">
                  <a:pos x="870" y="375"/>
                </a:cxn>
                <a:cxn ang="0">
                  <a:pos x="868" y="375"/>
                </a:cxn>
                <a:cxn ang="0">
                  <a:pos x="818" y="339"/>
                </a:cxn>
                <a:cxn ang="0">
                  <a:pos x="768" y="303"/>
                </a:cxn>
                <a:cxn ang="0">
                  <a:pos x="717" y="271"/>
                </a:cxn>
                <a:cxn ang="0">
                  <a:pos x="664" y="240"/>
                </a:cxn>
                <a:cxn ang="0">
                  <a:pos x="612" y="212"/>
                </a:cxn>
                <a:cxn ang="0">
                  <a:pos x="558" y="186"/>
                </a:cxn>
                <a:cxn ang="0">
                  <a:pos x="504" y="160"/>
                </a:cxn>
                <a:cxn ang="0">
                  <a:pos x="449" y="137"/>
                </a:cxn>
                <a:cxn ang="0">
                  <a:pos x="396" y="115"/>
                </a:cxn>
                <a:cxn ang="0">
                  <a:pos x="340" y="95"/>
                </a:cxn>
                <a:cxn ang="0">
                  <a:pos x="284" y="77"/>
                </a:cxn>
                <a:cxn ang="0">
                  <a:pos x="229" y="59"/>
                </a:cxn>
                <a:cxn ang="0">
                  <a:pos x="172" y="42"/>
                </a:cxn>
                <a:cxn ang="0">
                  <a:pos x="115" y="27"/>
                </a:cxn>
                <a:cxn ang="0">
                  <a:pos x="59" y="13"/>
                </a:cxn>
                <a:cxn ang="0">
                  <a:pos x="2" y="0"/>
                </a:cxn>
                <a:cxn ang="0">
                  <a:pos x="0" y="10"/>
                </a:cxn>
                <a:cxn ang="0">
                  <a:pos x="56" y="24"/>
                </a:cxn>
                <a:cxn ang="0">
                  <a:pos x="113" y="39"/>
                </a:cxn>
                <a:cxn ang="0">
                  <a:pos x="169" y="54"/>
                </a:cxn>
                <a:cxn ang="0">
                  <a:pos x="224" y="71"/>
                </a:cxn>
                <a:cxn ang="0">
                  <a:pos x="281" y="88"/>
                </a:cxn>
                <a:cxn ang="0">
                  <a:pos x="336" y="107"/>
                </a:cxn>
                <a:cxn ang="0">
                  <a:pos x="391" y="126"/>
                </a:cxn>
                <a:cxn ang="0">
                  <a:pos x="445" y="148"/>
                </a:cxn>
                <a:cxn ang="0">
                  <a:pos x="499" y="172"/>
                </a:cxn>
                <a:cxn ang="0">
                  <a:pos x="553" y="196"/>
                </a:cxn>
                <a:cxn ang="0">
                  <a:pos x="605" y="222"/>
                </a:cxn>
                <a:cxn ang="0">
                  <a:pos x="657" y="250"/>
                </a:cxn>
                <a:cxn ang="0">
                  <a:pos x="710" y="280"/>
                </a:cxn>
                <a:cxn ang="0">
                  <a:pos x="761" y="313"/>
                </a:cxn>
                <a:cxn ang="0">
                  <a:pos x="812" y="348"/>
                </a:cxn>
                <a:cxn ang="0">
                  <a:pos x="862" y="386"/>
                </a:cxn>
                <a:cxn ang="0">
                  <a:pos x="870" y="375"/>
                </a:cxn>
              </a:cxnLst>
              <a:rect l="0" t="0" r="0" b="0"/>
              <a:pathLst>
                <a:path w="871" h="387">
                  <a:moveTo>
                    <a:pt x="870" y="375"/>
                  </a:moveTo>
                  <a:lnTo>
                    <a:pt x="868" y="375"/>
                  </a:lnTo>
                  <a:lnTo>
                    <a:pt x="818" y="339"/>
                  </a:lnTo>
                  <a:lnTo>
                    <a:pt x="768" y="303"/>
                  </a:lnTo>
                  <a:lnTo>
                    <a:pt x="717" y="271"/>
                  </a:lnTo>
                  <a:lnTo>
                    <a:pt x="664" y="240"/>
                  </a:lnTo>
                  <a:lnTo>
                    <a:pt x="612" y="212"/>
                  </a:lnTo>
                  <a:lnTo>
                    <a:pt x="558" y="186"/>
                  </a:lnTo>
                  <a:lnTo>
                    <a:pt x="504" y="160"/>
                  </a:lnTo>
                  <a:lnTo>
                    <a:pt x="449" y="137"/>
                  </a:lnTo>
                  <a:lnTo>
                    <a:pt x="396" y="115"/>
                  </a:lnTo>
                  <a:lnTo>
                    <a:pt x="340" y="95"/>
                  </a:lnTo>
                  <a:lnTo>
                    <a:pt x="284" y="77"/>
                  </a:lnTo>
                  <a:lnTo>
                    <a:pt x="229" y="59"/>
                  </a:lnTo>
                  <a:lnTo>
                    <a:pt x="172" y="42"/>
                  </a:lnTo>
                  <a:lnTo>
                    <a:pt x="115" y="27"/>
                  </a:lnTo>
                  <a:lnTo>
                    <a:pt x="59" y="13"/>
                  </a:lnTo>
                  <a:lnTo>
                    <a:pt x="2" y="0"/>
                  </a:lnTo>
                  <a:lnTo>
                    <a:pt x="0" y="10"/>
                  </a:lnTo>
                  <a:lnTo>
                    <a:pt x="56" y="24"/>
                  </a:lnTo>
                  <a:lnTo>
                    <a:pt x="113" y="39"/>
                  </a:lnTo>
                  <a:lnTo>
                    <a:pt x="169" y="54"/>
                  </a:lnTo>
                  <a:lnTo>
                    <a:pt x="224" y="71"/>
                  </a:lnTo>
                  <a:lnTo>
                    <a:pt x="281" y="88"/>
                  </a:lnTo>
                  <a:lnTo>
                    <a:pt x="336" y="107"/>
                  </a:lnTo>
                  <a:lnTo>
                    <a:pt x="391" y="126"/>
                  </a:lnTo>
                  <a:lnTo>
                    <a:pt x="445" y="148"/>
                  </a:lnTo>
                  <a:lnTo>
                    <a:pt x="499" y="172"/>
                  </a:lnTo>
                  <a:lnTo>
                    <a:pt x="553" y="196"/>
                  </a:lnTo>
                  <a:lnTo>
                    <a:pt x="605" y="222"/>
                  </a:lnTo>
                  <a:lnTo>
                    <a:pt x="657" y="250"/>
                  </a:lnTo>
                  <a:lnTo>
                    <a:pt x="710" y="280"/>
                  </a:lnTo>
                  <a:lnTo>
                    <a:pt x="761" y="313"/>
                  </a:lnTo>
                  <a:lnTo>
                    <a:pt x="812" y="348"/>
                  </a:lnTo>
                  <a:lnTo>
                    <a:pt x="862" y="386"/>
                  </a:lnTo>
                  <a:lnTo>
                    <a:pt x="870" y="375"/>
                  </a:lnTo>
                </a:path>
              </a:pathLst>
            </a:custGeom>
            <a:solidFill>
              <a:srgbClr val="FF6600"/>
            </a:solidFill>
            <a:ln w="12700">
              <a:noFill/>
            </a:ln>
          </p:spPr>
          <p:txBody>
            <a:bodyPr/>
            <a:lstStyle/>
            <a:p>
              <a:endParaRPr lang="zh-CN" altLang="en-US"/>
            </a:p>
          </p:txBody>
        </p:sp>
        <p:sp>
          <p:nvSpPr>
            <p:cNvPr id="43053" name="Freeform 386"/>
            <p:cNvSpPr/>
            <p:nvPr/>
          </p:nvSpPr>
          <p:spPr>
            <a:xfrm>
              <a:off x="3547" y="3285"/>
              <a:ext cx="135" cy="214"/>
            </a:xfrm>
            <a:custGeom>
              <a:avLst/>
              <a:gdLst/>
              <a:ahLst/>
              <a:cxnLst>
                <a:cxn ang="0">
                  <a:pos x="102" y="213"/>
                </a:cxn>
                <a:cxn ang="0">
                  <a:pos x="125" y="185"/>
                </a:cxn>
                <a:cxn ang="0">
                  <a:pos x="134" y="156"/>
                </a:cxn>
                <a:cxn ang="0">
                  <a:pos x="128" y="129"/>
                </a:cxn>
                <a:cxn ang="0">
                  <a:pos x="114" y="101"/>
                </a:cxn>
                <a:cxn ang="0">
                  <a:pos x="91" y="74"/>
                </a:cxn>
                <a:cxn ang="0">
                  <a:pos x="65" y="49"/>
                </a:cxn>
                <a:cxn ang="0">
                  <a:pos x="36" y="23"/>
                </a:cxn>
                <a:cxn ang="0">
                  <a:pos x="8" y="0"/>
                </a:cxn>
                <a:cxn ang="0">
                  <a:pos x="0" y="10"/>
                </a:cxn>
                <a:cxn ang="0">
                  <a:pos x="27" y="33"/>
                </a:cxn>
                <a:cxn ang="0">
                  <a:pos x="56" y="57"/>
                </a:cxn>
                <a:cxn ang="0">
                  <a:pos x="82" y="82"/>
                </a:cxn>
                <a:cxn ang="0">
                  <a:pos x="102" y="108"/>
                </a:cxn>
                <a:cxn ang="0">
                  <a:pos x="117" y="133"/>
                </a:cxn>
                <a:cxn ang="0">
                  <a:pos x="120" y="156"/>
                </a:cxn>
                <a:cxn ang="0">
                  <a:pos x="114" y="179"/>
                </a:cxn>
                <a:cxn ang="0">
                  <a:pos x="94" y="203"/>
                </a:cxn>
                <a:cxn ang="0">
                  <a:pos x="102" y="213"/>
                </a:cxn>
              </a:cxnLst>
              <a:rect l="0" t="0" r="0" b="0"/>
              <a:pathLst>
                <a:path w="135" h="214">
                  <a:moveTo>
                    <a:pt x="102" y="213"/>
                  </a:moveTo>
                  <a:lnTo>
                    <a:pt x="125" y="185"/>
                  </a:lnTo>
                  <a:lnTo>
                    <a:pt x="134" y="156"/>
                  </a:lnTo>
                  <a:lnTo>
                    <a:pt x="128" y="129"/>
                  </a:lnTo>
                  <a:lnTo>
                    <a:pt x="114" y="101"/>
                  </a:lnTo>
                  <a:lnTo>
                    <a:pt x="91" y="74"/>
                  </a:lnTo>
                  <a:lnTo>
                    <a:pt x="65" y="49"/>
                  </a:lnTo>
                  <a:lnTo>
                    <a:pt x="36" y="23"/>
                  </a:lnTo>
                  <a:lnTo>
                    <a:pt x="8" y="0"/>
                  </a:lnTo>
                  <a:lnTo>
                    <a:pt x="0" y="10"/>
                  </a:lnTo>
                  <a:lnTo>
                    <a:pt x="27" y="33"/>
                  </a:lnTo>
                  <a:lnTo>
                    <a:pt x="56" y="57"/>
                  </a:lnTo>
                  <a:lnTo>
                    <a:pt x="82" y="82"/>
                  </a:lnTo>
                  <a:lnTo>
                    <a:pt x="102" y="108"/>
                  </a:lnTo>
                  <a:lnTo>
                    <a:pt x="117" y="133"/>
                  </a:lnTo>
                  <a:lnTo>
                    <a:pt x="120" y="156"/>
                  </a:lnTo>
                  <a:lnTo>
                    <a:pt x="114" y="179"/>
                  </a:lnTo>
                  <a:lnTo>
                    <a:pt x="94" y="203"/>
                  </a:lnTo>
                  <a:lnTo>
                    <a:pt x="102" y="213"/>
                  </a:lnTo>
                </a:path>
              </a:pathLst>
            </a:custGeom>
            <a:solidFill>
              <a:srgbClr val="FF6600"/>
            </a:solidFill>
            <a:ln w="12700">
              <a:noFill/>
            </a:ln>
          </p:spPr>
          <p:txBody>
            <a:bodyPr/>
            <a:lstStyle/>
            <a:p>
              <a:endParaRPr lang="zh-CN" altLang="en-US"/>
            </a:p>
          </p:txBody>
        </p:sp>
        <p:sp>
          <p:nvSpPr>
            <p:cNvPr id="43054" name="Freeform 387"/>
            <p:cNvSpPr/>
            <p:nvPr/>
          </p:nvSpPr>
          <p:spPr>
            <a:xfrm>
              <a:off x="2769" y="2675"/>
              <a:ext cx="1119" cy="541"/>
            </a:xfrm>
            <a:custGeom>
              <a:avLst/>
              <a:gdLst/>
              <a:ahLst/>
              <a:cxnLst>
                <a:cxn ang="0">
                  <a:pos x="1118" y="529"/>
                </a:cxn>
                <a:cxn ang="0">
                  <a:pos x="1048" y="478"/>
                </a:cxn>
                <a:cxn ang="0">
                  <a:pos x="978" y="429"/>
                </a:cxn>
                <a:cxn ang="0">
                  <a:pos x="909" y="383"/>
                </a:cxn>
                <a:cxn ang="0">
                  <a:pos x="840" y="340"/>
                </a:cxn>
                <a:cxn ang="0">
                  <a:pos x="770" y="300"/>
                </a:cxn>
                <a:cxn ang="0">
                  <a:pos x="701" y="262"/>
                </a:cxn>
                <a:cxn ang="0">
                  <a:pos x="631" y="226"/>
                </a:cxn>
                <a:cxn ang="0">
                  <a:pos x="562" y="193"/>
                </a:cxn>
                <a:cxn ang="0">
                  <a:pos x="492" y="163"/>
                </a:cxn>
                <a:cxn ang="0">
                  <a:pos x="423" y="134"/>
                </a:cxn>
                <a:cxn ang="0">
                  <a:pos x="352" y="108"/>
                </a:cxn>
                <a:cxn ang="0">
                  <a:pos x="282" y="83"/>
                </a:cxn>
                <a:cxn ang="0">
                  <a:pos x="213" y="60"/>
                </a:cxn>
                <a:cxn ang="0">
                  <a:pos x="143" y="38"/>
                </a:cxn>
                <a:cxn ang="0">
                  <a:pos x="73" y="18"/>
                </a:cxn>
                <a:cxn ang="0">
                  <a:pos x="2" y="0"/>
                </a:cxn>
                <a:cxn ang="0">
                  <a:pos x="34" y="20"/>
                </a:cxn>
                <a:cxn ang="0">
                  <a:pos x="105" y="39"/>
                </a:cxn>
                <a:cxn ang="0">
                  <a:pos x="174" y="60"/>
                </a:cxn>
                <a:cxn ang="0">
                  <a:pos x="244" y="83"/>
                </a:cxn>
                <a:cxn ang="0">
                  <a:pos x="314" y="107"/>
                </a:cxn>
                <a:cxn ang="0">
                  <a:pos x="382" y="133"/>
                </a:cxn>
                <a:cxn ang="0">
                  <a:pos x="453" y="160"/>
                </a:cxn>
                <a:cxn ang="0">
                  <a:pos x="522" y="189"/>
                </a:cxn>
                <a:cxn ang="0">
                  <a:pos x="591" y="221"/>
                </a:cxn>
                <a:cxn ang="0">
                  <a:pos x="661" y="255"/>
                </a:cxn>
                <a:cxn ang="0">
                  <a:pos x="730" y="292"/>
                </a:cxn>
                <a:cxn ang="0">
                  <a:pos x="799" y="331"/>
                </a:cxn>
                <a:cxn ang="0">
                  <a:pos x="868" y="372"/>
                </a:cxn>
                <a:cxn ang="0">
                  <a:pos x="937" y="416"/>
                </a:cxn>
                <a:cxn ang="0">
                  <a:pos x="1006" y="464"/>
                </a:cxn>
                <a:cxn ang="0">
                  <a:pos x="1074" y="514"/>
                </a:cxn>
                <a:cxn ang="0">
                  <a:pos x="1107" y="540"/>
                </a:cxn>
              </a:cxnLst>
              <a:rect l="0" t="0" r="0" b="0"/>
              <a:pathLst>
                <a:path w="1119" h="541">
                  <a:moveTo>
                    <a:pt x="1118" y="531"/>
                  </a:moveTo>
                  <a:lnTo>
                    <a:pt x="1118" y="529"/>
                  </a:lnTo>
                  <a:lnTo>
                    <a:pt x="1083" y="504"/>
                  </a:lnTo>
                  <a:lnTo>
                    <a:pt x="1048" y="478"/>
                  </a:lnTo>
                  <a:lnTo>
                    <a:pt x="1012" y="453"/>
                  </a:lnTo>
                  <a:lnTo>
                    <a:pt x="978" y="429"/>
                  </a:lnTo>
                  <a:lnTo>
                    <a:pt x="943" y="406"/>
                  </a:lnTo>
                  <a:lnTo>
                    <a:pt x="909" y="383"/>
                  </a:lnTo>
                  <a:lnTo>
                    <a:pt x="875" y="361"/>
                  </a:lnTo>
                  <a:lnTo>
                    <a:pt x="840" y="340"/>
                  </a:lnTo>
                  <a:lnTo>
                    <a:pt x="806" y="319"/>
                  </a:lnTo>
                  <a:lnTo>
                    <a:pt x="770" y="300"/>
                  </a:lnTo>
                  <a:lnTo>
                    <a:pt x="735" y="281"/>
                  </a:lnTo>
                  <a:lnTo>
                    <a:pt x="701" y="262"/>
                  </a:lnTo>
                  <a:lnTo>
                    <a:pt x="667" y="244"/>
                  </a:lnTo>
                  <a:lnTo>
                    <a:pt x="631" y="226"/>
                  </a:lnTo>
                  <a:lnTo>
                    <a:pt x="596" y="210"/>
                  </a:lnTo>
                  <a:lnTo>
                    <a:pt x="562" y="193"/>
                  </a:lnTo>
                  <a:lnTo>
                    <a:pt x="527" y="178"/>
                  </a:lnTo>
                  <a:lnTo>
                    <a:pt x="492" y="163"/>
                  </a:lnTo>
                  <a:lnTo>
                    <a:pt x="457" y="149"/>
                  </a:lnTo>
                  <a:lnTo>
                    <a:pt x="423" y="134"/>
                  </a:lnTo>
                  <a:lnTo>
                    <a:pt x="387" y="120"/>
                  </a:lnTo>
                  <a:lnTo>
                    <a:pt x="352" y="108"/>
                  </a:lnTo>
                  <a:lnTo>
                    <a:pt x="318" y="95"/>
                  </a:lnTo>
                  <a:lnTo>
                    <a:pt x="282" y="83"/>
                  </a:lnTo>
                  <a:lnTo>
                    <a:pt x="248" y="71"/>
                  </a:lnTo>
                  <a:lnTo>
                    <a:pt x="213" y="60"/>
                  </a:lnTo>
                  <a:lnTo>
                    <a:pt x="177" y="48"/>
                  </a:lnTo>
                  <a:lnTo>
                    <a:pt x="143" y="38"/>
                  </a:lnTo>
                  <a:lnTo>
                    <a:pt x="107" y="28"/>
                  </a:lnTo>
                  <a:lnTo>
                    <a:pt x="73" y="18"/>
                  </a:lnTo>
                  <a:lnTo>
                    <a:pt x="38" y="9"/>
                  </a:lnTo>
                  <a:lnTo>
                    <a:pt x="2" y="0"/>
                  </a:lnTo>
                  <a:lnTo>
                    <a:pt x="0" y="10"/>
                  </a:lnTo>
                  <a:lnTo>
                    <a:pt x="34" y="20"/>
                  </a:lnTo>
                  <a:lnTo>
                    <a:pt x="70" y="30"/>
                  </a:lnTo>
                  <a:lnTo>
                    <a:pt x="105" y="39"/>
                  </a:lnTo>
                  <a:lnTo>
                    <a:pt x="138" y="50"/>
                  </a:lnTo>
                  <a:lnTo>
                    <a:pt x="174" y="60"/>
                  </a:lnTo>
                  <a:lnTo>
                    <a:pt x="209" y="71"/>
                  </a:lnTo>
                  <a:lnTo>
                    <a:pt x="244" y="83"/>
                  </a:lnTo>
                  <a:lnTo>
                    <a:pt x="278" y="94"/>
                  </a:lnTo>
                  <a:lnTo>
                    <a:pt x="314" y="107"/>
                  </a:lnTo>
                  <a:lnTo>
                    <a:pt x="348" y="119"/>
                  </a:lnTo>
                  <a:lnTo>
                    <a:pt x="382" y="133"/>
                  </a:lnTo>
                  <a:lnTo>
                    <a:pt x="417" y="146"/>
                  </a:lnTo>
                  <a:lnTo>
                    <a:pt x="453" y="160"/>
                  </a:lnTo>
                  <a:lnTo>
                    <a:pt x="488" y="174"/>
                  </a:lnTo>
                  <a:lnTo>
                    <a:pt x="522" y="189"/>
                  </a:lnTo>
                  <a:lnTo>
                    <a:pt x="557" y="205"/>
                  </a:lnTo>
                  <a:lnTo>
                    <a:pt x="591" y="221"/>
                  </a:lnTo>
                  <a:lnTo>
                    <a:pt x="625" y="237"/>
                  </a:lnTo>
                  <a:lnTo>
                    <a:pt x="661" y="255"/>
                  </a:lnTo>
                  <a:lnTo>
                    <a:pt x="696" y="273"/>
                  </a:lnTo>
                  <a:lnTo>
                    <a:pt x="730" y="292"/>
                  </a:lnTo>
                  <a:lnTo>
                    <a:pt x="765" y="310"/>
                  </a:lnTo>
                  <a:lnTo>
                    <a:pt x="799" y="331"/>
                  </a:lnTo>
                  <a:lnTo>
                    <a:pt x="833" y="351"/>
                  </a:lnTo>
                  <a:lnTo>
                    <a:pt x="868" y="372"/>
                  </a:lnTo>
                  <a:lnTo>
                    <a:pt x="902" y="393"/>
                  </a:lnTo>
                  <a:lnTo>
                    <a:pt x="937" y="416"/>
                  </a:lnTo>
                  <a:lnTo>
                    <a:pt x="971" y="439"/>
                  </a:lnTo>
                  <a:lnTo>
                    <a:pt x="1006" y="464"/>
                  </a:lnTo>
                  <a:lnTo>
                    <a:pt x="1040" y="488"/>
                  </a:lnTo>
                  <a:lnTo>
                    <a:pt x="1074" y="514"/>
                  </a:lnTo>
                  <a:lnTo>
                    <a:pt x="1109" y="540"/>
                  </a:lnTo>
                  <a:lnTo>
                    <a:pt x="1107" y="540"/>
                  </a:lnTo>
                  <a:lnTo>
                    <a:pt x="1118" y="531"/>
                  </a:lnTo>
                </a:path>
              </a:pathLst>
            </a:custGeom>
            <a:solidFill>
              <a:srgbClr val="FF6600"/>
            </a:solidFill>
            <a:ln w="12700">
              <a:noFill/>
            </a:ln>
          </p:spPr>
          <p:txBody>
            <a:bodyPr/>
            <a:lstStyle/>
            <a:p>
              <a:endParaRPr lang="zh-CN" altLang="en-US"/>
            </a:p>
          </p:txBody>
        </p:sp>
        <p:sp>
          <p:nvSpPr>
            <p:cNvPr id="43055" name="Freeform 388"/>
            <p:cNvSpPr/>
            <p:nvPr/>
          </p:nvSpPr>
          <p:spPr>
            <a:xfrm>
              <a:off x="3877" y="3206"/>
              <a:ext cx="128" cy="284"/>
            </a:xfrm>
            <a:custGeom>
              <a:avLst/>
              <a:gdLst/>
              <a:ahLst/>
              <a:cxnLst>
                <a:cxn ang="0">
                  <a:pos x="64" y="283"/>
                </a:cxn>
                <a:cxn ang="0">
                  <a:pos x="88" y="264"/>
                </a:cxn>
                <a:cxn ang="0">
                  <a:pos x="105" y="246"/>
                </a:cxn>
                <a:cxn ang="0">
                  <a:pos x="117" y="228"/>
                </a:cxn>
                <a:cxn ang="0">
                  <a:pos x="124" y="210"/>
                </a:cxn>
                <a:cxn ang="0">
                  <a:pos x="127" y="192"/>
                </a:cxn>
                <a:cxn ang="0">
                  <a:pos x="127" y="173"/>
                </a:cxn>
                <a:cxn ang="0">
                  <a:pos x="121" y="155"/>
                </a:cxn>
                <a:cxn ang="0">
                  <a:pos x="114" y="137"/>
                </a:cxn>
                <a:cxn ang="0">
                  <a:pos x="105" y="119"/>
                </a:cxn>
                <a:cxn ang="0">
                  <a:pos x="93" y="103"/>
                </a:cxn>
                <a:cxn ang="0">
                  <a:pos x="80" y="85"/>
                </a:cxn>
                <a:cxn ang="0">
                  <a:pos x="66" y="69"/>
                </a:cxn>
                <a:cxn ang="0">
                  <a:pos x="52" y="51"/>
                </a:cxn>
                <a:cxn ang="0">
                  <a:pos x="37" y="34"/>
                </a:cxn>
                <a:cxn ang="0">
                  <a:pos x="23" y="16"/>
                </a:cxn>
                <a:cxn ang="0">
                  <a:pos x="10" y="0"/>
                </a:cxn>
                <a:cxn ang="0">
                  <a:pos x="0" y="8"/>
                </a:cxn>
                <a:cxn ang="0">
                  <a:pos x="13" y="25"/>
                </a:cxn>
                <a:cxn ang="0">
                  <a:pos x="29" y="43"/>
                </a:cxn>
                <a:cxn ang="0">
                  <a:pos x="43" y="59"/>
                </a:cxn>
                <a:cxn ang="0">
                  <a:pos x="57" y="75"/>
                </a:cxn>
                <a:cxn ang="0">
                  <a:pos x="70" y="93"/>
                </a:cxn>
                <a:cxn ang="0">
                  <a:pos x="82" y="110"/>
                </a:cxn>
                <a:cxn ang="0">
                  <a:pos x="93" y="127"/>
                </a:cxn>
                <a:cxn ang="0">
                  <a:pos x="103" y="143"/>
                </a:cxn>
                <a:cxn ang="0">
                  <a:pos x="110" y="160"/>
                </a:cxn>
                <a:cxn ang="0">
                  <a:pos x="114" y="175"/>
                </a:cxn>
                <a:cxn ang="0">
                  <a:pos x="114" y="192"/>
                </a:cxn>
                <a:cxn ang="0">
                  <a:pos x="113" y="207"/>
                </a:cxn>
                <a:cxn ang="0">
                  <a:pos x="106" y="223"/>
                </a:cxn>
                <a:cxn ang="0">
                  <a:pos x="95" y="238"/>
                </a:cxn>
                <a:cxn ang="0">
                  <a:pos x="80" y="254"/>
                </a:cxn>
                <a:cxn ang="0">
                  <a:pos x="58" y="271"/>
                </a:cxn>
                <a:cxn ang="0">
                  <a:pos x="64" y="283"/>
                </a:cxn>
              </a:cxnLst>
              <a:rect l="0" t="0" r="0" b="0"/>
              <a:pathLst>
                <a:path w="128" h="284">
                  <a:moveTo>
                    <a:pt x="64" y="283"/>
                  </a:moveTo>
                  <a:lnTo>
                    <a:pt x="88" y="264"/>
                  </a:lnTo>
                  <a:lnTo>
                    <a:pt x="105" y="246"/>
                  </a:lnTo>
                  <a:lnTo>
                    <a:pt x="117" y="228"/>
                  </a:lnTo>
                  <a:lnTo>
                    <a:pt x="124" y="210"/>
                  </a:lnTo>
                  <a:lnTo>
                    <a:pt x="127" y="192"/>
                  </a:lnTo>
                  <a:lnTo>
                    <a:pt x="127" y="173"/>
                  </a:lnTo>
                  <a:lnTo>
                    <a:pt x="121" y="155"/>
                  </a:lnTo>
                  <a:lnTo>
                    <a:pt x="114" y="137"/>
                  </a:lnTo>
                  <a:lnTo>
                    <a:pt x="105" y="119"/>
                  </a:lnTo>
                  <a:lnTo>
                    <a:pt x="93" y="103"/>
                  </a:lnTo>
                  <a:lnTo>
                    <a:pt x="80" y="85"/>
                  </a:lnTo>
                  <a:lnTo>
                    <a:pt x="66" y="69"/>
                  </a:lnTo>
                  <a:lnTo>
                    <a:pt x="52" y="51"/>
                  </a:lnTo>
                  <a:lnTo>
                    <a:pt x="37" y="34"/>
                  </a:lnTo>
                  <a:lnTo>
                    <a:pt x="23" y="16"/>
                  </a:lnTo>
                  <a:lnTo>
                    <a:pt x="10" y="0"/>
                  </a:lnTo>
                  <a:lnTo>
                    <a:pt x="0" y="8"/>
                  </a:lnTo>
                  <a:lnTo>
                    <a:pt x="13" y="25"/>
                  </a:lnTo>
                  <a:lnTo>
                    <a:pt x="29" y="43"/>
                  </a:lnTo>
                  <a:lnTo>
                    <a:pt x="43" y="59"/>
                  </a:lnTo>
                  <a:lnTo>
                    <a:pt x="57" y="75"/>
                  </a:lnTo>
                  <a:lnTo>
                    <a:pt x="70" y="93"/>
                  </a:lnTo>
                  <a:lnTo>
                    <a:pt x="82" y="110"/>
                  </a:lnTo>
                  <a:lnTo>
                    <a:pt x="93" y="127"/>
                  </a:lnTo>
                  <a:lnTo>
                    <a:pt x="103" y="143"/>
                  </a:lnTo>
                  <a:lnTo>
                    <a:pt x="110" y="160"/>
                  </a:lnTo>
                  <a:lnTo>
                    <a:pt x="114" y="175"/>
                  </a:lnTo>
                  <a:lnTo>
                    <a:pt x="114" y="192"/>
                  </a:lnTo>
                  <a:lnTo>
                    <a:pt x="113" y="207"/>
                  </a:lnTo>
                  <a:lnTo>
                    <a:pt x="106" y="223"/>
                  </a:lnTo>
                  <a:lnTo>
                    <a:pt x="95" y="238"/>
                  </a:lnTo>
                  <a:lnTo>
                    <a:pt x="80" y="254"/>
                  </a:lnTo>
                  <a:lnTo>
                    <a:pt x="58" y="271"/>
                  </a:lnTo>
                  <a:lnTo>
                    <a:pt x="64" y="283"/>
                  </a:lnTo>
                </a:path>
              </a:pathLst>
            </a:custGeom>
            <a:solidFill>
              <a:srgbClr val="FF6600"/>
            </a:solidFill>
            <a:ln w="12700">
              <a:noFill/>
            </a:ln>
          </p:spPr>
          <p:txBody>
            <a:bodyPr/>
            <a:lstStyle/>
            <a:p>
              <a:endParaRPr lang="zh-CN" altLang="en-US"/>
            </a:p>
          </p:txBody>
        </p:sp>
        <p:sp>
          <p:nvSpPr>
            <p:cNvPr id="43056" name="Line 389"/>
            <p:cNvSpPr/>
            <p:nvPr/>
          </p:nvSpPr>
          <p:spPr>
            <a:xfrm flipH="1">
              <a:off x="2336" y="1797"/>
              <a:ext cx="226" cy="1270"/>
            </a:xfrm>
            <a:prstGeom prst="line">
              <a:avLst/>
            </a:prstGeom>
            <a:ln w="25400" cap="flat" cmpd="sng">
              <a:solidFill>
                <a:srgbClr val="339966"/>
              </a:solidFill>
              <a:prstDash val="solid"/>
              <a:headEnd type="none" w="med" len="med"/>
              <a:tailEnd type="none" w="med" len="med"/>
            </a:ln>
          </p:spPr>
        </p:sp>
        <p:sp>
          <p:nvSpPr>
            <p:cNvPr id="43057" name="Line 390"/>
            <p:cNvSpPr/>
            <p:nvPr/>
          </p:nvSpPr>
          <p:spPr>
            <a:xfrm flipH="1">
              <a:off x="2971" y="2115"/>
              <a:ext cx="771" cy="1224"/>
            </a:xfrm>
            <a:prstGeom prst="line">
              <a:avLst/>
            </a:prstGeom>
            <a:ln w="25400" cap="flat" cmpd="sng">
              <a:solidFill>
                <a:srgbClr val="FF6633"/>
              </a:solidFill>
              <a:prstDash val="solid"/>
              <a:headEnd type="none" w="med" len="med"/>
              <a:tailEnd type="none" w="med" len="med"/>
            </a:ln>
          </p:spPr>
        </p:sp>
        <p:sp>
          <p:nvSpPr>
            <p:cNvPr id="43058" name="Rectangle 391"/>
            <p:cNvSpPr/>
            <p:nvPr/>
          </p:nvSpPr>
          <p:spPr>
            <a:xfrm>
              <a:off x="2323" y="2127"/>
              <a:ext cx="285" cy="207"/>
            </a:xfrm>
            <a:prstGeom prst="rect">
              <a:avLst/>
            </a:prstGeom>
            <a:noFill/>
            <a:ln w="12700">
              <a:noFill/>
            </a:ln>
          </p:spPr>
          <p:txBody>
            <a:bodyPr lIns="65088" tIns="33338" rIns="65088" bIns="33338">
              <a:spAutoFit/>
            </a:bodyPr>
            <a:lstStyle/>
            <a:p>
              <a:pPr defTabSz="393700" eaLnBrk="0" hangingPunct="0">
                <a:spcBef>
                  <a:spcPct val="50000"/>
                </a:spcBef>
              </a:pPr>
              <a:r>
                <a:rPr lang="en-US" altLang="zh-CN" sz="1700" b="1" dirty="0">
                  <a:latin typeface="Times New Roman" panose="02020603050405020304" pitchFamily="18" charset="0"/>
                </a:rPr>
                <a:t>D1</a:t>
              </a:r>
            </a:p>
          </p:txBody>
        </p:sp>
        <p:sp>
          <p:nvSpPr>
            <p:cNvPr id="43059" name="Rectangle 392"/>
            <p:cNvSpPr/>
            <p:nvPr/>
          </p:nvSpPr>
          <p:spPr>
            <a:xfrm>
              <a:off x="3310" y="2420"/>
              <a:ext cx="285" cy="207"/>
            </a:xfrm>
            <a:prstGeom prst="rect">
              <a:avLst/>
            </a:prstGeom>
            <a:noFill/>
            <a:ln w="12700">
              <a:noFill/>
            </a:ln>
          </p:spPr>
          <p:txBody>
            <a:bodyPr lIns="65088" tIns="33338" rIns="65088" bIns="33338">
              <a:spAutoFit/>
            </a:bodyPr>
            <a:lstStyle/>
            <a:p>
              <a:pPr defTabSz="393700" eaLnBrk="0" hangingPunct="0">
                <a:spcBef>
                  <a:spcPct val="50000"/>
                </a:spcBef>
              </a:pPr>
              <a:r>
                <a:rPr lang="en-US" altLang="zh-CN" sz="1700" b="1" dirty="0">
                  <a:latin typeface="Times New Roman" panose="02020603050405020304" pitchFamily="18" charset="0"/>
                </a:rPr>
                <a:t>D2</a:t>
              </a:r>
            </a:p>
          </p:txBody>
        </p:sp>
        <p:grpSp>
          <p:nvGrpSpPr>
            <p:cNvPr id="43060" name="Group 393"/>
            <p:cNvGrpSpPr/>
            <p:nvPr/>
          </p:nvGrpSpPr>
          <p:grpSpPr>
            <a:xfrm>
              <a:off x="2365" y="1616"/>
              <a:ext cx="430" cy="196"/>
              <a:chOff x="2642" y="996"/>
              <a:chExt cx="430" cy="196"/>
            </a:xfrm>
          </p:grpSpPr>
          <p:sp>
            <p:nvSpPr>
              <p:cNvPr id="43061" name="Freeform 394"/>
              <p:cNvSpPr/>
              <p:nvPr/>
            </p:nvSpPr>
            <p:spPr>
              <a:xfrm>
                <a:off x="2956" y="1012"/>
                <a:ext cx="116" cy="171"/>
              </a:xfrm>
              <a:custGeom>
                <a:avLst/>
                <a:gdLst/>
                <a:ahLst/>
                <a:cxnLst>
                  <a:cxn ang="0">
                    <a:pos x="115" y="163"/>
                  </a:cxn>
                  <a:cxn ang="0">
                    <a:pos x="115" y="6"/>
                  </a:cxn>
                  <a:cxn ang="0">
                    <a:pos x="0" y="0"/>
                  </a:cxn>
                  <a:cxn ang="0">
                    <a:pos x="0" y="170"/>
                  </a:cxn>
                  <a:cxn ang="0">
                    <a:pos x="115" y="163"/>
                  </a:cxn>
                </a:cxnLst>
                <a:rect l="0" t="0" r="0" b="0"/>
                <a:pathLst>
                  <a:path w="116" h="171">
                    <a:moveTo>
                      <a:pt x="115" y="163"/>
                    </a:moveTo>
                    <a:lnTo>
                      <a:pt x="115" y="6"/>
                    </a:lnTo>
                    <a:lnTo>
                      <a:pt x="0" y="0"/>
                    </a:lnTo>
                    <a:lnTo>
                      <a:pt x="0" y="170"/>
                    </a:lnTo>
                    <a:lnTo>
                      <a:pt x="115" y="16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3062" name="Freeform 395"/>
              <p:cNvSpPr/>
              <p:nvPr/>
            </p:nvSpPr>
            <p:spPr>
              <a:xfrm>
                <a:off x="2787" y="1037"/>
                <a:ext cx="127" cy="116"/>
              </a:xfrm>
              <a:custGeom>
                <a:avLst/>
                <a:gdLst/>
                <a:ahLst/>
                <a:cxnLst>
                  <a:cxn ang="0">
                    <a:pos x="24" y="0"/>
                  </a:cxn>
                  <a:cxn ang="0">
                    <a:pos x="100" y="0"/>
                  </a:cxn>
                  <a:cxn ang="0">
                    <a:pos x="126" y="16"/>
                  </a:cxn>
                  <a:cxn ang="0">
                    <a:pos x="126" y="98"/>
                  </a:cxn>
                  <a:cxn ang="0">
                    <a:pos x="100" y="115"/>
                  </a:cxn>
                  <a:cxn ang="0">
                    <a:pos x="24" y="115"/>
                  </a:cxn>
                  <a:cxn ang="0">
                    <a:pos x="0" y="98"/>
                  </a:cxn>
                  <a:cxn ang="0">
                    <a:pos x="0" y="16"/>
                  </a:cxn>
                  <a:cxn ang="0">
                    <a:pos x="24" y="0"/>
                  </a:cxn>
                </a:cxnLst>
                <a:rect l="0" t="0" r="0" b="0"/>
                <a:pathLst>
                  <a:path w="127" h="116">
                    <a:moveTo>
                      <a:pt x="24" y="0"/>
                    </a:moveTo>
                    <a:lnTo>
                      <a:pt x="100" y="0"/>
                    </a:lnTo>
                    <a:lnTo>
                      <a:pt x="126" y="16"/>
                    </a:lnTo>
                    <a:lnTo>
                      <a:pt x="126" y="98"/>
                    </a:lnTo>
                    <a:lnTo>
                      <a:pt x="100" y="115"/>
                    </a:lnTo>
                    <a:lnTo>
                      <a:pt x="24" y="115"/>
                    </a:lnTo>
                    <a:lnTo>
                      <a:pt x="0" y="98"/>
                    </a:lnTo>
                    <a:lnTo>
                      <a:pt x="0" y="16"/>
                    </a:lnTo>
                    <a:lnTo>
                      <a:pt x="24"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063" name="Freeform 396"/>
              <p:cNvSpPr/>
              <p:nvPr/>
            </p:nvSpPr>
            <p:spPr>
              <a:xfrm>
                <a:off x="2844" y="1049"/>
                <a:ext cx="125" cy="116"/>
              </a:xfrm>
              <a:custGeom>
                <a:avLst/>
                <a:gdLst/>
                <a:ahLst/>
                <a:cxnLst>
                  <a:cxn ang="0">
                    <a:pos x="25" y="0"/>
                  </a:cxn>
                  <a:cxn ang="0">
                    <a:pos x="99" y="0"/>
                  </a:cxn>
                  <a:cxn ang="0">
                    <a:pos x="124" y="16"/>
                  </a:cxn>
                  <a:cxn ang="0">
                    <a:pos x="124" y="98"/>
                  </a:cxn>
                  <a:cxn ang="0">
                    <a:pos x="99" y="115"/>
                  </a:cxn>
                  <a:cxn ang="0">
                    <a:pos x="25" y="115"/>
                  </a:cxn>
                  <a:cxn ang="0">
                    <a:pos x="0" y="98"/>
                  </a:cxn>
                  <a:cxn ang="0">
                    <a:pos x="0" y="16"/>
                  </a:cxn>
                  <a:cxn ang="0">
                    <a:pos x="25" y="0"/>
                  </a:cxn>
                </a:cxnLst>
                <a:rect l="0" t="0" r="0" b="0"/>
                <a:pathLst>
                  <a:path w="125" h="116">
                    <a:moveTo>
                      <a:pt x="25" y="0"/>
                    </a:moveTo>
                    <a:lnTo>
                      <a:pt x="99" y="0"/>
                    </a:lnTo>
                    <a:lnTo>
                      <a:pt x="124" y="16"/>
                    </a:lnTo>
                    <a:lnTo>
                      <a:pt x="124" y="98"/>
                    </a:lnTo>
                    <a:lnTo>
                      <a:pt x="99" y="115"/>
                    </a:lnTo>
                    <a:lnTo>
                      <a:pt x="25" y="115"/>
                    </a:lnTo>
                    <a:lnTo>
                      <a:pt x="0" y="98"/>
                    </a:lnTo>
                    <a:lnTo>
                      <a:pt x="0" y="1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064" name="Freeform 397"/>
              <p:cNvSpPr/>
              <p:nvPr/>
            </p:nvSpPr>
            <p:spPr>
              <a:xfrm>
                <a:off x="2816" y="1035"/>
                <a:ext cx="127" cy="32"/>
              </a:xfrm>
              <a:custGeom>
                <a:avLst/>
                <a:gdLst/>
                <a:ahLst/>
                <a:cxnLst>
                  <a:cxn ang="0">
                    <a:pos x="72" y="0"/>
                  </a:cxn>
                  <a:cxn ang="0">
                    <a:pos x="126" y="31"/>
                  </a:cxn>
                  <a:cxn ang="0">
                    <a:pos x="53" y="31"/>
                  </a:cxn>
                  <a:cxn ang="0">
                    <a:pos x="0" y="0"/>
                  </a:cxn>
                  <a:cxn ang="0">
                    <a:pos x="72" y="0"/>
                  </a:cxn>
                </a:cxnLst>
                <a:rect l="0" t="0" r="0" b="0"/>
                <a:pathLst>
                  <a:path w="127" h="32">
                    <a:moveTo>
                      <a:pt x="72" y="0"/>
                    </a:moveTo>
                    <a:lnTo>
                      <a:pt x="126" y="31"/>
                    </a:lnTo>
                    <a:lnTo>
                      <a:pt x="53" y="31"/>
                    </a:lnTo>
                    <a:lnTo>
                      <a:pt x="0" y="0"/>
                    </a:lnTo>
                    <a:lnTo>
                      <a:pt x="72"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3065" name="Freeform 398"/>
              <p:cNvSpPr/>
              <p:nvPr/>
            </p:nvSpPr>
            <p:spPr>
              <a:xfrm>
                <a:off x="2790" y="1136"/>
                <a:ext cx="78" cy="33"/>
              </a:xfrm>
              <a:custGeom>
                <a:avLst/>
                <a:gdLst/>
                <a:ahLst/>
                <a:cxnLst>
                  <a:cxn ang="0">
                    <a:pos x="0" y="0"/>
                  </a:cxn>
                  <a:cxn ang="0">
                    <a:pos x="52" y="11"/>
                  </a:cxn>
                  <a:cxn ang="0">
                    <a:pos x="77" y="32"/>
                  </a:cxn>
                  <a:cxn ang="0">
                    <a:pos x="23" y="20"/>
                  </a:cxn>
                  <a:cxn ang="0">
                    <a:pos x="0" y="0"/>
                  </a:cxn>
                </a:cxnLst>
                <a:rect l="0" t="0" r="0" b="0"/>
                <a:pathLst>
                  <a:path w="78" h="33">
                    <a:moveTo>
                      <a:pt x="0" y="0"/>
                    </a:moveTo>
                    <a:lnTo>
                      <a:pt x="52" y="11"/>
                    </a:lnTo>
                    <a:lnTo>
                      <a:pt x="77" y="32"/>
                    </a:lnTo>
                    <a:lnTo>
                      <a:pt x="23"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3066" name="Line 399"/>
              <p:cNvSpPr/>
              <p:nvPr/>
            </p:nvSpPr>
            <p:spPr>
              <a:xfrm>
                <a:off x="2796" y="1061"/>
                <a:ext cx="42" cy="0"/>
              </a:xfrm>
              <a:prstGeom prst="line">
                <a:avLst/>
              </a:prstGeom>
              <a:ln w="12700" cap="flat" cmpd="sng">
                <a:solidFill>
                  <a:schemeClr val="tx1"/>
                </a:solidFill>
                <a:prstDash val="solid"/>
                <a:headEnd type="none" w="med" len="med"/>
                <a:tailEnd type="none" w="med" len="med"/>
              </a:ln>
            </p:spPr>
          </p:sp>
          <p:sp>
            <p:nvSpPr>
              <p:cNvPr id="43067" name="Oval 400"/>
              <p:cNvSpPr/>
              <p:nvPr/>
            </p:nvSpPr>
            <p:spPr>
              <a:xfrm>
                <a:off x="2865" y="1066"/>
                <a:ext cx="27" cy="23"/>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3068" name="Line 401"/>
              <p:cNvSpPr/>
              <p:nvPr/>
            </p:nvSpPr>
            <p:spPr>
              <a:xfrm flipV="1">
                <a:off x="2876" y="1055"/>
                <a:ext cx="8" cy="10"/>
              </a:xfrm>
              <a:prstGeom prst="line">
                <a:avLst/>
              </a:prstGeom>
              <a:ln w="12700" cap="flat" cmpd="sng">
                <a:solidFill>
                  <a:schemeClr val="tx1"/>
                </a:solidFill>
                <a:prstDash val="solid"/>
                <a:headEnd type="none" w="med" len="med"/>
                <a:tailEnd type="none" w="med" len="med"/>
              </a:ln>
            </p:spPr>
          </p:sp>
          <p:sp>
            <p:nvSpPr>
              <p:cNvPr id="43069" name="Line 402"/>
              <p:cNvSpPr/>
              <p:nvPr/>
            </p:nvSpPr>
            <p:spPr>
              <a:xfrm>
                <a:off x="2875" y="1075"/>
                <a:ext cx="3" cy="0"/>
              </a:xfrm>
              <a:prstGeom prst="line">
                <a:avLst/>
              </a:prstGeom>
              <a:ln w="12700" cap="flat" cmpd="sng">
                <a:solidFill>
                  <a:schemeClr val="tx1"/>
                </a:solidFill>
                <a:prstDash val="solid"/>
                <a:headEnd type="none" w="med" len="med"/>
                <a:tailEnd type="none" w="med" len="med"/>
              </a:ln>
            </p:spPr>
          </p:sp>
          <p:sp>
            <p:nvSpPr>
              <p:cNvPr id="43070" name="Oval 403"/>
              <p:cNvSpPr/>
              <p:nvPr/>
            </p:nvSpPr>
            <p:spPr>
              <a:xfrm>
                <a:off x="2853" y="1083"/>
                <a:ext cx="108" cy="7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3071" name="Line 404"/>
              <p:cNvSpPr/>
              <p:nvPr/>
            </p:nvSpPr>
            <p:spPr>
              <a:xfrm>
                <a:off x="2942" y="1066"/>
                <a:ext cx="46" cy="1"/>
              </a:xfrm>
              <a:prstGeom prst="line">
                <a:avLst/>
              </a:prstGeom>
              <a:ln w="12700" cap="flat" cmpd="sng">
                <a:solidFill>
                  <a:schemeClr val="tx1"/>
                </a:solidFill>
                <a:prstDash val="solid"/>
                <a:headEnd type="none" w="med" len="med"/>
                <a:tailEnd type="none" w="med" len="med"/>
              </a:ln>
            </p:spPr>
          </p:sp>
          <p:sp>
            <p:nvSpPr>
              <p:cNvPr id="43072" name="Freeform 405"/>
              <p:cNvSpPr/>
              <p:nvPr/>
            </p:nvSpPr>
            <p:spPr>
              <a:xfrm>
                <a:off x="2870" y="1062"/>
                <a:ext cx="35" cy="32"/>
              </a:xfrm>
              <a:custGeom>
                <a:avLst/>
                <a:gdLst/>
                <a:ahLst/>
                <a:cxnLst>
                  <a:cxn ang="0">
                    <a:pos x="0" y="0"/>
                  </a:cxn>
                  <a:cxn ang="0">
                    <a:pos x="21" y="0"/>
                  </a:cxn>
                  <a:cxn ang="0">
                    <a:pos x="34" y="13"/>
                  </a:cxn>
                  <a:cxn ang="0">
                    <a:pos x="24" y="31"/>
                  </a:cxn>
                  <a:cxn ang="0">
                    <a:pos x="0" y="0"/>
                  </a:cxn>
                </a:cxnLst>
                <a:rect l="0" t="0" r="0" b="0"/>
                <a:pathLst>
                  <a:path w="35" h="32">
                    <a:moveTo>
                      <a:pt x="0" y="0"/>
                    </a:moveTo>
                    <a:lnTo>
                      <a:pt x="21" y="0"/>
                    </a:lnTo>
                    <a:lnTo>
                      <a:pt x="34" y="13"/>
                    </a:lnTo>
                    <a:lnTo>
                      <a:pt x="24"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073" name="Freeform 406"/>
              <p:cNvSpPr/>
              <p:nvPr/>
            </p:nvSpPr>
            <p:spPr>
              <a:xfrm>
                <a:off x="2867" y="1065"/>
                <a:ext cx="32" cy="30"/>
              </a:xfrm>
              <a:custGeom>
                <a:avLst/>
                <a:gdLst/>
                <a:ahLst/>
                <a:cxnLst>
                  <a:cxn ang="0">
                    <a:pos x="31" y="0"/>
                  </a:cxn>
                  <a:cxn ang="0">
                    <a:pos x="31" y="24"/>
                  </a:cxn>
                  <a:cxn ang="0">
                    <a:pos x="14" y="29"/>
                  </a:cxn>
                  <a:cxn ang="0">
                    <a:pos x="0" y="8"/>
                  </a:cxn>
                  <a:cxn ang="0">
                    <a:pos x="22" y="4"/>
                  </a:cxn>
                  <a:cxn ang="0">
                    <a:pos x="31" y="0"/>
                  </a:cxn>
                </a:cxnLst>
                <a:rect l="0" t="0" r="0" b="0"/>
                <a:pathLst>
                  <a:path w="32" h="30">
                    <a:moveTo>
                      <a:pt x="31" y="0"/>
                    </a:moveTo>
                    <a:lnTo>
                      <a:pt x="31" y="24"/>
                    </a:lnTo>
                    <a:lnTo>
                      <a:pt x="14" y="29"/>
                    </a:lnTo>
                    <a:lnTo>
                      <a:pt x="0" y="8"/>
                    </a:lnTo>
                    <a:lnTo>
                      <a:pt x="22" y="4"/>
                    </a:lnTo>
                    <a:lnTo>
                      <a:pt x="3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074" name="Rectangle 407"/>
              <p:cNvSpPr/>
              <p:nvPr/>
            </p:nvSpPr>
            <p:spPr>
              <a:xfrm>
                <a:off x="2784" y="1098"/>
                <a:ext cx="27" cy="2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3075" name="Freeform 408"/>
              <p:cNvSpPr/>
              <p:nvPr/>
            </p:nvSpPr>
            <p:spPr>
              <a:xfrm>
                <a:off x="2642" y="996"/>
                <a:ext cx="139" cy="196"/>
              </a:xfrm>
              <a:custGeom>
                <a:avLst/>
                <a:gdLst/>
                <a:ahLst/>
                <a:cxnLst>
                  <a:cxn ang="0">
                    <a:pos x="0" y="0"/>
                  </a:cxn>
                  <a:cxn ang="0">
                    <a:pos x="0" y="195"/>
                  </a:cxn>
                  <a:cxn ang="0">
                    <a:pos x="138" y="188"/>
                  </a:cxn>
                  <a:cxn ang="0">
                    <a:pos x="138" y="6"/>
                  </a:cxn>
                  <a:cxn ang="0">
                    <a:pos x="0" y="0"/>
                  </a:cxn>
                </a:cxnLst>
                <a:rect l="0" t="0" r="0" b="0"/>
                <a:pathLst>
                  <a:path w="139" h="196">
                    <a:moveTo>
                      <a:pt x="0" y="0"/>
                    </a:moveTo>
                    <a:lnTo>
                      <a:pt x="0" y="195"/>
                    </a:lnTo>
                    <a:lnTo>
                      <a:pt x="138" y="188"/>
                    </a:lnTo>
                    <a:lnTo>
                      <a:pt x="138" y="6"/>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3076" name="Line 409"/>
              <p:cNvSpPr/>
              <p:nvPr/>
            </p:nvSpPr>
            <p:spPr>
              <a:xfrm>
                <a:off x="2878" y="1146"/>
                <a:ext cx="9" cy="3"/>
              </a:xfrm>
              <a:prstGeom prst="line">
                <a:avLst/>
              </a:prstGeom>
              <a:ln w="12700" cap="flat" cmpd="sng">
                <a:solidFill>
                  <a:schemeClr val="tx1"/>
                </a:solidFill>
                <a:prstDash val="solid"/>
                <a:headEnd type="none" w="med" len="med"/>
                <a:tailEnd type="none" w="med" len="med"/>
              </a:ln>
            </p:spPr>
          </p:sp>
          <p:sp>
            <p:nvSpPr>
              <p:cNvPr id="43077" name="Line 410"/>
              <p:cNvSpPr/>
              <p:nvPr/>
            </p:nvSpPr>
            <p:spPr>
              <a:xfrm>
                <a:off x="2878" y="1140"/>
                <a:ext cx="9" cy="6"/>
              </a:xfrm>
              <a:prstGeom prst="line">
                <a:avLst/>
              </a:prstGeom>
              <a:ln w="12700" cap="flat" cmpd="sng">
                <a:solidFill>
                  <a:schemeClr val="tx1"/>
                </a:solidFill>
                <a:prstDash val="solid"/>
                <a:headEnd type="none" w="med" len="med"/>
                <a:tailEnd type="none" w="med" len="med"/>
              </a:ln>
            </p:spPr>
          </p:sp>
          <p:sp>
            <p:nvSpPr>
              <p:cNvPr id="43078" name="Freeform 411"/>
              <p:cNvSpPr/>
              <p:nvPr/>
            </p:nvSpPr>
            <p:spPr>
              <a:xfrm>
                <a:off x="2870" y="1138"/>
                <a:ext cx="35" cy="32"/>
              </a:xfrm>
              <a:custGeom>
                <a:avLst/>
                <a:gdLst/>
                <a:ahLst/>
                <a:cxnLst>
                  <a:cxn ang="0">
                    <a:pos x="25" y="31"/>
                  </a:cxn>
                  <a:cxn ang="0">
                    <a:pos x="34" y="31"/>
                  </a:cxn>
                  <a:cxn ang="0">
                    <a:pos x="34" y="26"/>
                  </a:cxn>
                  <a:cxn ang="0">
                    <a:pos x="34" y="4"/>
                  </a:cxn>
                  <a:cxn ang="0">
                    <a:pos x="34" y="0"/>
                  </a:cxn>
                  <a:cxn ang="0">
                    <a:pos x="25" y="0"/>
                  </a:cxn>
                  <a:cxn ang="0">
                    <a:pos x="17" y="4"/>
                  </a:cxn>
                  <a:cxn ang="0">
                    <a:pos x="8" y="8"/>
                  </a:cxn>
                  <a:cxn ang="0">
                    <a:pos x="0" y="13"/>
                  </a:cxn>
                  <a:cxn ang="0">
                    <a:pos x="0" y="17"/>
                  </a:cxn>
                  <a:cxn ang="0">
                    <a:pos x="8" y="17"/>
                  </a:cxn>
                  <a:cxn ang="0">
                    <a:pos x="8" y="26"/>
                  </a:cxn>
                  <a:cxn ang="0">
                    <a:pos x="17" y="31"/>
                  </a:cxn>
                  <a:cxn ang="0">
                    <a:pos x="25" y="31"/>
                  </a:cxn>
                </a:cxnLst>
                <a:rect l="0" t="0" r="0" b="0"/>
                <a:pathLst>
                  <a:path w="35" h="32">
                    <a:moveTo>
                      <a:pt x="25" y="31"/>
                    </a:moveTo>
                    <a:lnTo>
                      <a:pt x="34" y="31"/>
                    </a:lnTo>
                    <a:lnTo>
                      <a:pt x="34" y="26"/>
                    </a:lnTo>
                    <a:lnTo>
                      <a:pt x="34" y="4"/>
                    </a:lnTo>
                    <a:lnTo>
                      <a:pt x="34" y="0"/>
                    </a:lnTo>
                    <a:lnTo>
                      <a:pt x="25" y="0"/>
                    </a:lnTo>
                    <a:lnTo>
                      <a:pt x="17" y="4"/>
                    </a:lnTo>
                    <a:lnTo>
                      <a:pt x="8" y="8"/>
                    </a:lnTo>
                    <a:lnTo>
                      <a:pt x="0" y="13"/>
                    </a:lnTo>
                    <a:lnTo>
                      <a:pt x="0" y="17"/>
                    </a:lnTo>
                    <a:lnTo>
                      <a:pt x="8" y="17"/>
                    </a:lnTo>
                    <a:lnTo>
                      <a:pt x="8"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79" name="Freeform 412"/>
              <p:cNvSpPr/>
              <p:nvPr/>
            </p:nvSpPr>
            <p:spPr>
              <a:xfrm>
                <a:off x="2871" y="1138"/>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80" name="Freeform 413"/>
              <p:cNvSpPr/>
              <p:nvPr/>
            </p:nvSpPr>
            <p:spPr>
              <a:xfrm>
                <a:off x="2889" y="1146"/>
                <a:ext cx="35" cy="29"/>
              </a:xfrm>
              <a:custGeom>
                <a:avLst/>
                <a:gdLst/>
                <a:ahLst/>
                <a:cxnLst>
                  <a:cxn ang="0">
                    <a:pos x="0" y="12"/>
                  </a:cxn>
                  <a:cxn ang="0">
                    <a:pos x="0" y="16"/>
                  </a:cxn>
                  <a:cxn ang="0">
                    <a:pos x="4" y="16"/>
                  </a:cxn>
                  <a:cxn ang="0">
                    <a:pos x="4" y="20"/>
                  </a:cxn>
                  <a:cxn ang="0">
                    <a:pos x="9" y="24"/>
                  </a:cxn>
                  <a:cxn ang="0">
                    <a:pos x="14" y="28"/>
                  </a:cxn>
                  <a:cxn ang="0">
                    <a:pos x="19" y="28"/>
                  </a:cxn>
                  <a:cxn ang="0">
                    <a:pos x="24" y="24"/>
                  </a:cxn>
                  <a:cxn ang="0">
                    <a:pos x="29" y="20"/>
                  </a:cxn>
                  <a:cxn ang="0">
                    <a:pos x="29" y="16"/>
                  </a:cxn>
                  <a:cxn ang="0">
                    <a:pos x="34" y="16"/>
                  </a:cxn>
                  <a:cxn ang="0">
                    <a:pos x="34" y="12"/>
                  </a:cxn>
                  <a:cxn ang="0">
                    <a:pos x="29" y="8"/>
                  </a:cxn>
                  <a:cxn ang="0">
                    <a:pos x="24" y="4"/>
                  </a:cxn>
                  <a:cxn ang="0">
                    <a:pos x="19" y="0"/>
                  </a:cxn>
                  <a:cxn ang="0">
                    <a:pos x="14" y="0"/>
                  </a:cxn>
                  <a:cxn ang="0">
                    <a:pos x="9" y="4"/>
                  </a:cxn>
                  <a:cxn ang="0">
                    <a:pos x="4" y="8"/>
                  </a:cxn>
                  <a:cxn ang="0">
                    <a:pos x="0" y="12"/>
                  </a:cxn>
                </a:cxnLst>
                <a:rect l="0" t="0" r="0" b="0"/>
                <a:pathLst>
                  <a:path w="35" h="29">
                    <a:moveTo>
                      <a:pt x="0" y="12"/>
                    </a:moveTo>
                    <a:lnTo>
                      <a:pt x="0" y="16"/>
                    </a:lnTo>
                    <a:lnTo>
                      <a:pt x="4" y="16"/>
                    </a:lnTo>
                    <a:lnTo>
                      <a:pt x="4" y="20"/>
                    </a:lnTo>
                    <a:lnTo>
                      <a:pt x="9" y="24"/>
                    </a:lnTo>
                    <a:lnTo>
                      <a:pt x="14" y="28"/>
                    </a:lnTo>
                    <a:lnTo>
                      <a:pt x="19" y="28"/>
                    </a:lnTo>
                    <a:lnTo>
                      <a:pt x="24" y="24"/>
                    </a:lnTo>
                    <a:lnTo>
                      <a:pt x="29" y="20"/>
                    </a:lnTo>
                    <a:lnTo>
                      <a:pt x="29" y="16"/>
                    </a:lnTo>
                    <a:lnTo>
                      <a:pt x="34" y="16"/>
                    </a:lnTo>
                    <a:lnTo>
                      <a:pt x="34" y="12"/>
                    </a:lnTo>
                    <a:lnTo>
                      <a:pt x="29" y="8"/>
                    </a:lnTo>
                    <a:lnTo>
                      <a:pt x="24" y="4"/>
                    </a:lnTo>
                    <a:lnTo>
                      <a:pt x="19" y="0"/>
                    </a:lnTo>
                    <a:lnTo>
                      <a:pt x="14" y="0"/>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081" name="Line 414"/>
              <p:cNvSpPr/>
              <p:nvPr/>
            </p:nvSpPr>
            <p:spPr>
              <a:xfrm>
                <a:off x="2867" y="1121"/>
                <a:ext cx="6" cy="6"/>
              </a:xfrm>
              <a:prstGeom prst="line">
                <a:avLst/>
              </a:prstGeom>
              <a:ln w="12700" cap="flat" cmpd="sng">
                <a:solidFill>
                  <a:schemeClr val="tx1"/>
                </a:solidFill>
                <a:prstDash val="solid"/>
                <a:headEnd type="none" w="med" len="med"/>
                <a:tailEnd type="none" w="med" len="med"/>
              </a:ln>
            </p:spPr>
          </p:sp>
          <p:sp>
            <p:nvSpPr>
              <p:cNvPr id="43082" name="Line 415"/>
              <p:cNvSpPr/>
              <p:nvPr/>
            </p:nvSpPr>
            <p:spPr>
              <a:xfrm>
                <a:off x="2863" y="1120"/>
                <a:ext cx="13" cy="4"/>
              </a:xfrm>
              <a:prstGeom prst="line">
                <a:avLst/>
              </a:prstGeom>
              <a:ln w="12700" cap="flat" cmpd="sng">
                <a:solidFill>
                  <a:schemeClr val="tx1"/>
                </a:solidFill>
                <a:prstDash val="solid"/>
                <a:headEnd type="none" w="med" len="med"/>
                <a:tailEnd type="none" w="med" len="med"/>
              </a:ln>
            </p:spPr>
          </p:sp>
          <p:sp>
            <p:nvSpPr>
              <p:cNvPr id="43083" name="Freeform 416"/>
              <p:cNvSpPr/>
              <p:nvPr/>
            </p:nvSpPr>
            <p:spPr>
              <a:xfrm>
                <a:off x="2858" y="1118"/>
                <a:ext cx="34" cy="32"/>
              </a:xfrm>
              <a:custGeom>
                <a:avLst/>
                <a:gdLst/>
                <a:ahLst/>
                <a:cxnLst>
                  <a:cxn ang="0">
                    <a:pos x="24" y="31"/>
                  </a:cxn>
                  <a:cxn ang="0">
                    <a:pos x="33" y="31"/>
                  </a:cxn>
                  <a:cxn ang="0">
                    <a:pos x="33" y="26"/>
                  </a:cxn>
                  <a:cxn ang="0">
                    <a:pos x="33" y="4"/>
                  </a:cxn>
                  <a:cxn ang="0">
                    <a:pos x="33" y="0"/>
                  </a:cxn>
                  <a:cxn ang="0">
                    <a:pos x="24" y="0"/>
                  </a:cxn>
                  <a:cxn ang="0">
                    <a:pos x="16" y="0"/>
                  </a:cxn>
                  <a:cxn ang="0">
                    <a:pos x="8" y="4"/>
                  </a:cxn>
                  <a:cxn ang="0">
                    <a:pos x="8" y="8"/>
                  </a:cxn>
                  <a:cxn ang="0">
                    <a:pos x="0" y="8"/>
                  </a:cxn>
                  <a:cxn ang="0">
                    <a:pos x="0" y="13"/>
                  </a:cxn>
                  <a:cxn ang="0">
                    <a:pos x="8"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0"/>
                    </a:lnTo>
                    <a:lnTo>
                      <a:pt x="8" y="4"/>
                    </a:lnTo>
                    <a:lnTo>
                      <a:pt x="8" y="8"/>
                    </a:lnTo>
                    <a:lnTo>
                      <a:pt x="0" y="8"/>
                    </a:lnTo>
                    <a:lnTo>
                      <a:pt x="0" y="13"/>
                    </a:lnTo>
                    <a:lnTo>
                      <a:pt x="8"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84" name="Freeform 417"/>
              <p:cNvSpPr/>
              <p:nvPr/>
            </p:nvSpPr>
            <p:spPr>
              <a:xfrm>
                <a:off x="2861" y="1118"/>
                <a:ext cx="35" cy="32"/>
              </a:xfrm>
              <a:custGeom>
                <a:avLst/>
                <a:gdLst/>
                <a:ahLst/>
                <a:cxnLst>
                  <a:cxn ang="0">
                    <a:pos x="2" y="0"/>
                  </a:cxn>
                  <a:cxn ang="0">
                    <a:pos x="34" y="16"/>
                  </a:cxn>
                  <a:cxn ang="0">
                    <a:pos x="32" y="31"/>
                  </a:cxn>
                  <a:cxn ang="0">
                    <a:pos x="0" y="14"/>
                  </a:cxn>
                  <a:cxn ang="0">
                    <a:pos x="2" y="0"/>
                  </a:cxn>
                </a:cxnLst>
                <a:rect l="0" t="0" r="0" b="0"/>
                <a:pathLst>
                  <a:path w="35" h="32">
                    <a:moveTo>
                      <a:pt x="2" y="0"/>
                    </a:moveTo>
                    <a:lnTo>
                      <a:pt x="34" y="16"/>
                    </a:lnTo>
                    <a:lnTo>
                      <a:pt x="32" y="31"/>
                    </a:lnTo>
                    <a:lnTo>
                      <a:pt x="0" y="14"/>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85" name="Freeform 418"/>
              <p:cNvSpPr/>
              <p:nvPr/>
            </p:nvSpPr>
            <p:spPr>
              <a:xfrm>
                <a:off x="2876" y="1121"/>
                <a:ext cx="33" cy="30"/>
              </a:xfrm>
              <a:custGeom>
                <a:avLst/>
                <a:gdLst/>
                <a:ahLst/>
                <a:cxnLst>
                  <a:cxn ang="0">
                    <a:pos x="0" y="9"/>
                  </a:cxn>
                  <a:cxn ang="0">
                    <a:pos x="0" y="14"/>
                  </a:cxn>
                  <a:cxn ang="0">
                    <a:pos x="4" y="14"/>
                  </a:cxn>
                  <a:cxn ang="0">
                    <a:pos x="4" y="24"/>
                  </a:cxn>
                  <a:cxn ang="0">
                    <a:pos x="9" y="29"/>
                  </a:cxn>
                  <a:cxn ang="0">
                    <a:pos x="13" y="29"/>
                  </a:cxn>
                  <a:cxn ang="0">
                    <a:pos x="18" y="29"/>
                  </a:cxn>
                  <a:cxn ang="0">
                    <a:pos x="22" y="29"/>
                  </a:cxn>
                  <a:cxn ang="0">
                    <a:pos x="27" y="24"/>
                  </a:cxn>
                  <a:cxn ang="0">
                    <a:pos x="27" y="14"/>
                  </a:cxn>
                  <a:cxn ang="0">
                    <a:pos x="32" y="14"/>
                  </a:cxn>
                  <a:cxn ang="0">
                    <a:pos x="32" y="9"/>
                  </a:cxn>
                  <a:cxn ang="0">
                    <a:pos x="27" y="4"/>
                  </a:cxn>
                  <a:cxn ang="0">
                    <a:pos x="27" y="0"/>
                  </a:cxn>
                  <a:cxn ang="0">
                    <a:pos x="22" y="0"/>
                  </a:cxn>
                  <a:cxn ang="0">
                    <a:pos x="18" y="0"/>
                  </a:cxn>
                  <a:cxn ang="0">
                    <a:pos x="9" y="0"/>
                  </a:cxn>
                  <a:cxn ang="0">
                    <a:pos x="4" y="0"/>
                  </a:cxn>
                  <a:cxn ang="0">
                    <a:pos x="4" y="4"/>
                  </a:cxn>
                  <a:cxn ang="0">
                    <a:pos x="0" y="9"/>
                  </a:cxn>
                </a:cxnLst>
                <a:rect l="0" t="0" r="0" b="0"/>
                <a:pathLst>
                  <a:path w="33" h="30">
                    <a:moveTo>
                      <a:pt x="0" y="9"/>
                    </a:moveTo>
                    <a:lnTo>
                      <a:pt x="0" y="14"/>
                    </a:lnTo>
                    <a:lnTo>
                      <a:pt x="4" y="14"/>
                    </a:lnTo>
                    <a:lnTo>
                      <a:pt x="4" y="24"/>
                    </a:lnTo>
                    <a:lnTo>
                      <a:pt x="9" y="29"/>
                    </a:lnTo>
                    <a:lnTo>
                      <a:pt x="13" y="29"/>
                    </a:lnTo>
                    <a:lnTo>
                      <a:pt x="18" y="29"/>
                    </a:lnTo>
                    <a:lnTo>
                      <a:pt x="22" y="29"/>
                    </a:lnTo>
                    <a:lnTo>
                      <a:pt x="27" y="24"/>
                    </a:lnTo>
                    <a:lnTo>
                      <a:pt x="27" y="14"/>
                    </a:lnTo>
                    <a:lnTo>
                      <a:pt x="32" y="14"/>
                    </a:lnTo>
                    <a:lnTo>
                      <a:pt x="32" y="9"/>
                    </a:lnTo>
                    <a:lnTo>
                      <a:pt x="27" y="4"/>
                    </a:lnTo>
                    <a:lnTo>
                      <a:pt x="27" y="0"/>
                    </a:lnTo>
                    <a:lnTo>
                      <a:pt x="22" y="0"/>
                    </a:lnTo>
                    <a:lnTo>
                      <a:pt x="18" y="0"/>
                    </a:lnTo>
                    <a:lnTo>
                      <a:pt x="9" y="0"/>
                    </a:lnTo>
                    <a:lnTo>
                      <a:pt x="4" y="0"/>
                    </a:lnTo>
                    <a:lnTo>
                      <a:pt x="4" y="4"/>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086" name="Line 419"/>
              <p:cNvSpPr/>
              <p:nvPr/>
            </p:nvSpPr>
            <p:spPr>
              <a:xfrm>
                <a:off x="2875" y="1100"/>
                <a:ext cx="10" cy="1"/>
              </a:xfrm>
              <a:prstGeom prst="line">
                <a:avLst/>
              </a:prstGeom>
              <a:ln w="12700" cap="flat" cmpd="sng">
                <a:solidFill>
                  <a:schemeClr val="tx1"/>
                </a:solidFill>
                <a:prstDash val="solid"/>
                <a:headEnd type="none" w="med" len="med"/>
                <a:tailEnd type="none" w="med" len="med"/>
              </a:ln>
            </p:spPr>
          </p:sp>
          <p:sp>
            <p:nvSpPr>
              <p:cNvPr id="43087" name="Line 420"/>
              <p:cNvSpPr/>
              <p:nvPr/>
            </p:nvSpPr>
            <p:spPr>
              <a:xfrm>
                <a:off x="2878" y="1099"/>
                <a:ext cx="9" cy="2"/>
              </a:xfrm>
              <a:prstGeom prst="line">
                <a:avLst/>
              </a:prstGeom>
              <a:ln w="12700" cap="flat" cmpd="sng">
                <a:solidFill>
                  <a:schemeClr val="tx1"/>
                </a:solidFill>
                <a:prstDash val="solid"/>
                <a:headEnd type="none" w="med" len="med"/>
                <a:tailEnd type="none" w="med" len="med"/>
              </a:ln>
            </p:spPr>
          </p:sp>
          <p:sp>
            <p:nvSpPr>
              <p:cNvPr id="43088" name="Freeform 421"/>
              <p:cNvSpPr/>
              <p:nvPr/>
            </p:nvSpPr>
            <p:spPr>
              <a:xfrm>
                <a:off x="2870" y="1096"/>
                <a:ext cx="35" cy="32"/>
              </a:xfrm>
              <a:custGeom>
                <a:avLst/>
                <a:gdLst/>
                <a:ahLst/>
                <a:cxnLst>
                  <a:cxn ang="0">
                    <a:pos x="25" y="31"/>
                  </a:cxn>
                  <a:cxn ang="0">
                    <a:pos x="25" y="26"/>
                  </a:cxn>
                  <a:cxn ang="0">
                    <a:pos x="34" y="26"/>
                  </a:cxn>
                  <a:cxn ang="0">
                    <a:pos x="34" y="4"/>
                  </a:cxn>
                  <a:cxn ang="0">
                    <a:pos x="25" y="4"/>
                  </a:cxn>
                  <a:cxn ang="0">
                    <a:pos x="25" y="0"/>
                  </a:cxn>
                  <a:cxn ang="0">
                    <a:pos x="17" y="0"/>
                  </a:cxn>
                  <a:cxn ang="0">
                    <a:pos x="17" y="4"/>
                  </a:cxn>
                  <a:cxn ang="0">
                    <a:pos x="8" y="4"/>
                  </a:cxn>
                  <a:cxn ang="0">
                    <a:pos x="0" y="8"/>
                  </a:cxn>
                  <a:cxn ang="0">
                    <a:pos x="0" y="13"/>
                  </a:cxn>
                  <a:cxn ang="0">
                    <a:pos x="0" y="17"/>
                  </a:cxn>
                  <a:cxn ang="0">
                    <a:pos x="0" y="22"/>
                  </a:cxn>
                  <a:cxn ang="0">
                    <a:pos x="8" y="26"/>
                  </a:cxn>
                  <a:cxn ang="0">
                    <a:pos x="17" y="26"/>
                  </a:cxn>
                  <a:cxn ang="0">
                    <a:pos x="17" y="31"/>
                  </a:cxn>
                  <a:cxn ang="0">
                    <a:pos x="25" y="31"/>
                  </a:cxn>
                </a:cxnLst>
                <a:rect l="0" t="0" r="0" b="0"/>
                <a:pathLst>
                  <a:path w="35" h="32">
                    <a:moveTo>
                      <a:pt x="25" y="31"/>
                    </a:moveTo>
                    <a:lnTo>
                      <a:pt x="25" y="26"/>
                    </a:lnTo>
                    <a:lnTo>
                      <a:pt x="34" y="26"/>
                    </a:lnTo>
                    <a:lnTo>
                      <a:pt x="34" y="4"/>
                    </a:lnTo>
                    <a:lnTo>
                      <a:pt x="25" y="4"/>
                    </a:lnTo>
                    <a:lnTo>
                      <a:pt x="25" y="0"/>
                    </a:lnTo>
                    <a:lnTo>
                      <a:pt x="17" y="0"/>
                    </a:lnTo>
                    <a:lnTo>
                      <a:pt x="17" y="4"/>
                    </a:lnTo>
                    <a:lnTo>
                      <a:pt x="8" y="4"/>
                    </a:lnTo>
                    <a:lnTo>
                      <a:pt x="0" y="8"/>
                    </a:lnTo>
                    <a:lnTo>
                      <a:pt x="0" y="13"/>
                    </a:lnTo>
                    <a:lnTo>
                      <a:pt x="0" y="17"/>
                    </a:lnTo>
                    <a:lnTo>
                      <a:pt x="0" y="22"/>
                    </a:lnTo>
                    <a:lnTo>
                      <a:pt x="8" y="26"/>
                    </a:lnTo>
                    <a:lnTo>
                      <a:pt x="17"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89" name="Freeform 422"/>
              <p:cNvSpPr/>
              <p:nvPr/>
            </p:nvSpPr>
            <p:spPr>
              <a:xfrm>
                <a:off x="2870" y="1096"/>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90" name="Freeform 423"/>
              <p:cNvSpPr/>
              <p:nvPr/>
            </p:nvSpPr>
            <p:spPr>
              <a:xfrm>
                <a:off x="2889" y="1099"/>
                <a:ext cx="35" cy="32"/>
              </a:xfrm>
              <a:custGeom>
                <a:avLst/>
                <a:gdLst/>
                <a:ahLst/>
                <a:cxnLst>
                  <a:cxn ang="0">
                    <a:pos x="0" y="13"/>
                  </a:cxn>
                  <a:cxn ang="0">
                    <a:pos x="0" y="17"/>
                  </a:cxn>
                  <a:cxn ang="0">
                    <a:pos x="0" y="22"/>
                  </a:cxn>
                  <a:cxn ang="0">
                    <a:pos x="11" y="31"/>
                  </a:cxn>
                  <a:cxn ang="0">
                    <a:pos x="17" y="31"/>
                  </a:cxn>
                  <a:cxn ang="0">
                    <a:pos x="17" y="26"/>
                  </a:cxn>
                  <a:cxn ang="0">
                    <a:pos x="22" y="26"/>
                  </a:cxn>
                  <a:cxn ang="0">
                    <a:pos x="28" y="22"/>
                  </a:cxn>
                  <a:cxn ang="0">
                    <a:pos x="28" y="17"/>
                  </a:cxn>
                  <a:cxn ang="0">
                    <a:pos x="34" y="17"/>
                  </a:cxn>
                  <a:cxn ang="0">
                    <a:pos x="34" y="8"/>
                  </a:cxn>
                  <a:cxn ang="0">
                    <a:pos x="28" y="8"/>
                  </a:cxn>
                  <a:cxn ang="0">
                    <a:pos x="28" y="4"/>
                  </a:cxn>
                  <a:cxn ang="0">
                    <a:pos x="22" y="0"/>
                  </a:cxn>
                  <a:cxn ang="0">
                    <a:pos x="17" y="0"/>
                  </a:cxn>
                  <a:cxn ang="0">
                    <a:pos x="11" y="0"/>
                  </a:cxn>
                  <a:cxn ang="0">
                    <a:pos x="0" y="8"/>
                  </a:cxn>
                  <a:cxn ang="0">
                    <a:pos x="0" y="13"/>
                  </a:cxn>
                </a:cxnLst>
                <a:rect l="0" t="0" r="0" b="0"/>
                <a:pathLst>
                  <a:path w="35" h="32">
                    <a:moveTo>
                      <a:pt x="0" y="13"/>
                    </a:moveTo>
                    <a:lnTo>
                      <a:pt x="0" y="17"/>
                    </a:lnTo>
                    <a:lnTo>
                      <a:pt x="0" y="22"/>
                    </a:lnTo>
                    <a:lnTo>
                      <a:pt x="11" y="31"/>
                    </a:lnTo>
                    <a:lnTo>
                      <a:pt x="17" y="31"/>
                    </a:lnTo>
                    <a:lnTo>
                      <a:pt x="17" y="26"/>
                    </a:lnTo>
                    <a:lnTo>
                      <a:pt x="22" y="26"/>
                    </a:lnTo>
                    <a:lnTo>
                      <a:pt x="28" y="22"/>
                    </a:lnTo>
                    <a:lnTo>
                      <a:pt x="28" y="17"/>
                    </a:lnTo>
                    <a:lnTo>
                      <a:pt x="34" y="17"/>
                    </a:lnTo>
                    <a:lnTo>
                      <a:pt x="34" y="8"/>
                    </a:lnTo>
                    <a:lnTo>
                      <a:pt x="28" y="8"/>
                    </a:lnTo>
                    <a:lnTo>
                      <a:pt x="28" y="4"/>
                    </a:lnTo>
                    <a:lnTo>
                      <a:pt x="22" y="0"/>
                    </a:lnTo>
                    <a:lnTo>
                      <a:pt x="17" y="0"/>
                    </a:lnTo>
                    <a:lnTo>
                      <a:pt x="11" y="0"/>
                    </a:lnTo>
                    <a:lnTo>
                      <a:pt x="0" y="8"/>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091" name="Line 424"/>
              <p:cNvSpPr/>
              <p:nvPr/>
            </p:nvSpPr>
            <p:spPr>
              <a:xfrm>
                <a:off x="2910" y="1090"/>
                <a:ext cx="12" cy="3"/>
              </a:xfrm>
              <a:prstGeom prst="line">
                <a:avLst/>
              </a:prstGeom>
              <a:ln w="12700" cap="flat" cmpd="sng">
                <a:solidFill>
                  <a:schemeClr val="tx1"/>
                </a:solidFill>
                <a:prstDash val="solid"/>
                <a:headEnd type="none" w="med" len="med"/>
                <a:tailEnd type="none" w="med" len="med"/>
              </a:ln>
            </p:spPr>
          </p:sp>
          <p:sp>
            <p:nvSpPr>
              <p:cNvPr id="43092" name="Line 425"/>
              <p:cNvSpPr/>
              <p:nvPr/>
            </p:nvSpPr>
            <p:spPr>
              <a:xfrm>
                <a:off x="2916" y="1088"/>
                <a:ext cx="8" cy="3"/>
              </a:xfrm>
              <a:prstGeom prst="line">
                <a:avLst/>
              </a:prstGeom>
              <a:ln w="12700" cap="flat" cmpd="sng">
                <a:solidFill>
                  <a:schemeClr val="tx1"/>
                </a:solidFill>
                <a:prstDash val="solid"/>
                <a:headEnd type="none" w="med" len="med"/>
                <a:tailEnd type="none" w="med" len="med"/>
              </a:ln>
            </p:spPr>
          </p:sp>
          <p:sp>
            <p:nvSpPr>
              <p:cNvPr id="43093" name="Freeform 426"/>
              <p:cNvSpPr/>
              <p:nvPr/>
            </p:nvSpPr>
            <p:spPr>
              <a:xfrm>
                <a:off x="2905" y="1086"/>
                <a:ext cx="36" cy="31"/>
              </a:xfrm>
              <a:custGeom>
                <a:avLst/>
                <a:gdLst/>
                <a:ahLst/>
                <a:cxnLst>
                  <a:cxn ang="0">
                    <a:pos x="26" y="30"/>
                  </a:cxn>
                  <a:cxn ang="0">
                    <a:pos x="35" y="30"/>
                  </a:cxn>
                  <a:cxn ang="0">
                    <a:pos x="35" y="25"/>
                  </a:cxn>
                  <a:cxn ang="0">
                    <a:pos x="35" y="4"/>
                  </a:cxn>
                  <a:cxn ang="0">
                    <a:pos x="35" y="0"/>
                  </a:cxn>
                  <a:cxn ang="0">
                    <a:pos x="26" y="0"/>
                  </a:cxn>
                  <a:cxn ang="0">
                    <a:pos x="17" y="4"/>
                  </a:cxn>
                  <a:cxn ang="0">
                    <a:pos x="8" y="8"/>
                  </a:cxn>
                  <a:cxn ang="0">
                    <a:pos x="0" y="12"/>
                  </a:cxn>
                  <a:cxn ang="0">
                    <a:pos x="0" y="17"/>
                  </a:cxn>
                  <a:cxn ang="0">
                    <a:pos x="8" y="21"/>
                  </a:cxn>
                  <a:cxn ang="0">
                    <a:pos x="17" y="25"/>
                  </a:cxn>
                  <a:cxn ang="0">
                    <a:pos x="26" y="30"/>
                  </a:cxn>
                </a:cxnLst>
                <a:rect l="0" t="0" r="0" b="0"/>
                <a:pathLst>
                  <a:path w="36" h="31">
                    <a:moveTo>
                      <a:pt x="26" y="30"/>
                    </a:moveTo>
                    <a:lnTo>
                      <a:pt x="35" y="30"/>
                    </a:lnTo>
                    <a:lnTo>
                      <a:pt x="35" y="25"/>
                    </a:lnTo>
                    <a:lnTo>
                      <a:pt x="35" y="4"/>
                    </a:lnTo>
                    <a:lnTo>
                      <a:pt x="35" y="0"/>
                    </a:lnTo>
                    <a:lnTo>
                      <a:pt x="26" y="0"/>
                    </a:lnTo>
                    <a:lnTo>
                      <a:pt x="17" y="4"/>
                    </a:lnTo>
                    <a:lnTo>
                      <a:pt x="8" y="8"/>
                    </a:lnTo>
                    <a:lnTo>
                      <a:pt x="0" y="12"/>
                    </a:lnTo>
                    <a:lnTo>
                      <a:pt x="0" y="17"/>
                    </a:lnTo>
                    <a:lnTo>
                      <a:pt x="8" y="21"/>
                    </a:lnTo>
                    <a:lnTo>
                      <a:pt x="17" y="25"/>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94" name="Freeform 427"/>
              <p:cNvSpPr/>
              <p:nvPr/>
            </p:nvSpPr>
            <p:spPr>
              <a:xfrm>
                <a:off x="2905" y="1086"/>
                <a:ext cx="36" cy="31"/>
              </a:xfrm>
              <a:custGeom>
                <a:avLst/>
                <a:gdLst/>
                <a:ahLst/>
                <a:cxnLst>
                  <a:cxn ang="0">
                    <a:pos x="2" y="0"/>
                  </a:cxn>
                  <a:cxn ang="0">
                    <a:pos x="35" y="15"/>
                  </a:cxn>
                  <a:cxn ang="0">
                    <a:pos x="33" y="30"/>
                  </a:cxn>
                  <a:cxn ang="0">
                    <a:pos x="0" y="15"/>
                  </a:cxn>
                  <a:cxn ang="0">
                    <a:pos x="2" y="0"/>
                  </a:cxn>
                </a:cxnLst>
                <a:rect l="0" t="0" r="0" b="0"/>
                <a:pathLst>
                  <a:path w="36" h="31">
                    <a:moveTo>
                      <a:pt x="2" y="0"/>
                    </a:moveTo>
                    <a:lnTo>
                      <a:pt x="35" y="15"/>
                    </a:lnTo>
                    <a:lnTo>
                      <a:pt x="33" y="30"/>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95" name="Freeform 428"/>
              <p:cNvSpPr/>
              <p:nvPr/>
            </p:nvSpPr>
            <p:spPr>
              <a:xfrm>
                <a:off x="2922" y="1088"/>
                <a:ext cx="34" cy="31"/>
              </a:xfrm>
              <a:custGeom>
                <a:avLst/>
                <a:gdLst/>
                <a:ahLst/>
                <a:cxnLst>
                  <a:cxn ang="0">
                    <a:pos x="0" y="12"/>
                  </a:cxn>
                  <a:cxn ang="0">
                    <a:pos x="4" y="17"/>
                  </a:cxn>
                  <a:cxn ang="0">
                    <a:pos x="4" y="21"/>
                  </a:cxn>
                  <a:cxn ang="0">
                    <a:pos x="9" y="25"/>
                  </a:cxn>
                  <a:cxn ang="0">
                    <a:pos x="14" y="30"/>
                  </a:cxn>
                  <a:cxn ang="0">
                    <a:pos x="18" y="30"/>
                  </a:cxn>
                  <a:cxn ang="0">
                    <a:pos x="18" y="25"/>
                  </a:cxn>
                  <a:cxn ang="0">
                    <a:pos x="23" y="25"/>
                  </a:cxn>
                  <a:cxn ang="0">
                    <a:pos x="28" y="21"/>
                  </a:cxn>
                  <a:cxn ang="0">
                    <a:pos x="28" y="17"/>
                  </a:cxn>
                  <a:cxn ang="0">
                    <a:pos x="33" y="12"/>
                  </a:cxn>
                  <a:cxn ang="0">
                    <a:pos x="33" y="8"/>
                  </a:cxn>
                  <a:cxn ang="0">
                    <a:pos x="28" y="8"/>
                  </a:cxn>
                  <a:cxn ang="0">
                    <a:pos x="28" y="4"/>
                  </a:cxn>
                  <a:cxn ang="0">
                    <a:pos x="23" y="0"/>
                  </a:cxn>
                  <a:cxn ang="0">
                    <a:pos x="18" y="0"/>
                  </a:cxn>
                  <a:cxn ang="0">
                    <a:pos x="14" y="0"/>
                  </a:cxn>
                  <a:cxn ang="0">
                    <a:pos x="9" y="0"/>
                  </a:cxn>
                  <a:cxn ang="0">
                    <a:pos x="4" y="4"/>
                  </a:cxn>
                  <a:cxn ang="0">
                    <a:pos x="4" y="8"/>
                  </a:cxn>
                  <a:cxn ang="0">
                    <a:pos x="0" y="8"/>
                  </a:cxn>
                  <a:cxn ang="0">
                    <a:pos x="0" y="12"/>
                  </a:cxn>
                </a:cxnLst>
                <a:rect l="0" t="0" r="0" b="0"/>
                <a:pathLst>
                  <a:path w="34" h="31">
                    <a:moveTo>
                      <a:pt x="0" y="12"/>
                    </a:moveTo>
                    <a:lnTo>
                      <a:pt x="4" y="17"/>
                    </a:lnTo>
                    <a:lnTo>
                      <a:pt x="4" y="21"/>
                    </a:lnTo>
                    <a:lnTo>
                      <a:pt x="9" y="25"/>
                    </a:lnTo>
                    <a:lnTo>
                      <a:pt x="14" y="30"/>
                    </a:lnTo>
                    <a:lnTo>
                      <a:pt x="18" y="30"/>
                    </a:lnTo>
                    <a:lnTo>
                      <a:pt x="18" y="25"/>
                    </a:lnTo>
                    <a:lnTo>
                      <a:pt x="23" y="25"/>
                    </a:lnTo>
                    <a:lnTo>
                      <a:pt x="28" y="21"/>
                    </a:lnTo>
                    <a:lnTo>
                      <a:pt x="28" y="17"/>
                    </a:lnTo>
                    <a:lnTo>
                      <a:pt x="33" y="12"/>
                    </a:lnTo>
                    <a:lnTo>
                      <a:pt x="33" y="8"/>
                    </a:lnTo>
                    <a:lnTo>
                      <a:pt x="28" y="8"/>
                    </a:lnTo>
                    <a:lnTo>
                      <a:pt x="28" y="4"/>
                    </a:lnTo>
                    <a:lnTo>
                      <a:pt x="23" y="0"/>
                    </a:lnTo>
                    <a:lnTo>
                      <a:pt x="18" y="0"/>
                    </a:lnTo>
                    <a:lnTo>
                      <a:pt x="14"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096" name="Line 429"/>
              <p:cNvSpPr/>
              <p:nvPr/>
            </p:nvSpPr>
            <p:spPr>
              <a:xfrm>
                <a:off x="2946" y="1099"/>
                <a:ext cx="6" cy="3"/>
              </a:xfrm>
              <a:prstGeom prst="line">
                <a:avLst/>
              </a:prstGeom>
              <a:ln w="12700" cap="flat" cmpd="sng">
                <a:solidFill>
                  <a:schemeClr val="tx1"/>
                </a:solidFill>
                <a:prstDash val="solid"/>
                <a:headEnd type="none" w="med" len="med"/>
                <a:tailEnd type="none" w="med" len="med"/>
              </a:ln>
            </p:spPr>
          </p:sp>
          <p:sp>
            <p:nvSpPr>
              <p:cNvPr id="43097" name="Line 430"/>
              <p:cNvSpPr/>
              <p:nvPr/>
            </p:nvSpPr>
            <p:spPr>
              <a:xfrm>
                <a:off x="2946" y="1098"/>
                <a:ext cx="9" cy="1"/>
              </a:xfrm>
              <a:prstGeom prst="line">
                <a:avLst/>
              </a:prstGeom>
              <a:ln w="12700" cap="flat" cmpd="sng">
                <a:solidFill>
                  <a:schemeClr val="tx1"/>
                </a:solidFill>
                <a:prstDash val="solid"/>
                <a:headEnd type="none" w="med" len="med"/>
                <a:tailEnd type="none" w="med" len="med"/>
              </a:ln>
            </p:spPr>
          </p:sp>
          <p:sp>
            <p:nvSpPr>
              <p:cNvPr id="43098" name="Freeform 431"/>
              <p:cNvSpPr/>
              <p:nvPr/>
            </p:nvSpPr>
            <p:spPr>
              <a:xfrm>
                <a:off x="2936" y="1096"/>
                <a:ext cx="34" cy="32"/>
              </a:xfrm>
              <a:custGeom>
                <a:avLst/>
                <a:gdLst/>
                <a:ahLst/>
                <a:cxnLst>
                  <a:cxn ang="0">
                    <a:pos x="24" y="31"/>
                  </a:cxn>
                  <a:cxn ang="0">
                    <a:pos x="33" y="31"/>
                  </a:cxn>
                  <a:cxn ang="0">
                    <a:pos x="33" y="25"/>
                  </a:cxn>
                  <a:cxn ang="0">
                    <a:pos x="33" y="5"/>
                  </a:cxn>
                  <a:cxn ang="0">
                    <a:pos x="33" y="0"/>
                  </a:cxn>
                  <a:cxn ang="0">
                    <a:pos x="24" y="0"/>
                  </a:cxn>
                  <a:cxn ang="0">
                    <a:pos x="16" y="0"/>
                  </a:cxn>
                  <a:cxn ang="0">
                    <a:pos x="8" y="10"/>
                  </a:cxn>
                  <a:cxn ang="0">
                    <a:pos x="0" y="15"/>
                  </a:cxn>
                  <a:cxn ang="0">
                    <a:pos x="0" y="20"/>
                  </a:cxn>
                  <a:cxn ang="0">
                    <a:pos x="8" y="20"/>
                  </a:cxn>
                  <a:cxn ang="0">
                    <a:pos x="8" y="25"/>
                  </a:cxn>
                  <a:cxn ang="0">
                    <a:pos x="16" y="31"/>
                  </a:cxn>
                  <a:cxn ang="0">
                    <a:pos x="24" y="31"/>
                  </a:cxn>
                </a:cxnLst>
                <a:rect l="0" t="0" r="0" b="0"/>
                <a:pathLst>
                  <a:path w="34" h="32">
                    <a:moveTo>
                      <a:pt x="24" y="31"/>
                    </a:moveTo>
                    <a:lnTo>
                      <a:pt x="33" y="31"/>
                    </a:lnTo>
                    <a:lnTo>
                      <a:pt x="33" y="25"/>
                    </a:lnTo>
                    <a:lnTo>
                      <a:pt x="33" y="5"/>
                    </a:lnTo>
                    <a:lnTo>
                      <a:pt x="33" y="0"/>
                    </a:lnTo>
                    <a:lnTo>
                      <a:pt x="24" y="0"/>
                    </a:lnTo>
                    <a:lnTo>
                      <a:pt x="16" y="0"/>
                    </a:lnTo>
                    <a:lnTo>
                      <a:pt x="8" y="10"/>
                    </a:lnTo>
                    <a:lnTo>
                      <a:pt x="0" y="15"/>
                    </a:lnTo>
                    <a:lnTo>
                      <a:pt x="0" y="20"/>
                    </a:lnTo>
                    <a:lnTo>
                      <a:pt x="8" y="20"/>
                    </a:lnTo>
                    <a:lnTo>
                      <a:pt x="8" y="25"/>
                    </a:lnTo>
                    <a:lnTo>
                      <a:pt x="16" y="31"/>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099" name="Freeform 432"/>
              <p:cNvSpPr/>
              <p:nvPr/>
            </p:nvSpPr>
            <p:spPr>
              <a:xfrm>
                <a:off x="2936" y="1096"/>
                <a:ext cx="36" cy="32"/>
              </a:xfrm>
              <a:custGeom>
                <a:avLst/>
                <a:gdLst/>
                <a:ahLst/>
                <a:cxnLst>
                  <a:cxn ang="0">
                    <a:pos x="2" y="2"/>
                  </a:cxn>
                  <a:cxn ang="0">
                    <a:pos x="35" y="15"/>
                  </a:cxn>
                  <a:cxn ang="0">
                    <a:pos x="33" y="31"/>
                  </a:cxn>
                  <a:cxn ang="0">
                    <a:pos x="0" y="15"/>
                  </a:cxn>
                  <a:cxn ang="0">
                    <a:pos x="2" y="0"/>
                  </a:cxn>
                  <a:cxn ang="0">
                    <a:pos x="2" y="2"/>
                  </a:cxn>
                </a:cxnLst>
                <a:rect l="0" t="0" r="0" b="0"/>
                <a:pathLst>
                  <a:path w="36" h="32">
                    <a:moveTo>
                      <a:pt x="2" y="2"/>
                    </a:moveTo>
                    <a:lnTo>
                      <a:pt x="35" y="15"/>
                    </a:lnTo>
                    <a:lnTo>
                      <a:pt x="33"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00" name="Freeform 433"/>
              <p:cNvSpPr/>
              <p:nvPr/>
            </p:nvSpPr>
            <p:spPr>
              <a:xfrm>
                <a:off x="2952" y="1099"/>
                <a:ext cx="34" cy="32"/>
              </a:xfrm>
              <a:custGeom>
                <a:avLst/>
                <a:gdLst/>
                <a:ahLst/>
                <a:cxnLst>
                  <a:cxn ang="0">
                    <a:pos x="0" y="17"/>
                  </a:cxn>
                  <a:cxn ang="0">
                    <a:pos x="4" y="22"/>
                  </a:cxn>
                  <a:cxn ang="0">
                    <a:pos x="4" y="26"/>
                  </a:cxn>
                  <a:cxn ang="0">
                    <a:pos x="9" y="31"/>
                  </a:cxn>
                  <a:cxn ang="0">
                    <a:pos x="14" y="31"/>
                  </a:cxn>
                  <a:cxn ang="0">
                    <a:pos x="18" y="31"/>
                  </a:cxn>
                  <a:cxn ang="0">
                    <a:pos x="23" y="31"/>
                  </a:cxn>
                  <a:cxn ang="0">
                    <a:pos x="28" y="26"/>
                  </a:cxn>
                  <a:cxn ang="0">
                    <a:pos x="28" y="22"/>
                  </a:cxn>
                  <a:cxn ang="0">
                    <a:pos x="33" y="17"/>
                  </a:cxn>
                  <a:cxn ang="0">
                    <a:pos x="33" y="13"/>
                  </a:cxn>
                  <a:cxn ang="0">
                    <a:pos x="28" y="8"/>
                  </a:cxn>
                  <a:cxn ang="0">
                    <a:pos x="23" y="4"/>
                  </a:cxn>
                  <a:cxn ang="0">
                    <a:pos x="18" y="4"/>
                  </a:cxn>
                  <a:cxn ang="0">
                    <a:pos x="18" y="0"/>
                  </a:cxn>
                  <a:cxn ang="0">
                    <a:pos x="14" y="0"/>
                  </a:cxn>
                  <a:cxn ang="0">
                    <a:pos x="9" y="4"/>
                  </a:cxn>
                  <a:cxn ang="0">
                    <a:pos x="4" y="8"/>
                  </a:cxn>
                  <a:cxn ang="0">
                    <a:pos x="0" y="13"/>
                  </a:cxn>
                  <a:cxn ang="0">
                    <a:pos x="0" y="17"/>
                  </a:cxn>
                </a:cxnLst>
                <a:rect l="0" t="0" r="0" b="0"/>
                <a:pathLst>
                  <a:path w="34" h="32">
                    <a:moveTo>
                      <a:pt x="0" y="17"/>
                    </a:moveTo>
                    <a:lnTo>
                      <a:pt x="4" y="22"/>
                    </a:lnTo>
                    <a:lnTo>
                      <a:pt x="4" y="26"/>
                    </a:lnTo>
                    <a:lnTo>
                      <a:pt x="9" y="31"/>
                    </a:lnTo>
                    <a:lnTo>
                      <a:pt x="14" y="31"/>
                    </a:lnTo>
                    <a:lnTo>
                      <a:pt x="18" y="31"/>
                    </a:lnTo>
                    <a:lnTo>
                      <a:pt x="23" y="31"/>
                    </a:lnTo>
                    <a:lnTo>
                      <a:pt x="28" y="26"/>
                    </a:lnTo>
                    <a:lnTo>
                      <a:pt x="28" y="22"/>
                    </a:lnTo>
                    <a:lnTo>
                      <a:pt x="33" y="17"/>
                    </a:lnTo>
                    <a:lnTo>
                      <a:pt x="33" y="13"/>
                    </a:lnTo>
                    <a:lnTo>
                      <a:pt x="28" y="8"/>
                    </a:lnTo>
                    <a:lnTo>
                      <a:pt x="23" y="4"/>
                    </a:lnTo>
                    <a:lnTo>
                      <a:pt x="18" y="4"/>
                    </a:lnTo>
                    <a:lnTo>
                      <a:pt x="18" y="0"/>
                    </a:lnTo>
                    <a:lnTo>
                      <a:pt x="14" y="0"/>
                    </a:lnTo>
                    <a:lnTo>
                      <a:pt x="9" y="4"/>
                    </a:lnTo>
                    <a:lnTo>
                      <a:pt x="4" y="8"/>
                    </a:lnTo>
                    <a:lnTo>
                      <a:pt x="0" y="13"/>
                    </a:lnTo>
                    <a:lnTo>
                      <a:pt x="0"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01" name="Line 434"/>
              <p:cNvSpPr/>
              <p:nvPr/>
            </p:nvSpPr>
            <p:spPr>
              <a:xfrm>
                <a:off x="2960" y="1127"/>
                <a:ext cx="8" cy="2"/>
              </a:xfrm>
              <a:prstGeom prst="line">
                <a:avLst/>
              </a:prstGeom>
              <a:ln w="12700" cap="flat" cmpd="sng">
                <a:solidFill>
                  <a:schemeClr val="tx1"/>
                </a:solidFill>
                <a:prstDash val="solid"/>
                <a:headEnd type="none" w="med" len="med"/>
                <a:tailEnd type="none" w="med" len="med"/>
              </a:ln>
            </p:spPr>
          </p:sp>
          <p:sp>
            <p:nvSpPr>
              <p:cNvPr id="43102" name="Line 435"/>
              <p:cNvSpPr/>
              <p:nvPr/>
            </p:nvSpPr>
            <p:spPr>
              <a:xfrm>
                <a:off x="2960" y="1120"/>
                <a:ext cx="8" cy="4"/>
              </a:xfrm>
              <a:prstGeom prst="line">
                <a:avLst/>
              </a:prstGeom>
              <a:ln w="12700" cap="flat" cmpd="sng">
                <a:solidFill>
                  <a:schemeClr val="tx1"/>
                </a:solidFill>
                <a:prstDash val="solid"/>
                <a:headEnd type="none" w="med" len="med"/>
                <a:tailEnd type="none" w="med" len="med"/>
              </a:ln>
            </p:spPr>
          </p:sp>
          <p:sp>
            <p:nvSpPr>
              <p:cNvPr id="43103" name="Freeform 436"/>
              <p:cNvSpPr/>
              <p:nvPr/>
            </p:nvSpPr>
            <p:spPr>
              <a:xfrm>
                <a:off x="2948" y="1118"/>
                <a:ext cx="34" cy="32"/>
              </a:xfrm>
              <a:custGeom>
                <a:avLst/>
                <a:gdLst/>
                <a:ahLst/>
                <a:cxnLst>
                  <a:cxn ang="0">
                    <a:pos x="26" y="31"/>
                  </a:cxn>
                  <a:cxn ang="0">
                    <a:pos x="33" y="25"/>
                  </a:cxn>
                  <a:cxn ang="0">
                    <a:pos x="33" y="5"/>
                  </a:cxn>
                  <a:cxn ang="0">
                    <a:pos x="26" y="0"/>
                  </a:cxn>
                  <a:cxn ang="0">
                    <a:pos x="19" y="0"/>
                  </a:cxn>
                  <a:cxn ang="0">
                    <a:pos x="13" y="0"/>
                  </a:cxn>
                  <a:cxn ang="0">
                    <a:pos x="6" y="5"/>
                  </a:cxn>
                  <a:cxn ang="0">
                    <a:pos x="6" y="10"/>
                  </a:cxn>
                  <a:cxn ang="0">
                    <a:pos x="0" y="10"/>
                  </a:cxn>
                  <a:cxn ang="0">
                    <a:pos x="0" y="20"/>
                  </a:cxn>
                  <a:cxn ang="0">
                    <a:pos x="6" y="20"/>
                  </a:cxn>
                  <a:cxn ang="0">
                    <a:pos x="6" y="25"/>
                  </a:cxn>
                  <a:cxn ang="0">
                    <a:pos x="13" y="31"/>
                  </a:cxn>
                  <a:cxn ang="0">
                    <a:pos x="19" y="31"/>
                  </a:cxn>
                  <a:cxn ang="0">
                    <a:pos x="26" y="31"/>
                  </a:cxn>
                </a:cxnLst>
                <a:rect l="0" t="0" r="0" b="0"/>
                <a:pathLst>
                  <a:path w="34" h="32">
                    <a:moveTo>
                      <a:pt x="26" y="31"/>
                    </a:moveTo>
                    <a:lnTo>
                      <a:pt x="33" y="25"/>
                    </a:lnTo>
                    <a:lnTo>
                      <a:pt x="33" y="5"/>
                    </a:lnTo>
                    <a:lnTo>
                      <a:pt x="26" y="0"/>
                    </a:lnTo>
                    <a:lnTo>
                      <a:pt x="19" y="0"/>
                    </a:lnTo>
                    <a:lnTo>
                      <a:pt x="13" y="0"/>
                    </a:lnTo>
                    <a:lnTo>
                      <a:pt x="6" y="5"/>
                    </a:lnTo>
                    <a:lnTo>
                      <a:pt x="6" y="10"/>
                    </a:lnTo>
                    <a:lnTo>
                      <a:pt x="0" y="10"/>
                    </a:lnTo>
                    <a:lnTo>
                      <a:pt x="0" y="20"/>
                    </a:lnTo>
                    <a:lnTo>
                      <a:pt x="6" y="20"/>
                    </a:lnTo>
                    <a:lnTo>
                      <a:pt x="6" y="25"/>
                    </a:lnTo>
                    <a:lnTo>
                      <a:pt x="13" y="31"/>
                    </a:lnTo>
                    <a:lnTo>
                      <a:pt x="19"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04" name="Freeform 437"/>
              <p:cNvSpPr/>
              <p:nvPr/>
            </p:nvSpPr>
            <p:spPr>
              <a:xfrm>
                <a:off x="2952" y="1118"/>
                <a:ext cx="33" cy="32"/>
              </a:xfrm>
              <a:custGeom>
                <a:avLst/>
                <a:gdLst/>
                <a:ahLst/>
                <a:cxnLst>
                  <a:cxn ang="0">
                    <a:pos x="2" y="2"/>
                  </a:cxn>
                  <a:cxn ang="0">
                    <a:pos x="32" y="15"/>
                  </a:cxn>
                  <a:cxn ang="0">
                    <a:pos x="30" y="31"/>
                  </a:cxn>
                  <a:cxn ang="0">
                    <a:pos x="0" y="15"/>
                  </a:cxn>
                  <a:cxn ang="0">
                    <a:pos x="2" y="0"/>
                  </a:cxn>
                  <a:cxn ang="0">
                    <a:pos x="2" y="2"/>
                  </a:cxn>
                </a:cxnLst>
                <a:rect l="0" t="0" r="0" b="0"/>
                <a:pathLst>
                  <a:path w="33" h="32">
                    <a:moveTo>
                      <a:pt x="2" y="2"/>
                    </a:moveTo>
                    <a:lnTo>
                      <a:pt x="32" y="15"/>
                    </a:lnTo>
                    <a:lnTo>
                      <a:pt x="30"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05" name="Freeform 438"/>
              <p:cNvSpPr/>
              <p:nvPr/>
            </p:nvSpPr>
            <p:spPr>
              <a:xfrm>
                <a:off x="2969" y="1121"/>
                <a:ext cx="33" cy="30"/>
              </a:xfrm>
              <a:custGeom>
                <a:avLst/>
                <a:gdLst/>
                <a:ahLst/>
                <a:cxnLst>
                  <a:cxn ang="0">
                    <a:pos x="0" y="12"/>
                  </a:cxn>
                  <a:cxn ang="0">
                    <a:pos x="0" y="16"/>
                  </a:cxn>
                  <a:cxn ang="0">
                    <a:pos x="4" y="20"/>
                  </a:cxn>
                  <a:cxn ang="0">
                    <a:pos x="4" y="24"/>
                  </a:cxn>
                  <a:cxn ang="0">
                    <a:pos x="9" y="29"/>
                  </a:cxn>
                  <a:cxn ang="0">
                    <a:pos x="13" y="29"/>
                  </a:cxn>
                  <a:cxn ang="0">
                    <a:pos x="18" y="29"/>
                  </a:cxn>
                  <a:cxn ang="0">
                    <a:pos x="22" y="29"/>
                  </a:cxn>
                  <a:cxn ang="0">
                    <a:pos x="27" y="24"/>
                  </a:cxn>
                  <a:cxn ang="0">
                    <a:pos x="27" y="20"/>
                  </a:cxn>
                  <a:cxn ang="0">
                    <a:pos x="32" y="16"/>
                  </a:cxn>
                  <a:cxn ang="0">
                    <a:pos x="32" y="12"/>
                  </a:cxn>
                  <a:cxn ang="0">
                    <a:pos x="27" y="8"/>
                  </a:cxn>
                  <a:cxn ang="0">
                    <a:pos x="22" y="4"/>
                  </a:cxn>
                  <a:cxn ang="0">
                    <a:pos x="18" y="0"/>
                  </a:cxn>
                  <a:cxn ang="0">
                    <a:pos x="13" y="0"/>
                  </a:cxn>
                  <a:cxn ang="0">
                    <a:pos x="13" y="4"/>
                  </a:cxn>
                  <a:cxn ang="0">
                    <a:pos x="9" y="4"/>
                  </a:cxn>
                  <a:cxn ang="0">
                    <a:pos x="4" y="8"/>
                  </a:cxn>
                  <a:cxn ang="0">
                    <a:pos x="0" y="12"/>
                  </a:cxn>
                </a:cxnLst>
                <a:rect l="0" t="0" r="0" b="0"/>
                <a:pathLst>
                  <a:path w="33" h="30">
                    <a:moveTo>
                      <a:pt x="0" y="12"/>
                    </a:moveTo>
                    <a:lnTo>
                      <a:pt x="0" y="16"/>
                    </a:lnTo>
                    <a:lnTo>
                      <a:pt x="4" y="20"/>
                    </a:lnTo>
                    <a:lnTo>
                      <a:pt x="4" y="24"/>
                    </a:lnTo>
                    <a:lnTo>
                      <a:pt x="9" y="29"/>
                    </a:lnTo>
                    <a:lnTo>
                      <a:pt x="13" y="29"/>
                    </a:lnTo>
                    <a:lnTo>
                      <a:pt x="18" y="29"/>
                    </a:lnTo>
                    <a:lnTo>
                      <a:pt x="22" y="29"/>
                    </a:lnTo>
                    <a:lnTo>
                      <a:pt x="27" y="24"/>
                    </a:lnTo>
                    <a:lnTo>
                      <a:pt x="27" y="20"/>
                    </a:lnTo>
                    <a:lnTo>
                      <a:pt x="32" y="16"/>
                    </a:lnTo>
                    <a:lnTo>
                      <a:pt x="32" y="12"/>
                    </a:lnTo>
                    <a:lnTo>
                      <a:pt x="27" y="8"/>
                    </a:lnTo>
                    <a:lnTo>
                      <a:pt x="22" y="4"/>
                    </a:lnTo>
                    <a:lnTo>
                      <a:pt x="18" y="0"/>
                    </a:lnTo>
                    <a:lnTo>
                      <a:pt x="13" y="0"/>
                    </a:lnTo>
                    <a:lnTo>
                      <a:pt x="13" y="4"/>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06" name="Line 439"/>
              <p:cNvSpPr/>
              <p:nvPr/>
            </p:nvSpPr>
            <p:spPr>
              <a:xfrm>
                <a:off x="2946" y="1145"/>
                <a:ext cx="9" cy="1"/>
              </a:xfrm>
              <a:prstGeom prst="line">
                <a:avLst/>
              </a:prstGeom>
              <a:ln w="12700" cap="flat" cmpd="sng">
                <a:solidFill>
                  <a:schemeClr val="tx1"/>
                </a:solidFill>
                <a:prstDash val="solid"/>
                <a:headEnd type="none" w="med" len="med"/>
                <a:tailEnd type="none" w="med" len="med"/>
              </a:ln>
            </p:spPr>
          </p:sp>
          <p:sp>
            <p:nvSpPr>
              <p:cNvPr id="43107" name="Line 440"/>
              <p:cNvSpPr/>
              <p:nvPr/>
            </p:nvSpPr>
            <p:spPr>
              <a:xfrm>
                <a:off x="2947" y="1140"/>
                <a:ext cx="5" cy="6"/>
              </a:xfrm>
              <a:prstGeom prst="line">
                <a:avLst/>
              </a:prstGeom>
              <a:ln w="12700" cap="flat" cmpd="sng">
                <a:solidFill>
                  <a:schemeClr val="tx1"/>
                </a:solidFill>
                <a:prstDash val="solid"/>
                <a:headEnd type="none" w="med" len="med"/>
                <a:tailEnd type="none" w="med" len="med"/>
              </a:ln>
            </p:spPr>
          </p:sp>
          <p:sp>
            <p:nvSpPr>
              <p:cNvPr id="43108" name="Freeform 441"/>
              <p:cNvSpPr/>
              <p:nvPr/>
            </p:nvSpPr>
            <p:spPr>
              <a:xfrm>
                <a:off x="2936" y="1138"/>
                <a:ext cx="36" cy="32"/>
              </a:xfrm>
              <a:custGeom>
                <a:avLst/>
                <a:gdLst/>
                <a:ahLst/>
                <a:cxnLst>
                  <a:cxn ang="0">
                    <a:pos x="21" y="31"/>
                  </a:cxn>
                  <a:cxn ang="0">
                    <a:pos x="28" y="31"/>
                  </a:cxn>
                  <a:cxn ang="0">
                    <a:pos x="28" y="26"/>
                  </a:cxn>
                  <a:cxn ang="0">
                    <a:pos x="35" y="22"/>
                  </a:cxn>
                  <a:cxn ang="0">
                    <a:pos x="35" y="4"/>
                  </a:cxn>
                  <a:cxn ang="0">
                    <a:pos x="28" y="0"/>
                  </a:cxn>
                  <a:cxn ang="0">
                    <a:pos x="21" y="0"/>
                  </a:cxn>
                  <a:cxn ang="0">
                    <a:pos x="14" y="0"/>
                  </a:cxn>
                  <a:cxn ang="0">
                    <a:pos x="7" y="4"/>
                  </a:cxn>
                  <a:cxn ang="0">
                    <a:pos x="7" y="8"/>
                  </a:cxn>
                  <a:cxn ang="0">
                    <a:pos x="0" y="8"/>
                  </a:cxn>
                  <a:cxn ang="0">
                    <a:pos x="0" y="13"/>
                  </a:cxn>
                  <a:cxn ang="0">
                    <a:pos x="7" y="17"/>
                  </a:cxn>
                  <a:cxn ang="0">
                    <a:pos x="7" y="22"/>
                  </a:cxn>
                  <a:cxn ang="0">
                    <a:pos x="14" y="26"/>
                  </a:cxn>
                  <a:cxn ang="0">
                    <a:pos x="21" y="31"/>
                  </a:cxn>
                </a:cxnLst>
                <a:rect l="0" t="0" r="0" b="0"/>
                <a:pathLst>
                  <a:path w="36" h="32">
                    <a:moveTo>
                      <a:pt x="21" y="31"/>
                    </a:moveTo>
                    <a:lnTo>
                      <a:pt x="28" y="31"/>
                    </a:lnTo>
                    <a:lnTo>
                      <a:pt x="28" y="26"/>
                    </a:lnTo>
                    <a:lnTo>
                      <a:pt x="35" y="22"/>
                    </a:lnTo>
                    <a:lnTo>
                      <a:pt x="35" y="4"/>
                    </a:lnTo>
                    <a:lnTo>
                      <a:pt x="28" y="0"/>
                    </a:lnTo>
                    <a:lnTo>
                      <a:pt x="21" y="0"/>
                    </a:lnTo>
                    <a:lnTo>
                      <a:pt x="14" y="0"/>
                    </a:lnTo>
                    <a:lnTo>
                      <a:pt x="7" y="4"/>
                    </a:lnTo>
                    <a:lnTo>
                      <a:pt x="7" y="8"/>
                    </a:lnTo>
                    <a:lnTo>
                      <a:pt x="0" y="8"/>
                    </a:lnTo>
                    <a:lnTo>
                      <a:pt x="0" y="13"/>
                    </a:lnTo>
                    <a:lnTo>
                      <a:pt x="7" y="17"/>
                    </a:lnTo>
                    <a:lnTo>
                      <a:pt x="7" y="22"/>
                    </a:lnTo>
                    <a:lnTo>
                      <a:pt x="14" y="26"/>
                    </a:lnTo>
                    <a:lnTo>
                      <a:pt x="21"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09" name="Freeform 442"/>
              <p:cNvSpPr/>
              <p:nvPr/>
            </p:nvSpPr>
            <p:spPr>
              <a:xfrm>
                <a:off x="2939" y="1138"/>
                <a:ext cx="33" cy="32"/>
              </a:xfrm>
              <a:custGeom>
                <a:avLst/>
                <a:gdLst/>
                <a:ahLst/>
                <a:cxnLst>
                  <a:cxn ang="0">
                    <a:pos x="1" y="0"/>
                  </a:cxn>
                  <a:cxn ang="0">
                    <a:pos x="32" y="16"/>
                  </a:cxn>
                  <a:cxn ang="0">
                    <a:pos x="29" y="31"/>
                  </a:cxn>
                  <a:cxn ang="0">
                    <a:pos x="0" y="14"/>
                  </a:cxn>
                  <a:cxn ang="0">
                    <a:pos x="1" y="0"/>
                  </a:cxn>
                </a:cxnLst>
                <a:rect l="0" t="0" r="0" b="0"/>
                <a:pathLst>
                  <a:path w="33" h="32">
                    <a:moveTo>
                      <a:pt x="1" y="0"/>
                    </a:moveTo>
                    <a:lnTo>
                      <a:pt x="32" y="16"/>
                    </a:lnTo>
                    <a:lnTo>
                      <a:pt x="29" y="31"/>
                    </a:lnTo>
                    <a:lnTo>
                      <a:pt x="0" y="14"/>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10" name="Freeform 443"/>
              <p:cNvSpPr/>
              <p:nvPr/>
            </p:nvSpPr>
            <p:spPr>
              <a:xfrm>
                <a:off x="2955" y="1146"/>
                <a:ext cx="35" cy="29"/>
              </a:xfrm>
              <a:custGeom>
                <a:avLst/>
                <a:gdLst/>
                <a:ahLst/>
                <a:cxnLst>
                  <a:cxn ang="0">
                    <a:pos x="0" y="14"/>
                  </a:cxn>
                  <a:cxn ang="0">
                    <a:pos x="4" y="18"/>
                  </a:cxn>
                  <a:cxn ang="0">
                    <a:pos x="9" y="23"/>
                  </a:cxn>
                  <a:cxn ang="0">
                    <a:pos x="14" y="28"/>
                  </a:cxn>
                  <a:cxn ang="0">
                    <a:pos x="19" y="28"/>
                  </a:cxn>
                  <a:cxn ang="0">
                    <a:pos x="24" y="23"/>
                  </a:cxn>
                  <a:cxn ang="0">
                    <a:pos x="29" y="18"/>
                  </a:cxn>
                  <a:cxn ang="0">
                    <a:pos x="34" y="14"/>
                  </a:cxn>
                  <a:cxn ang="0">
                    <a:pos x="34" y="9"/>
                  </a:cxn>
                  <a:cxn ang="0">
                    <a:pos x="29" y="9"/>
                  </a:cxn>
                  <a:cxn ang="0">
                    <a:pos x="29" y="4"/>
                  </a:cxn>
                  <a:cxn ang="0">
                    <a:pos x="24" y="0"/>
                  </a:cxn>
                  <a:cxn ang="0">
                    <a:pos x="19" y="0"/>
                  </a:cxn>
                  <a:cxn ang="0">
                    <a:pos x="14" y="0"/>
                  </a:cxn>
                  <a:cxn ang="0">
                    <a:pos x="9" y="0"/>
                  </a:cxn>
                  <a:cxn ang="0">
                    <a:pos x="4" y="4"/>
                  </a:cxn>
                  <a:cxn ang="0">
                    <a:pos x="4" y="9"/>
                  </a:cxn>
                  <a:cxn ang="0">
                    <a:pos x="0" y="9"/>
                  </a:cxn>
                  <a:cxn ang="0">
                    <a:pos x="0" y="14"/>
                  </a:cxn>
                </a:cxnLst>
                <a:rect l="0" t="0" r="0" b="0"/>
                <a:pathLst>
                  <a:path w="35" h="29">
                    <a:moveTo>
                      <a:pt x="0" y="14"/>
                    </a:moveTo>
                    <a:lnTo>
                      <a:pt x="4" y="18"/>
                    </a:lnTo>
                    <a:lnTo>
                      <a:pt x="9" y="23"/>
                    </a:lnTo>
                    <a:lnTo>
                      <a:pt x="14" y="28"/>
                    </a:lnTo>
                    <a:lnTo>
                      <a:pt x="19" y="28"/>
                    </a:lnTo>
                    <a:lnTo>
                      <a:pt x="24" y="23"/>
                    </a:lnTo>
                    <a:lnTo>
                      <a:pt x="29" y="18"/>
                    </a:lnTo>
                    <a:lnTo>
                      <a:pt x="34" y="14"/>
                    </a:lnTo>
                    <a:lnTo>
                      <a:pt x="34" y="9"/>
                    </a:lnTo>
                    <a:lnTo>
                      <a:pt x="29" y="9"/>
                    </a:lnTo>
                    <a:lnTo>
                      <a:pt x="29" y="4"/>
                    </a:lnTo>
                    <a:lnTo>
                      <a:pt x="24" y="0"/>
                    </a:lnTo>
                    <a:lnTo>
                      <a:pt x="19" y="0"/>
                    </a:lnTo>
                    <a:lnTo>
                      <a:pt x="14" y="0"/>
                    </a:lnTo>
                    <a:lnTo>
                      <a:pt x="9" y="0"/>
                    </a:lnTo>
                    <a:lnTo>
                      <a:pt x="4" y="4"/>
                    </a:lnTo>
                    <a:lnTo>
                      <a:pt x="4" y="9"/>
                    </a:lnTo>
                    <a:lnTo>
                      <a:pt x="0" y="9"/>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11" name="Line 444"/>
              <p:cNvSpPr/>
              <p:nvPr/>
            </p:nvSpPr>
            <p:spPr>
              <a:xfrm>
                <a:off x="2910" y="1152"/>
                <a:ext cx="12" cy="3"/>
              </a:xfrm>
              <a:prstGeom prst="line">
                <a:avLst/>
              </a:prstGeom>
              <a:ln w="12700" cap="flat" cmpd="sng">
                <a:solidFill>
                  <a:schemeClr val="tx1"/>
                </a:solidFill>
                <a:prstDash val="solid"/>
                <a:headEnd type="none" w="med" len="med"/>
                <a:tailEnd type="none" w="med" len="med"/>
              </a:ln>
            </p:spPr>
          </p:sp>
          <p:sp>
            <p:nvSpPr>
              <p:cNvPr id="43112" name="Line 445"/>
              <p:cNvSpPr/>
              <p:nvPr/>
            </p:nvSpPr>
            <p:spPr>
              <a:xfrm>
                <a:off x="2916" y="1151"/>
                <a:ext cx="8" cy="1"/>
              </a:xfrm>
              <a:prstGeom prst="line">
                <a:avLst/>
              </a:prstGeom>
              <a:ln w="12700" cap="flat" cmpd="sng">
                <a:solidFill>
                  <a:schemeClr val="tx1"/>
                </a:solidFill>
                <a:prstDash val="solid"/>
                <a:headEnd type="none" w="med" len="med"/>
                <a:tailEnd type="none" w="med" len="med"/>
              </a:ln>
            </p:spPr>
          </p:sp>
          <p:sp>
            <p:nvSpPr>
              <p:cNvPr id="43113" name="Freeform 446"/>
              <p:cNvSpPr/>
              <p:nvPr/>
            </p:nvSpPr>
            <p:spPr>
              <a:xfrm>
                <a:off x="2905" y="1150"/>
                <a:ext cx="36" cy="33"/>
              </a:xfrm>
              <a:custGeom>
                <a:avLst/>
                <a:gdLst/>
                <a:ahLst/>
                <a:cxnLst>
                  <a:cxn ang="0">
                    <a:pos x="26" y="32"/>
                  </a:cxn>
                  <a:cxn ang="0">
                    <a:pos x="26" y="27"/>
                  </a:cxn>
                  <a:cxn ang="0">
                    <a:pos x="35" y="27"/>
                  </a:cxn>
                  <a:cxn ang="0">
                    <a:pos x="35" y="4"/>
                  </a:cxn>
                  <a:cxn ang="0">
                    <a:pos x="26" y="4"/>
                  </a:cxn>
                  <a:cxn ang="0">
                    <a:pos x="26" y="0"/>
                  </a:cxn>
                  <a:cxn ang="0">
                    <a:pos x="17" y="0"/>
                  </a:cxn>
                  <a:cxn ang="0">
                    <a:pos x="17" y="4"/>
                  </a:cxn>
                  <a:cxn ang="0">
                    <a:pos x="8" y="4"/>
                  </a:cxn>
                  <a:cxn ang="0">
                    <a:pos x="0" y="9"/>
                  </a:cxn>
                  <a:cxn ang="0">
                    <a:pos x="0" y="13"/>
                  </a:cxn>
                  <a:cxn ang="0">
                    <a:pos x="0" y="18"/>
                  </a:cxn>
                  <a:cxn ang="0">
                    <a:pos x="0" y="22"/>
                  </a:cxn>
                  <a:cxn ang="0">
                    <a:pos x="8" y="27"/>
                  </a:cxn>
                  <a:cxn ang="0">
                    <a:pos x="17" y="27"/>
                  </a:cxn>
                  <a:cxn ang="0">
                    <a:pos x="17" y="32"/>
                  </a:cxn>
                  <a:cxn ang="0">
                    <a:pos x="26" y="32"/>
                  </a:cxn>
                </a:cxnLst>
                <a:rect l="0" t="0" r="0" b="0"/>
                <a:pathLst>
                  <a:path w="36" h="33">
                    <a:moveTo>
                      <a:pt x="26" y="32"/>
                    </a:moveTo>
                    <a:lnTo>
                      <a:pt x="26" y="27"/>
                    </a:lnTo>
                    <a:lnTo>
                      <a:pt x="35" y="27"/>
                    </a:lnTo>
                    <a:lnTo>
                      <a:pt x="35" y="4"/>
                    </a:lnTo>
                    <a:lnTo>
                      <a:pt x="26" y="4"/>
                    </a:lnTo>
                    <a:lnTo>
                      <a:pt x="26" y="0"/>
                    </a:lnTo>
                    <a:lnTo>
                      <a:pt x="17" y="0"/>
                    </a:lnTo>
                    <a:lnTo>
                      <a:pt x="17" y="4"/>
                    </a:lnTo>
                    <a:lnTo>
                      <a:pt x="8" y="4"/>
                    </a:lnTo>
                    <a:lnTo>
                      <a:pt x="0" y="9"/>
                    </a:lnTo>
                    <a:lnTo>
                      <a:pt x="0" y="13"/>
                    </a:lnTo>
                    <a:lnTo>
                      <a:pt x="0" y="18"/>
                    </a:lnTo>
                    <a:lnTo>
                      <a:pt x="0" y="22"/>
                    </a:lnTo>
                    <a:lnTo>
                      <a:pt x="8" y="27"/>
                    </a:lnTo>
                    <a:lnTo>
                      <a:pt x="17" y="27"/>
                    </a:lnTo>
                    <a:lnTo>
                      <a:pt x="17" y="32"/>
                    </a:lnTo>
                    <a:lnTo>
                      <a:pt x="26" y="3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14" name="Freeform 447"/>
              <p:cNvSpPr/>
              <p:nvPr/>
            </p:nvSpPr>
            <p:spPr>
              <a:xfrm>
                <a:off x="2905" y="1150"/>
                <a:ext cx="36" cy="33"/>
              </a:xfrm>
              <a:custGeom>
                <a:avLst/>
                <a:gdLst/>
                <a:ahLst/>
                <a:cxnLst>
                  <a:cxn ang="0">
                    <a:pos x="2" y="0"/>
                  </a:cxn>
                  <a:cxn ang="0">
                    <a:pos x="35" y="16"/>
                  </a:cxn>
                  <a:cxn ang="0">
                    <a:pos x="33" y="32"/>
                  </a:cxn>
                  <a:cxn ang="0">
                    <a:pos x="0" y="16"/>
                  </a:cxn>
                  <a:cxn ang="0">
                    <a:pos x="2" y="0"/>
                  </a:cxn>
                </a:cxnLst>
                <a:rect l="0" t="0" r="0" b="0"/>
                <a:pathLst>
                  <a:path w="36" h="33">
                    <a:moveTo>
                      <a:pt x="2" y="0"/>
                    </a:moveTo>
                    <a:lnTo>
                      <a:pt x="35" y="16"/>
                    </a:lnTo>
                    <a:lnTo>
                      <a:pt x="33" y="32"/>
                    </a:lnTo>
                    <a:lnTo>
                      <a:pt x="0" y="16"/>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15" name="Freeform 448"/>
              <p:cNvSpPr/>
              <p:nvPr/>
            </p:nvSpPr>
            <p:spPr>
              <a:xfrm>
                <a:off x="2923" y="1150"/>
                <a:ext cx="34" cy="33"/>
              </a:xfrm>
              <a:custGeom>
                <a:avLst/>
                <a:gdLst/>
                <a:ahLst/>
                <a:cxnLst>
                  <a:cxn ang="0">
                    <a:pos x="0" y="13"/>
                  </a:cxn>
                  <a:cxn ang="0">
                    <a:pos x="0" y="18"/>
                  </a:cxn>
                  <a:cxn ang="0">
                    <a:pos x="0" y="22"/>
                  </a:cxn>
                  <a:cxn ang="0">
                    <a:pos x="5" y="27"/>
                  </a:cxn>
                  <a:cxn ang="0">
                    <a:pos x="11" y="27"/>
                  </a:cxn>
                  <a:cxn ang="0">
                    <a:pos x="11" y="32"/>
                  </a:cxn>
                  <a:cxn ang="0">
                    <a:pos x="16" y="32"/>
                  </a:cxn>
                  <a:cxn ang="0">
                    <a:pos x="27" y="22"/>
                  </a:cxn>
                  <a:cxn ang="0">
                    <a:pos x="33" y="18"/>
                  </a:cxn>
                  <a:cxn ang="0">
                    <a:pos x="33" y="9"/>
                  </a:cxn>
                  <a:cxn ang="0">
                    <a:pos x="16" y="0"/>
                  </a:cxn>
                  <a:cxn ang="0">
                    <a:pos x="11" y="0"/>
                  </a:cxn>
                  <a:cxn ang="0">
                    <a:pos x="5" y="0"/>
                  </a:cxn>
                  <a:cxn ang="0">
                    <a:pos x="0"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27" y="22"/>
                    </a:lnTo>
                    <a:lnTo>
                      <a:pt x="33" y="18"/>
                    </a:lnTo>
                    <a:lnTo>
                      <a:pt x="33" y="9"/>
                    </a:lnTo>
                    <a:lnTo>
                      <a:pt x="16" y="0"/>
                    </a:lnTo>
                    <a:lnTo>
                      <a:pt x="11" y="0"/>
                    </a:lnTo>
                    <a:lnTo>
                      <a:pt x="5" y="0"/>
                    </a:lnTo>
                    <a:lnTo>
                      <a:pt x="0"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16" name="Line 449"/>
              <p:cNvSpPr/>
              <p:nvPr/>
            </p:nvSpPr>
            <p:spPr>
              <a:xfrm>
                <a:off x="2910" y="1137"/>
                <a:ext cx="12" cy="1"/>
              </a:xfrm>
              <a:prstGeom prst="line">
                <a:avLst/>
              </a:prstGeom>
              <a:ln w="12700" cap="flat" cmpd="sng">
                <a:solidFill>
                  <a:schemeClr val="tx1"/>
                </a:solidFill>
                <a:prstDash val="solid"/>
                <a:headEnd type="none" w="med" len="med"/>
                <a:tailEnd type="none" w="med" len="med"/>
              </a:ln>
            </p:spPr>
          </p:sp>
          <p:sp>
            <p:nvSpPr>
              <p:cNvPr id="43117" name="Line 450"/>
              <p:cNvSpPr/>
              <p:nvPr/>
            </p:nvSpPr>
            <p:spPr>
              <a:xfrm>
                <a:off x="2916" y="1132"/>
                <a:ext cx="8" cy="4"/>
              </a:xfrm>
              <a:prstGeom prst="line">
                <a:avLst/>
              </a:prstGeom>
              <a:ln w="12700" cap="flat" cmpd="sng">
                <a:solidFill>
                  <a:schemeClr val="tx1"/>
                </a:solidFill>
                <a:prstDash val="solid"/>
                <a:headEnd type="none" w="med" len="med"/>
                <a:tailEnd type="none" w="med" len="med"/>
              </a:ln>
            </p:spPr>
          </p:sp>
          <p:sp>
            <p:nvSpPr>
              <p:cNvPr id="43118" name="Freeform 451"/>
              <p:cNvSpPr/>
              <p:nvPr/>
            </p:nvSpPr>
            <p:spPr>
              <a:xfrm>
                <a:off x="2905" y="1130"/>
                <a:ext cx="36" cy="32"/>
              </a:xfrm>
              <a:custGeom>
                <a:avLst/>
                <a:gdLst/>
                <a:ahLst/>
                <a:cxnLst>
                  <a:cxn ang="0">
                    <a:pos x="26" y="31"/>
                  </a:cxn>
                  <a:cxn ang="0">
                    <a:pos x="35" y="26"/>
                  </a:cxn>
                  <a:cxn ang="0">
                    <a:pos x="35" y="4"/>
                  </a:cxn>
                  <a:cxn ang="0">
                    <a:pos x="26" y="4"/>
                  </a:cxn>
                  <a:cxn ang="0">
                    <a:pos x="26" y="0"/>
                  </a:cxn>
                  <a:cxn ang="0">
                    <a:pos x="17" y="0"/>
                  </a:cxn>
                  <a:cxn ang="0">
                    <a:pos x="17" y="4"/>
                  </a:cxn>
                  <a:cxn ang="0">
                    <a:pos x="8" y="4"/>
                  </a:cxn>
                  <a:cxn ang="0">
                    <a:pos x="0" y="8"/>
                  </a:cxn>
                  <a:cxn ang="0">
                    <a:pos x="0" y="13"/>
                  </a:cxn>
                  <a:cxn ang="0">
                    <a:pos x="0" y="17"/>
                  </a:cxn>
                  <a:cxn ang="0">
                    <a:pos x="0" y="22"/>
                  </a:cxn>
                  <a:cxn ang="0">
                    <a:pos x="8" y="31"/>
                  </a:cxn>
                  <a:cxn ang="0">
                    <a:pos x="17" y="31"/>
                  </a:cxn>
                  <a:cxn ang="0">
                    <a:pos x="26" y="31"/>
                  </a:cxn>
                </a:cxnLst>
                <a:rect l="0" t="0" r="0" b="0"/>
                <a:pathLst>
                  <a:path w="36" h="32">
                    <a:moveTo>
                      <a:pt x="26" y="31"/>
                    </a:moveTo>
                    <a:lnTo>
                      <a:pt x="35" y="26"/>
                    </a:lnTo>
                    <a:lnTo>
                      <a:pt x="35" y="4"/>
                    </a:lnTo>
                    <a:lnTo>
                      <a:pt x="26" y="4"/>
                    </a:lnTo>
                    <a:lnTo>
                      <a:pt x="26" y="0"/>
                    </a:lnTo>
                    <a:lnTo>
                      <a:pt x="17" y="0"/>
                    </a:lnTo>
                    <a:lnTo>
                      <a:pt x="17" y="4"/>
                    </a:lnTo>
                    <a:lnTo>
                      <a:pt x="8" y="4"/>
                    </a:lnTo>
                    <a:lnTo>
                      <a:pt x="0" y="8"/>
                    </a:lnTo>
                    <a:lnTo>
                      <a:pt x="0" y="13"/>
                    </a:lnTo>
                    <a:lnTo>
                      <a:pt x="0" y="17"/>
                    </a:lnTo>
                    <a:lnTo>
                      <a:pt x="0" y="22"/>
                    </a:lnTo>
                    <a:lnTo>
                      <a:pt x="8" y="31"/>
                    </a:lnTo>
                    <a:lnTo>
                      <a:pt x="17"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19" name="Freeform 452"/>
              <p:cNvSpPr/>
              <p:nvPr/>
            </p:nvSpPr>
            <p:spPr>
              <a:xfrm>
                <a:off x="2905" y="1130"/>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20" name="Freeform 453"/>
              <p:cNvSpPr/>
              <p:nvPr/>
            </p:nvSpPr>
            <p:spPr>
              <a:xfrm>
                <a:off x="2923" y="1136"/>
                <a:ext cx="34" cy="33"/>
              </a:xfrm>
              <a:custGeom>
                <a:avLst/>
                <a:gdLst/>
                <a:ahLst/>
                <a:cxnLst>
                  <a:cxn ang="0">
                    <a:pos x="0" y="13"/>
                  </a:cxn>
                  <a:cxn ang="0">
                    <a:pos x="0" y="18"/>
                  </a:cxn>
                  <a:cxn ang="0">
                    <a:pos x="0" y="22"/>
                  </a:cxn>
                  <a:cxn ang="0">
                    <a:pos x="5" y="27"/>
                  </a:cxn>
                  <a:cxn ang="0">
                    <a:pos x="11" y="27"/>
                  </a:cxn>
                  <a:cxn ang="0">
                    <a:pos x="11" y="32"/>
                  </a:cxn>
                  <a:cxn ang="0">
                    <a:pos x="16" y="32"/>
                  </a:cxn>
                  <a:cxn ang="0">
                    <a:pos x="33" y="18"/>
                  </a:cxn>
                  <a:cxn ang="0">
                    <a:pos x="33" y="9"/>
                  </a:cxn>
                  <a:cxn ang="0">
                    <a:pos x="16" y="0"/>
                  </a:cxn>
                  <a:cxn ang="0">
                    <a:pos x="11" y="0"/>
                  </a:cxn>
                  <a:cxn ang="0">
                    <a:pos x="11" y="4"/>
                  </a:cxn>
                  <a:cxn ang="0">
                    <a:pos x="5"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33" y="18"/>
                    </a:lnTo>
                    <a:lnTo>
                      <a:pt x="33" y="9"/>
                    </a:lnTo>
                    <a:lnTo>
                      <a:pt x="16" y="0"/>
                    </a:lnTo>
                    <a:lnTo>
                      <a:pt x="11" y="0"/>
                    </a:lnTo>
                    <a:lnTo>
                      <a:pt x="11" y="4"/>
                    </a:lnTo>
                    <a:lnTo>
                      <a:pt x="5"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21" name="Line 454"/>
              <p:cNvSpPr/>
              <p:nvPr/>
            </p:nvSpPr>
            <p:spPr>
              <a:xfrm>
                <a:off x="2895" y="1127"/>
                <a:ext cx="6" cy="2"/>
              </a:xfrm>
              <a:prstGeom prst="line">
                <a:avLst/>
              </a:prstGeom>
              <a:ln w="12700" cap="flat" cmpd="sng">
                <a:solidFill>
                  <a:schemeClr val="tx1"/>
                </a:solidFill>
                <a:prstDash val="solid"/>
                <a:headEnd type="none" w="med" len="med"/>
                <a:tailEnd type="none" w="med" len="med"/>
              </a:ln>
            </p:spPr>
          </p:sp>
          <p:sp>
            <p:nvSpPr>
              <p:cNvPr id="43122" name="Line 455"/>
              <p:cNvSpPr/>
              <p:nvPr/>
            </p:nvSpPr>
            <p:spPr>
              <a:xfrm>
                <a:off x="2892" y="1120"/>
                <a:ext cx="11" cy="4"/>
              </a:xfrm>
              <a:prstGeom prst="line">
                <a:avLst/>
              </a:prstGeom>
              <a:ln w="12700" cap="flat" cmpd="sng">
                <a:solidFill>
                  <a:schemeClr val="tx1"/>
                </a:solidFill>
                <a:prstDash val="solid"/>
                <a:headEnd type="none" w="med" len="med"/>
                <a:tailEnd type="none" w="med" len="med"/>
              </a:ln>
            </p:spPr>
          </p:sp>
          <p:sp>
            <p:nvSpPr>
              <p:cNvPr id="43123" name="Freeform 456"/>
              <p:cNvSpPr/>
              <p:nvPr/>
            </p:nvSpPr>
            <p:spPr>
              <a:xfrm>
                <a:off x="2884" y="1118"/>
                <a:ext cx="33" cy="32"/>
              </a:xfrm>
              <a:custGeom>
                <a:avLst/>
                <a:gdLst/>
                <a:ahLst/>
                <a:cxnLst>
                  <a:cxn ang="0">
                    <a:pos x="25" y="31"/>
                  </a:cxn>
                  <a:cxn ang="0">
                    <a:pos x="25" y="26"/>
                  </a:cxn>
                  <a:cxn ang="0">
                    <a:pos x="32" y="26"/>
                  </a:cxn>
                  <a:cxn ang="0">
                    <a:pos x="32" y="4"/>
                  </a:cxn>
                  <a:cxn ang="0">
                    <a:pos x="25" y="4"/>
                  </a:cxn>
                  <a:cxn ang="0">
                    <a:pos x="25" y="0"/>
                  </a:cxn>
                  <a:cxn ang="0">
                    <a:pos x="19" y="0"/>
                  </a:cxn>
                  <a:cxn ang="0">
                    <a:pos x="19" y="4"/>
                  </a:cxn>
                  <a:cxn ang="0">
                    <a:pos x="12" y="4"/>
                  </a:cxn>
                  <a:cxn ang="0">
                    <a:pos x="6" y="8"/>
                  </a:cxn>
                  <a:cxn ang="0">
                    <a:pos x="6" y="13"/>
                  </a:cxn>
                  <a:cxn ang="0">
                    <a:pos x="0" y="13"/>
                  </a:cxn>
                  <a:cxn ang="0">
                    <a:pos x="0" y="17"/>
                  </a:cxn>
                  <a:cxn ang="0">
                    <a:pos x="6" y="22"/>
                  </a:cxn>
                  <a:cxn ang="0">
                    <a:pos x="12" y="26"/>
                  </a:cxn>
                  <a:cxn ang="0">
                    <a:pos x="19" y="26"/>
                  </a:cxn>
                  <a:cxn ang="0">
                    <a:pos x="19" y="31"/>
                  </a:cxn>
                  <a:cxn ang="0">
                    <a:pos x="25" y="31"/>
                  </a:cxn>
                </a:cxnLst>
                <a:rect l="0" t="0" r="0" b="0"/>
                <a:pathLst>
                  <a:path w="33" h="32">
                    <a:moveTo>
                      <a:pt x="25" y="31"/>
                    </a:moveTo>
                    <a:lnTo>
                      <a:pt x="25" y="26"/>
                    </a:lnTo>
                    <a:lnTo>
                      <a:pt x="32" y="26"/>
                    </a:lnTo>
                    <a:lnTo>
                      <a:pt x="32" y="4"/>
                    </a:lnTo>
                    <a:lnTo>
                      <a:pt x="25" y="4"/>
                    </a:lnTo>
                    <a:lnTo>
                      <a:pt x="25" y="0"/>
                    </a:lnTo>
                    <a:lnTo>
                      <a:pt x="19" y="0"/>
                    </a:lnTo>
                    <a:lnTo>
                      <a:pt x="19" y="4"/>
                    </a:lnTo>
                    <a:lnTo>
                      <a:pt x="12" y="4"/>
                    </a:lnTo>
                    <a:lnTo>
                      <a:pt x="6" y="8"/>
                    </a:lnTo>
                    <a:lnTo>
                      <a:pt x="6" y="13"/>
                    </a:lnTo>
                    <a:lnTo>
                      <a:pt x="0" y="13"/>
                    </a:lnTo>
                    <a:lnTo>
                      <a:pt x="0" y="17"/>
                    </a:lnTo>
                    <a:lnTo>
                      <a:pt x="6" y="22"/>
                    </a:lnTo>
                    <a:lnTo>
                      <a:pt x="12" y="26"/>
                    </a:lnTo>
                    <a:lnTo>
                      <a:pt x="19" y="26"/>
                    </a:lnTo>
                    <a:lnTo>
                      <a:pt x="19"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24" name="Freeform 457"/>
              <p:cNvSpPr/>
              <p:nvPr/>
            </p:nvSpPr>
            <p:spPr>
              <a:xfrm>
                <a:off x="2888" y="1118"/>
                <a:ext cx="34" cy="32"/>
              </a:xfrm>
              <a:custGeom>
                <a:avLst/>
                <a:gdLst/>
                <a:ahLst/>
                <a:cxnLst>
                  <a:cxn ang="0">
                    <a:pos x="1" y="0"/>
                  </a:cxn>
                  <a:cxn ang="0">
                    <a:pos x="33" y="15"/>
                  </a:cxn>
                  <a:cxn ang="0">
                    <a:pos x="31" y="31"/>
                  </a:cxn>
                  <a:cxn ang="0">
                    <a:pos x="0" y="15"/>
                  </a:cxn>
                  <a:cxn ang="0">
                    <a:pos x="1" y="0"/>
                  </a:cxn>
                </a:cxnLst>
                <a:rect l="0" t="0" r="0" b="0"/>
                <a:pathLst>
                  <a:path w="34" h="32">
                    <a:moveTo>
                      <a:pt x="1" y="0"/>
                    </a:moveTo>
                    <a:lnTo>
                      <a:pt x="33" y="15"/>
                    </a:lnTo>
                    <a:lnTo>
                      <a:pt x="31" y="31"/>
                    </a:lnTo>
                    <a:lnTo>
                      <a:pt x="0" y="15"/>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25" name="Freeform 458"/>
              <p:cNvSpPr/>
              <p:nvPr/>
            </p:nvSpPr>
            <p:spPr>
              <a:xfrm>
                <a:off x="2905" y="1121"/>
                <a:ext cx="36" cy="30"/>
              </a:xfrm>
              <a:custGeom>
                <a:avLst/>
                <a:gdLst/>
                <a:ahLst/>
                <a:cxnLst>
                  <a:cxn ang="0">
                    <a:pos x="0" y="12"/>
                  </a:cxn>
                  <a:cxn ang="0">
                    <a:pos x="0" y="16"/>
                  </a:cxn>
                  <a:cxn ang="0">
                    <a:pos x="0" y="20"/>
                  </a:cxn>
                  <a:cxn ang="0">
                    <a:pos x="5" y="24"/>
                  </a:cxn>
                  <a:cxn ang="0">
                    <a:pos x="11" y="24"/>
                  </a:cxn>
                  <a:cxn ang="0">
                    <a:pos x="11" y="29"/>
                  </a:cxn>
                  <a:cxn ang="0">
                    <a:pos x="17" y="29"/>
                  </a:cxn>
                  <a:cxn ang="0">
                    <a:pos x="23" y="24"/>
                  </a:cxn>
                  <a:cxn ang="0">
                    <a:pos x="29" y="20"/>
                  </a:cxn>
                  <a:cxn ang="0">
                    <a:pos x="29" y="16"/>
                  </a:cxn>
                  <a:cxn ang="0">
                    <a:pos x="35" y="16"/>
                  </a:cxn>
                  <a:cxn ang="0">
                    <a:pos x="35" y="12"/>
                  </a:cxn>
                  <a:cxn ang="0">
                    <a:pos x="29" y="8"/>
                  </a:cxn>
                  <a:cxn ang="0">
                    <a:pos x="29" y="4"/>
                  </a:cxn>
                  <a:cxn ang="0">
                    <a:pos x="23" y="0"/>
                  </a:cxn>
                  <a:cxn ang="0">
                    <a:pos x="17" y="0"/>
                  </a:cxn>
                  <a:cxn ang="0">
                    <a:pos x="11" y="0"/>
                  </a:cxn>
                  <a:cxn ang="0">
                    <a:pos x="5" y="0"/>
                  </a:cxn>
                  <a:cxn ang="0">
                    <a:pos x="0" y="4"/>
                  </a:cxn>
                  <a:cxn ang="0">
                    <a:pos x="0" y="8"/>
                  </a:cxn>
                  <a:cxn ang="0">
                    <a:pos x="0" y="12"/>
                  </a:cxn>
                </a:cxnLst>
                <a:rect l="0" t="0" r="0" b="0"/>
                <a:pathLst>
                  <a:path w="36" h="30">
                    <a:moveTo>
                      <a:pt x="0" y="12"/>
                    </a:moveTo>
                    <a:lnTo>
                      <a:pt x="0" y="16"/>
                    </a:lnTo>
                    <a:lnTo>
                      <a:pt x="0" y="20"/>
                    </a:lnTo>
                    <a:lnTo>
                      <a:pt x="5" y="24"/>
                    </a:lnTo>
                    <a:lnTo>
                      <a:pt x="11" y="24"/>
                    </a:lnTo>
                    <a:lnTo>
                      <a:pt x="11" y="29"/>
                    </a:lnTo>
                    <a:lnTo>
                      <a:pt x="17" y="29"/>
                    </a:lnTo>
                    <a:lnTo>
                      <a:pt x="23" y="24"/>
                    </a:lnTo>
                    <a:lnTo>
                      <a:pt x="29" y="20"/>
                    </a:lnTo>
                    <a:lnTo>
                      <a:pt x="29" y="16"/>
                    </a:lnTo>
                    <a:lnTo>
                      <a:pt x="35" y="16"/>
                    </a:lnTo>
                    <a:lnTo>
                      <a:pt x="35" y="12"/>
                    </a:lnTo>
                    <a:lnTo>
                      <a:pt x="29" y="8"/>
                    </a:lnTo>
                    <a:lnTo>
                      <a:pt x="29" y="4"/>
                    </a:lnTo>
                    <a:lnTo>
                      <a:pt x="23" y="0"/>
                    </a:lnTo>
                    <a:lnTo>
                      <a:pt x="17" y="0"/>
                    </a:lnTo>
                    <a:lnTo>
                      <a:pt x="11" y="0"/>
                    </a:lnTo>
                    <a:lnTo>
                      <a:pt x="5" y="0"/>
                    </a:lnTo>
                    <a:lnTo>
                      <a:pt x="0"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26" name="Line 459"/>
              <p:cNvSpPr/>
              <p:nvPr/>
            </p:nvSpPr>
            <p:spPr>
              <a:xfrm>
                <a:off x="2929" y="1127"/>
                <a:ext cx="9" cy="2"/>
              </a:xfrm>
              <a:prstGeom prst="line">
                <a:avLst/>
              </a:prstGeom>
              <a:ln w="12700" cap="flat" cmpd="sng">
                <a:solidFill>
                  <a:schemeClr val="tx1"/>
                </a:solidFill>
                <a:prstDash val="solid"/>
                <a:headEnd type="none" w="med" len="med"/>
                <a:tailEnd type="none" w="med" len="med"/>
              </a:ln>
            </p:spPr>
          </p:sp>
          <p:sp>
            <p:nvSpPr>
              <p:cNvPr id="43127" name="Line 460"/>
              <p:cNvSpPr/>
              <p:nvPr/>
            </p:nvSpPr>
            <p:spPr>
              <a:xfrm>
                <a:off x="2929" y="1120"/>
                <a:ext cx="12" cy="4"/>
              </a:xfrm>
              <a:prstGeom prst="line">
                <a:avLst/>
              </a:prstGeom>
              <a:ln w="12700" cap="flat" cmpd="sng">
                <a:solidFill>
                  <a:schemeClr val="tx1"/>
                </a:solidFill>
                <a:prstDash val="solid"/>
                <a:headEnd type="none" w="med" len="med"/>
                <a:tailEnd type="none" w="med" len="med"/>
              </a:ln>
            </p:spPr>
          </p:sp>
          <p:sp>
            <p:nvSpPr>
              <p:cNvPr id="43128" name="Freeform 461"/>
              <p:cNvSpPr/>
              <p:nvPr/>
            </p:nvSpPr>
            <p:spPr>
              <a:xfrm>
                <a:off x="2923" y="1118"/>
                <a:ext cx="34" cy="32"/>
              </a:xfrm>
              <a:custGeom>
                <a:avLst/>
                <a:gdLst/>
                <a:ahLst/>
                <a:cxnLst>
                  <a:cxn ang="0">
                    <a:pos x="24" y="31"/>
                  </a:cxn>
                  <a:cxn ang="0">
                    <a:pos x="33" y="31"/>
                  </a:cxn>
                  <a:cxn ang="0">
                    <a:pos x="33" y="26"/>
                  </a:cxn>
                  <a:cxn ang="0">
                    <a:pos x="33" y="4"/>
                  </a:cxn>
                  <a:cxn ang="0">
                    <a:pos x="33" y="0"/>
                  </a:cxn>
                  <a:cxn ang="0">
                    <a:pos x="24" y="0"/>
                  </a:cxn>
                  <a:cxn ang="0">
                    <a:pos x="16" y="4"/>
                  </a:cxn>
                  <a:cxn ang="0">
                    <a:pos x="8" y="8"/>
                  </a:cxn>
                  <a:cxn ang="0">
                    <a:pos x="0" y="13"/>
                  </a:cxn>
                  <a:cxn ang="0">
                    <a:pos x="0"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4"/>
                    </a:lnTo>
                    <a:lnTo>
                      <a:pt x="8" y="8"/>
                    </a:lnTo>
                    <a:lnTo>
                      <a:pt x="0" y="13"/>
                    </a:lnTo>
                    <a:lnTo>
                      <a:pt x="0"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29" name="Freeform 462"/>
              <p:cNvSpPr/>
              <p:nvPr/>
            </p:nvSpPr>
            <p:spPr>
              <a:xfrm>
                <a:off x="2923" y="1118"/>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30" name="Freeform 463"/>
              <p:cNvSpPr/>
              <p:nvPr/>
            </p:nvSpPr>
            <p:spPr>
              <a:xfrm>
                <a:off x="2945" y="1121"/>
                <a:ext cx="33" cy="30"/>
              </a:xfrm>
              <a:custGeom>
                <a:avLst/>
                <a:gdLst/>
                <a:ahLst/>
                <a:cxnLst>
                  <a:cxn ang="0">
                    <a:pos x="0" y="12"/>
                  </a:cxn>
                  <a:cxn ang="0">
                    <a:pos x="0" y="16"/>
                  </a:cxn>
                  <a:cxn ang="0">
                    <a:pos x="4" y="16"/>
                  </a:cxn>
                  <a:cxn ang="0">
                    <a:pos x="4" y="20"/>
                  </a:cxn>
                  <a:cxn ang="0">
                    <a:pos x="9" y="24"/>
                  </a:cxn>
                  <a:cxn ang="0">
                    <a:pos x="13" y="29"/>
                  </a:cxn>
                  <a:cxn ang="0">
                    <a:pos x="18" y="29"/>
                  </a:cxn>
                  <a:cxn ang="0">
                    <a:pos x="22" y="24"/>
                  </a:cxn>
                  <a:cxn ang="0">
                    <a:pos x="27" y="20"/>
                  </a:cxn>
                  <a:cxn ang="0">
                    <a:pos x="27" y="16"/>
                  </a:cxn>
                  <a:cxn ang="0">
                    <a:pos x="32" y="16"/>
                  </a:cxn>
                  <a:cxn ang="0">
                    <a:pos x="32" y="8"/>
                  </a:cxn>
                  <a:cxn ang="0">
                    <a:pos x="27" y="8"/>
                  </a:cxn>
                  <a:cxn ang="0">
                    <a:pos x="27" y="4"/>
                  </a:cxn>
                  <a:cxn ang="0">
                    <a:pos x="22" y="0"/>
                  </a:cxn>
                  <a:cxn ang="0">
                    <a:pos x="18" y="0"/>
                  </a:cxn>
                  <a:cxn ang="0">
                    <a:pos x="13" y="0"/>
                  </a:cxn>
                  <a:cxn ang="0">
                    <a:pos x="9" y="0"/>
                  </a:cxn>
                  <a:cxn ang="0">
                    <a:pos x="4" y="4"/>
                  </a:cxn>
                  <a:cxn ang="0">
                    <a:pos x="4" y="8"/>
                  </a:cxn>
                  <a:cxn ang="0">
                    <a:pos x="0" y="8"/>
                  </a:cxn>
                  <a:cxn ang="0">
                    <a:pos x="0" y="12"/>
                  </a:cxn>
                </a:cxnLst>
                <a:rect l="0" t="0" r="0" b="0"/>
                <a:pathLst>
                  <a:path w="33" h="30">
                    <a:moveTo>
                      <a:pt x="0" y="12"/>
                    </a:moveTo>
                    <a:lnTo>
                      <a:pt x="0" y="16"/>
                    </a:lnTo>
                    <a:lnTo>
                      <a:pt x="4" y="16"/>
                    </a:lnTo>
                    <a:lnTo>
                      <a:pt x="4" y="20"/>
                    </a:lnTo>
                    <a:lnTo>
                      <a:pt x="9" y="24"/>
                    </a:lnTo>
                    <a:lnTo>
                      <a:pt x="13" y="29"/>
                    </a:lnTo>
                    <a:lnTo>
                      <a:pt x="18" y="29"/>
                    </a:lnTo>
                    <a:lnTo>
                      <a:pt x="22" y="24"/>
                    </a:lnTo>
                    <a:lnTo>
                      <a:pt x="27" y="20"/>
                    </a:lnTo>
                    <a:lnTo>
                      <a:pt x="27" y="16"/>
                    </a:lnTo>
                    <a:lnTo>
                      <a:pt x="32" y="16"/>
                    </a:lnTo>
                    <a:lnTo>
                      <a:pt x="32" y="8"/>
                    </a:lnTo>
                    <a:lnTo>
                      <a:pt x="27" y="8"/>
                    </a:lnTo>
                    <a:lnTo>
                      <a:pt x="27" y="4"/>
                    </a:lnTo>
                    <a:lnTo>
                      <a:pt x="22" y="0"/>
                    </a:lnTo>
                    <a:lnTo>
                      <a:pt x="18" y="0"/>
                    </a:lnTo>
                    <a:lnTo>
                      <a:pt x="13"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31" name="Line 464"/>
              <p:cNvSpPr/>
              <p:nvPr/>
            </p:nvSpPr>
            <p:spPr>
              <a:xfrm>
                <a:off x="2910" y="1113"/>
                <a:ext cx="12" cy="2"/>
              </a:xfrm>
              <a:prstGeom prst="line">
                <a:avLst/>
              </a:prstGeom>
              <a:ln w="12700" cap="flat" cmpd="sng">
                <a:solidFill>
                  <a:schemeClr val="tx1"/>
                </a:solidFill>
                <a:prstDash val="solid"/>
                <a:headEnd type="none" w="med" len="med"/>
                <a:tailEnd type="none" w="med" len="med"/>
              </a:ln>
            </p:spPr>
          </p:sp>
          <p:sp>
            <p:nvSpPr>
              <p:cNvPr id="43132" name="Line 465"/>
              <p:cNvSpPr/>
              <p:nvPr/>
            </p:nvSpPr>
            <p:spPr>
              <a:xfrm>
                <a:off x="2916" y="1106"/>
                <a:ext cx="8" cy="2"/>
              </a:xfrm>
              <a:prstGeom prst="line">
                <a:avLst/>
              </a:prstGeom>
              <a:ln w="12700" cap="flat" cmpd="sng">
                <a:solidFill>
                  <a:schemeClr val="tx1"/>
                </a:solidFill>
                <a:prstDash val="solid"/>
                <a:headEnd type="none" w="med" len="med"/>
                <a:tailEnd type="none" w="med" len="med"/>
              </a:ln>
            </p:spPr>
          </p:sp>
          <p:sp>
            <p:nvSpPr>
              <p:cNvPr id="43133" name="Freeform 466"/>
              <p:cNvSpPr/>
              <p:nvPr/>
            </p:nvSpPr>
            <p:spPr>
              <a:xfrm>
                <a:off x="2905" y="1102"/>
                <a:ext cx="36" cy="31"/>
              </a:xfrm>
              <a:custGeom>
                <a:avLst/>
                <a:gdLst/>
                <a:ahLst/>
                <a:cxnLst>
                  <a:cxn ang="0">
                    <a:pos x="26" y="30"/>
                  </a:cxn>
                  <a:cxn ang="0">
                    <a:pos x="35" y="25"/>
                  </a:cxn>
                  <a:cxn ang="0">
                    <a:pos x="35" y="5"/>
                  </a:cxn>
                  <a:cxn ang="0">
                    <a:pos x="26" y="0"/>
                  </a:cxn>
                  <a:cxn ang="0">
                    <a:pos x="17" y="0"/>
                  </a:cxn>
                  <a:cxn ang="0">
                    <a:pos x="8" y="0"/>
                  </a:cxn>
                  <a:cxn ang="0">
                    <a:pos x="0" y="5"/>
                  </a:cxn>
                  <a:cxn ang="0">
                    <a:pos x="0" y="10"/>
                  </a:cxn>
                  <a:cxn ang="0">
                    <a:pos x="0" y="15"/>
                  </a:cxn>
                  <a:cxn ang="0">
                    <a:pos x="0" y="20"/>
                  </a:cxn>
                  <a:cxn ang="0">
                    <a:pos x="8" y="30"/>
                  </a:cxn>
                  <a:cxn ang="0">
                    <a:pos x="17" y="30"/>
                  </a:cxn>
                  <a:cxn ang="0">
                    <a:pos x="26" y="30"/>
                  </a:cxn>
                </a:cxnLst>
                <a:rect l="0" t="0" r="0" b="0"/>
                <a:pathLst>
                  <a:path w="36" h="31">
                    <a:moveTo>
                      <a:pt x="26" y="30"/>
                    </a:moveTo>
                    <a:lnTo>
                      <a:pt x="35" y="25"/>
                    </a:lnTo>
                    <a:lnTo>
                      <a:pt x="35" y="5"/>
                    </a:lnTo>
                    <a:lnTo>
                      <a:pt x="26" y="0"/>
                    </a:lnTo>
                    <a:lnTo>
                      <a:pt x="17" y="0"/>
                    </a:lnTo>
                    <a:lnTo>
                      <a:pt x="8" y="0"/>
                    </a:lnTo>
                    <a:lnTo>
                      <a:pt x="0" y="5"/>
                    </a:lnTo>
                    <a:lnTo>
                      <a:pt x="0" y="10"/>
                    </a:lnTo>
                    <a:lnTo>
                      <a:pt x="0" y="15"/>
                    </a:lnTo>
                    <a:lnTo>
                      <a:pt x="0" y="20"/>
                    </a:lnTo>
                    <a:lnTo>
                      <a:pt x="8" y="30"/>
                    </a:lnTo>
                    <a:lnTo>
                      <a:pt x="17" y="30"/>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34" name="Freeform 467"/>
              <p:cNvSpPr/>
              <p:nvPr/>
            </p:nvSpPr>
            <p:spPr>
              <a:xfrm>
                <a:off x="2906" y="1102"/>
                <a:ext cx="36" cy="31"/>
              </a:xfrm>
              <a:custGeom>
                <a:avLst/>
                <a:gdLst/>
                <a:ahLst/>
                <a:cxnLst>
                  <a:cxn ang="0">
                    <a:pos x="1" y="2"/>
                  </a:cxn>
                  <a:cxn ang="0">
                    <a:pos x="35" y="15"/>
                  </a:cxn>
                  <a:cxn ang="0">
                    <a:pos x="33" y="30"/>
                  </a:cxn>
                  <a:cxn ang="0">
                    <a:pos x="0" y="15"/>
                  </a:cxn>
                  <a:cxn ang="0">
                    <a:pos x="1" y="0"/>
                  </a:cxn>
                  <a:cxn ang="0">
                    <a:pos x="1" y="2"/>
                  </a:cxn>
                </a:cxnLst>
                <a:rect l="0" t="0" r="0" b="0"/>
                <a:pathLst>
                  <a:path w="36" h="31">
                    <a:moveTo>
                      <a:pt x="1" y="2"/>
                    </a:moveTo>
                    <a:lnTo>
                      <a:pt x="35" y="15"/>
                    </a:lnTo>
                    <a:lnTo>
                      <a:pt x="33" y="30"/>
                    </a:lnTo>
                    <a:lnTo>
                      <a:pt x="0" y="15"/>
                    </a:lnTo>
                    <a:lnTo>
                      <a:pt x="1" y="0"/>
                    </a:lnTo>
                    <a:lnTo>
                      <a:pt x="1"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35" name="Freeform 468"/>
              <p:cNvSpPr/>
              <p:nvPr/>
            </p:nvSpPr>
            <p:spPr>
              <a:xfrm>
                <a:off x="2923" y="1107"/>
                <a:ext cx="36" cy="30"/>
              </a:xfrm>
              <a:custGeom>
                <a:avLst/>
                <a:gdLst/>
                <a:ahLst/>
                <a:cxnLst>
                  <a:cxn ang="0">
                    <a:pos x="0" y="12"/>
                  </a:cxn>
                  <a:cxn ang="0">
                    <a:pos x="0" y="16"/>
                  </a:cxn>
                  <a:cxn ang="0">
                    <a:pos x="0" y="20"/>
                  </a:cxn>
                  <a:cxn ang="0">
                    <a:pos x="5" y="29"/>
                  </a:cxn>
                  <a:cxn ang="0">
                    <a:pos x="11" y="29"/>
                  </a:cxn>
                  <a:cxn ang="0">
                    <a:pos x="17" y="29"/>
                  </a:cxn>
                  <a:cxn ang="0">
                    <a:pos x="23" y="29"/>
                  </a:cxn>
                  <a:cxn ang="0">
                    <a:pos x="29" y="29"/>
                  </a:cxn>
                  <a:cxn ang="0">
                    <a:pos x="35" y="20"/>
                  </a:cxn>
                  <a:cxn ang="0">
                    <a:pos x="35" y="16"/>
                  </a:cxn>
                  <a:cxn ang="0">
                    <a:pos x="35" y="12"/>
                  </a:cxn>
                  <a:cxn ang="0">
                    <a:pos x="35" y="8"/>
                  </a:cxn>
                  <a:cxn ang="0">
                    <a:pos x="29" y="4"/>
                  </a:cxn>
                  <a:cxn ang="0">
                    <a:pos x="23" y="4"/>
                  </a:cxn>
                  <a:cxn ang="0">
                    <a:pos x="17" y="0"/>
                  </a:cxn>
                  <a:cxn ang="0">
                    <a:pos x="11" y="0"/>
                  </a:cxn>
                  <a:cxn ang="0">
                    <a:pos x="11" y="4"/>
                  </a:cxn>
                  <a:cxn ang="0">
                    <a:pos x="5" y="4"/>
                  </a:cxn>
                  <a:cxn ang="0">
                    <a:pos x="0" y="8"/>
                  </a:cxn>
                  <a:cxn ang="0">
                    <a:pos x="0" y="12"/>
                  </a:cxn>
                </a:cxnLst>
                <a:rect l="0" t="0" r="0" b="0"/>
                <a:pathLst>
                  <a:path w="36" h="30">
                    <a:moveTo>
                      <a:pt x="0" y="12"/>
                    </a:moveTo>
                    <a:lnTo>
                      <a:pt x="0" y="16"/>
                    </a:lnTo>
                    <a:lnTo>
                      <a:pt x="0" y="20"/>
                    </a:lnTo>
                    <a:lnTo>
                      <a:pt x="5" y="29"/>
                    </a:lnTo>
                    <a:lnTo>
                      <a:pt x="11" y="29"/>
                    </a:lnTo>
                    <a:lnTo>
                      <a:pt x="17" y="29"/>
                    </a:lnTo>
                    <a:lnTo>
                      <a:pt x="23" y="29"/>
                    </a:lnTo>
                    <a:lnTo>
                      <a:pt x="29" y="29"/>
                    </a:lnTo>
                    <a:lnTo>
                      <a:pt x="35" y="20"/>
                    </a:lnTo>
                    <a:lnTo>
                      <a:pt x="35" y="16"/>
                    </a:lnTo>
                    <a:lnTo>
                      <a:pt x="35" y="12"/>
                    </a:lnTo>
                    <a:lnTo>
                      <a:pt x="35" y="8"/>
                    </a:lnTo>
                    <a:lnTo>
                      <a:pt x="29" y="4"/>
                    </a:lnTo>
                    <a:lnTo>
                      <a:pt x="23" y="4"/>
                    </a:lnTo>
                    <a:lnTo>
                      <a:pt x="17" y="0"/>
                    </a:lnTo>
                    <a:lnTo>
                      <a:pt x="11" y="0"/>
                    </a:lnTo>
                    <a:lnTo>
                      <a:pt x="11" y="4"/>
                    </a:lnTo>
                    <a:lnTo>
                      <a:pt x="5"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3136" name="Group 469"/>
            <p:cNvGrpSpPr/>
            <p:nvPr/>
          </p:nvGrpSpPr>
          <p:grpSpPr>
            <a:xfrm>
              <a:off x="3529" y="1952"/>
              <a:ext cx="430" cy="196"/>
              <a:chOff x="3806" y="1332"/>
              <a:chExt cx="430" cy="196"/>
            </a:xfrm>
          </p:grpSpPr>
          <p:sp>
            <p:nvSpPr>
              <p:cNvPr id="43137" name="Freeform 470"/>
              <p:cNvSpPr/>
              <p:nvPr/>
            </p:nvSpPr>
            <p:spPr>
              <a:xfrm>
                <a:off x="4120" y="1348"/>
                <a:ext cx="116" cy="171"/>
              </a:xfrm>
              <a:custGeom>
                <a:avLst/>
                <a:gdLst/>
                <a:ahLst/>
                <a:cxnLst>
                  <a:cxn ang="0">
                    <a:pos x="115" y="163"/>
                  </a:cxn>
                  <a:cxn ang="0">
                    <a:pos x="115" y="6"/>
                  </a:cxn>
                  <a:cxn ang="0">
                    <a:pos x="0" y="0"/>
                  </a:cxn>
                  <a:cxn ang="0">
                    <a:pos x="0" y="170"/>
                  </a:cxn>
                  <a:cxn ang="0">
                    <a:pos x="115" y="163"/>
                  </a:cxn>
                </a:cxnLst>
                <a:rect l="0" t="0" r="0" b="0"/>
                <a:pathLst>
                  <a:path w="116" h="171">
                    <a:moveTo>
                      <a:pt x="115" y="163"/>
                    </a:moveTo>
                    <a:lnTo>
                      <a:pt x="115" y="6"/>
                    </a:lnTo>
                    <a:lnTo>
                      <a:pt x="0" y="0"/>
                    </a:lnTo>
                    <a:lnTo>
                      <a:pt x="0" y="170"/>
                    </a:lnTo>
                    <a:lnTo>
                      <a:pt x="115" y="16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3138" name="Freeform 471"/>
              <p:cNvSpPr/>
              <p:nvPr/>
            </p:nvSpPr>
            <p:spPr>
              <a:xfrm>
                <a:off x="3951" y="1373"/>
                <a:ext cx="127" cy="116"/>
              </a:xfrm>
              <a:custGeom>
                <a:avLst/>
                <a:gdLst/>
                <a:ahLst/>
                <a:cxnLst>
                  <a:cxn ang="0">
                    <a:pos x="24" y="0"/>
                  </a:cxn>
                  <a:cxn ang="0">
                    <a:pos x="100" y="0"/>
                  </a:cxn>
                  <a:cxn ang="0">
                    <a:pos x="126" y="16"/>
                  </a:cxn>
                  <a:cxn ang="0">
                    <a:pos x="126" y="98"/>
                  </a:cxn>
                  <a:cxn ang="0">
                    <a:pos x="100" y="115"/>
                  </a:cxn>
                  <a:cxn ang="0">
                    <a:pos x="24" y="115"/>
                  </a:cxn>
                  <a:cxn ang="0">
                    <a:pos x="0" y="98"/>
                  </a:cxn>
                  <a:cxn ang="0">
                    <a:pos x="0" y="16"/>
                  </a:cxn>
                  <a:cxn ang="0">
                    <a:pos x="24" y="0"/>
                  </a:cxn>
                </a:cxnLst>
                <a:rect l="0" t="0" r="0" b="0"/>
                <a:pathLst>
                  <a:path w="127" h="116">
                    <a:moveTo>
                      <a:pt x="24" y="0"/>
                    </a:moveTo>
                    <a:lnTo>
                      <a:pt x="100" y="0"/>
                    </a:lnTo>
                    <a:lnTo>
                      <a:pt x="126" y="16"/>
                    </a:lnTo>
                    <a:lnTo>
                      <a:pt x="126" y="98"/>
                    </a:lnTo>
                    <a:lnTo>
                      <a:pt x="100" y="115"/>
                    </a:lnTo>
                    <a:lnTo>
                      <a:pt x="24" y="115"/>
                    </a:lnTo>
                    <a:lnTo>
                      <a:pt x="0" y="98"/>
                    </a:lnTo>
                    <a:lnTo>
                      <a:pt x="0" y="16"/>
                    </a:lnTo>
                    <a:lnTo>
                      <a:pt x="24"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139" name="Freeform 472"/>
              <p:cNvSpPr/>
              <p:nvPr/>
            </p:nvSpPr>
            <p:spPr>
              <a:xfrm>
                <a:off x="4008" y="1385"/>
                <a:ext cx="125" cy="116"/>
              </a:xfrm>
              <a:custGeom>
                <a:avLst/>
                <a:gdLst/>
                <a:ahLst/>
                <a:cxnLst>
                  <a:cxn ang="0">
                    <a:pos x="25" y="0"/>
                  </a:cxn>
                  <a:cxn ang="0">
                    <a:pos x="99" y="0"/>
                  </a:cxn>
                  <a:cxn ang="0">
                    <a:pos x="124" y="16"/>
                  </a:cxn>
                  <a:cxn ang="0">
                    <a:pos x="124" y="98"/>
                  </a:cxn>
                  <a:cxn ang="0">
                    <a:pos x="99" y="115"/>
                  </a:cxn>
                  <a:cxn ang="0">
                    <a:pos x="25" y="115"/>
                  </a:cxn>
                  <a:cxn ang="0">
                    <a:pos x="0" y="98"/>
                  </a:cxn>
                  <a:cxn ang="0">
                    <a:pos x="0" y="16"/>
                  </a:cxn>
                  <a:cxn ang="0">
                    <a:pos x="25" y="0"/>
                  </a:cxn>
                </a:cxnLst>
                <a:rect l="0" t="0" r="0" b="0"/>
                <a:pathLst>
                  <a:path w="125" h="116">
                    <a:moveTo>
                      <a:pt x="25" y="0"/>
                    </a:moveTo>
                    <a:lnTo>
                      <a:pt x="99" y="0"/>
                    </a:lnTo>
                    <a:lnTo>
                      <a:pt x="124" y="16"/>
                    </a:lnTo>
                    <a:lnTo>
                      <a:pt x="124" y="98"/>
                    </a:lnTo>
                    <a:lnTo>
                      <a:pt x="99" y="115"/>
                    </a:lnTo>
                    <a:lnTo>
                      <a:pt x="25" y="115"/>
                    </a:lnTo>
                    <a:lnTo>
                      <a:pt x="0" y="98"/>
                    </a:lnTo>
                    <a:lnTo>
                      <a:pt x="0" y="1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140" name="Freeform 473"/>
              <p:cNvSpPr/>
              <p:nvPr/>
            </p:nvSpPr>
            <p:spPr>
              <a:xfrm>
                <a:off x="3980" y="1371"/>
                <a:ext cx="127" cy="32"/>
              </a:xfrm>
              <a:custGeom>
                <a:avLst/>
                <a:gdLst/>
                <a:ahLst/>
                <a:cxnLst>
                  <a:cxn ang="0">
                    <a:pos x="72" y="0"/>
                  </a:cxn>
                  <a:cxn ang="0">
                    <a:pos x="126" y="31"/>
                  </a:cxn>
                  <a:cxn ang="0">
                    <a:pos x="53" y="31"/>
                  </a:cxn>
                  <a:cxn ang="0">
                    <a:pos x="0" y="0"/>
                  </a:cxn>
                  <a:cxn ang="0">
                    <a:pos x="72" y="0"/>
                  </a:cxn>
                </a:cxnLst>
                <a:rect l="0" t="0" r="0" b="0"/>
                <a:pathLst>
                  <a:path w="127" h="32">
                    <a:moveTo>
                      <a:pt x="72" y="0"/>
                    </a:moveTo>
                    <a:lnTo>
                      <a:pt x="126" y="31"/>
                    </a:lnTo>
                    <a:lnTo>
                      <a:pt x="53" y="31"/>
                    </a:lnTo>
                    <a:lnTo>
                      <a:pt x="0" y="0"/>
                    </a:lnTo>
                    <a:lnTo>
                      <a:pt x="72"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3141" name="Freeform 474"/>
              <p:cNvSpPr/>
              <p:nvPr/>
            </p:nvSpPr>
            <p:spPr>
              <a:xfrm>
                <a:off x="3954" y="1472"/>
                <a:ext cx="78" cy="33"/>
              </a:xfrm>
              <a:custGeom>
                <a:avLst/>
                <a:gdLst/>
                <a:ahLst/>
                <a:cxnLst>
                  <a:cxn ang="0">
                    <a:pos x="0" y="0"/>
                  </a:cxn>
                  <a:cxn ang="0">
                    <a:pos x="52" y="11"/>
                  </a:cxn>
                  <a:cxn ang="0">
                    <a:pos x="77" y="32"/>
                  </a:cxn>
                  <a:cxn ang="0">
                    <a:pos x="23" y="20"/>
                  </a:cxn>
                  <a:cxn ang="0">
                    <a:pos x="0" y="0"/>
                  </a:cxn>
                </a:cxnLst>
                <a:rect l="0" t="0" r="0" b="0"/>
                <a:pathLst>
                  <a:path w="78" h="33">
                    <a:moveTo>
                      <a:pt x="0" y="0"/>
                    </a:moveTo>
                    <a:lnTo>
                      <a:pt x="52" y="11"/>
                    </a:lnTo>
                    <a:lnTo>
                      <a:pt x="77" y="32"/>
                    </a:lnTo>
                    <a:lnTo>
                      <a:pt x="23"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3142" name="Line 475"/>
              <p:cNvSpPr/>
              <p:nvPr/>
            </p:nvSpPr>
            <p:spPr>
              <a:xfrm>
                <a:off x="3960" y="1397"/>
                <a:ext cx="42" cy="0"/>
              </a:xfrm>
              <a:prstGeom prst="line">
                <a:avLst/>
              </a:prstGeom>
              <a:ln w="12700" cap="flat" cmpd="sng">
                <a:solidFill>
                  <a:schemeClr val="tx1"/>
                </a:solidFill>
                <a:prstDash val="solid"/>
                <a:headEnd type="none" w="med" len="med"/>
                <a:tailEnd type="none" w="med" len="med"/>
              </a:ln>
            </p:spPr>
          </p:sp>
          <p:sp>
            <p:nvSpPr>
              <p:cNvPr id="43143" name="Oval 476"/>
              <p:cNvSpPr/>
              <p:nvPr/>
            </p:nvSpPr>
            <p:spPr>
              <a:xfrm>
                <a:off x="4029" y="1402"/>
                <a:ext cx="27" cy="23"/>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3144" name="Line 477"/>
              <p:cNvSpPr/>
              <p:nvPr/>
            </p:nvSpPr>
            <p:spPr>
              <a:xfrm flipV="1">
                <a:off x="4040" y="1391"/>
                <a:ext cx="8" cy="10"/>
              </a:xfrm>
              <a:prstGeom prst="line">
                <a:avLst/>
              </a:prstGeom>
              <a:ln w="12700" cap="flat" cmpd="sng">
                <a:solidFill>
                  <a:schemeClr val="tx1"/>
                </a:solidFill>
                <a:prstDash val="solid"/>
                <a:headEnd type="none" w="med" len="med"/>
                <a:tailEnd type="none" w="med" len="med"/>
              </a:ln>
            </p:spPr>
          </p:sp>
          <p:sp>
            <p:nvSpPr>
              <p:cNvPr id="43145" name="Line 478"/>
              <p:cNvSpPr/>
              <p:nvPr/>
            </p:nvSpPr>
            <p:spPr>
              <a:xfrm>
                <a:off x="4039" y="1411"/>
                <a:ext cx="3" cy="0"/>
              </a:xfrm>
              <a:prstGeom prst="line">
                <a:avLst/>
              </a:prstGeom>
              <a:ln w="12700" cap="flat" cmpd="sng">
                <a:solidFill>
                  <a:schemeClr val="tx1"/>
                </a:solidFill>
                <a:prstDash val="solid"/>
                <a:headEnd type="none" w="med" len="med"/>
                <a:tailEnd type="none" w="med" len="med"/>
              </a:ln>
            </p:spPr>
          </p:sp>
          <p:sp>
            <p:nvSpPr>
              <p:cNvPr id="43146" name="Oval 479"/>
              <p:cNvSpPr/>
              <p:nvPr/>
            </p:nvSpPr>
            <p:spPr>
              <a:xfrm>
                <a:off x="4017" y="1419"/>
                <a:ext cx="108" cy="7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3147" name="Line 480"/>
              <p:cNvSpPr/>
              <p:nvPr/>
            </p:nvSpPr>
            <p:spPr>
              <a:xfrm>
                <a:off x="4106" y="1402"/>
                <a:ext cx="46" cy="1"/>
              </a:xfrm>
              <a:prstGeom prst="line">
                <a:avLst/>
              </a:prstGeom>
              <a:ln w="12700" cap="flat" cmpd="sng">
                <a:solidFill>
                  <a:schemeClr val="tx1"/>
                </a:solidFill>
                <a:prstDash val="solid"/>
                <a:headEnd type="none" w="med" len="med"/>
                <a:tailEnd type="none" w="med" len="med"/>
              </a:ln>
            </p:spPr>
          </p:sp>
          <p:sp>
            <p:nvSpPr>
              <p:cNvPr id="43148" name="Freeform 481"/>
              <p:cNvSpPr/>
              <p:nvPr/>
            </p:nvSpPr>
            <p:spPr>
              <a:xfrm>
                <a:off x="4034" y="1398"/>
                <a:ext cx="35" cy="32"/>
              </a:xfrm>
              <a:custGeom>
                <a:avLst/>
                <a:gdLst/>
                <a:ahLst/>
                <a:cxnLst>
                  <a:cxn ang="0">
                    <a:pos x="0" y="0"/>
                  </a:cxn>
                  <a:cxn ang="0">
                    <a:pos x="21" y="0"/>
                  </a:cxn>
                  <a:cxn ang="0">
                    <a:pos x="34" y="13"/>
                  </a:cxn>
                  <a:cxn ang="0">
                    <a:pos x="24" y="31"/>
                  </a:cxn>
                  <a:cxn ang="0">
                    <a:pos x="0" y="0"/>
                  </a:cxn>
                </a:cxnLst>
                <a:rect l="0" t="0" r="0" b="0"/>
                <a:pathLst>
                  <a:path w="35" h="32">
                    <a:moveTo>
                      <a:pt x="0" y="0"/>
                    </a:moveTo>
                    <a:lnTo>
                      <a:pt x="21" y="0"/>
                    </a:lnTo>
                    <a:lnTo>
                      <a:pt x="34" y="13"/>
                    </a:lnTo>
                    <a:lnTo>
                      <a:pt x="24"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149" name="Freeform 482"/>
              <p:cNvSpPr/>
              <p:nvPr/>
            </p:nvSpPr>
            <p:spPr>
              <a:xfrm>
                <a:off x="4031" y="1401"/>
                <a:ext cx="32" cy="30"/>
              </a:xfrm>
              <a:custGeom>
                <a:avLst/>
                <a:gdLst/>
                <a:ahLst/>
                <a:cxnLst>
                  <a:cxn ang="0">
                    <a:pos x="31" y="0"/>
                  </a:cxn>
                  <a:cxn ang="0">
                    <a:pos x="31" y="24"/>
                  </a:cxn>
                  <a:cxn ang="0">
                    <a:pos x="14" y="29"/>
                  </a:cxn>
                  <a:cxn ang="0">
                    <a:pos x="0" y="8"/>
                  </a:cxn>
                  <a:cxn ang="0">
                    <a:pos x="22" y="4"/>
                  </a:cxn>
                  <a:cxn ang="0">
                    <a:pos x="31" y="0"/>
                  </a:cxn>
                </a:cxnLst>
                <a:rect l="0" t="0" r="0" b="0"/>
                <a:pathLst>
                  <a:path w="32" h="30">
                    <a:moveTo>
                      <a:pt x="31" y="0"/>
                    </a:moveTo>
                    <a:lnTo>
                      <a:pt x="31" y="24"/>
                    </a:lnTo>
                    <a:lnTo>
                      <a:pt x="14" y="29"/>
                    </a:lnTo>
                    <a:lnTo>
                      <a:pt x="0" y="8"/>
                    </a:lnTo>
                    <a:lnTo>
                      <a:pt x="22" y="4"/>
                    </a:lnTo>
                    <a:lnTo>
                      <a:pt x="3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3150" name="Rectangle 483"/>
              <p:cNvSpPr/>
              <p:nvPr/>
            </p:nvSpPr>
            <p:spPr>
              <a:xfrm>
                <a:off x="3948" y="1434"/>
                <a:ext cx="27" cy="2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3151" name="Freeform 484"/>
              <p:cNvSpPr/>
              <p:nvPr/>
            </p:nvSpPr>
            <p:spPr>
              <a:xfrm>
                <a:off x="3806" y="1332"/>
                <a:ext cx="139" cy="196"/>
              </a:xfrm>
              <a:custGeom>
                <a:avLst/>
                <a:gdLst/>
                <a:ahLst/>
                <a:cxnLst>
                  <a:cxn ang="0">
                    <a:pos x="0" y="0"/>
                  </a:cxn>
                  <a:cxn ang="0">
                    <a:pos x="0" y="195"/>
                  </a:cxn>
                  <a:cxn ang="0">
                    <a:pos x="138" y="188"/>
                  </a:cxn>
                  <a:cxn ang="0">
                    <a:pos x="138" y="6"/>
                  </a:cxn>
                  <a:cxn ang="0">
                    <a:pos x="0" y="0"/>
                  </a:cxn>
                </a:cxnLst>
                <a:rect l="0" t="0" r="0" b="0"/>
                <a:pathLst>
                  <a:path w="139" h="196">
                    <a:moveTo>
                      <a:pt x="0" y="0"/>
                    </a:moveTo>
                    <a:lnTo>
                      <a:pt x="0" y="195"/>
                    </a:lnTo>
                    <a:lnTo>
                      <a:pt x="138" y="188"/>
                    </a:lnTo>
                    <a:lnTo>
                      <a:pt x="138" y="6"/>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3152" name="Line 485"/>
              <p:cNvSpPr/>
              <p:nvPr/>
            </p:nvSpPr>
            <p:spPr>
              <a:xfrm>
                <a:off x="4042" y="1482"/>
                <a:ext cx="9" cy="3"/>
              </a:xfrm>
              <a:prstGeom prst="line">
                <a:avLst/>
              </a:prstGeom>
              <a:ln w="12700" cap="flat" cmpd="sng">
                <a:solidFill>
                  <a:schemeClr val="tx1"/>
                </a:solidFill>
                <a:prstDash val="solid"/>
                <a:headEnd type="none" w="med" len="med"/>
                <a:tailEnd type="none" w="med" len="med"/>
              </a:ln>
            </p:spPr>
          </p:sp>
          <p:sp>
            <p:nvSpPr>
              <p:cNvPr id="43153" name="Line 486"/>
              <p:cNvSpPr/>
              <p:nvPr/>
            </p:nvSpPr>
            <p:spPr>
              <a:xfrm>
                <a:off x="4042" y="1476"/>
                <a:ext cx="9" cy="6"/>
              </a:xfrm>
              <a:prstGeom prst="line">
                <a:avLst/>
              </a:prstGeom>
              <a:ln w="12700" cap="flat" cmpd="sng">
                <a:solidFill>
                  <a:schemeClr val="tx1"/>
                </a:solidFill>
                <a:prstDash val="solid"/>
                <a:headEnd type="none" w="med" len="med"/>
                <a:tailEnd type="none" w="med" len="med"/>
              </a:ln>
            </p:spPr>
          </p:sp>
          <p:sp>
            <p:nvSpPr>
              <p:cNvPr id="43154" name="Freeform 487"/>
              <p:cNvSpPr/>
              <p:nvPr/>
            </p:nvSpPr>
            <p:spPr>
              <a:xfrm>
                <a:off x="4034" y="1474"/>
                <a:ext cx="35" cy="32"/>
              </a:xfrm>
              <a:custGeom>
                <a:avLst/>
                <a:gdLst/>
                <a:ahLst/>
                <a:cxnLst>
                  <a:cxn ang="0">
                    <a:pos x="25" y="31"/>
                  </a:cxn>
                  <a:cxn ang="0">
                    <a:pos x="34" y="31"/>
                  </a:cxn>
                  <a:cxn ang="0">
                    <a:pos x="34" y="26"/>
                  </a:cxn>
                  <a:cxn ang="0">
                    <a:pos x="34" y="4"/>
                  </a:cxn>
                  <a:cxn ang="0">
                    <a:pos x="34" y="0"/>
                  </a:cxn>
                  <a:cxn ang="0">
                    <a:pos x="25" y="0"/>
                  </a:cxn>
                  <a:cxn ang="0">
                    <a:pos x="17" y="4"/>
                  </a:cxn>
                  <a:cxn ang="0">
                    <a:pos x="8" y="8"/>
                  </a:cxn>
                  <a:cxn ang="0">
                    <a:pos x="0" y="13"/>
                  </a:cxn>
                  <a:cxn ang="0">
                    <a:pos x="0" y="17"/>
                  </a:cxn>
                  <a:cxn ang="0">
                    <a:pos x="8" y="17"/>
                  </a:cxn>
                  <a:cxn ang="0">
                    <a:pos x="8" y="26"/>
                  </a:cxn>
                  <a:cxn ang="0">
                    <a:pos x="17" y="31"/>
                  </a:cxn>
                  <a:cxn ang="0">
                    <a:pos x="25" y="31"/>
                  </a:cxn>
                </a:cxnLst>
                <a:rect l="0" t="0" r="0" b="0"/>
                <a:pathLst>
                  <a:path w="35" h="32">
                    <a:moveTo>
                      <a:pt x="25" y="31"/>
                    </a:moveTo>
                    <a:lnTo>
                      <a:pt x="34" y="31"/>
                    </a:lnTo>
                    <a:lnTo>
                      <a:pt x="34" y="26"/>
                    </a:lnTo>
                    <a:lnTo>
                      <a:pt x="34" y="4"/>
                    </a:lnTo>
                    <a:lnTo>
                      <a:pt x="34" y="0"/>
                    </a:lnTo>
                    <a:lnTo>
                      <a:pt x="25" y="0"/>
                    </a:lnTo>
                    <a:lnTo>
                      <a:pt x="17" y="4"/>
                    </a:lnTo>
                    <a:lnTo>
                      <a:pt x="8" y="8"/>
                    </a:lnTo>
                    <a:lnTo>
                      <a:pt x="0" y="13"/>
                    </a:lnTo>
                    <a:lnTo>
                      <a:pt x="0" y="17"/>
                    </a:lnTo>
                    <a:lnTo>
                      <a:pt x="8" y="17"/>
                    </a:lnTo>
                    <a:lnTo>
                      <a:pt x="8"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55" name="Freeform 488"/>
              <p:cNvSpPr/>
              <p:nvPr/>
            </p:nvSpPr>
            <p:spPr>
              <a:xfrm>
                <a:off x="4035" y="1474"/>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56" name="Freeform 489"/>
              <p:cNvSpPr/>
              <p:nvPr/>
            </p:nvSpPr>
            <p:spPr>
              <a:xfrm>
                <a:off x="4053" y="1482"/>
                <a:ext cx="35" cy="29"/>
              </a:xfrm>
              <a:custGeom>
                <a:avLst/>
                <a:gdLst/>
                <a:ahLst/>
                <a:cxnLst>
                  <a:cxn ang="0">
                    <a:pos x="0" y="12"/>
                  </a:cxn>
                  <a:cxn ang="0">
                    <a:pos x="0" y="16"/>
                  </a:cxn>
                  <a:cxn ang="0">
                    <a:pos x="4" y="16"/>
                  </a:cxn>
                  <a:cxn ang="0">
                    <a:pos x="4" y="20"/>
                  </a:cxn>
                  <a:cxn ang="0">
                    <a:pos x="9" y="24"/>
                  </a:cxn>
                  <a:cxn ang="0">
                    <a:pos x="14" y="28"/>
                  </a:cxn>
                  <a:cxn ang="0">
                    <a:pos x="19" y="28"/>
                  </a:cxn>
                  <a:cxn ang="0">
                    <a:pos x="24" y="24"/>
                  </a:cxn>
                  <a:cxn ang="0">
                    <a:pos x="29" y="20"/>
                  </a:cxn>
                  <a:cxn ang="0">
                    <a:pos x="29" y="16"/>
                  </a:cxn>
                  <a:cxn ang="0">
                    <a:pos x="34" y="16"/>
                  </a:cxn>
                  <a:cxn ang="0">
                    <a:pos x="34" y="12"/>
                  </a:cxn>
                  <a:cxn ang="0">
                    <a:pos x="29" y="8"/>
                  </a:cxn>
                  <a:cxn ang="0">
                    <a:pos x="24" y="4"/>
                  </a:cxn>
                  <a:cxn ang="0">
                    <a:pos x="19" y="0"/>
                  </a:cxn>
                  <a:cxn ang="0">
                    <a:pos x="14" y="0"/>
                  </a:cxn>
                  <a:cxn ang="0">
                    <a:pos x="9" y="4"/>
                  </a:cxn>
                  <a:cxn ang="0">
                    <a:pos x="4" y="8"/>
                  </a:cxn>
                  <a:cxn ang="0">
                    <a:pos x="0" y="12"/>
                  </a:cxn>
                </a:cxnLst>
                <a:rect l="0" t="0" r="0" b="0"/>
                <a:pathLst>
                  <a:path w="35" h="29">
                    <a:moveTo>
                      <a:pt x="0" y="12"/>
                    </a:moveTo>
                    <a:lnTo>
                      <a:pt x="0" y="16"/>
                    </a:lnTo>
                    <a:lnTo>
                      <a:pt x="4" y="16"/>
                    </a:lnTo>
                    <a:lnTo>
                      <a:pt x="4" y="20"/>
                    </a:lnTo>
                    <a:lnTo>
                      <a:pt x="9" y="24"/>
                    </a:lnTo>
                    <a:lnTo>
                      <a:pt x="14" y="28"/>
                    </a:lnTo>
                    <a:lnTo>
                      <a:pt x="19" y="28"/>
                    </a:lnTo>
                    <a:lnTo>
                      <a:pt x="24" y="24"/>
                    </a:lnTo>
                    <a:lnTo>
                      <a:pt x="29" y="20"/>
                    </a:lnTo>
                    <a:lnTo>
                      <a:pt x="29" y="16"/>
                    </a:lnTo>
                    <a:lnTo>
                      <a:pt x="34" y="16"/>
                    </a:lnTo>
                    <a:lnTo>
                      <a:pt x="34" y="12"/>
                    </a:lnTo>
                    <a:lnTo>
                      <a:pt x="29" y="8"/>
                    </a:lnTo>
                    <a:lnTo>
                      <a:pt x="24" y="4"/>
                    </a:lnTo>
                    <a:lnTo>
                      <a:pt x="19" y="0"/>
                    </a:lnTo>
                    <a:lnTo>
                      <a:pt x="14" y="0"/>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57" name="Line 490"/>
              <p:cNvSpPr/>
              <p:nvPr/>
            </p:nvSpPr>
            <p:spPr>
              <a:xfrm>
                <a:off x="4031" y="1457"/>
                <a:ext cx="6" cy="6"/>
              </a:xfrm>
              <a:prstGeom prst="line">
                <a:avLst/>
              </a:prstGeom>
              <a:ln w="12700" cap="flat" cmpd="sng">
                <a:solidFill>
                  <a:schemeClr val="tx1"/>
                </a:solidFill>
                <a:prstDash val="solid"/>
                <a:headEnd type="none" w="med" len="med"/>
                <a:tailEnd type="none" w="med" len="med"/>
              </a:ln>
            </p:spPr>
          </p:sp>
          <p:sp>
            <p:nvSpPr>
              <p:cNvPr id="43158" name="Line 491"/>
              <p:cNvSpPr/>
              <p:nvPr/>
            </p:nvSpPr>
            <p:spPr>
              <a:xfrm>
                <a:off x="4027" y="1456"/>
                <a:ext cx="13" cy="4"/>
              </a:xfrm>
              <a:prstGeom prst="line">
                <a:avLst/>
              </a:prstGeom>
              <a:ln w="12700" cap="flat" cmpd="sng">
                <a:solidFill>
                  <a:schemeClr val="tx1"/>
                </a:solidFill>
                <a:prstDash val="solid"/>
                <a:headEnd type="none" w="med" len="med"/>
                <a:tailEnd type="none" w="med" len="med"/>
              </a:ln>
            </p:spPr>
          </p:sp>
          <p:sp>
            <p:nvSpPr>
              <p:cNvPr id="43159" name="Freeform 492"/>
              <p:cNvSpPr/>
              <p:nvPr/>
            </p:nvSpPr>
            <p:spPr>
              <a:xfrm>
                <a:off x="4022" y="1454"/>
                <a:ext cx="34" cy="32"/>
              </a:xfrm>
              <a:custGeom>
                <a:avLst/>
                <a:gdLst/>
                <a:ahLst/>
                <a:cxnLst>
                  <a:cxn ang="0">
                    <a:pos x="24" y="31"/>
                  </a:cxn>
                  <a:cxn ang="0">
                    <a:pos x="33" y="31"/>
                  </a:cxn>
                  <a:cxn ang="0">
                    <a:pos x="33" y="26"/>
                  </a:cxn>
                  <a:cxn ang="0">
                    <a:pos x="33" y="4"/>
                  </a:cxn>
                  <a:cxn ang="0">
                    <a:pos x="33" y="0"/>
                  </a:cxn>
                  <a:cxn ang="0">
                    <a:pos x="24" y="0"/>
                  </a:cxn>
                  <a:cxn ang="0">
                    <a:pos x="16" y="0"/>
                  </a:cxn>
                  <a:cxn ang="0">
                    <a:pos x="8" y="4"/>
                  </a:cxn>
                  <a:cxn ang="0">
                    <a:pos x="8" y="8"/>
                  </a:cxn>
                  <a:cxn ang="0">
                    <a:pos x="0" y="8"/>
                  </a:cxn>
                  <a:cxn ang="0">
                    <a:pos x="0" y="13"/>
                  </a:cxn>
                  <a:cxn ang="0">
                    <a:pos x="8"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0"/>
                    </a:lnTo>
                    <a:lnTo>
                      <a:pt x="8" y="4"/>
                    </a:lnTo>
                    <a:lnTo>
                      <a:pt x="8" y="8"/>
                    </a:lnTo>
                    <a:lnTo>
                      <a:pt x="0" y="8"/>
                    </a:lnTo>
                    <a:lnTo>
                      <a:pt x="0" y="13"/>
                    </a:lnTo>
                    <a:lnTo>
                      <a:pt x="8"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60" name="Freeform 493"/>
              <p:cNvSpPr/>
              <p:nvPr/>
            </p:nvSpPr>
            <p:spPr>
              <a:xfrm>
                <a:off x="4025" y="1454"/>
                <a:ext cx="35" cy="32"/>
              </a:xfrm>
              <a:custGeom>
                <a:avLst/>
                <a:gdLst/>
                <a:ahLst/>
                <a:cxnLst>
                  <a:cxn ang="0">
                    <a:pos x="2" y="0"/>
                  </a:cxn>
                  <a:cxn ang="0">
                    <a:pos x="34" y="16"/>
                  </a:cxn>
                  <a:cxn ang="0">
                    <a:pos x="32" y="31"/>
                  </a:cxn>
                  <a:cxn ang="0">
                    <a:pos x="0" y="14"/>
                  </a:cxn>
                  <a:cxn ang="0">
                    <a:pos x="2" y="0"/>
                  </a:cxn>
                </a:cxnLst>
                <a:rect l="0" t="0" r="0" b="0"/>
                <a:pathLst>
                  <a:path w="35" h="32">
                    <a:moveTo>
                      <a:pt x="2" y="0"/>
                    </a:moveTo>
                    <a:lnTo>
                      <a:pt x="34" y="16"/>
                    </a:lnTo>
                    <a:lnTo>
                      <a:pt x="32" y="31"/>
                    </a:lnTo>
                    <a:lnTo>
                      <a:pt x="0" y="14"/>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61" name="Freeform 494"/>
              <p:cNvSpPr/>
              <p:nvPr/>
            </p:nvSpPr>
            <p:spPr>
              <a:xfrm>
                <a:off x="4040" y="1457"/>
                <a:ext cx="33" cy="30"/>
              </a:xfrm>
              <a:custGeom>
                <a:avLst/>
                <a:gdLst/>
                <a:ahLst/>
                <a:cxnLst>
                  <a:cxn ang="0">
                    <a:pos x="0" y="9"/>
                  </a:cxn>
                  <a:cxn ang="0">
                    <a:pos x="0" y="14"/>
                  </a:cxn>
                  <a:cxn ang="0">
                    <a:pos x="4" y="14"/>
                  </a:cxn>
                  <a:cxn ang="0">
                    <a:pos x="4" y="24"/>
                  </a:cxn>
                  <a:cxn ang="0">
                    <a:pos x="9" y="29"/>
                  </a:cxn>
                  <a:cxn ang="0">
                    <a:pos x="13" y="29"/>
                  </a:cxn>
                  <a:cxn ang="0">
                    <a:pos x="18" y="29"/>
                  </a:cxn>
                  <a:cxn ang="0">
                    <a:pos x="22" y="29"/>
                  </a:cxn>
                  <a:cxn ang="0">
                    <a:pos x="27" y="24"/>
                  </a:cxn>
                  <a:cxn ang="0">
                    <a:pos x="27" y="14"/>
                  </a:cxn>
                  <a:cxn ang="0">
                    <a:pos x="32" y="14"/>
                  </a:cxn>
                  <a:cxn ang="0">
                    <a:pos x="32" y="9"/>
                  </a:cxn>
                  <a:cxn ang="0">
                    <a:pos x="27" y="4"/>
                  </a:cxn>
                  <a:cxn ang="0">
                    <a:pos x="27" y="0"/>
                  </a:cxn>
                  <a:cxn ang="0">
                    <a:pos x="22" y="0"/>
                  </a:cxn>
                  <a:cxn ang="0">
                    <a:pos x="18" y="0"/>
                  </a:cxn>
                  <a:cxn ang="0">
                    <a:pos x="9" y="0"/>
                  </a:cxn>
                  <a:cxn ang="0">
                    <a:pos x="4" y="0"/>
                  </a:cxn>
                  <a:cxn ang="0">
                    <a:pos x="4" y="4"/>
                  </a:cxn>
                  <a:cxn ang="0">
                    <a:pos x="0" y="9"/>
                  </a:cxn>
                </a:cxnLst>
                <a:rect l="0" t="0" r="0" b="0"/>
                <a:pathLst>
                  <a:path w="33" h="30">
                    <a:moveTo>
                      <a:pt x="0" y="9"/>
                    </a:moveTo>
                    <a:lnTo>
                      <a:pt x="0" y="14"/>
                    </a:lnTo>
                    <a:lnTo>
                      <a:pt x="4" y="14"/>
                    </a:lnTo>
                    <a:lnTo>
                      <a:pt x="4" y="24"/>
                    </a:lnTo>
                    <a:lnTo>
                      <a:pt x="9" y="29"/>
                    </a:lnTo>
                    <a:lnTo>
                      <a:pt x="13" y="29"/>
                    </a:lnTo>
                    <a:lnTo>
                      <a:pt x="18" y="29"/>
                    </a:lnTo>
                    <a:lnTo>
                      <a:pt x="22" y="29"/>
                    </a:lnTo>
                    <a:lnTo>
                      <a:pt x="27" y="24"/>
                    </a:lnTo>
                    <a:lnTo>
                      <a:pt x="27" y="14"/>
                    </a:lnTo>
                    <a:lnTo>
                      <a:pt x="32" y="14"/>
                    </a:lnTo>
                    <a:lnTo>
                      <a:pt x="32" y="9"/>
                    </a:lnTo>
                    <a:lnTo>
                      <a:pt x="27" y="4"/>
                    </a:lnTo>
                    <a:lnTo>
                      <a:pt x="27" y="0"/>
                    </a:lnTo>
                    <a:lnTo>
                      <a:pt x="22" y="0"/>
                    </a:lnTo>
                    <a:lnTo>
                      <a:pt x="18" y="0"/>
                    </a:lnTo>
                    <a:lnTo>
                      <a:pt x="9" y="0"/>
                    </a:lnTo>
                    <a:lnTo>
                      <a:pt x="4" y="0"/>
                    </a:lnTo>
                    <a:lnTo>
                      <a:pt x="4" y="4"/>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62" name="Line 495"/>
              <p:cNvSpPr/>
              <p:nvPr/>
            </p:nvSpPr>
            <p:spPr>
              <a:xfrm>
                <a:off x="4039" y="1436"/>
                <a:ext cx="10" cy="1"/>
              </a:xfrm>
              <a:prstGeom prst="line">
                <a:avLst/>
              </a:prstGeom>
              <a:ln w="12700" cap="flat" cmpd="sng">
                <a:solidFill>
                  <a:schemeClr val="tx1"/>
                </a:solidFill>
                <a:prstDash val="solid"/>
                <a:headEnd type="none" w="med" len="med"/>
                <a:tailEnd type="none" w="med" len="med"/>
              </a:ln>
            </p:spPr>
          </p:sp>
          <p:sp>
            <p:nvSpPr>
              <p:cNvPr id="43163" name="Line 496"/>
              <p:cNvSpPr/>
              <p:nvPr/>
            </p:nvSpPr>
            <p:spPr>
              <a:xfrm>
                <a:off x="4042" y="1435"/>
                <a:ext cx="9" cy="2"/>
              </a:xfrm>
              <a:prstGeom prst="line">
                <a:avLst/>
              </a:prstGeom>
              <a:ln w="12700" cap="flat" cmpd="sng">
                <a:solidFill>
                  <a:schemeClr val="tx1"/>
                </a:solidFill>
                <a:prstDash val="solid"/>
                <a:headEnd type="none" w="med" len="med"/>
                <a:tailEnd type="none" w="med" len="med"/>
              </a:ln>
            </p:spPr>
          </p:sp>
          <p:sp>
            <p:nvSpPr>
              <p:cNvPr id="43164" name="Freeform 497"/>
              <p:cNvSpPr/>
              <p:nvPr/>
            </p:nvSpPr>
            <p:spPr>
              <a:xfrm>
                <a:off x="4034" y="1432"/>
                <a:ext cx="35" cy="32"/>
              </a:xfrm>
              <a:custGeom>
                <a:avLst/>
                <a:gdLst/>
                <a:ahLst/>
                <a:cxnLst>
                  <a:cxn ang="0">
                    <a:pos x="25" y="31"/>
                  </a:cxn>
                  <a:cxn ang="0">
                    <a:pos x="25" y="26"/>
                  </a:cxn>
                  <a:cxn ang="0">
                    <a:pos x="34" y="26"/>
                  </a:cxn>
                  <a:cxn ang="0">
                    <a:pos x="34" y="4"/>
                  </a:cxn>
                  <a:cxn ang="0">
                    <a:pos x="25" y="4"/>
                  </a:cxn>
                  <a:cxn ang="0">
                    <a:pos x="25" y="0"/>
                  </a:cxn>
                  <a:cxn ang="0">
                    <a:pos x="17" y="0"/>
                  </a:cxn>
                  <a:cxn ang="0">
                    <a:pos x="17" y="4"/>
                  </a:cxn>
                  <a:cxn ang="0">
                    <a:pos x="8" y="4"/>
                  </a:cxn>
                  <a:cxn ang="0">
                    <a:pos x="0" y="8"/>
                  </a:cxn>
                  <a:cxn ang="0">
                    <a:pos x="0" y="13"/>
                  </a:cxn>
                  <a:cxn ang="0">
                    <a:pos x="0" y="17"/>
                  </a:cxn>
                  <a:cxn ang="0">
                    <a:pos x="0" y="22"/>
                  </a:cxn>
                  <a:cxn ang="0">
                    <a:pos x="8" y="26"/>
                  </a:cxn>
                  <a:cxn ang="0">
                    <a:pos x="17" y="26"/>
                  </a:cxn>
                  <a:cxn ang="0">
                    <a:pos x="17" y="31"/>
                  </a:cxn>
                  <a:cxn ang="0">
                    <a:pos x="25" y="31"/>
                  </a:cxn>
                </a:cxnLst>
                <a:rect l="0" t="0" r="0" b="0"/>
                <a:pathLst>
                  <a:path w="35" h="32">
                    <a:moveTo>
                      <a:pt x="25" y="31"/>
                    </a:moveTo>
                    <a:lnTo>
                      <a:pt x="25" y="26"/>
                    </a:lnTo>
                    <a:lnTo>
                      <a:pt x="34" y="26"/>
                    </a:lnTo>
                    <a:lnTo>
                      <a:pt x="34" y="4"/>
                    </a:lnTo>
                    <a:lnTo>
                      <a:pt x="25" y="4"/>
                    </a:lnTo>
                    <a:lnTo>
                      <a:pt x="25" y="0"/>
                    </a:lnTo>
                    <a:lnTo>
                      <a:pt x="17" y="0"/>
                    </a:lnTo>
                    <a:lnTo>
                      <a:pt x="17" y="4"/>
                    </a:lnTo>
                    <a:lnTo>
                      <a:pt x="8" y="4"/>
                    </a:lnTo>
                    <a:lnTo>
                      <a:pt x="0" y="8"/>
                    </a:lnTo>
                    <a:lnTo>
                      <a:pt x="0" y="13"/>
                    </a:lnTo>
                    <a:lnTo>
                      <a:pt x="0" y="17"/>
                    </a:lnTo>
                    <a:lnTo>
                      <a:pt x="0" y="22"/>
                    </a:lnTo>
                    <a:lnTo>
                      <a:pt x="8" y="26"/>
                    </a:lnTo>
                    <a:lnTo>
                      <a:pt x="17"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65" name="Freeform 498"/>
              <p:cNvSpPr/>
              <p:nvPr/>
            </p:nvSpPr>
            <p:spPr>
              <a:xfrm>
                <a:off x="4034" y="1432"/>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66" name="Freeform 499"/>
              <p:cNvSpPr/>
              <p:nvPr/>
            </p:nvSpPr>
            <p:spPr>
              <a:xfrm>
                <a:off x="4053" y="1435"/>
                <a:ext cx="35" cy="32"/>
              </a:xfrm>
              <a:custGeom>
                <a:avLst/>
                <a:gdLst/>
                <a:ahLst/>
                <a:cxnLst>
                  <a:cxn ang="0">
                    <a:pos x="0" y="13"/>
                  </a:cxn>
                  <a:cxn ang="0">
                    <a:pos x="0" y="17"/>
                  </a:cxn>
                  <a:cxn ang="0">
                    <a:pos x="0" y="22"/>
                  </a:cxn>
                  <a:cxn ang="0">
                    <a:pos x="11" y="31"/>
                  </a:cxn>
                  <a:cxn ang="0">
                    <a:pos x="17" y="31"/>
                  </a:cxn>
                  <a:cxn ang="0">
                    <a:pos x="17" y="26"/>
                  </a:cxn>
                  <a:cxn ang="0">
                    <a:pos x="22" y="26"/>
                  </a:cxn>
                  <a:cxn ang="0">
                    <a:pos x="28" y="22"/>
                  </a:cxn>
                  <a:cxn ang="0">
                    <a:pos x="28" y="17"/>
                  </a:cxn>
                  <a:cxn ang="0">
                    <a:pos x="34" y="17"/>
                  </a:cxn>
                  <a:cxn ang="0">
                    <a:pos x="34" y="8"/>
                  </a:cxn>
                  <a:cxn ang="0">
                    <a:pos x="28" y="8"/>
                  </a:cxn>
                  <a:cxn ang="0">
                    <a:pos x="28" y="4"/>
                  </a:cxn>
                  <a:cxn ang="0">
                    <a:pos x="22" y="0"/>
                  </a:cxn>
                  <a:cxn ang="0">
                    <a:pos x="17" y="0"/>
                  </a:cxn>
                  <a:cxn ang="0">
                    <a:pos x="11" y="0"/>
                  </a:cxn>
                  <a:cxn ang="0">
                    <a:pos x="0" y="8"/>
                  </a:cxn>
                  <a:cxn ang="0">
                    <a:pos x="0" y="13"/>
                  </a:cxn>
                </a:cxnLst>
                <a:rect l="0" t="0" r="0" b="0"/>
                <a:pathLst>
                  <a:path w="35" h="32">
                    <a:moveTo>
                      <a:pt x="0" y="13"/>
                    </a:moveTo>
                    <a:lnTo>
                      <a:pt x="0" y="17"/>
                    </a:lnTo>
                    <a:lnTo>
                      <a:pt x="0" y="22"/>
                    </a:lnTo>
                    <a:lnTo>
                      <a:pt x="11" y="31"/>
                    </a:lnTo>
                    <a:lnTo>
                      <a:pt x="17" y="31"/>
                    </a:lnTo>
                    <a:lnTo>
                      <a:pt x="17" y="26"/>
                    </a:lnTo>
                    <a:lnTo>
                      <a:pt x="22" y="26"/>
                    </a:lnTo>
                    <a:lnTo>
                      <a:pt x="28" y="22"/>
                    </a:lnTo>
                    <a:lnTo>
                      <a:pt x="28" y="17"/>
                    </a:lnTo>
                    <a:lnTo>
                      <a:pt x="34" y="17"/>
                    </a:lnTo>
                    <a:lnTo>
                      <a:pt x="34" y="8"/>
                    </a:lnTo>
                    <a:lnTo>
                      <a:pt x="28" y="8"/>
                    </a:lnTo>
                    <a:lnTo>
                      <a:pt x="28" y="4"/>
                    </a:lnTo>
                    <a:lnTo>
                      <a:pt x="22" y="0"/>
                    </a:lnTo>
                    <a:lnTo>
                      <a:pt x="17" y="0"/>
                    </a:lnTo>
                    <a:lnTo>
                      <a:pt x="11" y="0"/>
                    </a:lnTo>
                    <a:lnTo>
                      <a:pt x="0" y="8"/>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67" name="Line 500"/>
              <p:cNvSpPr/>
              <p:nvPr/>
            </p:nvSpPr>
            <p:spPr>
              <a:xfrm>
                <a:off x="4074" y="1426"/>
                <a:ext cx="12" cy="3"/>
              </a:xfrm>
              <a:prstGeom prst="line">
                <a:avLst/>
              </a:prstGeom>
              <a:ln w="12700" cap="flat" cmpd="sng">
                <a:solidFill>
                  <a:schemeClr val="tx1"/>
                </a:solidFill>
                <a:prstDash val="solid"/>
                <a:headEnd type="none" w="med" len="med"/>
                <a:tailEnd type="none" w="med" len="med"/>
              </a:ln>
            </p:spPr>
          </p:sp>
          <p:sp>
            <p:nvSpPr>
              <p:cNvPr id="43168" name="Line 501"/>
              <p:cNvSpPr/>
              <p:nvPr/>
            </p:nvSpPr>
            <p:spPr>
              <a:xfrm>
                <a:off x="4080" y="1424"/>
                <a:ext cx="8" cy="3"/>
              </a:xfrm>
              <a:prstGeom prst="line">
                <a:avLst/>
              </a:prstGeom>
              <a:ln w="12700" cap="flat" cmpd="sng">
                <a:solidFill>
                  <a:schemeClr val="tx1"/>
                </a:solidFill>
                <a:prstDash val="solid"/>
                <a:headEnd type="none" w="med" len="med"/>
                <a:tailEnd type="none" w="med" len="med"/>
              </a:ln>
            </p:spPr>
          </p:sp>
          <p:sp>
            <p:nvSpPr>
              <p:cNvPr id="43169" name="Freeform 502"/>
              <p:cNvSpPr/>
              <p:nvPr/>
            </p:nvSpPr>
            <p:spPr>
              <a:xfrm>
                <a:off x="4069" y="1422"/>
                <a:ext cx="36" cy="31"/>
              </a:xfrm>
              <a:custGeom>
                <a:avLst/>
                <a:gdLst/>
                <a:ahLst/>
                <a:cxnLst>
                  <a:cxn ang="0">
                    <a:pos x="26" y="30"/>
                  </a:cxn>
                  <a:cxn ang="0">
                    <a:pos x="35" y="30"/>
                  </a:cxn>
                  <a:cxn ang="0">
                    <a:pos x="35" y="25"/>
                  </a:cxn>
                  <a:cxn ang="0">
                    <a:pos x="35" y="4"/>
                  </a:cxn>
                  <a:cxn ang="0">
                    <a:pos x="35" y="0"/>
                  </a:cxn>
                  <a:cxn ang="0">
                    <a:pos x="26" y="0"/>
                  </a:cxn>
                  <a:cxn ang="0">
                    <a:pos x="17" y="4"/>
                  </a:cxn>
                  <a:cxn ang="0">
                    <a:pos x="8" y="8"/>
                  </a:cxn>
                  <a:cxn ang="0">
                    <a:pos x="0" y="12"/>
                  </a:cxn>
                  <a:cxn ang="0">
                    <a:pos x="0" y="17"/>
                  </a:cxn>
                  <a:cxn ang="0">
                    <a:pos x="8" y="21"/>
                  </a:cxn>
                  <a:cxn ang="0">
                    <a:pos x="17" y="25"/>
                  </a:cxn>
                  <a:cxn ang="0">
                    <a:pos x="26" y="30"/>
                  </a:cxn>
                </a:cxnLst>
                <a:rect l="0" t="0" r="0" b="0"/>
                <a:pathLst>
                  <a:path w="36" h="31">
                    <a:moveTo>
                      <a:pt x="26" y="30"/>
                    </a:moveTo>
                    <a:lnTo>
                      <a:pt x="35" y="30"/>
                    </a:lnTo>
                    <a:lnTo>
                      <a:pt x="35" y="25"/>
                    </a:lnTo>
                    <a:lnTo>
                      <a:pt x="35" y="4"/>
                    </a:lnTo>
                    <a:lnTo>
                      <a:pt x="35" y="0"/>
                    </a:lnTo>
                    <a:lnTo>
                      <a:pt x="26" y="0"/>
                    </a:lnTo>
                    <a:lnTo>
                      <a:pt x="17" y="4"/>
                    </a:lnTo>
                    <a:lnTo>
                      <a:pt x="8" y="8"/>
                    </a:lnTo>
                    <a:lnTo>
                      <a:pt x="0" y="12"/>
                    </a:lnTo>
                    <a:lnTo>
                      <a:pt x="0" y="17"/>
                    </a:lnTo>
                    <a:lnTo>
                      <a:pt x="8" y="21"/>
                    </a:lnTo>
                    <a:lnTo>
                      <a:pt x="17" y="25"/>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70" name="Freeform 503"/>
              <p:cNvSpPr/>
              <p:nvPr/>
            </p:nvSpPr>
            <p:spPr>
              <a:xfrm>
                <a:off x="4069" y="1422"/>
                <a:ext cx="36" cy="31"/>
              </a:xfrm>
              <a:custGeom>
                <a:avLst/>
                <a:gdLst/>
                <a:ahLst/>
                <a:cxnLst>
                  <a:cxn ang="0">
                    <a:pos x="2" y="0"/>
                  </a:cxn>
                  <a:cxn ang="0">
                    <a:pos x="35" y="15"/>
                  </a:cxn>
                  <a:cxn ang="0">
                    <a:pos x="33" y="30"/>
                  </a:cxn>
                  <a:cxn ang="0">
                    <a:pos x="0" y="15"/>
                  </a:cxn>
                  <a:cxn ang="0">
                    <a:pos x="2" y="0"/>
                  </a:cxn>
                </a:cxnLst>
                <a:rect l="0" t="0" r="0" b="0"/>
                <a:pathLst>
                  <a:path w="36" h="31">
                    <a:moveTo>
                      <a:pt x="2" y="0"/>
                    </a:moveTo>
                    <a:lnTo>
                      <a:pt x="35" y="15"/>
                    </a:lnTo>
                    <a:lnTo>
                      <a:pt x="33" y="30"/>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71" name="Freeform 504"/>
              <p:cNvSpPr/>
              <p:nvPr/>
            </p:nvSpPr>
            <p:spPr>
              <a:xfrm>
                <a:off x="4086" y="1424"/>
                <a:ext cx="34" cy="31"/>
              </a:xfrm>
              <a:custGeom>
                <a:avLst/>
                <a:gdLst/>
                <a:ahLst/>
                <a:cxnLst>
                  <a:cxn ang="0">
                    <a:pos x="0" y="12"/>
                  </a:cxn>
                  <a:cxn ang="0">
                    <a:pos x="4" y="17"/>
                  </a:cxn>
                  <a:cxn ang="0">
                    <a:pos x="4" y="21"/>
                  </a:cxn>
                  <a:cxn ang="0">
                    <a:pos x="9" y="25"/>
                  </a:cxn>
                  <a:cxn ang="0">
                    <a:pos x="14" y="30"/>
                  </a:cxn>
                  <a:cxn ang="0">
                    <a:pos x="18" y="30"/>
                  </a:cxn>
                  <a:cxn ang="0">
                    <a:pos x="18" y="25"/>
                  </a:cxn>
                  <a:cxn ang="0">
                    <a:pos x="23" y="25"/>
                  </a:cxn>
                  <a:cxn ang="0">
                    <a:pos x="28" y="21"/>
                  </a:cxn>
                  <a:cxn ang="0">
                    <a:pos x="28" y="17"/>
                  </a:cxn>
                  <a:cxn ang="0">
                    <a:pos x="33" y="12"/>
                  </a:cxn>
                  <a:cxn ang="0">
                    <a:pos x="33" y="8"/>
                  </a:cxn>
                  <a:cxn ang="0">
                    <a:pos x="28" y="8"/>
                  </a:cxn>
                  <a:cxn ang="0">
                    <a:pos x="28" y="4"/>
                  </a:cxn>
                  <a:cxn ang="0">
                    <a:pos x="23" y="0"/>
                  </a:cxn>
                  <a:cxn ang="0">
                    <a:pos x="18" y="0"/>
                  </a:cxn>
                  <a:cxn ang="0">
                    <a:pos x="14" y="0"/>
                  </a:cxn>
                  <a:cxn ang="0">
                    <a:pos x="9" y="0"/>
                  </a:cxn>
                  <a:cxn ang="0">
                    <a:pos x="4" y="4"/>
                  </a:cxn>
                  <a:cxn ang="0">
                    <a:pos x="4" y="8"/>
                  </a:cxn>
                  <a:cxn ang="0">
                    <a:pos x="0" y="8"/>
                  </a:cxn>
                  <a:cxn ang="0">
                    <a:pos x="0" y="12"/>
                  </a:cxn>
                </a:cxnLst>
                <a:rect l="0" t="0" r="0" b="0"/>
                <a:pathLst>
                  <a:path w="34" h="31">
                    <a:moveTo>
                      <a:pt x="0" y="12"/>
                    </a:moveTo>
                    <a:lnTo>
                      <a:pt x="4" y="17"/>
                    </a:lnTo>
                    <a:lnTo>
                      <a:pt x="4" y="21"/>
                    </a:lnTo>
                    <a:lnTo>
                      <a:pt x="9" y="25"/>
                    </a:lnTo>
                    <a:lnTo>
                      <a:pt x="14" y="30"/>
                    </a:lnTo>
                    <a:lnTo>
                      <a:pt x="18" y="30"/>
                    </a:lnTo>
                    <a:lnTo>
                      <a:pt x="18" y="25"/>
                    </a:lnTo>
                    <a:lnTo>
                      <a:pt x="23" y="25"/>
                    </a:lnTo>
                    <a:lnTo>
                      <a:pt x="28" y="21"/>
                    </a:lnTo>
                    <a:lnTo>
                      <a:pt x="28" y="17"/>
                    </a:lnTo>
                    <a:lnTo>
                      <a:pt x="33" y="12"/>
                    </a:lnTo>
                    <a:lnTo>
                      <a:pt x="33" y="8"/>
                    </a:lnTo>
                    <a:lnTo>
                      <a:pt x="28" y="8"/>
                    </a:lnTo>
                    <a:lnTo>
                      <a:pt x="28" y="4"/>
                    </a:lnTo>
                    <a:lnTo>
                      <a:pt x="23" y="0"/>
                    </a:lnTo>
                    <a:lnTo>
                      <a:pt x="18" y="0"/>
                    </a:lnTo>
                    <a:lnTo>
                      <a:pt x="14"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72" name="Line 505"/>
              <p:cNvSpPr/>
              <p:nvPr/>
            </p:nvSpPr>
            <p:spPr>
              <a:xfrm>
                <a:off x="4110" y="1435"/>
                <a:ext cx="6" cy="3"/>
              </a:xfrm>
              <a:prstGeom prst="line">
                <a:avLst/>
              </a:prstGeom>
              <a:ln w="12700" cap="flat" cmpd="sng">
                <a:solidFill>
                  <a:schemeClr val="tx1"/>
                </a:solidFill>
                <a:prstDash val="solid"/>
                <a:headEnd type="none" w="med" len="med"/>
                <a:tailEnd type="none" w="med" len="med"/>
              </a:ln>
            </p:spPr>
          </p:sp>
          <p:sp>
            <p:nvSpPr>
              <p:cNvPr id="43173" name="Line 506"/>
              <p:cNvSpPr/>
              <p:nvPr/>
            </p:nvSpPr>
            <p:spPr>
              <a:xfrm>
                <a:off x="4110" y="1434"/>
                <a:ext cx="9" cy="1"/>
              </a:xfrm>
              <a:prstGeom prst="line">
                <a:avLst/>
              </a:prstGeom>
              <a:ln w="12700" cap="flat" cmpd="sng">
                <a:solidFill>
                  <a:schemeClr val="tx1"/>
                </a:solidFill>
                <a:prstDash val="solid"/>
                <a:headEnd type="none" w="med" len="med"/>
                <a:tailEnd type="none" w="med" len="med"/>
              </a:ln>
            </p:spPr>
          </p:sp>
          <p:sp>
            <p:nvSpPr>
              <p:cNvPr id="43174" name="Freeform 507"/>
              <p:cNvSpPr/>
              <p:nvPr/>
            </p:nvSpPr>
            <p:spPr>
              <a:xfrm>
                <a:off x="4100" y="1432"/>
                <a:ext cx="34" cy="32"/>
              </a:xfrm>
              <a:custGeom>
                <a:avLst/>
                <a:gdLst/>
                <a:ahLst/>
                <a:cxnLst>
                  <a:cxn ang="0">
                    <a:pos x="24" y="31"/>
                  </a:cxn>
                  <a:cxn ang="0">
                    <a:pos x="33" y="31"/>
                  </a:cxn>
                  <a:cxn ang="0">
                    <a:pos x="33" y="25"/>
                  </a:cxn>
                  <a:cxn ang="0">
                    <a:pos x="33" y="5"/>
                  </a:cxn>
                  <a:cxn ang="0">
                    <a:pos x="33" y="0"/>
                  </a:cxn>
                  <a:cxn ang="0">
                    <a:pos x="24" y="0"/>
                  </a:cxn>
                  <a:cxn ang="0">
                    <a:pos x="16" y="0"/>
                  </a:cxn>
                  <a:cxn ang="0">
                    <a:pos x="8" y="10"/>
                  </a:cxn>
                  <a:cxn ang="0">
                    <a:pos x="0" y="15"/>
                  </a:cxn>
                  <a:cxn ang="0">
                    <a:pos x="0" y="20"/>
                  </a:cxn>
                  <a:cxn ang="0">
                    <a:pos x="8" y="20"/>
                  </a:cxn>
                  <a:cxn ang="0">
                    <a:pos x="8" y="25"/>
                  </a:cxn>
                  <a:cxn ang="0">
                    <a:pos x="16" y="31"/>
                  </a:cxn>
                  <a:cxn ang="0">
                    <a:pos x="24" y="31"/>
                  </a:cxn>
                </a:cxnLst>
                <a:rect l="0" t="0" r="0" b="0"/>
                <a:pathLst>
                  <a:path w="34" h="32">
                    <a:moveTo>
                      <a:pt x="24" y="31"/>
                    </a:moveTo>
                    <a:lnTo>
                      <a:pt x="33" y="31"/>
                    </a:lnTo>
                    <a:lnTo>
                      <a:pt x="33" y="25"/>
                    </a:lnTo>
                    <a:lnTo>
                      <a:pt x="33" y="5"/>
                    </a:lnTo>
                    <a:lnTo>
                      <a:pt x="33" y="0"/>
                    </a:lnTo>
                    <a:lnTo>
                      <a:pt x="24" y="0"/>
                    </a:lnTo>
                    <a:lnTo>
                      <a:pt x="16" y="0"/>
                    </a:lnTo>
                    <a:lnTo>
                      <a:pt x="8" y="10"/>
                    </a:lnTo>
                    <a:lnTo>
                      <a:pt x="0" y="15"/>
                    </a:lnTo>
                    <a:lnTo>
                      <a:pt x="0" y="20"/>
                    </a:lnTo>
                    <a:lnTo>
                      <a:pt x="8" y="20"/>
                    </a:lnTo>
                    <a:lnTo>
                      <a:pt x="8" y="25"/>
                    </a:lnTo>
                    <a:lnTo>
                      <a:pt x="16" y="31"/>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75" name="Freeform 508"/>
              <p:cNvSpPr/>
              <p:nvPr/>
            </p:nvSpPr>
            <p:spPr>
              <a:xfrm>
                <a:off x="4100" y="1432"/>
                <a:ext cx="36" cy="32"/>
              </a:xfrm>
              <a:custGeom>
                <a:avLst/>
                <a:gdLst/>
                <a:ahLst/>
                <a:cxnLst>
                  <a:cxn ang="0">
                    <a:pos x="2" y="2"/>
                  </a:cxn>
                  <a:cxn ang="0">
                    <a:pos x="35" y="15"/>
                  </a:cxn>
                  <a:cxn ang="0">
                    <a:pos x="33" y="31"/>
                  </a:cxn>
                  <a:cxn ang="0">
                    <a:pos x="0" y="15"/>
                  </a:cxn>
                  <a:cxn ang="0">
                    <a:pos x="2" y="0"/>
                  </a:cxn>
                  <a:cxn ang="0">
                    <a:pos x="2" y="2"/>
                  </a:cxn>
                </a:cxnLst>
                <a:rect l="0" t="0" r="0" b="0"/>
                <a:pathLst>
                  <a:path w="36" h="32">
                    <a:moveTo>
                      <a:pt x="2" y="2"/>
                    </a:moveTo>
                    <a:lnTo>
                      <a:pt x="35" y="15"/>
                    </a:lnTo>
                    <a:lnTo>
                      <a:pt x="33"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76" name="Freeform 509"/>
              <p:cNvSpPr/>
              <p:nvPr/>
            </p:nvSpPr>
            <p:spPr>
              <a:xfrm>
                <a:off x="4116" y="1435"/>
                <a:ext cx="34" cy="32"/>
              </a:xfrm>
              <a:custGeom>
                <a:avLst/>
                <a:gdLst/>
                <a:ahLst/>
                <a:cxnLst>
                  <a:cxn ang="0">
                    <a:pos x="0" y="17"/>
                  </a:cxn>
                  <a:cxn ang="0">
                    <a:pos x="4" y="22"/>
                  </a:cxn>
                  <a:cxn ang="0">
                    <a:pos x="4" y="26"/>
                  </a:cxn>
                  <a:cxn ang="0">
                    <a:pos x="9" y="31"/>
                  </a:cxn>
                  <a:cxn ang="0">
                    <a:pos x="14" y="31"/>
                  </a:cxn>
                  <a:cxn ang="0">
                    <a:pos x="18" y="31"/>
                  </a:cxn>
                  <a:cxn ang="0">
                    <a:pos x="23" y="31"/>
                  </a:cxn>
                  <a:cxn ang="0">
                    <a:pos x="28" y="26"/>
                  </a:cxn>
                  <a:cxn ang="0">
                    <a:pos x="28" y="22"/>
                  </a:cxn>
                  <a:cxn ang="0">
                    <a:pos x="33" y="17"/>
                  </a:cxn>
                  <a:cxn ang="0">
                    <a:pos x="33" y="13"/>
                  </a:cxn>
                  <a:cxn ang="0">
                    <a:pos x="28" y="8"/>
                  </a:cxn>
                  <a:cxn ang="0">
                    <a:pos x="23" y="4"/>
                  </a:cxn>
                  <a:cxn ang="0">
                    <a:pos x="18" y="4"/>
                  </a:cxn>
                  <a:cxn ang="0">
                    <a:pos x="18" y="0"/>
                  </a:cxn>
                  <a:cxn ang="0">
                    <a:pos x="14" y="0"/>
                  </a:cxn>
                  <a:cxn ang="0">
                    <a:pos x="9" y="4"/>
                  </a:cxn>
                  <a:cxn ang="0">
                    <a:pos x="4" y="8"/>
                  </a:cxn>
                  <a:cxn ang="0">
                    <a:pos x="0" y="13"/>
                  </a:cxn>
                  <a:cxn ang="0">
                    <a:pos x="0" y="17"/>
                  </a:cxn>
                </a:cxnLst>
                <a:rect l="0" t="0" r="0" b="0"/>
                <a:pathLst>
                  <a:path w="34" h="32">
                    <a:moveTo>
                      <a:pt x="0" y="17"/>
                    </a:moveTo>
                    <a:lnTo>
                      <a:pt x="4" y="22"/>
                    </a:lnTo>
                    <a:lnTo>
                      <a:pt x="4" y="26"/>
                    </a:lnTo>
                    <a:lnTo>
                      <a:pt x="9" y="31"/>
                    </a:lnTo>
                    <a:lnTo>
                      <a:pt x="14" y="31"/>
                    </a:lnTo>
                    <a:lnTo>
                      <a:pt x="18" y="31"/>
                    </a:lnTo>
                    <a:lnTo>
                      <a:pt x="23" y="31"/>
                    </a:lnTo>
                    <a:lnTo>
                      <a:pt x="28" y="26"/>
                    </a:lnTo>
                    <a:lnTo>
                      <a:pt x="28" y="22"/>
                    </a:lnTo>
                    <a:lnTo>
                      <a:pt x="33" y="17"/>
                    </a:lnTo>
                    <a:lnTo>
                      <a:pt x="33" y="13"/>
                    </a:lnTo>
                    <a:lnTo>
                      <a:pt x="28" y="8"/>
                    </a:lnTo>
                    <a:lnTo>
                      <a:pt x="23" y="4"/>
                    </a:lnTo>
                    <a:lnTo>
                      <a:pt x="18" y="4"/>
                    </a:lnTo>
                    <a:lnTo>
                      <a:pt x="18" y="0"/>
                    </a:lnTo>
                    <a:lnTo>
                      <a:pt x="14" y="0"/>
                    </a:lnTo>
                    <a:lnTo>
                      <a:pt x="9" y="4"/>
                    </a:lnTo>
                    <a:lnTo>
                      <a:pt x="4" y="8"/>
                    </a:lnTo>
                    <a:lnTo>
                      <a:pt x="0" y="13"/>
                    </a:lnTo>
                    <a:lnTo>
                      <a:pt x="0"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77" name="Line 510"/>
              <p:cNvSpPr/>
              <p:nvPr/>
            </p:nvSpPr>
            <p:spPr>
              <a:xfrm>
                <a:off x="4124" y="1463"/>
                <a:ext cx="8" cy="2"/>
              </a:xfrm>
              <a:prstGeom prst="line">
                <a:avLst/>
              </a:prstGeom>
              <a:ln w="12700" cap="flat" cmpd="sng">
                <a:solidFill>
                  <a:schemeClr val="tx1"/>
                </a:solidFill>
                <a:prstDash val="solid"/>
                <a:headEnd type="none" w="med" len="med"/>
                <a:tailEnd type="none" w="med" len="med"/>
              </a:ln>
            </p:spPr>
          </p:sp>
          <p:sp>
            <p:nvSpPr>
              <p:cNvPr id="43178" name="Line 511"/>
              <p:cNvSpPr/>
              <p:nvPr/>
            </p:nvSpPr>
            <p:spPr>
              <a:xfrm>
                <a:off x="4124" y="1456"/>
                <a:ext cx="8" cy="4"/>
              </a:xfrm>
              <a:prstGeom prst="line">
                <a:avLst/>
              </a:prstGeom>
              <a:ln w="12700" cap="flat" cmpd="sng">
                <a:solidFill>
                  <a:schemeClr val="tx1"/>
                </a:solidFill>
                <a:prstDash val="solid"/>
                <a:headEnd type="none" w="med" len="med"/>
                <a:tailEnd type="none" w="med" len="med"/>
              </a:ln>
            </p:spPr>
          </p:sp>
          <p:sp>
            <p:nvSpPr>
              <p:cNvPr id="43179" name="Freeform 512"/>
              <p:cNvSpPr/>
              <p:nvPr/>
            </p:nvSpPr>
            <p:spPr>
              <a:xfrm>
                <a:off x="4112" y="1454"/>
                <a:ext cx="34" cy="32"/>
              </a:xfrm>
              <a:custGeom>
                <a:avLst/>
                <a:gdLst/>
                <a:ahLst/>
                <a:cxnLst>
                  <a:cxn ang="0">
                    <a:pos x="26" y="31"/>
                  </a:cxn>
                  <a:cxn ang="0">
                    <a:pos x="33" y="25"/>
                  </a:cxn>
                  <a:cxn ang="0">
                    <a:pos x="33" y="5"/>
                  </a:cxn>
                  <a:cxn ang="0">
                    <a:pos x="26" y="0"/>
                  </a:cxn>
                  <a:cxn ang="0">
                    <a:pos x="19" y="0"/>
                  </a:cxn>
                  <a:cxn ang="0">
                    <a:pos x="13" y="0"/>
                  </a:cxn>
                  <a:cxn ang="0">
                    <a:pos x="6" y="5"/>
                  </a:cxn>
                  <a:cxn ang="0">
                    <a:pos x="6" y="10"/>
                  </a:cxn>
                  <a:cxn ang="0">
                    <a:pos x="0" y="10"/>
                  </a:cxn>
                  <a:cxn ang="0">
                    <a:pos x="0" y="20"/>
                  </a:cxn>
                  <a:cxn ang="0">
                    <a:pos x="6" y="20"/>
                  </a:cxn>
                  <a:cxn ang="0">
                    <a:pos x="6" y="25"/>
                  </a:cxn>
                  <a:cxn ang="0">
                    <a:pos x="13" y="31"/>
                  </a:cxn>
                  <a:cxn ang="0">
                    <a:pos x="19" y="31"/>
                  </a:cxn>
                  <a:cxn ang="0">
                    <a:pos x="26" y="31"/>
                  </a:cxn>
                </a:cxnLst>
                <a:rect l="0" t="0" r="0" b="0"/>
                <a:pathLst>
                  <a:path w="34" h="32">
                    <a:moveTo>
                      <a:pt x="26" y="31"/>
                    </a:moveTo>
                    <a:lnTo>
                      <a:pt x="33" y="25"/>
                    </a:lnTo>
                    <a:lnTo>
                      <a:pt x="33" y="5"/>
                    </a:lnTo>
                    <a:lnTo>
                      <a:pt x="26" y="0"/>
                    </a:lnTo>
                    <a:lnTo>
                      <a:pt x="19" y="0"/>
                    </a:lnTo>
                    <a:lnTo>
                      <a:pt x="13" y="0"/>
                    </a:lnTo>
                    <a:lnTo>
                      <a:pt x="6" y="5"/>
                    </a:lnTo>
                    <a:lnTo>
                      <a:pt x="6" y="10"/>
                    </a:lnTo>
                    <a:lnTo>
                      <a:pt x="0" y="10"/>
                    </a:lnTo>
                    <a:lnTo>
                      <a:pt x="0" y="20"/>
                    </a:lnTo>
                    <a:lnTo>
                      <a:pt x="6" y="20"/>
                    </a:lnTo>
                    <a:lnTo>
                      <a:pt x="6" y="25"/>
                    </a:lnTo>
                    <a:lnTo>
                      <a:pt x="13" y="31"/>
                    </a:lnTo>
                    <a:lnTo>
                      <a:pt x="19"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80" name="Freeform 513"/>
              <p:cNvSpPr/>
              <p:nvPr/>
            </p:nvSpPr>
            <p:spPr>
              <a:xfrm>
                <a:off x="4116" y="1454"/>
                <a:ext cx="33" cy="32"/>
              </a:xfrm>
              <a:custGeom>
                <a:avLst/>
                <a:gdLst/>
                <a:ahLst/>
                <a:cxnLst>
                  <a:cxn ang="0">
                    <a:pos x="2" y="2"/>
                  </a:cxn>
                  <a:cxn ang="0">
                    <a:pos x="32" y="15"/>
                  </a:cxn>
                  <a:cxn ang="0">
                    <a:pos x="30" y="31"/>
                  </a:cxn>
                  <a:cxn ang="0">
                    <a:pos x="0" y="15"/>
                  </a:cxn>
                  <a:cxn ang="0">
                    <a:pos x="2" y="0"/>
                  </a:cxn>
                  <a:cxn ang="0">
                    <a:pos x="2" y="2"/>
                  </a:cxn>
                </a:cxnLst>
                <a:rect l="0" t="0" r="0" b="0"/>
                <a:pathLst>
                  <a:path w="33" h="32">
                    <a:moveTo>
                      <a:pt x="2" y="2"/>
                    </a:moveTo>
                    <a:lnTo>
                      <a:pt x="32" y="15"/>
                    </a:lnTo>
                    <a:lnTo>
                      <a:pt x="30"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81" name="Freeform 514"/>
              <p:cNvSpPr/>
              <p:nvPr/>
            </p:nvSpPr>
            <p:spPr>
              <a:xfrm>
                <a:off x="4133" y="1457"/>
                <a:ext cx="33" cy="30"/>
              </a:xfrm>
              <a:custGeom>
                <a:avLst/>
                <a:gdLst/>
                <a:ahLst/>
                <a:cxnLst>
                  <a:cxn ang="0">
                    <a:pos x="0" y="12"/>
                  </a:cxn>
                  <a:cxn ang="0">
                    <a:pos x="0" y="16"/>
                  </a:cxn>
                  <a:cxn ang="0">
                    <a:pos x="4" y="20"/>
                  </a:cxn>
                  <a:cxn ang="0">
                    <a:pos x="4" y="24"/>
                  </a:cxn>
                  <a:cxn ang="0">
                    <a:pos x="9" y="29"/>
                  </a:cxn>
                  <a:cxn ang="0">
                    <a:pos x="13" y="29"/>
                  </a:cxn>
                  <a:cxn ang="0">
                    <a:pos x="18" y="29"/>
                  </a:cxn>
                  <a:cxn ang="0">
                    <a:pos x="22" y="29"/>
                  </a:cxn>
                  <a:cxn ang="0">
                    <a:pos x="27" y="24"/>
                  </a:cxn>
                  <a:cxn ang="0">
                    <a:pos x="27" y="20"/>
                  </a:cxn>
                  <a:cxn ang="0">
                    <a:pos x="32" y="16"/>
                  </a:cxn>
                  <a:cxn ang="0">
                    <a:pos x="32" y="12"/>
                  </a:cxn>
                  <a:cxn ang="0">
                    <a:pos x="27" y="8"/>
                  </a:cxn>
                  <a:cxn ang="0">
                    <a:pos x="22" y="4"/>
                  </a:cxn>
                  <a:cxn ang="0">
                    <a:pos x="18" y="0"/>
                  </a:cxn>
                  <a:cxn ang="0">
                    <a:pos x="13" y="0"/>
                  </a:cxn>
                  <a:cxn ang="0">
                    <a:pos x="13" y="4"/>
                  </a:cxn>
                  <a:cxn ang="0">
                    <a:pos x="9" y="4"/>
                  </a:cxn>
                  <a:cxn ang="0">
                    <a:pos x="4" y="8"/>
                  </a:cxn>
                  <a:cxn ang="0">
                    <a:pos x="0" y="12"/>
                  </a:cxn>
                </a:cxnLst>
                <a:rect l="0" t="0" r="0" b="0"/>
                <a:pathLst>
                  <a:path w="33" h="30">
                    <a:moveTo>
                      <a:pt x="0" y="12"/>
                    </a:moveTo>
                    <a:lnTo>
                      <a:pt x="0" y="16"/>
                    </a:lnTo>
                    <a:lnTo>
                      <a:pt x="4" y="20"/>
                    </a:lnTo>
                    <a:lnTo>
                      <a:pt x="4" y="24"/>
                    </a:lnTo>
                    <a:lnTo>
                      <a:pt x="9" y="29"/>
                    </a:lnTo>
                    <a:lnTo>
                      <a:pt x="13" y="29"/>
                    </a:lnTo>
                    <a:lnTo>
                      <a:pt x="18" y="29"/>
                    </a:lnTo>
                    <a:lnTo>
                      <a:pt x="22" y="29"/>
                    </a:lnTo>
                    <a:lnTo>
                      <a:pt x="27" y="24"/>
                    </a:lnTo>
                    <a:lnTo>
                      <a:pt x="27" y="20"/>
                    </a:lnTo>
                    <a:lnTo>
                      <a:pt x="32" y="16"/>
                    </a:lnTo>
                    <a:lnTo>
                      <a:pt x="32" y="12"/>
                    </a:lnTo>
                    <a:lnTo>
                      <a:pt x="27" y="8"/>
                    </a:lnTo>
                    <a:lnTo>
                      <a:pt x="22" y="4"/>
                    </a:lnTo>
                    <a:lnTo>
                      <a:pt x="18" y="0"/>
                    </a:lnTo>
                    <a:lnTo>
                      <a:pt x="13" y="0"/>
                    </a:lnTo>
                    <a:lnTo>
                      <a:pt x="13" y="4"/>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82" name="Line 515"/>
              <p:cNvSpPr/>
              <p:nvPr/>
            </p:nvSpPr>
            <p:spPr>
              <a:xfrm>
                <a:off x="4110" y="1481"/>
                <a:ext cx="9" cy="1"/>
              </a:xfrm>
              <a:prstGeom prst="line">
                <a:avLst/>
              </a:prstGeom>
              <a:ln w="12700" cap="flat" cmpd="sng">
                <a:solidFill>
                  <a:schemeClr val="tx1"/>
                </a:solidFill>
                <a:prstDash val="solid"/>
                <a:headEnd type="none" w="med" len="med"/>
                <a:tailEnd type="none" w="med" len="med"/>
              </a:ln>
            </p:spPr>
          </p:sp>
          <p:sp>
            <p:nvSpPr>
              <p:cNvPr id="43183" name="Line 516"/>
              <p:cNvSpPr/>
              <p:nvPr/>
            </p:nvSpPr>
            <p:spPr>
              <a:xfrm>
                <a:off x="4111" y="1476"/>
                <a:ext cx="5" cy="6"/>
              </a:xfrm>
              <a:prstGeom prst="line">
                <a:avLst/>
              </a:prstGeom>
              <a:ln w="12700" cap="flat" cmpd="sng">
                <a:solidFill>
                  <a:schemeClr val="tx1"/>
                </a:solidFill>
                <a:prstDash val="solid"/>
                <a:headEnd type="none" w="med" len="med"/>
                <a:tailEnd type="none" w="med" len="med"/>
              </a:ln>
            </p:spPr>
          </p:sp>
          <p:sp>
            <p:nvSpPr>
              <p:cNvPr id="43184" name="Freeform 517"/>
              <p:cNvSpPr/>
              <p:nvPr/>
            </p:nvSpPr>
            <p:spPr>
              <a:xfrm>
                <a:off x="4100" y="1474"/>
                <a:ext cx="36" cy="32"/>
              </a:xfrm>
              <a:custGeom>
                <a:avLst/>
                <a:gdLst/>
                <a:ahLst/>
                <a:cxnLst>
                  <a:cxn ang="0">
                    <a:pos x="21" y="31"/>
                  </a:cxn>
                  <a:cxn ang="0">
                    <a:pos x="28" y="31"/>
                  </a:cxn>
                  <a:cxn ang="0">
                    <a:pos x="28" y="26"/>
                  </a:cxn>
                  <a:cxn ang="0">
                    <a:pos x="35" y="22"/>
                  </a:cxn>
                  <a:cxn ang="0">
                    <a:pos x="35" y="4"/>
                  </a:cxn>
                  <a:cxn ang="0">
                    <a:pos x="28" y="0"/>
                  </a:cxn>
                  <a:cxn ang="0">
                    <a:pos x="21" y="0"/>
                  </a:cxn>
                  <a:cxn ang="0">
                    <a:pos x="14" y="0"/>
                  </a:cxn>
                  <a:cxn ang="0">
                    <a:pos x="7" y="4"/>
                  </a:cxn>
                  <a:cxn ang="0">
                    <a:pos x="7" y="8"/>
                  </a:cxn>
                  <a:cxn ang="0">
                    <a:pos x="0" y="8"/>
                  </a:cxn>
                  <a:cxn ang="0">
                    <a:pos x="0" y="13"/>
                  </a:cxn>
                  <a:cxn ang="0">
                    <a:pos x="7" y="17"/>
                  </a:cxn>
                  <a:cxn ang="0">
                    <a:pos x="7" y="22"/>
                  </a:cxn>
                  <a:cxn ang="0">
                    <a:pos x="14" y="26"/>
                  </a:cxn>
                  <a:cxn ang="0">
                    <a:pos x="21" y="31"/>
                  </a:cxn>
                </a:cxnLst>
                <a:rect l="0" t="0" r="0" b="0"/>
                <a:pathLst>
                  <a:path w="36" h="32">
                    <a:moveTo>
                      <a:pt x="21" y="31"/>
                    </a:moveTo>
                    <a:lnTo>
                      <a:pt x="28" y="31"/>
                    </a:lnTo>
                    <a:lnTo>
                      <a:pt x="28" y="26"/>
                    </a:lnTo>
                    <a:lnTo>
                      <a:pt x="35" y="22"/>
                    </a:lnTo>
                    <a:lnTo>
                      <a:pt x="35" y="4"/>
                    </a:lnTo>
                    <a:lnTo>
                      <a:pt x="28" y="0"/>
                    </a:lnTo>
                    <a:lnTo>
                      <a:pt x="21" y="0"/>
                    </a:lnTo>
                    <a:lnTo>
                      <a:pt x="14" y="0"/>
                    </a:lnTo>
                    <a:lnTo>
                      <a:pt x="7" y="4"/>
                    </a:lnTo>
                    <a:lnTo>
                      <a:pt x="7" y="8"/>
                    </a:lnTo>
                    <a:lnTo>
                      <a:pt x="0" y="8"/>
                    </a:lnTo>
                    <a:lnTo>
                      <a:pt x="0" y="13"/>
                    </a:lnTo>
                    <a:lnTo>
                      <a:pt x="7" y="17"/>
                    </a:lnTo>
                    <a:lnTo>
                      <a:pt x="7" y="22"/>
                    </a:lnTo>
                    <a:lnTo>
                      <a:pt x="14" y="26"/>
                    </a:lnTo>
                    <a:lnTo>
                      <a:pt x="21"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85" name="Freeform 518"/>
              <p:cNvSpPr/>
              <p:nvPr/>
            </p:nvSpPr>
            <p:spPr>
              <a:xfrm>
                <a:off x="4103" y="1474"/>
                <a:ext cx="33" cy="32"/>
              </a:xfrm>
              <a:custGeom>
                <a:avLst/>
                <a:gdLst/>
                <a:ahLst/>
                <a:cxnLst>
                  <a:cxn ang="0">
                    <a:pos x="1" y="0"/>
                  </a:cxn>
                  <a:cxn ang="0">
                    <a:pos x="32" y="16"/>
                  </a:cxn>
                  <a:cxn ang="0">
                    <a:pos x="29" y="31"/>
                  </a:cxn>
                  <a:cxn ang="0">
                    <a:pos x="0" y="14"/>
                  </a:cxn>
                  <a:cxn ang="0">
                    <a:pos x="1" y="0"/>
                  </a:cxn>
                </a:cxnLst>
                <a:rect l="0" t="0" r="0" b="0"/>
                <a:pathLst>
                  <a:path w="33" h="32">
                    <a:moveTo>
                      <a:pt x="1" y="0"/>
                    </a:moveTo>
                    <a:lnTo>
                      <a:pt x="32" y="16"/>
                    </a:lnTo>
                    <a:lnTo>
                      <a:pt x="29" y="31"/>
                    </a:lnTo>
                    <a:lnTo>
                      <a:pt x="0" y="14"/>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86" name="Freeform 519"/>
              <p:cNvSpPr/>
              <p:nvPr/>
            </p:nvSpPr>
            <p:spPr>
              <a:xfrm>
                <a:off x="4119" y="1482"/>
                <a:ext cx="35" cy="29"/>
              </a:xfrm>
              <a:custGeom>
                <a:avLst/>
                <a:gdLst/>
                <a:ahLst/>
                <a:cxnLst>
                  <a:cxn ang="0">
                    <a:pos x="0" y="14"/>
                  </a:cxn>
                  <a:cxn ang="0">
                    <a:pos x="4" y="18"/>
                  </a:cxn>
                  <a:cxn ang="0">
                    <a:pos x="9" y="23"/>
                  </a:cxn>
                  <a:cxn ang="0">
                    <a:pos x="14" y="28"/>
                  </a:cxn>
                  <a:cxn ang="0">
                    <a:pos x="19" y="28"/>
                  </a:cxn>
                  <a:cxn ang="0">
                    <a:pos x="24" y="23"/>
                  </a:cxn>
                  <a:cxn ang="0">
                    <a:pos x="29" y="18"/>
                  </a:cxn>
                  <a:cxn ang="0">
                    <a:pos x="34" y="14"/>
                  </a:cxn>
                  <a:cxn ang="0">
                    <a:pos x="34" y="9"/>
                  </a:cxn>
                  <a:cxn ang="0">
                    <a:pos x="29" y="9"/>
                  </a:cxn>
                  <a:cxn ang="0">
                    <a:pos x="29" y="4"/>
                  </a:cxn>
                  <a:cxn ang="0">
                    <a:pos x="24" y="0"/>
                  </a:cxn>
                  <a:cxn ang="0">
                    <a:pos x="19" y="0"/>
                  </a:cxn>
                  <a:cxn ang="0">
                    <a:pos x="14" y="0"/>
                  </a:cxn>
                  <a:cxn ang="0">
                    <a:pos x="9" y="0"/>
                  </a:cxn>
                  <a:cxn ang="0">
                    <a:pos x="4" y="4"/>
                  </a:cxn>
                  <a:cxn ang="0">
                    <a:pos x="4" y="9"/>
                  </a:cxn>
                  <a:cxn ang="0">
                    <a:pos x="0" y="9"/>
                  </a:cxn>
                  <a:cxn ang="0">
                    <a:pos x="0" y="14"/>
                  </a:cxn>
                </a:cxnLst>
                <a:rect l="0" t="0" r="0" b="0"/>
                <a:pathLst>
                  <a:path w="35" h="29">
                    <a:moveTo>
                      <a:pt x="0" y="14"/>
                    </a:moveTo>
                    <a:lnTo>
                      <a:pt x="4" y="18"/>
                    </a:lnTo>
                    <a:lnTo>
                      <a:pt x="9" y="23"/>
                    </a:lnTo>
                    <a:lnTo>
                      <a:pt x="14" y="28"/>
                    </a:lnTo>
                    <a:lnTo>
                      <a:pt x="19" y="28"/>
                    </a:lnTo>
                    <a:lnTo>
                      <a:pt x="24" y="23"/>
                    </a:lnTo>
                    <a:lnTo>
                      <a:pt x="29" y="18"/>
                    </a:lnTo>
                    <a:lnTo>
                      <a:pt x="34" y="14"/>
                    </a:lnTo>
                    <a:lnTo>
                      <a:pt x="34" y="9"/>
                    </a:lnTo>
                    <a:lnTo>
                      <a:pt x="29" y="9"/>
                    </a:lnTo>
                    <a:lnTo>
                      <a:pt x="29" y="4"/>
                    </a:lnTo>
                    <a:lnTo>
                      <a:pt x="24" y="0"/>
                    </a:lnTo>
                    <a:lnTo>
                      <a:pt x="19" y="0"/>
                    </a:lnTo>
                    <a:lnTo>
                      <a:pt x="14" y="0"/>
                    </a:lnTo>
                    <a:lnTo>
                      <a:pt x="9" y="0"/>
                    </a:lnTo>
                    <a:lnTo>
                      <a:pt x="4" y="4"/>
                    </a:lnTo>
                    <a:lnTo>
                      <a:pt x="4" y="9"/>
                    </a:lnTo>
                    <a:lnTo>
                      <a:pt x="0" y="9"/>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87" name="Line 520"/>
              <p:cNvSpPr/>
              <p:nvPr/>
            </p:nvSpPr>
            <p:spPr>
              <a:xfrm>
                <a:off x="4074" y="1488"/>
                <a:ext cx="12" cy="3"/>
              </a:xfrm>
              <a:prstGeom prst="line">
                <a:avLst/>
              </a:prstGeom>
              <a:ln w="12700" cap="flat" cmpd="sng">
                <a:solidFill>
                  <a:schemeClr val="tx1"/>
                </a:solidFill>
                <a:prstDash val="solid"/>
                <a:headEnd type="none" w="med" len="med"/>
                <a:tailEnd type="none" w="med" len="med"/>
              </a:ln>
            </p:spPr>
          </p:sp>
          <p:sp>
            <p:nvSpPr>
              <p:cNvPr id="43188" name="Line 521"/>
              <p:cNvSpPr/>
              <p:nvPr/>
            </p:nvSpPr>
            <p:spPr>
              <a:xfrm>
                <a:off x="4080" y="1487"/>
                <a:ext cx="8" cy="1"/>
              </a:xfrm>
              <a:prstGeom prst="line">
                <a:avLst/>
              </a:prstGeom>
              <a:ln w="12700" cap="flat" cmpd="sng">
                <a:solidFill>
                  <a:schemeClr val="tx1"/>
                </a:solidFill>
                <a:prstDash val="solid"/>
                <a:headEnd type="none" w="med" len="med"/>
                <a:tailEnd type="none" w="med" len="med"/>
              </a:ln>
            </p:spPr>
          </p:sp>
          <p:sp>
            <p:nvSpPr>
              <p:cNvPr id="43189" name="Freeform 522"/>
              <p:cNvSpPr/>
              <p:nvPr/>
            </p:nvSpPr>
            <p:spPr>
              <a:xfrm>
                <a:off x="4069" y="1486"/>
                <a:ext cx="36" cy="33"/>
              </a:xfrm>
              <a:custGeom>
                <a:avLst/>
                <a:gdLst/>
                <a:ahLst/>
                <a:cxnLst>
                  <a:cxn ang="0">
                    <a:pos x="26" y="32"/>
                  </a:cxn>
                  <a:cxn ang="0">
                    <a:pos x="26" y="27"/>
                  </a:cxn>
                  <a:cxn ang="0">
                    <a:pos x="35" y="27"/>
                  </a:cxn>
                  <a:cxn ang="0">
                    <a:pos x="35" y="4"/>
                  </a:cxn>
                  <a:cxn ang="0">
                    <a:pos x="26" y="4"/>
                  </a:cxn>
                  <a:cxn ang="0">
                    <a:pos x="26" y="0"/>
                  </a:cxn>
                  <a:cxn ang="0">
                    <a:pos x="17" y="0"/>
                  </a:cxn>
                  <a:cxn ang="0">
                    <a:pos x="17" y="4"/>
                  </a:cxn>
                  <a:cxn ang="0">
                    <a:pos x="8" y="4"/>
                  </a:cxn>
                  <a:cxn ang="0">
                    <a:pos x="0" y="9"/>
                  </a:cxn>
                  <a:cxn ang="0">
                    <a:pos x="0" y="13"/>
                  </a:cxn>
                  <a:cxn ang="0">
                    <a:pos x="0" y="18"/>
                  </a:cxn>
                  <a:cxn ang="0">
                    <a:pos x="0" y="22"/>
                  </a:cxn>
                  <a:cxn ang="0">
                    <a:pos x="8" y="27"/>
                  </a:cxn>
                  <a:cxn ang="0">
                    <a:pos x="17" y="27"/>
                  </a:cxn>
                  <a:cxn ang="0">
                    <a:pos x="17" y="32"/>
                  </a:cxn>
                  <a:cxn ang="0">
                    <a:pos x="26" y="32"/>
                  </a:cxn>
                </a:cxnLst>
                <a:rect l="0" t="0" r="0" b="0"/>
                <a:pathLst>
                  <a:path w="36" h="33">
                    <a:moveTo>
                      <a:pt x="26" y="32"/>
                    </a:moveTo>
                    <a:lnTo>
                      <a:pt x="26" y="27"/>
                    </a:lnTo>
                    <a:lnTo>
                      <a:pt x="35" y="27"/>
                    </a:lnTo>
                    <a:lnTo>
                      <a:pt x="35" y="4"/>
                    </a:lnTo>
                    <a:lnTo>
                      <a:pt x="26" y="4"/>
                    </a:lnTo>
                    <a:lnTo>
                      <a:pt x="26" y="0"/>
                    </a:lnTo>
                    <a:lnTo>
                      <a:pt x="17" y="0"/>
                    </a:lnTo>
                    <a:lnTo>
                      <a:pt x="17" y="4"/>
                    </a:lnTo>
                    <a:lnTo>
                      <a:pt x="8" y="4"/>
                    </a:lnTo>
                    <a:lnTo>
                      <a:pt x="0" y="9"/>
                    </a:lnTo>
                    <a:lnTo>
                      <a:pt x="0" y="13"/>
                    </a:lnTo>
                    <a:lnTo>
                      <a:pt x="0" y="18"/>
                    </a:lnTo>
                    <a:lnTo>
                      <a:pt x="0" y="22"/>
                    </a:lnTo>
                    <a:lnTo>
                      <a:pt x="8" y="27"/>
                    </a:lnTo>
                    <a:lnTo>
                      <a:pt x="17" y="27"/>
                    </a:lnTo>
                    <a:lnTo>
                      <a:pt x="17" y="32"/>
                    </a:lnTo>
                    <a:lnTo>
                      <a:pt x="26" y="3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90" name="Freeform 523"/>
              <p:cNvSpPr/>
              <p:nvPr/>
            </p:nvSpPr>
            <p:spPr>
              <a:xfrm>
                <a:off x="4069" y="1486"/>
                <a:ext cx="36" cy="33"/>
              </a:xfrm>
              <a:custGeom>
                <a:avLst/>
                <a:gdLst/>
                <a:ahLst/>
                <a:cxnLst>
                  <a:cxn ang="0">
                    <a:pos x="2" y="0"/>
                  </a:cxn>
                  <a:cxn ang="0">
                    <a:pos x="35" y="16"/>
                  </a:cxn>
                  <a:cxn ang="0">
                    <a:pos x="33" y="32"/>
                  </a:cxn>
                  <a:cxn ang="0">
                    <a:pos x="0" y="16"/>
                  </a:cxn>
                  <a:cxn ang="0">
                    <a:pos x="2" y="0"/>
                  </a:cxn>
                </a:cxnLst>
                <a:rect l="0" t="0" r="0" b="0"/>
                <a:pathLst>
                  <a:path w="36" h="33">
                    <a:moveTo>
                      <a:pt x="2" y="0"/>
                    </a:moveTo>
                    <a:lnTo>
                      <a:pt x="35" y="16"/>
                    </a:lnTo>
                    <a:lnTo>
                      <a:pt x="33" y="32"/>
                    </a:lnTo>
                    <a:lnTo>
                      <a:pt x="0" y="16"/>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91" name="Freeform 524"/>
              <p:cNvSpPr/>
              <p:nvPr/>
            </p:nvSpPr>
            <p:spPr>
              <a:xfrm>
                <a:off x="4087" y="1486"/>
                <a:ext cx="34" cy="33"/>
              </a:xfrm>
              <a:custGeom>
                <a:avLst/>
                <a:gdLst/>
                <a:ahLst/>
                <a:cxnLst>
                  <a:cxn ang="0">
                    <a:pos x="0" y="13"/>
                  </a:cxn>
                  <a:cxn ang="0">
                    <a:pos x="0" y="18"/>
                  </a:cxn>
                  <a:cxn ang="0">
                    <a:pos x="0" y="22"/>
                  </a:cxn>
                  <a:cxn ang="0">
                    <a:pos x="5" y="27"/>
                  </a:cxn>
                  <a:cxn ang="0">
                    <a:pos x="11" y="27"/>
                  </a:cxn>
                  <a:cxn ang="0">
                    <a:pos x="11" y="32"/>
                  </a:cxn>
                  <a:cxn ang="0">
                    <a:pos x="16" y="32"/>
                  </a:cxn>
                  <a:cxn ang="0">
                    <a:pos x="27" y="22"/>
                  </a:cxn>
                  <a:cxn ang="0">
                    <a:pos x="33" y="18"/>
                  </a:cxn>
                  <a:cxn ang="0">
                    <a:pos x="33" y="9"/>
                  </a:cxn>
                  <a:cxn ang="0">
                    <a:pos x="16" y="0"/>
                  </a:cxn>
                  <a:cxn ang="0">
                    <a:pos x="11" y="0"/>
                  </a:cxn>
                  <a:cxn ang="0">
                    <a:pos x="5" y="0"/>
                  </a:cxn>
                  <a:cxn ang="0">
                    <a:pos x="0"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27" y="22"/>
                    </a:lnTo>
                    <a:lnTo>
                      <a:pt x="33" y="18"/>
                    </a:lnTo>
                    <a:lnTo>
                      <a:pt x="33" y="9"/>
                    </a:lnTo>
                    <a:lnTo>
                      <a:pt x="16" y="0"/>
                    </a:lnTo>
                    <a:lnTo>
                      <a:pt x="11" y="0"/>
                    </a:lnTo>
                    <a:lnTo>
                      <a:pt x="5" y="0"/>
                    </a:lnTo>
                    <a:lnTo>
                      <a:pt x="0"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92" name="Line 525"/>
              <p:cNvSpPr/>
              <p:nvPr/>
            </p:nvSpPr>
            <p:spPr>
              <a:xfrm>
                <a:off x="4074" y="1473"/>
                <a:ext cx="12" cy="1"/>
              </a:xfrm>
              <a:prstGeom prst="line">
                <a:avLst/>
              </a:prstGeom>
              <a:ln w="12700" cap="flat" cmpd="sng">
                <a:solidFill>
                  <a:schemeClr val="tx1"/>
                </a:solidFill>
                <a:prstDash val="solid"/>
                <a:headEnd type="none" w="med" len="med"/>
                <a:tailEnd type="none" w="med" len="med"/>
              </a:ln>
            </p:spPr>
          </p:sp>
          <p:sp>
            <p:nvSpPr>
              <p:cNvPr id="43193" name="Line 526"/>
              <p:cNvSpPr/>
              <p:nvPr/>
            </p:nvSpPr>
            <p:spPr>
              <a:xfrm>
                <a:off x="4080" y="1468"/>
                <a:ext cx="8" cy="4"/>
              </a:xfrm>
              <a:prstGeom prst="line">
                <a:avLst/>
              </a:prstGeom>
              <a:ln w="12700" cap="flat" cmpd="sng">
                <a:solidFill>
                  <a:schemeClr val="tx1"/>
                </a:solidFill>
                <a:prstDash val="solid"/>
                <a:headEnd type="none" w="med" len="med"/>
                <a:tailEnd type="none" w="med" len="med"/>
              </a:ln>
            </p:spPr>
          </p:sp>
          <p:sp>
            <p:nvSpPr>
              <p:cNvPr id="43194" name="Freeform 527"/>
              <p:cNvSpPr/>
              <p:nvPr/>
            </p:nvSpPr>
            <p:spPr>
              <a:xfrm>
                <a:off x="4069" y="1466"/>
                <a:ext cx="36" cy="32"/>
              </a:xfrm>
              <a:custGeom>
                <a:avLst/>
                <a:gdLst/>
                <a:ahLst/>
                <a:cxnLst>
                  <a:cxn ang="0">
                    <a:pos x="26" y="31"/>
                  </a:cxn>
                  <a:cxn ang="0">
                    <a:pos x="35" y="26"/>
                  </a:cxn>
                  <a:cxn ang="0">
                    <a:pos x="35" y="4"/>
                  </a:cxn>
                  <a:cxn ang="0">
                    <a:pos x="26" y="4"/>
                  </a:cxn>
                  <a:cxn ang="0">
                    <a:pos x="26" y="0"/>
                  </a:cxn>
                  <a:cxn ang="0">
                    <a:pos x="17" y="0"/>
                  </a:cxn>
                  <a:cxn ang="0">
                    <a:pos x="17" y="4"/>
                  </a:cxn>
                  <a:cxn ang="0">
                    <a:pos x="8" y="4"/>
                  </a:cxn>
                  <a:cxn ang="0">
                    <a:pos x="0" y="8"/>
                  </a:cxn>
                  <a:cxn ang="0">
                    <a:pos x="0" y="13"/>
                  </a:cxn>
                  <a:cxn ang="0">
                    <a:pos x="0" y="17"/>
                  </a:cxn>
                  <a:cxn ang="0">
                    <a:pos x="0" y="22"/>
                  </a:cxn>
                  <a:cxn ang="0">
                    <a:pos x="8" y="31"/>
                  </a:cxn>
                  <a:cxn ang="0">
                    <a:pos x="17" y="31"/>
                  </a:cxn>
                  <a:cxn ang="0">
                    <a:pos x="26" y="31"/>
                  </a:cxn>
                </a:cxnLst>
                <a:rect l="0" t="0" r="0" b="0"/>
                <a:pathLst>
                  <a:path w="36" h="32">
                    <a:moveTo>
                      <a:pt x="26" y="31"/>
                    </a:moveTo>
                    <a:lnTo>
                      <a:pt x="35" y="26"/>
                    </a:lnTo>
                    <a:lnTo>
                      <a:pt x="35" y="4"/>
                    </a:lnTo>
                    <a:lnTo>
                      <a:pt x="26" y="4"/>
                    </a:lnTo>
                    <a:lnTo>
                      <a:pt x="26" y="0"/>
                    </a:lnTo>
                    <a:lnTo>
                      <a:pt x="17" y="0"/>
                    </a:lnTo>
                    <a:lnTo>
                      <a:pt x="17" y="4"/>
                    </a:lnTo>
                    <a:lnTo>
                      <a:pt x="8" y="4"/>
                    </a:lnTo>
                    <a:lnTo>
                      <a:pt x="0" y="8"/>
                    </a:lnTo>
                    <a:lnTo>
                      <a:pt x="0" y="13"/>
                    </a:lnTo>
                    <a:lnTo>
                      <a:pt x="0" y="17"/>
                    </a:lnTo>
                    <a:lnTo>
                      <a:pt x="0" y="22"/>
                    </a:lnTo>
                    <a:lnTo>
                      <a:pt x="8" y="31"/>
                    </a:lnTo>
                    <a:lnTo>
                      <a:pt x="17"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95" name="Freeform 528"/>
              <p:cNvSpPr/>
              <p:nvPr/>
            </p:nvSpPr>
            <p:spPr>
              <a:xfrm>
                <a:off x="4069" y="1466"/>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196" name="Freeform 529"/>
              <p:cNvSpPr/>
              <p:nvPr/>
            </p:nvSpPr>
            <p:spPr>
              <a:xfrm>
                <a:off x="4087" y="1472"/>
                <a:ext cx="34" cy="33"/>
              </a:xfrm>
              <a:custGeom>
                <a:avLst/>
                <a:gdLst/>
                <a:ahLst/>
                <a:cxnLst>
                  <a:cxn ang="0">
                    <a:pos x="0" y="13"/>
                  </a:cxn>
                  <a:cxn ang="0">
                    <a:pos x="0" y="18"/>
                  </a:cxn>
                  <a:cxn ang="0">
                    <a:pos x="0" y="22"/>
                  </a:cxn>
                  <a:cxn ang="0">
                    <a:pos x="5" y="27"/>
                  </a:cxn>
                  <a:cxn ang="0">
                    <a:pos x="11" y="27"/>
                  </a:cxn>
                  <a:cxn ang="0">
                    <a:pos x="11" y="32"/>
                  </a:cxn>
                  <a:cxn ang="0">
                    <a:pos x="16" y="32"/>
                  </a:cxn>
                  <a:cxn ang="0">
                    <a:pos x="33" y="18"/>
                  </a:cxn>
                  <a:cxn ang="0">
                    <a:pos x="33" y="9"/>
                  </a:cxn>
                  <a:cxn ang="0">
                    <a:pos x="16" y="0"/>
                  </a:cxn>
                  <a:cxn ang="0">
                    <a:pos x="11" y="0"/>
                  </a:cxn>
                  <a:cxn ang="0">
                    <a:pos x="11" y="4"/>
                  </a:cxn>
                  <a:cxn ang="0">
                    <a:pos x="5"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33" y="18"/>
                    </a:lnTo>
                    <a:lnTo>
                      <a:pt x="33" y="9"/>
                    </a:lnTo>
                    <a:lnTo>
                      <a:pt x="16" y="0"/>
                    </a:lnTo>
                    <a:lnTo>
                      <a:pt x="11" y="0"/>
                    </a:lnTo>
                    <a:lnTo>
                      <a:pt x="11" y="4"/>
                    </a:lnTo>
                    <a:lnTo>
                      <a:pt x="5"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197" name="Line 530"/>
              <p:cNvSpPr/>
              <p:nvPr/>
            </p:nvSpPr>
            <p:spPr>
              <a:xfrm>
                <a:off x="4059" y="1463"/>
                <a:ext cx="6" cy="2"/>
              </a:xfrm>
              <a:prstGeom prst="line">
                <a:avLst/>
              </a:prstGeom>
              <a:ln w="12700" cap="flat" cmpd="sng">
                <a:solidFill>
                  <a:schemeClr val="tx1"/>
                </a:solidFill>
                <a:prstDash val="solid"/>
                <a:headEnd type="none" w="med" len="med"/>
                <a:tailEnd type="none" w="med" len="med"/>
              </a:ln>
            </p:spPr>
          </p:sp>
          <p:sp>
            <p:nvSpPr>
              <p:cNvPr id="43198" name="Line 531"/>
              <p:cNvSpPr/>
              <p:nvPr/>
            </p:nvSpPr>
            <p:spPr>
              <a:xfrm>
                <a:off x="4056" y="1456"/>
                <a:ext cx="11" cy="4"/>
              </a:xfrm>
              <a:prstGeom prst="line">
                <a:avLst/>
              </a:prstGeom>
              <a:ln w="12700" cap="flat" cmpd="sng">
                <a:solidFill>
                  <a:schemeClr val="tx1"/>
                </a:solidFill>
                <a:prstDash val="solid"/>
                <a:headEnd type="none" w="med" len="med"/>
                <a:tailEnd type="none" w="med" len="med"/>
              </a:ln>
            </p:spPr>
          </p:sp>
          <p:sp>
            <p:nvSpPr>
              <p:cNvPr id="43199" name="Freeform 532"/>
              <p:cNvSpPr/>
              <p:nvPr/>
            </p:nvSpPr>
            <p:spPr>
              <a:xfrm>
                <a:off x="4048" y="1454"/>
                <a:ext cx="33" cy="32"/>
              </a:xfrm>
              <a:custGeom>
                <a:avLst/>
                <a:gdLst/>
                <a:ahLst/>
                <a:cxnLst>
                  <a:cxn ang="0">
                    <a:pos x="25" y="31"/>
                  </a:cxn>
                  <a:cxn ang="0">
                    <a:pos x="25" y="26"/>
                  </a:cxn>
                  <a:cxn ang="0">
                    <a:pos x="32" y="26"/>
                  </a:cxn>
                  <a:cxn ang="0">
                    <a:pos x="32" y="4"/>
                  </a:cxn>
                  <a:cxn ang="0">
                    <a:pos x="25" y="4"/>
                  </a:cxn>
                  <a:cxn ang="0">
                    <a:pos x="25" y="0"/>
                  </a:cxn>
                  <a:cxn ang="0">
                    <a:pos x="19" y="0"/>
                  </a:cxn>
                  <a:cxn ang="0">
                    <a:pos x="19" y="4"/>
                  </a:cxn>
                  <a:cxn ang="0">
                    <a:pos x="12" y="4"/>
                  </a:cxn>
                  <a:cxn ang="0">
                    <a:pos x="6" y="8"/>
                  </a:cxn>
                  <a:cxn ang="0">
                    <a:pos x="6" y="13"/>
                  </a:cxn>
                  <a:cxn ang="0">
                    <a:pos x="0" y="13"/>
                  </a:cxn>
                  <a:cxn ang="0">
                    <a:pos x="0" y="17"/>
                  </a:cxn>
                  <a:cxn ang="0">
                    <a:pos x="6" y="22"/>
                  </a:cxn>
                  <a:cxn ang="0">
                    <a:pos x="12" y="26"/>
                  </a:cxn>
                  <a:cxn ang="0">
                    <a:pos x="19" y="26"/>
                  </a:cxn>
                  <a:cxn ang="0">
                    <a:pos x="19" y="31"/>
                  </a:cxn>
                  <a:cxn ang="0">
                    <a:pos x="25" y="31"/>
                  </a:cxn>
                </a:cxnLst>
                <a:rect l="0" t="0" r="0" b="0"/>
                <a:pathLst>
                  <a:path w="33" h="32">
                    <a:moveTo>
                      <a:pt x="25" y="31"/>
                    </a:moveTo>
                    <a:lnTo>
                      <a:pt x="25" y="26"/>
                    </a:lnTo>
                    <a:lnTo>
                      <a:pt x="32" y="26"/>
                    </a:lnTo>
                    <a:lnTo>
                      <a:pt x="32" y="4"/>
                    </a:lnTo>
                    <a:lnTo>
                      <a:pt x="25" y="4"/>
                    </a:lnTo>
                    <a:lnTo>
                      <a:pt x="25" y="0"/>
                    </a:lnTo>
                    <a:lnTo>
                      <a:pt x="19" y="0"/>
                    </a:lnTo>
                    <a:lnTo>
                      <a:pt x="19" y="4"/>
                    </a:lnTo>
                    <a:lnTo>
                      <a:pt x="12" y="4"/>
                    </a:lnTo>
                    <a:lnTo>
                      <a:pt x="6" y="8"/>
                    </a:lnTo>
                    <a:lnTo>
                      <a:pt x="6" y="13"/>
                    </a:lnTo>
                    <a:lnTo>
                      <a:pt x="0" y="13"/>
                    </a:lnTo>
                    <a:lnTo>
                      <a:pt x="0" y="17"/>
                    </a:lnTo>
                    <a:lnTo>
                      <a:pt x="6" y="22"/>
                    </a:lnTo>
                    <a:lnTo>
                      <a:pt x="12" y="26"/>
                    </a:lnTo>
                    <a:lnTo>
                      <a:pt x="19" y="26"/>
                    </a:lnTo>
                    <a:lnTo>
                      <a:pt x="19"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200" name="Freeform 533"/>
              <p:cNvSpPr/>
              <p:nvPr/>
            </p:nvSpPr>
            <p:spPr>
              <a:xfrm>
                <a:off x="4052" y="1454"/>
                <a:ext cx="34" cy="32"/>
              </a:xfrm>
              <a:custGeom>
                <a:avLst/>
                <a:gdLst/>
                <a:ahLst/>
                <a:cxnLst>
                  <a:cxn ang="0">
                    <a:pos x="1" y="0"/>
                  </a:cxn>
                  <a:cxn ang="0">
                    <a:pos x="33" y="15"/>
                  </a:cxn>
                  <a:cxn ang="0">
                    <a:pos x="31" y="31"/>
                  </a:cxn>
                  <a:cxn ang="0">
                    <a:pos x="0" y="15"/>
                  </a:cxn>
                  <a:cxn ang="0">
                    <a:pos x="1" y="0"/>
                  </a:cxn>
                </a:cxnLst>
                <a:rect l="0" t="0" r="0" b="0"/>
                <a:pathLst>
                  <a:path w="34" h="32">
                    <a:moveTo>
                      <a:pt x="1" y="0"/>
                    </a:moveTo>
                    <a:lnTo>
                      <a:pt x="33" y="15"/>
                    </a:lnTo>
                    <a:lnTo>
                      <a:pt x="31" y="31"/>
                    </a:lnTo>
                    <a:lnTo>
                      <a:pt x="0" y="15"/>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201" name="Freeform 534"/>
              <p:cNvSpPr/>
              <p:nvPr/>
            </p:nvSpPr>
            <p:spPr>
              <a:xfrm>
                <a:off x="4069" y="1457"/>
                <a:ext cx="36" cy="30"/>
              </a:xfrm>
              <a:custGeom>
                <a:avLst/>
                <a:gdLst/>
                <a:ahLst/>
                <a:cxnLst>
                  <a:cxn ang="0">
                    <a:pos x="0" y="12"/>
                  </a:cxn>
                  <a:cxn ang="0">
                    <a:pos x="0" y="16"/>
                  </a:cxn>
                  <a:cxn ang="0">
                    <a:pos x="0" y="20"/>
                  </a:cxn>
                  <a:cxn ang="0">
                    <a:pos x="5" y="24"/>
                  </a:cxn>
                  <a:cxn ang="0">
                    <a:pos x="11" y="24"/>
                  </a:cxn>
                  <a:cxn ang="0">
                    <a:pos x="11" y="29"/>
                  </a:cxn>
                  <a:cxn ang="0">
                    <a:pos x="17" y="29"/>
                  </a:cxn>
                  <a:cxn ang="0">
                    <a:pos x="23" y="24"/>
                  </a:cxn>
                  <a:cxn ang="0">
                    <a:pos x="29" y="20"/>
                  </a:cxn>
                  <a:cxn ang="0">
                    <a:pos x="29" y="16"/>
                  </a:cxn>
                  <a:cxn ang="0">
                    <a:pos x="35" y="16"/>
                  </a:cxn>
                  <a:cxn ang="0">
                    <a:pos x="35" y="12"/>
                  </a:cxn>
                  <a:cxn ang="0">
                    <a:pos x="29" y="8"/>
                  </a:cxn>
                  <a:cxn ang="0">
                    <a:pos x="29" y="4"/>
                  </a:cxn>
                  <a:cxn ang="0">
                    <a:pos x="23" y="0"/>
                  </a:cxn>
                  <a:cxn ang="0">
                    <a:pos x="17" y="0"/>
                  </a:cxn>
                  <a:cxn ang="0">
                    <a:pos x="11" y="0"/>
                  </a:cxn>
                  <a:cxn ang="0">
                    <a:pos x="5" y="0"/>
                  </a:cxn>
                  <a:cxn ang="0">
                    <a:pos x="0" y="4"/>
                  </a:cxn>
                  <a:cxn ang="0">
                    <a:pos x="0" y="8"/>
                  </a:cxn>
                  <a:cxn ang="0">
                    <a:pos x="0" y="12"/>
                  </a:cxn>
                </a:cxnLst>
                <a:rect l="0" t="0" r="0" b="0"/>
                <a:pathLst>
                  <a:path w="36" h="30">
                    <a:moveTo>
                      <a:pt x="0" y="12"/>
                    </a:moveTo>
                    <a:lnTo>
                      <a:pt x="0" y="16"/>
                    </a:lnTo>
                    <a:lnTo>
                      <a:pt x="0" y="20"/>
                    </a:lnTo>
                    <a:lnTo>
                      <a:pt x="5" y="24"/>
                    </a:lnTo>
                    <a:lnTo>
                      <a:pt x="11" y="24"/>
                    </a:lnTo>
                    <a:lnTo>
                      <a:pt x="11" y="29"/>
                    </a:lnTo>
                    <a:lnTo>
                      <a:pt x="17" y="29"/>
                    </a:lnTo>
                    <a:lnTo>
                      <a:pt x="23" y="24"/>
                    </a:lnTo>
                    <a:lnTo>
                      <a:pt x="29" y="20"/>
                    </a:lnTo>
                    <a:lnTo>
                      <a:pt x="29" y="16"/>
                    </a:lnTo>
                    <a:lnTo>
                      <a:pt x="35" y="16"/>
                    </a:lnTo>
                    <a:lnTo>
                      <a:pt x="35" y="12"/>
                    </a:lnTo>
                    <a:lnTo>
                      <a:pt x="29" y="8"/>
                    </a:lnTo>
                    <a:lnTo>
                      <a:pt x="29" y="4"/>
                    </a:lnTo>
                    <a:lnTo>
                      <a:pt x="23" y="0"/>
                    </a:lnTo>
                    <a:lnTo>
                      <a:pt x="17" y="0"/>
                    </a:lnTo>
                    <a:lnTo>
                      <a:pt x="11" y="0"/>
                    </a:lnTo>
                    <a:lnTo>
                      <a:pt x="5" y="0"/>
                    </a:lnTo>
                    <a:lnTo>
                      <a:pt x="0"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202" name="Line 535"/>
              <p:cNvSpPr/>
              <p:nvPr/>
            </p:nvSpPr>
            <p:spPr>
              <a:xfrm>
                <a:off x="4093" y="1463"/>
                <a:ext cx="9" cy="2"/>
              </a:xfrm>
              <a:prstGeom prst="line">
                <a:avLst/>
              </a:prstGeom>
              <a:ln w="12700" cap="flat" cmpd="sng">
                <a:solidFill>
                  <a:schemeClr val="tx1"/>
                </a:solidFill>
                <a:prstDash val="solid"/>
                <a:headEnd type="none" w="med" len="med"/>
                <a:tailEnd type="none" w="med" len="med"/>
              </a:ln>
            </p:spPr>
          </p:sp>
          <p:sp>
            <p:nvSpPr>
              <p:cNvPr id="43203" name="Line 536"/>
              <p:cNvSpPr/>
              <p:nvPr/>
            </p:nvSpPr>
            <p:spPr>
              <a:xfrm>
                <a:off x="4093" y="1456"/>
                <a:ext cx="12" cy="4"/>
              </a:xfrm>
              <a:prstGeom prst="line">
                <a:avLst/>
              </a:prstGeom>
              <a:ln w="12700" cap="flat" cmpd="sng">
                <a:solidFill>
                  <a:schemeClr val="tx1"/>
                </a:solidFill>
                <a:prstDash val="solid"/>
                <a:headEnd type="none" w="med" len="med"/>
                <a:tailEnd type="none" w="med" len="med"/>
              </a:ln>
            </p:spPr>
          </p:sp>
          <p:sp>
            <p:nvSpPr>
              <p:cNvPr id="43204" name="Freeform 537"/>
              <p:cNvSpPr/>
              <p:nvPr/>
            </p:nvSpPr>
            <p:spPr>
              <a:xfrm>
                <a:off x="4087" y="1454"/>
                <a:ext cx="34" cy="32"/>
              </a:xfrm>
              <a:custGeom>
                <a:avLst/>
                <a:gdLst/>
                <a:ahLst/>
                <a:cxnLst>
                  <a:cxn ang="0">
                    <a:pos x="24" y="31"/>
                  </a:cxn>
                  <a:cxn ang="0">
                    <a:pos x="33" y="31"/>
                  </a:cxn>
                  <a:cxn ang="0">
                    <a:pos x="33" y="26"/>
                  </a:cxn>
                  <a:cxn ang="0">
                    <a:pos x="33" y="4"/>
                  </a:cxn>
                  <a:cxn ang="0">
                    <a:pos x="33" y="0"/>
                  </a:cxn>
                  <a:cxn ang="0">
                    <a:pos x="24" y="0"/>
                  </a:cxn>
                  <a:cxn ang="0">
                    <a:pos x="16" y="4"/>
                  </a:cxn>
                  <a:cxn ang="0">
                    <a:pos x="8" y="8"/>
                  </a:cxn>
                  <a:cxn ang="0">
                    <a:pos x="0" y="13"/>
                  </a:cxn>
                  <a:cxn ang="0">
                    <a:pos x="0"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4"/>
                    </a:lnTo>
                    <a:lnTo>
                      <a:pt x="8" y="8"/>
                    </a:lnTo>
                    <a:lnTo>
                      <a:pt x="0" y="13"/>
                    </a:lnTo>
                    <a:lnTo>
                      <a:pt x="0"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205" name="Freeform 538"/>
              <p:cNvSpPr/>
              <p:nvPr/>
            </p:nvSpPr>
            <p:spPr>
              <a:xfrm>
                <a:off x="4087" y="1454"/>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206" name="Freeform 539"/>
              <p:cNvSpPr/>
              <p:nvPr/>
            </p:nvSpPr>
            <p:spPr>
              <a:xfrm>
                <a:off x="4109" y="1457"/>
                <a:ext cx="33" cy="30"/>
              </a:xfrm>
              <a:custGeom>
                <a:avLst/>
                <a:gdLst/>
                <a:ahLst/>
                <a:cxnLst>
                  <a:cxn ang="0">
                    <a:pos x="0" y="12"/>
                  </a:cxn>
                  <a:cxn ang="0">
                    <a:pos x="0" y="16"/>
                  </a:cxn>
                  <a:cxn ang="0">
                    <a:pos x="4" y="16"/>
                  </a:cxn>
                  <a:cxn ang="0">
                    <a:pos x="4" y="20"/>
                  </a:cxn>
                  <a:cxn ang="0">
                    <a:pos x="9" y="24"/>
                  </a:cxn>
                  <a:cxn ang="0">
                    <a:pos x="13" y="29"/>
                  </a:cxn>
                  <a:cxn ang="0">
                    <a:pos x="18" y="29"/>
                  </a:cxn>
                  <a:cxn ang="0">
                    <a:pos x="22" y="24"/>
                  </a:cxn>
                  <a:cxn ang="0">
                    <a:pos x="27" y="20"/>
                  </a:cxn>
                  <a:cxn ang="0">
                    <a:pos x="27" y="16"/>
                  </a:cxn>
                  <a:cxn ang="0">
                    <a:pos x="32" y="16"/>
                  </a:cxn>
                  <a:cxn ang="0">
                    <a:pos x="32" y="8"/>
                  </a:cxn>
                  <a:cxn ang="0">
                    <a:pos x="27" y="8"/>
                  </a:cxn>
                  <a:cxn ang="0">
                    <a:pos x="27" y="4"/>
                  </a:cxn>
                  <a:cxn ang="0">
                    <a:pos x="22" y="0"/>
                  </a:cxn>
                  <a:cxn ang="0">
                    <a:pos x="18" y="0"/>
                  </a:cxn>
                  <a:cxn ang="0">
                    <a:pos x="13" y="0"/>
                  </a:cxn>
                  <a:cxn ang="0">
                    <a:pos x="9" y="0"/>
                  </a:cxn>
                  <a:cxn ang="0">
                    <a:pos x="4" y="4"/>
                  </a:cxn>
                  <a:cxn ang="0">
                    <a:pos x="4" y="8"/>
                  </a:cxn>
                  <a:cxn ang="0">
                    <a:pos x="0" y="8"/>
                  </a:cxn>
                  <a:cxn ang="0">
                    <a:pos x="0" y="12"/>
                  </a:cxn>
                </a:cxnLst>
                <a:rect l="0" t="0" r="0" b="0"/>
                <a:pathLst>
                  <a:path w="33" h="30">
                    <a:moveTo>
                      <a:pt x="0" y="12"/>
                    </a:moveTo>
                    <a:lnTo>
                      <a:pt x="0" y="16"/>
                    </a:lnTo>
                    <a:lnTo>
                      <a:pt x="4" y="16"/>
                    </a:lnTo>
                    <a:lnTo>
                      <a:pt x="4" y="20"/>
                    </a:lnTo>
                    <a:lnTo>
                      <a:pt x="9" y="24"/>
                    </a:lnTo>
                    <a:lnTo>
                      <a:pt x="13" y="29"/>
                    </a:lnTo>
                    <a:lnTo>
                      <a:pt x="18" y="29"/>
                    </a:lnTo>
                    <a:lnTo>
                      <a:pt x="22" y="24"/>
                    </a:lnTo>
                    <a:lnTo>
                      <a:pt x="27" y="20"/>
                    </a:lnTo>
                    <a:lnTo>
                      <a:pt x="27" y="16"/>
                    </a:lnTo>
                    <a:lnTo>
                      <a:pt x="32" y="16"/>
                    </a:lnTo>
                    <a:lnTo>
                      <a:pt x="32" y="8"/>
                    </a:lnTo>
                    <a:lnTo>
                      <a:pt x="27" y="8"/>
                    </a:lnTo>
                    <a:lnTo>
                      <a:pt x="27" y="4"/>
                    </a:lnTo>
                    <a:lnTo>
                      <a:pt x="22" y="0"/>
                    </a:lnTo>
                    <a:lnTo>
                      <a:pt x="18" y="0"/>
                    </a:lnTo>
                    <a:lnTo>
                      <a:pt x="13"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3207" name="Line 540"/>
              <p:cNvSpPr/>
              <p:nvPr/>
            </p:nvSpPr>
            <p:spPr>
              <a:xfrm>
                <a:off x="4074" y="1449"/>
                <a:ext cx="12" cy="2"/>
              </a:xfrm>
              <a:prstGeom prst="line">
                <a:avLst/>
              </a:prstGeom>
              <a:ln w="12700" cap="flat" cmpd="sng">
                <a:solidFill>
                  <a:schemeClr val="tx1"/>
                </a:solidFill>
                <a:prstDash val="solid"/>
                <a:headEnd type="none" w="med" len="med"/>
                <a:tailEnd type="none" w="med" len="med"/>
              </a:ln>
            </p:spPr>
          </p:sp>
          <p:sp>
            <p:nvSpPr>
              <p:cNvPr id="43208" name="Line 541"/>
              <p:cNvSpPr/>
              <p:nvPr/>
            </p:nvSpPr>
            <p:spPr>
              <a:xfrm>
                <a:off x="4080" y="1442"/>
                <a:ext cx="8" cy="2"/>
              </a:xfrm>
              <a:prstGeom prst="line">
                <a:avLst/>
              </a:prstGeom>
              <a:ln w="12700" cap="flat" cmpd="sng">
                <a:solidFill>
                  <a:schemeClr val="tx1"/>
                </a:solidFill>
                <a:prstDash val="solid"/>
                <a:headEnd type="none" w="med" len="med"/>
                <a:tailEnd type="none" w="med" len="med"/>
              </a:ln>
            </p:spPr>
          </p:sp>
          <p:sp>
            <p:nvSpPr>
              <p:cNvPr id="43209" name="Freeform 542"/>
              <p:cNvSpPr/>
              <p:nvPr/>
            </p:nvSpPr>
            <p:spPr>
              <a:xfrm>
                <a:off x="4069" y="1438"/>
                <a:ext cx="36" cy="31"/>
              </a:xfrm>
              <a:custGeom>
                <a:avLst/>
                <a:gdLst/>
                <a:ahLst/>
                <a:cxnLst>
                  <a:cxn ang="0">
                    <a:pos x="26" y="30"/>
                  </a:cxn>
                  <a:cxn ang="0">
                    <a:pos x="35" y="25"/>
                  </a:cxn>
                  <a:cxn ang="0">
                    <a:pos x="35" y="5"/>
                  </a:cxn>
                  <a:cxn ang="0">
                    <a:pos x="26" y="0"/>
                  </a:cxn>
                  <a:cxn ang="0">
                    <a:pos x="17" y="0"/>
                  </a:cxn>
                  <a:cxn ang="0">
                    <a:pos x="8" y="0"/>
                  </a:cxn>
                  <a:cxn ang="0">
                    <a:pos x="0" y="5"/>
                  </a:cxn>
                  <a:cxn ang="0">
                    <a:pos x="0" y="10"/>
                  </a:cxn>
                  <a:cxn ang="0">
                    <a:pos x="0" y="15"/>
                  </a:cxn>
                  <a:cxn ang="0">
                    <a:pos x="0" y="20"/>
                  </a:cxn>
                  <a:cxn ang="0">
                    <a:pos x="8" y="30"/>
                  </a:cxn>
                  <a:cxn ang="0">
                    <a:pos x="17" y="30"/>
                  </a:cxn>
                  <a:cxn ang="0">
                    <a:pos x="26" y="30"/>
                  </a:cxn>
                </a:cxnLst>
                <a:rect l="0" t="0" r="0" b="0"/>
                <a:pathLst>
                  <a:path w="36" h="31">
                    <a:moveTo>
                      <a:pt x="26" y="30"/>
                    </a:moveTo>
                    <a:lnTo>
                      <a:pt x="35" y="25"/>
                    </a:lnTo>
                    <a:lnTo>
                      <a:pt x="35" y="5"/>
                    </a:lnTo>
                    <a:lnTo>
                      <a:pt x="26" y="0"/>
                    </a:lnTo>
                    <a:lnTo>
                      <a:pt x="17" y="0"/>
                    </a:lnTo>
                    <a:lnTo>
                      <a:pt x="8" y="0"/>
                    </a:lnTo>
                    <a:lnTo>
                      <a:pt x="0" y="5"/>
                    </a:lnTo>
                    <a:lnTo>
                      <a:pt x="0" y="10"/>
                    </a:lnTo>
                    <a:lnTo>
                      <a:pt x="0" y="15"/>
                    </a:lnTo>
                    <a:lnTo>
                      <a:pt x="0" y="20"/>
                    </a:lnTo>
                    <a:lnTo>
                      <a:pt x="8" y="30"/>
                    </a:lnTo>
                    <a:lnTo>
                      <a:pt x="17" y="30"/>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210" name="Freeform 543"/>
              <p:cNvSpPr/>
              <p:nvPr/>
            </p:nvSpPr>
            <p:spPr>
              <a:xfrm>
                <a:off x="4070" y="1438"/>
                <a:ext cx="36" cy="31"/>
              </a:xfrm>
              <a:custGeom>
                <a:avLst/>
                <a:gdLst/>
                <a:ahLst/>
                <a:cxnLst>
                  <a:cxn ang="0">
                    <a:pos x="1" y="2"/>
                  </a:cxn>
                  <a:cxn ang="0">
                    <a:pos x="35" y="15"/>
                  </a:cxn>
                  <a:cxn ang="0">
                    <a:pos x="33" y="30"/>
                  </a:cxn>
                  <a:cxn ang="0">
                    <a:pos x="0" y="15"/>
                  </a:cxn>
                  <a:cxn ang="0">
                    <a:pos x="1" y="0"/>
                  </a:cxn>
                  <a:cxn ang="0">
                    <a:pos x="1" y="2"/>
                  </a:cxn>
                </a:cxnLst>
                <a:rect l="0" t="0" r="0" b="0"/>
                <a:pathLst>
                  <a:path w="36" h="31">
                    <a:moveTo>
                      <a:pt x="1" y="2"/>
                    </a:moveTo>
                    <a:lnTo>
                      <a:pt x="35" y="15"/>
                    </a:lnTo>
                    <a:lnTo>
                      <a:pt x="33" y="30"/>
                    </a:lnTo>
                    <a:lnTo>
                      <a:pt x="0" y="15"/>
                    </a:lnTo>
                    <a:lnTo>
                      <a:pt x="1" y="0"/>
                    </a:lnTo>
                    <a:lnTo>
                      <a:pt x="1"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3211" name="Freeform 544"/>
              <p:cNvSpPr/>
              <p:nvPr/>
            </p:nvSpPr>
            <p:spPr>
              <a:xfrm>
                <a:off x="4087" y="1443"/>
                <a:ext cx="36" cy="30"/>
              </a:xfrm>
              <a:custGeom>
                <a:avLst/>
                <a:gdLst/>
                <a:ahLst/>
                <a:cxnLst>
                  <a:cxn ang="0">
                    <a:pos x="0" y="12"/>
                  </a:cxn>
                  <a:cxn ang="0">
                    <a:pos x="0" y="16"/>
                  </a:cxn>
                  <a:cxn ang="0">
                    <a:pos x="0" y="20"/>
                  </a:cxn>
                  <a:cxn ang="0">
                    <a:pos x="5" y="29"/>
                  </a:cxn>
                  <a:cxn ang="0">
                    <a:pos x="11" y="29"/>
                  </a:cxn>
                  <a:cxn ang="0">
                    <a:pos x="17" y="29"/>
                  </a:cxn>
                  <a:cxn ang="0">
                    <a:pos x="23" y="29"/>
                  </a:cxn>
                  <a:cxn ang="0">
                    <a:pos x="29" y="29"/>
                  </a:cxn>
                  <a:cxn ang="0">
                    <a:pos x="35" y="20"/>
                  </a:cxn>
                  <a:cxn ang="0">
                    <a:pos x="35" y="16"/>
                  </a:cxn>
                  <a:cxn ang="0">
                    <a:pos x="35" y="12"/>
                  </a:cxn>
                  <a:cxn ang="0">
                    <a:pos x="35" y="8"/>
                  </a:cxn>
                  <a:cxn ang="0">
                    <a:pos x="29" y="4"/>
                  </a:cxn>
                  <a:cxn ang="0">
                    <a:pos x="23" y="4"/>
                  </a:cxn>
                  <a:cxn ang="0">
                    <a:pos x="17" y="0"/>
                  </a:cxn>
                  <a:cxn ang="0">
                    <a:pos x="11" y="0"/>
                  </a:cxn>
                  <a:cxn ang="0">
                    <a:pos x="11" y="4"/>
                  </a:cxn>
                  <a:cxn ang="0">
                    <a:pos x="5" y="4"/>
                  </a:cxn>
                  <a:cxn ang="0">
                    <a:pos x="0" y="8"/>
                  </a:cxn>
                  <a:cxn ang="0">
                    <a:pos x="0" y="12"/>
                  </a:cxn>
                </a:cxnLst>
                <a:rect l="0" t="0" r="0" b="0"/>
                <a:pathLst>
                  <a:path w="36" h="30">
                    <a:moveTo>
                      <a:pt x="0" y="12"/>
                    </a:moveTo>
                    <a:lnTo>
                      <a:pt x="0" y="16"/>
                    </a:lnTo>
                    <a:lnTo>
                      <a:pt x="0" y="20"/>
                    </a:lnTo>
                    <a:lnTo>
                      <a:pt x="5" y="29"/>
                    </a:lnTo>
                    <a:lnTo>
                      <a:pt x="11" y="29"/>
                    </a:lnTo>
                    <a:lnTo>
                      <a:pt x="17" y="29"/>
                    </a:lnTo>
                    <a:lnTo>
                      <a:pt x="23" y="29"/>
                    </a:lnTo>
                    <a:lnTo>
                      <a:pt x="29" y="29"/>
                    </a:lnTo>
                    <a:lnTo>
                      <a:pt x="35" y="20"/>
                    </a:lnTo>
                    <a:lnTo>
                      <a:pt x="35" y="16"/>
                    </a:lnTo>
                    <a:lnTo>
                      <a:pt x="35" y="12"/>
                    </a:lnTo>
                    <a:lnTo>
                      <a:pt x="35" y="8"/>
                    </a:lnTo>
                    <a:lnTo>
                      <a:pt x="29" y="4"/>
                    </a:lnTo>
                    <a:lnTo>
                      <a:pt x="23" y="4"/>
                    </a:lnTo>
                    <a:lnTo>
                      <a:pt x="17" y="0"/>
                    </a:lnTo>
                    <a:lnTo>
                      <a:pt x="11" y="0"/>
                    </a:lnTo>
                    <a:lnTo>
                      <a:pt x="11" y="4"/>
                    </a:lnTo>
                    <a:lnTo>
                      <a:pt x="5"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43212" name="Text Box 545"/>
            <p:cNvSpPr txBox="1"/>
            <p:nvPr/>
          </p:nvSpPr>
          <p:spPr>
            <a:xfrm>
              <a:off x="2822" y="1537"/>
              <a:ext cx="332" cy="231"/>
            </a:xfrm>
            <a:prstGeom prst="rect">
              <a:avLst/>
            </a:prstGeom>
            <a:noFill/>
            <a:ln w="9525">
              <a:noFill/>
            </a:ln>
          </p:spPr>
          <p:txBody>
            <a:bodyPr wrap="none">
              <a:spAutoFit/>
            </a:bodyPr>
            <a:lstStyle/>
            <a:p>
              <a:r>
                <a:rPr lang="en-US" altLang="zh-CN">
                  <a:latin typeface="Times New Roman" panose="02020603050405020304" pitchFamily="18" charset="0"/>
                </a:rPr>
                <a:t>W1</a:t>
              </a:r>
            </a:p>
          </p:txBody>
        </p:sp>
        <p:sp>
          <p:nvSpPr>
            <p:cNvPr id="43213" name="Text Box 546"/>
            <p:cNvSpPr txBox="1"/>
            <p:nvPr/>
          </p:nvSpPr>
          <p:spPr>
            <a:xfrm>
              <a:off x="4001" y="1900"/>
              <a:ext cx="332" cy="231"/>
            </a:xfrm>
            <a:prstGeom prst="rect">
              <a:avLst/>
            </a:prstGeom>
            <a:noFill/>
            <a:ln w="9525">
              <a:noFill/>
            </a:ln>
          </p:spPr>
          <p:txBody>
            <a:bodyPr wrap="none">
              <a:spAutoFit/>
            </a:bodyPr>
            <a:lstStyle/>
            <a:p>
              <a:r>
                <a:rPr lang="en-US" altLang="zh-CN">
                  <a:latin typeface="Times New Roman" panose="02020603050405020304" pitchFamily="18" charset="0"/>
                </a:rPr>
                <a:t>W2</a:t>
              </a:r>
            </a:p>
          </p:txBody>
        </p:sp>
      </p:grpSp>
      <p:sp>
        <p:nvSpPr>
          <p:cNvPr id="206" name="矩形 205"/>
          <p:cNvSpPr/>
          <p:nvPr/>
        </p:nvSpPr>
        <p:spPr>
          <a:xfrm>
            <a:off x="4272336" y="562771"/>
            <a:ext cx="3625300" cy="707886"/>
          </a:xfrm>
          <a:prstGeom prst="rect">
            <a:avLst/>
          </a:prstGeom>
        </p:spPr>
        <p:txBody>
          <a:bodyPr wrap="square">
            <a:spAutoFit/>
          </a:bodyPr>
          <a:lstStyle/>
          <a:p>
            <a:r>
              <a:rPr lang="zh-CN" altLang="en-US" sz="4000" dirty="0"/>
              <a:t>空间后方交会</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 calcmode="lin" valueType="num">
                                      <p:cBhvr additive="base">
                                        <p:cTn id="7" dur="500" fill="hold"/>
                                        <p:tgtEl>
                                          <p:spTgt spid="215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idx="1"/>
          </p:nvPr>
        </p:nvSpPr>
        <p:spPr>
          <a:xfrm>
            <a:off x="1641309" y="1531740"/>
            <a:ext cx="9144000" cy="1023427"/>
          </a:xfrm>
        </p:spPr>
        <p:txBody>
          <a:bodyPr vert="horz" wrap="square" lIns="91440" tIns="45720" rIns="91440" bIns="45720" anchor="t"/>
          <a:lstStyle/>
          <a:p>
            <a:r>
              <a:rPr lang="zh-CN" altLang="en-US" dirty="0"/>
              <a:t>同理，三个球面相交在一点，即根据</a:t>
            </a:r>
            <a:r>
              <a:rPr lang="en-US" altLang="zh-CN" dirty="0"/>
              <a:t>3</a:t>
            </a:r>
            <a:r>
              <a:rPr lang="zh-CN" altLang="en-US" dirty="0"/>
              <a:t>段距离值可确定一点的空间位置（坐标）。</a:t>
            </a:r>
          </a:p>
        </p:txBody>
      </p:sp>
      <p:sp>
        <p:nvSpPr>
          <p:cNvPr id="44034" name="灯片编号占位符 5"/>
          <p:cNvSpPr>
            <a:spLocks noGrp="1"/>
          </p:cNvSpPr>
          <p:nvPr>
            <p:ph type="sldNum" sz="quarter" idx="4294967295"/>
          </p:nvPr>
        </p:nvSpPr>
        <p:spPr>
          <a:xfrm>
            <a:off x="9652000" y="6248400"/>
            <a:ext cx="2540000" cy="457200"/>
          </a:xfrm>
          <a:prstGeom prst="rect">
            <a:avLst/>
          </a:prstGeom>
          <a:noFill/>
          <a:ln>
            <a:noFill/>
          </a:ln>
        </p:spPr>
        <p:txBody>
          <a:bodyPr lIns="92075" tIns="46038" rIns="92075" bIns="46038" anchor="ctr"/>
          <a:lstStyle/>
          <a:p>
            <a:pPr algn="r"/>
            <a:fld id="{9A0DB2DC-4C9A-4742-B13C-FB6460FD3503}" type="slidenum">
              <a:rPr lang="en-US" altLang="zh-CN" sz="1400"/>
              <a:t>39</a:t>
            </a:fld>
            <a:endParaRPr lang="en-US" altLang="zh-CN" sz="1400"/>
          </a:p>
        </p:txBody>
      </p:sp>
      <p:grpSp>
        <p:nvGrpSpPr>
          <p:cNvPr id="2" name="Group 309"/>
          <p:cNvGrpSpPr/>
          <p:nvPr/>
        </p:nvGrpSpPr>
        <p:grpSpPr>
          <a:xfrm>
            <a:off x="2078182" y="2576937"/>
            <a:ext cx="6785169" cy="4090577"/>
            <a:chOff x="1053" y="1946"/>
            <a:chExt cx="3582" cy="2067"/>
          </a:xfrm>
        </p:grpSpPr>
        <p:sp>
          <p:nvSpPr>
            <p:cNvPr id="44037" name="Freeform 4"/>
            <p:cNvSpPr/>
            <p:nvPr/>
          </p:nvSpPr>
          <p:spPr>
            <a:xfrm>
              <a:off x="1483" y="2810"/>
              <a:ext cx="2148" cy="683"/>
            </a:xfrm>
            <a:custGeom>
              <a:avLst/>
              <a:gdLst/>
              <a:ahLst/>
              <a:cxnLst>
                <a:cxn ang="0">
                  <a:pos x="2130" y="250"/>
                </a:cxn>
                <a:cxn ang="0">
                  <a:pos x="2090" y="214"/>
                </a:cxn>
                <a:cxn ang="0">
                  <a:pos x="2032" y="180"/>
                </a:cxn>
                <a:cxn ang="0">
                  <a:pos x="1958" y="145"/>
                </a:cxn>
                <a:cxn ang="0">
                  <a:pos x="1866" y="114"/>
                </a:cxn>
                <a:cxn ang="0">
                  <a:pos x="1762" y="83"/>
                </a:cxn>
                <a:cxn ang="0">
                  <a:pos x="1645" y="59"/>
                </a:cxn>
                <a:cxn ang="0">
                  <a:pos x="1516" y="36"/>
                </a:cxn>
                <a:cxn ang="0">
                  <a:pos x="1379" y="18"/>
                </a:cxn>
                <a:cxn ang="0">
                  <a:pos x="1235" y="6"/>
                </a:cxn>
                <a:cxn ang="0">
                  <a:pos x="1085" y="0"/>
                </a:cxn>
                <a:cxn ang="0">
                  <a:pos x="931" y="0"/>
                </a:cxn>
                <a:cxn ang="0">
                  <a:pos x="784" y="3"/>
                </a:cxn>
                <a:cxn ang="0">
                  <a:pos x="641" y="13"/>
                </a:cxn>
                <a:cxn ang="0">
                  <a:pos x="507" y="27"/>
                </a:cxn>
                <a:cxn ang="0">
                  <a:pos x="383" y="46"/>
                </a:cxn>
                <a:cxn ang="0">
                  <a:pos x="272" y="71"/>
                </a:cxn>
                <a:cxn ang="0">
                  <a:pos x="177" y="103"/>
                </a:cxn>
                <a:cxn ang="0">
                  <a:pos x="100" y="138"/>
                </a:cxn>
                <a:cxn ang="0">
                  <a:pos x="43" y="182"/>
                </a:cxn>
                <a:cxn ang="0">
                  <a:pos x="10" y="231"/>
                </a:cxn>
                <a:cxn ang="0">
                  <a:pos x="0" y="278"/>
                </a:cxn>
                <a:cxn ang="0">
                  <a:pos x="18" y="317"/>
                </a:cxn>
                <a:cxn ang="0">
                  <a:pos x="59" y="362"/>
                </a:cxn>
                <a:cxn ang="0">
                  <a:pos x="122" y="413"/>
                </a:cxn>
                <a:cxn ang="0">
                  <a:pos x="206" y="465"/>
                </a:cxn>
                <a:cxn ang="0">
                  <a:pos x="310" y="518"/>
                </a:cxn>
                <a:cxn ang="0">
                  <a:pos x="427" y="567"/>
                </a:cxn>
                <a:cxn ang="0">
                  <a:pos x="559" y="610"/>
                </a:cxn>
                <a:cxn ang="0">
                  <a:pos x="702" y="646"/>
                </a:cxn>
                <a:cxn ang="0">
                  <a:pos x="856" y="671"/>
                </a:cxn>
                <a:cxn ang="0">
                  <a:pos x="1017" y="682"/>
                </a:cxn>
                <a:cxn ang="0">
                  <a:pos x="1181" y="679"/>
                </a:cxn>
                <a:cxn ang="0">
                  <a:pos x="1341" y="666"/>
                </a:cxn>
                <a:cxn ang="0">
                  <a:pos x="1493" y="645"/>
                </a:cxn>
                <a:cxn ang="0">
                  <a:pos x="1635" y="617"/>
                </a:cxn>
                <a:cxn ang="0">
                  <a:pos x="1765" y="581"/>
                </a:cxn>
                <a:cxn ang="0">
                  <a:pos x="1879" y="540"/>
                </a:cxn>
                <a:cxn ang="0">
                  <a:pos x="1977" y="494"/>
                </a:cxn>
                <a:cxn ang="0">
                  <a:pos x="2054" y="443"/>
                </a:cxn>
                <a:cxn ang="0">
                  <a:pos x="2109" y="390"/>
                </a:cxn>
                <a:cxn ang="0">
                  <a:pos x="2141" y="333"/>
                </a:cxn>
                <a:cxn ang="0">
                  <a:pos x="2145" y="275"/>
                </a:cxn>
              </a:cxnLst>
              <a:rect l="0" t="0" r="0" b="0"/>
              <a:pathLst>
                <a:path w="2148" h="683">
                  <a:moveTo>
                    <a:pt x="2145" y="275"/>
                  </a:moveTo>
                  <a:lnTo>
                    <a:pt x="2138" y="262"/>
                  </a:lnTo>
                  <a:lnTo>
                    <a:pt x="2130" y="250"/>
                  </a:lnTo>
                  <a:lnTo>
                    <a:pt x="2119" y="239"/>
                  </a:lnTo>
                  <a:lnTo>
                    <a:pt x="2105" y="227"/>
                  </a:lnTo>
                  <a:lnTo>
                    <a:pt x="2090" y="214"/>
                  </a:lnTo>
                  <a:lnTo>
                    <a:pt x="2073" y="203"/>
                  </a:lnTo>
                  <a:lnTo>
                    <a:pt x="2054" y="191"/>
                  </a:lnTo>
                  <a:lnTo>
                    <a:pt x="2032" y="180"/>
                  </a:lnTo>
                  <a:lnTo>
                    <a:pt x="2008" y="168"/>
                  </a:lnTo>
                  <a:lnTo>
                    <a:pt x="1984" y="156"/>
                  </a:lnTo>
                  <a:lnTo>
                    <a:pt x="1958" y="145"/>
                  </a:lnTo>
                  <a:lnTo>
                    <a:pt x="1928" y="135"/>
                  </a:lnTo>
                  <a:lnTo>
                    <a:pt x="1898" y="123"/>
                  </a:lnTo>
                  <a:lnTo>
                    <a:pt x="1866" y="114"/>
                  </a:lnTo>
                  <a:lnTo>
                    <a:pt x="1833" y="103"/>
                  </a:lnTo>
                  <a:lnTo>
                    <a:pt x="1798" y="93"/>
                  </a:lnTo>
                  <a:lnTo>
                    <a:pt x="1762" y="83"/>
                  </a:lnTo>
                  <a:lnTo>
                    <a:pt x="1724" y="75"/>
                  </a:lnTo>
                  <a:lnTo>
                    <a:pt x="1685" y="67"/>
                  </a:lnTo>
                  <a:lnTo>
                    <a:pt x="1645" y="59"/>
                  </a:lnTo>
                  <a:lnTo>
                    <a:pt x="1603" y="50"/>
                  </a:lnTo>
                  <a:lnTo>
                    <a:pt x="1560" y="42"/>
                  </a:lnTo>
                  <a:lnTo>
                    <a:pt x="1516" y="36"/>
                  </a:lnTo>
                  <a:lnTo>
                    <a:pt x="1472" y="30"/>
                  </a:lnTo>
                  <a:lnTo>
                    <a:pt x="1427" y="24"/>
                  </a:lnTo>
                  <a:lnTo>
                    <a:pt x="1379" y="18"/>
                  </a:lnTo>
                  <a:lnTo>
                    <a:pt x="1333" y="13"/>
                  </a:lnTo>
                  <a:lnTo>
                    <a:pt x="1284" y="9"/>
                  </a:lnTo>
                  <a:lnTo>
                    <a:pt x="1235" y="6"/>
                  </a:lnTo>
                  <a:lnTo>
                    <a:pt x="1186" y="3"/>
                  </a:lnTo>
                  <a:lnTo>
                    <a:pt x="1136" y="1"/>
                  </a:lnTo>
                  <a:lnTo>
                    <a:pt x="1085" y="0"/>
                  </a:lnTo>
                  <a:lnTo>
                    <a:pt x="1034" y="0"/>
                  </a:lnTo>
                  <a:lnTo>
                    <a:pt x="983" y="0"/>
                  </a:lnTo>
                  <a:lnTo>
                    <a:pt x="931" y="0"/>
                  </a:lnTo>
                  <a:lnTo>
                    <a:pt x="882" y="1"/>
                  </a:lnTo>
                  <a:lnTo>
                    <a:pt x="832" y="2"/>
                  </a:lnTo>
                  <a:lnTo>
                    <a:pt x="784" y="3"/>
                  </a:lnTo>
                  <a:lnTo>
                    <a:pt x="736" y="6"/>
                  </a:lnTo>
                  <a:lnTo>
                    <a:pt x="687" y="9"/>
                  </a:lnTo>
                  <a:lnTo>
                    <a:pt x="641" y="13"/>
                  </a:lnTo>
                  <a:lnTo>
                    <a:pt x="595" y="17"/>
                  </a:lnTo>
                  <a:lnTo>
                    <a:pt x="550" y="21"/>
                  </a:lnTo>
                  <a:lnTo>
                    <a:pt x="507" y="27"/>
                  </a:lnTo>
                  <a:lnTo>
                    <a:pt x="464" y="32"/>
                  </a:lnTo>
                  <a:lnTo>
                    <a:pt x="423" y="39"/>
                  </a:lnTo>
                  <a:lnTo>
                    <a:pt x="383" y="46"/>
                  </a:lnTo>
                  <a:lnTo>
                    <a:pt x="344" y="54"/>
                  </a:lnTo>
                  <a:lnTo>
                    <a:pt x="307" y="62"/>
                  </a:lnTo>
                  <a:lnTo>
                    <a:pt x="272" y="71"/>
                  </a:lnTo>
                  <a:lnTo>
                    <a:pt x="239" y="80"/>
                  </a:lnTo>
                  <a:lnTo>
                    <a:pt x="208" y="92"/>
                  </a:lnTo>
                  <a:lnTo>
                    <a:pt x="177" y="103"/>
                  </a:lnTo>
                  <a:lnTo>
                    <a:pt x="150" y="114"/>
                  </a:lnTo>
                  <a:lnTo>
                    <a:pt x="123" y="126"/>
                  </a:lnTo>
                  <a:lnTo>
                    <a:pt x="100" y="138"/>
                  </a:lnTo>
                  <a:lnTo>
                    <a:pt x="79" y="153"/>
                  </a:lnTo>
                  <a:lnTo>
                    <a:pt x="60" y="166"/>
                  </a:lnTo>
                  <a:lnTo>
                    <a:pt x="43" y="182"/>
                  </a:lnTo>
                  <a:lnTo>
                    <a:pt x="30" y="197"/>
                  </a:lnTo>
                  <a:lnTo>
                    <a:pt x="18" y="213"/>
                  </a:lnTo>
                  <a:lnTo>
                    <a:pt x="10" y="231"/>
                  </a:lnTo>
                  <a:lnTo>
                    <a:pt x="4" y="247"/>
                  </a:lnTo>
                  <a:lnTo>
                    <a:pt x="0" y="267"/>
                  </a:lnTo>
                  <a:lnTo>
                    <a:pt x="0" y="278"/>
                  </a:lnTo>
                  <a:lnTo>
                    <a:pt x="2" y="288"/>
                  </a:lnTo>
                  <a:lnTo>
                    <a:pt x="10" y="303"/>
                  </a:lnTo>
                  <a:lnTo>
                    <a:pt x="18" y="317"/>
                  </a:lnTo>
                  <a:lnTo>
                    <a:pt x="28" y="330"/>
                  </a:lnTo>
                  <a:lnTo>
                    <a:pt x="42" y="346"/>
                  </a:lnTo>
                  <a:lnTo>
                    <a:pt x="59" y="362"/>
                  </a:lnTo>
                  <a:lnTo>
                    <a:pt x="78" y="379"/>
                  </a:lnTo>
                  <a:lnTo>
                    <a:pt x="99" y="395"/>
                  </a:lnTo>
                  <a:lnTo>
                    <a:pt x="122" y="413"/>
                  </a:lnTo>
                  <a:lnTo>
                    <a:pt x="149" y="429"/>
                  </a:lnTo>
                  <a:lnTo>
                    <a:pt x="177" y="447"/>
                  </a:lnTo>
                  <a:lnTo>
                    <a:pt x="206" y="465"/>
                  </a:lnTo>
                  <a:lnTo>
                    <a:pt x="239" y="484"/>
                  </a:lnTo>
                  <a:lnTo>
                    <a:pt x="274" y="501"/>
                  </a:lnTo>
                  <a:lnTo>
                    <a:pt x="310" y="518"/>
                  </a:lnTo>
                  <a:lnTo>
                    <a:pt x="347" y="534"/>
                  </a:lnTo>
                  <a:lnTo>
                    <a:pt x="387" y="551"/>
                  </a:lnTo>
                  <a:lnTo>
                    <a:pt x="427" y="567"/>
                  </a:lnTo>
                  <a:lnTo>
                    <a:pt x="470" y="583"/>
                  </a:lnTo>
                  <a:lnTo>
                    <a:pt x="514" y="596"/>
                  </a:lnTo>
                  <a:lnTo>
                    <a:pt x="559" y="610"/>
                  </a:lnTo>
                  <a:lnTo>
                    <a:pt x="606" y="624"/>
                  </a:lnTo>
                  <a:lnTo>
                    <a:pt x="654" y="635"/>
                  </a:lnTo>
                  <a:lnTo>
                    <a:pt x="702" y="646"/>
                  </a:lnTo>
                  <a:lnTo>
                    <a:pt x="754" y="655"/>
                  </a:lnTo>
                  <a:lnTo>
                    <a:pt x="805" y="664"/>
                  </a:lnTo>
                  <a:lnTo>
                    <a:pt x="856" y="671"/>
                  </a:lnTo>
                  <a:lnTo>
                    <a:pt x="910" y="676"/>
                  </a:lnTo>
                  <a:lnTo>
                    <a:pt x="963" y="681"/>
                  </a:lnTo>
                  <a:lnTo>
                    <a:pt x="1017" y="682"/>
                  </a:lnTo>
                  <a:lnTo>
                    <a:pt x="1073" y="682"/>
                  </a:lnTo>
                  <a:lnTo>
                    <a:pt x="1127" y="681"/>
                  </a:lnTo>
                  <a:lnTo>
                    <a:pt x="1181" y="679"/>
                  </a:lnTo>
                  <a:lnTo>
                    <a:pt x="1236" y="675"/>
                  </a:lnTo>
                  <a:lnTo>
                    <a:pt x="1289" y="671"/>
                  </a:lnTo>
                  <a:lnTo>
                    <a:pt x="1341" y="666"/>
                  </a:lnTo>
                  <a:lnTo>
                    <a:pt x="1394" y="660"/>
                  </a:lnTo>
                  <a:lnTo>
                    <a:pt x="1444" y="653"/>
                  </a:lnTo>
                  <a:lnTo>
                    <a:pt x="1493" y="645"/>
                  </a:lnTo>
                  <a:lnTo>
                    <a:pt x="1542" y="636"/>
                  </a:lnTo>
                  <a:lnTo>
                    <a:pt x="1589" y="627"/>
                  </a:lnTo>
                  <a:lnTo>
                    <a:pt x="1635" y="617"/>
                  </a:lnTo>
                  <a:lnTo>
                    <a:pt x="1681" y="606"/>
                  </a:lnTo>
                  <a:lnTo>
                    <a:pt x="1723" y="593"/>
                  </a:lnTo>
                  <a:lnTo>
                    <a:pt x="1765" y="581"/>
                  </a:lnTo>
                  <a:lnTo>
                    <a:pt x="1804" y="567"/>
                  </a:lnTo>
                  <a:lnTo>
                    <a:pt x="1843" y="554"/>
                  </a:lnTo>
                  <a:lnTo>
                    <a:pt x="1879" y="540"/>
                  </a:lnTo>
                  <a:lnTo>
                    <a:pt x="1913" y="525"/>
                  </a:lnTo>
                  <a:lnTo>
                    <a:pt x="1946" y="510"/>
                  </a:lnTo>
                  <a:lnTo>
                    <a:pt x="1977" y="494"/>
                  </a:lnTo>
                  <a:lnTo>
                    <a:pt x="2005" y="478"/>
                  </a:lnTo>
                  <a:lnTo>
                    <a:pt x="2031" y="460"/>
                  </a:lnTo>
                  <a:lnTo>
                    <a:pt x="2054" y="443"/>
                  </a:lnTo>
                  <a:lnTo>
                    <a:pt x="2074" y="425"/>
                  </a:lnTo>
                  <a:lnTo>
                    <a:pt x="2094" y="408"/>
                  </a:lnTo>
                  <a:lnTo>
                    <a:pt x="2109" y="390"/>
                  </a:lnTo>
                  <a:lnTo>
                    <a:pt x="2123" y="370"/>
                  </a:lnTo>
                  <a:lnTo>
                    <a:pt x="2133" y="352"/>
                  </a:lnTo>
                  <a:lnTo>
                    <a:pt x="2141" y="333"/>
                  </a:lnTo>
                  <a:lnTo>
                    <a:pt x="2145" y="314"/>
                  </a:lnTo>
                  <a:lnTo>
                    <a:pt x="2147" y="294"/>
                  </a:lnTo>
                  <a:lnTo>
                    <a:pt x="2145" y="275"/>
                  </a:lnTo>
                </a:path>
              </a:pathLst>
            </a:custGeom>
            <a:gradFill rotWithShape="0">
              <a:gsLst>
                <a:gs pos="0">
                  <a:srgbClr val="CBCBCB"/>
                </a:gs>
                <a:gs pos="100000">
                  <a:srgbClr val="8E8E8E"/>
                </a:gs>
              </a:gsLst>
              <a:lin ang="5400000" scaled="1"/>
              <a:tileRect/>
            </a:gradFill>
            <a:ln w="12700">
              <a:noFill/>
            </a:ln>
          </p:spPr>
          <p:txBody>
            <a:bodyPr/>
            <a:lstStyle/>
            <a:p>
              <a:endParaRPr lang="zh-CN" altLang="en-US"/>
            </a:p>
          </p:txBody>
        </p:sp>
        <p:sp>
          <p:nvSpPr>
            <p:cNvPr id="44038" name="Freeform 5"/>
            <p:cNvSpPr/>
            <p:nvPr/>
          </p:nvSpPr>
          <p:spPr>
            <a:xfrm>
              <a:off x="2569" y="2807"/>
              <a:ext cx="1066" cy="283"/>
            </a:xfrm>
            <a:custGeom>
              <a:avLst/>
              <a:gdLst/>
              <a:ahLst/>
              <a:cxnLst>
                <a:cxn ang="0">
                  <a:pos x="49" y="13"/>
                </a:cxn>
                <a:cxn ang="0">
                  <a:pos x="149" y="18"/>
                </a:cxn>
                <a:cxn ang="0">
                  <a:pos x="246" y="25"/>
                </a:cxn>
                <a:cxn ang="0">
                  <a:pos x="340" y="36"/>
                </a:cxn>
                <a:cxn ang="0">
                  <a:pos x="431" y="48"/>
                </a:cxn>
                <a:cxn ang="0">
                  <a:pos x="516" y="62"/>
                </a:cxn>
                <a:cxn ang="0">
                  <a:pos x="597" y="78"/>
                </a:cxn>
                <a:cxn ang="0">
                  <a:pos x="674" y="96"/>
                </a:cxn>
                <a:cxn ang="0">
                  <a:pos x="744" y="115"/>
                </a:cxn>
                <a:cxn ang="0">
                  <a:pos x="810" y="136"/>
                </a:cxn>
                <a:cxn ang="0">
                  <a:pos x="869" y="157"/>
                </a:cxn>
                <a:cxn ang="0">
                  <a:pos x="921" y="178"/>
                </a:cxn>
                <a:cxn ang="0">
                  <a:pos x="965" y="202"/>
                </a:cxn>
                <a:cxn ang="0">
                  <a:pos x="1001" y="225"/>
                </a:cxn>
                <a:cxn ang="0">
                  <a:pos x="1029" y="248"/>
                </a:cxn>
                <a:cxn ang="0">
                  <a:pos x="1047" y="271"/>
                </a:cxn>
                <a:cxn ang="0">
                  <a:pos x="1065" y="278"/>
                </a:cxn>
                <a:cxn ang="0">
                  <a:pos x="1048" y="251"/>
                </a:cxn>
                <a:cxn ang="0">
                  <a:pos x="1023" y="227"/>
                </a:cxn>
                <a:cxn ang="0">
                  <a:pos x="990" y="203"/>
                </a:cxn>
                <a:cxn ang="0">
                  <a:pos x="949" y="180"/>
                </a:cxn>
                <a:cxn ang="0">
                  <a:pos x="900" y="157"/>
                </a:cxn>
                <a:cxn ang="0">
                  <a:pos x="845" y="134"/>
                </a:cxn>
                <a:cxn ang="0">
                  <a:pos x="782" y="113"/>
                </a:cxn>
                <a:cxn ang="0">
                  <a:pos x="714" y="93"/>
                </a:cxn>
                <a:cxn ang="0">
                  <a:pos x="640" y="74"/>
                </a:cxn>
                <a:cxn ang="0">
                  <a:pos x="560" y="57"/>
                </a:cxn>
                <a:cxn ang="0">
                  <a:pos x="476" y="42"/>
                </a:cxn>
                <a:cxn ang="0">
                  <a:pos x="387" y="28"/>
                </a:cxn>
                <a:cxn ang="0">
                  <a:pos x="294" y="18"/>
                </a:cxn>
                <a:cxn ang="0">
                  <a:pos x="199" y="9"/>
                </a:cxn>
                <a:cxn ang="0">
                  <a:pos x="100" y="4"/>
                </a:cxn>
                <a:cxn ang="0">
                  <a:pos x="0" y="0"/>
                </a:cxn>
              </a:cxnLst>
              <a:rect l="0" t="0" r="0" b="0"/>
              <a:pathLst>
                <a:path w="1066" h="283">
                  <a:moveTo>
                    <a:pt x="0" y="12"/>
                  </a:moveTo>
                  <a:lnTo>
                    <a:pt x="49" y="13"/>
                  </a:lnTo>
                  <a:lnTo>
                    <a:pt x="100" y="15"/>
                  </a:lnTo>
                  <a:lnTo>
                    <a:pt x="149" y="18"/>
                  </a:lnTo>
                  <a:lnTo>
                    <a:pt x="197" y="22"/>
                  </a:lnTo>
                  <a:lnTo>
                    <a:pt x="246" y="25"/>
                  </a:lnTo>
                  <a:lnTo>
                    <a:pt x="293" y="30"/>
                  </a:lnTo>
                  <a:lnTo>
                    <a:pt x="340" y="36"/>
                  </a:lnTo>
                  <a:lnTo>
                    <a:pt x="385" y="41"/>
                  </a:lnTo>
                  <a:lnTo>
                    <a:pt x="431" y="48"/>
                  </a:lnTo>
                  <a:lnTo>
                    <a:pt x="473" y="54"/>
                  </a:lnTo>
                  <a:lnTo>
                    <a:pt x="516" y="62"/>
                  </a:lnTo>
                  <a:lnTo>
                    <a:pt x="557" y="69"/>
                  </a:lnTo>
                  <a:lnTo>
                    <a:pt x="597" y="78"/>
                  </a:lnTo>
                  <a:lnTo>
                    <a:pt x="637" y="86"/>
                  </a:lnTo>
                  <a:lnTo>
                    <a:pt x="674" y="96"/>
                  </a:lnTo>
                  <a:lnTo>
                    <a:pt x="710" y="106"/>
                  </a:lnTo>
                  <a:lnTo>
                    <a:pt x="744" y="115"/>
                  </a:lnTo>
                  <a:lnTo>
                    <a:pt x="779" y="125"/>
                  </a:lnTo>
                  <a:lnTo>
                    <a:pt x="810" y="136"/>
                  </a:lnTo>
                  <a:lnTo>
                    <a:pt x="840" y="145"/>
                  </a:lnTo>
                  <a:lnTo>
                    <a:pt x="869" y="157"/>
                  </a:lnTo>
                  <a:lnTo>
                    <a:pt x="895" y="168"/>
                  </a:lnTo>
                  <a:lnTo>
                    <a:pt x="921" y="178"/>
                  </a:lnTo>
                  <a:lnTo>
                    <a:pt x="943" y="191"/>
                  </a:lnTo>
                  <a:lnTo>
                    <a:pt x="965" y="202"/>
                  </a:lnTo>
                  <a:lnTo>
                    <a:pt x="983" y="213"/>
                  </a:lnTo>
                  <a:lnTo>
                    <a:pt x="1001" y="225"/>
                  </a:lnTo>
                  <a:lnTo>
                    <a:pt x="1016" y="236"/>
                  </a:lnTo>
                  <a:lnTo>
                    <a:pt x="1029" y="248"/>
                  </a:lnTo>
                  <a:lnTo>
                    <a:pt x="1038" y="260"/>
                  </a:lnTo>
                  <a:lnTo>
                    <a:pt x="1047" y="271"/>
                  </a:lnTo>
                  <a:lnTo>
                    <a:pt x="1053" y="282"/>
                  </a:lnTo>
                  <a:lnTo>
                    <a:pt x="1065" y="278"/>
                  </a:lnTo>
                  <a:lnTo>
                    <a:pt x="1057" y="265"/>
                  </a:lnTo>
                  <a:lnTo>
                    <a:pt x="1048" y="251"/>
                  </a:lnTo>
                  <a:lnTo>
                    <a:pt x="1036" y="239"/>
                  </a:lnTo>
                  <a:lnTo>
                    <a:pt x="1023" y="227"/>
                  </a:lnTo>
                  <a:lnTo>
                    <a:pt x="1008" y="216"/>
                  </a:lnTo>
                  <a:lnTo>
                    <a:pt x="990" y="203"/>
                  </a:lnTo>
                  <a:lnTo>
                    <a:pt x="970" y="191"/>
                  </a:lnTo>
                  <a:lnTo>
                    <a:pt x="949" y="180"/>
                  </a:lnTo>
                  <a:lnTo>
                    <a:pt x="925" y="168"/>
                  </a:lnTo>
                  <a:lnTo>
                    <a:pt x="900" y="157"/>
                  </a:lnTo>
                  <a:lnTo>
                    <a:pt x="873" y="145"/>
                  </a:lnTo>
                  <a:lnTo>
                    <a:pt x="845" y="134"/>
                  </a:lnTo>
                  <a:lnTo>
                    <a:pt x="815" y="124"/>
                  </a:lnTo>
                  <a:lnTo>
                    <a:pt x="782" y="113"/>
                  </a:lnTo>
                  <a:lnTo>
                    <a:pt x="749" y="103"/>
                  </a:lnTo>
                  <a:lnTo>
                    <a:pt x="714" y="93"/>
                  </a:lnTo>
                  <a:lnTo>
                    <a:pt x="677" y="83"/>
                  </a:lnTo>
                  <a:lnTo>
                    <a:pt x="640" y="74"/>
                  </a:lnTo>
                  <a:lnTo>
                    <a:pt x="600" y="66"/>
                  </a:lnTo>
                  <a:lnTo>
                    <a:pt x="560" y="57"/>
                  </a:lnTo>
                  <a:lnTo>
                    <a:pt x="519" y="49"/>
                  </a:lnTo>
                  <a:lnTo>
                    <a:pt x="476" y="42"/>
                  </a:lnTo>
                  <a:lnTo>
                    <a:pt x="432" y="36"/>
                  </a:lnTo>
                  <a:lnTo>
                    <a:pt x="387" y="28"/>
                  </a:lnTo>
                  <a:lnTo>
                    <a:pt x="341" y="23"/>
                  </a:lnTo>
                  <a:lnTo>
                    <a:pt x="294" y="18"/>
                  </a:lnTo>
                  <a:lnTo>
                    <a:pt x="247" y="13"/>
                  </a:lnTo>
                  <a:lnTo>
                    <a:pt x="199" y="9"/>
                  </a:lnTo>
                  <a:lnTo>
                    <a:pt x="149" y="7"/>
                  </a:lnTo>
                  <a:lnTo>
                    <a:pt x="100" y="4"/>
                  </a:lnTo>
                  <a:lnTo>
                    <a:pt x="51" y="1"/>
                  </a:lnTo>
                  <a:lnTo>
                    <a:pt x="0" y="0"/>
                  </a:lnTo>
                  <a:lnTo>
                    <a:pt x="0" y="12"/>
                  </a:lnTo>
                </a:path>
              </a:pathLst>
            </a:custGeom>
            <a:solidFill>
              <a:srgbClr val="339966"/>
            </a:solidFill>
            <a:ln w="12700">
              <a:noFill/>
            </a:ln>
          </p:spPr>
          <p:txBody>
            <a:bodyPr/>
            <a:lstStyle/>
            <a:p>
              <a:endParaRPr lang="zh-CN" altLang="en-US"/>
            </a:p>
          </p:txBody>
        </p:sp>
        <p:sp>
          <p:nvSpPr>
            <p:cNvPr id="44039" name="Freeform 6"/>
            <p:cNvSpPr/>
            <p:nvPr/>
          </p:nvSpPr>
          <p:spPr>
            <a:xfrm>
              <a:off x="1477" y="2805"/>
              <a:ext cx="1092" cy="275"/>
            </a:xfrm>
            <a:custGeom>
              <a:avLst/>
              <a:gdLst/>
              <a:ahLst/>
              <a:cxnLst>
                <a:cxn ang="0">
                  <a:pos x="15" y="255"/>
                </a:cxn>
                <a:cxn ang="0">
                  <a:pos x="29" y="224"/>
                </a:cxn>
                <a:cxn ang="0">
                  <a:pos x="54" y="192"/>
                </a:cxn>
                <a:cxn ang="0">
                  <a:pos x="88" y="165"/>
                </a:cxn>
                <a:cxn ang="0">
                  <a:pos x="132" y="139"/>
                </a:cxn>
                <a:cxn ang="0">
                  <a:pos x="186" y="115"/>
                </a:cxn>
                <a:cxn ang="0">
                  <a:pos x="247" y="95"/>
                </a:cxn>
                <a:cxn ang="0">
                  <a:pos x="316" y="75"/>
                </a:cxn>
                <a:cxn ang="0">
                  <a:pos x="390" y="60"/>
                </a:cxn>
                <a:cxn ang="0">
                  <a:pos x="471" y="46"/>
                </a:cxn>
                <a:cxn ang="0">
                  <a:pos x="557" y="36"/>
                </a:cxn>
                <a:cxn ang="0">
                  <a:pos x="648" y="25"/>
                </a:cxn>
                <a:cxn ang="0">
                  <a:pos x="741" y="19"/>
                </a:cxn>
                <a:cxn ang="0">
                  <a:pos x="838" y="15"/>
                </a:cxn>
                <a:cxn ang="0">
                  <a:pos x="939" y="13"/>
                </a:cxn>
                <a:cxn ang="0">
                  <a:pos x="1039" y="12"/>
                </a:cxn>
                <a:cxn ang="0">
                  <a:pos x="1091" y="1"/>
                </a:cxn>
                <a:cxn ang="0">
                  <a:pos x="988" y="0"/>
                </a:cxn>
                <a:cxn ang="0">
                  <a:pos x="887" y="1"/>
                </a:cxn>
                <a:cxn ang="0">
                  <a:pos x="789" y="5"/>
                </a:cxn>
                <a:cxn ang="0">
                  <a:pos x="693" y="10"/>
                </a:cxn>
                <a:cxn ang="0">
                  <a:pos x="601" y="18"/>
                </a:cxn>
                <a:cxn ang="0">
                  <a:pos x="512" y="28"/>
                </a:cxn>
                <a:cxn ang="0">
                  <a:pos x="427" y="41"/>
                </a:cxn>
                <a:cxn ang="0">
                  <a:pos x="349" y="54"/>
                </a:cxn>
                <a:cxn ang="0">
                  <a:pos x="277" y="72"/>
                </a:cxn>
                <a:cxn ang="0">
                  <a:pos x="210" y="93"/>
                </a:cxn>
                <a:cxn ang="0">
                  <a:pos x="153" y="115"/>
                </a:cxn>
                <a:cxn ang="0">
                  <a:pos x="103" y="140"/>
                </a:cxn>
                <a:cxn ang="0">
                  <a:pos x="62" y="169"/>
                </a:cxn>
                <a:cxn ang="0">
                  <a:pos x="30" y="201"/>
                </a:cxn>
                <a:cxn ang="0">
                  <a:pos x="10" y="235"/>
                </a:cxn>
                <a:cxn ang="0">
                  <a:pos x="0" y="272"/>
                </a:cxn>
              </a:cxnLst>
              <a:rect l="0" t="0" r="0" b="0"/>
              <a:pathLst>
                <a:path w="1092" h="275">
                  <a:moveTo>
                    <a:pt x="12" y="274"/>
                  </a:moveTo>
                  <a:lnTo>
                    <a:pt x="15" y="255"/>
                  </a:lnTo>
                  <a:lnTo>
                    <a:pt x="20" y="239"/>
                  </a:lnTo>
                  <a:lnTo>
                    <a:pt x="29" y="224"/>
                  </a:lnTo>
                  <a:lnTo>
                    <a:pt x="40" y="207"/>
                  </a:lnTo>
                  <a:lnTo>
                    <a:pt x="54" y="192"/>
                  </a:lnTo>
                  <a:lnTo>
                    <a:pt x="70" y="178"/>
                  </a:lnTo>
                  <a:lnTo>
                    <a:pt x="88" y="165"/>
                  </a:lnTo>
                  <a:lnTo>
                    <a:pt x="109" y="151"/>
                  </a:lnTo>
                  <a:lnTo>
                    <a:pt x="132" y="139"/>
                  </a:lnTo>
                  <a:lnTo>
                    <a:pt x="159" y="126"/>
                  </a:lnTo>
                  <a:lnTo>
                    <a:pt x="186" y="115"/>
                  </a:lnTo>
                  <a:lnTo>
                    <a:pt x="215" y="104"/>
                  </a:lnTo>
                  <a:lnTo>
                    <a:pt x="247" y="95"/>
                  </a:lnTo>
                  <a:lnTo>
                    <a:pt x="280" y="85"/>
                  </a:lnTo>
                  <a:lnTo>
                    <a:pt x="316" y="75"/>
                  </a:lnTo>
                  <a:lnTo>
                    <a:pt x="352" y="67"/>
                  </a:lnTo>
                  <a:lnTo>
                    <a:pt x="390" y="60"/>
                  </a:lnTo>
                  <a:lnTo>
                    <a:pt x="430" y="52"/>
                  </a:lnTo>
                  <a:lnTo>
                    <a:pt x="471" y="46"/>
                  </a:lnTo>
                  <a:lnTo>
                    <a:pt x="513" y="39"/>
                  </a:lnTo>
                  <a:lnTo>
                    <a:pt x="557" y="36"/>
                  </a:lnTo>
                  <a:lnTo>
                    <a:pt x="601" y="30"/>
                  </a:lnTo>
                  <a:lnTo>
                    <a:pt x="648" y="25"/>
                  </a:lnTo>
                  <a:lnTo>
                    <a:pt x="693" y="23"/>
                  </a:lnTo>
                  <a:lnTo>
                    <a:pt x="741" y="19"/>
                  </a:lnTo>
                  <a:lnTo>
                    <a:pt x="789" y="18"/>
                  </a:lnTo>
                  <a:lnTo>
                    <a:pt x="838" y="15"/>
                  </a:lnTo>
                  <a:lnTo>
                    <a:pt x="887" y="13"/>
                  </a:lnTo>
                  <a:lnTo>
                    <a:pt x="939" y="13"/>
                  </a:lnTo>
                  <a:lnTo>
                    <a:pt x="988" y="12"/>
                  </a:lnTo>
                  <a:lnTo>
                    <a:pt x="1039" y="12"/>
                  </a:lnTo>
                  <a:lnTo>
                    <a:pt x="1091" y="13"/>
                  </a:lnTo>
                  <a:lnTo>
                    <a:pt x="1091" y="1"/>
                  </a:lnTo>
                  <a:lnTo>
                    <a:pt x="1039" y="0"/>
                  </a:lnTo>
                  <a:lnTo>
                    <a:pt x="988" y="0"/>
                  </a:lnTo>
                  <a:lnTo>
                    <a:pt x="937" y="1"/>
                  </a:lnTo>
                  <a:lnTo>
                    <a:pt x="887" y="1"/>
                  </a:lnTo>
                  <a:lnTo>
                    <a:pt x="838" y="2"/>
                  </a:lnTo>
                  <a:lnTo>
                    <a:pt x="789" y="5"/>
                  </a:lnTo>
                  <a:lnTo>
                    <a:pt x="741" y="7"/>
                  </a:lnTo>
                  <a:lnTo>
                    <a:pt x="693" y="10"/>
                  </a:lnTo>
                  <a:lnTo>
                    <a:pt x="646" y="13"/>
                  </a:lnTo>
                  <a:lnTo>
                    <a:pt x="601" y="18"/>
                  </a:lnTo>
                  <a:lnTo>
                    <a:pt x="555" y="23"/>
                  </a:lnTo>
                  <a:lnTo>
                    <a:pt x="512" y="28"/>
                  </a:lnTo>
                  <a:lnTo>
                    <a:pt x="468" y="34"/>
                  </a:lnTo>
                  <a:lnTo>
                    <a:pt x="427" y="41"/>
                  </a:lnTo>
                  <a:lnTo>
                    <a:pt x="387" y="48"/>
                  </a:lnTo>
                  <a:lnTo>
                    <a:pt x="349" y="54"/>
                  </a:lnTo>
                  <a:lnTo>
                    <a:pt x="311" y="64"/>
                  </a:lnTo>
                  <a:lnTo>
                    <a:pt x="277" y="72"/>
                  </a:lnTo>
                  <a:lnTo>
                    <a:pt x="242" y="82"/>
                  </a:lnTo>
                  <a:lnTo>
                    <a:pt x="210" y="93"/>
                  </a:lnTo>
                  <a:lnTo>
                    <a:pt x="180" y="104"/>
                  </a:lnTo>
                  <a:lnTo>
                    <a:pt x="153" y="115"/>
                  </a:lnTo>
                  <a:lnTo>
                    <a:pt x="127" y="128"/>
                  </a:lnTo>
                  <a:lnTo>
                    <a:pt x="103" y="140"/>
                  </a:lnTo>
                  <a:lnTo>
                    <a:pt x="81" y="154"/>
                  </a:lnTo>
                  <a:lnTo>
                    <a:pt x="62" y="169"/>
                  </a:lnTo>
                  <a:lnTo>
                    <a:pt x="46" y="184"/>
                  </a:lnTo>
                  <a:lnTo>
                    <a:pt x="30" y="201"/>
                  </a:lnTo>
                  <a:lnTo>
                    <a:pt x="18" y="217"/>
                  </a:lnTo>
                  <a:lnTo>
                    <a:pt x="10" y="235"/>
                  </a:lnTo>
                  <a:lnTo>
                    <a:pt x="2" y="253"/>
                  </a:lnTo>
                  <a:lnTo>
                    <a:pt x="0" y="272"/>
                  </a:lnTo>
                  <a:lnTo>
                    <a:pt x="12" y="274"/>
                  </a:lnTo>
                </a:path>
              </a:pathLst>
            </a:custGeom>
            <a:solidFill>
              <a:srgbClr val="339966"/>
            </a:solidFill>
            <a:ln w="12700">
              <a:noFill/>
            </a:ln>
          </p:spPr>
          <p:txBody>
            <a:bodyPr/>
            <a:lstStyle/>
            <a:p>
              <a:endParaRPr lang="zh-CN" altLang="en-US"/>
            </a:p>
          </p:txBody>
        </p:sp>
        <p:sp>
          <p:nvSpPr>
            <p:cNvPr id="44040" name="Freeform 7"/>
            <p:cNvSpPr/>
            <p:nvPr/>
          </p:nvSpPr>
          <p:spPr>
            <a:xfrm>
              <a:off x="1478" y="3077"/>
              <a:ext cx="1079" cy="423"/>
            </a:xfrm>
            <a:custGeom>
              <a:avLst/>
              <a:gdLst/>
              <a:ahLst/>
              <a:cxnLst>
                <a:cxn ang="0">
                  <a:pos x="1022" y="409"/>
                </a:cxn>
                <a:cxn ang="0">
                  <a:pos x="915" y="402"/>
                </a:cxn>
                <a:cxn ang="0">
                  <a:pos x="810" y="391"/>
                </a:cxn>
                <a:cxn ang="0">
                  <a:pos x="709" y="373"/>
                </a:cxn>
                <a:cxn ang="0">
                  <a:pos x="613" y="350"/>
                </a:cxn>
                <a:cxn ang="0">
                  <a:pos x="521" y="324"/>
                </a:cxn>
                <a:cxn ang="0">
                  <a:pos x="435" y="295"/>
                </a:cxn>
                <a:cxn ang="0">
                  <a:pos x="355" y="262"/>
                </a:cxn>
                <a:cxn ang="0">
                  <a:pos x="282" y="228"/>
                </a:cxn>
                <a:cxn ang="0">
                  <a:pos x="216" y="193"/>
                </a:cxn>
                <a:cxn ang="0">
                  <a:pos x="159" y="159"/>
                </a:cxn>
                <a:cxn ang="0">
                  <a:pos x="109" y="125"/>
                </a:cxn>
                <a:cxn ang="0">
                  <a:pos x="69" y="92"/>
                </a:cxn>
                <a:cxn ang="0">
                  <a:pos x="38" y="60"/>
                </a:cxn>
                <a:cxn ang="0">
                  <a:pos x="20" y="33"/>
                </a:cxn>
                <a:cxn ang="0">
                  <a:pos x="12" y="10"/>
                </a:cxn>
                <a:cxn ang="0">
                  <a:pos x="0" y="0"/>
                </a:cxn>
                <a:cxn ang="0">
                  <a:pos x="2" y="25"/>
                </a:cxn>
                <a:cxn ang="0">
                  <a:pos x="17" y="53"/>
                </a:cxn>
                <a:cxn ang="0">
                  <a:pos x="44" y="84"/>
                </a:cxn>
                <a:cxn ang="0">
                  <a:pos x="79" y="116"/>
                </a:cxn>
                <a:cxn ang="0">
                  <a:pos x="125" y="151"/>
                </a:cxn>
                <a:cxn ang="0">
                  <a:pos x="179" y="187"/>
                </a:cxn>
                <a:cxn ang="0">
                  <a:pos x="242" y="222"/>
                </a:cxn>
                <a:cxn ang="0">
                  <a:pos x="313" y="257"/>
                </a:cxn>
                <a:cxn ang="0">
                  <a:pos x="390" y="290"/>
                </a:cxn>
                <a:cxn ang="0">
                  <a:pos x="474" y="321"/>
                </a:cxn>
                <a:cxn ang="0">
                  <a:pos x="563" y="350"/>
                </a:cxn>
                <a:cxn ang="0">
                  <a:pos x="659" y="375"/>
                </a:cxn>
                <a:cxn ang="0">
                  <a:pos x="757" y="394"/>
                </a:cxn>
                <a:cxn ang="0">
                  <a:pos x="861" y="409"/>
                </a:cxn>
                <a:cxn ang="0">
                  <a:pos x="968" y="419"/>
                </a:cxn>
                <a:cxn ang="0">
                  <a:pos x="1078" y="422"/>
                </a:cxn>
              </a:cxnLst>
              <a:rect l="0" t="0" r="0" b="0"/>
              <a:pathLst>
                <a:path w="1079" h="423">
                  <a:moveTo>
                    <a:pt x="1078" y="409"/>
                  </a:moveTo>
                  <a:lnTo>
                    <a:pt x="1022" y="409"/>
                  </a:lnTo>
                  <a:lnTo>
                    <a:pt x="968" y="406"/>
                  </a:lnTo>
                  <a:lnTo>
                    <a:pt x="915" y="402"/>
                  </a:lnTo>
                  <a:lnTo>
                    <a:pt x="862" y="397"/>
                  </a:lnTo>
                  <a:lnTo>
                    <a:pt x="810" y="391"/>
                  </a:lnTo>
                  <a:lnTo>
                    <a:pt x="759" y="383"/>
                  </a:lnTo>
                  <a:lnTo>
                    <a:pt x="709" y="373"/>
                  </a:lnTo>
                  <a:lnTo>
                    <a:pt x="661" y="362"/>
                  </a:lnTo>
                  <a:lnTo>
                    <a:pt x="613" y="350"/>
                  </a:lnTo>
                  <a:lnTo>
                    <a:pt x="566" y="338"/>
                  </a:lnTo>
                  <a:lnTo>
                    <a:pt x="521" y="324"/>
                  </a:lnTo>
                  <a:lnTo>
                    <a:pt x="478" y="310"/>
                  </a:lnTo>
                  <a:lnTo>
                    <a:pt x="435" y="295"/>
                  </a:lnTo>
                  <a:lnTo>
                    <a:pt x="394" y="279"/>
                  </a:lnTo>
                  <a:lnTo>
                    <a:pt x="355" y="262"/>
                  </a:lnTo>
                  <a:lnTo>
                    <a:pt x="317" y="246"/>
                  </a:lnTo>
                  <a:lnTo>
                    <a:pt x="282" y="228"/>
                  </a:lnTo>
                  <a:lnTo>
                    <a:pt x="248" y="211"/>
                  </a:lnTo>
                  <a:lnTo>
                    <a:pt x="216" y="193"/>
                  </a:lnTo>
                  <a:lnTo>
                    <a:pt x="186" y="175"/>
                  </a:lnTo>
                  <a:lnTo>
                    <a:pt x="159" y="159"/>
                  </a:lnTo>
                  <a:lnTo>
                    <a:pt x="132" y="141"/>
                  </a:lnTo>
                  <a:lnTo>
                    <a:pt x="109" y="125"/>
                  </a:lnTo>
                  <a:lnTo>
                    <a:pt x="88" y="108"/>
                  </a:lnTo>
                  <a:lnTo>
                    <a:pt x="69" y="92"/>
                  </a:lnTo>
                  <a:lnTo>
                    <a:pt x="52" y="75"/>
                  </a:lnTo>
                  <a:lnTo>
                    <a:pt x="38" y="60"/>
                  </a:lnTo>
                  <a:lnTo>
                    <a:pt x="29" y="46"/>
                  </a:lnTo>
                  <a:lnTo>
                    <a:pt x="20" y="33"/>
                  </a:lnTo>
                  <a:lnTo>
                    <a:pt x="15" y="22"/>
                  </a:lnTo>
                  <a:lnTo>
                    <a:pt x="12" y="10"/>
                  </a:lnTo>
                  <a:lnTo>
                    <a:pt x="12" y="1"/>
                  </a:lnTo>
                  <a:lnTo>
                    <a:pt x="0" y="0"/>
                  </a:lnTo>
                  <a:lnTo>
                    <a:pt x="0" y="12"/>
                  </a:lnTo>
                  <a:lnTo>
                    <a:pt x="2" y="25"/>
                  </a:lnTo>
                  <a:lnTo>
                    <a:pt x="10" y="39"/>
                  </a:lnTo>
                  <a:lnTo>
                    <a:pt x="17" y="53"/>
                  </a:lnTo>
                  <a:lnTo>
                    <a:pt x="30" y="68"/>
                  </a:lnTo>
                  <a:lnTo>
                    <a:pt x="44" y="84"/>
                  </a:lnTo>
                  <a:lnTo>
                    <a:pt x="61" y="100"/>
                  </a:lnTo>
                  <a:lnTo>
                    <a:pt x="79" y="116"/>
                  </a:lnTo>
                  <a:lnTo>
                    <a:pt x="102" y="134"/>
                  </a:lnTo>
                  <a:lnTo>
                    <a:pt x="125" y="151"/>
                  </a:lnTo>
                  <a:lnTo>
                    <a:pt x="151" y="169"/>
                  </a:lnTo>
                  <a:lnTo>
                    <a:pt x="179" y="187"/>
                  </a:lnTo>
                  <a:lnTo>
                    <a:pt x="209" y="204"/>
                  </a:lnTo>
                  <a:lnTo>
                    <a:pt x="242" y="222"/>
                  </a:lnTo>
                  <a:lnTo>
                    <a:pt x="277" y="240"/>
                  </a:lnTo>
                  <a:lnTo>
                    <a:pt x="313" y="257"/>
                  </a:lnTo>
                  <a:lnTo>
                    <a:pt x="350" y="273"/>
                  </a:lnTo>
                  <a:lnTo>
                    <a:pt x="390" y="290"/>
                  </a:lnTo>
                  <a:lnTo>
                    <a:pt x="431" y="306"/>
                  </a:lnTo>
                  <a:lnTo>
                    <a:pt x="474" y="321"/>
                  </a:lnTo>
                  <a:lnTo>
                    <a:pt x="518" y="337"/>
                  </a:lnTo>
                  <a:lnTo>
                    <a:pt x="563" y="350"/>
                  </a:lnTo>
                  <a:lnTo>
                    <a:pt x="610" y="362"/>
                  </a:lnTo>
                  <a:lnTo>
                    <a:pt x="659" y="375"/>
                  </a:lnTo>
                  <a:lnTo>
                    <a:pt x="707" y="384"/>
                  </a:lnTo>
                  <a:lnTo>
                    <a:pt x="757" y="394"/>
                  </a:lnTo>
                  <a:lnTo>
                    <a:pt x="808" y="402"/>
                  </a:lnTo>
                  <a:lnTo>
                    <a:pt x="861" y="409"/>
                  </a:lnTo>
                  <a:lnTo>
                    <a:pt x="913" y="414"/>
                  </a:lnTo>
                  <a:lnTo>
                    <a:pt x="968" y="419"/>
                  </a:lnTo>
                  <a:lnTo>
                    <a:pt x="1022" y="420"/>
                  </a:lnTo>
                  <a:lnTo>
                    <a:pt x="1078" y="422"/>
                  </a:lnTo>
                  <a:lnTo>
                    <a:pt x="1078" y="409"/>
                  </a:lnTo>
                </a:path>
              </a:pathLst>
            </a:custGeom>
            <a:solidFill>
              <a:srgbClr val="339966"/>
            </a:solidFill>
            <a:ln w="12700">
              <a:noFill/>
            </a:ln>
          </p:spPr>
          <p:txBody>
            <a:bodyPr/>
            <a:lstStyle/>
            <a:p>
              <a:endParaRPr lang="zh-CN" altLang="en-US"/>
            </a:p>
          </p:txBody>
        </p:sp>
        <p:sp>
          <p:nvSpPr>
            <p:cNvPr id="44041" name="Freeform 8"/>
            <p:cNvSpPr/>
            <p:nvPr/>
          </p:nvSpPr>
          <p:spPr>
            <a:xfrm>
              <a:off x="2556" y="3085"/>
              <a:ext cx="1081" cy="415"/>
            </a:xfrm>
            <a:custGeom>
              <a:avLst/>
              <a:gdLst/>
              <a:ahLst/>
              <a:cxnLst>
                <a:cxn ang="0">
                  <a:pos x="1064" y="2"/>
                </a:cxn>
                <a:cxn ang="0">
                  <a:pos x="1066" y="39"/>
                </a:cxn>
                <a:cxn ang="0">
                  <a:pos x="1054" y="76"/>
                </a:cxn>
                <a:cxn ang="0">
                  <a:pos x="1031" y="112"/>
                </a:cxn>
                <a:cxn ang="0">
                  <a:pos x="997" y="148"/>
                </a:cxn>
                <a:cxn ang="0">
                  <a:pos x="953" y="181"/>
                </a:cxn>
                <a:cxn ang="0">
                  <a:pos x="901" y="214"/>
                </a:cxn>
                <a:cxn ang="0">
                  <a:pos x="838" y="245"/>
                </a:cxn>
                <a:cxn ang="0">
                  <a:pos x="767" y="273"/>
                </a:cxn>
                <a:cxn ang="0">
                  <a:pos x="690" y="301"/>
                </a:cxn>
                <a:cxn ang="0">
                  <a:pos x="606" y="324"/>
                </a:cxn>
                <a:cxn ang="0">
                  <a:pos x="515" y="346"/>
                </a:cxn>
                <a:cxn ang="0">
                  <a:pos x="419" y="364"/>
                </a:cxn>
                <a:cxn ang="0">
                  <a:pos x="319" y="379"/>
                </a:cxn>
                <a:cxn ang="0">
                  <a:pos x="216" y="391"/>
                </a:cxn>
                <a:cxn ang="0">
                  <a:pos x="108" y="397"/>
                </a:cxn>
                <a:cxn ang="0">
                  <a:pos x="0" y="401"/>
                </a:cxn>
                <a:cxn ang="0">
                  <a:pos x="54" y="412"/>
                </a:cxn>
                <a:cxn ang="0">
                  <a:pos x="163" y="406"/>
                </a:cxn>
                <a:cxn ang="0">
                  <a:pos x="270" y="397"/>
                </a:cxn>
                <a:cxn ang="0">
                  <a:pos x="371" y="385"/>
                </a:cxn>
                <a:cxn ang="0">
                  <a:pos x="469" y="367"/>
                </a:cxn>
                <a:cxn ang="0">
                  <a:pos x="563" y="347"/>
                </a:cxn>
                <a:cxn ang="0">
                  <a:pos x="651" y="324"/>
                </a:cxn>
                <a:cxn ang="0">
                  <a:pos x="734" y="300"/>
                </a:cxn>
                <a:cxn ang="0">
                  <a:pos x="808" y="271"/>
                </a:cxn>
                <a:cxn ang="0">
                  <a:pos x="876" y="241"/>
                </a:cxn>
                <a:cxn ang="0">
                  <a:pos x="935" y="208"/>
                </a:cxn>
                <a:cxn ang="0">
                  <a:pos x="984" y="173"/>
                </a:cxn>
                <a:cxn ang="0">
                  <a:pos x="1025" y="138"/>
                </a:cxn>
                <a:cxn ang="0">
                  <a:pos x="1055" y="101"/>
                </a:cxn>
                <a:cxn ang="0">
                  <a:pos x="1073" y="61"/>
                </a:cxn>
                <a:cxn ang="0">
                  <a:pos x="1080" y="21"/>
                </a:cxn>
                <a:cxn ang="0">
                  <a:pos x="1066" y="3"/>
                </a:cxn>
              </a:cxnLst>
              <a:rect l="0" t="0" r="0" b="0"/>
              <a:pathLst>
                <a:path w="1081" h="415">
                  <a:moveTo>
                    <a:pt x="1066" y="3"/>
                  </a:moveTo>
                  <a:lnTo>
                    <a:pt x="1064" y="2"/>
                  </a:lnTo>
                  <a:lnTo>
                    <a:pt x="1067" y="21"/>
                  </a:lnTo>
                  <a:lnTo>
                    <a:pt x="1066" y="39"/>
                  </a:lnTo>
                  <a:lnTo>
                    <a:pt x="1061" y="57"/>
                  </a:lnTo>
                  <a:lnTo>
                    <a:pt x="1054" y="76"/>
                  </a:lnTo>
                  <a:lnTo>
                    <a:pt x="1044" y="94"/>
                  </a:lnTo>
                  <a:lnTo>
                    <a:pt x="1031" y="112"/>
                  </a:lnTo>
                  <a:lnTo>
                    <a:pt x="1016" y="130"/>
                  </a:lnTo>
                  <a:lnTo>
                    <a:pt x="997" y="148"/>
                  </a:lnTo>
                  <a:lnTo>
                    <a:pt x="977" y="164"/>
                  </a:lnTo>
                  <a:lnTo>
                    <a:pt x="953" y="181"/>
                  </a:lnTo>
                  <a:lnTo>
                    <a:pt x="928" y="198"/>
                  </a:lnTo>
                  <a:lnTo>
                    <a:pt x="901" y="214"/>
                  </a:lnTo>
                  <a:lnTo>
                    <a:pt x="870" y="230"/>
                  </a:lnTo>
                  <a:lnTo>
                    <a:pt x="838" y="245"/>
                  </a:lnTo>
                  <a:lnTo>
                    <a:pt x="804" y="260"/>
                  </a:lnTo>
                  <a:lnTo>
                    <a:pt x="767" y="273"/>
                  </a:lnTo>
                  <a:lnTo>
                    <a:pt x="730" y="287"/>
                  </a:lnTo>
                  <a:lnTo>
                    <a:pt x="690" y="301"/>
                  </a:lnTo>
                  <a:lnTo>
                    <a:pt x="648" y="314"/>
                  </a:lnTo>
                  <a:lnTo>
                    <a:pt x="606" y="324"/>
                  </a:lnTo>
                  <a:lnTo>
                    <a:pt x="560" y="335"/>
                  </a:lnTo>
                  <a:lnTo>
                    <a:pt x="515" y="346"/>
                  </a:lnTo>
                  <a:lnTo>
                    <a:pt x="468" y="356"/>
                  </a:lnTo>
                  <a:lnTo>
                    <a:pt x="419" y="364"/>
                  </a:lnTo>
                  <a:lnTo>
                    <a:pt x="370" y="373"/>
                  </a:lnTo>
                  <a:lnTo>
                    <a:pt x="319" y="379"/>
                  </a:lnTo>
                  <a:lnTo>
                    <a:pt x="268" y="385"/>
                  </a:lnTo>
                  <a:lnTo>
                    <a:pt x="216" y="391"/>
                  </a:lnTo>
                  <a:lnTo>
                    <a:pt x="162" y="394"/>
                  </a:lnTo>
                  <a:lnTo>
                    <a:pt x="108" y="397"/>
                  </a:lnTo>
                  <a:lnTo>
                    <a:pt x="54" y="400"/>
                  </a:lnTo>
                  <a:lnTo>
                    <a:pt x="0" y="401"/>
                  </a:lnTo>
                  <a:lnTo>
                    <a:pt x="0" y="414"/>
                  </a:lnTo>
                  <a:lnTo>
                    <a:pt x="54" y="412"/>
                  </a:lnTo>
                  <a:lnTo>
                    <a:pt x="110" y="409"/>
                  </a:lnTo>
                  <a:lnTo>
                    <a:pt x="163" y="406"/>
                  </a:lnTo>
                  <a:lnTo>
                    <a:pt x="217" y="403"/>
                  </a:lnTo>
                  <a:lnTo>
                    <a:pt x="270" y="397"/>
                  </a:lnTo>
                  <a:lnTo>
                    <a:pt x="321" y="391"/>
                  </a:lnTo>
                  <a:lnTo>
                    <a:pt x="371" y="385"/>
                  </a:lnTo>
                  <a:lnTo>
                    <a:pt x="421" y="376"/>
                  </a:lnTo>
                  <a:lnTo>
                    <a:pt x="469" y="367"/>
                  </a:lnTo>
                  <a:lnTo>
                    <a:pt x="517" y="357"/>
                  </a:lnTo>
                  <a:lnTo>
                    <a:pt x="563" y="347"/>
                  </a:lnTo>
                  <a:lnTo>
                    <a:pt x="609" y="337"/>
                  </a:lnTo>
                  <a:lnTo>
                    <a:pt x="651" y="324"/>
                  </a:lnTo>
                  <a:lnTo>
                    <a:pt x="694" y="312"/>
                  </a:lnTo>
                  <a:lnTo>
                    <a:pt x="734" y="300"/>
                  </a:lnTo>
                  <a:lnTo>
                    <a:pt x="771" y="286"/>
                  </a:lnTo>
                  <a:lnTo>
                    <a:pt x="808" y="271"/>
                  </a:lnTo>
                  <a:lnTo>
                    <a:pt x="843" y="256"/>
                  </a:lnTo>
                  <a:lnTo>
                    <a:pt x="876" y="241"/>
                  </a:lnTo>
                  <a:lnTo>
                    <a:pt x="906" y="224"/>
                  </a:lnTo>
                  <a:lnTo>
                    <a:pt x="935" y="208"/>
                  </a:lnTo>
                  <a:lnTo>
                    <a:pt x="961" y="191"/>
                  </a:lnTo>
                  <a:lnTo>
                    <a:pt x="984" y="173"/>
                  </a:lnTo>
                  <a:lnTo>
                    <a:pt x="1005" y="155"/>
                  </a:lnTo>
                  <a:lnTo>
                    <a:pt x="1025" y="138"/>
                  </a:lnTo>
                  <a:lnTo>
                    <a:pt x="1041" y="120"/>
                  </a:lnTo>
                  <a:lnTo>
                    <a:pt x="1055" y="101"/>
                  </a:lnTo>
                  <a:lnTo>
                    <a:pt x="1064" y="81"/>
                  </a:lnTo>
                  <a:lnTo>
                    <a:pt x="1073" y="61"/>
                  </a:lnTo>
                  <a:lnTo>
                    <a:pt x="1077" y="42"/>
                  </a:lnTo>
                  <a:lnTo>
                    <a:pt x="1080" y="21"/>
                  </a:lnTo>
                  <a:lnTo>
                    <a:pt x="1077" y="0"/>
                  </a:lnTo>
                  <a:lnTo>
                    <a:pt x="1066" y="3"/>
                  </a:lnTo>
                </a:path>
              </a:pathLst>
            </a:custGeom>
            <a:solidFill>
              <a:srgbClr val="339966"/>
            </a:solidFill>
            <a:ln w="12700">
              <a:noFill/>
            </a:ln>
          </p:spPr>
          <p:txBody>
            <a:bodyPr/>
            <a:lstStyle/>
            <a:p>
              <a:endParaRPr lang="zh-CN" altLang="en-US"/>
            </a:p>
          </p:txBody>
        </p:sp>
        <p:sp>
          <p:nvSpPr>
            <p:cNvPr id="44042" name="Freeform 9"/>
            <p:cNvSpPr/>
            <p:nvPr/>
          </p:nvSpPr>
          <p:spPr>
            <a:xfrm>
              <a:off x="1655" y="2905"/>
              <a:ext cx="901" cy="597"/>
            </a:xfrm>
            <a:custGeom>
              <a:avLst/>
              <a:gdLst/>
              <a:ahLst/>
              <a:cxnLst>
                <a:cxn ang="0">
                  <a:pos x="898" y="596"/>
                </a:cxn>
                <a:cxn ang="0">
                  <a:pos x="900" y="583"/>
                </a:cxn>
                <a:cxn ang="0">
                  <a:pos x="815" y="573"/>
                </a:cxn>
                <a:cxn ang="0">
                  <a:pos x="738" y="559"/>
                </a:cxn>
                <a:cxn ang="0">
                  <a:pos x="665" y="541"/>
                </a:cxn>
                <a:cxn ang="0">
                  <a:pos x="597" y="520"/>
                </a:cxn>
                <a:cxn ang="0">
                  <a:pos x="533" y="492"/>
                </a:cxn>
                <a:cxn ang="0">
                  <a:pos x="476" y="464"/>
                </a:cxn>
                <a:cxn ang="0">
                  <a:pos x="420" y="429"/>
                </a:cxn>
                <a:cxn ang="0">
                  <a:pos x="368" y="392"/>
                </a:cxn>
                <a:cxn ang="0">
                  <a:pos x="319" y="352"/>
                </a:cxn>
                <a:cxn ang="0">
                  <a:pos x="272" y="308"/>
                </a:cxn>
                <a:cxn ang="0">
                  <a:pos x="226" y="263"/>
                </a:cxn>
                <a:cxn ang="0">
                  <a:pos x="182" y="214"/>
                </a:cxn>
                <a:cxn ang="0">
                  <a:pos x="139" y="164"/>
                </a:cxn>
                <a:cxn ang="0">
                  <a:pos x="96" y="111"/>
                </a:cxn>
                <a:cxn ang="0">
                  <a:pos x="54" y="56"/>
                </a:cxn>
                <a:cxn ang="0">
                  <a:pos x="11" y="0"/>
                </a:cxn>
                <a:cxn ang="0">
                  <a:pos x="0" y="7"/>
                </a:cxn>
                <a:cxn ang="0">
                  <a:pos x="44" y="63"/>
                </a:cxn>
                <a:cxn ang="0">
                  <a:pos x="87" y="118"/>
                </a:cxn>
                <a:cxn ang="0">
                  <a:pos x="129" y="172"/>
                </a:cxn>
                <a:cxn ang="0">
                  <a:pos x="172" y="223"/>
                </a:cxn>
                <a:cxn ang="0">
                  <a:pos x="216" y="270"/>
                </a:cxn>
                <a:cxn ang="0">
                  <a:pos x="262" y="317"/>
                </a:cxn>
                <a:cxn ang="0">
                  <a:pos x="310" y="361"/>
                </a:cxn>
                <a:cxn ang="0">
                  <a:pos x="360" y="402"/>
                </a:cxn>
                <a:cxn ang="0">
                  <a:pos x="414" y="438"/>
                </a:cxn>
                <a:cxn ang="0">
                  <a:pos x="469" y="473"/>
                </a:cxn>
                <a:cxn ang="0">
                  <a:pos x="530" y="505"/>
                </a:cxn>
                <a:cxn ang="0">
                  <a:pos x="593" y="531"/>
                </a:cxn>
                <a:cxn ang="0">
                  <a:pos x="660" y="554"/>
                </a:cxn>
                <a:cxn ang="0">
                  <a:pos x="735" y="572"/>
                </a:cxn>
                <a:cxn ang="0">
                  <a:pos x="814" y="586"/>
                </a:cxn>
                <a:cxn ang="0">
                  <a:pos x="898" y="596"/>
                </a:cxn>
                <a:cxn ang="0">
                  <a:pos x="900" y="583"/>
                </a:cxn>
                <a:cxn ang="0">
                  <a:pos x="898" y="596"/>
                </a:cxn>
              </a:cxnLst>
              <a:rect l="0" t="0" r="0" b="0"/>
              <a:pathLst>
                <a:path w="901" h="597">
                  <a:moveTo>
                    <a:pt x="898" y="596"/>
                  </a:moveTo>
                  <a:lnTo>
                    <a:pt x="900" y="583"/>
                  </a:lnTo>
                  <a:lnTo>
                    <a:pt x="815" y="573"/>
                  </a:lnTo>
                  <a:lnTo>
                    <a:pt x="738" y="559"/>
                  </a:lnTo>
                  <a:lnTo>
                    <a:pt x="665" y="541"/>
                  </a:lnTo>
                  <a:lnTo>
                    <a:pt x="597" y="520"/>
                  </a:lnTo>
                  <a:lnTo>
                    <a:pt x="533" y="492"/>
                  </a:lnTo>
                  <a:lnTo>
                    <a:pt x="476" y="464"/>
                  </a:lnTo>
                  <a:lnTo>
                    <a:pt x="420" y="429"/>
                  </a:lnTo>
                  <a:lnTo>
                    <a:pt x="368" y="392"/>
                  </a:lnTo>
                  <a:lnTo>
                    <a:pt x="319" y="352"/>
                  </a:lnTo>
                  <a:lnTo>
                    <a:pt x="272" y="308"/>
                  </a:lnTo>
                  <a:lnTo>
                    <a:pt x="226" y="263"/>
                  </a:lnTo>
                  <a:lnTo>
                    <a:pt x="182" y="214"/>
                  </a:lnTo>
                  <a:lnTo>
                    <a:pt x="139" y="164"/>
                  </a:lnTo>
                  <a:lnTo>
                    <a:pt x="96" y="111"/>
                  </a:lnTo>
                  <a:lnTo>
                    <a:pt x="54" y="56"/>
                  </a:lnTo>
                  <a:lnTo>
                    <a:pt x="11" y="0"/>
                  </a:lnTo>
                  <a:lnTo>
                    <a:pt x="0" y="7"/>
                  </a:lnTo>
                  <a:lnTo>
                    <a:pt x="44" y="63"/>
                  </a:lnTo>
                  <a:lnTo>
                    <a:pt x="87" y="118"/>
                  </a:lnTo>
                  <a:lnTo>
                    <a:pt x="129" y="172"/>
                  </a:lnTo>
                  <a:lnTo>
                    <a:pt x="172" y="223"/>
                  </a:lnTo>
                  <a:lnTo>
                    <a:pt x="216" y="270"/>
                  </a:lnTo>
                  <a:lnTo>
                    <a:pt x="262" y="317"/>
                  </a:lnTo>
                  <a:lnTo>
                    <a:pt x="310" y="361"/>
                  </a:lnTo>
                  <a:lnTo>
                    <a:pt x="360" y="402"/>
                  </a:lnTo>
                  <a:lnTo>
                    <a:pt x="414" y="438"/>
                  </a:lnTo>
                  <a:lnTo>
                    <a:pt x="469" y="473"/>
                  </a:lnTo>
                  <a:lnTo>
                    <a:pt x="530" y="505"/>
                  </a:lnTo>
                  <a:lnTo>
                    <a:pt x="593" y="531"/>
                  </a:lnTo>
                  <a:lnTo>
                    <a:pt x="660" y="554"/>
                  </a:lnTo>
                  <a:lnTo>
                    <a:pt x="735" y="572"/>
                  </a:lnTo>
                  <a:lnTo>
                    <a:pt x="814" y="586"/>
                  </a:lnTo>
                  <a:lnTo>
                    <a:pt x="898" y="596"/>
                  </a:lnTo>
                  <a:lnTo>
                    <a:pt x="900" y="583"/>
                  </a:lnTo>
                  <a:lnTo>
                    <a:pt x="898" y="596"/>
                  </a:lnTo>
                </a:path>
              </a:pathLst>
            </a:custGeom>
            <a:solidFill>
              <a:srgbClr val="339966"/>
            </a:solidFill>
            <a:ln w="12700">
              <a:noFill/>
            </a:ln>
          </p:spPr>
          <p:txBody>
            <a:bodyPr/>
            <a:lstStyle/>
            <a:p>
              <a:endParaRPr lang="zh-CN" altLang="en-US"/>
            </a:p>
          </p:txBody>
        </p:sp>
        <p:sp>
          <p:nvSpPr>
            <p:cNvPr id="44043" name="Freeform 10"/>
            <p:cNvSpPr/>
            <p:nvPr/>
          </p:nvSpPr>
          <p:spPr>
            <a:xfrm>
              <a:off x="1507" y="3009"/>
              <a:ext cx="1049" cy="493"/>
            </a:xfrm>
            <a:custGeom>
              <a:avLst/>
              <a:gdLst/>
              <a:ahLst/>
              <a:cxnLst>
                <a:cxn ang="0">
                  <a:pos x="42" y="54"/>
                </a:cxn>
                <a:cxn ang="0">
                  <a:pos x="123" y="137"/>
                </a:cxn>
                <a:cxn ang="0">
                  <a:pos x="202" y="209"/>
                </a:cxn>
                <a:cxn ang="0">
                  <a:pos x="275" y="270"/>
                </a:cxn>
                <a:cxn ang="0">
                  <a:pos x="347" y="321"/>
                </a:cxn>
                <a:cxn ang="0">
                  <a:pos x="414" y="362"/>
                </a:cxn>
                <a:cxn ang="0">
                  <a:pos x="481" y="396"/>
                </a:cxn>
                <a:cxn ang="0">
                  <a:pos x="544" y="424"/>
                </a:cxn>
                <a:cxn ang="0">
                  <a:pos x="606" y="445"/>
                </a:cxn>
                <a:cxn ang="0">
                  <a:pos x="666" y="460"/>
                </a:cxn>
                <a:cxn ang="0">
                  <a:pos x="726" y="471"/>
                </a:cxn>
                <a:cxn ang="0">
                  <a:pos x="785" y="478"/>
                </a:cxn>
                <a:cxn ang="0">
                  <a:pos x="843" y="482"/>
                </a:cxn>
                <a:cxn ang="0">
                  <a:pos x="901" y="486"/>
                </a:cxn>
                <a:cxn ang="0">
                  <a:pos x="959" y="487"/>
                </a:cxn>
                <a:cxn ang="0">
                  <a:pos x="1017" y="490"/>
                </a:cxn>
                <a:cxn ang="0">
                  <a:pos x="1048" y="479"/>
                </a:cxn>
                <a:cxn ang="0">
                  <a:pos x="988" y="476"/>
                </a:cxn>
                <a:cxn ang="0">
                  <a:pos x="930" y="473"/>
                </a:cxn>
                <a:cxn ang="0">
                  <a:pos x="872" y="472"/>
                </a:cxn>
                <a:cxn ang="0">
                  <a:pos x="814" y="468"/>
                </a:cxn>
                <a:cxn ang="0">
                  <a:pos x="758" y="463"/>
                </a:cxn>
                <a:cxn ang="0">
                  <a:pos x="698" y="453"/>
                </a:cxn>
                <a:cxn ang="0">
                  <a:pos x="641" y="440"/>
                </a:cxn>
                <a:cxn ang="0">
                  <a:pos x="580" y="422"/>
                </a:cxn>
                <a:cxn ang="0">
                  <a:pos x="517" y="399"/>
                </a:cxn>
                <a:cxn ang="0">
                  <a:pos x="454" y="370"/>
                </a:cxn>
                <a:cxn ang="0">
                  <a:pos x="388" y="332"/>
                </a:cxn>
                <a:cxn ang="0">
                  <a:pos x="319" y="287"/>
                </a:cxn>
                <a:cxn ang="0">
                  <a:pos x="246" y="231"/>
                </a:cxn>
                <a:cxn ang="0">
                  <a:pos x="172" y="165"/>
                </a:cxn>
                <a:cxn ang="0">
                  <a:pos x="92" y="88"/>
                </a:cxn>
                <a:cxn ang="0">
                  <a:pos x="9" y="0"/>
                </a:cxn>
              </a:cxnLst>
              <a:rect l="0" t="0" r="0" b="0"/>
              <a:pathLst>
                <a:path w="1049" h="493">
                  <a:moveTo>
                    <a:pt x="0" y="8"/>
                  </a:moveTo>
                  <a:lnTo>
                    <a:pt x="42" y="54"/>
                  </a:lnTo>
                  <a:lnTo>
                    <a:pt x="83" y="98"/>
                  </a:lnTo>
                  <a:lnTo>
                    <a:pt x="123" y="137"/>
                  </a:lnTo>
                  <a:lnTo>
                    <a:pt x="163" y="175"/>
                  </a:lnTo>
                  <a:lnTo>
                    <a:pt x="202" y="209"/>
                  </a:lnTo>
                  <a:lnTo>
                    <a:pt x="239" y="241"/>
                  </a:lnTo>
                  <a:lnTo>
                    <a:pt x="275" y="270"/>
                  </a:lnTo>
                  <a:lnTo>
                    <a:pt x="311" y="296"/>
                  </a:lnTo>
                  <a:lnTo>
                    <a:pt x="347" y="321"/>
                  </a:lnTo>
                  <a:lnTo>
                    <a:pt x="381" y="343"/>
                  </a:lnTo>
                  <a:lnTo>
                    <a:pt x="414" y="362"/>
                  </a:lnTo>
                  <a:lnTo>
                    <a:pt x="449" y="381"/>
                  </a:lnTo>
                  <a:lnTo>
                    <a:pt x="481" y="396"/>
                  </a:lnTo>
                  <a:lnTo>
                    <a:pt x="514" y="411"/>
                  </a:lnTo>
                  <a:lnTo>
                    <a:pt x="544" y="424"/>
                  </a:lnTo>
                  <a:lnTo>
                    <a:pt x="576" y="435"/>
                  </a:lnTo>
                  <a:lnTo>
                    <a:pt x="606" y="445"/>
                  </a:lnTo>
                  <a:lnTo>
                    <a:pt x="636" y="453"/>
                  </a:lnTo>
                  <a:lnTo>
                    <a:pt x="666" y="460"/>
                  </a:lnTo>
                  <a:lnTo>
                    <a:pt x="697" y="466"/>
                  </a:lnTo>
                  <a:lnTo>
                    <a:pt x="726" y="471"/>
                  </a:lnTo>
                  <a:lnTo>
                    <a:pt x="757" y="475"/>
                  </a:lnTo>
                  <a:lnTo>
                    <a:pt x="785" y="478"/>
                  </a:lnTo>
                  <a:lnTo>
                    <a:pt x="814" y="481"/>
                  </a:lnTo>
                  <a:lnTo>
                    <a:pt x="843" y="482"/>
                  </a:lnTo>
                  <a:lnTo>
                    <a:pt x="872" y="484"/>
                  </a:lnTo>
                  <a:lnTo>
                    <a:pt x="901" y="486"/>
                  </a:lnTo>
                  <a:lnTo>
                    <a:pt x="930" y="486"/>
                  </a:lnTo>
                  <a:lnTo>
                    <a:pt x="959" y="487"/>
                  </a:lnTo>
                  <a:lnTo>
                    <a:pt x="988" y="489"/>
                  </a:lnTo>
                  <a:lnTo>
                    <a:pt x="1017" y="490"/>
                  </a:lnTo>
                  <a:lnTo>
                    <a:pt x="1046" y="492"/>
                  </a:lnTo>
                  <a:lnTo>
                    <a:pt x="1048" y="479"/>
                  </a:lnTo>
                  <a:lnTo>
                    <a:pt x="1017" y="478"/>
                  </a:lnTo>
                  <a:lnTo>
                    <a:pt x="988" y="476"/>
                  </a:lnTo>
                  <a:lnTo>
                    <a:pt x="959" y="475"/>
                  </a:lnTo>
                  <a:lnTo>
                    <a:pt x="930" y="473"/>
                  </a:lnTo>
                  <a:lnTo>
                    <a:pt x="901" y="473"/>
                  </a:lnTo>
                  <a:lnTo>
                    <a:pt x="872" y="472"/>
                  </a:lnTo>
                  <a:lnTo>
                    <a:pt x="843" y="469"/>
                  </a:lnTo>
                  <a:lnTo>
                    <a:pt x="814" y="468"/>
                  </a:lnTo>
                  <a:lnTo>
                    <a:pt x="787" y="466"/>
                  </a:lnTo>
                  <a:lnTo>
                    <a:pt x="758" y="463"/>
                  </a:lnTo>
                  <a:lnTo>
                    <a:pt x="728" y="458"/>
                  </a:lnTo>
                  <a:lnTo>
                    <a:pt x="698" y="453"/>
                  </a:lnTo>
                  <a:lnTo>
                    <a:pt x="669" y="447"/>
                  </a:lnTo>
                  <a:lnTo>
                    <a:pt x="641" y="440"/>
                  </a:lnTo>
                  <a:lnTo>
                    <a:pt x="610" y="432"/>
                  </a:lnTo>
                  <a:lnTo>
                    <a:pt x="580" y="422"/>
                  </a:lnTo>
                  <a:lnTo>
                    <a:pt x="550" y="411"/>
                  </a:lnTo>
                  <a:lnTo>
                    <a:pt x="517" y="399"/>
                  </a:lnTo>
                  <a:lnTo>
                    <a:pt x="486" y="385"/>
                  </a:lnTo>
                  <a:lnTo>
                    <a:pt x="454" y="370"/>
                  </a:lnTo>
                  <a:lnTo>
                    <a:pt x="421" y="352"/>
                  </a:lnTo>
                  <a:lnTo>
                    <a:pt x="388" y="332"/>
                  </a:lnTo>
                  <a:lnTo>
                    <a:pt x="354" y="311"/>
                  </a:lnTo>
                  <a:lnTo>
                    <a:pt x="319" y="287"/>
                  </a:lnTo>
                  <a:lnTo>
                    <a:pt x="283" y="260"/>
                  </a:lnTo>
                  <a:lnTo>
                    <a:pt x="246" y="231"/>
                  </a:lnTo>
                  <a:lnTo>
                    <a:pt x="209" y="199"/>
                  </a:lnTo>
                  <a:lnTo>
                    <a:pt x="172" y="165"/>
                  </a:lnTo>
                  <a:lnTo>
                    <a:pt x="131" y="128"/>
                  </a:lnTo>
                  <a:lnTo>
                    <a:pt x="92" y="88"/>
                  </a:lnTo>
                  <a:lnTo>
                    <a:pt x="51" y="45"/>
                  </a:lnTo>
                  <a:lnTo>
                    <a:pt x="9" y="0"/>
                  </a:lnTo>
                  <a:lnTo>
                    <a:pt x="0" y="8"/>
                  </a:lnTo>
                </a:path>
              </a:pathLst>
            </a:custGeom>
            <a:solidFill>
              <a:srgbClr val="339966"/>
            </a:solidFill>
            <a:ln w="12700">
              <a:noFill/>
            </a:ln>
          </p:spPr>
          <p:txBody>
            <a:bodyPr/>
            <a:lstStyle/>
            <a:p>
              <a:endParaRPr lang="zh-CN" altLang="en-US"/>
            </a:p>
          </p:txBody>
        </p:sp>
        <p:sp>
          <p:nvSpPr>
            <p:cNvPr id="44044" name="Freeform 11"/>
            <p:cNvSpPr/>
            <p:nvPr/>
          </p:nvSpPr>
          <p:spPr>
            <a:xfrm>
              <a:off x="2312" y="2816"/>
              <a:ext cx="251" cy="686"/>
            </a:xfrm>
            <a:custGeom>
              <a:avLst/>
              <a:gdLst/>
              <a:ahLst/>
              <a:cxnLst>
                <a:cxn ang="0">
                  <a:pos x="239" y="683"/>
                </a:cxn>
                <a:cxn ang="0">
                  <a:pos x="244" y="674"/>
                </a:cxn>
                <a:cxn ang="0">
                  <a:pos x="221" y="630"/>
                </a:cxn>
                <a:cxn ang="0">
                  <a:pos x="197" y="588"/>
                </a:cxn>
                <a:cxn ang="0">
                  <a:pos x="176" y="547"/>
                </a:cxn>
                <a:cxn ang="0">
                  <a:pos x="156" y="506"/>
                </a:cxn>
                <a:cxn ang="0">
                  <a:pos x="137" y="463"/>
                </a:cxn>
                <a:cxn ang="0">
                  <a:pos x="119" y="422"/>
                </a:cxn>
                <a:cxn ang="0">
                  <a:pos x="102" y="382"/>
                </a:cxn>
                <a:cxn ang="0">
                  <a:pos x="87" y="341"/>
                </a:cxn>
                <a:cxn ang="0">
                  <a:pos x="73" y="298"/>
                </a:cxn>
                <a:cxn ang="0">
                  <a:pos x="61" y="257"/>
                </a:cxn>
                <a:cxn ang="0">
                  <a:pos x="51" y="216"/>
                </a:cxn>
                <a:cxn ang="0">
                  <a:pos x="39" y="173"/>
                </a:cxn>
                <a:cxn ang="0">
                  <a:pos x="31" y="131"/>
                </a:cxn>
                <a:cxn ang="0">
                  <a:pos x="22" y="88"/>
                </a:cxn>
                <a:cxn ang="0">
                  <a:pos x="17" y="43"/>
                </a:cxn>
                <a:cxn ang="0">
                  <a:pos x="12" y="0"/>
                </a:cxn>
                <a:cxn ang="0">
                  <a:pos x="0" y="1"/>
                </a:cxn>
                <a:cxn ang="0">
                  <a:pos x="5" y="45"/>
                </a:cxn>
                <a:cxn ang="0">
                  <a:pos x="12" y="89"/>
                </a:cxn>
                <a:cxn ang="0">
                  <a:pos x="18" y="133"/>
                </a:cxn>
                <a:cxn ang="0">
                  <a:pos x="28" y="176"/>
                </a:cxn>
                <a:cxn ang="0">
                  <a:pos x="38" y="218"/>
                </a:cxn>
                <a:cxn ang="0">
                  <a:pos x="49" y="261"/>
                </a:cxn>
                <a:cxn ang="0">
                  <a:pos x="63" y="302"/>
                </a:cxn>
                <a:cxn ang="0">
                  <a:pos x="76" y="344"/>
                </a:cxn>
                <a:cxn ang="0">
                  <a:pos x="91" y="386"/>
                </a:cxn>
                <a:cxn ang="0">
                  <a:pos x="108" y="427"/>
                </a:cxn>
                <a:cxn ang="0">
                  <a:pos x="126" y="468"/>
                </a:cxn>
                <a:cxn ang="0">
                  <a:pos x="145" y="510"/>
                </a:cxn>
                <a:cxn ang="0">
                  <a:pos x="164" y="553"/>
                </a:cxn>
                <a:cxn ang="0">
                  <a:pos x="186" y="594"/>
                </a:cxn>
                <a:cxn ang="0">
                  <a:pos x="210" y="636"/>
                </a:cxn>
                <a:cxn ang="0">
                  <a:pos x="233" y="679"/>
                </a:cxn>
                <a:cxn ang="0">
                  <a:pos x="240" y="671"/>
                </a:cxn>
                <a:cxn ang="0">
                  <a:pos x="239" y="683"/>
                </a:cxn>
                <a:cxn ang="0">
                  <a:pos x="250" y="685"/>
                </a:cxn>
                <a:cxn ang="0">
                  <a:pos x="244" y="674"/>
                </a:cxn>
                <a:cxn ang="0">
                  <a:pos x="239" y="683"/>
                </a:cxn>
              </a:cxnLst>
              <a:rect l="0" t="0" r="0" b="0"/>
              <a:pathLst>
                <a:path w="251" h="686">
                  <a:moveTo>
                    <a:pt x="239" y="683"/>
                  </a:moveTo>
                  <a:lnTo>
                    <a:pt x="244" y="674"/>
                  </a:lnTo>
                  <a:lnTo>
                    <a:pt x="221" y="630"/>
                  </a:lnTo>
                  <a:lnTo>
                    <a:pt x="197" y="588"/>
                  </a:lnTo>
                  <a:lnTo>
                    <a:pt x="176" y="547"/>
                  </a:lnTo>
                  <a:lnTo>
                    <a:pt x="156" y="506"/>
                  </a:lnTo>
                  <a:lnTo>
                    <a:pt x="137" y="463"/>
                  </a:lnTo>
                  <a:lnTo>
                    <a:pt x="119" y="422"/>
                  </a:lnTo>
                  <a:lnTo>
                    <a:pt x="102" y="382"/>
                  </a:lnTo>
                  <a:lnTo>
                    <a:pt x="87" y="341"/>
                  </a:lnTo>
                  <a:lnTo>
                    <a:pt x="73" y="298"/>
                  </a:lnTo>
                  <a:lnTo>
                    <a:pt x="61" y="257"/>
                  </a:lnTo>
                  <a:lnTo>
                    <a:pt x="51" y="216"/>
                  </a:lnTo>
                  <a:lnTo>
                    <a:pt x="39" y="173"/>
                  </a:lnTo>
                  <a:lnTo>
                    <a:pt x="31" y="131"/>
                  </a:lnTo>
                  <a:lnTo>
                    <a:pt x="22" y="88"/>
                  </a:lnTo>
                  <a:lnTo>
                    <a:pt x="17" y="43"/>
                  </a:lnTo>
                  <a:lnTo>
                    <a:pt x="12" y="0"/>
                  </a:lnTo>
                  <a:lnTo>
                    <a:pt x="0" y="1"/>
                  </a:lnTo>
                  <a:lnTo>
                    <a:pt x="5" y="45"/>
                  </a:lnTo>
                  <a:lnTo>
                    <a:pt x="12" y="89"/>
                  </a:lnTo>
                  <a:lnTo>
                    <a:pt x="18" y="133"/>
                  </a:lnTo>
                  <a:lnTo>
                    <a:pt x="28" y="176"/>
                  </a:lnTo>
                  <a:lnTo>
                    <a:pt x="38" y="218"/>
                  </a:lnTo>
                  <a:lnTo>
                    <a:pt x="49" y="261"/>
                  </a:lnTo>
                  <a:lnTo>
                    <a:pt x="63" y="302"/>
                  </a:lnTo>
                  <a:lnTo>
                    <a:pt x="76" y="344"/>
                  </a:lnTo>
                  <a:lnTo>
                    <a:pt x="91" y="386"/>
                  </a:lnTo>
                  <a:lnTo>
                    <a:pt x="108" y="427"/>
                  </a:lnTo>
                  <a:lnTo>
                    <a:pt x="126" y="468"/>
                  </a:lnTo>
                  <a:lnTo>
                    <a:pt x="145" y="510"/>
                  </a:lnTo>
                  <a:lnTo>
                    <a:pt x="164" y="553"/>
                  </a:lnTo>
                  <a:lnTo>
                    <a:pt x="186" y="594"/>
                  </a:lnTo>
                  <a:lnTo>
                    <a:pt x="210" y="636"/>
                  </a:lnTo>
                  <a:lnTo>
                    <a:pt x="233" y="679"/>
                  </a:lnTo>
                  <a:lnTo>
                    <a:pt x="240" y="671"/>
                  </a:lnTo>
                  <a:lnTo>
                    <a:pt x="239" y="683"/>
                  </a:lnTo>
                  <a:lnTo>
                    <a:pt x="250" y="685"/>
                  </a:lnTo>
                  <a:lnTo>
                    <a:pt x="244" y="674"/>
                  </a:lnTo>
                  <a:lnTo>
                    <a:pt x="239" y="683"/>
                  </a:lnTo>
                </a:path>
              </a:pathLst>
            </a:custGeom>
            <a:solidFill>
              <a:srgbClr val="339966"/>
            </a:solidFill>
            <a:ln w="12700">
              <a:noFill/>
            </a:ln>
          </p:spPr>
          <p:txBody>
            <a:bodyPr/>
            <a:lstStyle/>
            <a:p>
              <a:endParaRPr lang="zh-CN" altLang="en-US"/>
            </a:p>
          </p:txBody>
        </p:sp>
        <p:sp>
          <p:nvSpPr>
            <p:cNvPr id="44045" name="Freeform 12"/>
            <p:cNvSpPr/>
            <p:nvPr/>
          </p:nvSpPr>
          <p:spPr>
            <a:xfrm>
              <a:off x="1953" y="2841"/>
              <a:ext cx="600" cy="658"/>
            </a:xfrm>
            <a:custGeom>
              <a:avLst/>
              <a:gdLst/>
              <a:ahLst/>
              <a:cxnLst>
                <a:cxn ang="0">
                  <a:pos x="0" y="3"/>
                </a:cxn>
                <a:cxn ang="0">
                  <a:pos x="16" y="45"/>
                </a:cxn>
                <a:cxn ang="0">
                  <a:pos x="37" y="90"/>
                </a:cxn>
                <a:cxn ang="0">
                  <a:pos x="61" y="138"/>
                </a:cxn>
                <a:cxn ang="0">
                  <a:pos x="92" y="189"/>
                </a:cxn>
                <a:cxn ang="0">
                  <a:pos x="125" y="240"/>
                </a:cxn>
                <a:cxn ang="0">
                  <a:pos x="161" y="293"/>
                </a:cxn>
                <a:cxn ang="0">
                  <a:pos x="199" y="346"/>
                </a:cxn>
                <a:cxn ang="0">
                  <a:pos x="240" y="396"/>
                </a:cxn>
                <a:cxn ang="0">
                  <a:pos x="283" y="446"/>
                </a:cxn>
                <a:cxn ang="0">
                  <a:pos x="327" y="492"/>
                </a:cxn>
                <a:cxn ang="0">
                  <a:pos x="373" y="534"/>
                </a:cxn>
                <a:cxn ang="0">
                  <a:pos x="418" y="571"/>
                </a:cxn>
                <a:cxn ang="0">
                  <a:pos x="463" y="604"/>
                </a:cxn>
                <a:cxn ang="0">
                  <a:pos x="509" y="629"/>
                </a:cxn>
                <a:cxn ang="0">
                  <a:pos x="553" y="647"/>
                </a:cxn>
                <a:cxn ang="0">
                  <a:pos x="597" y="657"/>
                </a:cxn>
                <a:cxn ang="0">
                  <a:pos x="599" y="644"/>
                </a:cxn>
                <a:cxn ang="0">
                  <a:pos x="557" y="634"/>
                </a:cxn>
                <a:cxn ang="0">
                  <a:pos x="514" y="618"/>
                </a:cxn>
                <a:cxn ang="0">
                  <a:pos x="471" y="593"/>
                </a:cxn>
                <a:cxn ang="0">
                  <a:pos x="424" y="561"/>
                </a:cxn>
                <a:cxn ang="0">
                  <a:pos x="381" y="525"/>
                </a:cxn>
                <a:cxn ang="0">
                  <a:pos x="335" y="484"/>
                </a:cxn>
                <a:cxn ang="0">
                  <a:pos x="293" y="438"/>
                </a:cxn>
                <a:cxn ang="0">
                  <a:pos x="250" y="389"/>
                </a:cxn>
                <a:cxn ang="0">
                  <a:pos x="209" y="337"/>
                </a:cxn>
                <a:cxn ang="0">
                  <a:pos x="170" y="285"/>
                </a:cxn>
                <a:cxn ang="0">
                  <a:pos x="135" y="233"/>
                </a:cxn>
                <a:cxn ang="0">
                  <a:pos x="102" y="182"/>
                </a:cxn>
                <a:cxn ang="0">
                  <a:pos x="72" y="131"/>
                </a:cxn>
                <a:cxn ang="0">
                  <a:pos x="48" y="85"/>
                </a:cxn>
                <a:cxn ang="0">
                  <a:pos x="27" y="41"/>
                </a:cxn>
                <a:cxn ang="0">
                  <a:pos x="12" y="0"/>
                </a:cxn>
                <a:cxn ang="0">
                  <a:pos x="0" y="3"/>
                </a:cxn>
              </a:cxnLst>
              <a:rect l="0" t="0" r="0" b="0"/>
              <a:pathLst>
                <a:path w="600" h="658">
                  <a:moveTo>
                    <a:pt x="0" y="3"/>
                  </a:moveTo>
                  <a:lnTo>
                    <a:pt x="16" y="45"/>
                  </a:lnTo>
                  <a:lnTo>
                    <a:pt x="37" y="90"/>
                  </a:lnTo>
                  <a:lnTo>
                    <a:pt x="61" y="138"/>
                  </a:lnTo>
                  <a:lnTo>
                    <a:pt x="92" y="189"/>
                  </a:lnTo>
                  <a:lnTo>
                    <a:pt x="125" y="240"/>
                  </a:lnTo>
                  <a:lnTo>
                    <a:pt x="161" y="293"/>
                  </a:lnTo>
                  <a:lnTo>
                    <a:pt x="199" y="346"/>
                  </a:lnTo>
                  <a:lnTo>
                    <a:pt x="240" y="396"/>
                  </a:lnTo>
                  <a:lnTo>
                    <a:pt x="283" y="446"/>
                  </a:lnTo>
                  <a:lnTo>
                    <a:pt x="327" y="492"/>
                  </a:lnTo>
                  <a:lnTo>
                    <a:pt x="373" y="534"/>
                  </a:lnTo>
                  <a:lnTo>
                    <a:pt x="418" y="571"/>
                  </a:lnTo>
                  <a:lnTo>
                    <a:pt x="463" y="604"/>
                  </a:lnTo>
                  <a:lnTo>
                    <a:pt x="509" y="629"/>
                  </a:lnTo>
                  <a:lnTo>
                    <a:pt x="553" y="647"/>
                  </a:lnTo>
                  <a:lnTo>
                    <a:pt x="597" y="657"/>
                  </a:lnTo>
                  <a:lnTo>
                    <a:pt x="599" y="644"/>
                  </a:lnTo>
                  <a:lnTo>
                    <a:pt x="557" y="634"/>
                  </a:lnTo>
                  <a:lnTo>
                    <a:pt x="514" y="618"/>
                  </a:lnTo>
                  <a:lnTo>
                    <a:pt x="471" y="593"/>
                  </a:lnTo>
                  <a:lnTo>
                    <a:pt x="424" y="561"/>
                  </a:lnTo>
                  <a:lnTo>
                    <a:pt x="381" y="525"/>
                  </a:lnTo>
                  <a:lnTo>
                    <a:pt x="335" y="484"/>
                  </a:lnTo>
                  <a:lnTo>
                    <a:pt x="293" y="438"/>
                  </a:lnTo>
                  <a:lnTo>
                    <a:pt x="250" y="389"/>
                  </a:lnTo>
                  <a:lnTo>
                    <a:pt x="209" y="337"/>
                  </a:lnTo>
                  <a:lnTo>
                    <a:pt x="170" y="285"/>
                  </a:lnTo>
                  <a:lnTo>
                    <a:pt x="135" y="233"/>
                  </a:lnTo>
                  <a:lnTo>
                    <a:pt x="102" y="182"/>
                  </a:lnTo>
                  <a:lnTo>
                    <a:pt x="72" y="131"/>
                  </a:lnTo>
                  <a:lnTo>
                    <a:pt x="48" y="85"/>
                  </a:lnTo>
                  <a:lnTo>
                    <a:pt x="27" y="41"/>
                  </a:lnTo>
                  <a:lnTo>
                    <a:pt x="12" y="0"/>
                  </a:lnTo>
                  <a:lnTo>
                    <a:pt x="0" y="3"/>
                  </a:lnTo>
                </a:path>
              </a:pathLst>
            </a:custGeom>
            <a:solidFill>
              <a:srgbClr val="339966"/>
            </a:solidFill>
            <a:ln w="12700">
              <a:noFill/>
            </a:ln>
          </p:spPr>
          <p:txBody>
            <a:bodyPr/>
            <a:lstStyle/>
            <a:p>
              <a:endParaRPr lang="zh-CN" altLang="en-US"/>
            </a:p>
          </p:txBody>
        </p:sp>
        <p:sp>
          <p:nvSpPr>
            <p:cNvPr id="44046" name="Freeform 13"/>
            <p:cNvSpPr/>
            <p:nvPr/>
          </p:nvSpPr>
          <p:spPr>
            <a:xfrm>
              <a:off x="2562" y="2962"/>
              <a:ext cx="883" cy="535"/>
            </a:xfrm>
            <a:custGeom>
              <a:avLst/>
              <a:gdLst/>
              <a:ahLst/>
              <a:cxnLst>
                <a:cxn ang="0">
                  <a:pos x="0" y="521"/>
                </a:cxn>
                <a:cxn ang="0">
                  <a:pos x="1" y="534"/>
                </a:cxn>
                <a:cxn ang="0">
                  <a:pos x="85" y="526"/>
                </a:cxn>
                <a:cxn ang="0">
                  <a:pos x="164" y="513"/>
                </a:cxn>
                <a:cxn ang="0">
                  <a:pos x="236" y="498"/>
                </a:cxn>
                <a:cxn ang="0">
                  <a:pos x="303" y="479"/>
                </a:cxn>
                <a:cxn ang="0">
                  <a:pos x="365" y="456"/>
                </a:cxn>
                <a:cxn ang="0">
                  <a:pos x="424" y="431"/>
                </a:cxn>
                <a:cxn ang="0">
                  <a:pos x="478" y="403"/>
                </a:cxn>
                <a:cxn ang="0">
                  <a:pos x="530" y="370"/>
                </a:cxn>
                <a:cxn ang="0">
                  <a:pos x="578" y="336"/>
                </a:cxn>
                <a:cxn ang="0">
                  <a:pos x="624" y="297"/>
                </a:cxn>
                <a:cxn ang="0">
                  <a:pos x="670" y="256"/>
                </a:cxn>
                <a:cxn ang="0">
                  <a:pos x="712" y="213"/>
                </a:cxn>
                <a:cxn ang="0">
                  <a:pos x="755" y="166"/>
                </a:cxn>
                <a:cxn ang="0">
                  <a:pos x="797" y="115"/>
                </a:cxn>
                <a:cxn ang="0">
                  <a:pos x="839" y="62"/>
                </a:cxn>
                <a:cxn ang="0">
                  <a:pos x="882" y="6"/>
                </a:cxn>
                <a:cxn ang="0">
                  <a:pos x="872" y="0"/>
                </a:cxn>
                <a:cxn ang="0">
                  <a:pos x="830" y="54"/>
                </a:cxn>
                <a:cxn ang="0">
                  <a:pos x="786" y="107"/>
                </a:cxn>
                <a:cxn ang="0">
                  <a:pos x="745" y="157"/>
                </a:cxn>
                <a:cxn ang="0">
                  <a:pos x="703" y="204"/>
                </a:cxn>
                <a:cxn ang="0">
                  <a:pos x="660" y="248"/>
                </a:cxn>
                <a:cxn ang="0">
                  <a:pos x="616" y="288"/>
                </a:cxn>
                <a:cxn ang="0">
                  <a:pos x="570" y="326"/>
                </a:cxn>
                <a:cxn ang="0">
                  <a:pos x="524" y="361"/>
                </a:cxn>
                <a:cxn ang="0">
                  <a:pos x="473" y="392"/>
                </a:cxn>
                <a:cxn ang="0">
                  <a:pos x="419" y="420"/>
                </a:cxn>
                <a:cxn ang="0">
                  <a:pos x="361" y="446"/>
                </a:cxn>
                <a:cxn ang="0">
                  <a:pos x="299" y="468"/>
                </a:cxn>
                <a:cxn ang="0">
                  <a:pos x="233" y="485"/>
                </a:cxn>
                <a:cxn ang="0">
                  <a:pos x="161" y="500"/>
                </a:cxn>
                <a:cxn ang="0">
                  <a:pos x="84" y="513"/>
                </a:cxn>
                <a:cxn ang="0">
                  <a:pos x="0" y="521"/>
                </a:cxn>
                <a:cxn ang="0">
                  <a:pos x="1" y="534"/>
                </a:cxn>
                <a:cxn ang="0">
                  <a:pos x="0" y="521"/>
                </a:cxn>
              </a:cxnLst>
              <a:rect l="0" t="0" r="0" b="0"/>
              <a:pathLst>
                <a:path w="883" h="535">
                  <a:moveTo>
                    <a:pt x="0" y="521"/>
                  </a:moveTo>
                  <a:lnTo>
                    <a:pt x="1" y="534"/>
                  </a:lnTo>
                  <a:lnTo>
                    <a:pt x="85" y="526"/>
                  </a:lnTo>
                  <a:lnTo>
                    <a:pt x="164" y="513"/>
                  </a:lnTo>
                  <a:lnTo>
                    <a:pt x="236" y="498"/>
                  </a:lnTo>
                  <a:lnTo>
                    <a:pt x="303" y="479"/>
                  </a:lnTo>
                  <a:lnTo>
                    <a:pt x="365" y="456"/>
                  </a:lnTo>
                  <a:lnTo>
                    <a:pt x="424" y="431"/>
                  </a:lnTo>
                  <a:lnTo>
                    <a:pt x="478" y="403"/>
                  </a:lnTo>
                  <a:lnTo>
                    <a:pt x="530" y="370"/>
                  </a:lnTo>
                  <a:lnTo>
                    <a:pt x="578" y="336"/>
                  </a:lnTo>
                  <a:lnTo>
                    <a:pt x="624" y="297"/>
                  </a:lnTo>
                  <a:lnTo>
                    <a:pt x="670" y="256"/>
                  </a:lnTo>
                  <a:lnTo>
                    <a:pt x="712" y="213"/>
                  </a:lnTo>
                  <a:lnTo>
                    <a:pt x="755" y="166"/>
                  </a:lnTo>
                  <a:lnTo>
                    <a:pt x="797" y="115"/>
                  </a:lnTo>
                  <a:lnTo>
                    <a:pt x="839" y="62"/>
                  </a:lnTo>
                  <a:lnTo>
                    <a:pt x="882" y="6"/>
                  </a:lnTo>
                  <a:lnTo>
                    <a:pt x="872" y="0"/>
                  </a:lnTo>
                  <a:lnTo>
                    <a:pt x="830" y="54"/>
                  </a:lnTo>
                  <a:lnTo>
                    <a:pt x="786" y="107"/>
                  </a:lnTo>
                  <a:lnTo>
                    <a:pt x="745" y="157"/>
                  </a:lnTo>
                  <a:lnTo>
                    <a:pt x="703" y="204"/>
                  </a:lnTo>
                  <a:lnTo>
                    <a:pt x="660" y="248"/>
                  </a:lnTo>
                  <a:lnTo>
                    <a:pt x="616" y="288"/>
                  </a:lnTo>
                  <a:lnTo>
                    <a:pt x="570" y="326"/>
                  </a:lnTo>
                  <a:lnTo>
                    <a:pt x="524" y="361"/>
                  </a:lnTo>
                  <a:lnTo>
                    <a:pt x="473" y="392"/>
                  </a:lnTo>
                  <a:lnTo>
                    <a:pt x="419" y="420"/>
                  </a:lnTo>
                  <a:lnTo>
                    <a:pt x="361" y="446"/>
                  </a:lnTo>
                  <a:lnTo>
                    <a:pt x="299" y="468"/>
                  </a:lnTo>
                  <a:lnTo>
                    <a:pt x="233" y="485"/>
                  </a:lnTo>
                  <a:lnTo>
                    <a:pt x="161" y="500"/>
                  </a:lnTo>
                  <a:lnTo>
                    <a:pt x="84" y="513"/>
                  </a:lnTo>
                  <a:lnTo>
                    <a:pt x="0" y="521"/>
                  </a:lnTo>
                  <a:lnTo>
                    <a:pt x="1" y="534"/>
                  </a:lnTo>
                  <a:lnTo>
                    <a:pt x="0" y="521"/>
                  </a:lnTo>
                </a:path>
              </a:pathLst>
            </a:custGeom>
            <a:solidFill>
              <a:srgbClr val="339966"/>
            </a:solidFill>
            <a:ln w="12700">
              <a:noFill/>
            </a:ln>
          </p:spPr>
          <p:txBody>
            <a:bodyPr/>
            <a:lstStyle/>
            <a:p>
              <a:endParaRPr lang="zh-CN" altLang="en-US"/>
            </a:p>
          </p:txBody>
        </p:sp>
        <p:sp>
          <p:nvSpPr>
            <p:cNvPr id="44047" name="Freeform 14"/>
            <p:cNvSpPr/>
            <p:nvPr/>
          </p:nvSpPr>
          <p:spPr>
            <a:xfrm>
              <a:off x="2562" y="3048"/>
              <a:ext cx="1037" cy="449"/>
            </a:xfrm>
            <a:custGeom>
              <a:avLst/>
              <a:gdLst/>
              <a:ahLst/>
              <a:cxnLst>
                <a:cxn ang="0">
                  <a:pos x="984" y="46"/>
                </a:cxn>
                <a:cxn ang="0">
                  <a:pos x="905" y="127"/>
                </a:cxn>
                <a:cxn ang="0">
                  <a:pos x="828" y="196"/>
                </a:cxn>
                <a:cxn ang="0">
                  <a:pos x="754" y="254"/>
                </a:cxn>
                <a:cxn ang="0">
                  <a:pos x="684" y="302"/>
                </a:cxn>
                <a:cxn ang="0">
                  <a:pos x="618" y="340"/>
                </a:cxn>
                <a:cxn ang="0">
                  <a:pos x="555" y="369"/>
                </a:cxn>
                <a:cxn ang="0">
                  <a:pos x="493" y="391"/>
                </a:cxn>
                <a:cxn ang="0">
                  <a:pos x="432" y="408"/>
                </a:cxn>
                <a:cxn ang="0">
                  <a:pos x="374" y="419"/>
                </a:cxn>
                <a:cxn ang="0">
                  <a:pos x="317" y="426"/>
                </a:cxn>
                <a:cxn ang="0">
                  <a:pos x="259" y="429"/>
                </a:cxn>
                <a:cxn ang="0">
                  <a:pos x="202" y="431"/>
                </a:cxn>
                <a:cxn ang="0">
                  <a:pos x="146" y="432"/>
                </a:cxn>
                <a:cxn ang="0">
                  <a:pos x="88" y="432"/>
                </a:cxn>
                <a:cxn ang="0">
                  <a:pos x="30" y="434"/>
                </a:cxn>
                <a:cxn ang="0">
                  <a:pos x="1" y="448"/>
                </a:cxn>
                <a:cxn ang="0">
                  <a:pos x="59" y="445"/>
                </a:cxn>
                <a:cxn ang="0">
                  <a:pos x="117" y="445"/>
                </a:cxn>
                <a:cxn ang="0">
                  <a:pos x="173" y="445"/>
                </a:cxn>
                <a:cxn ang="0">
                  <a:pos x="231" y="443"/>
                </a:cxn>
                <a:cxn ang="0">
                  <a:pos x="289" y="441"/>
                </a:cxn>
                <a:cxn ang="0">
                  <a:pos x="347" y="435"/>
                </a:cxn>
                <a:cxn ang="0">
                  <a:pos x="405" y="427"/>
                </a:cxn>
                <a:cxn ang="0">
                  <a:pos x="465" y="413"/>
                </a:cxn>
                <a:cxn ang="0">
                  <a:pos x="527" y="393"/>
                </a:cxn>
                <a:cxn ang="0">
                  <a:pos x="591" y="367"/>
                </a:cxn>
                <a:cxn ang="0">
                  <a:pos x="656" y="332"/>
                </a:cxn>
                <a:cxn ang="0">
                  <a:pos x="725" y="290"/>
                </a:cxn>
                <a:cxn ang="0">
                  <a:pos x="799" y="236"/>
                </a:cxn>
                <a:cxn ang="0">
                  <a:pos x="873" y="172"/>
                </a:cxn>
                <a:cxn ang="0">
                  <a:pos x="953" y="97"/>
                </a:cxn>
                <a:cxn ang="0">
                  <a:pos x="1036" y="7"/>
                </a:cxn>
              </a:cxnLst>
              <a:rect l="0" t="0" r="0" b="0"/>
              <a:pathLst>
                <a:path w="1037" h="449">
                  <a:moveTo>
                    <a:pt x="1027" y="0"/>
                  </a:moveTo>
                  <a:lnTo>
                    <a:pt x="984" y="46"/>
                  </a:lnTo>
                  <a:lnTo>
                    <a:pt x="943" y="89"/>
                  </a:lnTo>
                  <a:lnTo>
                    <a:pt x="905" y="127"/>
                  </a:lnTo>
                  <a:lnTo>
                    <a:pt x="864" y="163"/>
                  </a:lnTo>
                  <a:lnTo>
                    <a:pt x="828" y="196"/>
                  </a:lnTo>
                  <a:lnTo>
                    <a:pt x="790" y="226"/>
                  </a:lnTo>
                  <a:lnTo>
                    <a:pt x="754" y="254"/>
                  </a:lnTo>
                  <a:lnTo>
                    <a:pt x="719" y="280"/>
                  </a:lnTo>
                  <a:lnTo>
                    <a:pt x="684" y="302"/>
                  </a:lnTo>
                  <a:lnTo>
                    <a:pt x="651" y="321"/>
                  </a:lnTo>
                  <a:lnTo>
                    <a:pt x="618" y="340"/>
                  </a:lnTo>
                  <a:lnTo>
                    <a:pt x="587" y="355"/>
                  </a:lnTo>
                  <a:lnTo>
                    <a:pt x="555" y="369"/>
                  </a:lnTo>
                  <a:lnTo>
                    <a:pt x="523" y="382"/>
                  </a:lnTo>
                  <a:lnTo>
                    <a:pt x="493" y="391"/>
                  </a:lnTo>
                  <a:lnTo>
                    <a:pt x="462" y="401"/>
                  </a:lnTo>
                  <a:lnTo>
                    <a:pt x="432" y="408"/>
                  </a:lnTo>
                  <a:lnTo>
                    <a:pt x="403" y="414"/>
                  </a:lnTo>
                  <a:lnTo>
                    <a:pt x="374" y="419"/>
                  </a:lnTo>
                  <a:lnTo>
                    <a:pt x="346" y="423"/>
                  </a:lnTo>
                  <a:lnTo>
                    <a:pt x="317" y="426"/>
                  </a:lnTo>
                  <a:lnTo>
                    <a:pt x="287" y="428"/>
                  </a:lnTo>
                  <a:lnTo>
                    <a:pt x="259" y="429"/>
                  </a:lnTo>
                  <a:lnTo>
                    <a:pt x="231" y="431"/>
                  </a:lnTo>
                  <a:lnTo>
                    <a:pt x="202" y="431"/>
                  </a:lnTo>
                  <a:lnTo>
                    <a:pt x="173" y="432"/>
                  </a:lnTo>
                  <a:lnTo>
                    <a:pt x="146" y="432"/>
                  </a:lnTo>
                  <a:lnTo>
                    <a:pt x="117" y="432"/>
                  </a:lnTo>
                  <a:lnTo>
                    <a:pt x="88" y="432"/>
                  </a:lnTo>
                  <a:lnTo>
                    <a:pt x="59" y="434"/>
                  </a:lnTo>
                  <a:lnTo>
                    <a:pt x="30" y="434"/>
                  </a:lnTo>
                  <a:lnTo>
                    <a:pt x="0" y="435"/>
                  </a:lnTo>
                  <a:lnTo>
                    <a:pt x="1" y="448"/>
                  </a:lnTo>
                  <a:lnTo>
                    <a:pt x="30" y="446"/>
                  </a:lnTo>
                  <a:lnTo>
                    <a:pt x="59" y="445"/>
                  </a:lnTo>
                  <a:lnTo>
                    <a:pt x="88" y="445"/>
                  </a:lnTo>
                  <a:lnTo>
                    <a:pt x="117" y="445"/>
                  </a:lnTo>
                  <a:lnTo>
                    <a:pt x="146" y="445"/>
                  </a:lnTo>
                  <a:lnTo>
                    <a:pt x="173" y="445"/>
                  </a:lnTo>
                  <a:lnTo>
                    <a:pt x="202" y="443"/>
                  </a:lnTo>
                  <a:lnTo>
                    <a:pt x="231" y="443"/>
                  </a:lnTo>
                  <a:lnTo>
                    <a:pt x="260" y="442"/>
                  </a:lnTo>
                  <a:lnTo>
                    <a:pt x="289" y="441"/>
                  </a:lnTo>
                  <a:lnTo>
                    <a:pt x="317" y="438"/>
                  </a:lnTo>
                  <a:lnTo>
                    <a:pt x="347" y="435"/>
                  </a:lnTo>
                  <a:lnTo>
                    <a:pt x="376" y="431"/>
                  </a:lnTo>
                  <a:lnTo>
                    <a:pt x="405" y="427"/>
                  </a:lnTo>
                  <a:lnTo>
                    <a:pt x="435" y="420"/>
                  </a:lnTo>
                  <a:lnTo>
                    <a:pt x="465" y="413"/>
                  </a:lnTo>
                  <a:lnTo>
                    <a:pt x="495" y="404"/>
                  </a:lnTo>
                  <a:lnTo>
                    <a:pt x="527" y="393"/>
                  </a:lnTo>
                  <a:lnTo>
                    <a:pt x="559" y="381"/>
                  </a:lnTo>
                  <a:lnTo>
                    <a:pt x="591" y="367"/>
                  </a:lnTo>
                  <a:lnTo>
                    <a:pt x="623" y="350"/>
                  </a:lnTo>
                  <a:lnTo>
                    <a:pt x="656" y="332"/>
                  </a:lnTo>
                  <a:lnTo>
                    <a:pt x="691" y="311"/>
                  </a:lnTo>
                  <a:lnTo>
                    <a:pt x="725" y="290"/>
                  </a:lnTo>
                  <a:lnTo>
                    <a:pt x="761" y="265"/>
                  </a:lnTo>
                  <a:lnTo>
                    <a:pt x="799" y="236"/>
                  </a:lnTo>
                  <a:lnTo>
                    <a:pt x="835" y="205"/>
                  </a:lnTo>
                  <a:lnTo>
                    <a:pt x="873" y="172"/>
                  </a:lnTo>
                  <a:lnTo>
                    <a:pt x="912" y="137"/>
                  </a:lnTo>
                  <a:lnTo>
                    <a:pt x="953" y="97"/>
                  </a:lnTo>
                  <a:lnTo>
                    <a:pt x="994" y="54"/>
                  </a:lnTo>
                  <a:lnTo>
                    <a:pt x="1036" y="7"/>
                  </a:lnTo>
                  <a:lnTo>
                    <a:pt x="1027" y="0"/>
                  </a:lnTo>
                </a:path>
              </a:pathLst>
            </a:custGeom>
            <a:solidFill>
              <a:srgbClr val="339966"/>
            </a:solidFill>
            <a:ln w="12700">
              <a:noFill/>
            </a:ln>
          </p:spPr>
          <p:txBody>
            <a:bodyPr/>
            <a:lstStyle/>
            <a:p>
              <a:endParaRPr lang="zh-CN" altLang="en-US"/>
            </a:p>
          </p:txBody>
        </p:sp>
        <p:sp>
          <p:nvSpPr>
            <p:cNvPr id="44048" name="Freeform 15"/>
            <p:cNvSpPr/>
            <p:nvPr/>
          </p:nvSpPr>
          <p:spPr>
            <a:xfrm>
              <a:off x="2546" y="2828"/>
              <a:ext cx="187" cy="669"/>
            </a:xfrm>
            <a:custGeom>
              <a:avLst/>
              <a:gdLst/>
              <a:ahLst/>
              <a:cxnLst>
                <a:cxn ang="0">
                  <a:pos x="8" y="654"/>
                </a:cxn>
                <a:cxn ang="0">
                  <a:pos x="15" y="662"/>
                </a:cxn>
                <a:cxn ang="0">
                  <a:pos x="31" y="619"/>
                </a:cxn>
                <a:cxn ang="0">
                  <a:pos x="48" y="577"/>
                </a:cxn>
                <a:cxn ang="0">
                  <a:pos x="63" y="536"/>
                </a:cxn>
                <a:cxn ang="0">
                  <a:pos x="77" y="496"/>
                </a:cxn>
                <a:cxn ang="0">
                  <a:pos x="91" y="454"/>
                </a:cxn>
                <a:cxn ang="0">
                  <a:pos x="102" y="415"/>
                </a:cxn>
                <a:cxn ang="0">
                  <a:pos x="115" y="375"/>
                </a:cxn>
                <a:cxn ang="0">
                  <a:pos x="124" y="335"/>
                </a:cxn>
                <a:cxn ang="0">
                  <a:pos x="134" y="295"/>
                </a:cxn>
                <a:cxn ang="0">
                  <a:pos x="144" y="255"/>
                </a:cxn>
                <a:cxn ang="0">
                  <a:pos x="152" y="214"/>
                </a:cxn>
                <a:cxn ang="0">
                  <a:pos x="160" y="172"/>
                </a:cxn>
                <a:cxn ang="0">
                  <a:pos x="167" y="131"/>
                </a:cxn>
                <a:cxn ang="0">
                  <a:pos x="174" y="89"/>
                </a:cxn>
                <a:cxn ang="0">
                  <a:pos x="180" y="45"/>
                </a:cxn>
                <a:cxn ang="0">
                  <a:pos x="186" y="0"/>
                </a:cxn>
                <a:cxn ang="0">
                  <a:pos x="172" y="0"/>
                </a:cxn>
                <a:cxn ang="0">
                  <a:pos x="167" y="43"/>
                </a:cxn>
                <a:cxn ang="0">
                  <a:pos x="162" y="86"/>
                </a:cxn>
                <a:cxn ang="0">
                  <a:pos x="155" y="128"/>
                </a:cxn>
                <a:cxn ang="0">
                  <a:pos x="148" y="170"/>
                </a:cxn>
                <a:cxn ang="0">
                  <a:pos x="140" y="211"/>
                </a:cxn>
                <a:cxn ang="0">
                  <a:pos x="131" y="252"/>
                </a:cxn>
                <a:cxn ang="0">
                  <a:pos x="123" y="292"/>
                </a:cxn>
                <a:cxn ang="0">
                  <a:pos x="113" y="332"/>
                </a:cxn>
                <a:cxn ang="0">
                  <a:pos x="102" y="372"/>
                </a:cxn>
                <a:cxn ang="0">
                  <a:pos x="91" y="412"/>
                </a:cxn>
                <a:cxn ang="0">
                  <a:pos x="78" y="452"/>
                </a:cxn>
                <a:cxn ang="0">
                  <a:pos x="66" y="492"/>
                </a:cxn>
                <a:cxn ang="0">
                  <a:pos x="51" y="531"/>
                </a:cxn>
                <a:cxn ang="0">
                  <a:pos x="37" y="573"/>
                </a:cxn>
                <a:cxn ang="0">
                  <a:pos x="20" y="616"/>
                </a:cxn>
                <a:cxn ang="0">
                  <a:pos x="4" y="658"/>
                </a:cxn>
                <a:cxn ang="0">
                  <a:pos x="10" y="666"/>
                </a:cxn>
                <a:cxn ang="0">
                  <a:pos x="4" y="658"/>
                </a:cxn>
                <a:cxn ang="0">
                  <a:pos x="0" y="668"/>
                </a:cxn>
                <a:cxn ang="0">
                  <a:pos x="10" y="666"/>
                </a:cxn>
                <a:cxn ang="0">
                  <a:pos x="8" y="654"/>
                </a:cxn>
              </a:cxnLst>
              <a:rect l="0" t="0" r="0" b="0"/>
              <a:pathLst>
                <a:path w="187" h="669">
                  <a:moveTo>
                    <a:pt x="8" y="654"/>
                  </a:moveTo>
                  <a:lnTo>
                    <a:pt x="15" y="662"/>
                  </a:lnTo>
                  <a:lnTo>
                    <a:pt x="31" y="619"/>
                  </a:lnTo>
                  <a:lnTo>
                    <a:pt x="48" y="577"/>
                  </a:lnTo>
                  <a:lnTo>
                    <a:pt x="63" y="536"/>
                  </a:lnTo>
                  <a:lnTo>
                    <a:pt x="77" y="496"/>
                  </a:lnTo>
                  <a:lnTo>
                    <a:pt x="91" y="454"/>
                  </a:lnTo>
                  <a:lnTo>
                    <a:pt x="102" y="415"/>
                  </a:lnTo>
                  <a:lnTo>
                    <a:pt x="115" y="375"/>
                  </a:lnTo>
                  <a:lnTo>
                    <a:pt x="124" y="335"/>
                  </a:lnTo>
                  <a:lnTo>
                    <a:pt x="134" y="295"/>
                  </a:lnTo>
                  <a:lnTo>
                    <a:pt x="144" y="255"/>
                  </a:lnTo>
                  <a:lnTo>
                    <a:pt x="152" y="214"/>
                  </a:lnTo>
                  <a:lnTo>
                    <a:pt x="160" y="172"/>
                  </a:lnTo>
                  <a:lnTo>
                    <a:pt x="167" y="131"/>
                  </a:lnTo>
                  <a:lnTo>
                    <a:pt x="174" y="89"/>
                  </a:lnTo>
                  <a:lnTo>
                    <a:pt x="180" y="45"/>
                  </a:lnTo>
                  <a:lnTo>
                    <a:pt x="186" y="0"/>
                  </a:lnTo>
                  <a:lnTo>
                    <a:pt x="172" y="0"/>
                  </a:lnTo>
                  <a:lnTo>
                    <a:pt x="167" y="43"/>
                  </a:lnTo>
                  <a:lnTo>
                    <a:pt x="162" y="86"/>
                  </a:lnTo>
                  <a:lnTo>
                    <a:pt x="155" y="128"/>
                  </a:lnTo>
                  <a:lnTo>
                    <a:pt x="148" y="170"/>
                  </a:lnTo>
                  <a:lnTo>
                    <a:pt x="140" y="211"/>
                  </a:lnTo>
                  <a:lnTo>
                    <a:pt x="131" y="252"/>
                  </a:lnTo>
                  <a:lnTo>
                    <a:pt x="123" y="292"/>
                  </a:lnTo>
                  <a:lnTo>
                    <a:pt x="113" y="332"/>
                  </a:lnTo>
                  <a:lnTo>
                    <a:pt x="102" y="372"/>
                  </a:lnTo>
                  <a:lnTo>
                    <a:pt x="91" y="412"/>
                  </a:lnTo>
                  <a:lnTo>
                    <a:pt x="78" y="452"/>
                  </a:lnTo>
                  <a:lnTo>
                    <a:pt x="66" y="492"/>
                  </a:lnTo>
                  <a:lnTo>
                    <a:pt x="51" y="531"/>
                  </a:lnTo>
                  <a:lnTo>
                    <a:pt x="37" y="573"/>
                  </a:lnTo>
                  <a:lnTo>
                    <a:pt x="20" y="616"/>
                  </a:lnTo>
                  <a:lnTo>
                    <a:pt x="4" y="658"/>
                  </a:lnTo>
                  <a:lnTo>
                    <a:pt x="10" y="666"/>
                  </a:lnTo>
                  <a:lnTo>
                    <a:pt x="4" y="658"/>
                  </a:lnTo>
                  <a:lnTo>
                    <a:pt x="0" y="668"/>
                  </a:lnTo>
                  <a:lnTo>
                    <a:pt x="10" y="666"/>
                  </a:lnTo>
                  <a:lnTo>
                    <a:pt x="8" y="654"/>
                  </a:lnTo>
                </a:path>
              </a:pathLst>
            </a:custGeom>
            <a:solidFill>
              <a:srgbClr val="339966"/>
            </a:solidFill>
            <a:ln w="12700">
              <a:noFill/>
            </a:ln>
          </p:spPr>
          <p:txBody>
            <a:bodyPr/>
            <a:lstStyle/>
            <a:p>
              <a:endParaRPr lang="zh-CN" altLang="en-US"/>
            </a:p>
          </p:txBody>
        </p:sp>
        <p:sp>
          <p:nvSpPr>
            <p:cNvPr id="44049" name="Freeform 16"/>
            <p:cNvSpPr/>
            <p:nvPr/>
          </p:nvSpPr>
          <p:spPr>
            <a:xfrm>
              <a:off x="2555" y="2869"/>
              <a:ext cx="596" cy="627"/>
            </a:xfrm>
            <a:custGeom>
              <a:avLst/>
              <a:gdLst/>
              <a:ahLst/>
              <a:cxnLst>
                <a:cxn ang="0">
                  <a:pos x="583" y="0"/>
                </a:cxn>
                <a:cxn ang="0">
                  <a:pos x="563" y="39"/>
                </a:cxn>
                <a:cxn ang="0">
                  <a:pos x="536" y="83"/>
                </a:cxn>
                <a:cxn ang="0">
                  <a:pos x="509" y="130"/>
                </a:cxn>
                <a:cxn ang="0">
                  <a:pos x="476" y="178"/>
                </a:cxn>
                <a:cxn ang="0">
                  <a:pos x="441" y="227"/>
                </a:cxn>
                <a:cxn ang="0">
                  <a:pos x="405" y="276"/>
                </a:cxn>
                <a:cxn ang="0">
                  <a:pos x="367" y="325"/>
                </a:cxn>
                <a:cxn ang="0">
                  <a:pos x="325" y="374"/>
                </a:cxn>
                <a:cxn ang="0">
                  <a:pos x="284" y="419"/>
                </a:cxn>
                <a:cxn ang="0">
                  <a:pos x="243" y="462"/>
                </a:cxn>
                <a:cxn ang="0">
                  <a:pos x="200" y="502"/>
                </a:cxn>
                <a:cxn ang="0">
                  <a:pos x="158" y="536"/>
                </a:cxn>
                <a:cxn ang="0">
                  <a:pos x="116" y="565"/>
                </a:cxn>
                <a:cxn ang="0">
                  <a:pos x="76" y="589"/>
                </a:cxn>
                <a:cxn ang="0">
                  <a:pos x="36" y="605"/>
                </a:cxn>
                <a:cxn ang="0">
                  <a:pos x="0" y="613"/>
                </a:cxn>
                <a:cxn ang="0">
                  <a:pos x="2" y="626"/>
                </a:cxn>
                <a:cxn ang="0">
                  <a:pos x="41" y="616"/>
                </a:cxn>
                <a:cxn ang="0">
                  <a:pos x="82" y="600"/>
                </a:cxn>
                <a:cxn ang="0">
                  <a:pos x="123" y="576"/>
                </a:cxn>
                <a:cxn ang="0">
                  <a:pos x="166" y="546"/>
                </a:cxn>
                <a:cxn ang="0">
                  <a:pos x="209" y="512"/>
                </a:cxn>
                <a:cxn ang="0">
                  <a:pos x="251" y="472"/>
                </a:cxn>
                <a:cxn ang="0">
                  <a:pos x="294" y="427"/>
                </a:cxn>
                <a:cxn ang="0">
                  <a:pos x="335" y="382"/>
                </a:cxn>
                <a:cxn ang="0">
                  <a:pos x="377" y="334"/>
                </a:cxn>
                <a:cxn ang="0">
                  <a:pos x="415" y="284"/>
                </a:cxn>
                <a:cxn ang="0">
                  <a:pos x="452" y="235"/>
                </a:cxn>
                <a:cxn ang="0">
                  <a:pos x="487" y="185"/>
                </a:cxn>
                <a:cxn ang="0">
                  <a:pos x="518" y="136"/>
                </a:cxn>
                <a:cxn ang="0">
                  <a:pos x="548" y="90"/>
                </a:cxn>
                <a:cxn ang="0">
                  <a:pos x="572" y="46"/>
                </a:cxn>
                <a:cxn ang="0">
                  <a:pos x="595" y="5"/>
                </a:cxn>
                <a:cxn ang="0">
                  <a:pos x="583" y="0"/>
                </a:cxn>
              </a:cxnLst>
              <a:rect l="0" t="0" r="0" b="0"/>
              <a:pathLst>
                <a:path w="596" h="627">
                  <a:moveTo>
                    <a:pt x="583" y="0"/>
                  </a:moveTo>
                  <a:lnTo>
                    <a:pt x="563" y="39"/>
                  </a:lnTo>
                  <a:lnTo>
                    <a:pt x="536" y="83"/>
                  </a:lnTo>
                  <a:lnTo>
                    <a:pt x="509" y="130"/>
                  </a:lnTo>
                  <a:lnTo>
                    <a:pt x="476" y="178"/>
                  </a:lnTo>
                  <a:lnTo>
                    <a:pt x="441" y="227"/>
                  </a:lnTo>
                  <a:lnTo>
                    <a:pt x="405" y="276"/>
                  </a:lnTo>
                  <a:lnTo>
                    <a:pt x="367" y="325"/>
                  </a:lnTo>
                  <a:lnTo>
                    <a:pt x="325" y="374"/>
                  </a:lnTo>
                  <a:lnTo>
                    <a:pt x="284" y="419"/>
                  </a:lnTo>
                  <a:lnTo>
                    <a:pt x="243" y="462"/>
                  </a:lnTo>
                  <a:lnTo>
                    <a:pt x="200" y="502"/>
                  </a:lnTo>
                  <a:lnTo>
                    <a:pt x="158" y="536"/>
                  </a:lnTo>
                  <a:lnTo>
                    <a:pt x="116" y="565"/>
                  </a:lnTo>
                  <a:lnTo>
                    <a:pt x="76" y="589"/>
                  </a:lnTo>
                  <a:lnTo>
                    <a:pt x="36" y="605"/>
                  </a:lnTo>
                  <a:lnTo>
                    <a:pt x="0" y="613"/>
                  </a:lnTo>
                  <a:lnTo>
                    <a:pt x="2" y="626"/>
                  </a:lnTo>
                  <a:lnTo>
                    <a:pt x="41" y="616"/>
                  </a:lnTo>
                  <a:lnTo>
                    <a:pt x="82" y="600"/>
                  </a:lnTo>
                  <a:lnTo>
                    <a:pt x="123" y="576"/>
                  </a:lnTo>
                  <a:lnTo>
                    <a:pt x="166" y="546"/>
                  </a:lnTo>
                  <a:lnTo>
                    <a:pt x="209" y="512"/>
                  </a:lnTo>
                  <a:lnTo>
                    <a:pt x="251" y="472"/>
                  </a:lnTo>
                  <a:lnTo>
                    <a:pt x="294" y="427"/>
                  </a:lnTo>
                  <a:lnTo>
                    <a:pt x="335" y="382"/>
                  </a:lnTo>
                  <a:lnTo>
                    <a:pt x="377" y="334"/>
                  </a:lnTo>
                  <a:lnTo>
                    <a:pt x="415" y="284"/>
                  </a:lnTo>
                  <a:lnTo>
                    <a:pt x="452" y="235"/>
                  </a:lnTo>
                  <a:lnTo>
                    <a:pt x="487" y="185"/>
                  </a:lnTo>
                  <a:lnTo>
                    <a:pt x="518" y="136"/>
                  </a:lnTo>
                  <a:lnTo>
                    <a:pt x="548" y="90"/>
                  </a:lnTo>
                  <a:lnTo>
                    <a:pt x="572" y="46"/>
                  </a:lnTo>
                  <a:lnTo>
                    <a:pt x="595" y="5"/>
                  </a:lnTo>
                  <a:lnTo>
                    <a:pt x="583" y="0"/>
                  </a:lnTo>
                </a:path>
              </a:pathLst>
            </a:custGeom>
            <a:solidFill>
              <a:srgbClr val="339966"/>
            </a:solidFill>
            <a:ln w="12700">
              <a:noFill/>
            </a:ln>
          </p:spPr>
          <p:txBody>
            <a:bodyPr/>
            <a:lstStyle/>
            <a:p>
              <a:endParaRPr lang="zh-CN" altLang="en-US"/>
            </a:p>
          </p:txBody>
        </p:sp>
        <p:sp>
          <p:nvSpPr>
            <p:cNvPr id="44050" name="Freeform 17"/>
            <p:cNvSpPr/>
            <p:nvPr/>
          </p:nvSpPr>
          <p:spPr>
            <a:xfrm>
              <a:off x="1554" y="2928"/>
              <a:ext cx="2025" cy="303"/>
            </a:xfrm>
            <a:custGeom>
              <a:avLst/>
              <a:gdLst/>
              <a:ahLst/>
              <a:cxnLst>
                <a:cxn ang="0">
                  <a:pos x="31" y="232"/>
                </a:cxn>
                <a:cxn ang="0">
                  <a:pos x="98" y="172"/>
                </a:cxn>
                <a:cxn ang="0">
                  <a:pos x="191" y="122"/>
                </a:cxn>
                <a:cxn ang="0">
                  <a:pos x="308" y="81"/>
                </a:cxn>
                <a:cxn ang="0">
                  <a:pos x="446" y="51"/>
                </a:cxn>
                <a:cxn ang="0">
                  <a:pos x="598" y="28"/>
                </a:cxn>
                <a:cxn ang="0">
                  <a:pos x="761" y="15"/>
                </a:cxn>
                <a:cxn ang="0">
                  <a:pos x="929" y="12"/>
                </a:cxn>
                <a:cxn ang="0">
                  <a:pos x="1100" y="16"/>
                </a:cxn>
                <a:cxn ang="0">
                  <a:pos x="1270" y="30"/>
                </a:cxn>
                <a:cxn ang="0">
                  <a:pos x="1432" y="51"/>
                </a:cxn>
                <a:cxn ang="0">
                  <a:pos x="1583" y="81"/>
                </a:cxn>
                <a:cxn ang="0">
                  <a:pos x="1720" y="117"/>
                </a:cxn>
                <a:cxn ang="0">
                  <a:pos x="1836" y="161"/>
                </a:cxn>
                <a:cxn ang="0">
                  <a:pos x="1928" y="212"/>
                </a:cxn>
                <a:cxn ang="0">
                  <a:pos x="1992" y="270"/>
                </a:cxn>
                <a:cxn ang="0">
                  <a:pos x="2024" y="296"/>
                </a:cxn>
                <a:cxn ang="0">
                  <a:pos x="1972" y="232"/>
                </a:cxn>
                <a:cxn ang="0">
                  <a:pos x="1891" y="175"/>
                </a:cxn>
                <a:cxn ang="0">
                  <a:pos x="1785" y="127"/>
                </a:cxn>
                <a:cxn ang="0">
                  <a:pos x="1657" y="86"/>
                </a:cxn>
                <a:cxn ang="0">
                  <a:pos x="1512" y="53"/>
                </a:cxn>
                <a:cxn ang="0">
                  <a:pos x="1355" y="27"/>
                </a:cxn>
                <a:cxn ang="0">
                  <a:pos x="1187" y="9"/>
                </a:cxn>
                <a:cxn ang="0">
                  <a:pos x="1017" y="1"/>
                </a:cxn>
                <a:cxn ang="0">
                  <a:pos x="845" y="0"/>
                </a:cxn>
                <a:cxn ang="0">
                  <a:pos x="677" y="7"/>
                </a:cxn>
                <a:cxn ang="0">
                  <a:pos x="518" y="25"/>
                </a:cxn>
                <a:cxn ang="0">
                  <a:pos x="372" y="52"/>
                </a:cxn>
                <a:cxn ang="0">
                  <a:pos x="244" y="89"/>
                </a:cxn>
                <a:cxn ang="0">
                  <a:pos x="134" y="135"/>
                </a:cxn>
                <a:cxn ang="0">
                  <a:pos x="51" y="191"/>
                </a:cxn>
                <a:cxn ang="0">
                  <a:pos x="0" y="261"/>
                </a:cxn>
              </a:cxnLst>
              <a:rect l="0" t="0" r="0" b="0"/>
              <a:pathLst>
                <a:path w="2025" h="303">
                  <a:moveTo>
                    <a:pt x="10" y="266"/>
                  </a:moveTo>
                  <a:lnTo>
                    <a:pt x="31" y="232"/>
                  </a:lnTo>
                  <a:lnTo>
                    <a:pt x="60" y="202"/>
                  </a:lnTo>
                  <a:lnTo>
                    <a:pt x="98" y="172"/>
                  </a:lnTo>
                  <a:lnTo>
                    <a:pt x="141" y="146"/>
                  </a:lnTo>
                  <a:lnTo>
                    <a:pt x="191" y="122"/>
                  </a:lnTo>
                  <a:lnTo>
                    <a:pt x="247" y="99"/>
                  </a:lnTo>
                  <a:lnTo>
                    <a:pt x="308" y="81"/>
                  </a:lnTo>
                  <a:lnTo>
                    <a:pt x="374" y="64"/>
                  </a:lnTo>
                  <a:lnTo>
                    <a:pt x="446" y="51"/>
                  </a:lnTo>
                  <a:lnTo>
                    <a:pt x="521" y="38"/>
                  </a:lnTo>
                  <a:lnTo>
                    <a:pt x="598" y="28"/>
                  </a:lnTo>
                  <a:lnTo>
                    <a:pt x="678" y="20"/>
                  </a:lnTo>
                  <a:lnTo>
                    <a:pt x="761" y="15"/>
                  </a:lnTo>
                  <a:lnTo>
                    <a:pt x="845" y="12"/>
                  </a:lnTo>
                  <a:lnTo>
                    <a:pt x="929" y="12"/>
                  </a:lnTo>
                  <a:lnTo>
                    <a:pt x="1015" y="13"/>
                  </a:lnTo>
                  <a:lnTo>
                    <a:pt x="1100" y="16"/>
                  </a:lnTo>
                  <a:lnTo>
                    <a:pt x="1186" y="22"/>
                  </a:lnTo>
                  <a:lnTo>
                    <a:pt x="1270" y="30"/>
                  </a:lnTo>
                  <a:lnTo>
                    <a:pt x="1352" y="39"/>
                  </a:lnTo>
                  <a:lnTo>
                    <a:pt x="1432" y="51"/>
                  </a:lnTo>
                  <a:lnTo>
                    <a:pt x="1509" y="64"/>
                  </a:lnTo>
                  <a:lnTo>
                    <a:pt x="1583" y="81"/>
                  </a:lnTo>
                  <a:lnTo>
                    <a:pt x="1654" y="98"/>
                  </a:lnTo>
                  <a:lnTo>
                    <a:pt x="1720" y="117"/>
                  </a:lnTo>
                  <a:lnTo>
                    <a:pt x="1781" y="138"/>
                  </a:lnTo>
                  <a:lnTo>
                    <a:pt x="1836" y="161"/>
                  </a:lnTo>
                  <a:lnTo>
                    <a:pt x="1886" y="186"/>
                  </a:lnTo>
                  <a:lnTo>
                    <a:pt x="1928" y="212"/>
                  </a:lnTo>
                  <a:lnTo>
                    <a:pt x="1964" y="241"/>
                  </a:lnTo>
                  <a:lnTo>
                    <a:pt x="1992" y="270"/>
                  </a:lnTo>
                  <a:lnTo>
                    <a:pt x="2013" y="302"/>
                  </a:lnTo>
                  <a:lnTo>
                    <a:pt x="2024" y="296"/>
                  </a:lnTo>
                  <a:lnTo>
                    <a:pt x="2002" y="263"/>
                  </a:lnTo>
                  <a:lnTo>
                    <a:pt x="1972" y="232"/>
                  </a:lnTo>
                  <a:lnTo>
                    <a:pt x="1936" y="202"/>
                  </a:lnTo>
                  <a:lnTo>
                    <a:pt x="1891" y="175"/>
                  </a:lnTo>
                  <a:lnTo>
                    <a:pt x="1841" y="151"/>
                  </a:lnTo>
                  <a:lnTo>
                    <a:pt x="1785" y="127"/>
                  </a:lnTo>
                  <a:lnTo>
                    <a:pt x="1723" y="105"/>
                  </a:lnTo>
                  <a:lnTo>
                    <a:pt x="1657" y="86"/>
                  </a:lnTo>
                  <a:lnTo>
                    <a:pt x="1586" y="68"/>
                  </a:lnTo>
                  <a:lnTo>
                    <a:pt x="1512" y="53"/>
                  </a:lnTo>
                  <a:lnTo>
                    <a:pt x="1435" y="38"/>
                  </a:lnTo>
                  <a:lnTo>
                    <a:pt x="1355" y="27"/>
                  </a:lnTo>
                  <a:lnTo>
                    <a:pt x="1272" y="17"/>
                  </a:lnTo>
                  <a:lnTo>
                    <a:pt x="1187" y="9"/>
                  </a:lnTo>
                  <a:lnTo>
                    <a:pt x="1102" y="4"/>
                  </a:lnTo>
                  <a:lnTo>
                    <a:pt x="1017" y="1"/>
                  </a:lnTo>
                  <a:lnTo>
                    <a:pt x="929" y="0"/>
                  </a:lnTo>
                  <a:lnTo>
                    <a:pt x="845" y="0"/>
                  </a:lnTo>
                  <a:lnTo>
                    <a:pt x="760" y="2"/>
                  </a:lnTo>
                  <a:lnTo>
                    <a:pt x="677" y="7"/>
                  </a:lnTo>
                  <a:lnTo>
                    <a:pt x="597" y="16"/>
                  </a:lnTo>
                  <a:lnTo>
                    <a:pt x="518" y="25"/>
                  </a:lnTo>
                  <a:lnTo>
                    <a:pt x="444" y="38"/>
                  </a:lnTo>
                  <a:lnTo>
                    <a:pt x="372" y="52"/>
                  </a:lnTo>
                  <a:lnTo>
                    <a:pt x="306" y="69"/>
                  </a:lnTo>
                  <a:lnTo>
                    <a:pt x="244" y="89"/>
                  </a:lnTo>
                  <a:lnTo>
                    <a:pt x="185" y="111"/>
                  </a:lnTo>
                  <a:lnTo>
                    <a:pt x="134" y="135"/>
                  </a:lnTo>
                  <a:lnTo>
                    <a:pt x="90" y="161"/>
                  </a:lnTo>
                  <a:lnTo>
                    <a:pt x="51" y="191"/>
                  </a:lnTo>
                  <a:lnTo>
                    <a:pt x="21" y="225"/>
                  </a:lnTo>
                  <a:lnTo>
                    <a:pt x="0" y="261"/>
                  </a:lnTo>
                  <a:lnTo>
                    <a:pt x="10" y="266"/>
                  </a:lnTo>
                </a:path>
              </a:pathLst>
            </a:custGeom>
            <a:solidFill>
              <a:srgbClr val="339966"/>
            </a:solidFill>
            <a:ln w="12700">
              <a:noFill/>
            </a:ln>
          </p:spPr>
          <p:txBody>
            <a:bodyPr/>
            <a:lstStyle/>
            <a:p>
              <a:endParaRPr lang="zh-CN" altLang="en-US"/>
            </a:p>
          </p:txBody>
        </p:sp>
        <p:sp>
          <p:nvSpPr>
            <p:cNvPr id="44051" name="Freeform 18"/>
            <p:cNvSpPr/>
            <p:nvPr/>
          </p:nvSpPr>
          <p:spPr>
            <a:xfrm>
              <a:off x="1878" y="3185"/>
              <a:ext cx="1342" cy="221"/>
            </a:xfrm>
            <a:custGeom>
              <a:avLst/>
              <a:gdLst/>
              <a:ahLst/>
              <a:cxnLst>
                <a:cxn ang="0">
                  <a:pos x="31" y="166"/>
                </a:cxn>
                <a:cxn ang="0">
                  <a:pos x="87" y="122"/>
                </a:cxn>
                <a:cxn ang="0">
                  <a:pos x="161" y="86"/>
                </a:cxn>
                <a:cxn ang="0">
                  <a:pos x="247" y="57"/>
                </a:cxn>
                <a:cxn ang="0">
                  <a:pos x="345" y="36"/>
                </a:cxn>
                <a:cxn ang="0">
                  <a:pos x="450" y="21"/>
                </a:cxn>
                <a:cxn ang="0">
                  <a:pos x="561" y="13"/>
                </a:cxn>
                <a:cxn ang="0">
                  <a:pos x="674" y="12"/>
                </a:cxn>
                <a:cxn ang="0">
                  <a:pos x="785" y="18"/>
                </a:cxn>
                <a:cxn ang="0">
                  <a:pos x="894" y="27"/>
                </a:cxn>
                <a:cxn ang="0">
                  <a:pos x="998" y="44"/>
                </a:cxn>
                <a:cxn ang="0">
                  <a:pos x="1091" y="65"/>
                </a:cxn>
                <a:cxn ang="0">
                  <a:pos x="1173" y="92"/>
                </a:cxn>
                <a:cxn ang="0">
                  <a:pos x="1242" y="124"/>
                </a:cxn>
                <a:cxn ang="0">
                  <a:pos x="1291" y="159"/>
                </a:cxn>
                <a:cxn ang="0">
                  <a:pos x="1322" y="199"/>
                </a:cxn>
                <a:cxn ang="0">
                  <a:pos x="1341" y="217"/>
                </a:cxn>
                <a:cxn ang="0">
                  <a:pos x="1319" y="171"/>
                </a:cxn>
                <a:cxn ang="0">
                  <a:pos x="1276" y="130"/>
                </a:cxn>
                <a:cxn ang="0">
                  <a:pos x="1214" y="95"/>
                </a:cxn>
                <a:cxn ang="0">
                  <a:pos x="1137" y="65"/>
                </a:cxn>
                <a:cxn ang="0">
                  <a:pos x="1049" y="42"/>
                </a:cxn>
                <a:cxn ang="0">
                  <a:pos x="948" y="23"/>
                </a:cxn>
                <a:cxn ang="0">
                  <a:pos x="841" y="9"/>
                </a:cxn>
                <a:cxn ang="0">
                  <a:pos x="730" y="1"/>
                </a:cxn>
                <a:cxn ang="0">
                  <a:pos x="617" y="0"/>
                </a:cxn>
                <a:cxn ang="0">
                  <a:pos x="504" y="5"/>
                </a:cxn>
                <a:cxn ang="0">
                  <a:pos x="395" y="16"/>
                </a:cxn>
                <a:cxn ang="0">
                  <a:pos x="293" y="34"/>
                </a:cxn>
                <a:cxn ang="0">
                  <a:pos x="199" y="60"/>
                </a:cxn>
                <a:cxn ang="0">
                  <a:pos x="116" y="93"/>
                </a:cxn>
                <a:cxn ang="0">
                  <a:pos x="49" y="133"/>
                </a:cxn>
                <a:cxn ang="0">
                  <a:pos x="0" y="183"/>
                </a:cxn>
              </a:cxnLst>
              <a:rect l="0" t="0" r="0" b="0"/>
              <a:pathLst>
                <a:path w="1342" h="221">
                  <a:moveTo>
                    <a:pt x="9" y="189"/>
                  </a:moveTo>
                  <a:lnTo>
                    <a:pt x="31" y="166"/>
                  </a:lnTo>
                  <a:lnTo>
                    <a:pt x="57" y="142"/>
                  </a:lnTo>
                  <a:lnTo>
                    <a:pt x="87" y="122"/>
                  </a:lnTo>
                  <a:lnTo>
                    <a:pt x="122" y="104"/>
                  </a:lnTo>
                  <a:lnTo>
                    <a:pt x="161" y="86"/>
                  </a:lnTo>
                  <a:lnTo>
                    <a:pt x="202" y="71"/>
                  </a:lnTo>
                  <a:lnTo>
                    <a:pt x="247" y="57"/>
                  </a:lnTo>
                  <a:lnTo>
                    <a:pt x="294" y="46"/>
                  </a:lnTo>
                  <a:lnTo>
                    <a:pt x="345" y="36"/>
                  </a:lnTo>
                  <a:lnTo>
                    <a:pt x="396" y="28"/>
                  </a:lnTo>
                  <a:lnTo>
                    <a:pt x="450" y="21"/>
                  </a:lnTo>
                  <a:lnTo>
                    <a:pt x="505" y="18"/>
                  </a:lnTo>
                  <a:lnTo>
                    <a:pt x="561" y="13"/>
                  </a:lnTo>
                  <a:lnTo>
                    <a:pt x="617" y="12"/>
                  </a:lnTo>
                  <a:lnTo>
                    <a:pt x="674" y="12"/>
                  </a:lnTo>
                  <a:lnTo>
                    <a:pt x="728" y="13"/>
                  </a:lnTo>
                  <a:lnTo>
                    <a:pt x="785" y="18"/>
                  </a:lnTo>
                  <a:lnTo>
                    <a:pt x="840" y="21"/>
                  </a:lnTo>
                  <a:lnTo>
                    <a:pt x="894" y="27"/>
                  </a:lnTo>
                  <a:lnTo>
                    <a:pt x="947" y="35"/>
                  </a:lnTo>
                  <a:lnTo>
                    <a:pt x="998" y="44"/>
                  </a:lnTo>
                  <a:lnTo>
                    <a:pt x="1046" y="53"/>
                  </a:lnTo>
                  <a:lnTo>
                    <a:pt x="1091" y="65"/>
                  </a:lnTo>
                  <a:lnTo>
                    <a:pt x="1134" y="78"/>
                  </a:lnTo>
                  <a:lnTo>
                    <a:pt x="1173" y="92"/>
                  </a:lnTo>
                  <a:lnTo>
                    <a:pt x="1209" y="107"/>
                  </a:lnTo>
                  <a:lnTo>
                    <a:pt x="1242" y="124"/>
                  </a:lnTo>
                  <a:lnTo>
                    <a:pt x="1268" y="141"/>
                  </a:lnTo>
                  <a:lnTo>
                    <a:pt x="1291" y="159"/>
                  </a:lnTo>
                  <a:lnTo>
                    <a:pt x="1309" y="178"/>
                  </a:lnTo>
                  <a:lnTo>
                    <a:pt x="1322" y="199"/>
                  </a:lnTo>
                  <a:lnTo>
                    <a:pt x="1328" y="220"/>
                  </a:lnTo>
                  <a:lnTo>
                    <a:pt x="1341" y="217"/>
                  </a:lnTo>
                  <a:lnTo>
                    <a:pt x="1333" y="194"/>
                  </a:lnTo>
                  <a:lnTo>
                    <a:pt x="1319" y="171"/>
                  </a:lnTo>
                  <a:lnTo>
                    <a:pt x="1299" y="151"/>
                  </a:lnTo>
                  <a:lnTo>
                    <a:pt x="1276" y="130"/>
                  </a:lnTo>
                  <a:lnTo>
                    <a:pt x="1247" y="112"/>
                  </a:lnTo>
                  <a:lnTo>
                    <a:pt x="1214" y="95"/>
                  </a:lnTo>
                  <a:lnTo>
                    <a:pt x="1178" y="80"/>
                  </a:lnTo>
                  <a:lnTo>
                    <a:pt x="1137" y="65"/>
                  </a:lnTo>
                  <a:lnTo>
                    <a:pt x="1094" y="53"/>
                  </a:lnTo>
                  <a:lnTo>
                    <a:pt x="1049" y="42"/>
                  </a:lnTo>
                  <a:lnTo>
                    <a:pt x="999" y="31"/>
                  </a:lnTo>
                  <a:lnTo>
                    <a:pt x="948" y="23"/>
                  </a:lnTo>
                  <a:lnTo>
                    <a:pt x="895" y="15"/>
                  </a:lnTo>
                  <a:lnTo>
                    <a:pt x="841" y="9"/>
                  </a:lnTo>
                  <a:lnTo>
                    <a:pt x="787" y="5"/>
                  </a:lnTo>
                  <a:lnTo>
                    <a:pt x="730" y="1"/>
                  </a:lnTo>
                  <a:lnTo>
                    <a:pt x="674" y="0"/>
                  </a:lnTo>
                  <a:lnTo>
                    <a:pt x="617" y="0"/>
                  </a:lnTo>
                  <a:lnTo>
                    <a:pt x="561" y="1"/>
                  </a:lnTo>
                  <a:lnTo>
                    <a:pt x="504" y="5"/>
                  </a:lnTo>
                  <a:lnTo>
                    <a:pt x="449" y="9"/>
                  </a:lnTo>
                  <a:lnTo>
                    <a:pt x="395" y="16"/>
                  </a:lnTo>
                  <a:lnTo>
                    <a:pt x="342" y="24"/>
                  </a:lnTo>
                  <a:lnTo>
                    <a:pt x="293" y="34"/>
                  </a:lnTo>
                  <a:lnTo>
                    <a:pt x="244" y="46"/>
                  </a:lnTo>
                  <a:lnTo>
                    <a:pt x="199" y="60"/>
                  </a:lnTo>
                  <a:lnTo>
                    <a:pt x="157" y="75"/>
                  </a:lnTo>
                  <a:lnTo>
                    <a:pt x="116" y="93"/>
                  </a:lnTo>
                  <a:lnTo>
                    <a:pt x="81" y="112"/>
                  </a:lnTo>
                  <a:lnTo>
                    <a:pt x="49" y="133"/>
                  </a:lnTo>
                  <a:lnTo>
                    <a:pt x="23" y="156"/>
                  </a:lnTo>
                  <a:lnTo>
                    <a:pt x="0" y="183"/>
                  </a:lnTo>
                  <a:lnTo>
                    <a:pt x="9" y="189"/>
                  </a:lnTo>
                </a:path>
              </a:pathLst>
            </a:custGeom>
            <a:solidFill>
              <a:srgbClr val="339966"/>
            </a:solidFill>
            <a:ln w="12700">
              <a:noFill/>
            </a:ln>
          </p:spPr>
          <p:txBody>
            <a:bodyPr/>
            <a:lstStyle/>
            <a:p>
              <a:endParaRPr lang="zh-CN" altLang="en-US"/>
            </a:p>
          </p:txBody>
        </p:sp>
        <p:sp>
          <p:nvSpPr>
            <p:cNvPr id="44052" name="Freeform 19"/>
            <p:cNvSpPr/>
            <p:nvPr/>
          </p:nvSpPr>
          <p:spPr>
            <a:xfrm>
              <a:off x="2875" y="2972"/>
              <a:ext cx="1521" cy="935"/>
            </a:xfrm>
            <a:custGeom>
              <a:avLst/>
              <a:gdLst/>
              <a:ahLst/>
              <a:cxnLst>
                <a:cxn ang="0">
                  <a:pos x="5" y="497"/>
                </a:cxn>
                <a:cxn ang="0">
                  <a:pos x="24" y="555"/>
                </a:cxn>
                <a:cxn ang="0">
                  <a:pos x="54" y="609"/>
                </a:cxn>
                <a:cxn ang="0">
                  <a:pos x="95" y="658"/>
                </a:cxn>
                <a:cxn ang="0">
                  <a:pos x="144" y="703"/>
                </a:cxn>
                <a:cxn ang="0">
                  <a:pos x="202" y="745"/>
                </a:cxn>
                <a:cxn ang="0">
                  <a:pos x="270" y="783"/>
                </a:cxn>
                <a:cxn ang="0">
                  <a:pos x="345" y="818"/>
                </a:cxn>
                <a:cxn ang="0">
                  <a:pos x="428" y="850"/>
                </a:cxn>
                <a:cxn ang="0">
                  <a:pos x="520" y="877"/>
                </a:cxn>
                <a:cxn ang="0">
                  <a:pos x="619" y="902"/>
                </a:cxn>
                <a:cxn ang="0">
                  <a:pos x="738" y="918"/>
                </a:cxn>
                <a:cxn ang="0">
                  <a:pos x="857" y="928"/>
                </a:cxn>
                <a:cxn ang="0">
                  <a:pos x="969" y="932"/>
                </a:cxn>
                <a:cxn ang="0">
                  <a:pos x="1072" y="934"/>
                </a:cxn>
                <a:cxn ang="0">
                  <a:pos x="1165" y="931"/>
                </a:cxn>
                <a:cxn ang="0">
                  <a:pos x="1251" y="924"/>
                </a:cxn>
                <a:cxn ang="0">
                  <a:pos x="1325" y="911"/>
                </a:cxn>
                <a:cxn ang="0">
                  <a:pos x="1390" y="895"/>
                </a:cxn>
                <a:cxn ang="0">
                  <a:pos x="1442" y="871"/>
                </a:cxn>
                <a:cxn ang="0">
                  <a:pos x="1484" y="844"/>
                </a:cxn>
                <a:cxn ang="0">
                  <a:pos x="1514" y="809"/>
                </a:cxn>
                <a:cxn ang="0">
                  <a:pos x="1520" y="785"/>
                </a:cxn>
                <a:cxn ang="0">
                  <a:pos x="1519" y="760"/>
                </a:cxn>
                <a:cxn ang="0">
                  <a:pos x="1510" y="734"/>
                </a:cxn>
                <a:cxn ang="0">
                  <a:pos x="1496" y="709"/>
                </a:cxn>
                <a:cxn ang="0">
                  <a:pos x="1478" y="683"/>
                </a:cxn>
                <a:cxn ang="0">
                  <a:pos x="1456" y="656"/>
                </a:cxn>
                <a:cxn ang="0">
                  <a:pos x="1430" y="630"/>
                </a:cxn>
                <a:cxn ang="0">
                  <a:pos x="1403" y="603"/>
                </a:cxn>
                <a:cxn ang="0">
                  <a:pos x="1373" y="577"/>
                </a:cxn>
                <a:cxn ang="0">
                  <a:pos x="1343" y="550"/>
                </a:cxn>
                <a:cxn ang="0">
                  <a:pos x="1291" y="509"/>
                </a:cxn>
                <a:cxn ang="0">
                  <a:pos x="1190" y="439"/>
                </a:cxn>
                <a:cxn ang="0">
                  <a:pos x="1088" y="374"/>
                </a:cxn>
                <a:cxn ang="0">
                  <a:pos x="984" y="313"/>
                </a:cxn>
                <a:cxn ang="0">
                  <a:pos x="877" y="256"/>
                </a:cxn>
                <a:cxn ang="0">
                  <a:pos x="770" y="203"/>
                </a:cxn>
                <a:cxn ang="0">
                  <a:pos x="660" y="155"/>
                </a:cxn>
                <a:cxn ang="0">
                  <a:pos x="548" y="111"/>
                </a:cxn>
                <a:cxn ang="0">
                  <a:pos x="435" y="72"/>
                </a:cxn>
                <a:cxn ang="0">
                  <a:pos x="321" y="38"/>
                </a:cxn>
                <a:cxn ang="0">
                  <a:pos x="203" y="7"/>
                </a:cxn>
              </a:cxnLst>
              <a:rect l="0" t="0" r="0" b="0"/>
              <a:pathLst>
                <a:path w="1521" h="935">
                  <a:moveTo>
                    <a:pt x="165" y="0"/>
                  </a:moveTo>
                  <a:lnTo>
                    <a:pt x="0" y="476"/>
                  </a:lnTo>
                  <a:lnTo>
                    <a:pt x="5" y="497"/>
                  </a:lnTo>
                  <a:lnTo>
                    <a:pt x="10" y="516"/>
                  </a:lnTo>
                  <a:lnTo>
                    <a:pt x="18" y="535"/>
                  </a:lnTo>
                  <a:lnTo>
                    <a:pt x="24" y="555"/>
                  </a:lnTo>
                  <a:lnTo>
                    <a:pt x="34" y="573"/>
                  </a:lnTo>
                  <a:lnTo>
                    <a:pt x="43" y="591"/>
                  </a:lnTo>
                  <a:lnTo>
                    <a:pt x="54" y="609"/>
                  </a:lnTo>
                  <a:lnTo>
                    <a:pt x="67" y="625"/>
                  </a:lnTo>
                  <a:lnTo>
                    <a:pt x="81" y="641"/>
                  </a:lnTo>
                  <a:lnTo>
                    <a:pt x="95" y="658"/>
                  </a:lnTo>
                  <a:lnTo>
                    <a:pt x="110" y="673"/>
                  </a:lnTo>
                  <a:lnTo>
                    <a:pt x="126" y="688"/>
                  </a:lnTo>
                  <a:lnTo>
                    <a:pt x="144" y="703"/>
                  </a:lnTo>
                  <a:lnTo>
                    <a:pt x="162" y="718"/>
                  </a:lnTo>
                  <a:lnTo>
                    <a:pt x="181" y="732"/>
                  </a:lnTo>
                  <a:lnTo>
                    <a:pt x="202" y="745"/>
                  </a:lnTo>
                  <a:lnTo>
                    <a:pt x="224" y="759"/>
                  </a:lnTo>
                  <a:lnTo>
                    <a:pt x="246" y="771"/>
                  </a:lnTo>
                  <a:lnTo>
                    <a:pt x="270" y="783"/>
                  </a:lnTo>
                  <a:lnTo>
                    <a:pt x="293" y="796"/>
                  </a:lnTo>
                  <a:lnTo>
                    <a:pt x="319" y="806"/>
                  </a:lnTo>
                  <a:lnTo>
                    <a:pt x="345" y="818"/>
                  </a:lnTo>
                  <a:lnTo>
                    <a:pt x="372" y="829"/>
                  </a:lnTo>
                  <a:lnTo>
                    <a:pt x="399" y="840"/>
                  </a:lnTo>
                  <a:lnTo>
                    <a:pt x="428" y="850"/>
                  </a:lnTo>
                  <a:lnTo>
                    <a:pt x="458" y="859"/>
                  </a:lnTo>
                  <a:lnTo>
                    <a:pt x="488" y="869"/>
                  </a:lnTo>
                  <a:lnTo>
                    <a:pt x="520" y="877"/>
                  </a:lnTo>
                  <a:lnTo>
                    <a:pt x="552" y="887"/>
                  </a:lnTo>
                  <a:lnTo>
                    <a:pt x="585" y="895"/>
                  </a:lnTo>
                  <a:lnTo>
                    <a:pt x="619" y="902"/>
                  </a:lnTo>
                  <a:lnTo>
                    <a:pt x="654" y="910"/>
                  </a:lnTo>
                  <a:lnTo>
                    <a:pt x="696" y="914"/>
                  </a:lnTo>
                  <a:lnTo>
                    <a:pt x="738" y="918"/>
                  </a:lnTo>
                  <a:lnTo>
                    <a:pt x="778" y="921"/>
                  </a:lnTo>
                  <a:lnTo>
                    <a:pt x="818" y="926"/>
                  </a:lnTo>
                  <a:lnTo>
                    <a:pt x="857" y="928"/>
                  </a:lnTo>
                  <a:lnTo>
                    <a:pt x="895" y="929"/>
                  </a:lnTo>
                  <a:lnTo>
                    <a:pt x="933" y="931"/>
                  </a:lnTo>
                  <a:lnTo>
                    <a:pt x="969" y="932"/>
                  </a:lnTo>
                  <a:lnTo>
                    <a:pt x="1004" y="934"/>
                  </a:lnTo>
                  <a:lnTo>
                    <a:pt x="1039" y="934"/>
                  </a:lnTo>
                  <a:lnTo>
                    <a:pt x="1072" y="934"/>
                  </a:lnTo>
                  <a:lnTo>
                    <a:pt x="1105" y="934"/>
                  </a:lnTo>
                  <a:lnTo>
                    <a:pt x="1135" y="932"/>
                  </a:lnTo>
                  <a:lnTo>
                    <a:pt x="1165" y="931"/>
                  </a:lnTo>
                  <a:lnTo>
                    <a:pt x="1196" y="929"/>
                  </a:lnTo>
                  <a:lnTo>
                    <a:pt x="1224" y="926"/>
                  </a:lnTo>
                  <a:lnTo>
                    <a:pt x="1251" y="924"/>
                  </a:lnTo>
                  <a:lnTo>
                    <a:pt x="1277" y="920"/>
                  </a:lnTo>
                  <a:lnTo>
                    <a:pt x="1302" y="915"/>
                  </a:lnTo>
                  <a:lnTo>
                    <a:pt x="1325" y="911"/>
                  </a:lnTo>
                  <a:lnTo>
                    <a:pt x="1347" y="906"/>
                  </a:lnTo>
                  <a:lnTo>
                    <a:pt x="1370" y="900"/>
                  </a:lnTo>
                  <a:lnTo>
                    <a:pt x="1390" y="895"/>
                  </a:lnTo>
                  <a:lnTo>
                    <a:pt x="1408" y="888"/>
                  </a:lnTo>
                  <a:lnTo>
                    <a:pt x="1426" y="880"/>
                  </a:lnTo>
                  <a:lnTo>
                    <a:pt x="1442" y="871"/>
                  </a:lnTo>
                  <a:lnTo>
                    <a:pt x="1458" y="863"/>
                  </a:lnTo>
                  <a:lnTo>
                    <a:pt x="1471" y="853"/>
                  </a:lnTo>
                  <a:lnTo>
                    <a:pt x="1484" y="844"/>
                  </a:lnTo>
                  <a:lnTo>
                    <a:pt x="1495" y="833"/>
                  </a:lnTo>
                  <a:lnTo>
                    <a:pt x="1506" y="822"/>
                  </a:lnTo>
                  <a:lnTo>
                    <a:pt x="1514" y="809"/>
                  </a:lnTo>
                  <a:lnTo>
                    <a:pt x="1517" y="801"/>
                  </a:lnTo>
                  <a:lnTo>
                    <a:pt x="1519" y="793"/>
                  </a:lnTo>
                  <a:lnTo>
                    <a:pt x="1520" y="785"/>
                  </a:lnTo>
                  <a:lnTo>
                    <a:pt x="1520" y="776"/>
                  </a:lnTo>
                  <a:lnTo>
                    <a:pt x="1520" y="768"/>
                  </a:lnTo>
                  <a:lnTo>
                    <a:pt x="1519" y="760"/>
                  </a:lnTo>
                  <a:lnTo>
                    <a:pt x="1517" y="752"/>
                  </a:lnTo>
                  <a:lnTo>
                    <a:pt x="1514" y="744"/>
                  </a:lnTo>
                  <a:lnTo>
                    <a:pt x="1510" y="734"/>
                  </a:lnTo>
                  <a:lnTo>
                    <a:pt x="1507" y="726"/>
                  </a:lnTo>
                  <a:lnTo>
                    <a:pt x="1502" y="717"/>
                  </a:lnTo>
                  <a:lnTo>
                    <a:pt x="1496" y="709"/>
                  </a:lnTo>
                  <a:lnTo>
                    <a:pt x="1491" y="700"/>
                  </a:lnTo>
                  <a:lnTo>
                    <a:pt x="1486" y="691"/>
                  </a:lnTo>
                  <a:lnTo>
                    <a:pt x="1478" y="683"/>
                  </a:lnTo>
                  <a:lnTo>
                    <a:pt x="1471" y="673"/>
                  </a:lnTo>
                  <a:lnTo>
                    <a:pt x="1463" y="665"/>
                  </a:lnTo>
                  <a:lnTo>
                    <a:pt x="1456" y="656"/>
                  </a:lnTo>
                  <a:lnTo>
                    <a:pt x="1448" y="647"/>
                  </a:lnTo>
                  <a:lnTo>
                    <a:pt x="1438" y="639"/>
                  </a:lnTo>
                  <a:lnTo>
                    <a:pt x="1430" y="630"/>
                  </a:lnTo>
                  <a:lnTo>
                    <a:pt x="1421" y="621"/>
                  </a:lnTo>
                  <a:lnTo>
                    <a:pt x="1412" y="612"/>
                  </a:lnTo>
                  <a:lnTo>
                    <a:pt x="1403" y="603"/>
                  </a:lnTo>
                  <a:lnTo>
                    <a:pt x="1393" y="594"/>
                  </a:lnTo>
                  <a:lnTo>
                    <a:pt x="1383" y="586"/>
                  </a:lnTo>
                  <a:lnTo>
                    <a:pt x="1373" y="577"/>
                  </a:lnTo>
                  <a:lnTo>
                    <a:pt x="1364" y="568"/>
                  </a:lnTo>
                  <a:lnTo>
                    <a:pt x="1353" y="559"/>
                  </a:lnTo>
                  <a:lnTo>
                    <a:pt x="1343" y="550"/>
                  </a:lnTo>
                  <a:lnTo>
                    <a:pt x="1334" y="542"/>
                  </a:lnTo>
                  <a:lnTo>
                    <a:pt x="1324" y="533"/>
                  </a:lnTo>
                  <a:lnTo>
                    <a:pt x="1291" y="509"/>
                  </a:lnTo>
                  <a:lnTo>
                    <a:pt x="1258" y="486"/>
                  </a:lnTo>
                  <a:lnTo>
                    <a:pt x="1225" y="462"/>
                  </a:lnTo>
                  <a:lnTo>
                    <a:pt x="1190" y="439"/>
                  </a:lnTo>
                  <a:lnTo>
                    <a:pt x="1156" y="417"/>
                  </a:lnTo>
                  <a:lnTo>
                    <a:pt x="1123" y="396"/>
                  </a:lnTo>
                  <a:lnTo>
                    <a:pt x="1088" y="374"/>
                  </a:lnTo>
                  <a:lnTo>
                    <a:pt x="1052" y="353"/>
                  </a:lnTo>
                  <a:lnTo>
                    <a:pt x="1018" y="333"/>
                  </a:lnTo>
                  <a:lnTo>
                    <a:pt x="984" y="313"/>
                  </a:lnTo>
                  <a:lnTo>
                    <a:pt x="948" y="294"/>
                  </a:lnTo>
                  <a:lnTo>
                    <a:pt x="913" y="275"/>
                  </a:lnTo>
                  <a:lnTo>
                    <a:pt x="877" y="256"/>
                  </a:lnTo>
                  <a:lnTo>
                    <a:pt x="842" y="238"/>
                  </a:lnTo>
                  <a:lnTo>
                    <a:pt x="806" y="221"/>
                  </a:lnTo>
                  <a:lnTo>
                    <a:pt x="770" y="203"/>
                  </a:lnTo>
                  <a:lnTo>
                    <a:pt x="732" y="186"/>
                  </a:lnTo>
                  <a:lnTo>
                    <a:pt x="696" y="171"/>
                  </a:lnTo>
                  <a:lnTo>
                    <a:pt x="660" y="155"/>
                  </a:lnTo>
                  <a:lnTo>
                    <a:pt x="622" y="140"/>
                  </a:lnTo>
                  <a:lnTo>
                    <a:pt x="585" y="126"/>
                  </a:lnTo>
                  <a:lnTo>
                    <a:pt x="548" y="111"/>
                  </a:lnTo>
                  <a:lnTo>
                    <a:pt x="511" y="98"/>
                  </a:lnTo>
                  <a:lnTo>
                    <a:pt x="473" y="85"/>
                  </a:lnTo>
                  <a:lnTo>
                    <a:pt x="435" y="72"/>
                  </a:lnTo>
                  <a:lnTo>
                    <a:pt x="398" y="60"/>
                  </a:lnTo>
                  <a:lnTo>
                    <a:pt x="359" y="49"/>
                  </a:lnTo>
                  <a:lnTo>
                    <a:pt x="321" y="38"/>
                  </a:lnTo>
                  <a:lnTo>
                    <a:pt x="282" y="27"/>
                  </a:lnTo>
                  <a:lnTo>
                    <a:pt x="244" y="18"/>
                  </a:lnTo>
                  <a:lnTo>
                    <a:pt x="203" y="7"/>
                  </a:lnTo>
                  <a:lnTo>
                    <a:pt x="165" y="0"/>
                  </a:lnTo>
                </a:path>
              </a:pathLst>
            </a:custGeom>
            <a:gradFill rotWithShape="0">
              <a:gsLst>
                <a:gs pos="0">
                  <a:srgbClr val="CBCBCB"/>
                </a:gs>
                <a:gs pos="100000">
                  <a:srgbClr val="8E8E8E"/>
                </a:gs>
              </a:gsLst>
              <a:lin ang="5400000" scaled="1"/>
              <a:tileRect/>
            </a:gradFill>
            <a:ln w="12700">
              <a:noFill/>
            </a:ln>
          </p:spPr>
          <p:txBody>
            <a:bodyPr/>
            <a:lstStyle/>
            <a:p>
              <a:endParaRPr lang="zh-CN" altLang="en-US"/>
            </a:p>
          </p:txBody>
        </p:sp>
        <p:sp>
          <p:nvSpPr>
            <p:cNvPr id="44053" name="Freeform 20"/>
            <p:cNvSpPr/>
            <p:nvPr/>
          </p:nvSpPr>
          <p:spPr>
            <a:xfrm>
              <a:off x="2868" y="2972"/>
              <a:ext cx="179" cy="481"/>
            </a:xfrm>
            <a:custGeom>
              <a:avLst/>
              <a:gdLst/>
              <a:ahLst/>
              <a:cxnLst>
                <a:cxn ang="0">
                  <a:pos x="12" y="477"/>
                </a:cxn>
                <a:cxn ang="0">
                  <a:pos x="12" y="480"/>
                </a:cxn>
                <a:cxn ang="0">
                  <a:pos x="178" y="4"/>
                </a:cxn>
                <a:cxn ang="0">
                  <a:pos x="167" y="0"/>
                </a:cxn>
                <a:cxn ang="0">
                  <a:pos x="0" y="475"/>
                </a:cxn>
                <a:cxn ang="0">
                  <a:pos x="0" y="478"/>
                </a:cxn>
                <a:cxn ang="0">
                  <a:pos x="12" y="477"/>
                </a:cxn>
              </a:cxnLst>
              <a:rect l="0" t="0" r="0" b="0"/>
              <a:pathLst>
                <a:path w="179" h="481">
                  <a:moveTo>
                    <a:pt x="12" y="477"/>
                  </a:moveTo>
                  <a:lnTo>
                    <a:pt x="12" y="480"/>
                  </a:lnTo>
                  <a:lnTo>
                    <a:pt x="178" y="4"/>
                  </a:lnTo>
                  <a:lnTo>
                    <a:pt x="167" y="0"/>
                  </a:lnTo>
                  <a:lnTo>
                    <a:pt x="0" y="475"/>
                  </a:lnTo>
                  <a:lnTo>
                    <a:pt x="0" y="478"/>
                  </a:lnTo>
                  <a:lnTo>
                    <a:pt x="12" y="477"/>
                  </a:lnTo>
                </a:path>
              </a:pathLst>
            </a:custGeom>
            <a:solidFill>
              <a:srgbClr val="FF6600"/>
            </a:solidFill>
            <a:ln w="12700">
              <a:noFill/>
            </a:ln>
          </p:spPr>
          <p:txBody>
            <a:bodyPr/>
            <a:lstStyle/>
            <a:p>
              <a:endParaRPr lang="zh-CN" altLang="en-US"/>
            </a:p>
          </p:txBody>
        </p:sp>
        <p:sp>
          <p:nvSpPr>
            <p:cNvPr id="44054" name="Freeform 21"/>
            <p:cNvSpPr/>
            <p:nvPr/>
          </p:nvSpPr>
          <p:spPr>
            <a:xfrm>
              <a:off x="2868" y="3450"/>
              <a:ext cx="664" cy="439"/>
            </a:xfrm>
            <a:custGeom>
              <a:avLst/>
              <a:gdLst/>
              <a:ahLst/>
              <a:cxnLst>
                <a:cxn ang="0">
                  <a:pos x="661" y="427"/>
                </a:cxn>
                <a:cxn ang="0">
                  <a:pos x="663" y="427"/>
                </a:cxn>
                <a:cxn ang="0">
                  <a:pos x="593" y="410"/>
                </a:cxn>
                <a:cxn ang="0">
                  <a:pos x="528" y="394"/>
                </a:cxn>
                <a:cxn ang="0">
                  <a:pos x="466" y="376"/>
                </a:cxn>
                <a:cxn ang="0">
                  <a:pos x="409" y="357"/>
                </a:cxn>
                <a:cxn ang="0">
                  <a:pos x="353" y="335"/>
                </a:cxn>
                <a:cxn ang="0">
                  <a:pos x="302" y="313"/>
                </a:cxn>
                <a:cxn ang="0">
                  <a:pos x="255" y="288"/>
                </a:cxn>
                <a:cxn ang="0">
                  <a:pos x="211" y="263"/>
                </a:cxn>
                <a:cxn ang="0">
                  <a:pos x="172" y="236"/>
                </a:cxn>
                <a:cxn ang="0">
                  <a:pos x="137" y="207"/>
                </a:cxn>
                <a:cxn ang="0">
                  <a:pos x="105" y="177"/>
                </a:cxn>
                <a:cxn ang="0">
                  <a:pos x="78" y="146"/>
                </a:cxn>
                <a:cxn ang="0">
                  <a:pos x="55" y="111"/>
                </a:cxn>
                <a:cxn ang="0">
                  <a:pos x="36" y="75"/>
                </a:cxn>
                <a:cxn ang="0">
                  <a:pos x="22" y="38"/>
                </a:cxn>
                <a:cxn ang="0">
                  <a:pos x="12" y="0"/>
                </a:cxn>
                <a:cxn ang="0">
                  <a:pos x="0" y="1"/>
                </a:cxn>
                <a:cxn ang="0">
                  <a:pos x="10" y="42"/>
                </a:cxn>
                <a:cxn ang="0">
                  <a:pos x="25" y="81"/>
                </a:cxn>
                <a:cxn ang="0">
                  <a:pos x="44" y="117"/>
                </a:cxn>
                <a:cxn ang="0">
                  <a:pos x="67" y="152"/>
                </a:cxn>
                <a:cxn ang="0">
                  <a:pos x="96" y="185"/>
                </a:cxn>
                <a:cxn ang="0">
                  <a:pos x="128" y="217"/>
                </a:cxn>
                <a:cxn ang="0">
                  <a:pos x="164" y="245"/>
                </a:cxn>
                <a:cxn ang="0">
                  <a:pos x="205" y="273"/>
                </a:cxn>
                <a:cxn ang="0">
                  <a:pos x="250" y="299"/>
                </a:cxn>
                <a:cxn ang="0">
                  <a:pos x="297" y="324"/>
                </a:cxn>
                <a:cxn ang="0">
                  <a:pos x="349" y="347"/>
                </a:cxn>
                <a:cxn ang="0">
                  <a:pos x="404" y="368"/>
                </a:cxn>
                <a:cxn ang="0">
                  <a:pos x="462" y="387"/>
                </a:cxn>
                <a:cxn ang="0">
                  <a:pos x="526" y="406"/>
                </a:cxn>
                <a:cxn ang="0">
                  <a:pos x="591" y="422"/>
                </a:cxn>
                <a:cxn ang="0">
                  <a:pos x="660" y="438"/>
                </a:cxn>
                <a:cxn ang="0">
                  <a:pos x="661" y="427"/>
                </a:cxn>
              </a:cxnLst>
              <a:rect l="0" t="0" r="0" b="0"/>
              <a:pathLst>
                <a:path w="664" h="439">
                  <a:moveTo>
                    <a:pt x="661" y="427"/>
                  </a:moveTo>
                  <a:lnTo>
                    <a:pt x="663" y="427"/>
                  </a:lnTo>
                  <a:lnTo>
                    <a:pt x="593" y="410"/>
                  </a:lnTo>
                  <a:lnTo>
                    <a:pt x="528" y="394"/>
                  </a:lnTo>
                  <a:lnTo>
                    <a:pt x="466" y="376"/>
                  </a:lnTo>
                  <a:lnTo>
                    <a:pt x="409" y="357"/>
                  </a:lnTo>
                  <a:lnTo>
                    <a:pt x="353" y="335"/>
                  </a:lnTo>
                  <a:lnTo>
                    <a:pt x="302" y="313"/>
                  </a:lnTo>
                  <a:lnTo>
                    <a:pt x="255" y="288"/>
                  </a:lnTo>
                  <a:lnTo>
                    <a:pt x="211" y="263"/>
                  </a:lnTo>
                  <a:lnTo>
                    <a:pt x="172" y="236"/>
                  </a:lnTo>
                  <a:lnTo>
                    <a:pt x="137" y="207"/>
                  </a:lnTo>
                  <a:lnTo>
                    <a:pt x="105" y="177"/>
                  </a:lnTo>
                  <a:lnTo>
                    <a:pt x="78" y="146"/>
                  </a:lnTo>
                  <a:lnTo>
                    <a:pt x="55" y="111"/>
                  </a:lnTo>
                  <a:lnTo>
                    <a:pt x="36" y="75"/>
                  </a:lnTo>
                  <a:lnTo>
                    <a:pt x="22" y="38"/>
                  </a:lnTo>
                  <a:lnTo>
                    <a:pt x="12" y="0"/>
                  </a:lnTo>
                  <a:lnTo>
                    <a:pt x="0" y="1"/>
                  </a:lnTo>
                  <a:lnTo>
                    <a:pt x="10" y="42"/>
                  </a:lnTo>
                  <a:lnTo>
                    <a:pt x="25" y="81"/>
                  </a:lnTo>
                  <a:lnTo>
                    <a:pt x="44" y="117"/>
                  </a:lnTo>
                  <a:lnTo>
                    <a:pt x="67" y="152"/>
                  </a:lnTo>
                  <a:lnTo>
                    <a:pt x="96" y="185"/>
                  </a:lnTo>
                  <a:lnTo>
                    <a:pt x="128" y="217"/>
                  </a:lnTo>
                  <a:lnTo>
                    <a:pt x="164" y="245"/>
                  </a:lnTo>
                  <a:lnTo>
                    <a:pt x="205" y="273"/>
                  </a:lnTo>
                  <a:lnTo>
                    <a:pt x="250" y="299"/>
                  </a:lnTo>
                  <a:lnTo>
                    <a:pt x="297" y="324"/>
                  </a:lnTo>
                  <a:lnTo>
                    <a:pt x="349" y="347"/>
                  </a:lnTo>
                  <a:lnTo>
                    <a:pt x="404" y="368"/>
                  </a:lnTo>
                  <a:lnTo>
                    <a:pt x="462" y="387"/>
                  </a:lnTo>
                  <a:lnTo>
                    <a:pt x="526" y="406"/>
                  </a:lnTo>
                  <a:lnTo>
                    <a:pt x="591" y="422"/>
                  </a:lnTo>
                  <a:lnTo>
                    <a:pt x="660" y="438"/>
                  </a:lnTo>
                  <a:lnTo>
                    <a:pt x="661" y="427"/>
                  </a:lnTo>
                </a:path>
              </a:pathLst>
            </a:custGeom>
            <a:solidFill>
              <a:srgbClr val="FF6600"/>
            </a:solidFill>
            <a:ln w="12700">
              <a:noFill/>
            </a:ln>
          </p:spPr>
          <p:txBody>
            <a:bodyPr/>
            <a:lstStyle/>
            <a:p>
              <a:endParaRPr lang="zh-CN" altLang="en-US"/>
            </a:p>
          </p:txBody>
        </p:sp>
        <p:sp>
          <p:nvSpPr>
            <p:cNvPr id="44055" name="Freeform 22"/>
            <p:cNvSpPr/>
            <p:nvPr/>
          </p:nvSpPr>
          <p:spPr>
            <a:xfrm>
              <a:off x="3528" y="3780"/>
              <a:ext cx="868" cy="134"/>
            </a:xfrm>
            <a:custGeom>
              <a:avLst/>
              <a:gdLst/>
              <a:ahLst/>
              <a:cxnLst>
                <a:cxn ang="0">
                  <a:pos x="856" y="1"/>
                </a:cxn>
                <a:cxn ang="0">
                  <a:pos x="856" y="0"/>
                </a:cxn>
                <a:cxn ang="0">
                  <a:pos x="838" y="22"/>
                </a:cxn>
                <a:cxn ang="0">
                  <a:pos x="816" y="41"/>
                </a:cxn>
                <a:cxn ang="0">
                  <a:pos x="787" y="58"/>
                </a:cxn>
                <a:cxn ang="0">
                  <a:pos x="753" y="73"/>
                </a:cxn>
                <a:cxn ang="0">
                  <a:pos x="715" y="87"/>
                </a:cxn>
                <a:cxn ang="0">
                  <a:pos x="671" y="98"/>
                </a:cxn>
                <a:cxn ang="0">
                  <a:pos x="623" y="106"/>
                </a:cxn>
                <a:cxn ang="0">
                  <a:pos x="571" y="113"/>
                </a:cxn>
                <a:cxn ang="0">
                  <a:pos x="512" y="117"/>
                </a:cxn>
                <a:cxn ang="0">
                  <a:pos x="450" y="120"/>
                </a:cxn>
                <a:cxn ang="0">
                  <a:pos x="385" y="120"/>
                </a:cxn>
                <a:cxn ang="0">
                  <a:pos x="316" y="118"/>
                </a:cxn>
                <a:cxn ang="0">
                  <a:pos x="242" y="116"/>
                </a:cxn>
                <a:cxn ang="0">
                  <a:pos x="165" y="110"/>
                </a:cxn>
                <a:cxn ang="0">
                  <a:pos x="85" y="103"/>
                </a:cxn>
                <a:cxn ang="0">
                  <a:pos x="1" y="97"/>
                </a:cxn>
                <a:cxn ang="0">
                  <a:pos x="0" y="107"/>
                </a:cxn>
                <a:cxn ang="0">
                  <a:pos x="84" y="116"/>
                </a:cxn>
                <a:cxn ang="0">
                  <a:pos x="165" y="122"/>
                </a:cxn>
                <a:cxn ang="0">
                  <a:pos x="242" y="128"/>
                </a:cxn>
                <a:cxn ang="0">
                  <a:pos x="316" y="131"/>
                </a:cxn>
                <a:cxn ang="0">
                  <a:pos x="385" y="133"/>
                </a:cxn>
                <a:cxn ang="0">
                  <a:pos x="452" y="133"/>
                </a:cxn>
                <a:cxn ang="0">
                  <a:pos x="514" y="130"/>
                </a:cxn>
                <a:cxn ang="0">
                  <a:pos x="572" y="125"/>
                </a:cxn>
                <a:cxn ang="0">
                  <a:pos x="624" y="118"/>
                </a:cxn>
                <a:cxn ang="0">
                  <a:pos x="674" y="109"/>
                </a:cxn>
                <a:cxn ang="0">
                  <a:pos x="718" y="98"/>
                </a:cxn>
                <a:cxn ang="0">
                  <a:pos x="758" y="86"/>
                </a:cxn>
                <a:cxn ang="0">
                  <a:pos x="792" y="70"/>
                </a:cxn>
                <a:cxn ang="0">
                  <a:pos x="823" y="52"/>
                </a:cxn>
                <a:cxn ang="0">
                  <a:pos x="848" y="30"/>
                </a:cxn>
                <a:cxn ang="0">
                  <a:pos x="867" y="7"/>
                </a:cxn>
                <a:cxn ang="0">
                  <a:pos x="867" y="5"/>
                </a:cxn>
                <a:cxn ang="0">
                  <a:pos x="856" y="1"/>
                </a:cxn>
              </a:cxnLst>
              <a:rect l="0" t="0" r="0" b="0"/>
              <a:pathLst>
                <a:path w="868" h="134">
                  <a:moveTo>
                    <a:pt x="856" y="1"/>
                  </a:moveTo>
                  <a:lnTo>
                    <a:pt x="856" y="0"/>
                  </a:lnTo>
                  <a:lnTo>
                    <a:pt x="838" y="22"/>
                  </a:lnTo>
                  <a:lnTo>
                    <a:pt x="816" y="41"/>
                  </a:lnTo>
                  <a:lnTo>
                    <a:pt x="787" y="58"/>
                  </a:lnTo>
                  <a:lnTo>
                    <a:pt x="753" y="73"/>
                  </a:lnTo>
                  <a:lnTo>
                    <a:pt x="715" y="87"/>
                  </a:lnTo>
                  <a:lnTo>
                    <a:pt x="671" y="98"/>
                  </a:lnTo>
                  <a:lnTo>
                    <a:pt x="623" y="106"/>
                  </a:lnTo>
                  <a:lnTo>
                    <a:pt x="571" y="113"/>
                  </a:lnTo>
                  <a:lnTo>
                    <a:pt x="512" y="117"/>
                  </a:lnTo>
                  <a:lnTo>
                    <a:pt x="450" y="120"/>
                  </a:lnTo>
                  <a:lnTo>
                    <a:pt x="385" y="120"/>
                  </a:lnTo>
                  <a:lnTo>
                    <a:pt x="316" y="118"/>
                  </a:lnTo>
                  <a:lnTo>
                    <a:pt x="242" y="116"/>
                  </a:lnTo>
                  <a:lnTo>
                    <a:pt x="165" y="110"/>
                  </a:lnTo>
                  <a:lnTo>
                    <a:pt x="85" y="103"/>
                  </a:lnTo>
                  <a:lnTo>
                    <a:pt x="1" y="97"/>
                  </a:lnTo>
                  <a:lnTo>
                    <a:pt x="0" y="107"/>
                  </a:lnTo>
                  <a:lnTo>
                    <a:pt x="84" y="116"/>
                  </a:lnTo>
                  <a:lnTo>
                    <a:pt x="165" y="122"/>
                  </a:lnTo>
                  <a:lnTo>
                    <a:pt x="242" y="128"/>
                  </a:lnTo>
                  <a:lnTo>
                    <a:pt x="316" y="131"/>
                  </a:lnTo>
                  <a:lnTo>
                    <a:pt x="385" y="133"/>
                  </a:lnTo>
                  <a:lnTo>
                    <a:pt x="452" y="133"/>
                  </a:lnTo>
                  <a:lnTo>
                    <a:pt x="514" y="130"/>
                  </a:lnTo>
                  <a:lnTo>
                    <a:pt x="572" y="125"/>
                  </a:lnTo>
                  <a:lnTo>
                    <a:pt x="624" y="118"/>
                  </a:lnTo>
                  <a:lnTo>
                    <a:pt x="674" y="109"/>
                  </a:lnTo>
                  <a:lnTo>
                    <a:pt x="718" y="98"/>
                  </a:lnTo>
                  <a:lnTo>
                    <a:pt x="758" y="86"/>
                  </a:lnTo>
                  <a:lnTo>
                    <a:pt x="792" y="70"/>
                  </a:lnTo>
                  <a:lnTo>
                    <a:pt x="823" y="52"/>
                  </a:lnTo>
                  <a:lnTo>
                    <a:pt x="848" y="30"/>
                  </a:lnTo>
                  <a:lnTo>
                    <a:pt x="867" y="7"/>
                  </a:lnTo>
                  <a:lnTo>
                    <a:pt x="867" y="5"/>
                  </a:lnTo>
                  <a:lnTo>
                    <a:pt x="856" y="1"/>
                  </a:lnTo>
                </a:path>
              </a:pathLst>
            </a:custGeom>
            <a:solidFill>
              <a:srgbClr val="FF6600"/>
            </a:solidFill>
            <a:ln w="12700">
              <a:noFill/>
            </a:ln>
          </p:spPr>
          <p:txBody>
            <a:bodyPr/>
            <a:lstStyle/>
            <a:p>
              <a:endParaRPr lang="zh-CN" altLang="en-US"/>
            </a:p>
          </p:txBody>
        </p:sp>
        <p:sp>
          <p:nvSpPr>
            <p:cNvPr id="44056" name="Freeform 23"/>
            <p:cNvSpPr/>
            <p:nvPr/>
          </p:nvSpPr>
          <p:spPr>
            <a:xfrm>
              <a:off x="4195" y="3503"/>
              <a:ext cx="208" cy="283"/>
            </a:xfrm>
            <a:custGeom>
              <a:avLst/>
              <a:gdLst/>
              <a:ahLst/>
              <a:cxnLst>
                <a:cxn ang="0">
                  <a:pos x="1" y="9"/>
                </a:cxn>
                <a:cxn ang="0">
                  <a:pos x="0" y="7"/>
                </a:cxn>
                <a:cxn ang="0">
                  <a:pos x="19" y="25"/>
                </a:cxn>
                <a:cxn ang="0">
                  <a:pos x="39" y="43"/>
                </a:cxn>
                <a:cxn ang="0">
                  <a:pos x="59" y="61"/>
                </a:cxn>
                <a:cxn ang="0">
                  <a:pos x="78" y="79"/>
                </a:cxn>
                <a:cxn ang="0">
                  <a:pos x="96" y="95"/>
                </a:cxn>
                <a:cxn ang="0">
                  <a:pos x="114" y="113"/>
                </a:cxn>
                <a:cxn ang="0">
                  <a:pos x="131" y="131"/>
                </a:cxn>
                <a:cxn ang="0">
                  <a:pos x="146" y="147"/>
                </a:cxn>
                <a:cxn ang="0">
                  <a:pos x="160" y="165"/>
                </a:cxn>
                <a:cxn ang="0">
                  <a:pos x="172" y="182"/>
                </a:cxn>
                <a:cxn ang="0">
                  <a:pos x="181" y="198"/>
                </a:cxn>
                <a:cxn ang="0">
                  <a:pos x="188" y="215"/>
                </a:cxn>
                <a:cxn ang="0">
                  <a:pos x="193" y="231"/>
                </a:cxn>
                <a:cxn ang="0">
                  <a:pos x="194" y="246"/>
                </a:cxn>
                <a:cxn ang="0">
                  <a:pos x="193" y="261"/>
                </a:cxn>
                <a:cxn ang="0">
                  <a:pos x="188" y="277"/>
                </a:cxn>
                <a:cxn ang="0">
                  <a:pos x="199" y="282"/>
                </a:cxn>
                <a:cxn ang="0">
                  <a:pos x="205" y="264"/>
                </a:cxn>
                <a:cxn ang="0">
                  <a:pos x="207" y="246"/>
                </a:cxn>
                <a:cxn ang="0">
                  <a:pos x="205" y="228"/>
                </a:cxn>
                <a:cxn ang="0">
                  <a:pos x="199" y="210"/>
                </a:cxn>
                <a:cxn ang="0">
                  <a:pos x="193" y="193"/>
                </a:cxn>
                <a:cxn ang="0">
                  <a:pos x="182" y="175"/>
                </a:cxn>
                <a:cxn ang="0">
                  <a:pos x="169" y="157"/>
                </a:cxn>
                <a:cxn ang="0">
                  <a:pos x="155" y="139"/>
                </a:cxn>
                <a:cxn ang="0">
                  <a:pos x="140" y="123"/>
                </a:cxn>
                <a:cxn ang="0">
                  <a:pos x="124" y="105"/>
                </a:cxn>
                <a:cxn ang="0">
                  <a:pos x="104" y="87"/>
                </a:cxn>
                <a:cxn ang="0">
                  <a:pos x="86" y="69"/>
                </a:cxn>
                <a:cxn ang="0">
                  <a:pos x="67" y="51"/>
                </a:cxn>
                <a:cxn ang="0">
                  <a:pos x="48" y="34"/>
                </a:cxn>
                <a:cxn ang="0">
                  <a:pos x="27" y="17"/>
                </a:cxn>
                <a:cxn ang="0">
                  <a:pos x="7" y="0"/>
                </a:cxn>
                <a:cxn ang="0">
                  <a:pos x="1" y="9"/>
                </a:cxn>
              </a:cxnLst>
              <a:rect l="0" t="0" r="0" b="0"/>
              <a:pathLst>
                <a:path w="208" h="283">
                  <a:moveTo>
                    <a:pt x="1" y="9"/>
                  </a:moveTo>
                  <a:lnTo>
                    <a:pt x="0" y="7"/>
                  </a:lnTo>
                  <a:lnTo>
                    <a:pt x="19" y="25"/>
                  </a:lnTo>
                  <a:lnTo>
                    <a:pt x="39" y="43"/>
                  </a:lnTo>
                  <a:lnTo>
                    <a:pt x="59" y="61"/>
                  </a:lnTo>
                  <a:lnTo>
                    <a:pt x="78" y="79"/>
                  </a:lnTo>
                  <a:lnTo>
                    <a:pt x="96" y="95"/>
                  </a:lnTo>
                  <a:lnTo>
                    <a:pt x="114" y="113"/>
                  </a:lnTo>
                  <a:lnTo>
                    <a:pt x="131" y="131"/>
                  </a:lnTo>
                  <a:lnTo>
                    <a:pt x="146" y="147"/>
                  </a:lnTo>
                  <a:lnTo>
                    <a:pt x="160" y="165"/>
                  </a:lnTo>
                  <a:lnTo>
                    <a:pt x="172" y="182"/>
                  </a:lnTo>
                  <a:lnTo>
                    <a:pt x="181" y="198"/>
                  </a:lnTo>
                  <a:lnTo>
                    <a:pt x="188" y="215"/>
                  </a:lnTo>
                  <a:lnTo>
                    <a:pt x="193" y="231"/>
                  </a:lnTo>
                  <a:lnTo>
                    <a:pt x="194" y="246"/>
                  </a:lnTo>
                  <a:lnTo>
                    <a:pt x="193" y="261"/>
                  </a:lnTo>
                  <a:lnTo>
                    <a:pt x="188" y="277"/>
                  </a:lnTo>
                  <a:lnTo>
                    <a:pt x="199" y="282"/>
                  </a:lnTo>
                  <a:lnTo>
                    <a:pt x="205" y="264"/>
                  </a:lnTo>
                  <a:lnTo>
                    <a:pt x="207" y="246"/>
                  </a:lnTo>
                  <a:lnTo>
                    <a:pt x="205" y="228"/>
                  </a:lnTo>
                  <a:lnTo>
                    <a:pt x="199" y="210"/>
                  </a:lnTo>
                  <a:lnTo>
                    <a:pt x="193" y="193"/>
                  </a:lnTo>
                  <a:lnTo>
                    <a:pt x="182" y="175"/>
                  </a:lnTo>
                  <a:lnTo>
                    <a:pt x="169" y="157"/>
                  </a:lnTo>
                  <a:lnTo>
                    <a:pt x="155" y="139"/>
                  </a:lnTo>
                  <a:lnTo>
                    <a:pt x="140" y="123"/>
                  </a:lnTo>
                  <a:lnTo>
                    <a:pt x="124" y="105"/>
                  </a:lnTo>
                  <a:lnTo>
                    <a:pt x="104" y="87"/>
                  </a:lnTo>
                  <a:lnTo>
                    <a:pt x="86" y="69"/>
                  </a:lnTo>
                  <a:lnTo>
                    <a:pt x="67" y="51"/>
                  </a:lnTo>
                  <a:lnTo>
                    <a:pt x="48" y="34"/>
                  </a:lnTo>
                  <a:lnTo>
                    <a:pt x="27" y="17"/>
                  </a:lnTo>
                  <a:lnTo>
                    <a:pt x="7" y="0"/>
                  </a:lnTo>
                  <a:lnTo>
                    <a:pt x="1" y="9"/>
                  </a:lnTo>
                </a:path>
              </a:pathLst>
            </a:custGeom>
            <a:solidFill>
              <a:srgbClr val="FF6600"/>
            </a:solidFill>
            <a:ln w="12700">
              <a:noFill/>
            </a:ln>
          </p:spPr>
          <p:txBody>
            <a:bodyPr/>
            <a:lstStyle/>
            <a:p>
              <a:endParaRPr lang="zh-CN" altLang="en-US"/>
            </a:p>
          </p:txBody>
        </p:sp>
        <p:sp>
          <p:nvSpPr>
            <p:cNvPr id="44057" name="Freeform 24"/>
            <p:cNvSpPr/>
            <p:nvPr/>
          </p:nvSpPr>
          <p:spPr>
            <a:xfrm>
              <a:off x="3035" y="2966"/>
              <a:ext cx="1169" cy="547"/>
            </a:xfrm>
            <a:custGeom>
              <a:avLst/>
              <a:gdLst/>
              <a:ahLst/>
              <a:cxnLst>
                <a:cxn ang="0">
                  <a:pos x="4" y="13"/>
                </a:cxn>
                <a:cxn ang="0">
                  <a:pos x="82" y="31"/>
                </a:cxn>
                <a:cxn ang="0">
                  <a:pos x="159" y="51"/>
                </a:cxn>
                <a:cxn ang="0">
                  <a:pos x="235" y="74"/>
                </a:cxn>
                <a:cxn ang="0">
                  <a:pos x="311" y="98"/>
                </a:cxn>
                <a:cxn ang="0">
                  <a:pos x="387" y="125"/>
                </a:cxn>
                <a:cxn ang="0">
                  <a:pos x="461" y="153"/>
                </a:cxn>
                <a:cxn ang="0">
                  <a:pos x="534" y="184"/>
                </a:cxn>
                <a:cxn ang="0">
                  <a:pos x="607" y="216"/>
                </a:cxn>
                <a:cxn ang="0">
                  <a:pos x="679" y="251"/>
                </a:cxn>
                <a:cxn ang="0">
                  <a:pos x="750" y="288"/>
                </a:cxn>
                <a:cxn ang="0">
                  <a:pos x="821" y="327"/>
                </a:cxn>
                <a:cxn ang="0">
                  <a:pos x="890" y="366"/>
                </a:cxn>
                <a:cxn ang="0">
                  <a:pos x="958" y="408"/>
                </a:cxn>
                <a:cxn ang="0">
                  <a:pos x="1027" y="452"/>
                </a:cxn>
                <a:cxn ang="0">
                  <a:pos x="1093" y="497"/>
                </a:cxn>
                <a:cxn ang="0">
                  <a:pos x="1161" y="546"/>
                </a:cxn>
                <a:cxn ang="0">
                  <a:pos x="1134" y="511"/>
                </a:cxn>
                <a:cxn ang="0">
                  <a:pos x="1067" y="465"/>
                </a:cxn>
                <a:cxn ang="0">
                  <a:pos x="1000" y="421"/>
                </a:cxn>
                <a:cxn ang="0">
                  <a:pos x="931" y="376"/>
                </a:cxn>
                <a:cxn ang="0">
                  <a:pos x="860" y="335"/>
                </a:cxn>
                <a:cxn ang="0">
                  <a:pos x="792" y="296"/>
                </a:cxn>
                <a:cxn ang="0">
                  <a:pos x="720" y="257"/>
                </a:cxn>
                <a:cxn ang="0">
                  <a:pos x="649" y="223"/>
                </a:cxn>
                <a:cxn ang="0">
                  <a:pos x="575" y="189"/>
                </a:cxn>
                <a:cxn ang="0">
                  <a:pos x="503" y="157"/>
                </a:cxn>
                <a:cxn ang="0">
                  <a:pos x="428" y="127"/>
                </a:cxn>
                <a:cxn ang="0">
                  <a:pos x="354" y="99"/>
                </a:cxn>
                <a:cxn ang="0">
                  <a:pos x="278" y="74"/>
                </a:cxn>
                <a:cxn ang="0">
                  <a:pos x="200" y="51"/>
                </a:cxn>
                <a:cxn ang="0">
                  <a:pos x="123" y="28"/>
                </a:cxn>
                <a:cxn ang="0">
                  <a:pos x="45" y="10"/>
                </a:cxn>
                <a:cxn ang="0">
                  <a:pos x="0" y="4"/>
                </a:cxn>
                <a:cxn ang="0">
                  <a:pos x="1" y="0"/>
                </a:cxn>
                <a:cxn ang="0">
                  <a:pos x="10" y="8"/>
                </a:cxn>
              </a:cxnLst>
              <a:rect l="0" t="0" r="0" b="0"/>
              <a:pathLst>
                <a:path w="1169" h="547">
                  <a:moveTo>
                    <a:pt x="10" y="8"/>
                  </a:moveTo>
                  <a:lnTo>
                    <a:pt x="4" y="13"/>
                  </a:lnTo>
                  <a:lnTo>
                    <a:pt x="42" y="22"/>
                  </a:lnTo>
                  <a:lnTo>
                    <a:pt x="82" y="31"/>
                  </a:lnTo>
                  <a:lnTo>
                    <a:pt x="120" y="41"/>
                  </a:lnTo>
                  <a:lnTo>
                    <a:pt x="159" y="51"/>
                  </a:lnTo>
                  <a:lnTo>
                    <a:pt x="198" y="62"/>
                  </a:lnTo>
                  <a:lnTo>
                    <a:pt x="235" y="74"/>
                  </a:lnTo>
                  <a:lnTo>
                    <a:pt x="274" y="85"/>
                  </a:lnTo>
                  <a:lnTo>
                    <a:pt x="311" y="98"/>
                  </a:lnTo>
                  <a:lnTo>
                    <a:pt x="349" y="111"/>
                  </a:lnTo>
                  <a:lnTo>
                    <a:pt x="387" y="125"/>
                  </a:lnTo>
                  <a:lnTo>
                    <a:pt x="424" y="139"/>
                  </a:lnTo>
                  <a:lnTo>
                    <a:pt x="461" y="153"/>
                  </a:lnTo>
                  <a:lnTo>
                    <a:pt x="497" y="168"/>
                  </a:lnTo>
                  <a:lnTo>
                    <a:pt x="534" y="184"/>
                  </a:lnTo>
                  <a:lnTo>
                    <a:pt x="571" y="200"/>
                  </a:lnTo>
                  <a:lnTo>
                    <a:pt x="607" y="216"/>
                  </a:lnTo>
                  <a:lnTo>
                    <a:pt x="643" y="234"/>
                  </a:lnTo>
                  <a:lnTo>
                    <a:pt x="679" y="251"/>
                  </a:lnTo>
                  <a:lnTo>
                    <a:pt x="714" y="269"/>
                  </a:lnTo>
                  <a:lnTo>
                    <a:pt x="750" y="288"/>
                  </a:lnTo>
                  <a:lnTo>
                    <a:pt x="785" y="307"/>
                  </a:lnTo>
                  <a:lnTo>
                    <a:pt x="821" y="327"/>
                  </a:lnTo>
                  <a:lnTo>
                    <a:pt x="855" y="345"/>
                  </a:lnTo>
                  <a:lnTo>
                    <a:pt x="890" y="366"/>
                  </a:lnTo>
                  <a:lnTo>
                    <a:pt x="924" y="387"/>
                  </a:lnTo>
                  <a:lnTo>
                    <a:pt x="958" y="408"/>
                  </a:lnTo>
                  <a:lnTo>
                    <a:pt x="993" y="430"/>
                  </a:lnTo>
                  <a:lnTo>
                    <a:pt x="1027" y="452"/>
                  </a:lnTo>
                  <a:lnTo>
                    <a:pt x="1060" y="475"/>
                  </a:lnTo>
                  <a:lnTo>
                    <a:pt x="1093" y="497"/>
                  </a:lnTo>
                  <a:lnTo>
                    <a:pt x="1128" y="521"/>
                  </a:lnTo>
                  <a:lnTo>
                    <a:pt x="1161" y="546"/>
                  </a:lnTo>
                  <a:lnTo>
                    <a:pt x="1168" y="536"/>
                  </a:lnTo>
                  <a:lnTo>
                    <a:pt x="1134" y="511"/>
                  </a:lnTo>
                  <a:lnTo>
                    <a:pt x="1101" y="488"/>
                  </a:lnTo>
                  <a:lnTo>
                    <a:pt x="1067" y="465"/>
                  </a:lnTo>
                  <a:lnTo>
                    <a:pt x="1033" y="442"/>
                  </a:lnTo>
                  <a:lnTo>
                    <a:pt x="1000" y="421"/>
                  </a:lnTo>
                  <a:lnTo>
                    <a:pt x="965" y="398"/>
                  </a:lnTo>
                  <a:lnTo>
                    <a:pt x="931" y="376"/>
                  </a:lnTo>
                  <a:lnTo>
                    <a:pt x="896" y="356"/>
                  </a:lnTo>
                  <a:lnTo>
                    <a:pt x="860" y="335"/>
                  </a:lnTo>
                  <a:lnTo>
                    <a:pt x="826" y="315"/>
                  </a:lnTo>
                  <a:lnTo>
                    <a:pt x="792" y="296"/>
                  </a:lnTo>
                  <a:lnTo>
                    <a:pt x="756" y="277"/>
                  </a:lnTo>
                  <a:lnTo>
                    <a:pt x="720" y="257"/>
                  </a:lnTo>
                  <a:lnTo>
                    <a:pt x="684" y="239"/>
                  </a:lnTo>
                  <a:lnTo>
                    <a:pt x="649" y="223"/>
                  </a:lnTo>
                  <a:lnTo>
                    <a:pt x="613" y="205"/>
                  </a:lnTo>
                  <a:lnTo>
                    <a:pt x="575" y="189"/>
                  </a:lnTo>
                  <a:lnTo>
                    <a:pt x="539" y="172"/>
                  </a:lnTo>
                  <a:lnTo>
                    <a:pt x="503" y="157"/>
                  </a:lnTo>
                  <a:lnTo>
                    <a:pt x="465" y="142"/>
                  </a:lnTo>
                  <a:lnTo>
                    <a:pt x="428" y="127"/>
                  </a:lnTo>
                  <a:lnTo>
                    <a:pt x="391" y="113"/>
                  </a:lnTo>
                  <a:lnTo>
                    <a:pt x="354" y="99"/>
                  </a:lnTo>
                  <a:lnTo>
                    <a:pt x="315" y="87"/>
                  </a:lnTo>
                  <a:lnTo>
                    <a:pt x="278" y="74"/>
                  </a:lnTo>
                  <a:lnTo>
                    <a:pt x="239" y="62"/>
                  </a:lnTo>
                  <a:lnTo>
                    <a:pt x="200" y="51"/>
                  </a:lnTo>
                  <a:lnTo>
                    <a:pt x="162" y="40"/>
                  </a:lnTo>
                  <a:lnTo>
                    <a:pt x="123" y="28"/>
                  </a:lnTo>
                  <a:lnTo>
                    <a:pt x="85" y="19"/>
                  </a:lnTo>
                  <a:lnTo>
                    <a:pt x="45" y="10"/>
                  </a:lnTo>
                  <a:lnTo>
                    <a:pt x="6" y="1"/>
                  </a:lnTo>
                  <a:lnTo>
                    <a:pt x="0" y="4"/>
                  </a:lnTo>
                  <a:lnTo>
                    <a:pt x="6" y="1"/>
                  </a:lnTo>
                  <a:lnTo>
                    <a:pt x="1" y="0"/>
                  </a:lnTo>
                  <a:lnTo>
                    <a:pt x="0" y="4"/>
                  </a:lnTo>
                  <a:lnTo>
                    <a:pt x="10" y="8"/>
                  </a:lnTo>
                </a:path>
              </a:pathLst>
            </a:custGeom>
            <a:solidFill>
              <a:srgbClr val="FF6600"/>
            </a:solidFill>
            <a:ln w="12700">
              <a:noFill/>
            </a:ln>
          </p:spPr>
          <p:txBody>
            <a:bodyPr/>
            <a:lstStyle/>
            <a:p>
              <a:endParaRPr lang="zh-CN" altLang="en-US"/>
            </a:p>
          </p:txBody>
        </p:sp>
        <p:sp>
          <p:nvSpPr>
            <p:cNvPr id="44058" name="Freeform 25"/>
            <p:cNvSpPr/>
            <p:nvPr/>
          </p:nvSpPr>
          <p:spPr>
            <a:xfrm>
              <a:off x="3114" y="3736"/>
              <a:ext cx="131" cy="17"/>
            </a:xfrm>
            <a:custGeom>
              <a:avLst/>
              <a:gdLst/>
              <a:ahLst/>
              <a:cxnLst>
                <a:cxn ang="0">
                  <a:pos x="125" y="13"/>
                </a:cxn>
                <a:cxn ang="0">
                  <a:pos x="127" y="0"/>
                </a:cxn>
                <a:cxn ang="0">
                  <a:pos x="0" y="1"/>
                </a:cxn>
                <a:cxn ang="0">
                  <a:pos x="0" y="16"/>
                </a:cxn>
                <a:cxn ang="0">
                  <a:pos x="127" y="15"/>
                </a:cxn>
                <a:cxn ang="0">
                  <a:pos x="130" y="0"/>
                </a:cxn>
                <a:cxn ang="0">
                  <a:pos x="125" y="13"/>
                </a:cxn>
              </a:cxnLst>
              <a:rect l="0" t="0" r="0" b="0"/>
              <a:pathLst>
                <a:path w="131" h="17">
                  <a:moveTo>
                    <a:pt x="125" y="13"/>
                  </a:moveTo>
                  <a:lnTo>
                    <a:pt x="127" y="0"/>
                  </a:lnTo>
                  <a:lnTo>
                    <a:pt x="0" y="1"/>
                  </a:lnTo>
                  <a:lnTo>
                    <a:pt x="0" y="16"/>
                  </a:lnTo>
                  <a:lnTo>
                    <a:pt x="127" y="15"/>
                  </a:lnTo>
                  <a:lnTo>
                    <a:pt x="130" y="0"/>
                  </a:lnTo>
                  <a:lnTo>
                    <a:pt x="125" y="13"/>
                  </a:lnTo>
                </a:path>
              </a:pathLst>
            </a:custGeom>
            <a:solidFill>
              <a:srgbClr val="FF6600"/>
            </a:solidFill>
            <a:ln w="12700">
              <a:noFill/>
            </a:ln>
          </p:spPr>
          <p:txBody>
            <a:bodyPr/>
            <a:lstStyle/>
            <a:p>
              <a:endParaRPr lang="zh-CN" altLang="en-US"/>
            </a:p>
          </p:txBody>
        </p:sp>
        <p:sp>
          <p:nvSpPr>
            <p:cNvPr id="44059" name="Freeform 26"/>
            <p:cNvSpPr/>
            <p:nvPr/>
          </p:nvSpPr>
          <p:spPr>
            <a:xfrm>
              <a:off x="3008" y="3667"/>
              <a:ext cx="237" cy="81"/>
            </a:xfrm>
            <a:custGeom>
              <a:avLst/>
              <a:gdLst/>
              <a:ahLst/>
              <a:cxnLst>
                <a:cxn ang="0">
                  <a:pos x="2" y="5"/>
                </a:cxn>
                <a:cxn ang="0">
                  <a:pos x="0" y="12"/>
                </a:cxn>
                <a:cxn ang="0">
                  <a:pos x="231" y="80"/>
                </a:cxn>
                <a:cxn ang="0">
                  <a:pos x="236" y="68"/>
                </a:cxn>
                <a:cxn ang="0">
                  <a:pos x="4" y="0"/>
                </a:cxn>
                <a:cxn ang="0">
                  <a:pos x="2" y="5"/>
                </a:cxn>
              </a:cxnLst>
              <a:rect l="0" t="0" r="0" b="0"/>
              <a:pathLst>
                <a:path w="237" h="81">
                  <a:moveTo>
                    <a:pt x="2" y="5"/>
                  </a:moveTo>
                  <a:lnTo>
                    <a:pt x="0" y="12"/>
                  </a:lnTo>
                  <a:lnTo>
                    <a:pt x="231" y="80"/>
                  </a:lnTo>
                  <a:lnTo>
                    <a:pt x="236" y="68"/>
                  </a:lnTo>
                  <a:lnTo>
                    <a:pt x="4" y="0"/>
                  </a:lnTo>
                  <a:lnTo>
                    <a:pt x="2" y="5"/>
                  </a:lnTo>
                </a:path>
              </a:pathLst>
            </a:custGeom>
            <a:solidFill>
              <a:srgbClr val="FF6600"/>
            </a:solidFill>
            <a:ln w="12700">
              <a:noFill/>
            </a:ln>
          </p:spPr>
          <p:txBody>
            <a:bodyPr/>
            <a:lstStyle/>
            <a:p>
              <a:endParaRPr lang="zh-CN" altLang="en-US"/>
            </a:p>
          </p:txBody>
        </p:sp>
        <p:sp>
          <p:nvSpPr>
            <p:cNvPr id="44060" name="Freeform 27"/>
            <p:cNvSpPr/>
            <p:nvPr/>
          </p:nvSpPr>
          <p:spPr>
            <a:xfrm>
              <a:off x="2890" y="3522"/>
              <a:ext cx="354" cy="225"/>
            </a:xfrm>
            <a:custGeom>
              <a:avLst/>
              <a:gdLst/>
              <a:ahLst/>
              <a:cxnLst>
                <a:cxn ang="0">
                  <a:pos x="347" y="224"/>
                </a:cxn>
                <a:cxn ang="0">
                  <a:pos x="353" y="211"/>
                </a:cxn>
                <a:cxn ang="0">
                  <a:pos x="330" y="203"/>
                </a:cxn>
                <a:cxn ang="0">
                  <a:pos x="309" y="192"/>
                </a:cxn>
                <a:cxn ang="0">
                  <a:pos x="288" y="182"/>
                </a:cxn>
                <a:cxn ang="0">
                  <a:pos x="265" y="171"/>
                </a:cxn>
                <a:cxn ang="0">
                  <a:pos x="245" y="160"/>
                </a:cxn>
                <a:cxn ang="0">
                  <a:pos x="223" y="149"/>
                </a:cxn>
                <a:cxn ang="0">
                  <a:pos x="200" y="136"/>
                </a:cxn>
                <a:cxn ang="0">
                  <a:pos x="180" y="124"/>
                </a:cxn>
                <a:cxn ang="0">
                  <a:pos x="158" y="112"/>
                </a:cxn>
                <a:cxn ang="0">
                  <a:pos x="137" y="98"/>
                </a:cxn>
                <a:cxn ang="0">
                  <a:pos x="115" y="83"/>
                </a:cxn>
                <a:cxn ang="0">
                  <a:pos x="93" y="67"/>
                </a:cxn>
                <a:cxn ang="0">
                  <a:pos x="72" y="52"/>
                </a:cxn>
                <a:cxn ang="0">
                  <a:pos x="51" y="36"/>
                </a:cxn>
                <a:cxn ang="0">
                  <a:pos x="30" y="18"/>
                </a:cxn>
                <a:cxn ang="0">
                  <a:pos x="7" y="0"/>
                </a:cxn>
                <a:cxn ang="0">
                  <a:pos x="0" y="10"/>
                </a:cxn>
                <a:cxn ang="0">
                  <a:pos x="21" y="28"/>
                </a:cxn>
                <a:cxn ang="0">
                  <a:pos x="43" y="45"/>
                </a:cxn>
                <a:cxn ang="0">
                  <a:pos x="64" y="62"/>
                </a:cxn>
                <a:cxn ang="0">
                  <a:pos x="86" y="78"/>
                </a:cxn>
                <a:cxn ang="0">
                  <a:pos x="108" y="93"/>
                </a:cxn>
                <a:cxn ang="0">
                  <a:pos x="131" y="107"/>
                </a:cxn>
                <a:cxn ang="0">
                  <a:pos x="151" y="121"/>
                </a:cxn>
                <a:cxn ang="0">
                  <a:pos x="173" y="135"/>
                </a:cxn>
                <a:cxn ang="0">
                  <a:pos x="195" y="148"/>
                </a:cxn>
                <a:cxn ang="0">
                  <a:pos x="217" y="160"/>
                </a:cxn>
                <a:cxn ang="0">
                  <a:pos x="238" y="171"/>
                </a:cxn>
                <a:cxn ang="0">
                  <a:pos x="260" y="182"/>
                </a:cxn>
                <a:cxn ang="0">
                  <a:pos x="282" y="193"/>
                </a:cxn>
                <a:cxn ang="0">
                  <a:pos x="304" y="204"/>
                </a:cxn>
                <a:cxn ang="0">
                  <a:pos x="325" y="213"/>
                </a:cxn>
                <a:cxn ang="0">
                  <a:pos x="347" y="224"/>
                </a:cxn>
                <a:cxn ang="0">
                  <a:pos x="353" y="211"/>
                </a:cxn>
                <a:cxn ang="0">
                  <a:pos x="347" y="224"/>
                </a:cxn>
              </a:cxnLst>
              <a:rect l="0" t="0" r="0" b="0"/>
              <a:pathLst>
                <a:path w="354" h="225">
                  <a:moveTo>
                    <a:pt x="347" y="224"/>
                  </a:moveTo>
                  <a:lnTo>
                    <a:pt x="353" y="211"/>
                  </a:lnTo>
                  <a:lnTo>
                    <a:pt x="330" y="203"/>
                  </a:lnTo>
                  <a:lnTo>
                    <a:pt x="309" y="192"/>
                  </a:lnTo>
                  <a:lnTo>
                    <a:pt x="288" y="182"/>
                  </a:lnTo>
                  <a:lnTo>
                    <a:pt x="265" y="171"/>
                  </a:lnTo>
                  <a:lnTo>
                    <a:pt x="245" y="160"/>
                  </a:lnTo>
                  <a:lnTo>
                    <a:pt x="223" y="149"/>
                  </a:lnTo>
                  <a:lnTo>
                    <a:pt x="200" y="136"/>
                  </a:lnTo>
                  <a:lnTo>
                    <a:pt x="180" y="124"/>
                  </a:lnTo>
                  <a:lnTo>
                    <a:pt x="158" y="112"/>
                  </a:lnTo>
                  <a:lnTo>
                    <a:pt x="137" y="98"/>
                  </a:lnTo>
                  <a:lnTo>
                    <a:pt x="115" y="83"/>
                  </a:lnTo>
                  <a:lnTo>
                    <a:pt x="93" y="67"/>
                  </a:lnTo>
                  <a:lnTo>
                    <a:pt x="72" y="52"/>
                  </a:lnTo>
                  <a:lnTo>
                    <a:pt x="51" y="36"/>
                  </a:lnTo>
                  <a:lnTo>
                    <a:pt x="30" y="18"/>
                  </a:lnTo>
                  <a:lnTo>
                    <a:pt x="7" y="0"/>
                  </a:lnTo>
                  <a:lnTo>
                    <a:pt x="0" y="10"/>
                  </a:lnTo>
                  <a:lnTo>
                    <a:pt x="21" y="28"/>
                  </a:lnTo>
                  <a:lnTo>
                    <a:pt x="43" y="45"/>
                  </a:lnTo>
                  <a:lnTo>
                    <a:pt x="64" y="62"/>
                  </a:lnTo>
                  <a:lnTo>
                    <a:pt x="86" y="78"/>
                  </a:lnTo>
                  <a:lnTo>
                    <a:pt x="108" y="93"/>
                  </a:lnTo>
                  <a:lnTo>
                    <a:pt x="131" y="107"/>
                  </a:lnTo>
                  <a:lnTo>
                    <a:pt x="151" y="121"/>
                  </a:lnTo>
                  <a:lnTo>
                    <a:pt x="173" y="135"/>
                  </a:lnTo>
                  <a:lnTo>
                    <a:pt x="195" y="148"/>
                  </a:lnTo>
                  <a:lnTo>
                    <a:pt x="217" y="160"/>
                  </a:lnTo>
                  <a:lnTo>
                    <a:pt x="238" y="171"/>
                  </a:lnTo>
                  <a:lnTo>
                    <a:pt x="260" y="182"/>
                  </a:lnTo>
                  <a:lnTo>
                    <a:pt x="282" y="193"/>
                  </a:lnTo>
                  <a:lnTo>
                    <a:pt x="304" y="204"/>
                  </a:lnTo>
                  <a:lnTo>
                    <a:pt x="325" y="213"/>
                  </a:lnTo>
                  <a:lnTo>
                    <a:pt x="347" y="224"/>
                  </a:lnTo>
                  <a:lnTo>
                    <a:pt x="353" y="211"/>
                  </a:lnTo>
                  <a:lnTo>
                    <a:pt x="347" y="224"/>
                  </a:lnTo>
                </a:path>
              </a:pathLst>
            </a:custGeom>
            <a:solidFill>
              <a:srgbClr val="FF6600"/>
            </a:solidFill>
            <a:ln w="12700">
              <a:noFill/>
            </a:ln>
          </p:spPr>
          <p:txBody>
            <a:bodyPr/>
            <a:lstStyle/>
            <a:p>
              <a:endParaRPr lang="zh-CN" altLang="en-US"/>
            </a:p>
          </p:txBody>
        </p:sp>
        <p:sp>
          <p:nvSpPr>
            <p:cNvPr id="44061" name="Freeform 28"/>
            <p:cNvSpPr/>
            <p:nvPr/>
          </p:nvSpPr>
          <p:spPr>
            <a:xfrm>
              <a:off x="2941" y="3611"/>
              <a:ext cx="303" cy="136"/>
            </a:xfrm>
            <a:custGeom>
              <a:avLst/>
              <a:gdLst/>
              <a:ahLst/>
              <a:cxnLst>
                <a:cxn ang="0">
                  <a:pos x="0" y="7"/>
                </a:cxn>
                <a:cxn ang="0">
                  <a:pos x="2" y="12"/>
                </a:cxn>
                <a:cxn ang="0">
                  <a:pos x="296" y="135"/>
                </a:cxn>
                <a:cxn ang="0">
                  <a:pos x="302" y="122"/>
                </a:cxn>
                <a:cxn ang="0">
                  <a:pos x="7" y="0"/>
                </a:cxn>
                <a:cxn ang="0">
                  <a:pos x="10" y="3"/>
                </a:cxn>
                <a:cxn ang="0">
                  <a:pos x="0" y="7"/>
                </a:cxn>
                <a:cxn ang="0">
                  <a:pos x="0" y="10"/>
                </a:cxn>
                <a:cxn ang="0">
                  <a:pos x="2" y="12"/>
                </a:cxn>
                <a:cxn ang="0">
                  <a:pos x="0" y="7"/>
                </a:cxn>
              </a:cxnLst>
              <a:rect l="0" t="0" r="0" b="0"/>
              <a:pathLst>
                <a:path w="303" h="136">
                  <a:moveTo>
                    <a:pt x="0" y="7"/>
                  </a:moveTo>
                  <a:lnTo>
                    <a:pt x="2" y="12"/>
                  </a:lnTo>
                  <a:lnTo>
                    <a:pt x="296" y="135"/>
                  </a:lnTo>
                  <a:lnTo>
                    <a:pt x="302" y="122"/>
                  </a:lnTo>
                  <a:lnTo>
                    <a:pt x="7" y="0"/>
                  </a:lnTo>
                  <a:lnTo>
                    <a:pt x="10" y="3"/>
                  </a:lnTo>
                  <a:lnTo>
                    <a:pt x="0" y="7"/>
                  </a:lnTo>
                  <a:lnTo>
                    <a:pt x="0" y="10"/>
                  </a:lnTo>
                  <a:lnTo>
                    <a:pt x="2" y="12"/>
                  </a:lnTo>
                  <a:lnTo>
                    <a:pt x="0" y="7"/>
                  </a:lnTo>
                </a:path>
              </a:pathLst>
            </a:custGeom>
            <a:solidFill>
              <a:srgbClr val="FF6600"/>
            </a:solidFill>
            <a:ln w="12700">
              <a:noFill/>
            </a:ln>
          </p:spPr>
          <p:txBody>
            <a:bodyPr/>
            <a:lstStyle/>
            <a:p>
              <a:endParaRPr lang="zh-CN" altLang="en-US"/>
            </a:p>
          </p:txBody>
        </p:sp>
        <p:sp>
          <p:nvSpPr>
            <p:cNvPr id="44062" name="Freeform 29"/>
            <p:cNvSpPr/>
            <p:nvPr/>
          </p:nvSpPr>
          <p:spPr>
            <a:xfrm>
              <a:off x="2937" y="3553"/>
              <a:ext cx="149" cy="67"/>
            </a:xfrm>
            <a:custGeom>
              <a:avLst/>
              <a:gdLst/>
              <a:ahLst/>
              <a:cxnLst>
                <a:cxn ang="0">
                  <a:pos x="148" y="8"/>
                </a:cxn>
                <a:cxn ang="0">
                  <a:pos x="146" y="8"/>
                </a:cxn>
                <a:cxn ang="0">
                  <a:pos x="112" y="2"/>
                </a:cxn>
                <a:cxn ang="0">
                  <a:pos x="80" y="0"/>
                </a:cxn>
                <a:cxn ang="0">
                  <a:pos x="55" y="0"/>
                </a:cxn>
                <a:cxn ang="0">
                  <a:pos x="32" y="4"/>
                </a:cxn>
                <a:cxn ang="0">
                  <a:pos x="15" y="12"/>
                </a:cxn>
                <a:cxn ang="0">
                  <a:pos x="2" y="25"/>
                </a:cxn>
                <a:cxn ang="0">
                  <a:pos x="0" y="44"/>
                </a:cxn>
                <a:cxn ang="0">
                  <a:pos x="4" y="66"/>
                </a:cxn>
                <a:cxn ang="0">
                  <a:pos x="15" y="61"/>
                </a:cxn>
                <a:cxn ang="0">
                  <a:pos x="12" y="44"/>
                </a:cxn>
                <a:cxn ang="0">
                  <a:pos x="15" y="30"/>
                </a:cxn>
                <a:cxn ang="0">
                  <a:pos x="22" y="22"/>
                </a:cxn>
                <a:cxn ang="0">
                  <a:pos x="35" y="15"/>
                </a:cxn>
                <a:cxn ang="0">
                  <a:pos x="55" y="12"/>
                </a:cxn>
                <a:cxn ang="0">
                  <a:pos x="80" y="12"/>
                </a:cxn>
                <a:cxn ang="0">
                  <a:pos x="110" y="15"/>
                </a:cxn>
                <a:cxn ang="0">
                  <a:pos x="145" y="19"/>
                </a:cxn>
                <a:cxn ang="0">
                  <a:pos x="148" y="8"/>
                </a:cxn>
              </a:cxnLst>
              <a:rect l="0" t="0" r="0" b="0"/>
              <a:pathLst>
                <a:path w="149" h="67">
                  <a:moveTo>
                    <a:pt x="148" y="8"/>
                  </a:moveTo>
                  <a:lnTo>
                    <a:pt x="146" y="8"/>
                  </a:lnTo>
                  <a:lnTo>
                    <a:pt x="112" y="2"/>
                  </a:lnTo>
                  <a:lnTo>
                    <a:pt x="80" y="0"/>
                  </a:lnTo>
                  <a:lnTo>
                    <a:pt x="55" y="0"/>
                  </a:lnTo>
                  <a:lnTo>
                    <a:pt x="32" y="4"/>
                  </a:lnTo>
                  <a:lnTo>
                    <a:pt x="15" y="12"/>
                  </a:lnTo>
                  <a:lnTo>
                    <a:pt x="2" y="25"/>
                  </a:lnTo>
                  <a:lnTo>
                    <a:pt x="0" y="44"/>
                  </a:lnTo>
                  <a:lnTo>
                    <a:pt x="4" y="66"/>
                  </a:lnTo>
                  <a:lnTo>
                    <a:pt x="15" y="61"/>
                  </a:lnTo>
                  <a:lnTo>
                    <a:pt x="12" y="44"/>
                  </a:lnTo>
                  <a:lnTo>
                    <a:pt x="15" y="30"/>
                  </a:lnTo>
                  <a:lnTo>
                    <a:pt x="22" y="22"/>
                  </a:lnTo>
                  <a:lnTo>
                    <a:pt x="35" y="15"/>
                  </a:lnTo>
                  <a:lnTo>
                    <a:pt x="55" y="12"/>
                  </a:lnTo>
                  <a:lnTo>
                    <a:pt x="80" y="12"/>
                  </a:lnTo>
                  <a:lnTo>
                    <a:pt x="110" y="15"/>
                  </a:lnTo>
                  <a:lnTo>
                    <a:pt x="145" y="19"/>
                  </a:lnTo>
                  <a:lnTo>
                    <a:pt x="148" y="8"/>
                  </a:lnTo>
                </a:path>
              </a:pathLst>
            </a:custGeom>
            <a:solidFill>
              <a:srgbClr val="FF6600"/>
            </a:solidFill>
            <a:ln w="12700">
              <a:noFill/>
            </a:ln>
          </p:spPr>
          <p:txBody>
            <a:bodyPr/>
            <a:lstStyle/>
            <a:p>
              <a:endParaRPr lang="zh-CN" altLang="en-US"/>
            </a:p>
          </p:txBody>
        </p:sp>
        <p:sp>
          <p:nvSpPr>
            <p:cNvPr id="44063" name="Freeform 30"/>
            <p:cNvSpPr/>
            <p:nvPr/>
          </p:nvSpPr>
          <p:spPr>
            <a:xfrm>
              <a:off x="3083" y="3561"/>
              <a:ext cx="443" cy="216"/>
            </a:xfrm>
            <a:custGeom>
              <a:avLst/>
              <a:gdLst/>
              <a:ahLst/>
              <a:cxnLst>
                <a:cxn ang="0">
                  <a:pos x="442" y="204"/>
                </a:cxn>
                <a:cxn ang="0">
                  <a:pos x="440" y="204"/>
                </a:cxn>
                <a:cxn ang="0">
                  <a:pos x="417" y="187"/>
                </a:cxn>
                <a:cxn ang="0">
                  <a:pos x="391" y="170"/>
                </a:cxn>
                <a:cxn ang="0">
                  <a:pos x="366" y="154"/>
                </a:cxn>
                <a:cxn ang="0">
                  <a:pos x="340" y="137"/>
                </a:cxn>
                <a:cxn ang="0">
                  <a:pos x="313" y="122"/>
                </a:cxn>
                <a:cxn ang="0">
                  <a:pos x="287" y="108"/>
                </a:cxn>
                <a:cxn ang="0">
                  <a:pos x="262" y="95"/>
                </a:cxn>
                <a:cxn ang="0">
                  <a:pos x="233" y="81"/>
                </a:cxn>
                <a:cxn ang="0">
                  <a:pos x="206" y="68"/>
                </a:cxn>
                <a:cxn ang="0">
                  <a:pos x="179" y="56"/>
                </a:cxn>
                <a:cxn ang="0">
                  <a:pos x="150" y="45"/>
                </a:cxn>
                <a:cxn ang="0">
                  <a:pos x="120" y="34"/>
                </a:cxn>
                <a:cxn ang="0">
                  <a:pos x="92" y="24"/>
                </a:cxn>
                <a:cxn ang="0">
                  <a:pos x="63" y="15"/>
                </a:cxn>
                <a:cxn ang="0">
                  <a:pos x="33" y="6"/>
                </a:cxn>
                <a:cxn ang="0">
                  <a:pos x="2" y="0"/>
                </a:cxn>
                <a:cxn ang="0">
                  <a:pos x="0" y="10"/>
                </a:cxn>
                <a:cxn ang="0">
                  <a:pos x="28" y="19"/>
                </a:cxn>
                <a:cxn ang="0">
                  <a:pos x="59" y="27"/>
                </a:cxn>
                <a:cxn ang="0">
                  <a:pos x="87" y="36"/>
                </a:cxn>
                <a:cxn ang="0">
                  <a:pos x="117" y="46"/>
                </a:cxn>
                <a:cxn ang="0">
                  <a:pos x="146" y="56"/>
                </a:cxn>
                <a:cxn ang="0">
                  <a:pos x="173" y="67"/>
                </a:cxn>
                <a:cxn ang="0">
                  <a:pos x="202" y="80"/>
                </a:cxn>
                <a:cxn ang="0">
                  <a:pos x="228" y="92"/>
                </a:cxn>
                <a:cxn ang="0">
                  <a:pos x="256" y="106"/>
                </a:cxn>
                <a:cxn ang="0">
                  <a:pos x="282" y="119"/>
                </a:cxn>
                <a:cxn ang="0">
                  <a:pos x="308" y="133"/>
                </a:cxn>
                <a:cxn ang="0">
                  <a:pos x="334" y="148"/>
                </a:cxn>
                <a:cxn ang="0">
                  <a:pos x="359" y="163"/>
                </a:cxn>
                <a:cxn ang="0">
                  <a:pos x="384" y="180"/>
                </a:cxn>
                <a:cxn ang="0">
                  <a:pos x="408" y="196"/>
                </a:cxn>
                <a:cxn ang="0">
                  <a:pos x="434" y="215"/>
                </a:cxn>
                <a:cxn ang="0">
                  <a:pos x="432" y="213"/>
                </a:cxn>
                <a:cxn ang="0">
                  <a:pos x="442" y="204"/>
                </a:cxn>
              </a:cxnLst>
              <a:rect l="0" t="0" r="0" b="0"/>
              <a:pathLst>
                <a:path w="443" h="216">
                  <a:moveTo>
                    <a:pt x="442" y="204"/>
                  </a:moveTo>
                  <a:lnTo>
                    <a:pt x="440" y="204"/>
                  </a:lnTo>
                  <a:lnTo>
                    <a:pt x="417" y="187"/>
                  </a:lnTo>
                  <a:lnTo>
                    <a:pt x="391" y="170"/>
                  </a:lnTo>
                  <a:lnTo>
                    <a:pt x="366" y="154"/>
                  </a:lnTo>
                  <a:lnTo>
                    <a:pt x="340" y="137"/>
                  </a:lnTo>
                  <a:lnTo>
                    <a:pt x="313" y="122"/>
                  </a:lnTo>
                  <a:lnTo>
                    <a:pt x="287" y="108"/>
                  </a:lnTo>
                  <a:lnTo>
                    <a:pt x="262" y="95"/>
                  </a:lnTo>
                  <a:lnTo>
                    <a:pt x="233" y="81"/>
                  </a:lnTo>
                  <a:lnTo>
                    <a:pt x="206" y="68"/>
                  </a:lnTo>
                  <a:lnTo>
                    <a:pt x="179" y="56"/>
                  </a:lnTo>
                  <a:lnTo>
                    <a:pt x="150" y="45"/>
                  </a:lnTo>
                  <a:lnTo>
                    <a:pt x="120" y="34"/>
                  </a:lnTo>
                  <a:lnTo>
                    <a:pt x="92" y="24"/>
                  </a:lnTo>
                  <a:lnTo>
                    <a:pt x="63" y="15"/>
                  </a:lnTo>
                  <a:lnTo>
                    <a:pt x="33" y="6"/>
                  </a:lnTo>
                  <a:lnTo>
                    <a:pt x="2" y="0"/>
                  </a:lnTo>
                  <a:lnTo>
                    <a:pt x="0" y="10"/>
                  </a:lnTo>
                  <a:lnTo>
                    <a:pt x="28" y="19"/>
                  </a:lnTo>
                  <a:lnTo>
                    <a:pt x="59" y="27"/>
                  </a:lnTo>
                  <a:lnTo>
                    <a:pt x="87" y="36"/>
                  </a:lnTo>
                  <a:lnTo>
                    <a:pt x="117" y="46"/>
                  </a:lnTo>
                  <a:lnTo>
                    <a:pt x="146" y="56"/>
                  </a:lnTo>
                  <a:lnTo>
                    <a:pt x="173" y="67"/>
                  </a:lnTo>
                  <a:lnTo>
                    <a:pt x="202" y="80"/>
                  </a:lnTo>
                  <a:lnTo>
                    <a:pt x="228" y="92"/>
                  </a:lnTo>
                  <a:lnTo>
                    <a:pt x="256" y="106"/>
                  </a:lnTo>
                  <a:lnTo>
                    <a:pt x="282" y="119"/>
                  </a:lnTo>
                  <a:lnTo>
                    <a:pt x="308" y="133"/>
                  </a:lnTo>
                  <a:lnTo>
                    <a:pt x="334" y="148"/>
                  </a:lnTo>
                  <a:lnTo>
                    <a:pt x="359" y="163"/>
                  </a:lnTo>
                  <a:lnTo>
                    <a:pt x="384" y="180"/>
                  </a:lnTo>
                  <a:lnTo>
                    <a:pt x="408" y="196"/>
                  </a:lnTo>
                  <a:lnTo>
                    <a:pt x="434" y="215"/>
                  </a:lnTo>
                  <a:lnTo>
                    <a:pt x="432" y="213"/>
                  </a:lnTo>
                  <a:lnTo>
                    <a:pt x="442" y="204"/>
                  </a:lnTo>
                </a:path>
              </a:pathLst>
            </a:custGeom>
            <a:solidFill>
              <a:srgbClr val="FF6600"/>
            </a:solidFill>
            <a:ln w="12700">
              <a:noFill/>
            </a:ln>
          </p:spPr>
          <p:txBody>
            <a:bodyPr/>
            <a:lstStyle/>
            <a:p>
              <a:endParaRPr lang="zh-CN" altLang="en-US"/>
            </a:p>
          </p:txBody>
        </p:sp>
        <p:sp>
          <p:nvSpPr>
            <p:cNvPr id="44064" name="Freeform 31"/>
            <p:cNvSpPr/>
            <p:nvPr/>
          </p:nvSpPr>
          <p:spPr>
            <a:xfrm>
              <a:off x="3484" y="3765"/>
              <a:ext cx="81" cy="119"/>
            </a:xfrm>
            <a:custGeom>
              <a:avLst/>
              <a:gdLst/>
              <a:ahLst/>
              <a:cxnLst>
                <a:cxn ang="0">
                  <a:pos x="0" y="118"/>
                </a:cxn>
                <a:cxn ang="0">
                  <a:pos x="28" y="115"/>
                </a:cxn>
                <a:cxn ang="0">
                  <a:pos x="51" y="109"/>
                </a:cxn>
                <a:cxn ang="0">
                  <a:pos x="69" y="99"/>
                </a:cxn>
                <a:cxn ang="0">
                  <a:pos x="78" y="86"/>
                </a:cxn>
                <a:cxn ang="0">
                  <a:pos x="80" y="68"/>
                </a:cxn>
                <a:cxn ang="0">
                  <a:pos x="74" y="47"/>
                </a:cxn>
                <a:cxn ang="0">
                  <a:pos x="60" y="25"/>
                </a:cxn>
                <a:cxn ang="0">
                  <a:pos x="41" y="0"/>
                </a:cxn>
                <a:cxn ang="0">
                  <a:pos x="31" y="8"/>
                </a:cxn>
                <a:cxn ang="0">
                  <a:pos x="51" y="31"/>
                </a:cxn>
                <a:cxn ang="0">
                  <a:pos x="61" y="52"/>
                </a:cxn>
                <a:cxn ang="0">
                  <a:pos x="67" y="69"/>
                </a:cxn>
                <a:cxn ang="0">
                  <a:pos x="66" y="81"/>
                </a:cxn>
                <a:cxn ang="0">
                  <a:pos x="60" y="89"/>
                </a:cxn>
                <a:cxn ang="0">
                  <a:pos x="46" y="98"/>
                </a:cxn>
                <a:cxn ang="0">
                  <a:pos x="27" y="102"/>
                </a:cxn>
                <a:cxn ang="0">
                  <a:pos x="0" y="104"/>
                </a:cxn>
                <a:cxn ang="0">
                  <a:pos x="0" y="118"/>
                </a:cxn>
              </a:cxnLst>
              <a:rect l="0" t="0" r="0" b="0"/>
              <a:pathLst>
                <a:path w="81" h="119">
                  <a:moveTo>
                    <a:pt x="0" y="118"/>
                  </a:moveTo>
                  <a:lnTo>
                    <a:pt x="28" y="115"/>
                  </a:lnTo>
                  <a:lnTo>
                    <a:pt x="51" y="109"/>
                  </a:lnTo>
                  <a:lnTo>
                    <a:pt x="69" y="99"/>
                  </a:lnTo>
                  <a:lnTo>
                    <a:pt x="78" y="86"/>
                  </a:lnTo>
                  <a:lnTo>
                    <a:pt x="80" y="68"/>
                  </a:lnTo>
                  <a:lnTo>
                    <a:pt x="74" y="47"/>
                  </a:lnTo>
                  <a:lnTo>
                    <a:pt x="60" y="25"/>
                  </a:lnTo>
                  <a:lnTo>
                    <a:pt x="41" y="0"/>
                  </a:lnTo>
                  <a:lnTo>
                    <a:pt x="31" y="8"/>
                  </a:lnTo>
                  <a:lnTo>
                    <a:pt x="51" y="31"/>
                  </a:lnTo>
                  <a:lnTo>
                    <a:pt x="61" y="52"/>
                  </a:lnTo>
                  <a:lnTo>
                    <a:pt x="67" y="69"/>
                  </a:lnTo>
                  <a:lnTo>
                    <a:pt x="66" y="81"/>
                  </a:lnTo>
                  <a:lnTo>
                    <a:pt x="60" y="89"/>
                  </a:lnTo>
                  <a:lnTo>
                    <a:pt x="46" y="98"/>
                  </a:lnTo>
                  <a:lnTo>
                    <a:pt x="27" y="102"/>
                  </a:lnTo>
                  <a:lnTo>
                    <a:pt x="0" y="104"/>
                  </a:lnTo>
                  <a:lnTo>
                    <a:pt x="0" y="118"/>
                  </a:lnTo>
                </a:path>
              </a:pathLst>
            </a:custGeom>
            <a:solidFill>
              <a:srgbClr val="FF6600"/>
            </a:solidFill>
            <a:ln w="12700">
              <a:noFill/>
            </a:ln>
          </p:spPr>
          <p:txBody>
            <a:bodyPr/>
            <a:lstStyle/>
            <a:p>
              <a:endParaRPr lang="zh-CN" altLang="en-US"/>
            </a:p>
          </p:txBody>
        </p:sp>
        <p:sp>
          <p:nvSpPr>
            <p:cNvPr id="44065" name="Freeform 32"/>
            <p:cNvSpPr/>
            <p:nvPr/>
          </p:nvSpPr>
          <p:spPr>
            <a:xfrm>
              <a:off x="2873" y="3433"/>
              <a:ext cx="371" cy="314"/>
            </a:xfrm>
            <a:custGeom>
              <a:avLst/>
              <a:gdLst/>
              <a:ahLst/>
              <a:cxnLst>
                <a:cxn ang="0">
                  <a:pos x="362" y="311"/>
                </a:cxn>
                <a:cxn ang="0">
                  <a:pos x="370" y="301"/>
                </a:cxn>
                <a:cxn ang="0">
                  <a:pos x="344" y="286"/>
                </a:cxn>
                <a:cxn ang="0">
                  <a:pos x="317" y="271"/>
                </a:cxn>
                <a:cxn ang="0">
                  <a:pos x="292" y="256"/>
                </a:cxn>
                <a:cxn ang="0">
                  <a:pos x="267" y="240"/>
                </a:cxn>
                <a:cxn ang="0">
                  <a:pos x="244" y="222"/>
                </a:cxn>
                <a:cxn ang="0">
                  <a:pos x="220" y="205"/>
                </a:cxn>
                <a:cxn ang="0">
                  <a:pos x="197" y="186"/>
                </a:cxn>
                <a:cxn ang="0">
                  <a:pos x="175" y="168"/>
                </a:cxn>
                <a:cxn ang="0">
                  <a:pos x="152" y="149"/>
                </a:cxn>
                <a:cxn ang="0">
                  <a:pos x="131" y="128"/>
                </a:cxn>
                <a:cxn ang="0">
                  <a:pos x="110" y="107"/>
                </a:cxn>
                <a:cxn ang="0">
                  <a:pos x="89" y="87"/>
                </a:cxn>
                <a:cxn ang="0">
                  <a:pos x="69" y="66"/>
                </a:cxn>
                <a:cxn ang="0">
                  <a:pos x="48" y="43"/>
                </a:cxn>
                <a:cxn ang="0">
                  <a:pos x="28" y="22"/>
                </a:cxn>
                <a:cxn ang="0">
                  <a:pos x="7" y="0"/>
                </a:cxn>
                <a:cxn ang="0">
                  <a:pos x="0" y="8"/>
                </a:cxn>
                <a:cxn ang="0">
                  <a:pos x="19" y="30"/>
                </a:cxn>
                <a:cxn ang="0">
                  <a:pos x="38" y="52"/>
                </a:cxn>
                <a:cxn ang="0">
                  <a:pos x="59" y="74"/>
                </a:cxn>
                <a:cxn ang="0">
                  <a:pos x="80" y="96"/>
                </a:cxn>
                <a:cxn ang="0">
                  <a:pos x="100" y="117"/>
                </a:cxn>
                <a:cxn ang="0">
                  <a:pos x="122" y="137"/>
                </a:cxn>
                <a:cxn ang="0">
                  <a:pos x="144" y="157"/>
                </a:cxn>
                <a:cxn ang="0">
                  <a:pos x="167" y="176"/>
                </a:cxn>
                <a:cxn ang="0">
                  <a:pos x="188" y="195"/>
                </a:cxn>
                <a:cxn ang="0">
                  <a:pos x="212" y="214"/>
                </a:cxn>
                <a:cxn ang="0">
                  <a:pos x="235" y="232"/>
                </a:cxn>
                <a:cxn ang="0">
                  <a:pos x="261" y="249"/>
                </a:cxn>
                <a:cxn ang="0">
                  <a:pos x="285" y="266"/>
                </a:cxn>
                <a:cxn ang="0">
                  <a:pos x="310" y="282"/>
                </a:cxn>
                <a:cxn ang="0">
                  <a:pos x="336" y="297"/>
                </a:cxn>
                <a:cxn ang="0">
                  <a:pos x="364" y="313"/>
                </a:cxn>
                <a:cxn ang="0">
                  <a:pos x="370" y="301"/>
                </a:cxn>
                <a:cxn ang="0">
                  <a:pos x="362" y="311"/>
                </a:cxn>
              </a:cxnLst>
              <a:rect l="0" t="0" r="0" b="0"/>
              <a:pathLst>
                <a:path w="371" h="314">
                  <a:moveTo>
                    <a:pt x="362" y="311"/>
                  </a:moveTo>
                  <a:lnTo>
                    <a:pt x="370" y="301"/>
                  </a:lnTo>
                  <a:lnTo>
                    <a:pt x="344" y="286"/>
                  </a:lnTo>
                  <a:lnTo>
                    <a:pt x="317" y="271"/>
                  </a:lnTo>
                  <a:lnTo>
                    <a:pt x="292" y="256"/>
                  </a:lnTo>
                  <a:lnTo>
                    <a:pt x="267" y="240"/>
                  </a:lnTo>
                  <a:lnTo>
                    <a:pt x="244" y="222"/>
                  </a:lnTo>
                  <a:lnTo>
                    <a:pt x="220" y="205"/>
                  </a:lnTo>
                  <a:lnTo>
                    <a:pt x="197" y="186"/>
                  </a:lnTo>
                  <a:lnTo>
                    <a:pt x="175" y="168"/>
                  </a:lnTo>
                  <a:lnTo>
                    <a:pt x="152" y="149"/>
                  </a:lnTo>
                  <a:lnTo>
                    <a:pt x="131" y="128"/>
                  </a:lnTo>
                  <a:lnTo>
                    <a:pt x="110" y="107"/>
                  </a:lnTo>
                  <a:lnTo>
                    <a:pt x="89" y="87"/>
                  </a:lnTo>
                  <a:lnTo>
                    <a:pt x="69" y="66"/>
                  </a:lnTo>
                  <a:lnTo>
                    <a:pt x="48" y="43"/>
                  </a:lnTo>
                  <a:lnTo>
                    <a:pt x="28" y="22"/>
                  </a:lnTo>
                  <a:lnTo>
                    <a:pt x="7" y="0"/>
                  </a:lnTo>
                  <a:lnTo>
                    <a:pt x="0" y="8"/>
                  </a:lnTo>
                  <a:lnTo>
                    <a:pt x="19" y="30"/>
                  </a:lnTo>
                  <a:lnTo>
                    <a:pt x="38" y="52"/>
                  </a:lnTo>
                  <a:lnTo>
                    <a:pt x="59" y="74"/>
                  </a:lnTo>
                  <a:lnTo>
                    <a:pt x="80" y="96"/>
                  </a:lnTo>
                  <a:lnTo>
                    <a:pt x="100" y="117"/>
                  </a:lnTo>
                  <a:lnTo>
                    <a:pt x="122" y="137"/>
                  </a:lnTo>
                  <a:lnTo>
                    <a:pt x="144" y="157"/>
                  </a:lnTo>
                  <a:lnTo>
                    <a:pt x="167" y="176"/>
                  </a:lnTo>
                  <a:lnTo>
                    <a:pt x="188" y="195"/>
                  </a:lnTo>
                  <a:lnTo>
                    <a:pt x="212" y="214"/>
                  </a:lnTo>
                  <a:lnTo>
                    <a:pt x="235" y="232"/>
                  </a:lnTo>
                  <a:lnTo>
                    <a:pt x="261" y="249"/>
                  </a:lnTo>
                  <a:lnTo>
                    <a:pt x="285" y="266"/>
                  </a:lnTo>
                  <a:lnTo>
                    <a:pt x="310" y="282"/>
                  </a:lnTo>
                  <a:lnTo>
                    <a:pt x="336" y="297"/>
                  </a:lnTo>
                  <a:lnTo>
                    <a:pt x="364" y="313"/>
                  </a:lnTo>
                  <a:lnTo>
                    <a:pt x="370" y="301"/>
                  </a:lnTo>
                  <a:lnTo>
                    <a:pt x="362" y="311"/>
                  </a:lnTo>
                </a:path>
              </a:pathLst>
            </a:custGeom>
            <a:solidFill>
              <a:srgbClr val="FF6600"/>
            </a:solidFill>
            <a:ln w="12700">
              <a:noFill/>
            </a:ln>
          </p:spPr>
          <p:txBody>
            <a:bodyPr/>
            <a:lstStyle/>
            <a:p>
              <a:endParaRPr lang="zh-CN" altLang="en-US"/>
            </a:p>
          </p:txBody>
        </p:sp>
        <p:sp>
          <p:nvSpPr>
            <p:cNvPr id="44066" name="Freeform 33"/>
            <p:cNvSpPr/>
            <p:nvPr/>
          </p:nvSpPr>
          <p:spPr>
            <a:xfrm>
              <a:off x="2922" y="3278"/>
              <a:ext cx="322" cy="467"/>
            </a:xfrm>
            <a:custGeom>
              <a:avLst/>
              <a:gdLst/>
              <a:ahLst/>
              <a:cxnLst>
                <a:cxn ang="0">
                  <a:pos x="0" y="3"/>
                </a:cxn>
                <a:cxn ang="0">
                  <a:pos x="13" y="38"/>
                </a:cxn>
                <a:cxn ang="0">
                  <a:pos x="27" y="72"/>
                </a:cxn>
                <a:cxn ang="0">
                  <a:pos x="41" y="106"/>
                </a:cxn>
                <a:cxn ang="0">
                  <a:pos x="56" y="138"/>
                </a:cxn>
                <a:cxn ang="0">
                  <a:pos x="72" y="171"/>
                </a:cxn>
                <a:cxn ang="0">
                  <a:pos x="89" y="203"/>
                </a:cxn>
                <a:cxn ang="0">
                  <a:pos x="107" y="234"/>
                </a:cxn>
                <a:cxn ang="0">
                  <a:pos x="125" y="264"/>
                </a:cxn>
                <a:cxn ang="0">
                  <a:pos x="144" y="293"/>
                </a:cxn>
                <a:cxn ang="0">
                  <a:pos x="165" y="320"/>
                </a:cxn>
                <a:cxn ang="0">
                  <a:pos x="187" y="348"/>
                </a:cxn>
                <a:cxn ang="0">
                  <a:pos x="209" y="374"/>
                </a:cxn>
                <a:cxn ang="0">
                  <a:pos x="233" y="399"/>
                </a:cxn>
                <a:cxn ang="0">
                  <a:pos x="259" y="423"/>
                </a:cxn>
                <a:cxn ang="0">
                  <a:pos x="286" y="445"/>
                </a:cxn>
                <a:cxn ang="0">
                  <a:pos x="313" y="466"/>
                </a:cxn>
                <a:cxn ang="0">
                  <a:pos x="321" y="455"/>
                </a:cxn>
                <a:cxn ang="0">
                  <a:pos x="293" y="435"/>
                </a:cxn>
                <a:cxn ang="0">
                  <a:pos x="267" y="413"/>
                </a:cxn>
                <a:cxn ang="0">
                  <a:pos x="242" y="390"/>
                </a:cxn>
                <a:cxn ang="0">
                  <a:pos x="218" y="366"/>
                </a:cxn>
                <a:cxn ang="0">
                  <a:pos x="197" y="340"/>
                </a:cxn>
                <a:cxn ang="0">
                  <a:pos x="174" y="314"/>
                </a:cxn>
                <a:cxn ang="0">
                  <a:pos x="155" y="286"/>
                </a:cxn>
                <a:cxn ang="0">
                  <a:pos x="136" y="257"/>
                </a:cxn>
                <a:cxn ang="0">
                  <a:pos x="117" y="228"/>
                </a:cxn>
                <a:cxn ang="0">
                  <a:pos x="100" y="197"/>
                </a:cxn>
                <a:cxn ang="0">
                  <a:pos x="84" y="166"/>
                </a:cxn>
                <a:cxn ang="0">
                  <a:pos x="69" y="135"/>
                </a:cxn>
                <a:cxn ang="0">
                  <a:pos x="53" y="101"/>
                </a:cxn>
                <a:cxn ang="0">
                  <a:pos x="38" y="68"/>
                </a:cxn>
                <a:cxn ang="0">
                  <a:pos x="24" y="33"/>
                </a:cxn>
                <a:cxn ang="0">
                  <a:pos x="10" y="0"/>
                </a:cxn>
                <a:cxn ang="0">
                  <a:pos x="0" y="3"/>
                </a:cxn>
              </a:cxnLst>
              <a:rect l="0" t="0" r="0" b="0"/>
              <a:pathLst>
                <a:path w="322" h="467">
                  <a:moveTo>
                    <a:pt x="0" y="3"/>
                  </a:moveTo>
                  <a:lnTo>
                    <a:pt x="13" y="38"/>
                  </a:lnTo>
                  <a:lnTo>
                    <a:pt x="27" y="72"/>
                  </a:lnTo>
                  <a:lnTo>
                    <a:pt x="41" y="106"/>
                  </a:lnTo>
                  <a:lnTo>
                    <a:pt x="56" y="138"/>
                  </a:lnTo>
                  <a:lnTo>
                    <a:pt x="72" y="171"/>
                  </a:lnTo>
                  <a:lnTo>
                    <a:pt x="89" y="203"/>
                  </a:lnTo>
                  <a:lnTo>
                    <a:pt x="107" y="234"/>
                  </a:lnTo>
                  <a:lnTo>
                    <a:pt x="125" y="264"/>
                  </a:lnTo>
                  <a:lnTo>
                    <a:pt x="144" y="293"/>
                  </a:lnTo>
                  <a:lnTo>
                    <a:pt x="165" y="320"/>
                  </a:lnTo>
                  <a:lnTo>
                    <a:pt x="187" y="348"/>
                  </a:lnTo>
                  <a:lnTo>
                    <a:pt x="209" y="374"/>
                  </a:lnTo>
                  <a:lnTo>
                    <a:pt x="233" y="399"/>
                  </a:lnTo>
                  <a:lnTo>
                    <a:pt x="259" y="423"/>
                  </a:lnTo>
                  <a:lnTo>
                    <a:pt x="286" y="445"/>
                  </a:lnTo>
                  <a:lnTo>
                    <a:pt x="313" y="466"/>
                  </a:lnTo>
                  <a:lnTo>
                    <a:pt x="321" y="455"/>
                  </a:lnTo>
                  <a:lnTo>
                    <a:pt x="293" y="435"/>
                  </a:lnTo>
                  <a:lnTo>
                    <a:pt x="267" y="413"/>
                  </a:lnTo>
                  <a:lnTo>
                    <a:pt x="242" y="390"/>
                  </a:lnTo>
                  <a:lnTo>
                    <a:pt x="218" y="366"/>
                  </a:lnTo>
                  <a:lnTo>
                    <a:pt x="197" y="340"/>
                  </a:lnTo>
                  <a:lnTo>
                    <a:pt x="174" y="314"/>
                  </a:lnTo>
                  <a:lnTo>
                    <a:pt x="155" y="286"/>
                  </a:lnTo>
                  <a:lnTo>
                    <a:pt x="136" y="257"/>
                  </a:lnTo>
                  <a:lnTo>
                    <a:pt x="117" y="228"/>
                  </a:lnTo>
                  <a:lnTo>
                    <a:pt x="100" y="197"/>
                  </a:lnTo>
                  <a:lnTo>
                    <a:pt x="84" y="166"/>
                  </a:lnTo>
                  <a:lnTo>
                    <a:pt x="69" y="135"/>
                  </a:lnTo>
                  <a:lnTo>
                    <a:pt x="53" y="101"/>
                  </a:lnTo>
                  <a:lnTo>
                    <a:pt x="38" y="68"/>
                  </a:lnTo>
                  <a:lnTo>
                    <a:pt x="24" y="33"/>
                  </a:lnTo>
                  <a:lnTo>
                    <a:pt x="10" y="0"/>
                  </a:lnTo>
                  <a:lnTo>
                    <a:pt x="0" y="3"/>
                  </a:lnTo>
                </a:path>
              </a:pathLst>
            </a:custGeom>
            <a:solidFill>
              <a:srgbClr val="FF6600"/>
            </a:solidFill>
            <a:ln w="12700">
              <a:noFill/>
            </a:ln>
          </p:spPr>
          <p:txBody>
            <a:bodyPr/>
            <a:lstStyle/>
            <a:p>
              <a:endParaRPr lang="zh-CN" altLang="en-US"/>
            </a:p>
          </p:txBody>
        </p:sp>
        <p:sp>
          <p:nvSpPr>
            <p:cNvPr id="44067" name="Freeform 34"/>
            <p:cNvSpPr/>
            <p:nvPr/>
          </p:nvSpPr>
          <p:spPr>
            <a:xfrm>
              <a:off x="3132" y="2999"/>
              <a:ext cx="112" cy="753"/>
            </a:xfrm>
            <a:custGeom>
              <a:avLst/>
              <a:gdLst/>
              <a:ahLst/>
              <a:cxnLst>
                <a:cxn ang="0">
                  <a:pos x="100" y="736"/>
                </a:cxn>
                <a:cxn ang="0">
                  <a:pos x="111" y="736"/>
                </a:cxn>
                <a:cxn ang="0">
                  <a:pos x="94" y="706"/>
                </a:cxn>
                <a:cxn ang="0">
                  <a:pos x="79" y="674"/>
                </a:cxn>
                <a:cxn ang="0">
                  <a:pos x="66" y="638"/>
                </a:cxn>
                <a:cxn ang="0">
                  <a:pos x="55" y="599"/>
                </a:cxn>
                <a:cxn ang="0">
                  <a:pos x="45" y="559"/>
                </a:cxn>
                <a:cxn ang="0">
                  <a:pos x="36" y="517"/>
                </a:cxn>
                <a:cxn ang="0">
                  <a:pos x="29" y="473"/>
                </a:cxn>
                <a:cxn ang="0">
                  <a:pos x="23" y="426"/>
                </a:cxn>
                <a:cxn ang="0">
                  <a:pos x="19" y="378"/>
                </a:cxn>
                <a:cxn ang="0">
                  <a:pos x="16" y="327"/>
                </a:cxn>
                <a:cxn ang="0">
                  <a:pos x="13" y="276"/>
                </a:cxn>
                <a:cxn ang="0">
                  <a:pos x="12" y="222"/>
                </a:cxn>
                <a:cxn ang="0">
                  <a:pos x="12" y="169"/>
                </a:cxn>
                <a:cxn ang="0">
                  <a:pos x="12" y="114"/>
                </a:cxn>
                <a:cxn ang="0">
                  <a:pos x="13" y="57"/>
                </a:cxn>
                <a:cxn ang="0">
                  <a:pos x="15" y="0"/>
                </a:cxn>
                <a:cxn ang="0">
                  <a:pos x="2" y="0"/>
                </a:cxn>
                <a:cxn ang="0">
                  <a:pos x="1" y="57"/>
                </a:cxn>
                <a:cxn ang="0">
                  <a:pos x="0" y="114"/>
                </a:cxn>
                <a:cxn ang="0">
                  <a:pos x="0" y="169"/>
                </a:cxn>
                <a:cxn ang="0">
                  <a:pos x="0" y="224"/>
                </a:cxn>
                <a:cxn ang="0">
                  <a:pos x="1" y="276"/>
                </a:cxn>
                <a:cxn ang="0">
                  <a:pos x="4" y="328"/>
                </a:cxn>
                <a:cxn ang="0">
                  <a:pos x="6" y="378"/>
                </a:cxn>
                <a:cxn ang="0">
                  <a:pos x="10" y="427"/>
                </a:cxn>
                <a:cxn ang="0">
                  <a:pos x="18" y="474"/>
                </a:cxn>
                <a:cxn ang="0">
                  <a:pos x="24" y="520"/>
                </a:cxn>
                <a:cxn ang="0">
                  <a:pos x="33" y="562"/>
                </a:cxn>
                <a:cxn ang="0">
                  <a:pos x="42" y="603"/>
                </a:cxn>
                <a:cxn ang="0">
                  <a:pos x="53" y="642"/>
                </a:cxn>
                <a:cxn ang="0">
                  <a:pos x="68" y="677"/>
                </a:cxn>
                <a:cxn ang="0">
                  <a:pos x="83" y="712"/>
                </a:cxn>
                <a:cxn ang="0">
                  <a:pos x="100" y="744"/>
                </a:cxn>
                <a:cxn ang="0">
                  <a:pos x="111" y="744"/>
                </a:cxn>
                <a:cxn ang="0">
                  <a:pos x="100" y="744"/>
                </a:cxn>
                <a:cxn ang="0">
                  <a:pos x="105" y="752"/>
                </a:cxn>
                <a:cxn ang="0">
                  <a:pos x="111" y="744"/>
                </a:cxn>
                <a:cxn ang="0">
                  <a:pos x="100" y="736"/>
                </a:cxn>
              </a:cxnLst>
              <a:rect l="0" t="0" r="0" b="0"/>
              <a:pathLst>
                <a:path w="112" h="753">
                  <a:moveTo>
                    <a:pt x="100" y="736"/>
                  </a:moveTo>
                  <a:lnTo>
                    <a:pt x="111" y="736"/>
                  </a:lnTo>
                  <a:lnTo>
                    <a:pt x="94" y="706"/>
                  </a:lnTo>
                  <a:lnTo>
                    <a:pt x="79" y="674"/>
                  </a:lnTo>
                  <a:lnTo>
                    <a:pt x="66" y="638"/>
                  </a:lnTo>
                  <a:lnTo>
                    <a:pt x="55" y="599"/>
                  </a:lnTo>
                  <a:lnTo>
                    <a:pt x="45" y="559"/>
                  </a:lnTo>
                  <a:lnTo>
                    <a:pt x="36" y="517"/>
                  </a:lnTo>
                  <a:lnTo>
                    <a:pt x="29" y="473"/>
                  </a:lnTo>
                  <a:lnTo>
                    <a:pt x="23" y="426"/>
                  </a:lnTo>
                  <a:lnTo>
                    <a:pt x="19" y="378"/>
                  </a:lnTo>
                  <a:lnTo>
                    <a:pt x="16" y="327"/>
                  </a:lnTo>
                  <a:lnTo>
                    <a:pt x="13" y="276"/>
                  </a:lnTo>
                  <a:lnTo>
                    <a:pt x="12" y="222"/>
                  </a:lnTo>
                  <a:lnTo>
                    <a:pt x="12" y="169"/>
                  </a:lnTo>
                  <a:lnTo>
                    <a:pt x="12" y="114"/>
                  </a:lnTo>
                  <a:lnTo>
                    <a:pt x="13" y="57"/>
                  </a:lnTo>
                  <a:lnTo>
                    <a:pt x="15" y="0"/>
                  </a:lnTo>
                  <a:lnTo>
                    <a:pt x="2" y="0"/>
                  </a:lnTo>
                  <a:lnTo>
                    <a:pt x="1" y="57"/>
                  </a:lnTo>
                  <a:lnTo>
                    <a:pt x="0" y="114"/>
                  </a:lnTo>
                  <a:lnTo>
                    <a:pt x="0" y="169"/>
                  </a:lnTo>
                  <a:lnTo>
                    <a:pt x="0" y="224"/>
                  </a:lnTo>
                  <a:lnTo>
                    <a:pt x="1" y="276"/>
                  </a:lnTo>
                  <a:lnTo>
                    <a:pt x="4" y="328"/>
                  </a:lnTo>
                  <a:lnTo>
                    <a:pt x="6" y="378"/>
                  </a:lnTo>
                  <a:lnTo>
                    <a:pt x="10" y="427"/>
                  </a:lnTo>
                  <a:lnTo>
                    <a:pt x="18" y="474"/>
                  </a:lnTo>
                  <a:lnTo>
                    <a:pt x="24" y="520"/>
                  </a:lnTo>
                  <a:lnTo>
                    <a:pt x="33" y="562"/>
                  </a:lnTo>
                  <a:lnTo>
                    <a:pt x="42" y="603"/>
                  </a:lnTo>
                  <a:lnTo>
                    <a:pt x="53" y="642"/>
                  </a:lnTo>
                  <a:lnTo>
                    <a:pt x="68" y="677"/>
                  </a:lnTo>
                  <a:lnTo>
                    <a:pt x="83" y="712"/>
                  </a:lnTo>
                  <a:lnTo>
                    <a:pt x="100" y="744"/>
                  </a:lnTo>
                  <a:lnTo>
                    <a:pt x="111" y="744"/>
                  </a:lnTo>
                  <a:lnTo>
                    <a:pt x="100" y="744"/>
                  </a:lnTo>
                  <a:lnTo>
                    <a:pt x="105" y="752"/>
                  </a:lnTo>
                  <a:lnTo>
                    <a:pt x="111" y="744"/>
                  </a:lnTo>
                  <a:lnTo>
                    <a:pt x="100" y="736"/>
                  </a:lnTo>
                </a:path>
              </a:pathLst>
            </a:custGeom>
            <a:solidFill>
              <a:srgbClr val="FF6600"/>
            </a:solidFill>
            <a:ln w="12700">
              <a:noFill/>
            </a:ln>
          </p:spPr>
          <p:txBody>
            <a:bodyPr/>
            <a:lstStyle/>
            <a:p>
              <a:endParaRPr lang="zh-CN" altLang="en-US"/>
            </a:p>
          </p:txBody>
        </p:sp>
        <p:sp>
          <p:nvSpPr>
            <p:cNvPr id="44068" name="Freeform 35"/>
            <p:cNvSpPr/>
            <p:nvPr/>
          </p:nvSpPr>
          <p:spPr>
            <a:xfrm>
              <a:off x="3232" y="3125"/>
              <a:ext cx="308" cy="619"/>
            </a:xfrm>
            <a:custGeom>
              <a:avLst/>
              <a:gdLst/>
              <a:ahLst/>
              <a:cxnLst>
                <a:cxn ang="0">
                  <a:pos x="295" y="0"/>
                </a:cxn>
                <a:cxn ang="0">
                  <a:pos x="278" y="38"/>
                </a:cxn>
                <a:cxn ang="0">
                  <a:pos x="262" y="77"/>
                </a:cxn>
                <a:cxn ang="0">
                  <a:pos x="245" y="115"/>
                </a:cxn>
                <a:cxn ang="0">
                  <a:pos x="229" y="154"/>
                </a:cxn>
                <a:cxn ang="0">
                  <a:pos x="212" y="192"/>
                </a:cxn>
                <a:cxn ang="0">
                  <a:pos x="194" y="231"/>
                </a:cxn>
                <a:cxn ang="0">
                  <a:pos x="179" y="269"/>
                </a:cxn>
                <a:cxn ang="0">
                  <a:pos x="161" y="307"/>
                </a:cxn>
                <a:cxn ang="0">
                  <a:pos x="141" y="346"/>
                </a:cxn>
                <a:cxn ang="0">
                  <a:pos x="123" y="383"/>
                </a:cxn>
                <a:cxn ang="0">
                  <a:pos x="104" y="422"/>
                </a:cxn>
                <a:cxn ang="0">
                  <a:pos x="84" y="460"/>
                </a:cxn>
                <a:cxn ang="0">
                  <a:pos x="64" y="498"/>
                </a:cxn>
                <a:cxn ang="0">
                  <a:pos x="43" y="536"/>
                </a:cxn>
                <a:cxn ang="0">
                  <a:pos x="21" y="574"/>
                </a:cxn>
                <a:cxn ang="0">
                  <a:pos x="0" y="610"/>
                </a:cxn>
                <a:cxn ang="0">
                  <a:pos x="10" y="618"/>
                </a:cxn>
                <a:cxn ang="0">
                  <a:pos x="33" y="579"/>
                </a:cxn>
                <a:cxn ang="0">
                  <a:pos x="54" y="542"/>
                </a:cxn>
                <a:cxn ang="0">
                  <a:pos x="75" y="503"/>
                </a:cxn>
                <a:cxn ang="0">
                  <a:pos x="96" y="466"/>
                </a:cxn>
                <a:cxn ang="0">
                  <a:pos x="115" y="427"/>
                </a:cxn>
                <a:cxn ang="0">
                  <a:pos x="134" y="389"/>
                </a:cxn>
                <a:cxn ang="0">
                  <a:pos x="152" y="351"/>
                </a:cxn>
                <a:cxn ang="0">
                  <a:pos x="171" y="313"/>
                </a:cxn>
                <a:cxn ang="0">
                  <a:pos x="189" y="275"/>
                </a:cxn>
                <a:cxn ang="0">
                  <a:pos x="207" y="236"/>
                </a:cxn>
                <a:cxn ang="0">
                  <a:pos x="224" y="198"/>
                </a:cxn>
                <a:cxn ang="0">
                  <a:pos x="240" y="159"/>
                </a:cxn>
                <a:cxn ang="0">
                  <a:pos x="257" y="121"/>
                </a:cxn>
                <a:cxn ang="0">
                  <a:pos x="273" y="82"/>
                </a:cxn>
                <a:cxn ang="0">
                  <a:pos x="290" y="43"/>
                </a:cxn>
                <a:cxn ang="0">
                  <a:pos x="307" y="5"/>
                </a:cxn>
                <a:cxn ang="0">
                  <a:pos x="295" y="0"/>
                </a:cxn>
              </a:cxnLst>
              <a:rect l="0" t="0" r="0" b="0"/>
              <a:pathLst>
                <a:path w="308" h="619">
                  <a:moveTo>
                    <a:pt x="295" y="0"/>
                  </a:moveTo>
                  <a:lnTo>
                    <a:pt x="278" y="38"/>
                  </a:lnTo>
                  <a:lnTo>
                    <a:pt x="262" y="77"/>
                  </a:lnTo>
                  <a:lnTo>
                    <a:pt x="245" y="115"/>
                  </a:lnTo>
                  <a:lnTo>
                    <a:pt x="229" y="154"/>
                  </a:lnTo>
                  <a:lnTo>
                    <a:pt x="212" y="192"/>
                  </a:lnTo>
                  <a:lnTo>
                    <a:pt x="194" y="231"/>
                  </a:lnTo>
                  <a:lnTo>
                    <a:pt x="179" y="269"/>
                  </a:lnTo>
                  <a:lnTo>
                    <a:pt x="161" y="307"/>
                  </a:lnTo>
                  <a:lnTo>
                    <a:pt x="141" y="346"/>
                  </a:lnTo>
                  <a:lnTo>
                    <a:pt x="123" y="383"/>
                  </a:lnTo>
                  <a:lnTo>
                    <a:pt x="104" y="422"/>
                  </a:lnTo>
                  <a:lnTo>
                    <a:pt x="84" y="460"/>
                  </a:lnTo>
                  <a:lnTo>
                    <a:pt x="64" y="498"/>
                  </a:lnTo>
                  <a:lnTo>
                    <a:pt x="43" y="536"/>
                  </a:lnTo>
                  <a:lnTo>
                    <a:pt x="21" y="574"/>
                  </a:lnTo>
                  <a:lnTo>
                    <a:pt x="0" y="610"/>
                  </a:lnTo>
                  <a:lnTo>
                    <a:pt x="10" y="618"/>
                  </a:lnTo>
                  <a:lnTo>
                    <a:pt x="33" y="579"/>
                  </a:lnTo>
                  <a:lnTo>
                    <a:pt x="54" y="542"/>
                  </a:lnTo>
                  <a:lnTo>
                    <a:pt x="75" y="503"/>
                  </a:lnTo>
                  <a:lnTo>
                    <a:pt x="96" y="466"/>
                  </a:lnTo>
                  <a:lnTo>
                    <a:pt x="115" y="427"/>
                  </a:lnTo>
                  <a:lnTo>
                    <a:pt x="134" y="389"/>
                  </a:lnTo>
                  <a:lnTo>
                    <a:pt x="152" y="351"/>
                  </a:lnTo>
                  <a:lnTo>
                    <a:pt x="171" y="313"/>
                  </a:lnTo>
                  <a:lnTo>
                    <a:pt x="189" y="275"/>
                  </a:lnTo>
                  <a:lnTo>
                    <a:pt x="207" y="236"/>
                  </a:lnTo>
                  <a:lnTo>
                    <a:pt x="224" y="198"/>
                  </a:lnTo>
                  <a:lnTo>
                    <a:pt x="240" y="159"/>
                  </a:lnTo>
                  <a:lnTo>
                    <a:pt x="257" y="121"/>
                  </a:lnTo>
                  <a:lnTo>
                    <a:pt x="273" y="82"/>
                  </a:lnTo>
                  <a:lnTo>
                    <a:pt x="290" y="43"/>
                  </a:lnTo>
                  <a:lnTo>
                    <a:pt x="307" y="5"/>
                  </a:lnTo>
                  <a:lnTo>
                    <a:pt x="295" y="0"/>
                  </a:lnTo>
                </a:path>
              </a:pathLst>
            </a:custGeom>
            <a:solidFill>
              <a:srgbClr val="FF6600"/>
            </a:solidFill>
            <a:ln w="12700">
              <a:noFill/>
            </a:ln>
          </p:spPr>
          <p:txBody>
            <a:bodyPr/>
            <a:lstStyle/>
            <a:p>
              <a:endParaRPr lang="zh-CN" altLang="en-US"/>
            </a:p>
          </p:txBody>
        </p:sp>
        <p:sp>
          <p:nvSpPr>
            <p:cNvPr id="44069" name="Freeform 36"/>
            <p:cNvSpPr/>
            <p:nvPr/>
          </p:nvSpPr>
          <p:spPr>
            <a:xfrm>
              <a:off x="3236" y="3316"/>
              <a:ext cx="690" cy="433"/>
            </a:xfrm>
            <a:custGeom>
              <a:avLst/>
              <a:gdLst/>
              <a:ahLst/>
              <a:cxnLst>
                <a:cxn ang="0">
                  <a:pos x="1" y="419"/>
                </a:cxn>
                <a:cxn ang="0">
                  <a:pos x="1" y="432"/>
                </a:cxn>
                <a:cxn ang="0">
                  <a:pos x="48" y="421"/>
                </a:cxn>
                <a:cxn ang="0">
                  <a:pos x="93" y="411"/>
                </a:cxn>
                <a:cxn ang="0">
                  <a:pos x="139" y="396"/>
                </a:cxn>
                <a:cxn ang="0">
                  <a:pos x="183" y="379"/>
                </a:cxn>
                <a:cxn ang="0">
                  <a:pos x="227" y="360"/>
                </a:cxn>
                <a:cxn ang="0">
                  <a:pos x="271" y="338"/>
                </a:cxn>
                <a:cxn ang="0">
                  <a:pos x="314" y="314"/>
                </a:cxn>
                <a:cxn ang="0">
                  <a:pos x="358" y="288"/>
                </a:cxn>
                <a:cxn ang="0">
                  <a:pos x="399" y="261"/>
                </a:cxn>
                <a:cxn ang="0">
                  <a:pos x="443" y="229"/>
                </a:cxn>
                <a:cxn ang="0">
                  <a:pos x="484" y="198"/>
                </a:cxn>
                <a:cxn ang="0">
                  <a:pos x="526" y="163"/>
                </a:cxn>
                <a:cxn ang="0">
                  <a:pos x="567" y="128"/>
                </a:cxn>
                <a:cxn ang="0">
                  <a:pos x="609" y="89"/>
                </a:cxn>
                <a:cxn ang="0">
                  <a:pos x="648" y="51"/>
                </a:cxn>
                <a:cxn ang="0">
                  <a:pos x="689" y="10"/>
                </a:cxn>
                <a:cxn ang="0">
                  <a:pos x="680" y="0"/>
                </a:cxn>
                <a:cxn ang="0">
                  <a:pos x="640" y="41"/>
                </a:cxn>
                <a:cxn ang="0">
                  <a:pos x="600" y="81"/>
                </a:cxn>
                <a:cxn ang="0">
                  <a:pos x="559" y="118"/>
                </a:cxn>
                <a:cxn ang="0">
                  <a:pos x="518" y="154"/>
                </a:cxn>
                <a:cxn ang="0">
                  <a:pos x="477" y="188"/>
                </a:cxn>
                <a:cxn ang="0">
                  <a:pos x="436" y="220"/>
                </a:cxn>
                <a:cxn ang="0">
                  <a:pos x="393" y="250"/>
                </a:cxn>
                <a:cxn ang="0">
                  <a:pos x="351" y="277"/>
                </a:cxn>
                <a:cxn ang="0">
                  <a:pos x="309" y="303"/>
                </a:cxn>
                <a:cxn ang="0">
                  <a:pos x="266" y="326"/>
                </a:cxn>
                <a:cxn ang="0">
                  <a:pos x="222" y="349"/>
                </a:cxn>
                <a:cxn ang="0">
                  <a:pos x="179" y="368"/>
                </a:cxn>
                <a:cxn ang="0">
                  <a:pos x="135" y="385"/>
                </a:cxn>
                <a:cxn ang="0">
                  <a:pos x="90" y="398"/>
                </a:cxn>
                <a:cxn ang="0">
                  <a:pos x="45" y="409"/>
                </a:cxn>
                <a:cxn ang="0">
                  <a:pos x="0" y="419"/>
                </a:cxn>
                <a:cxn ang="0">
                  <a:pos x="0" y="432"/>
                </a:cxn>
                <a:cxn ang="0">
                  <a:pos x="1" y="419"/>
                </a:cxn>
              </a:cxnLst>
              <a:rect l="0" t="0" r="0" b="0"/>
              <a:pathLst>
                <a:path w="690" h="433">
                  <a:moveTo>
                    <a:pt x="1" y="419"/>
                  </a:moveTo>
                  <a:lnTo>
                    <a:pt x="1" y="432"/>
                  </a:lnTo>
                  <a:lnTo>
                    <a:pt x="48" y="421"/>
                  </a:lnTo>
                  <a:lnTo>
                    <a:pt x="93" y="411"/>
                  </a:lnTo>
                  <a:lnTo>
                    <a:pt x="139" y="396"/>
                  </a:lnTo>
                  <a:lnTo>
                    <a:pt x="183" y="379"/>
                  </a:lnTo>
                  <a:lnTo>
                    <a:pt x="227" y="360"/>
                  </a:lnTo>
                  <a:lnTo>
                    <a:pt x="271" y="338"/>
                  </a:lnTo>
                  <a:lnTo>
                    <a:pt x="314" y="314"/>
                  </a:lnTo>
                  <a:lnTo>
                    <a:pt x="358" y="288"/>
                  </a:lnTo>
                  <a:lnTo>
                    <a:pt x="399" y="261"/>
                  </a:lnTo>
                  <a:lnTo>
                    <a:pt x="443" y="229"/>
                  </a:lnTo>
                  <a:lnTo>
                    <a:pt x="484" y="198"/>
                  </a:lnTo>
                  <a:lnTo>
                    <a:pt x="526" y="163"/>
                  </a:lnTo>
                  <a:lnTo>
                    <a:pt x="567" y="128"/>
                  </a:lnTo>
                  <a:lnTo>
                    <a:pt x="609" y="89"/>
                  </a:lnTo>
                  <a:lnTo>
                    <a:pt x="648" y="51"/>
                  </a:lnTo>
                  <a:lnTo>
                    <a:pt x="689" y="10"/>
                  </a:lnTo>
                  <a:lnTo>
                    <a:pt x="680" y="0"/>
                  </a:lnTo>
                  <a:lnTo>
                    <a:pt x="640" y="41"/>
                  </a:lnTo>
                  <a:lnTo>
                    <a:pt x="600" y="81"/>
                  </a:lnTo>
                  <a:lnTo>
                    <a:pt x="559" y="118"/>
                  </a:lnTo>
                  <a:lnTo>
                    <a:pt x="518" y="154"/>
                  </a:lnTo>
                  <a:lnTo>
                    <a:pt x="477" y="188"/>
                  </a:lnTo>
                  <a:lnTo>
                    <a:pt x="436" y="220"/>
                  </a:lnTo>
                  <a:lnTo>
                    <a:pt x="393" y="250"/>
                  </a:lnTo>
                  <a:lnTo>
                    <a:pt x="351" y="277"/>
                  </a:lnTo>
                  <a:lnTo>
                    <a:pt x="309" y="303"/>
                  </a:lnTo>
                  <a:lnTo>
                    <a:pt x="266" y="326"/>
                  </a:lnTo>
                  <a:lnTo>
                    <a:pt x="222" y="349"/>
                  </a:lnTo>
                  <a:lnTo>
                    <a:pt x="179" y="368"/>
                  </a:lnTo>
                  <a:lnTo>
                    <a:pt x="135" y="385"/>
                  </a:lnTo>
                  <a:lnTo>
                    <a:pt x="90" y="398"/>
                  </a:lnTo>
                  <a:lnTo>
                    <a:pt x="45" y="409"/>
                  </a:lnTo>
                  <a:lnTo>
                    <a:pt x="0" y="419"/>
                  </a:lnTo>
                  <a:lnTo>
                    <a:pt x="0" y="432"/>
                  </a:lnTo>
                  <a:lnTo>
                    <a:pt x="1" y="419"/>
                  </a:lnTo>
                </a:path>
              </a:pathLst>
            </a:custGeom>
            <a:solidFill>
              <a:srgbClr val="FF6600"/>
            </a:solidFill>
            <a:ln w="12700">
              <a:noFill/>
            </a:ln>
          </p:spPr>
          <p:txBody>
            <a:bodyPr/>
            <a:lstStyle/>
            <a:p>
              <a:endParaRPr lang="zh-CN" altLang="en-US"/>
            </a:p>
          </p:txBody>
        </p:sp>
        <p:sp>
          <p:nvSpPr>
            <p:cNvPr id="44070" name="Freeform 37"/>
            <p:cNvSpPr/>
            <p:nvPr/>
          </p:nvSpPr>
          <p:spPr>
            <a:xfrm>
              <a:off x="3237" y="3505"/>
              <a:ext cx="972" cy="257"/>
            </a:xfrm>
            <a:custGeom>
              <a:avLst/>
              <a:gdLst/>
              <a:ahLst/>
              <a:cxnLst>
                <a:cxn ang="0">
                  <a:pos x="939" y="16"/>
                </a:cxn>
                <a:cxn ang="0">
                  <a:pos x="888" y="45"/>
                </a:cxn>
                <a:cxn ang="0">
                  <a:pos x="837" y="74"/>
                </a:cxn>
                <a:cxn ang="0">
                  <a:pos x="785" y="100"/>
                </a:cxn>
                <a:cxn ang="0">
                  <a:pos x="731" y="124"/>
                </a:cxn>
                <a:cxn ang="0">
                  <a:pos x="677" y="148"/>
                </a:cxn>
                <a:cxn ang="0">
                  <a:pos x="620" y="168"/>
                </a:cxn>
                <a:cxn ang="0">
                  <a:pos x="564" y="188"/>
                </a:cxn>
                <a:cxn ang="0">
                  <a:pos x="504" y="204"/>
                </a:cxn>
                <a:cxn ang="0">
                  <a:pos x="444" y="217"/>
                </a:cxn>
                <a:cxn ang="0">
                  <a:pos x="382" y="228"/>
                </a:cxn>
                <a:cxn ang="0">
                  <a:pos x="317" y="236"/>
                </a:cxn>
                <a:cxn ang="0">
                  <a:pos x="251" y="242"/>
                </a:cxn>
                <a:cxn ang="0">
                  <a:pos x="182" y="243"/>
                </a:cxn>
                <a:cxn ang="0">
                  <a:pos x="111" y="240"/>
                </a:cxn>
                <a:cxn ang="0">
                  <a:pos x="38" y="235"/>
                </a:cxn>
                <a:cxn ang="0">
                  <a:pos x="0" y="243"/>
                </a:cxn>
                <a:cxn ang="0">
                  <a:pos x="74" y="250"/>
                </a:cxn>
                <a:cxn ang="0">
                  <a:pos x="147" y="254"/>
                </a:cxn>
                <a:cxn ang="0">
                  <a:pos x="218" y="254"/>
                </a:cxn>
                <a:cxn ang="0">
                  <a:pos x="285" y="251"/>
                </a:cxn>
                <a:cxn ang="0">
                  <a:pos x="351" y="244"/>
                </a:cxn>
                <a:cxn ang="0">
                  <a:pos x="415" y="236"/>
                </a:cxn>
                <a:cxn ang="0">
                  <a:pos x="477" y="224"/>
                </a:cxn>
                <a:cxn ang="0">
                  <a:pos x="538" y="209"/>
                </a:cxn>
                <a:cxn ang="0">
                  <a:pos x="595" y="191"/>
                </a:cxn>
                <a:cxn ang="0">
                  <a:pos x="654" y="170"/>
                </a:cxn>
                <a:cxn ang="0">
                  <a:pos x="708" y="148"/>
                </a:cxn>
                <a:cxn ang="0">
                  <a:pos x="764" y="123"/>
                </a:cxn>
                <a:cxn ang="0">
                  <a:pos x="816" y="97"/>
                </a:cxn>
                <a:cxn ang="0">
                  <a:pos x="868" y="69"/>
                </a:cxn>
                <a:cxn ang="0">
                  <a:pos x="919" y="41"/>
                </a:cxn>
                <a:cxn ang="0">
                  <a:pos x="971" y="10"/>
                </a:cxn>
              </a:cxnLst>
              <a:rect l="0" t="0" r="0" b="0"/>
              <a:pathLst>
                <a:path w="972" h="257">
                  <a:moveTo>
                    <a:pt x="963" y="0"/>
                  </a:moveTo>
                  <a:lnTo>
                    <a:pt x="939" y="16"/>
                  </a:lnTo>
                  <a:lnTo>
                    <a:pt x="914" y="30"/>
                  </a:lnTo>
                  <a:lnTo>
                    <a:pt x="888" y="45"/>
                  </a:lnTo>
                  <a:lnTo>
                    <a:pt x="863" y="59"/>
                  </a:lnTo>
                  <a:lnTo>
                    <a:pt x="837" y="74"/>
                  </a:lnTo>
                  <a:lnTo>
                    <a:pt x="811" y="86"/>
                  </a:lnTo>
                  <a:lnTo>
                    <a:pt x="785" y="100"/>
                  </a:lnTo>
                  <a:lnTo>
                    <a:pt x="758" y="112"/>
                  </a:lnTo>
                  <a:lnTo>
                    <a:pt x="731" y="124"/>
                  </a:lnTo>
                  <a:lnTo>
                    <a:pt x="705" y="137"/>
                  </a:lnTo>
                  <a:lnTo>
                    <a:pt x="677" y="148"/>
                  </a:lnTo>
                  <a:lnTo>
                    <a:pt x="649" y="159"/>
                  </a:lnTo>
                  <a:lnTo>
                    <a:pt x="620" y="168"/>
                  </a:lnTo>
                  <a:lnTo>
                    <a:pt x="593" y="178"/>
                  </a:lnTo>
                  <a:lnTo>
                    <a:pt x="564" y="188"/>
                  </a:lnTo>
                  <a:lnTo>
                    <a:pt x="533" y="196"/>
                  </a:lnTo>
                  <a:lnTo>
                    <a:pt x="504" y="204"/>
                  </a:lnTo>
                  <a:lnTo>
                    <a:pt x="474" y="212"/>
                  </a:lnTo>
                  <a:lnTo>
                    <a:pt x="444" y="217"/>
                  </a:lnTo>
                  <a:lnTo>
                    <a:pt x="414" y="224"/>
                  </a:lnTo>
                  <a:lnTo>
                    <a:pt x="382" y="228"/>
                  </a:lnTo>
                  <a:lnTo>
                    <a:pt x="350" y="233"/>
                  </a:lnTo>
                  <a:lnTo>
                    <a:pt x="317" y="236"/>
                  </a:lnTo>
                  <a:lnTo>
                    <a:pt x="284" y="239"/>
                  </a:lnTo>
                  <a:lnTo>
                    <a:pt x="251" y="242"/>
                  </a:lnTo>
                  <a:lnTo>
                    <a:pt x="216" y="242"/>
                  </a:lnTo>
                  <a:lnTo>
                    <a:pt x="182" y="243"/>
                  </a:lnTo>
                  <a:lnTo>
                    <a:pt x="147" y="242"/>
                  </a:lnTo>
                  <a:lnTo>
                    <a:pt x="111" y="240"/>
                  </a:lnTo>
                  <a:lnTo>
                    <a:pt x="76" y="237"/>
                  </a:lnTo>
                  <a:lnTo>
                    <a:pt x="38" y="235"/>
                  </a:lnTo>
                  <a:lnTo>
                    <a:pt x="1" y="230"/>
                  </a:lnTo>
                  <a:lnTo>
                    <a:pt x="0" y="243"/>
                  </a:lnTo>
                  <a:lnTo>
                    <a:pt x="37" y="247"/>
                  </a:lnTo>
                  <a:lnTo>
                    <a:pt x="74" y="250"/>
                  </a:lnTo>
                  <a:lnTo>
                    <a:pt x="111" y="253"/>
                  </a:lnTo>
                  <a:lnTo>
                    <a:pt x="147" y="254"/>
                  </a:lnTo>
                  <a:lnTo>
                    <a:pt x="182" y="256"/>
                  </a:lnTo>
                  <a:lnTo>
                    <a:pt x="218" y="254"/>
                  </a:lnTo>
                  <a:lnTo>
                    <a:pt x="251" y="254"/>
                  </a:lnTo>
                  <a:lnTo>
                    <a:pt x="285" y="251"/>
                  </a:lnTo>
                  <a:lnTo>
                    <a:pt x="319" y="248"/>
                  </a:lnTo>
                  <a:lnTo>
                    <a:pt x="351" y="244"/>
                  </a:lnTo>
                  <a:lnTo>
                    <a:pt x="383" y="240"/>
                  </a:lnTo>
                  <a:lnTo>
                    <a:pt x="415" y="236"/>
                  </a:lnTo>
                  <a:lnTo>
                    <a:pt x="447" y="229"/>
                  </a:lnTo>
                  <a:lnTo>
                    <a:pt x="477" y="224"/>
                  </a:lnTo>
                  <a:lnTo>
                    <a:pt x="507" y="215"/>
                  </a:lnTo>
                  <a:lnTo>
                    <a:pt x="538" y="209"/>
                  </a:lnTo>
                  <a:lnTo>
                    <a:pt x="566" y="199"/>
                  </a:lnTo>
                  <a:lnTo>
                    <a:pt x="595" y="191"/>
                  </a:lnTo>
                  <a:lnTo>
                    <a:pt x="625" y="181"/>
                  </a:lnTo>
                  <a:lnTo>
                    <a:pt x="654" y="170"/>
                  </a:lnTo>
                  <a:lnTo>
                    <a:pt x="681" y="159"/>
                  </a:lnTo>
                  <a:lnTo>
                    <a:pt x="708" y="148"/>
                  </a:lnTo>
                  <a:lnTo>
                    <a:pt x="736" y="136"/>
                  </a:lnTo>
                  <a:lnTo>
                    <a:pt x="764" y="123"/>
                  </a:lnTo>
                  <a:lnTo>
                    <a:pt x="790" y="111"/>
                  </a:lnTo>
                  <a:lnTo>
                    <a:pt x="816" y="97"/>
                  </a:lnTo>
                  <a:lnTo>
                    <a:pt x="842" y="85"/>
                  </a:lnTo>
                  <a:lnTo>
                    <a:pt x="868" y="69"/>
                  </a:lnTo>
                  <a:lnTo>
                    <a:pt x="895" y="56"/>
                  </a:lnTo>
                  <a:lnTo>
                    <a:pt x="919" y="41"/>
                  </a:lnTo>
                  <a:lnTo>
                    <a:pt x="946" y="25"/>
                  </a:lnTo>
                  <a:lnTo>
                    <a:pt x="971" y="10"/>
                  </a:lnTo>
                  <a:lnTo>
                    <a:pt x="963" y="0"/>
                  </a:lnTo>
                </a:path>
              </a:pathLst>
            </a:custGeom>
            <a:solidFill>
              <a:srgbClr val="FF6600"/>
            </a:solidFill>
            <a:ln w="12700">
              <a:noFill/>
            </a:ln>
          </p:spPr>
          <p:txBody>
            <a:bodyPr/>
            <a:lstStyle/>
            <a:p>
              <a:endParaRPr lang="zh-CN" altLang="en-US"/>
            </a:p>
          </p:txBody>
        </p:sp>
        <p:sp>
          <p:nvSpPr>
            <p:cNvPr id="44071" name="Freeform 38"/>
            <p:cNvSpPr/>
            <p:nvPr/>
          </p:nvSpPr>
          <p:spPr>
            <a:xfrm>
              <a:off x="3233" y="3666"/>
              <a:ext cx="1130" cy="146"/>
            </a:xfrm>
            <a:custGeom>
              <a:avLst/>
              <a:gdLst/>
              <a:ahLst/>
              <a:cxnLst>
                <a:cxn ang="0">
                  <a:pos x="0" y="83"/>
                </a:cxn>
                <a:cxn ang="0">
                  <a:pos x="92" y="104"/>
                </a:cxn>
                <a:cxn ang="0">
                  <a:pos x="180" y="119"/>
                </a:cxn>
                <a:cxn ang="0">
                  <a:pos x="264" y="131"/>
                </a:cxn>
                <a:cxn ang="0">
                  <a:pos x="345" y="139"/>
                </a:cxn>
                <a:cxn ang="0">
                  <a:pos x="424" y="145"/>
                </a:cxn>
                <a:cxn ang="0">
                  <a:pos x="499" y="145"/>
                </a:cxn>
                <a:cxn ang="0">
                  <a:pos x="572" y="143"/>
                </a:cxn>
                <a:cxn ang="0">
                  <a:pos x="642" y="138"/>
                </a:cxn>
                <a:cxn ang="0">
                  <a:pos x="709" y="129"/>
                </a:cxn>
                <a:cxn ang="0">
                  <a:pos x="775" y="120"/>
                </a:cxn>
                <a:cxn ang="0">
                  <a:pos x="839" y="106"/>
                </a:cxn>
                <a:cxn ang="0">
                  <a:pos x="900" y="91"/>
                </a:cxn>
                <a:cxn ang="0">
                  <a:pos x="959" y="73"/>
                </a:cxn>
                <a:cxn ang="0">
                  <a:pos x="1018" y="54"/>
                </a:cxn>
                <a:cxn ang="0">
                  <a:pos x="1074" y="33"/>
                </a:cxn>
                <a:cxn ang="0">
                  <a:pos x="1129" y="10"/>
                </a:cxn>
                <a:cxn ang="0">
                  <a:pos x="1097" y="10"/>
                </a:cxn>
                <a:cxn ang="0">
                  <a:pos x="1042" y="33"/>
                </a:cxn>
                <a:cxn ang="0">
                  <a:pos x="985" y="53"/>
                </a:cxn>
                <a:cxn ang="0">
                  <a:pos x="926" y="71"/>
                </a:cxn>
                <a:cxn ang="0">
                  <a:pos x="867" y="87"/>
                </a:cxn>
                <a:cxn ang="0">
                  <a:pos x="805" y="101"/>
                </a:cxn>
                <a:cxn ang="0">
                  <a:pos x="742" y="113"/>
                </a:cxn>
                <a:cxn ang="0">
                  <a:pos x="675" y="123"/>
                </a:cxn>
                <a:cxn ang="0">
                  <a:pos x="606" y="128"/>
                </a:cxn>
                <a:cxn ang="0">
                  <a:pos x="536" y="132"/>
                </a:cxn>
                <a:cxn ang="0">
                  <a:pos x="463" y="132"/>
                </a:cxn>
                <a:cxn ang="0">
                  <a:pos x="386" y="129"/>
                </a:cxn>
                <a:cxn ang="0">
                  <a:pos x="306" y="124"/>
                </a:cxn>
                <a:cxn ang="0">
                  <a:pos x="224" y="113"/>
                </a:cxn>
                <a:cxn ang="0">
                  <a:pos x="139" y="99"/>
                </a:cxn>
                <a:cxn ang="0">
                  <a:pos x="48" y="82"/>
                </a:cxn>
                <a:cxn ang="0">
                  <a:pos x="0" y="83"/>
                </a:cxn>
              </a:cxnLst>
              <a:rect l="0" t="0" r="0" b="0"/>
              <a:pathLst>
                <a:path w="1130" h="146">
                  <a:moveTo>
                    <a:pt x="3" y="71"/>
                  </a:moveTo>
                  <a:lnTo>
                    <a:pt x="0" y="83"/>
                  </a:lnTo>
                  <a:lnTo>
                    <a:pt x="46" y="94"/>
                  </a:lnTo>
                  <a:lnTo>
                    <a:pt x="92" y="104"/>
                  </a:lnTo>
                  <a:lnTo>
                    <a:pt x="136" y="112"/>
                  </a:lnTo>
                  <a:lnTo>
                    <a:pt x="180" y="119"/>
                  </a:lnTo>
                  <a:lnTo>
                    <a:pt x="223" y="126"/>
                  </a:lnTo>
                  <a:lnTo>
                    <a:pt x="264" y="131"/>
                  </a:lnTo>
                  <a:lnTo>
                    <a:pt x="306" y="135"/>
                  </a:lnTo>
                  <a:lnTo>
                    <a:pt x="345" y="139"/>
                  </a:lnTo>
                  <a:lnTo>
                    <a:pt x="386" y="142"/>
                  </a:lnTo>
                  <a:lnTo>
                    <a:pt x="424" y="145"/>
                  </a:lnTo>
                  <a:lnTo>
                    <a:pt x="461" y="145"/>
                  </a:lnTo>
                  <a:lnTo>
                    <a:pt x="499" y="145"/>
                  </a:lnTo>
                  <a:lnTo>
                    <a:pt x="536" y="145"/>
                  </a:lnTo>
                  <a:lnTo>
                    <a:pt x="572" y="143"/>
                  </a:lnTo>
                  <a:lnTo>
                    <a:pt x="608" y="141"/>
                  </a:lnTo>
                  <a:lnTo>
                    <a:pt x="642" y="138"/>
                  </a:lnTo>
                  <a:lnTo>
                    <a:pt x="677" y="135"/>
                  </a:lnTo>
                  <a:lnTo>
                    <a:pt x="709" y="129"/>
                  </a:lnTo>
                  <a:lnTo>
                    <a:pt x="742" y="126"/>
                  </a:lnTo>
                  <a:lnTo>
                    <a:pt x="775" y="120"/>
                  </a:lnTo>
                  <a:lnTo>
                    <a:pt x="807" y="113"/>
                  </a:lnTo>
                  <a:lnTo>
                    <a:pt x="839" y="106"/>
                  </a:lnTo>
                  <a:lnTo>
                    <a:pt x="870" y="99"/>
                  </a:lnTo>
                  <a:lnTo>
                    <a:pt x="900" y="91"/>
                  </a:lnTo>
                  <a:lnTo>
                    <a:pt x="930" y="83"/>
                  </a:lnTo>
                  <a:lnTo>
                    <a:pt x="959" y="73"/>
                  </a:lnTo>
                  <a:lnTo>
                    <a:pt x="989" y="64"/>
                  </a:lnTo>
                  <a:lnTo>
                    <a:pt x="1018" y="54"/>
                  </a:lnTo>
                  <a:lnTo>
                    <a:pt x="1046" y="43"/>
                  </a:lnTo>
                  <a:lnTo>
                    <a:pt x="1074" y="33"/>
                  </a:lnTo>
                  <a:lnTo>
                    <a:pt x="1103" y="22"/>
                  </a:lnTo>
                  <a:lnTo>
                    <a:pt x="1129" y="10"/>
                  </a:lnTo>
                  <a:lnTo>
                    <a:pt x="1125" y="0"/>
                  </a:lnTo>
                  <a:lnTo>
                    <a:pt x="1097" y="10"/>
                  </a:lnTo>
                  <a:lnTo>
                    <a:pt x="1069" y="22"/>
                  </a:lnTo>
                  <a:lnTo>
                    <a:pt x="1042" y="33"/>
                  </a:lnTo>
                  <a:lnTo>
                    <a:pt x="1013" y="42"/>
                  </a:lnTo>
                  <a:lnTo>
                    <a:pt x="985" y="53"/>
                  </a:lnTo>
                  <a:lnTo>
                    <a:pt x="956" y="63"/>
                  </a:lnTo>
                  <a:lnTo>
                    <a:pt x="926" y="71"/>
                  </a:lnTo>
                  <a:lnTo>
                    <a:pt x="897" y="79"/>
                  </a:lnTo>
                  <a:lnTo>
                    <a:pt x="867" y="87"/>
                  </a:lnTo>
                  <a:lnTo>
                    <a:pt x="837" y="94"/>
                  </a:lnTo>
                  <a:lnTo>
                    <a:pt x="805" y="101"/>
                  </a:lnTo>
                  <a:lnTo>
                    <a:pt x="773" y="108"/>
                  </a:lnTo>
                  <a:lnTo>
                    <a:pt x="742" y="113"/>
                  </a:lnTo>
                  <a:lnTo>
                    <a:pt x="708" y="119"/>
                  </a:lnTo>
                  <a:lnTo>
                    <a:pt x="675" y="123"/>
                  </a:lnTo>
                  <a:lnTo>
                    <a:pt x="641" y="126"/>
                  </a:lnTo>
                  <a:lnTo>
                    <a:pt x="606" y="128"/>
                  </a:lnTo>
                  <a:lnTo>
                    <a:pt x="572" y="131"/>
                  </a:lnTo>
                  <a:lnTo>
                    <a:pt x="536" y="132"/>
                  </a:lnTo>
                  <a:lnTo>
                    <a:pt x="499" y="132"/>
                  </a:lnTo>
                  <a:lnTo>
                    <a:pt x="463" y="132"/>
                  </a:lnTo>
                  <a:lnTo>
                    <a:pt x="424" y="132"/>
                  </a:lnTo>
                  <a:lnTo>
                    <a:pt x="386" y="129"/>
                  </a:lnTo>
                  <a:lnTo>
                    <a:pt x="347" y="127"/>
                  </a:lnTo>
                  <a:lnTo>
                    <a:pt x="306" y="124"/>
                  </a:lnTo>
                  <a:lnTo>
                    <a:pt x="265" y="119"/>
                  </a:lnTo>
                  <a:lnTo>
                    <a:pt x="224" y="113"/>
                  </a:lnTo>
                  <a:lnTo>
                    <a:pt x="181" y="106"/>
                  </a:lnTo>
                  <a:lnTo>
                    <a:pt x="139" y="99"/>
                  </a:lnTo>
                  <a:lnTo>
                    <a:pt x="95" y="91"/>
                  </a:lnTo>
                  <a:lnTo>
                    <a:pt x="48" y="82"/>
                  </a:lnTo>
                  <a:lnTo>
                    <a:pt x="3" y="71"/>
                  </a:lnTo>
                  <a:lnTo>
                    <a:pt x="0" y="83"/>
                  </a:lnTo>
                  <a:lnTo>
                    <a:pt x="3" y="71"/>
                  </a:lnTo>
                </a:path>
              </a:pathLst>
            </a:custGeom>
            <a:solidFill>
              <a:srgbClr val="FF6600"/>
            </a:solidFill>
            <a:ln w="12700">
              <a:noFill/>
            </a:ln>
          </p:spPr>
          <p:txBody>
            <a:bodyPr/>
            <a:lstStyle/>
            <a:p>
              <a:endParaRPr lang="zh-CN" altLang="en-US"/>
            </a:p>
          </p:txBody>
        </p:sp>
        <p:sp>
          <p:nvSpPr>
            <p:cNvPr id="44072" name="Freeform 39"/>
            <p:cNvSpPr/>
            <p:nvPr/>
          </p:nvSpPr>
          <p:spPr>
            <a:xfrm>
              <a:off x="3233" y="3737"/>
              <a:ext cx="1147" cy="140"/>
            </a:xfrm>
            <a:custGeom>
              <a:avLst/>
              <a:gdLst/>
              <a:ahLst/>
              <a:cxnLst>
                <a:cxn ang="0">
                  <a:pos x="1106" y="63"/>
                </a:cxn>
                <a:cxn ang="0">
                  <a:pos x="1034" y="81"/>
                </a:cxn>
                <a:cxn ang="0">
                  <a:pos x="962" y="96"/>
                </a:cxn>
                <a:cxn ang="0">
                  <a:pos x="890" y="108"/>
                </a:cxn>
                <a:cxn ang="0">
                  <a:pos x="819" y="118"/>
                </a:cxn>
                <a:cxn ang="0">
                  <a:pos x="747" y="123"/>
                </a:cxn>
                <a:cxn ang="0">
                  <a:pos x="676" y="126"/>
                </a:cxn>
                <a:cxn ang="0">
                  <a:pos x="605" y="125"/>
                </a:cxn>
                <a:cxn ang="0">
                  <a:pos x="533" y="122"/>
                </a:cxn>
                <a:cxn ang="0">
                  <a:pos x="463" y="115"/>
                </a:cxn>
                <a:cxn ang="0">
                  <a:pos x="391" y="105"/>
                </a:cxn>
                <a:cxn ang="0">
                  <a:pos x="321" y="93"/>
                </a:cxn>
                <a:cxn ang="0">
                  <a:pos x="250" y="77"/>
                </a:cxn>
                <a:cxn ang="0">
                  <a:pos x="180" y="59"/>
                </a:cxn>
                <a:cxn ang="0">
                  <a:pos x="110" y="37"/>
                </a:cxn>
                <a:cxn ang="0">
                  <a:pos x="39" y="13"/>
                </a:cxn>
                <a:cxn ang="0">
                  <a:pos x="0" y="12"/>
                </a:cxn>
                <a:cxn ang="0">
                  <a:pos x="69" y="37"/>
                </a:cxn>
                <a:cxn ang="0">
                  <a:pos x="141" y="60"/>
                </a:cxn>
                <a:cxn ang="0">
                  <a:pos x="211" y="81"/>
                </a:cxn>
                <a:cxn ang="0">
                  <a:pos x="283" y="97"/>
                </a:cxn>
                <a:cxn ang="0">
                  <a:pos x="354" y="111"/>
                </a:cxn>
                <a:cxn ang="0">
                  <a:pos x="425" y="122"/>
                </a:cxn>
                <a:cxn ang="0">
                  <a:pos x="498" y="131"/>
                </a:cxn>
                <a:cxn ang="0">
                  <a:pos x="569" y="136"/>
                </a:cxn>
                <a:cxn ang="0">
                  <a:pos x="641" y="139"/>
                </a:cxn>
                <a:cxn ang="0">
                  <a:pos x="712" y="137"/>
                </a:cxn>
                <a:cxn ang="0">
                  <a:pos x="784" y="133"/>
                </a:cxn>
                <a:cxn ang="0">
                  <a:pos x="856" y="126"/>
                </a:cxn>
                <a:cxn ang="0">
                  <a:pos x="928" y="115"/>
                </a:cxn>
                <a:cxn ang="0">
                  <a:pos x="1001" y="101"/>
                </a:cxn>
                <a:cxn ang="0">
                  <a:pos x="1073" y="85"/>
                </a:cxn>
                <a:cxn ang="0">
                  <a:pos x="1146" y="64"/>
                </a:cxn>
              </a:cxnLst>
              <a:rect l="0" t="0" r="0" b="0"/>
              <a:pathLst>
                <a:path w="1147" h="140">
                  <a:moveTo>
                    <a:pt x="1142" y="52"/>
                  </a:moveTo>
                  <a:lnTo>
                    <a:pt x="1106" y="63"/>
                  </a:lnTo>
                  <a:lnTo>
                    <a:pt x="1070" y="72"/>
                  </a:lnTo>
                  <a:lnTo>
                    <a:pt x="1034" y="81"/>
                  </a:lnTo>
                  <a:lnTo>
                    <a:pt x="998" y="89"/>
                  </a:lnTo>
                  <a:lnTo>
                    <a:pt x="962" y="96"/>
                  </a:lnTo>
                  <a:lnTo>
                    <a:pt x="926" y="102"/>
                  </a:lnTo>
                  <a:lnTo>
                    <a:pt x="890" y="108"/>
                  </a:lnTo>
                  <a:lnTo>
                    <a:pt x="855" y="114"/>
                  </a:lnTo>
                  <a:lnTo>
                    <a:pt x="819" y="118"/>
                  </a:lnTo>
                  <a:lnTo>
                    <a:pt x="783" y="120"/>
                  </a:lnTo>
                  <a:lnTo>
                    <a:pt x="747" y="123"/>
                  </a:lnTo>
                  <a:lnTo>
                    <a:pt x="711" y="125"/>
                  </a:lnTo>
                  <a:lnTo>
                    <a:pt x="676" y="126"/>
                  </a:lnTo>
                  <a:lnTo>
                    <a:pt x="641" y="126"/>
                  </a:lnTo>
                  <a:lnTo>
                    <a:pt x="605" y="125"/>
                  </a:lnTo>
                  <a:lnTo>
                    <a:pt x="569" y="123"/>
                  </a:lnTo>
                  <a:lnTo>
                    <a:pt x="533" y="122"/>
                  </a:lnTo>
                  <a:lnTo>
                    <a:pt x="498" y="118"/>
                  </a:lnTo>
                  <a:lnTo>
                    <a:pt x="463" y="115"/>
                  </a:lnTo>
                  <a:lnTo>
                    <a:pt x="427" y="110"/>
                  </a:lnTo>
                  <a:lnTo>
                    <a:pt x="391" y="105"/>
                  </a:lnTo>
                  <a:lnTo>
                    <a:pt x="356" y="99"/>
                  </a:lnTo>
                  <a:lnTo>
                    <a:pt x="321" y="93"/>
                  </a:lnTo>
                  <a:lnTo>
                    <a:pt x="286" y="85"/>
                  </a:lnTo>
                  <a:lnTo>
                    <a:pt x="250" y="77"/>
                  </a:lnTo>
                  <a:lnTo>
                    <a:pt x="214" y="69"/>
                  </a:lnTo>
                  <a:lnTo>
                    <a:pt x="180" y="59"/>
                  </a:lnTo>
                  <a:lnTo>
                    <a:pt x="144" y="48"/>
                  </a:lnTo>
                  <a:lnTo>
                    <a:pt x="110" y="37"/>
                  </a:lnTo>
                  <a:lnTo>
                    <a:pt x="74" y="26"/>
                  </a:lnTo>
                  <a:lnTo>
                    <a:pt x="39" y="13"/>
                  </a:lnTo>
                  <a:lnTo>
                    <a:pt x="3" y="0"/>
                  </a:lnTo>
                  <a:lnTo>
                    <a:pt x="0" y="12"/>
                  </a:lnTo>
                  <a:lnTo>
                    <a:pt x="35" y="25"/>
                  </a:lnTo>
                  <a:lnTo>
                    <a:pt x="69" y="37"/>
                  </a:lnTo>
                  <a:lnTo>
                    <a:pt x="105" y="49"/>
                  </a:lnTo>
                  <a:lnTo>
                    <a:pt x="141" y="60"/>
                  </a:lnTo>
                  <a:lnTo>
                    <a:pt x="176" y="72"/>
                  </a:lnTo>
                  <a:lnTo>
                    <a:pt x="211" y="81"/>
                  </a:lnTo>
                  <a:lnTo>
                    <a:pt x="247" y="89"/>
                  </a:lnTo>
                  <a:lnTo>
                    <a:pt x="283" y="97"/>
                  </a:lnTo>
                  <a:lnTo>
                    <a:pt x="318" y="104"/>
                  </a:lnTo>
                  <a:lnTo>
                    <a:pt x="354" y="111"/>
                  </a:lnTo>
                  <a:lnTo>
                    <a:pt x="389" y="118"/>
                  </a:lnTo>
                  <a:lnTo>
                    <a:pt x="425" y="122"/>
                  </a:lnTo>
                  <a:lnTo>
                    <a:pt x="462" y="128"/>
                  </a:lnTo>
                  <a:lnTo>
                    <a:pt x="498" y="131"/>
                  </a:lnTo>
                  <a:lnTo>
                    <a:pt x="533" y="134"/>
                  </a:lnTo>
                  <a:lnTo>
                    <a:pt x="569" y="136"/>
                  </a:lnTo>
                  <a:lnTo>
                    <a:pt x="605" y="137"/>
                  </a:lnTo>
                  <a:lnTo>
                    <a:pt x="641" y="139"/>
                  </a:lnTo>
                  <a:lnTo>
                    <a:pt x="677" y="139"/>
                  </a:lnTo>
                  <a:lnTo>
                    <a:pt x="712" y="137"/>
                  </a:lnTo>
                  <a:lnTo>
                    <a:pt x="748" y="136"/>
                  </a:lnTo>
                  <a:lnTo>
                    <a:pt x="784" y="133"/>
                  </a:lnTo>
                  <a:lnTo>
                    <a:pt x="820" y="131"/>
                  </a:lnTo>
                  <a:lnTo>
                    <a:pt x="856" y="126"/>
                  </a:lnTo>
                  <a:lnTo>
                    <a:pt x="892" y="120"/>
                  </a:lnTo>
                  <a:lnTo>
                    <a:pt x="928" y="115"/>
                  </a:lnTo>
                  <a:lnTo>
                    <a:pt x="965" y="108"/>
                  </a:lnTo>
                  <a:lnTo>
                    <a:pt x="1001" y="101"/>
                  </a:lnTo>
                  <a:lnTo>
                    <a:pt x="1037" y="93"/>
                  </a:lnTo>
                  <a:lnTo>
                    <a:pt x="1073" y="85"/>
                  </a:lnTo>
                  <a:lnTo>
                    <a:pt x="1110" y="74"/>
                  </a:lnTo>
                  <a:lnTo>
                    <a:pt x="1146" y="64"/>
                  </a:lnTo>
                  <a:lnTo>
                    <a:pt x="1142" y="52"/>
                  </a:lnTo>
                </a:path>
              </a:pathLst>
            </a:custGeom>
            <a:solidFill>
              <a:srgbClr val="FF6600"/>
            </a:solidFill>
            <a:ln w="12700">
              <a:noFill/>
            </a:ln>
          </p:spPr>
          <p:txBody>
            <a:bodyPr/>
            <a:lstStyle/>
            <a:p>
              <a:endParaRPr lang="zh-CN" altLang="en-US"/>
            </a:p>
          </p:txBody>
        </p:sp>
        <p:sp>
          <p:nvSpPr>
            <p:cNvPr id="44073" name="Freeform 40"/>
            <p:cNvSpPr/>
            <p:nvPr/>
          </p:nvSpPr>
          <p:spPr>
            <a:xfrm>
              <a:off x="3228" y="3743"/>
              <a:ext cx="290" cy="141"/>
            </a:xfrm>
            <a:custGeom>
              <a:avLst/>
              <a:gdLst/>
              <a:ahLst/>
              <a:cxnLst>
                <a:cxn ang="0">
                  <a:pos x="7" y="0"/>
                </a:cxn>
                <a:cxn ang="0">
                  <a:pos x="1" y="10"/>
                </a:cxn>
                <a:cxn ang="0">
                  <a:pos x="283" y="140"/>
                </a:cxn>
                <a:cxn ang="0">
                  <a:pos x="289" y="127"/>
                </a:cxn>
                <a:cxn ang="0">
                  <a:pos x="6" y="0"/>
                </a:cxn>
                <a:cxn ang="0">
                  <a:pos x="0" y="9"/>
                </a:cxn>
                <a:cxn ang="0">
                  <a:pos x="7" y="0"/>
                </a:cxn>
              </a:cxnLst>
              <a:rect l="0" t="0" r="0" b="0"/>
              <a:pathLst>
                <a:path w="290" h="141">
                  <a:moveTo>
                    <a:pt x="7" y="0"/>
                  </a:moveTo>
                  <a:lnTo>
                    <a:pt x="1" y="10"/>
                  </a:lnTo>
                  <a:lnTo>
                    <a:pt x="283" y="140"/>
                  </a:lnTo>
                  <a:lnTo>
                    <a:pt x="289" y="127"/>
                  </a:lnTo>
                  <a:lnTo>
                    <a:pt x="6" y="0"/>
                  </a:lnTo>
                  <a:lnTo>
                    <a:pt x="0" y="9"/>
                  </a:lnTo>
                  <a:lnTo>
                    <a:pt x="7" y="0"/>
                  </a:lnTo>
                </a:path>
              </a:pathLst>
            </a:custGeom>
            <a:solidFill>
              <a:srgbClr val="FF6600"/>
            </a:solidFill>
            <a:ln w="12700">
              <a:noFill/>
            </a:ln>
          </p:spPr>
          <p:txBody>
            <a:bodyPr/>
            <a:lstStyle/>
            <a:p>
              <a:endParaRPr lang="zh-CN" altLang="en-US"/>
            </a:p>
          </p:txBody>
        </p:sp>
        <p:sp>
          <p:nvSpPr>
            <p:cNvPr id="44074" name="Freeform 41"/>
            <p:cNvSpPr/>
            <p:nvPr/>
          </p:nvSpPr>
          <p:spPr>
            <a:xfrm>
              <a:off x="3228" y="3743"/>
              <a:ext cx="94" cy="87"/>
            </a:xfrm>
            <a:custGeom>
              <a:avLst/>
              <a:gdLst/>
              <a:ahLst/>
              <a:cxnLst>
                <a:cxn ang="0">
                  <a:pos x="88" y="81"/>
                </a:cxn>
                <a:cxn ang="0">
                  <a:pos x="93" y="76"/>
                </a:cxn>
                <a:cxn ang="0">
                  <a:pos x="7" y="0"/>
                </a:cxn>
                <a:cxn ang="0">
                  <a:pos x="0" y="9"/>
                </a:cxn>
                <a:cxn ang="0">
                  <a:pos x="85" y="86"/>
                </a:cxn>
                <a:cxn ang="0">
                  <a:pos x="88" y="81"/>
                </a:cxn>
              </a:cxnLst>
              <a:rect l="0" t="0" r="0" b="0"/>
              <a:pathLst>
                <a:path w="94" h="87">
                  <a:moveTo>
                    <a:pt x="88" y="81"/>
                  </a:moveTo>
                  <a:lnTo>
                    <a:pt x="93" y="76"/>
                  </a:lnTo>
                  <a:lnTo>
                    <a:pt x="7" y="0"/>
                  </a:lnTo>
                  <a:lnTo>
                    <a:pt x="0" y="9"/>
                  </a:lnTo>
                  <a:lnTo>
                    <a:pt x="85" y="86"/>
                  </a:lnTo>
                  <a:lnTo>
                    <a:pt x="88" y="81"/>
                  </a:lnTo>
                </a:path>
              </a:pathLst>
            </a:custGeom>
            <a:solidFill>
              <a:srgbClr val="FF6600"/>
            </a:solidFill>
            <a:ln w="12700">
              <a:noFill/>
            </a:ln>
          </p:spPr>
          <p:txBody>
            <a:bodyPr/>
            <a:lstStyle/>
            <a:p>
              <a:endParaRPr lang="zh-CN" altLang="en-US"/>
            </a:p>
          </p:txBody>
        </p:sp>
        <p:sp>
          <p:nvSpPr>
            <p:cNvPr id="44075" name="Freeform 42"/>
            <p:cNvSpPr/>
            <p:nvPr/>
          </p:nvSpPr>
          <p:spPr>
            <a:xfrm>
              <a:off x="3207" y="3751"/>
              <a:ext cx="27" cy="42"/>
            </a:xfrm>
            <a:custGeom>
              <a:avLst/>
              <a:gdLst/>
              <a:ahLst/>
              <a:cxnLst>
                <a:cxn ang="0">
                  <a:pos x="5" y="38"/>
                </a:cxn>
                <a:cxn ang="0">
                  <a:pos x="10" y="41"/>
                </a:cxn>
                <a:cxn ang="0">
                  <a:pos x="26" y="5"/>
                </a:cxn>
                <a:cxn ang="0">
                  <a:pos x="14" y="0"/>
                </a:cxn>
                <a:cxn ang="0">
                  <a:pos x="0" y="35"/>
                </a:cxn>
                <a:cxn ang="0">
                  <a:pos x="5" y="38"/>
                </a:cxn>
              </a:cxnLst>
              <a:rect l="0" t="0" r="0" b="0"/>
              <a:pathLst>
                <a:path w="27" h="42">
                  <a:moveTo>
                    <a:pt x="5" y="38"/>
                  </a:moveTo>
                  <a:lnTo>
                    <a:pt x="10" y="41"/>
                  </a:lnTo>
                  <a:lnTo>
                    <a:pt x="26" y="5"/>
                  </a:lnTo>
                  <a:lnTo>
                    <a:pt x="14" y="0"/>
                  </a:lnTo>
                  <a:lnTo>
                    <a:pt x="0" y="35"/>
                  </a:lnTo>
                  <a:lnTo>
                    <a:pt x="5" y="38"/>
                  </a:lnTo>
                </a:path>
              </a:pathLst>
            </a:custGeom>
            <a:solidFill>
              <a:srgbClr val="FF6600"/>
            </a:solidFill>
            <a:ln w="12700">
              <a:noFill/>
            </a:ln>
          </p:spPr>
          <p:txBody>
            <a:bodyPr/>
            <a:lstStyle/>
            <a:p>
              <a:endParaRPr lang="zh-CN" altLang="en-US"/>
            </a:p>
          </p:txBody>
        </p:sp>
        <p:sp>
          <p:nvSpPr>
            <p:cNvPr id="44076" name="Freeform 43"/>
            <p:cNvSpPr/>
            <p:nvPr/>
          </p:nvSpPr>
          <p:spPr>
            <a:xfrm>
              <a:off x="2916" y="3317"/>
              <a:ext cx="871" cy="387"/>
            </a:xfrm>
            <a:custGeom>
              <a:avLst/>
              <a:gdLst/>
              <a:ahLst/>
              <a:cxnLst>
                <a:cxn ang="0">
                  <a:pos x="870" y="375"/>
                </a:cxn>
                <a:cxn ang="0">
                  <a:pos x="868" y="375"/>
                </a:cxn>
                <a:cxn ang="0">
                  <a:pos x="818" y="339"/>
                </a:cxn>
                <a:cxn ang="0">
                  <a:pos x="768" y="303"/>
                </a:cxn>
                <a:cxn ang="0">
                  <a:pos x="717" y="271"/>
                </a:cxn>
                <a:cxn ang="0">
                  <a:pos x="664" y="240"/>
                </a:cxn>
                <a:cxn ang="0">
                  <a:pos x="612" y="212"/>
                </a:cxn>
                <a:cxn ang="0">
                  <a:pos x="558" y="186"/>
                </a:cxn>
                <a:cxn ang="0">
                  <a:pos x="504" y="160"/>
                </a:cxn>
                <a:cxn ang="0">
                  <a:pos x="449" y="137"/>
                </a:cxn>
                <a:cxn ang="0">
                  <a:pos x="396" y="115"/>
                </a:cxn>
                <a:cxn ang="0">
                  <a:pos x="340" y="95"/>
                </a:cxn>
                <a:cxn ang="0">
                  <a:pos x="284" y="77"/>
                </a:cxn>
                <a:cxn ang="0">
                  <a:pos x="229" y="59"/>
                </a:cxn>
                <a:cxn ang="0">
                  <a:pos x="172" y="42"/>
                </a:cxn>
                <a:cxn ang="0">
                  <a:pos x="115" y="27"/>
                </a:cxn>
                <a:cxn ang="0">
                  <a:pos x="59" y="13"/>
                </a:cxn>
                <a:cxn ang="0">
                  <a:pos x="2" y="0"/>
                </a:cxn>
                <a:cxn ang="0">
                  <a:pos x="0" y="10"/>
                </a:cxn>
                <a:cxn ang="0">
                  <a:pos x="56" y="24"/>
                </a:cxn>
                <a:cxn ang="0">
                  <a:pos x="113" y="39"/>
                </a:cxn>
                <a:cxn ang="0">
                  <a:pos x="169" y="54"/>
                </a:cxn>
                <a:cxn ang="0">
                  <a:pos x="224" y="71"/>
                </a:cxn>
                <a:cxn ang="0">
                  <a:pos x="281" y="88"/>
                </a:cxn>
                <a:cxn ang="0">
                  <a:pos x="336" y="107"/>
                </a:cxn>
                <a:cxn ang="0">
                  <a:pos x="391" y="126"/>
                </a:cxn>
                <a:cxn ang="0">
                  <a:pos x="445" y="148"/>
                </a:cxn>
                <a:cxn ang="0">
                  <a:pos x="499" y="172"/>
                </a:cxn>
                <a:cxn ang="0">
                  <a:pos x="553" y="196"/>
                </a:cxn>
                <a:cxn ang="0">
                  <a:pos x="605" y="222"/>
                </a:cxn>
                <a:cxn ang="0">
                  <a:pos x="657" y="250"/>
                </a:cxn>
                <a:cxn ang="0">
                  <a:pos x="710" y="280"/>
                </a:cxn>
                <a:cxn ang="0">
                  <a:pos x="761" y="313"/>
                </a:cxn>
                <a:cxn ang="0">
                  <a:pos x="812" y="348"/>
                </a:cxn>
                <a:cxn ang="0">
                  <a:pos x="862" y="386"/>
                </a:cxn>
                <a:cxn ang="0">
                  <a:pos x="870" y="375"/>
                </a:cxn>
              </a:cxnLst>
              <a:rect l="0" t="0" r="0" b="0"/>
              <a:pathLst>
                <a:path w="871" h="387">
                  <a:moveTo>
                    <a:pt x="870" y="375"/>
                  </a:moveTo>
                  <a:lnTo>
                    <a:pt x="868" y="375"/>
                  </a:lnTo>
                  <a:lnTo>
                    <a:pt x="818" y="339"/>
                  </a:lnTo>
                  <a:lnTo>
                    <a:pt x="768" y="303"/>
                  </a:lnTo>
                  <a:lnTo>
                    <a:pt x="717" y="271"/>
                  </a:lnTo>
                  <a:lnTo>
                    <a:pt x="664" y="240"/>
                  </a:lnTo>
                  <a:lnTo>
                    <a:pt x="612" y="212"/>
                  </a:lnTo>
                  <a:lnTo>
                    <a:pt x="558" y="186"/>
                  </a:lnTo>
                  <a:lnTo>
                    <a:pt x="504" y="160"/>
                  </a:lnTo>
                  <a:lnTo>
                    <a:pt x="449" y="137"/>
                  </a:lnTo>
                  <a:lnTo>
                    <a:pt x="396" y="115"/>
                  </a:lnTo>
                  <a:lnTo>
                    <a:pt x="340" y="95"/>
                  </a:lnTo>
                  <a:lnTo>
                    <a:pt x="284" y="77"/>
                  </a:lnTo>
                  <a:lnTo>
                    <a:pt x="229" y="59"/>
                  </a:lnTo>
                  <a:lnTo>
                    <a:pt x="172" y="42"/>
                  </a:lnTo>
                  <a:lnTo>
                    <a:pt x="115" y="27"/>
                  </a:lnTo>
                  <a:lnTo>
                    <a:pt x="59" y="13"/>
                  </a:lnTo>
                  <a:lnTo>
                    <a:pt x="2" y="0"/>
                  </a:lnTo>
                  <a:lnTo>
                    <a:pt x="0" y="10"/>
                  </a:lnTo>
                  <a:lnTo>
                    <a:pt x="56" y="24"/>
                  </a:lnTo>
                  <a:lnTo>
                    <a:pt x="113" y="39"/>
                  </a:lnTo>
                  <a:lnTo>
                    <a:pt x="169" y="54"/>
                  </a:lnTo>
                  <a:lnTo>
                    <a:pt x="224" y="71"/>
                  </a:lnTo>
                  <a:lnTo>
                    <a:pt x="281" y="88"/>
                  </a:lnTo>
                  <a:lnTo>
                    <a:pt x="336" y="107"/>
                  </a:lnTo>
                  <a:lnTo>
                    <a:pt x="391" y="126"/>
                  </a:lnTo>
                  <a:lnTo>
                    <a:pt x="445" y="148"/>
                  </a:lnTo>
                  <a:lnTo>
                    <a:pt x="499" y="172"/>
                  </a:lnTo>
                  <a:lnTo>
                    <a:pt x="553" y="196"/>
                  </a:lnTo>
                  <a:lnTo>
                    <a:pt x="605" y="222"/>
                  </a:lnTo>
                  <a:lnTo>
                    <a:pt x="657" y="250"/>
                  </a:lnTo>
                  <a:lnTo>
                    <a:pt x="710" y="280"/>
                  </a:lnTo>
                  <a:lnTo>
                    <a:pt x="761" y="313"/>
                  </a:lnTo>
                  <a:lnTo>
                    <a:pt x="812" y="348"/>
                  </a:lnTo>
                  <a:lnTo>
                    <a:pt x="862" y="386"/>
                  </a:lnTo>
                  <a:lnTo>
                    <a:pt x="870" y="375"/>
                  </a:lnTo>
                </a:path>
              </a:pathLst>
            </a:custGeom>
            <a:solidFill>
              <a:srgbClr val="FF6600"/>
            </a:solidFill>
            <a:ln w="12700">
              <a:noFill/>
            </a:ln>
          </p:spPr>
          <p:txBody>
            <a:bodyPr/>
            <a:lstStyle/>
            <a:p>
              <a:endParaRPr lang="zh-CN" altLang="en-US"/>
            </a:p>
          </p:txBody>
        </p:sp>
        <p:sp>
          <p:nvSpPr>
            <p:cNvPr id="44077" name="Freeform 44"/>
            <p:cNvSpPr/>
            <p:nvPr/>
          </p:nvSpPr>
          <p:spPr>
            <a:xfrm>
              <a:off x="3777" y="3693"/>
              <a:ext cx="135" cy="214"/>
            </a:xfrm>
            <a:custGeom>
              <a:avLst/>
              <a:gdLst/>
              <a:ahLst/>
              <a:cxnLst>
                <a:cxn ang="0">
                  <a:pos x="102" y="213"/>
                </a:cxn>
                <a:cxn ang="0">
                  <a:pos x="125" y="185"/>
                </a:cxn>
                <a:cxn ang="0">
                  <a:pos x="134" y="156"/>
                </a:cxn>
                <a:cxn ang="0">
                  <a:pos x="128" y="129"/>
                </a:cxn>
                <a:cxn ang="0">
                  <a:pos x="114" y="101"/>
                </a:cxn>
                <a:cxn ang="0">
                  <a:pos x="91" y="74"/>
                </a:cxn>
                <a:cxn ang="0">
                  <a:pos x="65" y="49"/>
                </a:cxn>
                <a:cxn ang="0">
                  <a:pos x="36" y="23"/>
                </a:cxn>
                <a:cxn ang="0">
                  <a:pos x="8" y="0"/>
                </a:cxn>
                <a:cxn ang="0">
                  <a:pos x="0" y="10"/>
                </a:cxn>
                <a:cxn ang="0">
                  <a:pos x="27" y="33"/>
                </a:cxn>
                <a:cxn ang="0">
                  <a:pos x="56" y="57"/>
                </a:cxn>
                <a:cxn ang="0">
                  <a:pos x="82" y="82"/>
                </a:cxn>
                <a:cxn ang="0">
                  <a:pos x="102" y="108"/>
                </a:cxn>
                <a:cxn ang="0">
                  <a:pos x="117" y="133"/>
                </a:cxn>
                <a:cxn ang="0">
                  <a:pos x="120" y="156"/>
                </a:cxn>
                <a:cxn ang="0">
                  <a:pos x="114" y="179"/>
                </a:cxn>
                <a:cxn ang="0">
                  <a:pos x="94" y="203"/>
                </a:cxn>
                <a:cxn ang="0">
                  <a:pos x="102" y="213"/>
                </a:cxn>
              </a:cxnLst>
              <a:rect l="0" t="0" r="0" b="0"/>
              <a:pathLst>
                <a:path w="135" h="214">
                  <a:moveTo>
                    <a:pt x="102" y="213"/>
                  </a:moveTo>
                  <a:lnTo>
                    <a:pt x="125" y="185"/>
                  </a:lnTo>
                  <a:lnTo>
                    <a:pt x="134" y="156"/>
                  </a:lnTo>
                  <a:lnTo>
                    <a:pt x="128" y="129"/>
                  </a:lnTo>
                  <a:lnTo>
                    <a:pt x="114" y="101"/>
                  </a:lnTo>
                  <a:lnTo>
                    <a:pt x="91" y="74"/>
                  </a:lnTo>
                  <a:lnTo>
                    <a:pt x="65" y="49"/>
                  </a:lnTo>
                  <a:lnTo>
                    <a:pt x="36" y="23"/>
                  </a:lnTo>
                  <a:lnTo>
                    <a:pt x="8" y="0"/>
                  </a:lnTo>
                  <a:lnTo>
                    <a:pt x="0" y="10"/>
                  </a:lnTo>
                  <a:lnTo>
                    <a:pt x="27" y="33"/>
                  </a:lnTo>
                  <a:lnTo>
                    <a:pt x="56" y="57"/>
                  </a:lnTo>
                  <a:lnTo>
                    <a:pt x="82" y="82"/>
                  </a:lnTo>
                  <a:lnTo>
                    <a:pt x="102" y="108"/>
                  </a:lnTo>
                  <a:lnTo>
                    <a:pt x="117" y="133"/>
                  </a:lnTo>
                  <a:lnTo>
                    <a:pt x="120" y="156"/>
                  </a:lnTo>
                  <a:lnTo>
                    <a:pt x="114" y="179"/>
                  </a:lnTo>
                  <a:lnTo>
                    <a:pt x="94" y="203"/>
                  </a:lnTo>
                  <a:lnTo>
                    <a:pt x="102" y="213"/>
                  </a:lnTo>
                </a:path>
              </a:pathLst>
            </a:custGeom>
            <a:solidFill>
              <a:srgbClr val="FF6600"/>
            </a:solidFill>
            <a:ln w="12700">
              <a:noFill/>
            </a:ln>
          </p:spPr>
          <p:txBody>
            <a:bodyPr/>
            <a:lstStyle/>
            <a:p>
              <a:endParaRPr lang="zh-CN" altLang="en-US"/>
            </a:p>
          </p:txBody>
        </p:sp>
        <p:sp>
          <p:nvSpPr>
            <p:cNvPr id="44078" name="Freeform 45"/>
            <p:cNvSpPr/>
            <p:nvPr/>
          </p:nvSpPr>
          <p:spPr>
            <a:xfrm>
              <a:off x="2999" y="3083"/>
              <a:ext cx="1119" cy="541"/>
            </a:xfrm>
            <a:custGeom>
              <a:avLst/>
              <a:gdLst/>
              <a:ahLst/>
              <a:cxnLst>
                <a:cxn ang="0">
                  <a:pos x="1118" y="529"/>
                </a:cxn>
                <a:cxn ang="0">
                  <a:pos x="1048" y="478"/>
                </a:cxn>
                <a:cxn ang="0">
                  <a:pos x="978" y="429"/>
                </a:cxn>
                <a:cxn ang="0">
                  <a:pos x="909" y="383"/>
                </a:cxn>
                <a:cxn ang="0">
                  <a:pos x="840" y="340"/>
                </a:cxn>
                <a:cxn ang="0">
                  <a:pos x="770" y="300"/>
                </a:cxn>
                <a:cxn ang="0">
                  <a:pos x="701" y="262"/>
                </a:cxn>
                <a:cxn ang="0">
                  <a:pos x="631" y="226"/>
                </a:cxn>
                <a:cxn ang="0">
                  <a:pos x="562" y="193"/>
                </a:cxn>
                <a:cxn ang="0">
                  <a:pos x="492" y="163"/>
                </a:cxn>
                <a:cxn ang="0">
                  <a:pos x="423" y="134"/>
                </a:cxn>
                <a:cxn ang="0">
                  <a:pos x="352" y="108"/>
                </a:cxn>
                <a:cxn ang="0">
                  <a:pos x="282" y="83"/>
                </a:cxn>
                <a:cxn ang="0">
                  <a:pos x="213" y="60"/>
                </a:cxn>
                <a:cxn ang="0">
                  <a:pos x="143" y="38"/>
                </a:cxn>
                <a:cxn ang="0">
                  <a:pos x="73" y="18"/>
                </a:cxn>
                <a:cxn ang="0">
                  <a:pos x="2" y="0"/>
                </a:cxn>
                <a:cxn ang="0">
                  <a:pos x="34" y="20"/>
                </a:cxn>
                <a:cxn ang="0">
                  <a:pos x="105" y="39"/>
                </a:cxn>
                <a:cxn ang="0">
                  <a:pos x="174" y="60"/>
                </a:cxn>
                <a:cxn ang="0">
                  <a:pos x="244" y="83"/>
                </a:cxn>
                <a:cxn ang="0">
                  <a:pos x="314" y="107"/>
                </a:cxn>
                <a:cxn ang="0">
                  <a:pos x="382" y="133"/>
                </a:cxn>
                <a:cxn ang="0">
                  <a:pos x="453" y="160"/>
                </a:cxn>
                <a:cxn ang="0">
                  <a:pos x="522" y="189"/>
                </a:cxn>
                <a:cxn ang="0">
                  <a:pos x="591" y="221"/>
                </a:cxn>
                <a:cxn ang="0">
                  <a:pos x="661" y="255"/>
                </a:cxn>
                <a:cxn ang="0">
                  <a:pos x="730" y="292"/>
                </a:cxn>
                <a:cxn ang="0">
                  <a:pos x="799" y="331"/>
                </a:cxn>
                <a:cxn ang="0">
                  <a:pos x="868" y="372"/>
                </a:cxn>
                <a:cxn ang="0">
                  <a:pos x="937" y="416"/>
                </a:cxn>
                <a:cxn ang="0">
                  <a:pos x="1006" y="464"/>
                </a:cxn>
                <a:cxn ang="0">
                  <a:pos x="1074" y="514"/>
                </a:cxn>
                <a:cxn ang="0">
                  <a:pos x="1107" y="540"/>
                </a:cxn>
              </a:cxnLst>
              <a:rect l="0" t="0" r="0" b="0"/>
              <a:pathLst>
                <a:path w="1119" h="541">
                  <a:moveTo>
                    <a:pt x="1118" y="531"/>
                  </a:moveTo>
                  <a:lnTo>
                    <a:pt x="1118" y="529"/>
                  </a:lnTo>
                  <a:lnTo>
                    <a:pt x="1083" y="504"/>
                  </a:lnTo>
                  <a:lnTo>
                    <a:pt x="1048" y="478"/>
                  </a:lnTo>
                  <a:lnTo>
                    <a:pt x="1012" y="453"/>
                  </a:lnTo>
                  <a:lnTo>
                    <a:pt x="978" y="429"/>
                  </a:lnTo>
                  <a:lnTo>
                    <a:pt x="943" y="406"/>
                  </a:lnTo>
                  <a:lnTo>
                    <a:pt x="909" y="383"/>
                  </a:lnTo>
                  <a:lnTo>
                    <a:pt x="875" y="361"/>
                  </a:lnTo>
                  <a:lnTo>
                    <a:pt x="840" y="340"/>
                  </a:lnTo>
                  <a:lnTo>
                    <a:pt x="806" y="319"/>
                  </a:lnTo>
                  <a:lnTo>
                    <a:pt x="770" y="300"/>
                  </a:lnTo>
                  <a:lnTo>
                    <a:pt x="735" y="281"/>
                  </a:lnTo>
                  <a:lnTo>
                    <a:pt x="701" y="262"/>
                  </a:lnTo>
                  <a:lnTo>
                    <a:pt x="667" y="244"/>
                  </a:lnTo>
                  <a:lnTo>
                    <a:pt x="631" y="226"/>
                  </a:lnTo>
                  <a:lnTo>
                    <a:pt x="596" y="210"/>
                  </a:lnTo>
                  <a:lnTo>
                    <a:pt x="562" y="193"/>
                  </a:lnTo>
                  <a:lnTo>
                    <a:pt x="527" y="178"/>
                  </a:lnTo>
                  <a:lnTo>
                    <a:pt x="492" y="163"/>
                  </a:lnTo>
                  <a:lnTo>
                    <a:pt x="457" y="149"/>
                  </a:lnTo>
                  <a:lnTo>
                    <a:pt x="423" y="134"/>
                  </a:lnTo>
                  <a:lnTo>
                    <a:pt x="387" y="120"/>
                  </a:lnTo>
                  <a:lnTo>
                    <a:pt x="352" y="108"/>
                  </a:lnTo>
                  <a:lnTo>
                    <a:pt x="318" y="95"/>
                  </a:lnTo>
                  <a:lnTo>
                    <a:pt x="282" y="83"/>
                  </a:lnTo>
                  <a:lnTo>
                    <a:pt x="248" y="71"/>
                  </a:lnTo>
                  <a:lnTo>
                    <a:pt x="213" y="60"/>
                  </a:lnTo>
                  <a:lnTo>
                    <a:pt x="177" y="48"/>
                  </a:lnTo>
                  <a:lnTo>
                    <a:pt x="143" y="38"/>
                  </a:lnTo>
                  <a:lnTo>
                    <a:pt x="107" y="28"/>
                  </a:lnTo>
                  <a:lnTo>
                    <a:pt x="73" y="18"/>
                  </a:lnTo>
                  <a:lnTo>
                    <a:pt x="38" y="9"/>
                  </a:lnTo>
                  <a:lnTo>
                    <a:pt x="2" y="0"/>
                  </a:lnTo>
                  <a:lnTo>
                    <a:pt x="0" y="10"/>
                  </a:lnTo>
                  <a:lnTo>
                    <a:pt x="34" y="20"/>
                  </a:lnTo>
                  <a:lnTo>
                    <a:pt x="70" y="30"/>
                  </a:lnTo>
                  <a:lnTo>
                    <a:pt x="105" y="39"/>
                  </a:lnTo>
                  <a:lnTo>
                    <a:pt x="138" y="50"/>
                  </a:lnTo>
                  <a:lnTo>
                    <a:pt x="174" y="60"/>
                  </a:lnTo>
                  <a:lnTo>
                    <a:pt x="209" y="71"/>
                  </a:lnTo>
                  <a:lnTo>
                    <a:pt x="244" y="83"/>
                  </a:lnTo>
                  <a:lnTo>
                    <a:pt x="278" y="94"/>
                  </a:lnTo>
                  <a:lnTo>
                    <a:pt x="314" y="107"/>
                  </a:lnTo>
                  <a:lnTo>
                    <a:pt x="348" y="119"/>
                  </a:lnTo>
                  <a:lnTo>
                    <a:pt x="382" y="133"/>
                  </a:lnTo>
                  <a:lnTo>
                    <a:pt x="417" y="146"/>
                  </a:lnTo>
                  <a:lnTo>
                    <a:pt x="453" y="160"/>
                  </a:lnTo>
                  <a:lnTo>
                    <a:pt x="488" y="174"/>
                  </a:lnTo>
                  <a:lnTo>
                    <a:pt x="522" y="189"/>
                  </a:lnTo>
                  <a:lnTo>
                    <a:pt x="557" y="205"/>
                  </a:lnTo>
                  <a:lnTo>
                    <a:pt x="591" y="221"/>
                  </a:lnTo>
                  <a:lnTo>
                    <a:pt x="625" y="237"/>
                  </a:lnTo>
                  <a:lnTo>
                    <a:pt x="661" y="255"/>
                  </a:lnTo>
                  <a:lnTo>
                    <a:pt x="696" y="273"/>
                  </a:lnTo>
                  <a:lnTo>
                    <a:pt x="730" y="292"/>
                  </a:lnTo>
                  <a:lnTo>
                    <a:pt x="765" y="310"/>
                  </a:lnTo>
                  <a:lnTo>
                    <a:pt x="799" y="331"/>
                  </a:lnTo>
                  <a:lnTo>
                    <a:pt x="833" y="351"/>
                  </a:lnTo>
                  <a:lnTo>
                    <a:pt x="868" y="372"/>
                  </a:lnTo>
                  <a:lnTo>
                    <a:pt x="902" y="393"/>
                  </a:lnTo>
                  <a:lnTo>
                    <a:pt x="937" y="416"/>
                  </a:lnTo>
                  <a:lnTo>
                    <a:pt x="971" y="439"/>
                  </a:lnTo>
                  <a:lnTo>
                    <a:pt x="1006" y="464"/>
                  </a:lnTo>
                  <a:lnTo>
                    <a:pt x="1040" y="488"/>
                  </a:lnTo>
                  <a:lnTo>
                    <a:pt x="1074" y="514"/>
                  </a:lnTo>
                  <a:lnTo>
                    <a:pt x="1109" y="540"/>
                  </a:lnTo>
                  <a:lnTo>
                    <a:pt x="1107" y="540"/>
                  </a:lnTo>
                  <a:lnTo>
                    <a:pt x="1118" y="531"/>
                  </a:lnTo>
                </a:path>
              </a:pathLst>
            </a:custGeom>
            <a:solidFill>
              <a:srgbClr val="FF6600"/>
            </a:solidFill>
            <a:ln w="12700">
              <a:noFill/>
            </a:ln>
          </p:spPr>
          <p:txBody>
            <a:bodyPr/>
            <a:lstStyle/>
            <a:p>
              <a:endParaRPr lang="zh-CN" altLang="en-US"/>
            </a:p>
          </p:txBody>
        </p:sp>
        <p:sp>
          <p:nvSpPr>
            <p:cNvPr id="44079" name="Freeform 46"/>
            <p:cNvSpPr/>
            <p:nvPr/>
          </p:nvSpPr>
          <p:spPr>
            <a:xfrm>
              <a:off x="4107" y="3614"/>
              <a:ext cx="128" cy="284"/>
            </a:xfrm>
            <a:custGeom>
              <a:avLst/>
              <a:gdLst/>
              <a:ahLst/>
              <a:cxnLst>
                <a:cxn ang="0">
                  <a:pos x="64" y="283"/>
                </a:cxn>
                <a:cxn ang="0">
                  <a:pos x="88" y="264"/>
                </a:cxn>
                <a:cxn ang="0">
                  <a:pos x="105" y="246"/>
                </a:cxn>
                <a:cxn ang="0">
                  <a:pos x="117" y="228"/>
                </a:cxn>
                <a:cxn ang="0">
                  <a:pos x="124" y="210"/>
                </a:cxn>
                <a:cxn ang="0">
                  <a:pos x="127" y="192"/>
                </a:cxn>
                <a:cxn ang="0">
                  <a:pos x="127" y="173"/>
                </a:cxn>
                <a:cxn ang="0">
                  <a:pos x="121" y="155"/>
                </a:cxn>
                <a:cxn ang="0">
                  <a:pos x="114" y="137"/>
                </a:cxn>
                <a:cxn ang="0">
                  <a:pos x="105" y="119"/>
                </a:cxn>
                <a:cxn ang="0">
                  <a:pos x="93" y="103"/>
                </a:cxn>
                <a:cxn ang="0">
                  <a:pos x="80" y="85"/>
                </a:cxn>
                <a:cxn ang="0">
                  <a:pos x="66" y="69"/>
                </a:cxn>
                <a:cxn ang="0">
                  <a:pos x="52" y="51"/>
                </a:cxn>
                <a:cxn ang="0">
                  <a:pos x="37" y="34"/>
                </a:cxn>
                <a:cxn ang="0">
                  <a:pos x="23" y="16"/>
                </a:cxn>
                <a:cxn ang="0">
                  <a:pos x="10" y="0"/>
                </a:cxn>
                <a:cxn ang="0">
                  <a:pos x="0" y="8"/>
                </a:cxn>
                <a:cxn ang="0">
                  <a:pos x="13" y="25"/>
                </a:cxn>
                <a:cxn ang="0">
                  <a:pos x="29" y="43"/>
                </a:cxn>
                <a:cxn ang="0">
                  <a:pos x="43" y="59"/>
                </a:cxn>
                <a:cxn ang="0">
                  <a:pos x="57" y="75"/>
                </a:cxn>
                <a:cxn ang="0">
                  <a:pos x="70" y="93"/>
                </a:cxn>
                <a:cxn ang="0">
                  <a:pos x="82" y="110"/>
                </a:cxn>
                <a:cxn ang="0">
                  <a:pos x="93" y="127"/>
                </a:cxn>
                <a:cxn ang="0">
                  <a:pos x="103" y="143"/>
                </a:cxn>
                <a:cxn ang="0">
                  <a:pos x="110" y="160"/>
                </a:cxn>
                <a:cxn ang="0">
                  <a:pos x="114" y="175"/>
                </a:cxn>
                <a:cxn ang="0">
                  <a:pos x="114" y="192"/>
                </a:cxn>
                <a:cxn ang="0">
                  <a:pos x="113" y="207"/>
                </a:cxn>
                <a:cxn ang="0">
                  <a:pos x="106" y="223"/>
                </a:cxn>
                <a:cxn ang="0">
                  <a:pos x="95" y="238"/>
                </a:cxn>
                <a:cxn ang="0">
                  <a:pos x="80" y="254"/>
                </a:cxn>
                <a:cxn ang="0">
                  <a:pos x="58" y="271"/>
                </a:cxn>
                <a:cxn ang="0">
                  <a:pos x="64" y="283"/>
                </a:cxn>
              </a:cxnLst>
              <a:rect l="0" t="0" r="0" b="0"/>
              <a:pathLst>
                <a:path w="128" h="284">
                  <a:moveTo>
                    <a:pt x="64" y="283"/>
                  </a:moveTo>
                  <a:lnTo>
                    <a:pt x="88" y="264"/>
                  </a:lnTo>
                  <a:lnTo>
                    <a:pt x="105" y="246"/>
                  </a:lnTo>
                  <a:lnTo>
                    <a:pt x="117" y="228"/>
                  </a:lnTo>
                  <a:lnTo>
                    <a:pt x="124" y="210"/>
                  </a:lnTo>
                  <a:lnTo>
                    <a:pt x="127" y="192"/>
                  </a:lnTo>
                  <a:lnTo>
                    <a:pt x="127" y="173"/>
                  </a:lnTo>
                  <a:lnTo>
                    <a:pt x="121" y="155"/>
                  </a:lnTo>
                  <a:lnTo>
                    <a:pt x="114" y="137"/>
                  </a:lnTo>
                  <a:lnTo>
                    <a:pt x="105" y="119"/>
                  </a:lnTo>
                  <a:lnTo>
                    <a:pt x="93" y="103"/>
                  </a:lnTo>
                  <a:lnTo>
                    <a:pt x="80" y="85"/>
                  </a:lnTo>
                  <a:lnTo>
                    <a:pt x="66" y="69"/>
                  </a:lnTo>
                  <a:lnTo>
                    <a:pt x="52" y="51"/>
                  </a:lnTo>
                  <a:lnTo>
                    <a:pt x="37" y="34"/>
                  </a:lnTo>
                  <a:lnTo>
                    <a:pt x="23" y="16"/>
                  </a:lnTo>
                  <a:lnTo>
                    <a:pt x="10" y="0"/>
                  </a:lnTo>
                  <a:lnTo>
                    <a:pt x="0" y="8"/>
                  </a:lnTo>
                  <a:lnTo>
                    <a:pt x="13" y="25"/>
                  </a:lnTo>
                  <a:lnTo>
                    <a:pt x="29" y="43"/>
                  </a:lnTo>
                  <a:lnTo>
                    <a:pt x="43" y="59"/>
                  </a:lnTo>
                  <a:lnTo>
                    <a:pt x="57" y="75"/>
                  </a:lnTo>
                  <a:lnTo>
                    <a:pt x="70" y="93"/>
                  </a:lnTo>
                  <a:lnTo>
                    <a:pt x="82" y="110"/>
                  </a:lnTo>
                  <a:lnTo>
                    <a:pt x="93" y="127"/>
                  </a:lnTo>
                  <a:lnTo>
                    <a:pt x="103" y="143"/>
                  </a:lnTo>
                  <a:lnTo>
                    <a:pt x="110" y="160"/>
                  </a:lnTo>
                  <a:lnTo>
                    <a:pt x="114" y="175"/>
                  </a:lnTo>
                  <a:lnTo>
                    <a:pt x="114" y="192"/>
                  </a:lnTo>
                  <a:lnTo>
                    <a:pt x="113" y="207"/>
                  </a:lnTo>
                  <a:lnTo>
                    <a:pt x="106" y="223"/>
                  </a:lnTo>
                  <a:lnTo>
                    <a:pt x="95" y="238"/>
                  </a:lnTo>
                  <a:lnTo>
                    <a:pt x="80" y="254"/>
                  </a:lnTo>
                  <a:lnTo>
                    <a:pt x="58" y="271"/>
                  </a:lnTo>
                  <a:lnTo>
                    <a:pt x="64" y="283"/>
                  </a:lnTo>
                </a:path>
              </a:pathLst>
            </a:custGeom>
            <a:solidFill>
              <a:srgbClr val="FF6600"/>
            </a:solidFill>
            <a:ln w="12700">
              <a:noFill/>
            </a:ln>
          </p:spPr>
          <p:txBody>
            <a:bodyPr/>
            <a:lstStyle/>
            <a:p>
              <a:endParaRPr lang="zh-CN" altLang="en-US"/>
            </a:p>
          </p:txBody>
        </p:sp>
        <p:sp>
          <p:nvSpPr>
            <p:cNvPr id="44080" name="Freeform 47"/>
            <p:cNvSpPr/>
            <p:nvPr/>
          </p:nvSpPr>
          <p:spPr>
            <a:xfrm>
              <a:off x="1347" y="2981"/>
              <a:ext cx="1895" cy="1025"/>
            </a:xfrm>
            <a:custGeom>
              <a:avLst/>
              <a:gdLst/>
              <a:ahLst/>
              <a:cxnLst>
                <a:cxn ang="0">
                  <a:pos x="535" y="4"/>
                </a:cxn>
                <a:cxn ang="0">
                  <a:pos x="483" y="26"/>
                </a:cxn>
                <a:cxn ang="0">
                  <a:pos x="411" y="66"/>
                </a:cxn>
                <a:cxn ang="0">
                  <a:pos x="329" y="121"/>
                </a:cxn>
                <a:cxn ang="0">
                  <a:pos x="242" y="191"/>
                </a:cxn>
                <a:cxn ang="0">
                  <a:pos x="159" y="272"/>
                </a:cxn>
                <a:cxn ang="0">
                  <a:pos x="86" y="364"/>
                </a:cxn>
                <a:cxn ang="0">
                  <a:pos x="33" y="464"/>
                </a:cxn>
                <a:cxn ang="0">
                  <a:pos x="3" y="570"/>
                </a:cxn>
                <a:cxn ang="0">
                  <a:pos x="6" y="681"/>
                </a:cxn>
                <a:cxn ang="0">
                  <a:pos x="50" y="794"/>
                </a:cxn>
                <a:cxn ang="0">
                  <a:pos x="113" y="876"/>
                </a:cxn>
                <a:cxn ang="0">
                  <a:pos x="210" y="938"/>
                </a:cxn>
                <a:cxn ang="0">
                  <a:pos x="330" y="982"/>
                </a:cxn>
                <a:cxn ang="0">
                  <a:pos x="469" y="1010"/>
                </a:cxn>
                <a:cxn ang="0">
                  <a:pos x="621" y="1023"/>
                </a:cxn>
                <a:cxn ang="0">
                  <a:pos x="778" y="1021"/>
                </a:cxn>
                <a:cxn ang="0">
                  <a:pos x="935" y="1008"/>
                </a:cxn>
                <a:cxn ang="0">
                  <a:pos x="1085" y="987"/>
                </a:cxn>
                <a:cxn ang="0">
                  <a:pos x="1225" y="955"/>
                </a:cxn>
                <a:cxn ang="0">
                  <a:pos x="1343" y="917"/>
                </a:cxn>
                <a:cxn ang="0">
                  <a:pos x="1428" y="881"/>
                </a:cxn>
                <a:cxn ang="0">
                  <a:pos x="1480" y="853"/>
                </a:cxn>
                <a:cxn ang="0">
                  <a:pos x="1530" y="824"/>
                </a:cxn>
                <a:cxn ang="0">
                  <a:pos x="1578" y="791"/>
                </a:cxn>
                <a:cxn ang="0">
                  <a:pos x="1625" y="757"/>
                </a:cxn>
                <a:cxn ang="0">
                  <a:pos x="1670" y="718"/>
                </a:cxn>
                <a:cxn ang="0">
                  <a:pos x="1716" y="678"/>
                </a:cxn>
                <a:cxn ang="0">
                  <a:pos x="1758" y="636"/>
                </a:cxn>
                <a:cxn ang="0">
                  <a:pos x="1800" y="592"/>
                </a:cxn>
                <a:cxn ang="0">
                  <a:pos x="1839" y="545"/>
                </a:cxn>
                <a:cxn ang="0">
                  <a:pos x="1880" y="496"/>
                </a:cxn>
                <a:cxn ang="0">
                  <a:pos x="1821" y="494"/>
                </a:cxn>
                <a:cxn ang="0">
                  <a:pos x="1708" y="504"/>
                </a:cxn>
                <a:cxn ang="0">
                  <a:pos x="1593" y="501"/>
                </a:cxn>
                <a:cxn ang="0">
                  <a:pos x="1476" y="484"/>
                </a:cxn>
                <a:cxn ang="0">
                  <a:pos x="1354" y="455"/>
                </a:cxn>
                <a:cxn ang="0">
                  <a:pos x="1229" y="414"/>
                </a:cxn>
                <a:cxn ang="0">
                  <a:pos x="1102" y="359"/>
                </a:cxn>
                <a:cxn ang="0">
                  <a:pos x="971" y="290"/>
                </a:cxn>
                <a:cxn ang="0">
                  <a:pos x="836" y="208"/>
                </a:cxn>
                <a:cxn ang="0">
                  <a:pos x="698" y="111"/>
                </a:cxn>
                <a:cxn ang="0">
                  <a:pos x="558" y="0"/>
                </a:cxn>
              </a:cxnLst>
              <a:rect l="0" t="0" r="0" b="0"/>
              <a:pathLst>
                <a:path w="1895" h="1025">
                  <a:moveTo>
                    <a:pt x="558" y="0"/>
                  </a:moveTo>
                  <a:lnTo>
                    <a:pt x="548" y="1"/>
                  </a:lnTo>
                  <a:lnTo>
                    <a:pt x="535" y="4"/>
                  </a:lnTo>
                  <a:lnTo>
                    <a:pt x="520" y="10"/>
                  </a:lnTo>
                  <a:lnTo>
                    <a:pt x="502" y="16"/>
                  </a:lnTo>
                  <a:lnTo>
                    <a:pt x="483" y="26"/>
                  </a:lnTo>
                  <a:lnTo>
                    <a:pt x="461" y="37"/>
                  </a:lnTo>
                  <a:lnTo>
                    <a:pt x="436" y="51"/>
                  </a:lnTo>
                  <a:lnTo>
                    <a:pt x="411" y="66"/>
                  </a:lnTo>
                  <a:lnTo>
                    <a:pt x="386" y="82"/>
                  </a:lnTo>
                  <a:lnTo>
                    <a:pt x="357" y="102"/>
                  </a:lnTo>
                  <a:lnTo>
                    <a:pt x="329" y="121"/>
                  </a:lnTo>
                  <a:lnTo>
                    <a:pt x="300" y="143"/>
                  </a:lnTo>
                  <a:lnTo>
                    <a:pt x="271" y="166"/>
                  </a:lnTo>
                  <a:lnTo>
                    <a:pt x="242" y="191"/>
                  </a:lnTo>
                  <a:lnTo>
                    <a:pt x="214" y="217"/>
                  </a:lnTo>
                  <a:lnTo>
                    <a:pt x="185" y="243"/>
                  </a:lnTo>
                  <a:lnTo>
                    <a:pt x="159" y="272"/>
                  </a:lnTo>
                  <a:lnTo>
                    <a:pt x="133" y="301"/>
                  </a:lnTo>
                  <a:lnTo>
                    <a:pt x="110" y="333"/>
                  </a:lnTo>
                  <a:lnTo>
                    <a:pt x="86" y="364"/>
                  </a:lnTo>
                  <a:lnTo>
                    <a:pt x="65" y="396"/>
                  </a:lnTo>
                  <a:lnTo>
                    <a:pt x="48" y="429"/>
                  </a:lnTo>
                  <a:lnTo>
                    <a:pt x="33" y="464"/>
                  </a:lnTo>
                  <a:lnTo>
                    <a:pt x="18" y="498"/>
                  </a:lnTo>
                  <a:lnTo>
                    <a:pt x="9" y="534"/>
                  </a:lnTo>
                  <a:lnTo>
                    <a:pt x="3" y="570"/>
                  </a:lnTo>
                  <a:lnTo>
                    <a:pt x="0" y="607"/>
                  </a:lnTo>
                  <a:lnTo>
                    <a:pt x="0" y="643"/>
                  </a:lnTo>
                  <a:lnTo>
                    <a:pt x="6" y="681"/>
                  </a:lnTo>
                  <a:lnTo>
                    <a:pt x="16" y="718"/>
                  </a:lnTo>
                  <a:lnTo>
                    <a:pt x="30" y="755"/>
                  </a:lnTo>
                  <a:lnTo>
                    <a:pt x="50" y="794"/>
                  </a:lnTo>
                  <a:lnTo>
                    <a:pt x="66" y="823"/>
                  </a:lnTo>
                  <a:lnTo>
                    <a:pt x="89" y="850"/>
                  </a:lnTo>
                  <a:lnTo>
                    <a:pt x="113" y="876"/>
                  </a:lnTo>
                  <a:lnTo>
                    <a:pt x="143" y="899"/>
                  </a:lnTo>
                  <a:lnTo>
                    <a:pt x="174" y="919"/>
                  </a:lnTo>
                  <a:lnTo>
                    <a:pt x="210" y="938"/>
                  </a:lnTo>
                  <a:lnTo>
                    <a:pt x="247" y="955"/>
                  </a:lnTo>
                  <a:lnTo>
                    <a:pt x="288" y="969"/>
                  </a:lnTo>
                  <a:lnTo>
                    <a:pt x="330" y="982"/>
                  </a:lnTo>
                  <a:lnTo>
                    <a:pt x="374" y="993"/>
                  </a:lnTo>
                  <a:lnTo>
                    <a:pt x="421" y="1002"/>
                  </a:lnTo>
                  <a:lnTo>
                    <a:pt x="469" y="1010"/>
                  </a:lnTo>
                  <a:lnTo>
                    <a:pt x="519" y="1016"/>
                  </a:lnTo>
                  <a:lnTo>
                    <a:pt x="568" y="1020"/>
                  </a:lnTo>
                  <a:lnTo>
                    <a:pt x="621" y="1023"/>
                  </a:lnTo>
                  <a:lnTo>
                    <a:pt x="672" y="1024"/>
                  </a:lnTo>
                  <a:lnTo>
                    <a:pt x="725" y="1023"/>
                  </a:lnTo>
                  <a:lnTo>
                    <a:pt x="778" y="1021"/>
                  </a:lnTo>
                  <a:lnTo>
                    <a:pt x="831" y="1018"/>
                  </a:lnTo>
                  <a:lnTo>
                    <a:pt x="883" y="1014"/>
                  </a:lnTo>
                  <a:lnTo>
                    <a:pt x="935" y="1008"/>
                  </a:lnTo>
                  <a:lnTo>
                    <a:pt x="986" y="1002"/>
                  </a:lnTo>
                  <a:lnTo>
                    <a:pt x="1037" y="995"/>
                  </a:lnTo>
                  <a:lnTo>
                    <a:pt x="1085" y="987"/>
                  </a:lnTo>
                  <a:lnTo>
                    <a:pt x="1134" y="977"/>
                  </a:lnTo>
                  <a:lnTo>
                    <a:pt x="1181" y="966"/>
                  </a:lnTo>
                  <a:lnTo>
                    <a:pt x="1225" y="955"/>
                  </a:lnTo>
                  <a:lnTo>
                    <a:pt x="1266" y="943"/>
                  </a:lnTo>
                  <a:lnTo>
                    <a:pt x="1306" y="930"/>
                  </a:lnTo>
                  <a:lnTo>
                    <a:pt x="1343" y="917"/>
                  </a:lnTo>
                  <a:lnTo>
                    <a:pt x="1378" y="902"/>
                  </a:lnTo>
                  <a:lnTo>
                    <a:pt x="1410" y="889"/>
                  </a:lnTo>
                  <a:lnTo>
                    <a:pt x="1428" y="881"/>
                  </a:lnTo>
                  <a:lnTo>
                    <a:pt x="1446" y="872"/>
                  </a:lnTo>
                  <a:lnTo>
                    <a:pt x="1462" y="863"/>
                  </a:lnTo>
                  <a:lnTo>
                    <a:pt x="1480" y="853"/>
                  </a:lnTo>
                  <a:lnTo>
                    <a:pt x="1497" y="845"/>
                  </a:lnTo>
                  <a:lnTo>
                    <a:pt x="1513" y="834"/>
                  </a:lnTo>
                  <a:lnTo>
                    <a:pt x="1530" y="824"/>
                  </a:lnTo>
                  <a:lnTo>
                    <a:pt x="1546" y="813"/>
                  </a:lnTo>
                  <a:lnTo>
                    <a:pt x="1563" y="802"/>
                  </a:lnTo>
                  <a:lnTo>
                    <a:pt x="1578" y="791"/>
                  </a:lnTo>
                  <a:lnTo>
                    <a:pt x="1595" y="780"/>
                  </a:lnTo>
                  <a:lnTo>
                    <a:pt x="1610" y="768"/>
                  </a:lnTo>
                  <a:lnTo>
                    <a:pt x="1625" y="757"/>
                  </a:lnTo>
                  <a:lnTo>
                    <a:pt x="1641" y="744"/>
                  </a:lnTo>
                  <a:lnTo>
                    <a:pt x="1657" y="732"/>
                  </a:lnTo>
                  <a:lnTo>
                    <a:pt x="1670" y="718"/>
                  </a:lnTo>
                  <a:lnTo>
                    <a:pt x="1685" y="706"/>
                  </a:lnTo>
                  <a:lnTo>
                    <a:pt x="1700" y="692"/>
                  </a:lnTo>
                  <a:lnTo>
                    <a:pt x="1716" y="678"/>
                  </a:lnTo>
                  <a:lnTo>
                    <a:pt x="1729" y="664"/>
                  </a:lnTo>
                  <a:lnTo>
                    <a:pt x="1743" y="651"/>
                  </a:lnTo>
                  <a:lnTo>
                    <a:pt x="1758" y="636"/>
                  </a:lnTo>
                  <a:lnTo>
                    <a:pt x="1773" y="622"/>
                  </a:lnTo>
                  <a:lnTo>
                    <a:pt x="1786" y="607"/>
                  </a:lnTo>
                  <a:lnTo>
                    <a:pt x="1800" y="592"/>
                  </a:lnTo>
                  <a:lnTo>
                    <a:pt x="1814" y="576"/>
                  </a:lnTo>
                  <a:lnTo>
                    <a:pt x="1827" y="561"/>
                  </a:lnTo>
                  <a:lnTo>
                    <a:pt x="1839" y="545"/>
                  </a:lnTo>
                  <a:lnTo>
                    <a:pt x="1854" y="530"/>
                  </a:lnTo>
                  <a:lnTo>
                    <a:pt x="1868" y="513"/>
                  </a:lnTo>
                  <a:lnTo>
                    <a:pt x="1880" y="496"/>
                  </a:lnTo>
                  <a:lnTo>
                    <a:pt x="1894" y="480"/>
                  </a:lnTo>
                  <a:lnTo>
                    <a:pt x="1856" y="488"/>
                  </a:lnTo>
                  <a:lnTo>
                    <a:pt x="1821" y="494"/>
                  </a:lnTo>
                  <a:lnTo>
                    <a:pt x="1783" y="498"/>
                  </a:lnTo>
                  <a:lnTo>
                    <a:pt x="1746" y="502"/>
                  </a:lnTo>
                  <a:lnTo>
                    <a:pt x="1708" y="504"/>
                  </a:lnTo>
                  <a:lnTo>
                    <a:pt x="1670" y="504"/>
                  </a:lnTo>
                  <a:lnTo>
                    <a:pt x="1631" y="502"/>
                  </a:lnTo>
                  <a:lnTo>
                    <a:pt x="1593" y="501"/>
                  </a:lnTo>
                  <a:lnTo>
                    <a:pt x="1554" y="496"/>
                  </a:lnTo>
                  <a:lnTo>
                    <a:pt x="1515" y="491"/>
                  </a:lnTo>
                  <a:lnTo>
                    <a:pt x="1476" y="484"/>
                  </a:lnTo>
                  <a:lnTo>
                    <a:pt x="1435" y="476"/>
                  </a:lnTo>
                  <a:lnTo>
                    <a:pt x="1394" y="466"/>
                  </a:lnTo>
                  <a:lnTo>
                    <a:pt x="1354" y="455"/>
                  </a:lnTo>
                  <a:lnTo>
                    <a:pt x="1313" y="443"/>
                  </a:lnTo>
                  <a:lnTo>
                    <a:pt x="1272" y="429"/>
                  </a:lnTo>
                  <a:lnTo>
                    <a:pt x="1229" y="414"/>
                  </a:lnTo>
                  <a:lnTo>
                    <a:pt x="1188" y="398"/>
                  </a:lnTo>
                  <a:lnTo>
                    <a:pt x="1145" y="380"/>
                  </a:lnTo>
                  <a:lnTo>
                    <a:pt x="1102" y="359"/>
                  </a:lnTo>
                  <a:lnTo>
                    <a:pt x="1058" y="338"/>
                  </a:lnTo>
                  <a:lnTo>
                    <a:pt x="1016" y="315"/>
                  </a:lnTo>
                  <a:lnTo>
                    <a:pt x="971" y="290"/>
                  </a:lnTo>
                  <a:lnTo>
                    <a:pt x="926" y="264"/>
                  </a:lnTo>
                  <a:lnTo>
                    <a:pt x="882" y="237"/>
                  </a:lnTo>
                  <a:lnTo>
                    <a:pt x="836" y="208"/>
                  </a:lnTo>
                  <a:lnTo>
                    <a:pt x="790" y="178"/>
                  </a:lnTo>
                  <a:lnTo>
                    <a:pt x="745" y="144"/>
                  </a:lnTo>
                  <a:lnTo>
                    <a:pt x="698" y="111"/>
                  </a:lnTo>
                  <a:lnTo>
                    <a:pt x="651" y="75"/>
                  </a:lnTo>
                  <a:lnTo>
                    <a:pt x="604" y="38"/>
                  </a:lnTo>
                  <a:lnTo>
                    <a:pt x="558" y="0"/>
                  </a:lnTo>
                </a:path>
              </a:pathLst>
            </a:custGeom>
            <a:gradFill rotWithShape="0">
              <a:gsLst>
                <a:gs pos="0">
                  <a:srgbClr val="CBCBCB"/>
                </a:gs>
                <a:gs pos="100000">
                  <a:srgbClr val="8E8E8E"/>
                </a:gs>
              </a:gsLst>
              <a:lin ang="5400000" scaled="1"/>
              <a:tileRect/>
            </a:gradFill>
            <a:ln w="12700">
              <a:noFill/>
            </a:ln>
          </p:spPr>
          <p:txBody>
            <a:bodyPr/>
            <a:lstStyle/>
            <a:p>
              <a:endParaRPr lang="zh-CN" altLang="en-US"/>
            </a:p>
          </p:txBody>
        </p:sp>
        <p:sp>
          <p:nvSpPr>
            <p:cNvPr id="44081" name="Freeform 48"/>
            <p:cNvSpPr/>
            <p:nvPr/>
          </p:nvSpPr>
          <p:spPr>
            <a:xfrm>
              <a:off x="1343" y="2977"/>
              <a:ext cx="563" cy="803"/>
            </a:xfrm>
            <a:custGeom>
              <a:avLst/>
              <a:gdLst/>
              <a:ahLst/>
              <a:cxnLst>
                <a:cxn ang="0">
                  <a:pos x="60" y="796"/>
                </a:cxn>
                <a:cxn ang="0">
                  <a:pos x="59" y="796"/>
                </a:cxn>
                <a:cxn ang="0">
                  <a:pos x="25" y="722"/>
                </a:cxn>
                <a:cxn ang="0">
                  <a:pos x="12" y="647"/>
                </a:cxn>
                <a:cxn ang="0">
                  <a:pos x="13" y="575"/>
                </a:cxn>
                <a:cxn ang="0">
                  <a:pos x="30" y="505"/>
                </a:cxn>
                <a:cxn ang="0">
                  <a:pos x="57" y="437"/>
                </a:cxn>
                <a:cxn ang="0">
                  <a:pos x="96" y="372"/>
                </a:cxn>
                <a:cxn ang="0">
                  <a:pos x="143" y="310"/>
                </a:cxn>
                <a:cxn ang="0">
                  <a:pos x="195" y="254"/>
                </a:cxn>
                <a:cxn ang="0">
                  <a:pos x="250" y="200"/>
                </a:cxn>
                <a:cxn ang="0">
                  <a:pos x="308" y="153"/>
                </a:cxn>
                <a:cxn ang="0">
                  <a:pos x="364" y="110"/>
                </a:cxn>
                <a:cxn ang="0">
                  <a:pos x="418" y="77"/>
                </a:cxn>
                <a:cxn ang="0">
                  <a:pos x="468" y="47"/>
                </a:cxn>
                <a:cxn ang="0">
                  <a:pos x="509" y="27"/>
                </a:cxn>
                <a:cxn ang="0">
                  <a:pos x="542" y="15"/>
                </a:cxn>
                <a:cxn ang="0">
                  <a:pos x="562" y="12"/>
                </a:cxn>
                <a:cxn ang="0">
                  <a:pos x="562" y="0"/>
                </a:cxn>
                <a:cxn ang="0">
                  <a:pos x="538" y="3"/>
                </a:cxn>
                <a:cxn ang="0">
                  <a:pos x="505" y="16"/>
                </a:cxn>
                <a:cxn ang="0">
                  <a:pos x="462" y="38"/>
                </a:cxn>
                <a:cxn ang="0">
                  <a:pos x="413" y="65"/>
                </a:cxn>
                <a:cxn ang="0">
                  <a:pos x="358" y="101"/>
                </a:cxn>
                <a:cxn ang="0">
                  <a:pos x="300" y="144"/>
                </a:cxn>
                <a:cxn ang="0">
                  <a:pos x="242" y="190"/>
                </a:cxn>
                <a:cxn ang="0">
                  <a:pos x="185" y="244"/>
                </a:cxn>
                <a:cxn ang="0">
                  <a:pos x="133" y="304"/>
                </a:cxn>
                <a:cxn ang="0">
                  <a:pos x="86" y="365"/>
                </a:cxn>
                <a:cxn ang="0">
                  <a:pos x="46" y="431"/>
                </a:cxn>
                <a:cxn ang="0">
                  <a:pos x="17" y="501"/>
                </a:cxn>
                <a:cxn ang="0">
                  <a:pos x="1" y="575"/>
                </a:cxn>
                <a:cxn ang="0">
                  <a:pos x="0" y="649"/>
                </a:cxn>
                <a:cxn ang="0">
                  <a:pos x="15" y="724"/>
                </a:cxn>
                <a:cxn ang="0">
                  <a:pos x="49" y="802"/>
                </a:cxn>
                <a:cxn ang="0">
                  <a:pos x="48" y="802"/>
                </a:cxn>
                <a:cxn ang="0">
                  <a:pos x="60" y="796"/>
                </a:cxn>
              </a:cxnLst>
              <a:rect l="0" t="0" r="0" b="0"/>
              <a:pathLst>
                <a:path w="563" h="803">
                  <a:moveTo>
                    <a:pt x="60" y="796"/>
                  </a:moveTo>
                  <a:lnTo>
                    <a:pt x="59" y="796"/>
                  </a:lnTo>
                  <a:lnTo>
                    <a:pt x="25" y="722"/>
                  </a:lnTo>
                  <a:lnTo>
                    <a:pt x="12" y="647"/>
                  </a:lnTo>
                  <a:lnTo>
                    <a:pt x="13" y="575"/>
                  </a:lnTo>
                  <a:lnTo>
                    <a:pt x="30" y="505"/>
                  </a:lnTo>
                  <a:lnTo>
                    <a:pt x="57" y="437"/>
                  </a:lnTo>
                  <a:lnTo>
                    <a:pt x="96" y="372"/>
                  </a:lnTo>
                  <a:lnTo>
                    <a:pt x="143" y="310"/>
                  </a:lnTo>
                  <a:lnTo>
                    <a:pt x="195" y="254"/>
                  </a:lnTo>
                  <a:lnTo>
                    <a:pt x="250" y="200"/>
                  </a:lnTo>
                  <a:lnTo>
                    <a:pt x="308" y="153"/>
                  </a:lnTo>
                  <a:lnTo>
                    <a:pt x="364" y="110"/>
                  </a:lnTo>
                  <a:lnTo>
                    <a:pt x="418" y="77"/>
                  </a:lnTo>
                  <a:lnTo>
                    <a:pt x="468" y="47"/>
                  </a:lnTo>
                  <a:lnTo>
                    <a:pt x="509" y="27"/>
                  </a:lnTo>
                  <a:lnTo>
                    <a:pt x="542" y="15"/>
                  </a:lnTo>
                  <a:lnTo>
                    <a:pt x="562" y="12"/>
                  </a:lnTo>
                  <a:lnTo>
                    <a:pt x="562" y="0"/>
                  </a:lnTo>
                  <a:lnTo>
                    <a:pt x="538" y="3"/>
                  </a:lnTo>
                  <a:lnTo>
                    <a:pt x="505" y="16"/>
                  </a:lnTo>
                  <a:lnTo>
                    <a:pt x="462" y="38"/>
                  </a:lnTo>
                  <a:lnTo>
                    <a:pt x="413" y="65"/>
                  </a:lnTo>
                  <a:lnTo>
                    <a:pt x="358" y="101"/>
                  </a:lnTo>
                  <a:lnTo>
                    <a:pt x="300" y="144"/>
                  </a:lnTo>
                  <a:lnTo>
                    <a:pt x="242" y="190"/>
                  </a:lnTo>
                  <a:lnTo>
                    <a:pt x="185" y="244"/>
                  </a:lnTo>
                  <a:lnTo>
                    <a:pt x="133" y="304"/>
                  </a:lnTo>
                  <a:lnTo>
                    <a:pt x="86" y="365"/>
                  </a:lnTo>
                  <a:lnTo>
                    <a:pt x="46" y="431"/>
                  </a:lnTo>
                  <a:lnTo>
                    <a:pt x="17" y="501"/>
                  </a:lnTo>
                  <a:lnTo>
                    <a:pt x="1" y="575"/>
                  </a:lnTo>
                  <a:lnTo>
                    <a:pt x="0" y="649"/>
                  </a:lnTo>
                  <a:lnTo>
                    <a:pt x="15" y="724"/>
                  </a:lnTo>
                  <a:lnTo>
                    <a:pt x="49" y="802"/>
                  </a:lnTo>
                  <a:lnTo>
                    <a:pt x="48" y="802"/>
                  </a:lnTo>
                  <a:lnTo>
                    <a:pt x="60" y="796"/>
                  </a:lnTo>
                </a:path>
              </a:pathLst>
            </a:custGeom>
            <a:solidFill>
              <a:srgbClr val="FF0000"/>
            </a:solidFill>
            <a:ln w="12700">
              <a:noFill/>
            </a:ln>
          </p:spPr>
          <p:txBody>
            <a:bodyPr/>
            <a:lstStyle/>
            <a:p>
              <a:endParaRPr lang="zh-CN" altLang="en-US"/>
            </a:p>
          </p:txBody>
        </p:sp>
        <p:sp>
          <p:nvSpPr>
            <p:cNvPr id="44082" name="Freeform 49"/>
            <p:cNvSpPr/>
            <p:nvPr/>
          </p:nvSpPr>
          <p:spPr>
            <a:xfrm>
              <a:off x="1392" y="3773"/>
              <a:ext cx="1369" cy="238"/>
            </a:xfrm>
            <a:custGeom>
              <a:avLst/>
              <a:gdLst/>
              <a:ahLst/>
              <a:cxnLst>
                <a:cxn ang="0">
                  <a:pos x="1330" y="105"/>
                </a:cxn>
                <a:cxn ang="0">
                  <a:pos x="1260" y="132"/>
                </a:cxn>
                <a:cxn ang="0">
                  <a:pos x="1178" y="157"/>
                </a:cxn>
                <a:cxn ang="0">
                  <a:pos x="1088" y="178"/>
                </a:cxn>
                <a:cxn ang="0">
                  <a:pos x="991" y="196"/>
                </a:cxn>
                <a:cxn ang="0">
                  <a:pos x="890" y="211"/>
                </a:cxn>
                <a:cxn ang="0">
                  <a:pos x="786" y="220"/>
                </a:cxn>
                <a:cxn ang="0">
                  <a:pos x="680" y="224"/>
                </a:cxn>
                <a:cxn ang="0">
                  <a:pos x="577" y="223"/>
                </a:cxn>
                <a:cxn ang="0">
                  <a:pos x="474" y="216"/>
                </a:cxn>
                <a:cxn ang="0">
                  <a:pos x="378" y="203"/>
                </a:cxn>
                <a:cxn ang="0">
                  <a:pos x="287" y="183"/>
                </a:cxn>
                <a:cxn ang="0">
                  <a:pos x="206" y="157"/>
                </a:cxn>
                <a:cxn ang="0">
                  <a:pos x="134" y="122"/>
                </a:cxn>
                <a:cxn ang="0">
                  <a:pos x="74" y="79"/>
                </a:cxn>
                <a:cxn ang="0">
                  <a:pos x="28" y="28"/>
                </a:cxn>
                <a:cxn ang="0">
                  <a:pos x="0" y="5"/>
                </a:cxn>
                <a:cxn ang="0">
                  <a:pos x="41" y="63"/>
                </a:cxn>
                <a:cxn ang="0">
                  <a:pos x="96" y="112"/>
                </a:cxn>
                <a:cxn ang="0">
                  <a:pos x="164" y="152"/>
                </a:cxn>
                <a:cxn ang="0">
                  <a:pos x="242" y="183"/>
                </a:cxn>
                <a:cxn ang="0">
                  <a:pos x="328" y="206"/>
                </a:cxn>
                <a:cxn ang="0">
                  <a:pos x="423" y="223"/>
                </a:cxn>
                <a:cxn ang="0">
                  <a:pos x="524" y="232"/>
                </a:cxn>
                <a:cxn ang="0">
                  <a:pos x="628" y="237"/>
                </a:cxn>
                <a:cxn ang="0">
                  <a:pos x="734" y="235"/>
                </a:cxn>
                <a:cxn ang="0">
                  <a:pos x="840" y="227"/>
                </a:cxn>
                <a:cxn ang="0">
                  <a:pos x="943" y="216"/>
                </a:cxn>
                <a:cxn ang="0">
                  <a:pos x="1042" y="200"/>
                </a:cxn>
                <a:cxn ang="0">
                  <a:pos x="1137" y="179"/>
                </a:cxn>
                <a:cxn ang="0">
                  <a:pos x="1224" y="157"/>
                </a:cxn>
                <a:cxn ang="0">
                  <a:pos x="1301" y="131"/>
                </a:cxn>
                <a:cxn ang="0">
                  <a:pos x="1368" y="102"/>
                </a:cxn>
              </a:cxnLst>
              <a:rect l="0" t="0" r="0" b="0"/>
              <a:pathLst>
                <a:path w="1369" h="238">
                  <a:moveTo>
                    <a:pt x="1362" y="91"/>
                  </a:moveTo>
                  <a:lnTo>
                    <a:pt x="1330" y="105"/>
                  </a:lnTo>
                  <a:lnTo>
                    <a:pt x="1297" y="119"/>
                  </a:lnTo>
                  <a:lnTo>
                    <a:pt x="1260" y="132"/>
                  </a:lnTo>
                  <a:lnTo>
                    <a:pt x="1220" y="145"/>
                  </a:lnTo>
                  <a:lnTo>
                    <a:pt x="1178" y="157"/>
                  </a:lnTo>
                  <a:lnTo>
                    <a:pt x="1133" y="168"/>
                  </a:lnTo>
                  <a:lnTo>
                    <a:pt x="1088" y="178"/>
                  </a:lnTo>
                  <a:lnTo>
                    <a:pt x="1041" y="187"/>
                  </a:lnTo>
                  <a:lnTo>
                    <a:pt x="991" y="196"/>
                  </a:lnTo>
                  <a:lnTo>
                    <a:pt x="941" y="203"/>
                  </a:lnTo>
                  <a:lnTo>
                    <a:pt x="890" y="211"/>
                  </a:lnTo>
                  <a:lnTo>
                    <a:pt x="839" y="215"/>
                  </a:lnTo>
                  <a:lnTo>
                    <a:pt x="786" y="220"/>
                  </a:lnTo>
                  <a:lnTo>
                    <a:pt x="734" y="223"/>
                  </a:lnTo>
                  <a:lnTo>
                    <a:pt x="680" y="224"/>
                  </a:lnTo>
                  <a:lnTo>
                    <a:pt x="628" y="224"/>
                  </a:lnTo>
                  <a:lnTo>
                    <a:pt x="577" y="223"/>
                  </a:lnTo>
                  <a:lnTo>
                    <a:pt x="526" y="220"/>
                  </a:lnTo>
                  <a:lnTo>
                    <a:pt x="474" y="216"/>
                  </a:lnTo>
                  <a:lnTo>
                    <a:pt x="425" y="211"/>
                  </a:lnTo>
                  <a:lnTo>
                    <a:pt x="378" y="203"/>
                  </a:lnTo>
                  <a:lnTo>
                    <a:pt x="331" y="194"/>
                  </a:lnTo>
                  <a:lnTo>
                    <a:pt x="287" y="183"/>
                  </a:lnTo>
                  <a:lnTo>
                    <a:pt x="246" y="170"/>
                  </a:lnTo>
                  <a:lnTo>
                    <a:pt x="206" y="157"/>
                  </a:lnTo>
                  <a:lnTo>
                    <a:pt x="169" y="140"/>
                  </a:lnTo>
                  <a:lnTo>
                    <a:pt x="134" y="122"/>
                  </a:lnTo>
                  <a:lnTo>
                    <a:pt x="102" y="101"/>
                  </a:lnTo>
                  <a:lnTo>
                    <a:pt x="74" y="79"/>
                  </a:lnTo>
                  <a:lnTo>
                    <a:pt x="49" y="54"/>
                  </a:lnTo>
                  <a:lnTo>
                    <a:pt x="28" y="28"/>
                  </a:lnTo>
                  <a:lnTo>
                    <a:pt x="12" y="0"/>
                  </a:lnTo>
                  <a:lnTo>
                    <a:pt x="0" y="5"/>
                  </a:lnTo>
                  <a:lnTo>
                    <a:pt x="19" y="35"/>
                  </a:lnTo>
                  <a:lnTo>
                    <a:pt x="41" y="63"/>
                  </a:lnTo>
                  <a:lnTo>
                    <a:pt x="66" y="89"/>
                  </a:lnTo>
                  <a:lnTo>
                    <a:pt x="96" y="112"/>
                  </a:lnTo>
                  <a:lnTo>
                    <a:pt x="128" y="132"/>
                  </a:lnTo>
                  <a:lnTo>
                    <a:pt x="164" y="152"/>
                  </a:lnTo>
                  <a:lnTo>
                    <a:pt x="200" y="168"/>
                  </a:lnTo>
                  <a:lnTo>
                    <a:pt x="242" y="183"/>
                  </a:lnTo>
                  <a:lnTo>
                    <a:pt x="284" y="196"/>
                  </a:lnTo>
                  <a:lnTo>
                    <a:pt x="328" y="206"/>
                  </a:lnTo>
                  <a:lnTo>
                    <a:pt x="375" y="216"/>
                  </a:lnTo>
                  <a:lnTo>
                    <a:pt x="423" y="223"/>
                  </a:lnTo>
                  <a:lnTo>
                    <a:pt x="473" y="229"/>
                  </a:lnTo>
                  <a:lnTo>
                    <a:pt x="524" y="232"/>
                  </a:lnTo>
                  <a:lnTo>
                    <a:pt x="575" y="235"/>
                  </a:lnTo>
                  <a:lnTo>
                    <a:pt x="628" y="237"/>
                  </a:lnTo>
                  <a:lnTo>
                    <a:pt x="681" y="237"/>
                  </a:lnTo>
                  <a:lnTo>
                    <a:pt x="734" y="235"/>
                  </a:lnTo>
                  <a:lnTo>
                    <a:pt x="786" y="231"/>
                  </a:lnTo>
                  <a:lnTo>
                    <a:pt x="840" y="227"/>
                  </a:lnTo>
                  <a:lnTo>
                    <a:pt x="890" y="223"/>
                  </a:lnTo>
                  <a:lnTo>
                    <a:pt x="943" y="216"/>
                  </a:lnTo>
                  <a:lnTo>
                    <a:pt x="993" y="208"/>
                  </a:lnTo>
                  <a:lnTo>
                    <a:pt x="1042" y="200"/>
                  </a:lnTo>
                  <a:lnTo>
                    <a:pt x="1090" y="190"/>
                  </a:lnTo>
                  <a:lnTo>
                    <a:pt x="1137" y="179"/>
                  </a:lnTo>
                  <a:lnTo>
                    <a:pt x="1181" y="168"/>
                  </a:lnTo>
                  <a:lnTo>
                    <a:pt x="1224" y="157"/>
                  </a:lnTo>
                  <a:lnTo>
                    <a:pt x="1264" y="143"/>
                  </a:lnTo>
                  <a:lnTo>
                    <a:pt x="1301" y="131"/>
                  </a:lnTo>
                  <a:lnTo>
                    <a:pt x="1336" y="116"/>
                  </a:lnTo>
                  <a:lnTo>
                    <a:pt x="1368" y="102"/>
                  </a:lnTo>
                  <a:lnTo>
                    <a:pt x="1362" y="91"/>
                  </a:lnTo>
                </a:path>
              </a:pathLst>
            </a:custGeom>
            <a:solidFill>
              <a:srgbClr val="FF0000"/>
            </a:solidFill>
            <a:ln w="12700">
              <a:noFill/>
            </a:ln>
          </p:spPr>
          <p:txBody>
            <a:bodyPr/>
            <a:lstStyle/>
            <a:p>
              <a:endParaRPr lang="zh-CN" altLang="en-US"/>
            </a:p>
          </p:txBody>
        </p:sp>
        <p:sp>
          <p:nvSpPr>
            <p:cNvPr id="44083" name="Freeform 50"/>
            <p:cNvSpPr/>
            <p:nvPr/>
          </p:nvSpPr>
          <p:spPr>
            <a:xfrm>
              <a:off x="2754" y="3457"/>
              <a:ext cx="493" cy="420"/>
            </a:xfrm>
            <a:custGeom>
              <a:avLst/>
              <a:gdLst/>
              <a:ahLst/>
              <a:cxnLst>
                <a:cxn ang="0">
                  <a:pos x="489" y="12"/>
                </a:cxn>
                <a:cxn ang="0">
                  <a:pos x="481" y="2"/>
                </a:cxn>
                <a:cxn ang="0">
                  <a:pos x="455" y="34"/>
                </a:cxn>
                <a:cxn ang="0">
                  <a:pos x="429" y="65"/>
                </a:cxn>
                <a:cxn ang="0">
                  <a:pos x="403" y="97"/>
                </a:cxn>
                <a:cxn ang="0">
                  <a:pos x="375" y="127"/>
                </a:cxn>
                <a:cxn ang="0">
                  <a:pos x="346" y="156"/>
                </a:cxn>
                <a:cxn ang="0">
                  <a:pos x="318" y="185"/>
                </a:cxn>
                <a:cxn ang="0">
                  <a:pos x="290" y="213"/>
                </a:cxn>
                <a:cxn ang="0">
                  <a:pos x="261" y="239"/>
                </a:cxn>
                <a:cxn ang="0">
                  <a:pos x="230" y="263"/>
                </a:cxn>
                <a:cxn ang="0">
                  <a:pos x="199" y="288"/>
                </a:cxn>
                <a:cxn ang="0">
                  <a:pos x="168" y="311"/>
                </a:cxn>
                <a:cxn ang="0">
                  <a:pos x="137" y="334"/>
                </a:cxn>
                <a:cxn ang="0">
                  <a:pos x="103" y="354"/>
                </a:cxn>
                <a:cxn ang="0">
                  <a:pos x="70" y="373"/>
                </a:cxn>
                <a:cxn ang="0">
                  <a:pos x="36" y="391"/>
                </a:cxn>
                <a:cxn ang="0">
                  <a:pos x="0" y="408"/>
                </a:cxn>
                <a:cxn ang="0">
                  <a:pos x="5" y="419"/>
                </a:cxn>
                <a:cxn ang="0">
                  <a:pos x="41" y="402"/>
                </a:cxn>
                <a:cxn ang="0">
                  <a:pos x="76" y="383"/>
                </a:cxn>
                <a:cxn ang="0">
                  <a:pos x="108" y="364"/>
                </a:cxn>
                <a:cxn ang="0">
                  <a:pos x="142" y="343"/>
                </a:cxn>
                <a:cxn ang="0">
                  <a:pos x="175" y="321"/>
                </a:cxn>
                <a:cxn ang="0">
                  <a:pos x="207" y="298"/>
                </a:cxn>
                <a:cxn ang="0">
                  <a:pos x="238" y="273"/>
                </a:cxn>
                <a:cxn ang="0">
                  <a:pos x="268" y="248"/>
                </a:cxn>
                <a:cxn ang="0">
                  <a:pos x="298" y="221"/>
                </a:cxn>
                <a:cxn ang="0">
                  <a:pos x="327" y="193"/>
                </a:cxn>
                <a:cxn ang="0">
                  <a:pos x="356" y="164"/>
                </a:cxn>
                <a:cxn ang="0">
                  <a:pos x="383" y="136"/>
                </a:cxn>
                <a:cxn ang="0">
                  <a:pos x="411" y="105"/>
                </a:cxn>
                <a:cxn ang="0">
                  <a:pos x="439" y="74"/>
                </a:cxn>
                <a:cxn ang="0">
                  <a:pos x="465" y="42"/>
                </a:cxn>
                <a:cxn ang="0">
                  <a:pos x="492" y="9"/>
                </a:cxn>
                <a:cxn ang="0">
                  <a:pos x="486" y="0"/>
                </a:cxn>
                <a:cxn ang="0">
                  <a:pos x="489" y="12"/>
                </a:cxn>
              </a:cxnLst>
              <a:rect l="0" t="0" r="0" b="0"/>
              <a:pathLst>
                <a:path w="493" h="420">
                  <a:moveTo>
                    <a:pt x="489" y="12"/>
                  </a:moveTo>
                  <a:lnTo>
                    <a:pt x="481" y="2"/>
                  </a:lnTo>
                  <a:lnTo>
                    <a:pt x="455" y="34"/>
                  </a:lnTo>
                  <a:lnTo>
                    <a:pt x="429" y="65"/>
                  </a:lnTo>
                  <a:lnTo>
                    <a:pt x="403" y="97"/>
                  </a:lnTo>
                  <a:lnTo>
                    <a:pt x="375" y="127"/>
                  </a:lnTo>
                  <a:lnTo>
                    <a:pt x="346" y="156"/>
                  </a:lnTo>
                  <a:lnTo>
                    <a:pt x="318" y="185"/>
                  </a:lnTo>
                  <a:lnTo>
                    <a:pt x="290" y="213"/>
                  </a:lnTo>
                  <a:lnTo>
                    <a:pt x="261" y="239"/>
                  </a:lnTo>
                  <a:lnTo>
                    <a:pt x="230" y="263"/>
                  </a:lnTo>
                  <a:lnTo>
                    <a:pt x="199" y="288"/>
                  </a:lnTo>
                  <a:lnTo>
                    <a:pt x="168" y="311"/>
                  </a:lnTo>
                  <a:lnTo>
                    <a:pt x="137" y="334"/>
                  </a:lnTo>
                  <a:lnTo>
                    <a:pt x="103" y="354"/>
                  </a:lnTo>
                  <a:lnTo>
                    <a:pt x="70" y="373"/>
                  </a:lnTo>
                  <a:lnTo>
                    <a:pt x="36" y="391"/>
                  </a:lnTo>
                  <a:lnTo>
                    <a:pt x="0" y="408"/>
                  </a:lnTo>
                  <a:lnTo>
                    <a:pt x="5" y="419"/>
                  </a:lnTo>
                  <a:lnTo>
                    <a:pt x="41" y="402"/>
                  </a:lnTo>
                  <a:lnTo>
                    <a:pt x="76" y="383"/>
                  </a:lnTo>
                  <a:lnTo>
                    <a:pt x="108" y="364"/>
                  </a:lnTo>
                  <a:lnTo>
                    <a:pt x="142" y="343"/>
                  </a:lnTo>
                  <a:lnTo>
                    <a:pt x="175" y="321"/>
                  </a:lnTo>
                  <a:lnTo>
                    <a:pt x="207" y="298"/>
                  </a:lnTo>
                  <a:lnTo>
                    <a:pt x="238" y="273"/>
                  </a:lnTo>
                  <a:lnTo>
                    <a:pt x="268" y="248"/>
                  </a:lnTo>
                  <a:lnTo>
                    <a:pt x="298" y="221"/>
                  </a:lnTo>
                  <a:lnTo>
                    <a:pt x="327" y="193"/>
                  </a:lnTo>
                  <a:lnTo>
                    <a:pt x="356" y="164"/>
                  </a:lnTo>
                  <a:lnTo>
                    <a:pt x="383" y="136"/>
                  </a:lnTo>
                  <a:lnTo>
                    <a:pt x="411" y="105"/>
                  </a:lnTo>
                  <a:lnTo>
                    <a:pt x="439" y="74"/>
                  </a:lnTo>
                  <a:lnTo>
                    <a:pt x="465" y="42"/>
                  </a:lnTo>
                  <a:lnTo>
                    <a:pt x="492" y="9"/>
                  </a:lnTo>
                  <a:lnTo>
                    <a:pt x="486" y="0"/>
                  </a:lnTo>
                  <a:lnTo>
                    <a:pt x="489" y="12"/>
                  </a:lnTo>
                </a:path>
              </a:pathLst>
            </a:custGeom>
            <a:solidFill>
              <a:srgbClr val="FF0000"/>
            </a:solidFill>
            <a:ln w="12700">
              <a:noFill/>
            </a:ln>
          </p:spPr>
          <p:txBody>
            <a:bodyPr/>
            <a:lstStyle/>
            <a:p>
              <a:endParaRPr lang="zh-CN" altLang="en-US"/>
            </a:p>
          </p:txBody>
        </p:sp>
        <p:sp>
          <p:nvSpPr>
            <p:cNvPr id="44084" name="Freeform 51"/>
            <p:cNvSpPr/>
            <p:nvPr/>
          </p:nvSpPr>
          <p:spPr>
            <a:xfrm>
              <a:off x="1901" y="2976"/>
              <a:ext cx="1343" cy="517"/>
            </a:xfrm>
            <a:custGeom>
              <a:avLst/>
              <a:gdLst/>
              <a:ahLst/>
              <a:cxnLst>
                <a:cxn ang="0">
                  <a:pos x="0" y="10"/>
                </a:cxn>
                <a:cxn ang="0">
                  <a:pos x="95" y="86"/>
                </a:cxn>
                <a:cxn ang="0">
                  <a:pos x="188" y="155"/>
                </a:cxn>
                <a:cxn ang="0">
                  <a:pos x="280" y="218"/>
                </a:cxn>
                <a:cxn ang="0">
                  <a:pos x="369" y="274"/>
                </a:cxn>
                <a:cxn ang="0">
                  <a:pos x="458" y="326"/>
                </a:cxn>
                <a:cxn ang="0">
                  <a:pos x="546" y="370"/>
                </a:cxn>
                <a:cxn ang="0">
                  <a:pos x="631" y="409"/>
                </a:cxn>
                <a:cxn ang="0">
                  <a:pos x="716" y="441"/>
                </a:cxn>
                <a:cxn ang="0">
                  <a:pos x="798" y="468"/>
                </a:cxn>
                <a:cxn ang="0">
                  <a:pos x="881" y="488"/>
                </a:cxn>
                <a:cxn ang="0">
                  <a:pos x="961" y="503"/>
                </a:cxn>
                <a:cxn ang="0">
                  <a:pos x="1040" y="512"/>
                </a:cxn>
                <a:cxn ang="0">
                  <a:pos x="1117" y="516"/>
                </a:cxn>
                <a:cxn ang="0">
                  <a:pos x="1192" y="513"/>
                </a:cxn>
                <a:cxn ang="0">
                  <a:pos x="1267" y="505"/>
                </a:cxn>
                <a:cxn ang="0">
                  <a:pos x="1342" y="492"/>
                </a:cxn>
                <a:cxn ang="0">
                  <a:pos x="1303" y="487"/>
                </a:cxn>
                <a:cxn ang="0">
                  <a:pos x="1228" y="498"/>
                </a:cxn>
                <a:cxn ang="0">
                  <a:pos x="1154" y="502"/>
                </a:cxn>
                <a:cxn ang="0">
                  <a:pos x="1078" y="502"/>
                </a:cxn>
                <a:cxn ang="0">
                  <a:pos x="1001" y="495"/>
                </a:cxn>
                <a:cxn ang="0">
                  <a:pos x="922" y="484"/>
                </a:cxn>
                <a:cxn ang="0">
                  <a:pos x="842" y="466"/>
                </a:cxn>
                <a:cxn ang="0">
                  <a:pos x="761" y="443"/>
                </a:cxn>
                <a:cxn ang="0">
                  <a:pos x="678" y="414"/>
                </a:cxn>
                <a:cxn ang="0">
                  <a:pos x="594" y="378"/>
                </a:cxn>
                <a:cxn ang="0">
                  <a:pos x="507" y="338"/>
                </a:cxn>
                <a:cxn ang="0">
                  <a:pos x="420" y="290"/>
                </a:cxn>
                <a:cxn ang="0">
                  <a:pos x="331" y="236"/>
                </a:cxn>
                <a:cxn ang="0">
                  <a:pos x="241" y="177"/>
                </a:cxn>
                <a:cxn ang="0">
                  <a:pos x="149" y="111"/>
                </a:cxn>
                <a:cxn ang="0">
                  <a:pos x="55" y="39"/>
                </a:cxn>
                <a:cxn ang="0">
                  <a:pos x="4" y="0"/>
                </a:cxn>
              </a:cxnLst>
              <a:rect l="0" t="0" r="0" b="0"/>
              <a:pathLst>
                <a:path w="1343" h="517">
                  <a:moveTo>
                    <a:pt x="4" y="12"/>
                  </a:moveTo>
                  <a:lnTo>
                    <a:pt x="0" y="10"/>
                  </a:lnTo>
                  <a:lnTo>
                    <a:pt x="46" y="49"/>
                  </a:lnTo>
                  <a:lnTo>
                    <a:pt x="95" y="86"/>
                  </a:lnTo>
                  <a:lnTo>
                    <a:pt x="141" y="121"/>
                  </a:lnTo>
                  <a:lnTo>
                    <a:pt x="188" y="155"/>
                  </a:lnTo>
                  <a:lnTo>
                    <a:pt x="234" y="188"/>
                  </a:lnTo>
                  <a:lnTo>
                    <a:pt x="280" y="218"/>
                  </a:lnTo>
                  <a:lnTo>
                    <a:pt x="325" y="247"/>
                  </a:lnTo>
                  <a:lnTo>
                    <a:pt x="369" y="274"/>
                  </a:lnTo>
                  <a:lnTo>
                    <a:pt x="414" y="301"/>
                  </a:lnTo>
                  <a:lnTo>
                    <a:pt x="458" y="326"/>
                  </a:lnTo>
                  <a:lnTo>
                    <a:pt x="502" y="350"/>
                  </a:lnTo>
                  <a:lnTo>
                    <a:pt x="546" y="370"/>
                  </a:lnTo>
                  <a:lnTo>
                    <a:pt x="589" y="391"/>
                  </a:lnTo>
                  <a:lnTo>
                    <a:pt x="631" y="409"/>
                  </a:lnTo>
                  <a:lnTo>
                    <a:pt x="674" y="425"/>
                  </a:lnTo>
                  <a:lnTo>
                    <a:pt x="716" y="441"/>
                  </a:lnTo>
                  <a:lnTo>
                    <a:pt x="757" y="455"/>
                  </a:lnTo>
                  <a:lnTo>
                    <a:pt x="798" y="468"/>
                  </a:lnTo>
                  <a:lnTo>
                    <a:pt x="839" y="479"/>
                  </a:lnTo>
                  <a:lnTo>
                    <a:pt x="881" y="488"/>
                  </a:lnTo>
                  <a:lnTo>
                    <a:pt x="921" y="497"/>
                  </a:lnTo>
                  <a:lnTo>
                    <a:pt x="961" y="503"/>
                  </a:lnTo>
                  <a:lnTo>
                    <a:pt x="999" y="508"/>
                  </a:lnTo>
                  <a:lnTo>
                    <a:pt x="1040" y="512"/>
                  </a:lnTo>
                  <a:lnTo>
                    <a:pt x="1078" y="515"/>
                  </a:lnTo>
                  <a:lnTo>
                    <a:pt x="1117" y="516"/>
                  </a:lnTo>
                  <a:lnTo>
                    <a:pt x="1155" y="515"/>
                  </a:lnTo>
                  <a:lnTo>
                    <a:pt x="1192" y="513"/>
                  </a:lnTo>
                  <a:lnTo>
                    <a:pt x="1230" y="510"/>
                  </a:lnTo>
                  <a:lnTo>
                    <a:pt x="1267" y="505"/>
                  </a:lnTo>
                  <a:lnTo>
                    <a:pt x="1304" y="500"/>
                  </a:lnTo>
                  <a:lnTo>
                    <a:pt x="1342" y="492"/>
                  </a:lnTo>
                  <a:lnTo>
                    <a:pt x="1339" y="480"/>
                  </a:lnTo>
                  <a:lnTo>
                    <a:pt x="1303" y="487"/>
                  </a:lnTo>
                  <a:lnTo>
                    <a:pt x="1266" y="492"/>
                  </a:lnTo>
                  <a:lnTo>
                    <a:pt x="1228" y="498"/>
                  </a:lnTo>
                  <a:lnTo>
                    <a:pt x="1192" y="500"/>
                  </a:lnTo>
                  <a:lnTo>
                    <a:pt x="1154" y="502"/>
                  </a:lnTo>
                  <a:lnTo>
                    <a:pt x="1117" y="503"/>
                  </a:lnTo>
                  <a:lnTo>
                    <a:pt x="1078" y="502"/>
                  </a:lnTo>
                  <a:lnTo>
                    <a:pt x="1041" y="500"/>
                  </a:lnTo>
                  <a:lnTo>
                    <a:pt x="1001" y="495"/>
                  </a:lnTo>
                  <a:lnTo>
                    <a:pt x="962" y="491"/>
                  </a:lnTo>
                  <a:lnTo>
                    <a:pt x="922" y="484"/>
                  </a:lnTo>
                  <a:lnTo>
                    <a:pt x="882" y="476"/>
                  </a:lnTo>
                  <a:lnTo>
                    <a:pt x="842" y="466"/>
                  </a:lnTo>
                  <a:lnTo>
                    <a:pt x="802" y="455"/>
                  </a:lnTo>
                  <a:lnTo>
                    <a:pt x="761" y="443"/>
                  </a:lnTo>
                  <a:lnTo>
                    <a:pt x="720" y="429"/>
                  </a:lnTo>
                  <a:lnTo>
                    <a:pt x="678" y="414"/>
                  </a:lnTo>
                  <a:lnTo>
                    <a:pt x="636" y="397"/>
                  </a:lnTo>
                  <a:lnTo>
                    <a:pt x="594" y="378"/>
                  </a:lnTo>
                  <a:lnTo>
                    <a:pt x="551" y="359"/>
                  </a:lnTo>
                  <a:lnTo>
                    <a:pt x="507" y="338"/>
                  </a:lnTo>
                  <a:lnTo>
                    <a:pt x="464" y="315"/>
                  </a:lnTo>
                  <a:lnTo>
                    <a:pt x="420" y="290"/>
                  </a:lnTo>
                  <a:lnTo>
                    <a:pt x="376" y="264"/>
                  </a:lnTo>
                  <a:lnTo>
                    <a:pt x="331" y="236"/>
                  </a:lnTo>
                  <a:lnTo>
                    <a:pt x="286" y="207"/>
                  </a:lnTo>
                  <a:lnTo>
                    <a:pt x="241" y="177"/>
                  </a:lnTo>
                  <a:lnTo>
                    <a:pt x="194" y="145"/>
                  </a:lnTo>
                  <a:lnTo>
                    <a:pt x="149" y="111"/>
                  </a:lnTo>
                  <a:lnTo>
                    <a:pt x="102" y="77"/>
                  </a:lnTo>
                  <a:lnTo>
                    <a:pt x="55" y="39"/>
                  </a:lnTo>
                  <a:lnTo>
                    <a:pt x="8" y="1"/>
                  </a:lnTo>
                  <a:lnTo>
                    <a:pt x="4" y="0"/>
                  </a:lnTo>
                  <a:lnTo>
                    <a:pt x="4" y="12"/>
                  </a:lnTo>
                </a:path>
              </a:pathLst>
            </a:custGeom>
            <a:solidFill>
              <a:srgbClr val="FF0000"/>
            </a:solidFill>
            <a:ln w="12700">
              <a:noFill/>
            </a:ln>
          </p:spPr>
          <p:txBody>
            <a:bodyPr/>
            <a:lstStyle/>
            <a:p>
              <a:endParaRPr lang="zh-CN" altLang="en-US"/>
            </a:p>
          </p:txBody>
        </p:sp>
        <p:sp>
          <p:nvSpPr>
            <p:cNvPr id="44085" name="Freeform 52"/>
            <p:cNvSpPr/>
            <p:nvPr/>
          </p:nvSpPr>
          <p:spPr>
            <a:xfrm>
              <a:off x="2476" y="3710"/>
              <a:ext cx="17" cy="248"/>
            </a:xfrm>
            <a:custGeom>
              <a:avLst/>
              <a:gdLst/>
              <a:ahLst/>
              <a:cxnLst>
                <a:cxn ang="0">
                  <a:pos x="14" y="5"/>
                </a:cxn>
                <a:cxn ang="0">
                  <a:pos x="0" y="2"/>
                </a:cxn>
                <a:cxn ang="0">
                  <a:pos x="0" y="247"/>
                </a:cxn>
                <a:cxn ang="0">
                  <a:pos x="16" y="247"/>
                </a:cxn>
                <a:cxn ang="0">
                  <a:pos x="16" y="2"/>
                </a:cxn>
                <a:cxn ang="0">
                  <a:pos x="0" y="0"/>
                </a:cxn>
                <a:cxn ang="0">
                  <a:pos x="14" y="5"/>
                </a:cxn>
              </a:cxnLst>
              <a:rect l="0" t="0" r="0" b="0"/>
              <a:pathLst>
                <a:path w="17" h="248">
                  <a:moveTo>
                    <a:pt x="14" y="5"/>
                  </a:moveTo>
                  <a:lnTo>
                    <a:pt x="0" y="2"/>
                  </a:lnTo>
                  <a:lnTo>
                    <a:pt x="0" y="247"/>
                  </a:lnTo>
                  <a:lnTo>
                    <a:pt x="16" y="247"/>
                  </a:lnTo>
                  <a:lnTo>
                    <a:pt x="16" y="2"/>
                  </a:lnTo>
                  <a:lnTo>
                    <a:pt x="0" y="0"/>
                  </a:lnTo>
                  <a:lnTo>
                    <a:pt x="14" y="5"/>
                  </a:lnTo>
                </a:path>
              </a:pathLst>
            </a:custGeom>
            <a:solidFill>
              <a:srgbClr val="FF0000"/>
            </a:solidFill>
            <a:ln w="12700">
              <a:noFill/>
            </a:ln>
          </p:spPr>
          <p:txBody>
            <a:bodyPr/>
            <a:lstStyle/>
            <a:p>
              <a:endParaRPr lang="zh-CN" altLang="en-US"/>
            </a:p>
          </p:txBody>
        </p:sp>
        <p:sp>
          <p:nvSpPr>
            <p:cNvPr id="44086" name="Freeform 53"/>
            <p:cNvSpPr/>
            <p:nvPr/>
          </p:nvSpPr>
          <p:spPr>
            <a:xfrm>
              <a:off x="2216" y="3710"/>
              <a:ext cx="274" cy="292"/>
            </a:xfrm>
            <a:custGeom>
              <a:avLst/>
              <a:gdLst/>
              <a:ahLst/>
              <a:cxnLst>
                <a:cxn ang="0">
                  <a:pos x="5" y="291"/>
                </a:cxn>
                <a:cxn ang="0">
                  <a:pos x="23" y="279"/>
                </a:cxn>
                <a:cxn ang="0">
                  <a:pos x="41" y="267"/>
                </a:cxn>
                <a:cxn ang="0">
                  <a:pos x="59" y="255"/>
                </a:cxn>
                <a:cxn ang="0">
                  <a:pos x="77" y="239"/>
                </a:cxn>
                <a:cxn ang="0">
                  <a:pos x="93" y="224"/>
                </a:cxn>
                <a:cxn ang="0">
                  <a:pos x="110" y="209"/>
                </a:cxn>
                <a:cxn ang="0">
                  <a:pos x="128" y="193"/>
                </a:cxn>
                <a:cxn ang="0">
                  <a:pos x="144" y="175"/>
                </a:cxn>
                <a:cxn ang="0">
                  <a:pos x="161" y="156"/>
                </a:cxn>
                <a:cxn ang="0">
                  <a:pos x="177" y="137"/>
                </a:cxn>
                <a:cxn ang="0">
                  <a:pos x="194" y="117"/>
                </a:cxn>
                <a:cxn ang="0">
                  <a:pos x="209" y="96"/>
                </a:cxn>
                <a:cxn ang="0">
                  <a:pos x="226" y="75"/>
                </a:cxn>
                <a:cxn ang="0">
                  <a:pos x="241" y="53"/>
                </a:cxn>
                <a:cxn ang="0">
                  <a:pos x="257" y="30"/>
                </a:cxn>
                <a:cxn ang="0">
                  <a:pos x="273" y="5"/>
                </a:cxn>
                <a:cxn ang="0">
                  <a:pos x="261" y="0"/>
                </a:cxn>
                <a:cxn ang="0">
                  <a:pos x="246" y="23"/>
                </a:cxn>
                <a:cxn ang="0">
                  <a:pos x="231" y="45"/>
                </a:cxn>
                <a:cxn ang="0">
                  <a:pos x="214" y="68"/>
                </a:cxn>
                <a:cxn ang="0">
                  <a:pos x="199" y="89"/>
                </a:cxn>
                <a:cxn ang="0">
                  <a:pos x="182" y="109"/>
                </a:cxn>
                <a:cxn ang="0">
                  <a:pos x="167" y="128"/>
                </a:cxn>
                <a:cxn ang="0">
                  <a:pos x="151" y="148"/>
                </a:cxn>
                <a:cxn ang="0">
                  <a:pos x="134" y="167"/>
                </a:cxn>
                <a:cxn ang="0">
                  <a:pos x="118" y="183"/>
                </a:cxn>
                <a:cxn ang="0">
                  <a:pos x="101" y="200"/>
                </a:cxn>
                <a:cxn ang="0">
                  <a:pos x="84" y="216"/>
                </a:cxn>
                <a:cxn ang="0">
                  <a:pos x="68" y="230"/>
                </a:cxn>
                <a:cxn ang="0">
                  <a:pos x="51" y="245"/>
                </a:cxn>
                <a:cxn ang="0">
                  <a:pos x="34" y="257"/>
                </a:cxn>
                <a:cxn ang="0">
                  <a:pos x="16" y="270"/>
                </a:cxn>
                <a:cxn ang="0">
                  <a:pos x="0" y="280"/>
                </a:cxn>
                <a:cxn ang="0">
                  <a:pos x="5" y="291"/>
                </a:cxn>
              </a:cxnLst>
              <a:rect l="0" t="0" r="0" b="0"/>
              <a:pathLst>
                <a:path w="274" h="292">
                  <a:moveTo>
                    <a:pt x="5" y="291"/>
                  </a:moveTo>
                  <a:lnTo>
                    <a:pt x="23" y="279"/>
                  </a:lnTo>
                  <a:lnTo>
                    <a:pt x="41" y="267"/>
                  </a:lnTo>
                  <a:lnTo>
                    <a:pt x="59" y="255"/>
                  </a:lnTo>
                  <a:lnTo>
                    <a:pt x="77" y="239"/>
                  </a:lnTo>
                  <a:lnTo>
                    <a:pt x="93" y="224"/>
                  </a:lnTo>
                  <a:lnTo>
                    <a:pt x="110" y="209"/>
                  </a:lnTo>
                  <a:lnTo>
                    <a:pt x="128" y="193"/>
                  </a:lnTo>
                  <a:lnTo>
                    <a:pt x="144" y="175"/>
                  </a:lnTo>
                  <a:lnTo>
                    <a:pt x="161" y="156"/>
                  </a:lnTo>
                  <a:lnTo>
                    <a:pt x="177" y="137"/>
                  </a:lnTo>
                  <a:lnTo>
                    <a:pt x="194" y="117"/>
                  </a:lnTo>
                  <a:lnTo>
                    <a:pt x="209" y="96"/>
                  </a:lnTo>
                  <a:lnTo>
                    <a:pt x="226" y="75"/>
                  </a:lnTo>
                  <a:lnTo>
                    <a:pt x="241" y="53"/>
                  </a:lnTo>
                  <a:lnTo>
                    <a:pt x="257" y="30"/>
                  </a:lnTo>
                  <a:lnTo>
                    <a:pt x="273" y="5"/>
                  </a:lnTo>
                  <a:lnTo>
                    <a:pt x="261" y="0"/>
                  </a:lnTo>
                  <a:lnTo>
                    <a:pt x="246" y="23"/>
                  </a:lnTo>
                  <a:lnTo>
                    <a:pt x="231" y="45"/>
                  </a:lnTo>
                  <a:lnTo>
                    <a:pt x="214" y="68"/>
                  </a:lnTo>
                  <a:lnTo>
                    <a:pt x="199" y="89"/>
                  </a:lnTo>
                  <a:lnTo>
                    <a:pt x="182" y="109"/>
                  </a:lnTo>
                  <a:lnTo>
                    <a:pt x="167" y="128"/>
                  </a:lnTo>
                  <a:lnTo>
                    <a:pt x="151" y="148"/>
                  </a:lnTo>
                  <a:lnTo>
                    <a:pt x="134" y="167"/>
                  </a:lnTo>
                  <a:lnTo>
                    <a:pt x="118" y="183"/>
                  </a:lnTo>
                  <a:lnTo>
                    <a:pt x="101" y="200"/>
                  </a:lnTo>
                  <a:lnTo>
                    <a:pt x="84" y="216"/>
                  </a:lnTo>
                  <a:lnTo>
                    <a:pt x="68" y="230"/>
                  </a:lnTo>
                  <a:lnTo>
                    <a:pt x="51" y="245"/>
                  </a:lnTo>
                  <a:lnTo>
                    <a:pt x="34" y="257"/>
                  </a:lnTo>
                  <a:lnTo>
                    <a:pt x="16" y="270"/>
                  </a:lnTo>
                  <a:lnTo>
                    <a:pt x="0" y="280"/>
                  </a:lnTo>
                  <a:lnTo>
                    <a:pt x="5" y="291"/>
                  </a:lnTo>
                </a:path>
              </a:pathLst>
            </a:custGeom>
            <a:solidFill>
              <a:srgbClr val="FF0000"/>
            </a:solidFill>
            <a:ln w="12700">
              <a:noFill/>
            </a:ln>
          </p:spPr>
          <p:txBody>
            <a:bodyPr/>
            <a:lstStyle/>
            <a:p>
              <a:endParaRPr lang="zh-CN" altLang="en-US"/>
            </a:p>
          </p:txBody>
        </p:sp>
        <p:sp>
          <p:nvSpPr>
            <p:cNvPr id="44087" name="Freeform 54"/>
            <p:cNvSpPr/>
            <p:nvPr/>
          </p:nvSpPr>
          <p:spPr>
            <a:xfrm>
              <a:off x="1690" y="3708"/>
              <a:ext cx="795" cy="267"/>
            </a:xfrm>
            <a:custGeom>
              <a:avLst/>
              <a:gdLst/>
              <a:ahLst/>
              <a:cxnLst>
                <a:cxn ang="0">
                  <a:pos x="0" y="259"/>
                </a:cxn>
                <a:cxn ang="0">
                  <a:pos x="52" y="263"/>
                </a:cxn>
                <a:cxn ang="0">
                  <a:pos x="105" y="266"/>
                </a:cxn>
                <a:cxn ang="0">
                  <a:pos x="156" y="266"/>
                </a:cxn>
                <a:cxn ang="0">
                  <a:pos x="206" y="263"/>
                </a:cxn>
                <a:cxn ang="0">
                  <a:pos x="257" y="258"/>
                </a:cxn>
                <a:cxn ang="0">
                  <a:pos x="308" y="250"/>
                </a:cxn>
                <a:cxn ang="0">
                  <a:pos x="359" y="240"/>
                </a:cxn>
                <a:cxn ang="0">
                  <a:pos x="409" y="226"/>
                </a:cxn>
                <a:cxn ang="0">
                  <a:pos x="459" y="211"/>
                </a:cxn>
                <a:cxn ang="0">
                  <a:pos x="508" y="191"/>
                </a:cxn>
                <a:cxn ang="0">
                  <a:pos x="557" y="168"/>
                </a:cxn>
                <a:cxn ang="0">
                  <a:pos x="605" y="144"/>
                </a:cxn>
                <a:cxn ang="0">
                  <a:pos x="653" y="115"/>
                </a:cxn>
                <a:cxn ang="0">
                  <a:pos x="700" y="84"/>
                </a:cxn>
                <a:cxn ang="0">
                  <a:pos x="748" y="48"/>
                </a:cxn>
                <a:cxn ang="0">
                  <a:pos x="794" y="8"/>
                </a:cxn>
                <a:cxn ang="0">
                  <a:pos x="786" y="0"/>
                </a:cxn>
                <a:cxn ang="0">
                  <a:pos x="740" y="38"/>
                </a:cxn>
                <a:cxn ang="0">
                  <a:pos x="693" y="74"/>
                </a:cxn>
                <a:cxn ang="0">
                  <a:pos x="646" y="105"/>
                </a:cxn>
                <a:cxn ang="0">
                  <a:pos x="599" y="133"/>
                </a:cxn>
                <a:cxn ang="0">
                  <a:pos x="551" y="158"/>
                </a:cxn>
                <a:cxn ang="0">
                  <a:pos x="503" y="179"/>
                </a:cxn>
                <a:cxn ang="0">
                  <a:pos x="454" y="199"/>
                </a:cxn>
                <a:cxn ang="0">
                  <a:pos x="406" y="215"/>
                </a:cxn>
                <a:cxn ang="0">
                  <a:pos x="357" y="227"/>
                </a:cxn>
                <a:cxn ang="0">
                  <a:pos x="307" y="238"/>
                </a:cxn>
                <a:cxn ang="0">
                  <a:pos x="256" y="245"/>
                </a:cxn>
                <a:cxn ang="0">
                  <a:pos x="206" y="250"/>
                </a:cxn>
                <a:cxn ang="0">
                  <a:pos x="156" y="253"/>
                </a:cxn>
                <a:cxn ang="0">
                  <a:pos x="105" y="253"/>
                </a:cxn>
                <a:cxn ang="0">
                  <a:pos x="53" y="250"/>
                </a:cxn>
                <a:cxn ang="0">
                  <a:pos x="1" y="247"/>
                </a:cxn>
                <a:cxn ang="0">
                  <a:pos x="0" y="259"/>
                </a:cxn>
              </a:cxnLst>
              <a:rect l="0" t="0" r="0" b="0"/>
              <a:pathLst>
                <a:path w="795" h="267">
                  <a:moveTo>
                    <a:pt x="0" y="259"/>
                  </a:moveTo>
                  <a:lnTo>
                    <a:pt x="52" y="263"/>
                  </a:lnTo>
                  <a:lnTo>
                    <a:pt x="105" y="266"/>
                  </a:lnTo>
                  <a:lnTo>
                    <a:pt x="156" y="266"/>
                  </a:lnTo>
                  <a:lnTo>
                    <a:pt x="206" y="263"/>
                  </a:lnTo>
                  <a:lnTo>
                    <a:pt x="257" y="258"/>
                  </a:lnTo>
                  <a:lnTo>
                    <a:pt x="308" y="250"/>
                  </a:lnTo>
                  <a:lnTo>
                    <a:pt x="359" y="240"/>
                  </a:lnTo>
                  <a:lnTo>
                    <a:pt x="409" y="226"/>
                  </a:lnTo>
                  <a:lnTo>
                    <a:pt x="459" y="211"/>
                  </a:lnTo>
                  <a:lnTo>
                    <a:pt x="508" y="191"/>
                  </a:lnTo>
                  <a:lnTo>
                    <a:pt x="557" y="168"/>
                  </a:lnTo>
                  <a:lnTo>
                    <a:pt x="605" y="144"/>
                  </a:lnTo>
                  <a:lnTo>
                    <a:pt x="653" y="115"/>
                  </a:lnTo>
                  <a:lnTo>
                    <a:pt x="700" y="84"/>
                  </a:lnTo>
                  <a:lnTo>
                    <a:pt x="748" y="48"/>
                  </a:lnTo>
                  <a:lnTo>
                    <a:pt x="794" y="8"/>
                  </a:lnTo>
                  <a:lnTo>
                    <a:pt x="786" y="0"/>
                  </a:lnTo>
                  <a:lnTo>
                    <a:pt x="740" y="38"/>
                  </a:lnTo>
                  <a:lnTo>
                    <a:pt x="693" y="74"/>
                  </a:lnTo>
                  <a:lnTo>
                    <a:pt x="646" y="105"/>
                  </a:lnTo>
                  <a:lnTo>
                    <a:pt x="599" y="133"/>
                  </a:lnTo>
                  <a:lnTo>
                    <a:pt x="551" y="158"/>
                  </a:lnTo>
                  <a:lnTo>
                    <a:pt x="503" y="179"/>
                  </a:lnTo>
                  <a:lnTo>
                    <a:pt x="454" y="199"/>
                  </a:lnTo>
                  <a:lnTo>
                    <a:pt x="406" y="215"/>
                  </a:lnTo>
                  <a:lnTo>
                    <a:pt x="357" y="227"/>
                  </a:lnTo>
                  <a:lnTo>
                    <a:pt x="307" y="238"/>
                  </a:lnTo>
                  <a:lnTo>
                    <a:pt x="256" y="245"/>
                  </a:lnTo>
                  <a:lnTo>
                    <a:pt x="206" y="250"/>
                  </a:lnTo>
                  <a:lnTo>
                    <a:pt x="156" y="253"/>
                  </a:lnTo>
                  <a:lnTo>
                    <a:pt x="105" y="253"/>
                  </a:lnTo>
                  <a:lnTo>
                    <a:pt x="53" y="250"/>
                  </a:lnTo>
                  <a:lnTo>
                    <a:pt x="1" y="247"/>
                  </a:lnTo>
                  <a:lnTo>
                    <a:pt x="0" y="259"/>
                  </a:lnTo>
                </a:path>
              </a:pathLst>
            </a:custGeom>
            <a:solidFill>
              <a:srgbClr val="FF0000"/>
            </a:solidFill>
            <a:ln w="12700">
              <a:noFill/>
            </a:ln>
          </p:spPr>
          <p:txBody>
            <a:bodyPr/>
            <a:lstStyle/>
            <a:p>
              <a:endParaRPr lang="zh-CN" altLang="en-US"/>
            </a:p>
          </p:txBody>
        </p:sp>
        <p:sp>
          <p:nvSpPr>
            <p:cNvPr id="44088" name="Freeform 55"/>
            <p:cNvSpPr/>
            <p:nvPr/>
          </p:nvSpPr>
          <p:spPr>
            <a:xfrm>
              <a:off x="1435" y="3707"/>
              <a:ext cx="1049" cy="168"/>
            </a:xfrm>
            <a:custGeom>
              <a:avLst/>
              <a:gdLst/>
              <a:ahLst/>
              <a:cxnLst>
                <a:cxn ang="0">
                  <a:pos x="1042" y="0"/>
                </a:cxn>
                <a:cxn ang="0">
                  <a:pos x="980" y="32"/>
                </a:cxn>
                <a:cxn ang="0">
                  <a:pos x="918" y="61"/>
                </a:cxn>
                <a:cxn ang="0">
                  <a:pos x="854" y="86"/>
                </a:cxn>
                <a:cxn ang="0">
                  <a:pos x="791" y="105"/>
                </a:cxn>
                <a:cxn ang="0">
                  <a:pos x="728" y="121"/>
                </a:cxn>
                <a:cxn ang="0">
                  <a:pos x="664" y="134"/>
                </a:cxn>
                <a:cxn ang="0">
                  <a:pos x="599" y="144"/>
                </a:cxn>
                <a:cxn ang="0">
                  <a:pos x="535" y="150"/>
                </a:cxn>
                <a:cxn ang="0">
                  <a:pos x="470" y="153"/>
                </a:cxn>
                <a:cxn ang="0">
                  <a:pos x="404" y="154"/>
                </a:cxn>
                <a:cxn ang="0">
                  <a:pos x="337" y="153"/>
                </a:cxn>
                <a:cxn ang="0">
                  <a:pos x="271" y="149"/>
                </a:cxn>
                <a:cxn ang="0">
                  <a:pos x="205" y="142"/>
                </a:cxn>
                <a:cxn ang="0">
                  <a:pos x="138" y="135"/>
                </a:cxn>
                <a:cxn ang="0">
                  <a:pos x="70" y="126"/>
                </a:cxn>
                <a:cxn ang="0">
                  <a:pos x="1" y="115"/>
                </a:cxn>
                <a:cxn ang="0">
                  <a:pos x="34" y="132"/>
                </a:cxn>
                <a:cxn ang="0">
                  <a:pos x="102" y="142"/>
                </a:cxn>
                <a:cxn ang="0">
                  <a:pos x="169" y="151"/>
                </a:cxn>
                <a:cxn ang="0">
                  <a:pos x="236" y="159"/>
                </a:cxn>
                <a:cxn ang="0">
                  <a:pos x="304" y="162"/>
                </a:cxn>
                <a:cxn ang="0">
                  <a:pos x="370" y="165"/>
                </a:cxn>
                <a:cxn ang="0">
                  <a:pos x="437" y="167"/>
                </a:cxn>
                <a:cxn ang="0">
                  <a:pos x="503" y="164"/>
                </a:cxn>
                <a:cxn ang="0">
                  <a:pos x="568" y="160"/>
                </a:cxn>
                <a:cxn ang="0">
                  <a:pos x="634" y="151"/>
                </a:cxn>
                <a:cxn ang="0">
                  <a:pos x="699" y="141"/>
                </a:cxn>
                <a:cxn ang="0">
                  <a:pos x="762" y="126"/>
                </a:cxn>
                <a:cxn ang="0">
                  <a:pos x="827" y="108"/>
                </a:cxn>
                <a:cxn ang="0">
                  <a:pos x="890" y="86"/>
                </a:cxn>
                <a:cxn ang="0">
                  <a:pos x="954" y="58"/>
                </a:cxn>
                <a:cxn ang="0">
                  <a:pos x="1017" y="28"/>
                </a:cxn>
                <a:cxn ang="0">
                  <a:pos x="1043" y="0"/>
                </a:cxn>
              </a:cxnLst>
              <a:rect l="0" t="0" r="0" b="0"/>
              <a:pathLst>
                <a:path w="1049" h="168">
                  <a:moveTo>
                    <a:pt x="1048" y="11"/>
                  </a:moveTo>
                  <a:lnTo>
                    <a:pt x="1042" y="0"/>
                  </a:lnTo>
                  <a:lnTo>
                    <a:pt x="1011" y="17"/>
                  </a:lnTo>
                  <a:lnTo>
                    <a:pt x="980" y="32"/>
                  </a:lnTo>
                  <a:lnTo>
                    <a:pt x="948" y="48"/>
                  </a:lnTo>
                  <a:lnTo>
                    <a:pt x="918" y="61"/>
                  </a:lnTo>
                  <a:lnTo>
                    <a:pt x="886" y="73"/>
                  </a:lnTo>
                  <a:lnTo>
                    <a:pt x="854" y="86"/>
                  </a:lnTo>
                  <a:lnTo>
                    <a:pt x="823" y="96"/>
                  </a:lnTo>
                  <a:lnTo>
                    <a:pt x="791" y="105"/>
                  </a:lnTo>
                  <a:lnTo>
                    <a:pt x="759" y="115"/>
                  </a:lnTo>
                  <a:lnTo>
                    <a:pt x="728" y="121"/>
                  </a:lnTo>
                  <a:lnTo>
                    <a:pt x="696" y="129"/>
                  </a:lnTo>
                  <a:lnTo>
                    <a:pt x="664" y="134"/>
                  </a:lnTo>
                  <a:lnTo>
                    <a:pt x="631" y="139"/>
                  </a:lnTo>
                  <a:lnTo>
                    <a:pt x="599" y="144"/>
                  </a:lnTo>
                  <a:lnTo>
                    <a:pt x="568" y="147"/>
                  </a:lnTo>
                  <a:lnTo>
                    <a:pt x="535" y="150"/>
                  </a:lnTo>
                  <a:lnTo>
                    <a:pt x="502" y="151"/>
                  </a:lnTo>
                  <a:lnTo>
                    <a:pt x="470" y="153"/>
                  </a:lnTo>
                  <a:lnTo>
                    <a:pt x="437" y="154"/>
                  </a:lnTo>
                  <a:lnTo>
                    <a:pt x="404" y="154"/>
                  </a:lnTo>
                  <a:lnTo>
                    <a:pt x="370" y="153"/>
                  </a:lnTo>
                  <a:lnTo>
                    <a:pt x="337" y="153"/>
                  </a:lnTo>
                  <a:lnTo>
                    <a:pt x="304" y="150"/>
                  </a:lnTo>
                  <a:lnTo>
                    <a:pt x="271" y="149"/>
                  </a:lnTo>
                  <a:lnTo>
                    <a:pt x="238" y="146"/>
                  </a:lnTo>
                  <a:lnTo>
                    <a:pt x="205" y="142"/>
                  </a:lnTo>
                  <a:lnTo>
                    <a:pt x="170" y="139"/>
                  </a:lnTo>
                  <a:lnTo>
                    <a:pt x="138" y="135"/>
                  </a:lnTo>
                  <a:lnTo>
                    <a:pt x="103" y="130"/>
                  </a:lnTo>
                  <a:lnTo>
                    <a:pt x="70" y="126"/>
                  </a:lnTo>
                  <a:lnTo>
                    <a:pt x="36" y="120"/>
                  </a:lnTo>
                  <a:lnTo>
                    <a:pt x="1" y="115"/>
                  </a:lnTo>
                  <a:lnTo>
                    <a:pt x="0" y="127"/>
                  </a:lnTo>
                  <a:lnTo>
                    <a:pt x="34" y="132"/>
                  </a:lnTo>
                  <a:lnTo>
                    <a:pt x="69" y="138"/>
                  </a:lnTo>
                  <a:lnTo>
                    <a:pt x="102" y="142"/>
                  </a:lnTo>
                  <a:lnTo>
                    <a:pt x="136" y="147"/>
                  </a:lnTo>
                  <a:lnTo>
                    <a:pt x="169" y="151"/>
                  </a:lnTo>
                  <a:lnTo>
                    <a:pt x="203" y="154"/>
                  </a:lnTo>
                  <a:lnTo>
                    <a:pt x="236" y="159"/>
                  </a:lnTo>
                  <a:lnTo>
                    <a:pt x="270" y="161"/>
                  </a:lnTo>
                  <a:lnTo>
                    <a:pt x="304" y="162"/>
                  </a:lnTo>
                  <a:lnTo>
                    <a:pt x="337" y="165"/>
                  </a:lnTo>
                  <a:lnTo>
                    <a:pt x="370" y="165"/>
                  </a:lnTo>
                  <a:lnTo>
                    <a:pt x="404" y="167"/>
                  </a:lnTo>
                  <a:lnTo>
                    <a:pt x="437" y="167"/>
                  </a:lnTo>
                  <a:lnTo>
                    <a:pt x="470" y="165"/>
                  </a:lnTo>
                  <a:lnTo>
                    <a:pt x="503" y="164"/>
                  </a:lnTo>
                  <a:lnTo>
                    <a:pt x="536" y="162"/>
                  </a:lnTo>
                  <a:lnTo>
                    <a:pt x="568" y="160"/>
                  </a:lnTo>
                  <a:lnTo>
                    <a:pt x="601" y="156"/>
                  </a:lnTo>
                  <a:lnTo>
                    <a:pt x="634" y="151"/>
                  </a:lnTo>
                  <a:lnTo>
                    <a:pt x="666" y="146"/>
                  </a:lnTo>
                  <a:lnTo>
                    <a:pt x="699" y="141"/>
                  </a:lnTo>
                  <a:lnTo>
                    <a:pt x="731" y="134"/>
                  </a:lnTo>
                  <a:lnTo>
                    <a:pt x="762" y="126"/>
                  </a:lnTo>
                  <a:lnTo>
                    <a:pt x="795" y="117"/>
                  </a:lnTo>
                  <a:lnTo>
                    <a:pt x="827" y="108"/>
                  </a:lnTo>
                  <a:lnTo>
                    <a:pt x="859" y="97"/>
                  </a:lnTo>
                  <a:lnTo>
                    <a:pt x="890" y="86"/>
                  </a:lnTo>
                  <a:lnTo>
                    <a:pt x="922" y="72"/>
                  </a:lnTo>
                  <a:lnTo>
                    <a:pt x="954" y="58"/>
                  </a:lnTo>
                  <a:lnTo>
                    <a:pt x="986" y="43"/>
                  </a:lnTo>
                  <a:lnTo>
                    <a:pt x="1017" y="28"/>
                  </a:lnTo>
                  <a:lnTo>
                    <a:pt x="1048" y="11"/>
                  </a:lnTo>
                  <a:lnTo>
                    <a:pt x="1043" y="0"/>
                  </a:lnTo>
                  <a:lnTo>
                    <a:pt x="1048" y="11"/>
                  </a:lnTo>
                </a:path>
              </a:pathLst>
            </a:custGeom>
            <a:solidFill>
              <a:srgbClr val="FF0000"/>
            </a:solidFill>
            <a:ln w="12700">
              <a:noFill/>
            </a:ln>
          </p:spPr>
          <p:txBody>
            <a:bodyPr/>
            <a:lstStyle/>
            <a:p>
              <a:endParaRPr lang="zh-CN" altLang="en-US"/>
            </a:p>
          </p:txBody>
        </p:sp>
        <p:sp>
          <p:nvSpPr>
            <p:cNvPr id="44089" name="Freeform 56"/>
            <p:cNvSpPr/>
            <p:nvPr/>
          </p:nvSpPr>
          <p:spPr>
            <a:xfrm>
              <a:off x="1343" y="3628"/>
              <a:ext cx="1141" cy="145"/>
            </a:xfrm>
            <a:custGeom>
              <a:avLst/>
              <a:gdLst/>
              <a:ahLst/>
              <a:cxnLst>
                <a:cxn ang="0">
                  <a:pos x="25" y="23"/>
                </a:cxn>
                <a:cxn ang="0">
                  <a:pos x="84" y="46"/>
                </a:cxn>
                <a:cxn ang="0">
                  <a:pos x="146" y="68"/>
                </a:cxn>
                <a:cxn ang="0">
                  <a:pos x="213" y="86"/>
                </a:cxn>
                <a:cxn ang="0">
                  <a:pos x="286" y="102"/>
                </a:cxn>
                <a:cxn ang="0">
                  <a:pos x="360" y="116"/>
                </a:cxn>
                <a:cxn ang="0">
                  <a:pos x="440" y="127"/>
                </a:cxn>
                <a:cxn ang="0">
                  <a:pos x="518" y="136"/>
                </a:cxn>
                <a:cxn ang="0">
                  <a:pos x="598" y="141"/>
                </a:cxn>
                <a:cxn ang="0">
                  <a:pos x="679" y="144"/>
                </a:cxn>
                <a:cxn ang="0">
                  <a:pos x="758" y="144"/>
                </a:cxn>
                <a:cxn ang="0">
                  <a:pos x="835" y="141"/>
                </a:cxn>
                <a:cxn ang="0">
                  <a:pos x="910" y="136"/>
                </a:cxn>
                <a:cxn ang="0">
                  <a:pos x="981" y="126"/>
                </a:cxn>
                <a:cxn ang="0">
                  <a:pos x="1049" y="113"/>
                </a:cxn>
                <a:cxn ang="0">
                  <a:pos x="1111" y="100"/>
                </a:cxn>
                <a:cxn ang="0">
                  <a:pos x="1135" y="79"/>
                </a:cxn>
                <a:cxn ang="0">
                  <a:pos x="1078" y="95"/>
                </a:cxn>
                <a:cxn ang="0">
                  <a:pos x="1013" y="108"/>
                </a:cxn>
                <a:cxn ang="0">
                  <a:pos x="945" y="119"/>
                </a:cxn>
                <a:cxn ang="0">
                  <a:pos x="872" y="126"/>
                </a:cxn>
                <a:cxn ang="0">
                  <a:pos x="796" y="130"/>
                </a:cxn>
                <a:cxn ang="0">
                  <a:pos x="717" y="131"/>
                </a:cxn>
                <a:cxn ang="0">
                  <a:pos x="639" y="130"/>
                </a:cxn>
                <a:cxn ang="0">
                  <a:pos x="559" y="126"/>
                </a:cxn>
                <a:cxn ang="0">
                  <a:pos x="479" y="119"/>
                </a:cxn>
                <a:cxn ang="0">
                  <a:pos x="401" y="109"/>
                </a:cxn>
                <a:cxn ang="0">
                  <a:pos x="325" y="98"/>
                </a:cxn>
                <a:cxn ang="0">
                  <a:pos x="252" y="83"/>
                </a:cxn>
                <a:cxn ang="0">
                  <a:pos x="182" y="65"/>
                </a:cxn>
                <a:cxn ang="0">
                  <a:pos x="118" y="46"/>
                </a:cxn>
                <a:cxn ang="0">
                  <a:pos x="59" y="24"/>
                </a:cxn>
                <a:cxn ang="0">
                  <a:pos x="6" y="0"/>
                </a:cxn>
              </a:cxnLst>
              <a:rect l="0" t="0" r="0" b="0"/>
              <a:pathLst>
                <a:path w="1141" h="145">
                  <a:moveTo>
                    <a:pt x="0" y="10"/>
                  </a:moveTo>
                  <a:lnTo>
                    <a:pt x="25" y="23"/>
                  </a:lnTo>
                  <a:lnTo>
                    <a:pt x="53" y="35"/>
                  </a:lnTo>
                  <a:lnTo>
                    <a:pt x="84" y="46"/>
                  </a:lnTo>
                  <a:lnTo>
                    <a:pt x="114" y="57"/>
                  </a:lnTo>
                  <a:lnTo>
                    <a:pt x="146" y="68"/>
                  </a:lnTo>
                  <a:lnTo>
                    <a:pt x="179" y="77"/>
                  </a:lnTo>
                  <a:lnTo>
                    <a:pt x="213" y="86"/>
                  </a:lnTo>
                  <a:lnTo>
                    <a:pt x="249" y="95"/>
                  </a:lnTo>
                  <a:lnTo>
                    <a:pt x="286" y="102"/>
                  </a:lnTo>
                  <a:lnTo>
                    <a:pt x="324" y="109"/>
                  </a:lnTo>
                  <a:lnTo>
                    <a:pt x="360" y="116"/>
                  </a:lnTo>
                  <a:lnTo>
                    <a:pt x="399" y="121"/>
                  </a:lnTo>
                  <a:lnTo>
                    <a:pt x="440" y="127"/>
                  </a:lnTo>
                  <a:lnTo>
                    <a:pt x="478" y="131"/>
                  </a:lnTo>
                  <a:lnTo>
                    <a:pt x="518" y="136"/>
                  </a:lnTo>
                  <a:lnTo>
                    <a:pt x="558" y="138"/>
                  </a:lnTo>
                  <a:lnTo>
                    <a:pt x="598" y="141"/>
                  </a:lnTo>
                  <a:lnTo>
                    <a:pt x="639" y="142"/>
                  </a:lnTo>
                  <a:lnTo>
                    <a:pt x="679" y="144"/>
                  </a:lnTo>
                  <a:lnTo>
                    <a:pt x="717" y="144"/>
                  </a:lnTo>
                  <a:lnTo>
                    <a:pt x="758" y="144"/>
                  </a:lnTo>
                  <a:lnTo>
                    <a:pt x="796" y="142"/>
                  </a:lnTo>
                  <a:lnTo>
                    <a:pt x="835" y="141"/>
                  </a:lnTo>
                  <a:lnTo>
                    <a:pt x="874" y="138"/>
                  </a:lnTo>
                  <a:lnTo>
                    <a:pt x="910" y="136"/>
                  </a:lnTo>
                  <a:lnTo>
                    <a:pt x="946" y="131"/>
                  </a:lnTo>
                  <a:lnTo>
                    <a:pt x="981" y="126"/>
                  </a:lnTo>
                  <a:lnTo>
                    <a:pt x="1016" y="120"/>
                  </a:lnTo>
                  <a:lnTo>
                    <a:pt x="1049" y="113"/>
                  </a:lnTo>
                  <a:lnTo>
                    <a:pt x="1080" y="106"/>
                  </a:lnTo>
                  <a:lnTo>
                    <a:pt x="1111" y="100"/>
                  </a:lnTo>
                  <a:lnTo>
                    <a:pt x="1140" y="90"/>
                  </a:lnTo>
                  <a:lnTo>
                    <a:pt x="1135" y="79"/>
                  </a:lnTo>
                  <a:lnTo>
                    <a:pt x="1106" y="87"/>
                  </a:lnTo>
                  <a:lnTo>
                    <a:pt x="1078" y="95"/>
                  </a:lnTo>
                  <a:lnTo>
                    <a:pt x="1046" y="102"/>
                  </a:lnTo>
                  <a:lnTo>
                    <a:pt x="1013" y="108"/>
                  </a:lnTo>
                  <a:lnTo>
                    <a:pt x="980" y="113"/>
                  </a:lnTo>
                  <a:lnTo>
                    <a:pt x="945" y="119"/>
                  </a:lnTo>
                  <a:lnTo>
                    <a:pt x="909" y="123"/>
                  </a:lnTo>
                  <a:lnTo>
                    <a:pt x="872" y="126"/>
                  </a:lnTo>
                  <a:lnTo>
                    <a:pt x="835" y="128"/>
                  </a:lnTo>
                  <a:lnTo>
                    <a:pt x="796" y="130"/>
                  </a:lnTo>
                  <a:lnTo>
                    <a:pt x="758" y="131"/>
                  </a:lnTo>
                  <a:lnTo>
                    <a:pt x="717" y="131"/>
                  </a:lnTo>
                  <a:lnTo>
                    <a:pt x="679" y="131"/>
                  </a:lnTo>
                  <a:lnTo>
                    <a:pt x="639" y="130"/>
                  </a:lnTo>
                  <a:lnTo>
                    <a:pt x="599" y="128"/>
                  </a:lnTo>
                  <a:lnTo>
                    <a:pt x="559" y="126"/>
                  </a:lnTo>
                  <a:lnTo>
                    <a:pt x="519" y="123"/>
                  </a:lnTo>
                  <a:lnTo>
                    <a:pt x="479" y="119"/>
                  </a:lnTo>
                  <a:lnTo>
                    <a:pt x="440" y="115"/>
                  </a:lnTo>
                  <a:lnTo>
                    <a:pt x="401" y="109"/>
                  </a:lnTo>
                  <a:lnTo>
                    <a:pt x="363" y="104"/>
                  </a:lnTo>
                  <a:lnTo>
                    <a:pt x="325" y="98"/>
                  </a:lnTo>
                  <a:lnTo>
                    <a:pt x="288" y="90"/>
                  </a:lnTo>
                  <a:lnTo>
                    <a:pt x="252" y="83"/>
                  </a:lnTo>
                  <a:lnTo>
                    <a:pt x="217" y="75"/>
                  </a:lnTo>
                  <a:lnTo>
                    <a:pt x="182" y="65"/>
                  </a:lnTo>
                  <a:lnTo>
                    <a:pt x="150" y="56"/>
                  </a:lnTo>
                  <a:lnTo>
                    <a:pt x="118" y="46"/>
                  </a:lnTo>
                  <a:lnTo>
                    <a:pt x="87" y="35"/>
                  </a:lnTo>
                  <a:lnTo>
                    <a:pt x="59" y="24"/>
                  </a:lnTo>
                  <a:lnTo>
                    <a:pt x="31" y="12"/>
                  </a:lnTo>
                  <a:lnTo>
                    <a:pt x="6" y="0"/>
                  </a:lnTo>
                  <a:lnTo>
                    <a:pt x="0" y="10"/>
                  </a:lnTo>
                </a:path>
              </a:pathLst>
            </a:custGeom>
            <a:solidFill>
              <a:srgbClr val="FF0000"/>
            </a:solidFill>
            <a:ln w="12700">
              <a:noFill/>
            </a:ln>
          </p:spPr>
          <p:txBody>
            <a:bodyPr/>
            <a:lstStyle/>
            <a:p>
              <a:endParaRPr lang="zh-CN" altLang="en-US"/>
            </a:p>
          </p:txBody>
        </p:sp>
        <p:sp>
          <p:nvSpPr>
            <p:cNvPr id="44090" name="Freeform 57"/>
            <p:cNvSpPr/>
            <p:nvPr/>
          </p:nvSpPr>
          <p:spPr>
            <a:xfrm>
              <a:off x="1403" y="3378"/>
              <a:ext cx="1085" cy="340"/>
            </a:xfrm>
            <a:custGeom>
              <a:avLst/>
              <a:gdLst/>
              <a:ahLst/>
              <a:cxnLst>
                <a:cxn ang="0">
                  <a:pos x="1082" y="326"/>
                </a:cxn>
                <a:cxn ang="0">
                  <a:pos x="981" y="319"/>
                </a:cxn>
                <a:cxn ang="0">
                  <a:pos x="886" y="310"/>
                </a:cxn>
                <a:cxn ang="0">
                  <a:pos x="798" y="298"/>
                </a:cxn>
                <a:cxn ang="0">
                  <a:pos x="714" y="284"/>
                </a:cxn>
                <a:cxn ang="0">
                  <a:pos x="634" y="269"/>
                </a:cxn>
                <a:cxn ang="0">
                  <a:pos x="559" y="251"/>
                </a:cxn>
                <a:cxn ang="0">
                  <a:pos x="489" y="232"/>
                </a:cxn>
                <a:cxn ang="0">
                  <a:pos x="423" y="212"/>
                </a:cxn>
                <a:cxn ang="0">
                  <a:pos x="361" y="189"/>
                </a:cxn>
                <a:cxn ang="0">
                  <a:pos x="301" y="166"/>
                </a:cxn>
                <a:cxn ang="0">
                  <a:pos x="247" y="142"/>
                </a:cxn>
                <a:cxn ang="0">
                  <a:pos x="194" y="115"/>
                </a:cxn>
                <a:cxn ang="0">
                  <a:pos x="144" y="87"/>
                </a:cxn>
                <a:cxn ang="0">
                  <a:pos x="96" y="59"/>
                </a:cxn>
                <a:cxn ang="0">
                  <a:pos x="51" y="30"/>
                </a:cxn>
                <a:cxn ang="0">
                  <a:pos x="7" y="0"/>
                </a:cxn>
                <a:cxn ang="0">
                  <a:pos x="22" y="24"/>
                </a:cxn>
                <a:cxn ang="0">
                  <a:pos x="66" y="54"/>
                </a:cxn>
                <a:cxn ang="0">
                  <a:pos x="113" y="83"/>
                </a:cxn>
                <a:cxn ang="0">
                  <a:pos x="162" y="113"/>
                </a:cxn>
                <a:cxn ang="0">
                  <a:pos x="215" y="139"/>
                </a:cxn>
                <a:cxn ang="0">
                  <a:pos x="268" y="165"/>
                </a:cxn>
                <a:cxn ang="0">
                  <a:pos x="327" y="189"/>
                </a:cxn>
                <a:cxn ang="0">
                  <a:pos x="387" y="213"/>
                </a:cxn>
                <a:cxn ang="0">
                  <a:pos x="452" y="235"/>
                </a:cxn>
                <a:cxn ang="0">
                  <a:pos x="521" y="254"/>
                </a:cxn>
                <a:cxn ang="0">
                  <a:pos x="594" y="272"/>
                </a:cxn>
                <a:cxn ang="0">
                  <a:pos x="671" y="289"/>
                </a:cxn>
                <a:cxn ang="0">
                  <a:pos x="752" y="304"/>
                </a:cxn>
                <a:cxn ang="0">
                  <a:pos x="839" y="316"/>
                </a:cxn>
                <a:cxn ang="0">
                  <a:pos x="932" y="327"/>
                </a:cxn>
                <a:cxn ang="0">
                  <a:pos x="1029" y="334"/>
                </a:cxn>
                <a:cxn ang="0">
                  <a:pos x="1084" y="326"/>
                </a:cxn>
              </a:cxnLst>
              <a:rect l="0" t="0" r="0" b="0"/>
              <a:pathLst>
                <a:path w="1085" h="340">
                  <a:moveTo>
                    <a:pt x="1081" y="339"/>
                  </a:moveTo>
                  <a:lnTo>
                    <a:pt x="1082" y="326"/>
                  </a:lnTo>
                  <a:lnTo>
                    <a:pt x="1031" y="323"/>
                  </a:lnTo>
                  <a:lnTo>
                    <a:pt x="981" y="319"/>
                  </a:lnTo>
                  <a:lnTo>
                    <a:pt x="933" y="315"/>
                  </a:lnTo>
                  <a:lnTo>
                    <a:pt x="886" y="310"/>
                  </a:lnTo>
                  <a:lnTo>
                    <a:pt x="841" y="304"/>
                  </a:lnTo>
                  <a:lnTo>
                    <a:pt x="798" y="298"/>
                  </a:lnTo>
                  <a:lnTo>
                    <a:pt x="755" y="292"/>
                  </a:lnTo>
                  <a:lnTo>
                    <a:pt x="714" y="284"/>
                  </a:lnTo>
                  <a:lnTo>
                    <a:pt x="672" y="278"/>
                  </a:lnTo>
                  <a:lnTo>
                    <a:pt x="634" y="269"/>
                  </a:lnTo>
                  <a:lnTo>
                    <a:pt x="597" y="261"/>
                  </a:lnTo>
                  <a:lnTo>
                    <a:pt x="559" y="251"/>
                  </a:lnTo>
                  <a:lnTo>
                    <a:pt x="524" y="243"/>
                  </a:lnTo>
                  <a:lnTo>
                    <a:pt x="489" y="232"/>
                  </a:lnTo>
                  <a:lnTo>
                    <a:pt x="456" y="222"/>
                  </a:lnTo>
                  <a:lnTo>
                    <a:pt x="423" y="212"/>
                  </a:lnTo>
                  <a:lnTo>
                    <a:pt x="391" y="201"/>
                  </a:lnTo>
                  <a:lnTo>
                    <a:pt x="361" y="189"/>
                  </a:lnTo>
                  <a:lnTo>
                    <a:pt x="331" y="178"/>
                  </a:lnTo>
                  <a:lnTo>
                    <a:pt x="301" y="166"/>
                  </a:lnTo>
                  <a:lnTo>
                    <a:pt x="274" y="154"/>
                  </a:lnTo>
                  <a:lnTo>
                    <a:pt x="247" y="142"/>
                  </a:lnTo>
                  <a:lnTo>
                    <a:pt x="220" y="128"/>
                  </a:lnTo>
                  <a:lnTo>
                    <a:pt x="194" y="115"/>
                  </a:lnTo>
                  <a:lnTo>
                    <a:pt x="168" y="101"/>
                  </a:lnTo>
                  <a:lnTo>
                    <a:pt x="144" y="87"/>
                  </a:lnTo>
                  <a:lnTo>
                    <a:pt x="120" y="72"/>
                  </a:lnTo>
                  <a:lnTo>
                    <a:pt x="96" y="59"/>
                  </a:lnTo>
                  <a:lnTo>
                    <a:pt x="73" y="43"/>
                  </a:lnTo>
                  <a:lnTo>
                    <a:pt x="51" y="30"/>
                  </a:lnTo>
                  <a:lnTo>
                    <a:pt x="28" y="15"/>
                  </a:lnTo>
                  <a:lnTo>
                    <a:pt x="7" y="0"/>
                  </a:lnTo>
                  <a:lnTo>
                    <a:pt x="0" y="9"/>
                  </a:lnTo>
                  <a:lnTo>
                    <a:pt x="22" y="24"/>
                  </a:lnTo>
                  <a:lnTo>
                    <a:pt x="43" y="39"/>
                  </a:lnTo>
                  <a:lnTo>
                    <a:pt x="66" y="54"/>
                  </a:lnTo>
                  <a:lnTo>
                    <a:pt x="90" y="69"/>
                  </a:lnTo>
                  <a:lnTo>
                    <a:pt x="113" y="83"/>
                  </a:lnTo>
                  <a:lnTo>
                    <a:pt x="138" y="98"/>
                  </a:lnTo>
                  <a:lnTo>
                    <a:pt x="162" y="113"/>
                  </a:lnTo>
                  <a:lnTo>
                    <a:pt x="188" y="126"/>
                  </a:lnTo>
                  <a:lnTo>
                    <a:pt x="215" y="139"/>
                  </a:lnTo>
                  <a:lnTo>
                    <a:pt x="241" y="152"/>
                  </a:lnTo>
                  <a:lnTo>
                    <a:pt x="268" y="165"/>
                  </a:lnTo>
                  <a:lnTo>
                    <a:pt x="298" y="177"/>
                  </a:lnTo>
                  <a:lnTo>
                    <a:pt x="327" y="189"/>
                  </a:lnTo>
                  <a:lnTo>
                    <a:pt x="357" y="202"/>
                  </a:lnTo>
                  <a:lnTo>
                    <a:pt x="387" y="213"/>
                  </a:lnTo>
                  <a:lnTo>
                    <a:pt x="419" y="224"/>
                  </a:lnTo>
                  <a:lnTo>
                    <a:pt x="452" y="235"/>
                  </a:lnTo>
                  <a:lnTo>
                    <a:pt x="486" y="245"/>
                  </a:lnTo>
                  <a:lnTo>
                    <a:pt x="521" y="254"/>
                  </a:lnTo>
                  <a:lnTo>
                    <a:pt x="557" y="264"/>
                  </a:lnTo>
                  <a:lnTo>
                    <a:pt x="594" y="272"/>
                  </a:lnTo>
                  <a:lnTo>
                    <a:pt x="631" y="282"/>
                  </a:lnTo>
                  <a:lnTo>
                    <a:pt x="671" y="289"/>
                  </a:lnTo>
                  <a:lnTo>
                    <a:pt x="711" y="297"/>
                  </a:lnTo>
                  <a:lnTo>
                    <a:pt x="752" y="304"/>
                  </a:lnTo>
                  <a:lnTo>
                    <a:pt x="795" y="310"/>
                  </a:lnTo>
                  <a:lnTo>
                    <a:pt x="839" y="316"/>
                  </a:lnTo>
                  <a:lnTo>
                    <a:pt x="885" y="322"/>
                  </a:lnTo>
                  <a:lnTo>
                    <a:pt x="932" y="327"/>
                  </a:lnTo>
                  <a:lnTo>
                    <a:pt x="980" y="331"/>
                  </a:lnTo>
                  <a:lnTo>
                    <a:pt x="1029" y="334"/>
                  </a:lnTo>
                  <a:lnTo>
                    <a:pt x="1082" y="339"/>
                  </a:lnTo>
                  <a:lnTo>
                    <a:pt x="1084" y="326"/>
                  </a:lnTo>
                  <a:lnTo>
                    <a:pt x="1081" y="339"/>
                  </a:lnTo>
                </a:path>
              </a:pathLst>
            </a:custGeom>
            <a:solidFill>
              <a:srgbClr val="FF0000"/>
            </a:solidFill>
            <a:ln w="12700">
              <a:noFill/>
            </a:ln>
          </p:spPr>
          <p:txBody>
            <a:bodyPr/>
            <a:lstStyle/>
            <a:p>
              <a:endParaRPr lang="zh-CN" altLang="en-US"/>
            </a:p>
          </p:txBody>
        </p:sp>
        <p:sp>
          <p:nvSpPr>
            <p:cNvPr id="44091" name="Freeform 58"/>
            <p:cNvSpPr/>
            <p:nvPr/>
          </p:nvSpPr>
          <p:spPr>
            <a:xfrm>
              <a:off x="1624" y="3129"/>
              <a:ext cx="864" cy="589"/>
            </a:xfrm>
            <a:custGeom>
              <a:avLst/>
              <a:gdLst/>
              <a:ahLst/>
              <a:cxnLst>
                <a:cxn ang="0">
                  <a:pos x="0" y="10"/>
                </a:cxn>
                <a:cxn ang="0">
                  <a:pos x="46" y="52"/>
                </a:cxn>
                <a:cxn ang="0">
                  <a:pos x="92" y="96"/>
                </a:cxn>
                <a:cxn ang="0">
                  <a:pos x="139" y="139"/>
                </a:cxn>
                <a:cxn ang="0">
                  <a:pos x="186" y="183"/>
                </a:cxn>
                <a:cxn ang="0">
                  <a:pos x="233" y="226"/>
                </a:cxn>
                <a:cxn ang="0">
                  <a:pos x="281" y="267"/>
                </a:cxn>
                <a:cxn ang="0">
                  <a:pos x="331" y="309"/>
                </a:cxn>
                <a:cxn ang="0">
                  <a:pos x="380" y="347"/>
                </a:cxn>
                <a:cxn ang="0">
                  <a:pos x="433" y="386"/>
                </a:cxn>
                <a:cxn ang="0">
                  <a:pos x="486" y="422"/>
                </a:cxn>
                <a:cxn ang="0">
                  <a:pos x="541" y="456"/>
                </a:cxn>
                <a:cxn ang="0">
                  <a:pos x="599" y="488"/>
                </a:cxn>
                <a:cxn ang="0">
                  <a:pos x="660" y="517"/>
                </a:cxn>
                <a:cxn ang="0">
                  <a:pos x="723" y="544"/>
                </a:cxn>
                <a:cxn ang="0">
                  <a:pos x="789" y="567"/>
                </a:cxn>
                <a:cxn ang="0">
                  <a:pos x="860" y="588"/>
                </a:cxn>
                <a:cxn ang="0">
                  <a:pos x="863" y="574"/>
                </a:cxn>
                <a:cxn ang="0">
                  <a:pos x="793" y="556"/>
                </a:cxn>
                <a:cxn ang="0">
                  <a:pos x="727" y="532"/>
                </a:cxn>
                <a:cxn ang="0">
                  <a:pos x="665" y="506"/>
                </a:cxn>
                <a:cxn ang="0">
                  <a:pos x="606" y="477"/>
                </a:cxn>
                <a:cxn ang="0">
                  <a:pos x="548" y="445"/>
                </a:cxn>
                <a:cxn ang="0">
                  <a:pos x="493" y="412"/>
                </a:cxn>
                <a:cxn ang="0">
                  <a:pos x="439" y="377"/>
                </a:cxn>
                <a:cxn ang="0">
                  <a:pos x="388" y="338"/>
                </a:cxn>
                <a:cxn ang="0">
                  <a:pos x="337" y="299"/>
                </a:cxn>
                <a:cxn ang="0">
                  <a:pos x="289" y="257"/>
                </a:cxn>
                <a:cxn ang="0">
                  <a:pos x="241" y="216"/>
                </a:cxn>
                <a:cxn ang="0">
                  <a:pos x="194" y="174"/>
                </a:cxn>
                <a:cxn ang="0">
                  <a:pos x="147" y="131"/>
                </a:cxn>
                <a:cxn ang="0">
                  <a:pos x="100" y="87"/>
                </a:cxn>
                <a:cxn ang="0">
                  <a:pos x="55" y="43"/>
                </a:cxn>
                <a:cxn ang="0">
                  <a:pos x="8" y="0"/>
                </a:cxn>
                <a:cxn ang="0">
                  <a:pos x="0" y="10"/>
                </a:cxn>
              </a:cxnLst>
              <a:rect l="0" t="0" r="0" b="0"/>
              <a:pathLst>
                <a:path w="864" h="589">
                  <a:moveTo>
                    <a:pt x="0" y="10"/>
                  </a:moveTo>
                  <a:lnTo>
                    <a:pt x="46" y="52"/>
                  </a:lnTo>
                  <a:lnTo>
                    <a:pt x="92" y="96"/>
                  </a:lnTo>
                  <a:lnTo>
                    <a:pt x="139" y="139"/>
                  </a:lnTo>
                  <a:lnTo>
                    <a:pt x="186" y="183"/>
                  </a:lnTo>
                  <a:lnTo>
                    <a:pt x="233" y="226"/>
                  </a:lnTo>
                  <a:lnTo>
                    <a:pt x="281" y="267"/>
                  </a:lnTo>
                  <a:lnTo>
                    <a:pt x="331" y="309"/>
                  </a:lnTo>
                  <a:lnTo>
                    <a:pt x="380" y="347"/>
                  </a:lnTo>
                  <a:lnTo>
                    <a:pt x="433" y="386"/>
                  </a:lnTo>
                  <a:lnTo>
                    <a:pt x="486" y="422"/>
                  </a:lnTo>
                  <a:lnTo>
                    <a:pt x="541" y="456"/>
                  </a:lnTo>
                  <a:lnTo>
                    <a:pt x="599" y="488"/>
                  </a:lnTo>
                  <a:lnTo>
                    <a:pt x="660" y="517"/>
                  </a:lnTo>
                  <a:lnTo>
                    <a:pt x="723" y="544"/>
                  </a:lnTo>
                  <a:lnTo>
                    <a:pt x="789" y="567"/>
                  </a:lnTo>
                  <a:lnTo>
                    <a:pt x="860" y="588"/>
                  </a:lnTo>
                  <a:lnTo>
                    <a:pt x="863" y="574"/>
                  </a:lnTo>
                  <a:lnTo>
                    <a:pt x="793" y="556"/>
                  </a:lnTo>
                  <a:lnTo>
                    <a:pt x="727" y="532"/>
                  </a:lnTo>
                  <a:lnTo>
                    <a:pt x="665" y="506"/>
                  </a:lnTo>
                  <a:lnTo>
                    <a:pt x="606" y="477"/>
                  </a:lnTo>
                  <a:lnTo>
                    <a:pt x="548" y="445"/>
                  </a:lnTo>
                  <a:lnTo>
                    <a:pt x="493" y="412"/>
                  </a:lnTo>
                  <a:lnTo>
                    <a:pt x="439" y="377"/>
                  </a:lnTo>
                  <a:lnTo>
                    <a:pt x="388" y="338"/>
                  </a:lnTo>
                  <a:lnTo>
                    <a:pt x="337" y="299"/>
                  </a:lnTo>
                  <a:lnTo>
                    <a:pt x="289" y="257"/>
                  </a:lnTo>
                  <a:lnTo>
                    <a:pt x="241" y="216"/>
                  </a:lnTo>
                  <a:lnTo>
                    <a:pt x="194" y="174"/>
                  </a:lnTo>
                  <a:lnTo>
                    <a:pt x="147" y="131"/>
                  </a:lnTo>
                  <a:lnTo>
                    <a:pt x="100" y="87"/>
                  </a:lnTo>
                  <a:lnTo>
                    <a:pt x="55" y="43"/>
                  </a:lnTo>
                  <a:lnTo>
                    <a:pt x="8" y="0"/>
                  </a:lnTo>
                  <a:lnTo>
                    <a:pt x="0" y="10"/>
                  </a:lnTo>
                </a:path>
              </a:pathLst>
            </a:custGeom>
            <a:solidFill>
              <a:srgbClr val="FF0000"/>
            </a:solidFill>
            <a:ln w="12700">
              <a:noFill/>
            </a:ln>
          </p:spPr>
          <p:txBody>
            <a:bodyPr/>
            <a:lstStyle/>
            <a:p>
              <a:endParaRPr lang="zh-CN" altLang="en-US"/>
            </a:p>
          </p:txBody>
        </p:sp>
        <p:sp>
          <p:nvSpPr>
            <p:cNvPr id="44092" name="Freeform 59"/>
            <p:cNvSpPr/>
            <p:nvPr/>
          </p:nvSpPr>
          <p:spPr>
            <a:xfrm>
              <a:off x="2043" y="3097"/>
              <a:ext cx="449" cy="623"/>
            </a:xfrm>
            <a:custGeom>
              <a:avLst/>
              <a:gdLst/>
              <a:ahLst/>
              <a:cxnLst>
                <a:cxn ang="0">
                  <a:pos x="0" y="5"/>
                </a:cxn>
                <a:cxn ang="0">
                  <a:pos x="26" y="54"/>
                </a:cxn>
                <a:cxn ang="0">
                  <a:pos x="52" y="104"/>
                </a:cxn>
                <a:cxn ang="0">
                  <a:pos x="78" y="152"/>
                </a:cxn>
                <a:cxn ang="0">
                  <a:pos x="106" y="199"/>
                </a:cxn>
                <a:cxn ang="0">
                  <a:pos x="133" y="245"/>
                </a:cxn>
                <a:cxn ang="0">
                  <a:pos x="161" y="289"/>
                </a:cxn>
                <a:cxn ang="0">
                  <a:pos x="189" y="331"/>
                </a:cxn>
                <a:cxn ang="0">
                  <a:pos x="217" y="372"/>
                </a:cxn>
                <a:cxn ang="0">
                  <a:pos x="245" y="410"/>
                </a:cxn>
                <a:cxn ang="0">
                  <a:pos x="272" y="448"/>
                </a:cxn>
                <a:cxn ang="0">
                  <a:pos x="302" y="482"/>
                </a:cxn>
                <a:cxn ang="0">
                  <a:pos x="329" y="516"/>
                </a:cxn>
                <a:cxn ang="0">
                  <a:pos x="356" y="546"/>
                </a:cxn>
                <a:cxn ang="0">
                  <a:pos x="385" y="573"/>
                </a:cxn>
                <a:cxn ang="0">
                  <a:pos x="413" y="598"/>
                </a:cxn>
                <a:cxn ang="0">
                  <a:pos x="440" y="622"/>
                </a:cxn>
                <a:cxn ang="0">
                  <a:pos x="448" y="610"/>
                </a:cxn>
                <a:cxn ang="0">
                  <a:pos x="421" y="590"/>
                </a:cxn>
                <a:cxn ang="0">
                  <a:pos x="394" y="565"/>
                </a:cxn>
                <a:cxn ang="0">
                  <a:pos x="366" y="537"/>
                </a:cxn>
                <a:cxn ang="0">
                  <a:pos x="338" y="507"/>
                </a:cxn>
                <a:cxn ang="0">
                  <a:pos x="311" y="474"/>
                </a:cxn>
                <a:cxn ang="0">
                  <a:pos x="282" y="440"/>
                </a:cxn>
                <a:cxn ang="0">
                  <a:pos x="255" y="404"/>
                </a:cxn>
                <a:cxn ang="0">
                  <a:pos x="227" y="364"/>
                </a:cxn>
                <a:cxn ang="0">
                  <a:pos x="199" y="324"/>
                </a:cxn>
                <a:cxn ang="0">
                  <a:pos x="172" y="281"/>
                </a:cxn>
                <a:cxn ang="0">
                  <a:pos x="144" y="237"/>
                </a:cxn>
                <a:cxn ang="0">
                  <a:pos x="117" y="192"/>
                </a:cxn>
                <a:cxn ang="0">
                  <a:pos x="89" y="145"/>
                </a:cxn>
                <a:cxn ang="0">
                  <a:pos x="63" y="98"/>
                </a:cxn>
                <a:cxn ang="0">
                  <a:pos x="37" y="49"/>
                </a:cxn>
                <a:cxn ang="0">
                  <a:pos x="11" y="0"/>
                </a:cxn>
                <a:cxn ang="0">
                  <a:pos x="0" y="5"/>
                </a:cxn>
              </a:cxnLst>
              <a:rect l="0" t="0" r="0" b="0"/>
              <a:pathLst>
                <a:path w="449" h="623">
                  <a:moveTo>
                    <a:pt x="0" y="5"/>
                  </a:moveTo>
                  <a:lnTo>
                    <a:pt x="26" y="54"/>
                  </a:lnTo>
                  <a:lnTo>
                    <a:pt x="52" y="104"/>
                  </a:lnTo>
                  <a:lnTo>
                    <a:pt x="78" y="152"/>
                  </a:lnTo>
                  <a:lnTo>
                    <a:pt x="106" y="199"/>
                  </a:lnTo>
                  <a:lnTo>
                    <a:pt x="133" y="245"/>
                  </a:lnTo>
                  <a:lnTo>
                    <a:pt x="161" y="289"/>
                  </a:lnTo>
                  <a:lnTo>
                    <a:pt x="189" y="331"/>
                  </a:lnTo>
                  <a:lnTo>
                    <a:pt x="217" y="372"/>
                  </a:lnTo>
                  <a:lnTo>
                    <a:pt x="245" y="410"/>
                  </a:lnTo>
                  <a:lnTo>
                    <a:pt x="272" y="448"/>
                  </a:lnTo>
                  <a:lnTo>
                    <a:pt x="302" y="482"/>
                  </a:lnTo>
                  <a:lnTo>
                    <a:pt x="329" y="516"/>
                  </a:lnTo>
                  <a:lnTo>
                    <a:pt x="356" y="546"/>
                  </a:lnTo>
                  <a:lnTo>
                    <a:pt x="385" y="573"/>
                  </a:lnTo>
                  <a:lnTo>
                    <a:pt x="413" y="598"/>
                  </a:lnTo>
                  <a:lnTo>
                    <a:pt x="440" y="622"/>
                  </a:lnTo>
                  <a:lnTo>
                    <a:pt x="448" y="610"/>
                  </a:lnTo>
                  <a:lnTo>
                    <a:pt x="421" y="590"/>
                  </a:lnTo>
                  <a:lnTo>
                    <a:pt x="394" y="565"/>
                  </a:lnTo>
                  <a:lnTo>
                    <a:pt x="366" y="537"/>
                  </a:lnTo>
                  <a:lnTo>
                    <a:pt x="338" y="507"/>
                  </a:lnTo>
                  <a:lnTo>
                    <a:pt x="311" y="474"/>
                  </a:lnTo>
                  <a:lnTo>
                    <a:pt x="282" y="440"/>
                  </a:lnTo>
                  <a:lnTo>
                    <a:pt x="255" y="404"/>
                  </a:lnTo>
                  <a:lnTo>
                    <a:pt x="227" y="364"/>
                  </a:lnTo>
                  <a:lnTo>
                    <a:pt x="199" y="324"/>
                  </a:lnTo>
                  <a:lnTo>
                    <a:pt x="172" y="281"/>
                  </a:lnTo>
                  <a:lnTo>
                    <a:pt x="144" y="237"/>
                  </a:lnTo>
                  <a:lnTo>
                    <a:pt x="117" y="192"/>
                  </a:lnTo>
                  <a:lnTo>
                    <a:pt x="89" y="145"/>
                  </a:lnTo>
                  <a:lnTo>
                    <a:pt x="63" y="98"/>
                  </a:lnTo>
                  <a:lnTo>
                    <a:pt x="37" y="49"/>
                  </a:lnTo>
                  <a:lnTo>
                    <a:pt x="11" y="0"/>
                  </a:lnTo>
                  <a:lnTo>
                    <a:pt x="0" y="5"/>
                  </a:lnTo>
                </a:path>
              </a:pathLst>
            </a:custGeom>
            <a:solidFill>
              <a:srgbClr val="FF0000"/>
            </a:solidFill>
            <a:ln w="12700">
              <a:noFill/>
            </a:ln>
          </p:spPr>
          <p:txBody>
            <a:bodyPr/>
            <a:lstStyle/>
            <a:p>
              <a:endParaRPr lang="zh-CN" altLang="en-US"/>
            </a:p>
          </p:txBody>
        </p:sp>
        <p:sp>
          <p:nvSpPr>
            <p:cNvPr id="44093" name="Freeform 60"/>
            <p:cNvSpPr/>
            <p:nvPr/>
          </p:nvSpPr>
          <p:spPr>
            <a:xfrm>
              <a:off x="2430" y="3333"/>
              <a:ext cx="58" cy="380"/>
            </a:xfrm>
            <a:custGeom>
              <a:avLst/>
              <a:gdLst/>
              <a:ahLst/>
              <a:cxnLst>
                <a:cxn ang="0">
                  <a:pos x="44" y="373"/>
                </a:cxn>
                <a:cxn ang="0">
                  <a:pos x="57" y="376"/>
                </a:cxn>
                <a:cxn ang="0">
                  <a:pos x="12" y="0"/>
                </a:cxn>
                <a:cxn ang="0">
                  <a:pos x="0" y="1"/>
                </a:cxn>
                <a:cxn ang="0">
                  <a:pos x="44" y="377"/>
                </a:cxn>
                <a:cxn ang="0">
                  <a:pos x="55" y="379"/>
                </a:cxn>
                <a:cxn ang="0">
                  <a:pos x="44" y="373"/>
                </a:cxn>
              </a:cxnLst>
              <a:rect l="0" t="0" r="0" b="0"/>
              <a:pathLst>
                <a:path w="58" h="380">
                  <a:moveTo>
                    <a:pt x="44" y="373"/>
                  </a:moveTo>
                  <a:lnTo>
                    <a:pt x="57" y="376"/>
                  </a:lnTo>
                  <a:lnTo>
                    <a:pt x="12" y="0"/>
                  </a:lnTo>
                  <a:lnTo>
                    <a:pt x="0" y="1"/>
                  </a:lnTo>
                  <a:lnTo>
                    <a:pt x="44" y="377"/>
                  </a:lnTo>
                  <a:lnTo>
                    <a:pt x="55" y="379"/>
                  </a:lnTo>
                  <a:lnTo>
                    <a:pt x="44" y="373"/>
                  </a:lnTo>
                </a:path>
              </a:pathLst>
            </a:custGeom>
            <a:solidFill>
              <a:srgbClr val="FF0000"/>
            </a:solidFill>
            <a:ln w="12700">
              <a:noFill/>
            </a:ln>
          </p:spPr>
          <p:txBody>
            <a:bodyPr/>
            <a:lstStyle/>
            <a:p>
              <a:endParaRPr lang="zh-CN" altLang="en-US"/>
            </a:p>
          </p:txBody>
        </p:sp>
        <p:sp>
          <p:nvSpPr>
            <p:cNvPr id="44094" name="Freeform 61"/>
            <p:cNvSpPr/>
            <p:nvPr/>
          </p:nvSpPr>
          <p:spPr>
            <a:xfrm>
              <a:off x="2475" y="3409"/>
              <a:ext cx="151" cy="304"/>
            </a:xfrm>
            <a:custGeom>
              <a:avLst/>
              <a:gdLst/>
              <a:ahLst/>
              <a:cxnLst>
                <a:cxn ang="0">
                  <a:pos x="144" y="2"/>
                </a:cxn>
                <a:cxn ang="0">
                  <a:pos x="139" y="0"/>
                </a:cxn>
                <a:cxn ang="0">
                  <a:pos x="0" y="297"/>
                </a:cxn>
                <a:cxn ang="0">
                  <a:pos x="10" y="303"/>
                </a:cxn>
                <a:cxn ang="0">
                  <a:pos x="150" y="5"/>
                </a:cxn>
                <a:cxn ang="0">
                  <a:pos x="144" y="2"/>
                </a:cxn>
              </a:cxnLst>
              <a:rect l="0" t="0" r="0" b="0"/>
              <a:pathLst>
                <a:path w="151" h="304">
                  <a:moveTo>
                    <a:pt x="144" y="2"/>
                  </a:moveTo>
                  <a:lnTo>
                    <a:pt x="139" y="0"/>
                  </a:lnTo>
                  <a:lnTo>
                    <a:pt x="0" y="297"/>
                  </a:lnTo>
                  <a:lnTo>
                    <a:pt x="10" y="303"/>
                  </a:lnTo>
                  <a:lnTo>
                    <a:pt x="150" y="5"/>
                  </a:lnTo>
                  <a:lnTo>
                    <a:pt x="144" y="2"/>
                  </a:lnTo>
                </a:path>
              </a:pathLst>
            </a:custGeom>
            <a:solidFill>
              <a:srgbClr val="FF0000"/>
            </a:solidFill>
            <a:ln w="12700">
              <a:noFill/>
            </a:ln>
          </p:spPr>
          <p:txBody>
            <a:bodyPr/>
            <a:lstStyle/>
            <a:p>
              <a:endParaRPr lang="zh-CN" altLang="en-US"/>
            </a:p>
          </p:txBody>
        </p:sp>
        <p:sp>
          <p:nvSpPr>
            <p:cNvPr id="44095" name="Freeform 62"/>
            <p:cNvSpPr/>
            <p:nvPr/>
          </p:nvSpPr>
          <p:spPr>
            <a:xfrm>
              <a:off x="2479" y="3446"/>
              <a:ext cx="289" cy="274"/>
            </a:xfrm>
            <a:custGeom>
              <a:avLst/>
              <a:gdLst/>
              <a:ahLst/>
              <a:cxnLst>
                <a:cxn ang="0">
                  <a:pos x="1" y="261"/>
                </a:cxn>
                <a:cxn ang="0">
                  <a:pos x="8" y="271"/>
                </a:cxn>
                <a:cxn ang="0">
                  <a:pos x="288" y="9"/>
                </a:cxn>
                <a:cxn ang="0">
                  <a:pos x="280" y="0"/>
                </a:cxn>
                <a:cxn ang="0">
                  <a:pos x="0" y="262"/>
                </a:cxn>
                <a:cxn ang="0">
                  <a:pos x="7" y="273"/>
                </a:cxn>
                <a:cxn ang="0">
                  <a:pos x="1" y="261"/>
                </a:cxn>
              </a:cxnLst>
              <a:rect l="0" t="0" r="0" b="0"/>
              <a:pathLst>
                <a:path w="289" h="274">
                  <a:moveTo>
                    <a:pt x="1" y="261"/>
                  </a:moveTo>
                  <a:lnTo>
                    <a:pt x="8" y="271"/>
                  </a:lnTo>
                  <a:lnTo>
                    <a:pt x="288" y="9"/>
                  </a:lnTo>
                  <a:lnTo>
                    <a:pt x="280" y="0"/>
                  </a:lnTo>
                  <a:lnTo>
                    <a:pt x="0" y="262"/>
                  </a:lnTo>
                  <a:lnTo>
                    <a:pt x="7" y="273"/>
                  </a:lnTo>
                  <a:lnTo>
                    <a:pt x="1" y="261"/>
                  </a:lnTo>
                </a:path>
              </a:pathLst>
            </a:custGeom>
            <a:solidFill>
              <a:srgbClr val="FF0000"/>
            </a:solidFill>
            <a:ln w="12700">
              <a:noFill/>
            </a:ln>
          </p:spPr>
          <p:txBody>
            <a:bodyPr/>
            <a:lstStyle/>
            <a:p>
              <a:endParaRPr lang="zh-CN" altLang="en-US"/>
            </a:p>
          </p:txBody>
        </p:sp>
        <p:sp>
          <p:nvSpPr>
            <p:cNvPr id="44096" name="Freeform 63"/>
            <p:cNvSpPr/>
            <p:nvPr/>
          </p:nvSpPr>
          <p:spPr>
            <a:xfrm>
              <a:off x="2478" y="3469"/>
              <a:ext cx="424" cy="251"/>
            </a:xfrm>
            <a:custGeom>
              <a:avLst/>
              <a:gdLst/>
              <a:ahLst/>
              <a:cxnLst>
                <a:cxn ang="0">
                  <a:pos x="418" y="5"/>
                </a:cxn>
                <a:cxn ang="0">
                  <a:pos x="416" y="0"/>
                </a:cxn>
                <a:cxn ang="0">
                  <a:pos x="0" y="238"/>
                </a:cxn>
                <a:cxn ang="0">
                  <a:pos x="5" y="250"/>
                </a:cxn>
                <a:cxn ang="0">
                  <a:pos x="423" y="10"/>
                </a:cxn>
                <a:cxn ang="0">
                  <a:pos x="418" y="5"/>
                </a:cxn>
              </a:cxnLst>
              <a:rect l="0" t="0" r="0" b="0"/>
              <a:pathLst>
                <a:path w="424" h="251">
                  <a:moveTo>
                    <a:pt x="418" y="5"/>
                  </a:moveTo>
                  <a:lnTo>
                    <a:pt x="416" y="0"/>
                  </a:lnTo>
                  <a:lnTo>
                    <a:pt x="0" y="238"/>
                  </a:lnTo>
                  <a:lnTo>
                    <a:pt x="5" y="250"/>
                  </a:lnTo>
                  <a:lnTo>
                    <a:pt x="423" y="10"/>
                  </a:lnTo>
                  <a:lnTo>
                    <a:pt x="418" y="5"/>
                  </a:lnTo>
                </a:path>
              </a:pathLst>
            </a:custGeom>
            <a:solidFill>
              <a:srgbClr val="FF0000"/>
            </a:solidFill>
            <a:ln w="12700">
              <a:noFill/>
            </a:ln>
          </p:spPr>
          <p:txBody>
            <a:bodyPr/>
            <a:lstStyle/>
            <a:p>
              <a:endParaRPr lang="zh-CN" altLang="en-US"/>
            </a:p>
          </p:txBody>
        </p:sp>
        <p:sp>
          <p:nvSpPr>
            <p:cNvPr id="44097" name="Freeform 64"/>
            <p:cNvSpPr/>
            <p:nvPr/>
          </p:nvSpPr>
          <p:spPr>
            <a:xfrm>
              <a:off x="2479" y="3457"/>
              <a:ext cx="763" cy="263"/>
            </a:xfrm>
            <a:custGeom>
              <a:avLst/>
              <a:gdLst/>
              <a:ahLst/>
              <a:cxnLst>
                <a:cxn ang="0">
                  <a:pos x="1" y="249"/>
                </a:cxn>
                <a:cxn ang="0">
                  <a:pos x="2" y="261"/>
                </a:cxn>
                <a:cxn ang="0">
                  <a:pos x="51" y="251"/>
                </a:cxn>
                <a:cxn ang="0">
                  <a:pos x="97" y="240"/>
                </a:cxn>
                <a:cxn ang="0">
                  <a:pos x="144" y="228"/>
                </a:cxn>
                <a:cxn ang="0">
                  <a:pos x="192" y="215"/>
                </a:cxn>
                <a:cxn ang="0">
                  <a:pos x="239" y="201"/>
                </a:cxn>
                <a:cxn ang="0">
                  <a:pos x="287" y="187"/>
                </a:cxn>
                <a:cxn ang="0">
                  <a:pos x="335" y="172"/>
                </a:cxn>
                <a:cxn ang="0">
                  <a:pos x="383" y="157"/>
                </a:cxn>
                <a:cxn ang="0">
                  <a:pos x="430" y="142"/>
                </a:cxn>
                <a:cxn ang="0">
                  <a:pos x="477" y="125"/>
                </a:cxn>
                <a:cxn ang="0">
                  <a:pos x="525" y="108"/>
                </a:cxn>
                <a:cxn ang="0">
                  <a:pos x="572" y="90"/>
                </a:cxn>
                <a:cxn ang="0">
                  <a:pos x="620" y="71"/>
                </a:cxn>
                <a:cxn ang="0">
                  <a:pos x="667" y="51"/>
                </a:cxn>
                <a:cxn ang="0">
                  <a:pos x="713" y="33"/>
                </a:cxn>
                <a:cxn ang="0">
                  <a:pos x="762" y="10"/>
                </a:cxn>
                <a:cxn ang="0">
                  <a:pos x="756" y="0"/>
                </a:cxn>
                <a:cxn ang="0">
                  <a:pos x="709" y="20"/>
                </a:cxn>
                <a:cxn ang="0">
                  <a:pos x="662" y="41"/>
                </a:cxn>
                <a:cxn ang="0">
                  <a:pos x="614" y="60"/>
                </a:cxn>
                <a:cxn ang="0">
                  <a:pos x="567" y="79"/>
                </a:cxn>
                <a:cxn ang="0">
                  <a:pos x="520" y="97"/>
                </a:cxn>
                <a:cxn ang="0">
                  <a:pos x="472" y="113"/>
                </a:cxn>
                <a:cxn ang="0">
                  <a:pos x="425" y="130"/>
                </a:cxn>
                <a:cxn ang="0">
                  <a:pos x="379" y="146"/>
                </a:cxn>
                <a:cxn ang="0">
                  <a:pos x="330" y="161"/>
                </a:cxn>
                <a:cxn ang="0">
                  <a:pos x="284" y="175"/>
                </a:cxn>
                <a:cxn ang="0">
                  <a:pos x="237" y="190"/>
                </a:cxn>
                <a:cxn ang="0">
                  <a:pos x="189" y="202"/>
                </a:cxn>
                <a:cxn ang="0">
                  <a:pos x="142" y="215"/>
                </a:cxn>
                <a:cxn ang="0">
                  <a:pos x="94" y="228"/>
                </a:cxn>
                <a:cxn ang="0">
                  <a:pos x="48" y="238"/>
                </a:cxn>
                <a:cxn ang="0">
                  <a:pos x="0" y="249"/>
                </a:cxn>
                <a:cxn ang="0">
                  <a:pos x="1" y="262"/>
                </a:cxn>
                <a:cxn ang="0">
                  <a:pos x="1" y="249"/>
                </a:cxn>
              </a:cxnLst>
              <a:rect l="0" t="0" r="0" b="0"/>
              <a:pathLst>
                <a:path w="763" h="263">
                  <a:moveTo>
                    <a:pt x="1" y="249"/>
                  </a:moveTo>
                  <a:lnTo>
                    <a:pt x="2" y="261"/>
                  </a:lnTo>
                  <a:lnTo>
                    <a:pt x="51" y="251"/>
                  </a:lnTo>
                  <a:lnTo>
                    <a:pt x="97" y="240"/>
                  </a:lnTo>
                  <a:lnTo>
                    <a:pt x="144" y="228"/>
                  </a:lnTo>
                  <a:lnTo>
                    <a:pt x="192" y="215"/>
                  </a:lnTo>
                  <a:lnTo>
                    <a:pt x="239" y="201"/>
                  </a:lnTo>
                  <a:lnTo>
                    <a:pt x="287" y="187"/>
                  </a:lnTo>
                  <a:lnTo>
                    <a:pt x="335" y="172"/>
                  </a:lnTo>
                  <a:lnTo>
                    <a:pt x="383" y="157"/>
                  </a:lnTo>
                  <a:lnTo>
                    <a:pt x="430" y="142"/>
                  </a:lnTo>
                  <a:lnTo>
                    <a:pt x="477" y="125"/>
                  </a:lnTo>
                  <a:lnTo>
                    <a:pt x="525" y="108"/>
                  </a:lnTo>
                  <a:lnTo>
                    <a:pt x="572" y="90"/>
                  </a:lnTo>
                  <a:lnTo>
                    <a:pt x="620" y="71"/>
                  </a:lnTo>
                  <a:lnTo>
                    <a:pt x="667" y="51"/>
                  </a:lnTo>
                  <a:lnTo>
                    <a:pt x="713" y="33"/>
                  </a:lnTo>
                  <a:lnTo>
                    <a:pt x="762" y="10"/>
                  </a:lnTo>
                  <a:lnTo>
                    <a:pt x="756" y="0"/>
                  </a:lnTo>
                  <a:lnTo>
                    <a:pt x="709" y="20"/>
                  </a:lnTo>
                  <a:lnTo>
                    <a:pt x="662" y="41"/>
                  </a:lnTo>
                  <a:lnTo>
                    <a:pt x="614" y="60"/>
                  </a:lnTo>
                  <a:lnTo>
                    <a:pt x="567" y="79"/>
                  </a:lnTo>
                  <a:lnTo>
                    <a:pt x="520" y="97"/>
                  </a:lnTo>
                  <a:lnTo>
                    <a:pt x="472" y="113"/>
                  </a:lnTo>
                  <a:lnTo>
                    <a:pt x="425" y="130"/>
                  </a:lnTo>
                  <a:lnTo>
                    <a:pt x="379" y="146"/>
                  </a:lnTo>
                  <a:lnTo>
                    <a:pt x="330" y="161"/>
                  </a:lnTo>
                  <a:lnTo>
                    <a:pt x="284" y="175"/>
                  </a:lnTo>
                  <a:lnTo>
                    <a:pt x="237" y="190"/>
                  </a:lnTo>
                  <a:lnTo>
                    <a:pt x="189" y="202"/>
                  </a:lnTo>
                  <a:lnTo>
                    <a:pt x="142" y="215"/>
                  </a:lnTo>
                  <a:lnTo>
                    <a:pt x="94" y="228"/>
                  </a:lnTo>
                  <a:lnTo>
                    <a:pt x="48" y="238"/>
                  </a:lnTo>
                  <a:lnTo>
                    <a:pt x="0" y="249"/>
                  </a:lnTo>
                  <a:lnTo>
                    <a:pt x="1" y="262"/>
                  </a:lnTo>
                  <a:lnTo>
                    <a:pt x="1" y="249"/>
                  </a:lnTo>
                </a:path>
              </a:pathLst>
            </a:custGeom>
            <a:solidFill>
              <a:srgbClr val="FF0000"/>
            </a:solidFill>
            <a:ln w="12700">
              <a:noFill/>
            </a:ln>
          </p:spPr>
          <p:txBody>
            <a:bodyPr/>
            <a:lstStyle/>
            <a:p>
              <a:endParaRPr lang="zh-CN" altLang="en-US"/>
            </a:p>
          </p:txBody>
        </p:sp>
        <p:sp>
          <p:nvSpPr>
            <p:cNvPr id="44098" name="Freeform 65"/>
            <p:cNvSpPr/>
            <p:nvPr/>
          </p:nvSpPr>
          <p:spPr>
            <a:xfrm>
              <a:off x="2479" y="3625"/>
              <a:ext cx="615" cy="95"/>
            </a:xfrm>
            <a:custGeom>
              <a:avLst/>
              <a:gdLst/>
              <a:ahLst/>
              <a:cxnLst>
                <a:cxn ang="0">
                  <a:pos x="610" y="0"/>
                </a:cxn>
                <a:cxn ang="0">
                  <a:pos x="571" y="9"/>
                </a:cxn>
                <a:cxn ang="0">
                  <a:pos x="532" y="18"/>
                </a:cxn>
                <a:cxn ang="0">
                  <a:pos x="495" y="27"/>
                </a:cxn>
                <a:cxn ang="0">
                  <a:pos x="456" y="35"/>
                </a:cxn>
                <a:cxn ang="0">
                  <a:pos x="417" y="42"/>
                </a:cxn>
                <a:cxn ang="0">
                  <a:pos x="379" y="48"/>
                </a:cxn>
                <a:cxn ang="0">
                  <a:pos x="341" y="54"/>
                </a:cxn>
                <a:cxn ang="0">
                  <a:pos x="303" y="60"/>
                </a:cxn>
                <a:cxn ang="0">
                  <a:pos x="264" y="63"/>
                </a:cxn>
                <a:cxn ang="0">
                  <a:pos x="226" y="68"/>
                </a:cxn>
                <a:cxn ang="0">
                  <a:pos x="189" y="72"/>
                </a:cxn>
                <a:cxn ang="0">
                  <a:pos x="150" y="75"/>
                </a:cxn>
                <a:cxn ang="0">
                  <a:pos x="113" y="78"/>
                </a:cxn>
                <a:cxn ang="0">
                  <a:pos x="76" y="78"/>
                </a:cxn>
                <a:cxn ang="0">
                  <a:pos x="37" y="80"/>
                </a:cxn>
                <a:cxn ang="0">
                  <a:pos x="0" y="81"/>
                </a:cxn>
                <a:cxn ang="0">
                  <a:pos x="0" y="94"/>
                </a:cxn>
                <a:cxn ang="0">
                  <a:pos x="39" y="93"/>
                </a:cxn>
                <a:cxn ang="0">
                  <a:pos x="76" y="91"/>
                </a:cxn>
                <a:cxn ang="0">
                  <a:pos x="113" y="90"/>
                </a:cxn>
                <a:cxn ang="0">
                  <a:pos x="152" y="87"/>
                </a:cxn>
                <a:cxn ang="0">
                  <a:pos x="189" y="84"/>
                </a:cxn>
                <a:cxn ang="0">
                  <a:pos x="228" y="80"/>
                </a:cxn>
                <a:cxn ang="0">
                  <a:pos x="267" y="76"/>
                </a:cxn>
                <a:cxn ang="0">
                  <a:pos x="304" y="72"/>
                </a:cxn>
                <a:cxn ang="0">
                  <a:pos x="343" y="66"/>
                </a:cxn>
                <a:cxn ang="0">
                  <a:pos x="382" y="60"/>
                </a:cxn>
                <a:cxn ang="0">
                  <a:pos x="420" y="54"/>
                </a:cxn>
                <a:cxn ang="0">
                  <a:pos x="457" y="46"/>
                </a:cxn>
                <a:cxn ang="0">
                  <a:pos x="496" y="39"/>
                </a:cxn>
                <a:cxn ang="0">
                  <a:pos x="535" y="30"/>
                </a:cxn>
                <a:cxn ang="0">
                  <a:pos x="574" y="21"/>
                </a:cxn>
                <a:cxn ang="0">
                  <a:pos x="614" y="10"/>
                </a:cxn>
                <a:cxn ang="0">
                  <a:pos x="610" y="0"/>
                </a:cxn>
              </a:cxnLst>
              <a:rect l="0" t="0" r="0" b="0"/>
              <a:pathLst>
                <a:path w="615" h="95">
                  <a:moveTo>
                    <a:pt x="610" y="0"/>
                  </a:moveTo>
                  <a:lnTo>
                    <a:pt x="571" y="9"/>
                  </a:lnTo>
                  <a:lnTo>
                    <a:pt x="532" y="18"/>
                  </a:lnTo>
                  <a:lnTo>
                    <a:pt x="495" y="27"/>
                  </a:lnTo>
                  <a:lnTo>
                    <a:pt x="456" y="35"/>
                  </a:lnTo>
                  <a:lnTo>
                    <a:pt x="417" y="42"/>
                  </a:lnTo>
                  <a:lnTo>
                    <a:pt x="379" y="48"/>
                  </a:lnTo>
                  <a:lnTo>
                    <a:pt x="341" y="54"/>
                  </a:lnTo>
                  <a:lnTo>
                    <a:pt x="303" y="60"/>
                  </a:lnTo>
                  <a:lnTo>
                    <a:pt x="264" y="63"/>
                  </a:lnTo>
                  <a:lnTo>
                    <a:pt x="226" y="68"/>
                  </a:lnTo>
                  <a:lnTo>
                    <a:pt x="189" y="72"/>
                  </a:lnTo>
                  <a:lnTo>
                    <a:pt x="150" y="75"/>
                  </a:lnTo>
                  <a:lnTo>
                    <a:pt x="113" y="78"/>
                  </a:lnTo>
                  <a:lnTo>
                    <a:pt x="76" y="78"/>
                  </a:lnTo>
                  <a:lnTo>
                    <a:pt x="37" y="80"/>
                  </a:lnTo>
                  <a:lnTo>
                    <a:pt x="0" y="81"/>
                  </a:lnTo>
                  <a:lnTo>
                    <a:pt x="0" y="94"/>
                  </a:lnTo>
                  <a:lnTo>
                    <a:pt x="39" y="93"/>
                  </a:lnTo>
                  <a:lnTo>
                    <a:pt x="76" y="91"/>
                  </a:lnTo>
                  <a:lnTo>
                    <a:pt x="113" y="90"/>
                  </a:lnTo>
                  <a:lnTo>
                    <a:pt x="152" y="87"/>
                  </a:lnTo>
                  <a:lnTo>
                    <a:pt x="189" y="84"/>
                  </a:lnTo>
                  <a:lnTo>
                    <a:pt x="228" y="80"/>
                  </a:lnTo>
                  <a:lnTo>
                    <a:pt x="267" y="76"/>
                  </a:lnTo>
                  <a:lnTo>
                    <a:pt x="304" y="72"/>
                  </a:lnTo>
                  <a:lnTo>
                    <a:pt x="343" y="66"/>
                  </a:lnTo>
                  <a:lnTo>
                    <a:pt x="382" y="60"/>
                  </a:lnTo>
                  <a:lnTo>
                    <a:pt x="420" y="54"/>
                  </a:lnTo>
                  <a:lnTo>
                    <a:pt x="457" y="46"/>
                  </a:lnTo>
                  <a:lnTo>
                    <a:pt x="496" y="39"/>
                  </a:lnTo>
                  <a:lnTo>
                    <a:pt x="535" y="30"/>
                  </a:lnTo>
                  <a:lnTo>
                    <a:pt x="574" y="21"/>
                  </a:lnTo>
                  <a:lnTo>
                    <a:pt x="614" y="10"/>
                  </a:lnTo>
                  <a:lnTo>
                    <a:pt x="610" y="0"/>
                  </a:lnTo>
                </a:path>
              </a:pathLst>
            </a:custGeom>
            <a:solidFill>
              <a:srgbClr val="FF0000"/>
            </a:solidFill>
            <a:ln w="12700">
              <a:noFill/>
            </a:ln>
          </p:spPr>
          <p:txBody>
            <a:bodyPr/>
            <a:lstStyle/>
            <a:p>
              <a:endParaRPr lang="zh-CN" altLang="en-US"/>
            </a:p>
          </p:txBody>
        </p:sp>
        <p:sp>
          <p:nvSpPr>
            <p:cNvPr id="44099" name="Freeform 66"/>
            <p:cNvSpPr/>
            <p:nvPr/>
          </p:nvSpPr>
          <p:spPr>
            <a:xfrm>
              <a:off x="2471" y="3707"/>
              <a:ext cx="441" cy="84"/>
            </a:xfrm>
            <a:custGeom>
              <a:avLst/>
              <a:gdLst/>
              <a:ahLst/>
              <a:cxnLst>
                <a:cxn ang="0">
                  <a:pos x="9" y="1"/>
                </a:cxn>
                <a:cxn ang="0">
                  <a:pos x="2" y="11"/>
                </a:cxn>
                <a:cxn ang="0">
                  <a:pos x="27" y="22"/>
                </a:cxn>
                <a:cxn ang="0">
                  <a:pos x="52" y="33"/>
                </a:cxn>
                <a:cxn ang="0">
                  <a:pos x="78" y="41"/>
                </a:cxn>
                <a:cxn ang="0">
                  <a:pos x="102" y="49"/>
                </a:cxn>
                <a:cxn ang="0">
                  <a:pos x="131" y="57"/>
                </a:cxn>
                <a:cxn ang="0">
                  <a:pos x="156" y="62"/>
                </a:cxn>
                <a:cxn ang="0">
                  <a:pos x="184" y="67"/>
                </a:cxn>
                <a:cxn ang="0">
                  <a:pos x="212" y="72"/>
                </a:cxn>
                <a:cxn ang="0">
                  <a:pos x="239" y="74"/>
                </a:cxn>
                <a:cxn ang="0">
                  <a:pos x="267" y="77"/>
                </a:cxn>
                <a:cxn ang="0">
                  <a:pos x="295" y="80"/>
                </a:cxn>
                <a:cxn ang="0">
                  <a:pos x="324" y="81"/>
                </a:cxn>
                <a:cxn ang="0">
                  <a:pos x="352" y="81"/>
                </a:cxn>
                <a:cxn ang="0">
                  <a:pos x="381" y="83"/>
                </a:cxn>
                <a:cxn ang="0">
                  <a:pos x="410" y="83"/>
                </a:cxn>
                <a:cxn ang="0">
                  <a:pos x="440" y="83"/>
                </a:cxn>
                <a:cxn ang="0">
                  <a:pos x="440" y="70"/>
                </a:cxn>
                <a:cxn ang="0">
                  <a:pos x="410" y="70"/>
                </a:cxn>
                <a:cxn ang="0">
                  <a:pos x="381" y="70"/>
                </a:cxn>
                <a:cxn ang="0">
                  <a:pos x="352" y="69"/>
                </a:cxn>
                <a:cxn ang="0">
                  <a:pos x="325" y="69"/>
                </a:cxn>
                <a:cxn ang="0">
                  <a:pos x="295" y="67"/>
                </a:cxn>
                <a:cxn ang="0">
                  <a:pos x="268" y="64"/>
                </a:cxn>
                <a:cxn ang="0">
                  <a:pos x="241" y="62"/>
                </a:cxn>
                <a:cxn ang="0">
                  <a:pos x="213" y="59"/>
                </a:cxn>
                <a:cxn ang="0">
                  <a:pos x="185" y="55"/>
                </a:cxn>
                <a:cxn ang="0">
                  <a:pos x="159" y="49"/>
                </a:cxn>
                <a:cxn ang="0">
                  <a:pos x="133" y="44"/>
                </a:cxn>
                <a:cxn ang="0">
                  <a:pos x="107" y="37"/>
                </a:cxn>
                <a:cxn ang="0">
                  <a:pos x="81" y="30"/>
                </a:cxn>
                <a:cxn ang="0">
                  <a:pos x="56" y="20"/>
                </a:cxn>
                <a:cxn ang="0">
                  <a:pos x="31" y="11"/>
                </a:cxn>
                <a:cxn ang="0">
                  <a:pos x="7" y="0"/>
                </a:cxn>
                <a:cxn ang="0">
                  <a:pos x="0" y="10"/>
                </a:cxn>
                <a:cxn ang="0">
                  <a:pos x="9" y="1"/>
                </a:cxn>
              </a:cxnLst>
              <a:rect l="0" t="0" r="0" b="0"/>
              <a:pathLst>
                <a:path w="441" h="84">
                  <a:moveTo>
                    <a:pt x="9" y="1"/>
                  </a:moveTo>
                  <a:lnTo>
                    <a:pt x="2" y="11"/>
                  </a:lnTo>
                  <a:lnTo>
                    <a:pt x="27" y="22"/>
                  </a:lnTo>
                  <a:lnTo>
                    <a:pt x="52" y="33"/>
                  </a:lnTo>
                  <a:lnTo>
                    <a:pt x="78" y="41"/>
                  </a:lnTo>
                  <a:lnTo>
                    <a:pt x="102" y="49"/>
                  </a:lnTo>
                  <a:lnTo>
                    <a:pt x="131" y="57"/>
                  </a:lnTo>
                  <a:lnTo>
                    <a:pt x="156" y="62"/>
                  </a:lnTo>
                  <a:lnTo>
                    <a:pt x="184" y="67"/>
                  </a:lnTo>
                  <a:lnTo>
                    <a:pt x="212" y="72"/>
                  </a:lnTo>
                  <a:lnTo>
                    <a:pt x="239" y="74"/>
                  </a:lnTo>
                  <a:lnTo>
                    <a:pt x="267" y="77"/>
                  </a:lnTo>
                  <a:lnTo>
                    <a:pt x="295" y="80"/>
                  </a:lnTo>
                  <a:lnTo>
                    <a:pt x="324" y="81"/>
                  </a:lnTo>
                  <a:lnTo>
                    <a:pt x="352" y="81"/>
                  </a:lnTo>
                  <a:lnTo>
                    <a:pt x="381" y="83"/>
                  </a:lnTo>
                  <a:lnTo>
                    <a:pt x="410" y="83"/>
                  </a:lnTo>
                  <a:lnTo>
                    <a:pt x="440" y="83"/>
                  </a:lnTo>
                  <a:lnTo>
                    <a:pt x="440" y="70"/>
                  </a:lnTo>
                  <a:lnTo>
                    <a:pt x="410" y="70"/>
                  </a:lnTo>
                  <a:lnTo>
                    <a:pt x="381" y="70"/>
                  </a:lnTo>
                  <a:lnTo>
                    <a:pt x="352" y="69"/>
                  </a:lnTo>
                  <a:lnTo>
                    <a:pt x="325" y="69"/>
                  </a:lnTo>
                  <a:lnTo>
                    <a:pt x="295" y="67"/>
                  </a:lnTo>
                  <a:lnTo>
                    <a:pt x="268" y="64"/>
                  </a:lnTo>
                  <a:lnTo>
                    <a:pt x="241" y="62"/>
                  </a:lnTo>
                  <a:lnTo>
                    <a:pt x="213" y="59"/>
                  </a:lnTo>
                  <a:lnTo>
                    <a:pt x="185" y="55"/>
                  </a:lnTo>
                  <a:lnTo>
                    <a:pt x="159" y="49"/>
                  </a:lnTo>
                  <a:lnTo>
                    <a:pt x="133" y="44"/>
                  </a:lnTo>
                  <a:lnTo>
                    <a:pt x="107" y="37"/>
                  </a:lnTo>
                  <a:lnTo>
                    <a:pt x="81" y="30"/>
                  </a:lnTo>
                  <a:lnTo>
                    <a:pt x="56" y="20"/>
                  </a:lnTo>
                  <a:lnTo>
                    <a:pt x="31" y="11"/>
                  </a:lnTo>
                  <a:lnTo>
                    <a:pt x="7" y="0"/>
                  </a:lnTo>
                  <a:lnTo>
                    <a:pt x="0" y="10"/>
                  </a:lnTo>
                  <a:lnTo>
                    <a:pt x="9" y="1"/>
                  </a:lnTo>
                </a:path>
              </a:pathLst>
            </a:custGeom>
            <a:solidFill>
              <a:srgbClr val="FF0000"/>
            </a:solidFill>
            <a:ln w="12700">
              <a:noFill/>
            </a:ln>
          </p:spPr>
          <p:txBody>
            <a:bodyPr/>
            <a:lstStyle/>
            <a:p>
              <a:endParaRPr lang="zh-CN" altLang="en-US"/>
            </a:p>
          </p:txBody>
        </p:sp>
        <p:sp>
          <p:nvSpPr>
            <p:cNvPr id="44100" name="Freeform 67"/>
            <p:cNvSpPr/>
            <p:nvPr/>
          </p:nvSpPr>
          <p:spPr>
            <a:xfrm>
              <a:off x="2470" y="3708"/>
              <a:ext cx="249" cy="188"/>
            </a:xfrm>
            <a:custGeom>
              <a:avLst/>
              <a:gdLst/>
              <a:ahLst/>
              <a:cxnLst>
                <a:cxn ang="0">
                  <a:pos x="248" y="175"/>
                </a:cxn>
                <a:cxn ang="0">
                  <a:pos x="229" y="166"/>
                </a:cxn>
                <a:cxn ang="0">
                  <a:pos x="211" y="155"/>
                </a:cxn>
                <a:cxn ang="0">
                  <a:pos x="193" y="145"/>
                </a:cxn>
                <a:cxn ang="0">
                  <a:pos x="176" y="134"/>
                </a:cxn>
                <a:cxn ang="0">
                  <a:pos x="158" y="125"/>
                </a:cxn>
                <a:cxn ang="0">
                  <a:pos x="143" y="114"/>
                </a:cxn>
                <a:cxn ang="0">
                  <a:pos x="126" y="102"/>
                </a:cxn>
                <a:cxn ang="0">
                  <a:pos x="111" y="92"/>
                </a:cxn>
                <a:cxn ang="0">
                  <a:pos x="98" y="81"/>
                </a:cxn>
                <a:cxn ang="0">
                  <a:pos x="82" y="70"/>
                </a:cxn>
                <a:cxn ang="0">
                  <a:pos x="69" y="58"/>
                </a:cxn>
                <a:cxn ang="0">
                  <a:pos x="56" y="48"/>
                </a:cxn>
                <a:cxn ang="0">
                  <a:pos x="43" y="35"/>
                </a:cxn>
                <a:cxn ang="0">
                  <a:pos x="31" y="25"/>
                </a:cxn>
                <a:cxn ang="0">
                  <a:pos x="20" y="12"/>
                </a:cxn>
                <a:cxn ang="0">
                  <a:pos x="9" y="0"/>
                </a:cxn>
                <a:cxn ang="0">
                  <a:pos x="0" y="8"/>
                </a:cxn>
                <a:cxn ang="0">
                  <a:pos x="10" y="20"/>
                </a:cxn>
                <a:cxn ang="0">
                  <a:pos x="23" y="33"/>
                </a:cxn>
                <a:cxn ang="0">
                  <a:pos x="36" y="45"/>
                </a:cxn>
                <a:cxn ang="0">
                  <a:pos x="48" y="56"/>
                </a:cxn>
                <a:cxn ang="0">
                  <a:pos x="62" y="69"/>
                </a:cxn>
                <a:cxn ang="0">
                  <a:pos x="75" y="79"/>
                </a:cxn>
                <a:cxn ang="0">
                  <a:pos x="89" y="90"/>
                </a:cxn>
                <a:cxn ang="0">
                  <a:pos x="104" y="102"/>
                </a:cxn>
                <a:cxn ang="0">
                  <a:pos x="119" y="114"/>
                </a:cxn>
                <a:cxn ang="0">
                  <a:pos x="136" y="125"/>
                </a:cxn>
                <a:cxn ang="0">
                  <a:pos x="152" y="134"/>
                </a:cxn>
                <a:cxn ang="0">
                  <a:pos x="169" y="145"/>
                </a:cxn>
                <a:cxn ang="0">
                  <a:pos x="187" y="156"/>
                </a:cxn>
                <a:cxn ang="0">
                  <a:pos x="205" y="166"/>
                </a:cxn>
                <a:cxn ang="0">
                  <a:pos x="223" y="176"/>
                </a:cxn>
                <a:cxn ang="0">
                  <a:pos x="242" y="187"/>
                </a:cxn>
                <a:cxn ang="0">
                  <a:pos x="248" y="175"/>
                </a:cxn>
              </a:cxnLst>
              <a:rect l="0" t="0" r="0" b="0"/>
              <a:pathLst>
                <a:path w="249" h="188">
                  <a:moveTo>
                    <a:pt x="248" y="175"/>
                  </a:moveTo>
                  <a:lnTo>
                    <a:pt x="229" y="166"/>
                  </a:lnTo>
                  <a:lnTo>
                    <a:pt x="211" y="155"/>
                  </a:lnTo>
                  <a:lnTo>
                    <a:pt x="193" y="145"/>
                  </a:lnTo>
                  <a:lnTo>
                    <a:pt x="176" y="134"/>
                  </a:lnTo>
                  <a:lnTo>
                    <a:pt x="158" y="125"/>
                  </a:lnTo>
                  <a:lnTo>
                    <a:pt x="143" y="114"/>
                  </a:lnTo>
                  <a:lnTo>
                    <a:pt x="126" y="102"/>
                  </a:lnTo>
                  <a:lnTo>
                    <a:pt x="111" y="92"/>
                  </a:lnTo>
                  <a:lnTo>
                    <a:pt x="98" y="81"/>
                  </a:lnTo>
                  <a:lnTo>
                    <a:pt x="82" y="70"/>
                  </a:lnTo>
                  <a:lnTo>
                    <a:pt x="69" y="58"/>
                  </a:lnTo>
                  <a:lnTo>
                    <a:pt x="56" y="48"/>
                  </a:lnTo>
                  <a:lnTo>
                    <a:pt x="43" y="35"/>
                  </a:lnTo>
                  <a:lnTo>
                    <a:pt x="31" y="25"/>
                  </a:lnTo>
                  <a:lnTo>
                    <a:pt x="20" y="12"/>
                  </a:lnTo>
                  <a:lnTo>
                    <a:pt x="9" y="0"/>
                  </a:lnTo>
                  <a:lnTo>
                    <a:pt x="0" y="8"/>
                  </a:lnTo>
                  <a:lnTo>
                    <a:pt x="10" y="20"/>
                  </a:lnTo>
                  <a:lnTo>
                    <a:pt x="23" y="33"/>
                  </a:lnTo>
                  <a:lnTo>
                    <a:pt x="36" y="45"/>
                  </a:lnTo>
                  <a:lnTo>
                    <a:pt x="48" y="56"/>
                  </a:lnTo>
                  <a:lnTo>
                    <a:pt x="62" y="69"/>
                  </a:lnTo>
                  <a:lnTo>
                    <a:pt x="75" y="79"/>
                  </a:lnTo>
                  <a:lnTo>
                    <a:pt x="89" y="90"/>
                  </a:lnTo>
                  <a:lnTo>
                    <a:pt x="104" y="102"/>
                  </a:lnTo>
                  <a:lnTo>
                    <a:pt x="119" y="114"/>
                  </a:lnTo>
                  <a:lnTo>
                    <a:pt x="136" y="125"/>
                  </a:lnTo>
                  <a:lnTo>
                    <a:pt x="152" y="134"/>
                  </a:lnTo>
                  <a:lnTo>
                    <a:pt x="169" y="145"/>
                  </a:lnTo>
                  <a:lnTo>
                    <a:pt x="187" y="156"/>
                  </a:lnTo>
                  <a:lnTo>
                    <a:pt x="205" y="166"/>
                  </a:lnTo>
                  <a:lnTo>
                    <a:pt x="223" y="176"/>
                  </a:lnTo>
                  <a:lnTo>
                    <a:pt x="242" y="187"/>
                  </a:lnTo>
                  <a:lnTo>
                    <a:pt x="248" y="175"/>
                  </a:lnTo>
                </a:path>
              </a:pathLst>
            </a:custGeom>
            <a:solidFill>
              <a:srgbClr val="FF0000"/>
            </a:solidFill>
            <a:ln w="12700">
              <a:noFill/>
            </a:ln>
          </p:spPr>
          <p:txBody>
            <a:bodyPr/>
            <a:lstStyle/>
            <a:p>
              <a:endParaRPr lang="zh-CN" altLang="en-US"/>
            </a:p>
          </p:txBody>
        </p:sp>
        <p:sp>
          <p:nvSpPr>
            <p:cNvPr id="44101" name="Freeform 68"/>
            <p:cNvSpPr/>
            <p:nvPr/>
          </p:nvSpPr>
          <p:spPr>
            <a:xfrm>
              <a:off x="1485" y="3084"/>
              <a:ext cx="552" cy="603"/>
            </a:xfrm>
            <a:custGeom>
              <a:avLst/>
              <a:gdLst/>
              <a:ahLst/>
              <a:cxnLst>
                <a:cxn ang="0">
                  <a:pos x="12" y="600"/>
                </a:cxn>
                <a:cxn ang="0">
                  <a:pos x="12" y="602"/>
                </a:cxn>
                <a:cxn ang="0">
                  <a:pos x="15" y="550"/>
                </a:cxn>
                <a:cxn ang="0">
                  <a:pos x="23" y="502"/>
                </a:cxn>
                <a:cxn ang="0">
                  <a:pos x="38" y="455"/>
                </a:cxn>
                <a:cxn ang="0">
                  <a:pos x="57" y="410"/>
                </a:cxn>
                <a:cxn ang="0">
                  <a:pos x="82" y="366"/>
                </a:cxn>
                <a:cxn ang="0">
                  <a:pos x="111" y="325"/>
                </a:cxn>
                <a:cxn ang="0">
                  <a:pos x="144" y="285"/>
                </a:cxn>
                <a:cxn ang="0">
                  <a:pos x="181" y="246"/>
                </a:cxn>
                <a:cxn ang="0">
                  <a:pos x="220" y="209"/>
                </a:cxn>
                <a:cxn ang="0">
                  <a:pos x="263" y="175"/>
                </a:cxn>
                <a:cxn ang="0">
                  <a:pos x="307" y="143"/>
                </a:cxn>
                <a:cxn ang="0">
                  <a:pos x="354" y="111"/>
                </a:cxn>
                <a:cxn ang="0">
                  <a:pos x="401" y="84"/>
                </a:cxn>
                <a:cxn ang="0">
                  <a:pos x="451" y="58"/>
                </a:cxn>
                <a:cxn ang="0">
                  <a:pos x="501" y="33"/>
                </a:cxn>
                <a:cxn ang="0">
                  <a:pos x="551" y="12"/>
                </a:cxn>
                <a:cxn ang="0">
                  <a:pos x="545" y="0"/>
                </a:cxn>
                <a:cxn ang="0">
                  <a:pos x="495" y="22"/>
                </a:cxn>
                <a:cxn ang="0">
                  <a:pos x="445" y="46"/>
                </a:cxn>
                <a:cxn ang="0">
                  <a:pos x="395" y="73"/>
                </a:cxn>
                <a:cxn ang="0">
                  <a:pos x="347" y="102"/>
                </a:cxn>
                <a:cxn ang="0">
                  <a:pos x="300" y="132"/>
                </a:cxn>
                <a:cxn ang="0">
                  <a:pos x="255" y="165"/>
                </a:cxn>
                <a:cxn ang="0">
                  <a:pos x="212" y="201"/>
                </a:cxn>
                <a:cxn ang="0">
                  <a:pos x="172" y="237"/>
                </a:cxn>
                <a:cxn ang="0">
                  <a:pos x="135" y="276"/>
                </a:cxn>
                <a:cxn ang="0">
                  <a:pos x="102" y="317"/>
                </a:cxn>
                <a:cxn ang="0">
                  <a:pos x="71" y="361"/>
                </a:cxn>
                <a:cxn ang="0">
                  <a:pos x="46" y="405"/>
                </a:cxn>
                <a:cxn ang="0">
                  <a:pos x="25" y="452"/>
                </a:cxn>
                <a:cxn ang="0">
                  <a:pos x="12" y="499"/>
                </a:cxn>
                <a:cxn ang="0">
                  <a:pos x="2" y="549"/>
                </a:cxn>
                <a:cxn ang="0">
                  <a:pos x="0" y="602"/>
                </a:cxn>
                <a:cxn ang="0">
                  <a:pos x="12" y="600"/>
                </a:cxn>
              </a:cxnLst>
              <a:rect l="0" t="0" r="0" b="0"/>
              <a:pathLst>
                <a:path w="552" h="603">
                  <a:moveTo>
                    <a:pt x="12" y="600"/>
                  </a:moveTo>
                  <a:lnTo>
                    <a:pt x="12" y="602"/>
                  </a:lnTo>
                  <a:lnTo>
                    <a:pt x="15" y="550"/>
                  </a:lnTo>
                  <a:lnTo>
                    <a:pt x="23" y="502"/>
                  </a:lnTo>
                  <a:lnTo>
                    <a:pt x="38" y="455"/>
                  </a:lnTo>
                  <a:lnTo>
                    <a:pt x="57" y="410"/>
                  </a:lnTo>
                  <a:lnTo>
                    <a:pt x="82" y="366"/>
                  </a:lnTo>
                  <a:lnTo>
                    <a:pt x="111" y="325"/>
                  </a:lnTo>
                  <a:lnTo>
                    <a:pt x="144" y="285"/>
                  </a:lnTo>
                  <a:lnTo>
                    <a:pt x="181" y="246"/>
                  </a:lnTo>
                  <a:lnTo>
                    <a:pt x="220" y="209"/>
                  </a:lnTo>
                  <a:lnTo>
                    <a:pt x="263" y="175"/>
                  </a:lnTo>
                  <a:lnTo>
                    <a:pt x="307" y="143"/>
                  </a:lnTo>
                  <a:lnTo>
                    <a:pt x="354" y="111"/>
                  </a:lnTo>
                  <a:lnTo>
                    <a:pt x="401" y="84"/>
                  </a:lnTo>
                  <a:lnTo>
                    <a:pt x="451" y="58"/>
                  </a:lnTo>
                  <a:lnTo>
                    <a:pt x="501" y="33"/>
                  </a:lnTo>
                  <a:lnTo>
                    <a:pt x="551" y="12"/>
                  </a:lnTo>
                  <a:lnTo>
                    <a:pt x="545" y="0"/>
                  </a:lnTo>
                  <a:lnTo>
                    <a:pt x="495" y="22"/>
                  </a:lnTo>
                  <a:lnTo>
                    <a:pt x="445" y="46"/>
                  </a:lnTo>
                  <a:lnTo>
                    <a:pt x="395" y="73"/>
                  </a:lnTo>
                  <a:lnTo>
                    <a:pt x="347" y="102"/>
                  </a:lnTo>
                  <a:lnTo>
                    <a:pt x="300" y="132"/>
                  </a:lnTo>
                  <a:lnTo>
                    <a:pt x="255" y="165"/>
                  </a:lnTo>
                  <a:lnTo>
                    <a:pt x="212" y="201"/>
                  </a:lnTo>
                  <a:lnTo>
                    <a:pt x="172" y="237"/>
                  </a:lnTo>
                  <a:lnTo>
                    <a:pt x="135" y="276"/>
                  </a:lnTo>
                  <a:lnTo>
                    <a:pt x="102" y="317"/>
                  </a:lnTo>
                  <a:lnTo>
                    <a:pt x="71" y="361"/>
                  </a:lnTo>
                  <a:lnTo>
                    <a:pt x="46" y="405"/>
                  </a:lnTo>
                  <a:lnTo>
                    <a:pt x="25" y="452"/>
                  </a:lnTo>
                  <a:lnTo>
                    <a:pt x="12" y="499"/>
                  </a:lnTo>
                  <a:lnTo>
                    <a:pt x="2" y="549"/>
                  </a:lnTo>
                  <a:lnTo>
                    <a:pt x="0" y="602"/>
                  </a:lnTo>
                  <a:lnTo>
                    <a:pt x="12" y="600"/>
                  </a:lnTo>
                </a:path>
              </a:pathLst>
            </a:custGeom>
            <a:solidFill>
              <a:srgbClr val="FF0000"/>
            </a:solidFill>
            <a:ln w="12700">
              <a:noFill/>
            </a:ln>
          </p:spPr>
          <p:txBody>
            <a:bodyPr/>
            <a:lstStyle/>
            <a:p>
              <a:endParaRPr lang="zh-CN" altLang="en-US"/>
            </a:p>
          </p:txBody>
        </p:sp>
        <p:sp>
          <p:nvSpPr>
            <p:cNvPr id="44102" name="Freeform 69"/>
            <p:cNvSpPr/>
            <p:nvPr/>
          </p:nvSpPr>
          <p:spPr>
            <a:xfrm>
              <a:off x="1486" y="3685"/>
              <a:ext cx="599" cy="328"/>
            </a:xfrm>
            <a:custGeom>
              <a:avLst/>
              <a:gdLst/>
              <a:ahLst/>
              <a:cxnLst>
                <a:cxn ang="0">
                  <a:pos x="598" y="314"/>
                </a:cxn>
                <a:cxn ang="0">
                  <a:pos x="543" y="310"/>
                </a:cxn>
                <a:cxn ang="0">
                  <a:pos x="492" y="304"/>
                </a:cxn>
                <a:cxn ang="0">
                  <a:pos x="442" y="299"/>
                </a:cxn>
                <a:cxn ang="0">
                  <a:pos x="390" y="290"/>
                </a:cxn>
                <a:cxn ang="0">
                  <a:pos x="342" y="283"/>
                </a:cxn>
                <a:cxn ang="0">
                  <a:pos x="297" y="273"/>
                </a:cxn>
                <a:cxn ang="0">
                  <a:pos x="252" y="260"/>
                </a:cxn>
                <a:cxn ang="0">
                  <a:pos x="211" y="245"/>
                </a:cxn>
                <a:cxn ang="0">
                  <a:pos x="172" y="228"/>
                </a:cxn>
                <a:cxn ang="0">
                  <a:pos x="136" y="207"/>
                </a:cxn>
                <a:cxn ang="0">
                  <a:pos x="106" y="182"/>
                </a:cxn>
                <a:cxn ang="0">
                  <a:pos x="77" y="154"/>
                </a:cxn>
                <a:cxn ang="0">
                  <a:pos x="54" y="123"/>
                </a:cxn>
                <a:cxn ang="0">
                  <a:pos x="36" y="87"/>
                </a:cxn>
                <a:cxn ang="0">
                  <a:pos x="20" y="46"/>
                </a:cxn>
                <a:cxn ang="0">
                  <a:pos x="12" y="0"/>
                </a:cxn>
                <a:cxn ang="0">
                  <a:pos x="0" y="1"/>
                </a:cxn>
                <a:cxn ang="0">
                  <a:pos x="9" y="48"/>
                </a:cxn>
                <a:cxn ang="0">
                  <a:pos x="23" y="92"/>
                </a:cxn>
                <a:cxn ang="0">
                  <a:pos x="44" y="130"/>
                </a:cxn>
                <a:cxn ang="0">
                  <a:pos x="69" y="163"/>
                </a:cxn>
                <a:cxn ang="0">
                  <a:pos x="98" y="192"/>
                </a:cxn>
                <a:cxn ang="0">
                  <a:pos x="129" y="216"/>
                </a:cxn>
                <a:cxn ang="0">
                  <a:pos x="167" y="239"/>
                </a:cxn>
                <a:cxn ang="0">
                  <a:pos x="205" y="257"/>
                </a:cxn>
                <a:cxn ang="0">
                  <a:pos x="248" y="272"/>
                </a:cxn>
                <a:cxn ang="0">
                  <a:pos x="294" y="284"/>
                </a:cxn>
                <a:cxn ang="0">
                  <a:pos x="341" y="295"/>
                </a:cxn>
                <a:cxn ang="0">
                  <a:pos x="389" y="303"/>
                </a:cxn>
                <a:cxn ang="0">
                  <a:pos x="439" y="311"/>
                </a:cxn>
                <a:cxn ang="0">
                  <a:pos x="491" y="317"/>
                </a:cxn>
                <a:cxn ang="0">
                  <a:pos x="543" y="322"/>
                </a:cxn>
                <a:cxn ang="0">
                  <a:pos x="596" y="327"/>
                </a:cxn>
                <a:cxn ang="0">
                  <a:pos x="598" y="314"/>
                </a:cxn>
              </a:cxnLst>
              <a:rect l="0" t="0" r="0" b="0"/>
              <a:pathLst>
                <a:path w="599" h="328">
                  <a:moveTo>
                    <a:pt x="598" y="314"/>
                  </a:moveTo>
                  <a:lnTo>
                    <a:pt x="543" y="310"/>
                  </a:lnTo>
                  <a:lnTo>
                    <a:pt x="492" y="304"/>
                  </a:lnTo>
                  <a:lnTo>
                    <a:pt x="442" y="299"/>
                  </a:lnTo>
                  <a:lnTo>
                    <a:pt x="390" y="290"/>
                  </a:lnTo>
                  <a:lnTo>
                    <a:pt x="342" y="283"/>
                  </a:lnTo>
                  <a:lnTo>
                    <a:pt x="297" y="273"/>
                  </a:lnTo>
                  <a:lnTo>
                    <a:pt x="252" y="260"/>
                  </a:lnTo>
                  <a:lnTo>
                    <a:pt x="211" y="245"/>
                  </a:lnTo>
                  <a:lnTo>
                    <a:pt x="172" y="228"/>
                  </a:lnTo>
                  <a:lnTo>
                    <a:pt x="136" y="207"/>
                  </a:lnTo>
                  <a:lnTo>
                    <a:pt x="106" y="182"/>
                  </a:lnTo>
                  <a:lnTo>
                    <a:pt x="77" y="154"/>
                  </a:lnTo>
                  <a:lnTo>
                    <a:pt x="54" y="123"/>
                  </a:lnTo>
                  <a:lnTo>
                    <a:pt x="36" y="87"/>
                  </a:lnTo>
                  <a:lnTo>
                    <a:pt x="20" y="46"/>
                  </a:lnTo>
                  <a:lnTo>
                    <a:pt x="12" y="0"/>
                  </a:lnTo>
                  <a:lnTo>
                    <a:pt x="0" y="1"/>
                  </a:lnTo>
                  <a:lnTo>
                    <a:pt x="9" y="48"/>
                  </a:lnTo>
                  <a:lnTo>
                    <a:pt x="23" y="92"/>
                  </a:lnTo>
                  <a:lnTo>
                    <a:pt x="44" y="130"/>
                  </a:lnTo>
                  <a:lnTo>
                    <a:pt x="69" y="163"/>
                  </a:lnTo>
                  <a:lnTo>
                    <a:pt x="98" y="192"/>
                  </a:lnTo>
                  <a:lnTo>
                    <a:pt x="129" y="216"/>
                  </a:lnTo>
                  <a:lnTo>
                    <a:pt x="167" y="239"/>
                  </a:lnTo>
                  <a:lnTo>
                    <a:pt x="205" y="257"/>
                  </a:lnTo>
                  <a:lnTo>
                    <a:pt x="248" y="272"/>
                  </a:lnTo>
                  <a:lnTo>
                    <a:pt x="294" y="284"/>
                  </a:lnTo>
                  <a:lnTo>
                    <a:pt x="341" y="295"/>
                  </a:lnTo>
                  <a:lnTo>
                    <a:pt x="389" y="303"/>
                  </a:lnTo>
                  <a:lnTo>
                    <a:pt x="439" y="311"/>
                  </a:lnTo>
                  <a:lnTo>
                    <a:pt x="491" y="317"/>
                  </a:lnTo>
                  <a:lnTo>
                    <a:pt x="543" y="322"/>
                  </a:lnTo>
                  <a:lnTo>
                    <a:pt x="596" y="327"/>
                  </a:lnTo>
                  <a:lnTo>
                    <a:pt x="598" y="314"/>
                  </a:lnTo>
                </a:path>
              </a:pathLst>
            </a:custGeom>
            <a:solidFill>
              <a:srgbClr val="FF0000"/>
            </a:solidFill>
            <a:ln w="12700">
              <a:noFill/>
            </a:ln>
          </p:spPr>
          <p:txBody>
            <a:bodyPr/>
            <a:lstStyle/>
            <a:p>
              <a:endParaRPr lang="zh-CN" altLang="en-US"/>
            </a:p>
          </p:txBody>
        </p:sp>
        <p:sp>
          <p:nvSpPr>
            <p:cNvPr id="44103" name="Freeform 70"/>
            <p:cNvSpPr/>
            <p:nvPr/>
          </p:nvSpPr>
          <p:spPr>
            <a:xfrm>
              <a:off x="1806" y="3732"/>
              <a:ext cx="679" cy="255"/>
            </a:xfrm>
            <a:custGeom>
              <a:avLst/>
              <a:gdLst/>
              <a:ahLst/>
              <a:cxnLst>
                <a:cxn ang="0">
                  <a:pos x="0" y="0"/>
                </a:cxn>
                <a:cxn ang="0">
                  <a:pos x="0" y="45"/>
                </a:cxn>
                <a:cxn ang="0">
                  <a:pos x="8" y="84"/>
                </a:cxn>
                <a:cxn ang="0">
                  <a:pos x="25" y="120"/>
                </a:cxn>
                <a:cxn ang="0">
                  <a:pos x="46" y="151"/>
                </a:cxn>
                <a:cxn ang="0">
                  <a:pos x="77" y="178"/>
                </a:cxn>
                <a:cxn ang="0">
                  <a:pos x="111" y="200"/>
                </a:cxn>
                <a:cxn ang="0">
                  <a:pos x="151" y="218"/>
                </a:cxn>
                <a:cxn ang="0">
                  <a:pos x="197" y="231"/>
                </a:cxn>
                <a:cxn ang="0">
                  <a:pos x="246" y="242"/>
                </a:cxn>
                <a:cxn ang="0">
                  <a:pos x="300" y="249"/>
                </a:cxn>
                <a:cxn ang="0">
                  <a:pos x="356" y="254"/>
                </a:cxn>
                <a:cxn ang="0">
                  <a:pos x="417" y="254"/>
                </a:cxn>
                <a:cxn ang="0">
                  <a:pos x="479" y="252"/>
                </a:cxn>
                <a:cxn ang="0">
                  <a:pos x="544" y="248"/>
                </a:cxn>
                <a:cxn ang="0">
                  <a:pos x="610" y="240"/>
                </a:cxn>
                <a:cxn ang="0">
                  <a:pos x="678" y="231"/>
                </a:cxn>
                <a:cxn ang="0">
                  <a:pos x="675" y="219"/>
                </a:cxn>
                <a:cxn ang="0">
                  <a:pos x="608" y="228"/>
                </a:cxn>
                <a:cxn ang="0">
                  <a:pos x="542" y="236"/>
                </a:cxn>
                <a:cxn ang="0">
                  <a:pos x="479" y="240"/>
                </a:cxn>
                <a:cxn ang="0">
                  <a:pos x="417" y="241"/>
                </a:cxn>
                <a:cxn ang="0">
                  <a:pos x="358" y="241"/>
                </a:cxn>
                <a:cxn ang="0">
                  <a:pos x="301" y="237"/>
                </a:cxn>
                <a:cxn ang="0">
                  <a:pos x="249" y="230"/>
                </a:cxn>
                <a:cxn ang="0">
                  <a:pos x="201" y="220"/>
                </a:cxn>
                <a:cxn ang="0">
                  <a:pos x="156" y="207"/>
                </a:cxn>
                <a:cxn ang="0">
                  <a:pos x="117" y="189"/>
                </a:cxn>
                <a:cxn ang="0">
                  <a:pos x="84" y="168"/>
                </a:cxn>
                <a:cxn ang="0">
                  <a:pos x="56" y="142"/>
                </a:cxn>
                <a:cxn ang="0">
                  <a:pos x="34" y="113"/>
                </a:cxn>
                <a:cxn ang="0">
                  <a:pos x="20" y="80"/>
                </a:cxn>
                <a:cxn ang="0">
                  <a:pos x="12" y="43"/>
                </a:cxn>
                <a:cxn ang="0">
                  <a:pos x="12" y="1"/>
                </a:cxn>
                <a:cxn ang="0">
                  <a:pos x="12" y="0"/>
                </a:cxn>
                <a:cxn ang="0">
                  <a:pos x="0" y="0"/>
                </a:cxn>
              </a:cxnLst>
              <a:rect l="0" t="0" r="0" b="0"/>
              <a:pathLst>
                <a:path w="679" h="255">
                  <a:moveTo>
                    <a:pt x="0" y="0"/>
                  </a:moveTo>
                  <a:lnTo>
                    <a:pt x="0" y="45"/>
                  </a:lnTo>
                  <a:lnTo>
                    <a:pt x="8" y="84"/>
                  </a:lnTo>
                  <a:lnTo>
                    <a:pt x="25" y="120"/>
                  </a:lnTo>
                  <a:lnTo>
                    <a:pt x="46" y="151"/>
                  </a:lnTo>
                  <a:lnTo>
                    <a:pt x="77" y="178"/>
                  </a:lnTo>
                  <a:lnTo>
                    <a:pt x="111" y="200"/>
                  </a:lnTo>
                  <a:lnTo>
                    <a:pt x="151" y="218"/>
                  </a:lnTo>
                  <a:lnTo>
                    <a:pt x="197" y="231"/>
                  </a:lnTo>
                  <a:lnTo>
                    <a:pt x="246" y="242"/>
                  </a:lnTo>
                  <a:lnTo>
                    <a:pt x="300" y="249"/>
                  </a:lnTo>
                  <a:lnTo>
                    <a:pt x="356" y="254"/>
                  </a:lnTo>
                  <a:lnTo>
                    <a:pt x="417" y="254"/>
                  </a:lnTo>
                  <a:lnTo>
                    <a:pt x="479" y="252"/>
                  </a:lnTo>
                  <a:lnTo>
                    <a:pt x="544" y="248"/>
                  </a:lnTo>
                  <a:lnTo>
                    <a:pt x="610" y="240"/>
                  </a:lnTo>
                  <a:lnTo>
                    <a:pt x="678" y="231"/>
                  </a:lnTo>
                  <a:lnTo>
                    <a:pt x="675" y="219"/>
                  </a:lnTo>
                  <a:lnTo>
                    <a:pt x="608" y="228"/>
                  </a:lnTo>
                  <a:lnTo>
                    <a:pt x="542" y="236"/>
                  </a:lnTo>
                  <a:lnTo>
                    <a:pt x="479" y="240"/>
                  </a:lnTo>
                  <a:lnTo>
                    <a:pt x="417" y="241"/>
                  </a:lnTo>
                  <a:lnTo>
                    <a:pt x="358" y="241"/>
                  </a:lnTo>
                  <a:lnTo>
                    <a:pt x="301" y="237"/>
                  </a:lnTo>
                  <a:lnTo>
                    <a:pt x="249" y="230"/>
                  </a:lnTo>
                  <a:lnTo>
                    <a:pt x="201" y="220"/>
                  </a:lnTo>
                  <a:lnTo>
                    <a:pt x="156" y="207"/>
                  </a:lnTo>
                  <a:lnTo>
                    <a:pt x="117" y="189"/>
                  </a:lnTo>
                  <a:lnTo>
                    <a:pt x="84" y="168"/>
                  </a:lnTo>
                  <a:lnTo>
                    <a:pt x="56" y="142"/>
                  </a:lnTo>
                  <a:lnTo>
                    <a:pt x="34" y="113"/>
                  </a:lnTo>
                  <a:lnTo>
                    <a:pt x="20" y="80"/>
                  </a:lnTo>
                  <a:lnTo>
                    <a:pt x="12" y="43"/>
                  </a:lnTo>
                  <a:lnTo>
                    <a:pt x="12" y="1"/>
                  </a:lnTo>
                  <a:lnTo>
                    <a:pt x="12" y="0"/>
                  </a:lnTo>
                  <a:lnTo>
                    <a:pt x="0" y="0"/>
                  </a:lnTo>
                </a:path>
              </a:pathLst>
            </a:custGeom>
            <a:solidFill>
              <a:srgbClr val="FF0000"/>
            </a:solidFill>
            <a:ln w="12700">
              <a:noFill/>
            </a:ln>
          </p:spPr>
          <p:txBody>
            <a:bodyPr/>
            <a:lstStyle/>
            <a:p>
              <a:endParaRPr lang="zh-CN" altLang="en-US"/>
            </a:p>
          </p:txBody>
        </p:sp>
        <p:sp>
          <p:nvSpPr>
            <p:cNvPr id="44104" name="Freeform 71"/>
            <p:cNvSpPr/>
            <p:nvPr/>
          </p:nvSpPr>
          <p:spPr>
            <a:xfrm>
              <a:off x="1805" y="3276"/>
              <a:ext cx="525" cy="457"/>
            </a:xfrm>
            <a:custGeom>
              <a:avLst/>
              <a:gdLst/>
              <a:ahLst/>
              <a:cxnLst>
                <a:cxn ang="0">
                  <a:pos x="518" y="0"/>
                </a:cxn>
                <a:cxn ang="0">
                  <a:pos x="461" y="28"/>
                </a:cxn>
                <a:cxn ang="0">
                  <a:pos x="408" y="57"/>
                </a:cxn>
                <a:cxn ang="0">
                  <a:pos x="355" y="86"/>
                </a:cxn>
                <a:cxn ang="0">
                  <a:pos x="305" y="116"/>
                </a:cxn>
                <a:cxn ang="0">
                  <a:pos x="260" y="145"/>
                </a:cxn>
                <a:cxn ang="0">
                  <a:pos x="216" y="175"/>
                </a:cxn>
                <a:cxn ang="0">
                  <a:pos x="177" y="204"/>
                </a:cxn>
                <a:cxn ang="0">
                  <a:pos x="140" y="234"/>
                </a:cxn>
                <a:cxn ang="0">
                  <a:pos x="108" y="263"/>
                </a:cxn>
                <a:cxn ang="0">
                  <a:pos x="79" y="292"/>
                </a:cxn>
                <a:cxn ang="0">
                  <a:pos x="55" y="321"/>
                </a:cxn>
                <a:cxn ang="0">
                  <a:pos x="34" y="348"/>
                </a:cxn>
                <a:cxn ang="0">
                  <a:pos x="19" y="376"/>
                </a:cxn>
                <a:cxn ang="0">
                  <a:pos x="7" y="403"/>
                </a:cxn>
                <a:cxn ang="0">
                  <a:pos x="1" y="430"/>
                </a:cxn>
                <a:cxn ang="0">
                  <a:pos x="0" y="456"/>
                </a:cxn>
                <a:cxn ang="0">
                  <a:pos x="12" y="456"/>
                </a:cxn>
                <a:cxn ang="0">
                  <a:pos x="13" y="432"/>
                </a:cxn>
                <a:cxn ang="0">
                  <a:pos x="19" y="407"/>
                </a:cxn>
                <a:cxn ang="0">
                  <a:pos x="30" y="381"/>
                </a:cxn>
                <a:cxn ang="0">
                  <a:pos x="45" y="355"/>
                </a:cxn>
                <a:cxn ang="0">
                  <a:pos x="64" y="327"/>
                </a:cxn>
                <a:cxn ang="0">
                  <a:pos x="88" y="300"/>
                </a:cxn>
                <a:cxn ang="0">
                  <a:pos x="117" y="271"/>
                </a:cxn>
                <a:cxn ang="0">
                  <a:pos x="148" y="244"/>
                </a:cxn>
                <a:cxn ang="0">
                  <a:pos x="184" y="214"/>
                </a:cxn>
                <a:cxn ang="0">
                  <a:pos x="224" y="185"/>
                </a:cxn>
                <a:cxn ang="0">
                  <a:pos x="267" y="156"/>
                </a:cxn>
                <a:cxn ang="0">
                  <a:pos x="313" y="126"/>
                </a:cxn>
                <a:cxn ang="0">
                  <a:pos x="361" y="97"/>
                </a:cxn>
                <a:cxn ang="0">
                  <a:pos x="413" y="68"/>
                </a:cxn>
                <a:cxn ang="0">
                  <a:pos x="467" y="39"/>
                </a:cxn>
                <a:cxn ang="0">
                  <a:pos x="524" y="10"/>
                </a:cxn>
                <a:cxn ang="0">
                  <a:pos x="518" y="0"/>
                </a:cxn>
              </a:cxnLst>
              <a:rect l="0" t="0" r="0" b="0"/>
              <a:pathLst>
                <a:path w="525" h="457">
                  <a:moveTo>
                    <a:pt x="518" y="0"/>
                  </a:moveTo>
                  <a:lnTo>
                    <a:pt x="461" y="28"/>
                  </a:lnTo>
                  <a:lnTo>
                    <a:pt x="408" y="57"/>
                  </a:lnTo>
                  <a:lnTo>
                    <a:pt x="355" y="86"/>
                  </a:lnTo>
                  <a:lnTo>
                    <a:pt x="305" y="116"/>
                  </a:lnTo>
                  <a:lnTo>
                    <a:pt x="260" y="145"/>
                  </a:lnTo>
                  <a:lnTo>
                    <a:pt x="216" y="175"/>
                  </a:lnTo>
                  <a:lnTo>
                    <a:pt x="177" y="204"/>
                  </a:lnTo>
                  <a:lnTo>
                    <a:pt x="140" y="234"/>
                  </a:lnTo>
                  <a:lnTo>
                    <a:pt x="108" y="263"/>
                  </a:lnTo>
                  <a:lnTo>
                    <a:pt x="79" y="292"/>
                  </a:lnTo>
                  <a:lnTo>
                    <a:pt x="55" y="321"/>
                  </a:lnTo>
                  <a:lnTo>
                    <a:pt x="34" y="348"/>
                  </a:lnTo>
                  <a:lnTo>
                    <a:pt x="19" y="376"/>
                  </a:lnTo>
                  <a:lnTo>
                    <a:pt x="7" y="403"/>
                  </a:lnTo>
                  <a:lnTo>
                    <a:pt x="1" y="430"/>
                  </a:lnTo>
                  <a:lnTo>
                    <a:pt x="0" y="456"/>
                  </a:lnTo>
                  <a:lnTo>
                    <a:pt x="12" y="456"/>
                  </a:lnTo>
                  <a:lnTo>
                    <a:pt x="13" y="432"/>
                  </a:lnTo>
                  <a:lnTo>
                    <a:pt x="19" y="407"/>
                  </a:lnTo>
                  <a:lnTo>
                    <a:pt x="30" y="381"/>
                  </a:lnTo>
                  <a:lnTo>
                    <a:pt x="45" y="355"/>
                  </a:lnTo>
                  <a:lnTo>
                    <a:pt x="64" y="327"/>
                  </a:lnTo>
                  <a:lnTo>
                    <a:pt x="88" y="300"/>
                  </a:lnTo>
                  <a:lnTo>
                    <a:pt x="117" y="271"/>
                  </a:lnTo>
                  <a:lnTo>
                    <a:pt x="148" y="244"/>
                  </a:lnTo>
                  <a:lnTo>
                    <a:pt x="184" y="214"/>
                  </a:lnTo>
                  <a:lnTo>
                    <a:pt x="224" y="185"/>
                  </a:lnTo>
                  <a:lnTo>
                    <a:pt x="267" y="156"/>
                  </a:lnTo>
                  <a:lnTo>
                    <a:pt x="313" y="126"/>
                  </a:lnTo>
                  <a:lnTo>
                    <a:pt x="361" y="97"/>
                  </a:lnTo>
                  <a:lnTo>
                    <a:pt x="413" y="68"/>
                  </a:lnTo>
                  <a:lnTo>
                    <a:pt x="467" y="39"/>
                  </a:lnTo>
                  <a:lnTo>
                    <a:pt x="524" y="10"/>
                  </a:lnTo>
                  <a:lnTo>
                    <a:pt x="518" y="0"/>
                  </a:lnTo>
                </a:path>
              </a:pathLst>
            </a:custGeom>
            <a:solidFill>
              <a:srgbClr val="FF0000"/>
            </a:solidFill>
            <a:ln w="12700">
              <a:noFill/>
            </a:ln>
          </p:spPr>
          <p:txBody>
            <a:bodyPr/>
            <a:lstStyle/>
            <a:p>
              <a:endParaRPr lang="zh-CN" altLang="en-US"/>
            </a:p>
          </p:txBody>
        </p:sp>
        <p:sp>
          <p:nvSpPr>
            <p:cNvPr id="44105" name="Line 72"/>
            <p:cNvSpPr/>
            <p:nvPr/>
          </p:nvSpPr>
          <p:spPr>
            <a:xfrm>
              <a:off x="2881" y="2324"/>
              <a:ext cx="4" cy="1164"/>
            </a:xfrm>
            <a:prstGeom prst="line">
              <a:avLst/>
            </a:prstGeom>
            <a:ln w="25400" cap="flat" cmpd="sng">
              <a:solidFill>
                <a:srgbClr val="339966"/>
              </a:solidFill>
              <a:prstDash val="solid"/>
              <a:headEnd type="none" w="med" len="med"/>
              <a:tailEnd type="none" w="med" len="med"/>
            </a:ln>
          </p:spPr>
        </p:sp>
        <p:sp>
          <p:nvSpPr>
            <p:cNvPr id="44106" name="Line 73"/>
            <p:cNvSpPr/>
            <p:nvPr/>
          </p:nvSpPr>
          <p:spPr>
            <a:xfrm>
              <a:off x="1793" y="2388"/>
              <a:ext cx="1088" cy="1088"/>
            </a:xfrm>
            <a:prstGeom prst="line">
              <a:avLst/>
            </a:prstGeom>
            <a:ln w="25400" cap="flat" cmpd="sng">
              <a:solidFill>
                <a:srgbClr val="DB0000"/>
              </a:solidFill>
              <a:prstDash val="solid"/>
              <a:headEnd type="none" w="med" len="med"/>
              <a:tailEnd type="none" w="med" len="med"/>
            </a:ln>
          </p:spPr>
        </p:sp>
        <p:sp>
          <p:nvSpPr>
            <p:cNvPr id="44107" name="Line 74"/>
            <p:cNvSpPr/>
            <p:nvPr/>
          </p:nvSpPr>
          <p:spPr>
            <a:xfrm flipH="1">
              <a:off x="2866" y="2602"/>
              <a:ext cx="1074" cy="858"/>
            </a:xfrm>
            <a:prstGeom prst="line">
              <a:avLst/>
            </a:prstGeom>
            <a:ln w="25400" cap="flat" cmpd="sng">
              <a:solidFill>
                <a:srgbClr val="FF6633"/>
              </a:solidFill>
              <a:prstDash val="solid"/>
              <a:headEnd type="none" w="med" len="med"/>
              <a:tailEnd type="none" w="med" len="med"/>
            </a:ln>
          </p:spPr>
        </p:sp>
        <p:sp>
          <p:nvSpPr>
            <p:cNvPr id="44108" name="Rectangle 75"/>
            <p:cNvSpPr/>
            <p:nvPr/>
          </p:nvSpPr>
          <p:spPr>
            <a:xfrm>
              <a:off x="2880" y="2614"/>
              <a:ext cx="285" cy="166"/>
            </a:xfrm>
            <a:prstGeom prst="rect">
              <a:avLst/>
            </a:prstGeom>
            <a:noFill/>
            <a:ln w="12700">
              <a:noFill/>
            </a:ln>
          </p:spPr>
          <p:txBody>
            <a:bodyPr lIns="65088" tIns="33338" rIns="65088" bIns="33338">
              <a:spAutoFit/>
            </a:bodyPr>
            <a:lstStyle/>
            <a:p>
              <a:pPr defTabSz="393700" eaLnBrk="0" hangingPunct="0">
                <a:spcBef>
                  <a:spcPct val="50000"/>
                </a:spcBef>
              </a:pPr>
              <a:r>
                <a:rPr lang="en-US" altLang="zh-CN" sz="1700" b="1"/>
                <a:t>D1</a:t>
              </a:r>
            </a:p>
          </p:txBody>
        </p:sp>
        <p:sp>
          <p:nvSpPr>
            <p:cNvPr id="44109" name="Rectangle 76"/>
            <p:cNvSpPr/>
            <p:nvPr/>
          </p:nvSpPr>
          <p:spPr>
            <a:xfrm>
              <a:off x="3651" y="2840"/>
              <a:ext cx="285" cy="166"/>
            </a:xfrm>
            <a:prstGeom prst="rect">
              <a:avLst/>
            </a:prstGeom>
            <a:noFill/>
            <a:ln w="12700">
              <a:noFill/>
            </a:ln>
          </p:spPr>
          <p:txBody>
            <a:bodyPr lIns="65088" tIns="33338" rIns="65088" bIns="33338">
              <a:spAutoFit/>
            </a:bodyPr>
            <a:lstStyle/>
            <a:p>
              <a:pPr defTabSz="393700" eaLnBrk="0" hangingPunct="0">
                <a:spcBef>
                  <a:spcPct val="50000"/>
                </a:spcBef>
              </a:pPr>
              <a:r>
                <a:rPr lang="en-US" altLang="zh-CN" sz="1700" b="1"/>
                <a:t>D2</a:t>
              </a:r>
            </a:p>
          </p:txBody>
        </p:sp>
        <p:sp>
          <p:nvSpPr>
            <p:cNvPr id="44110" name="Rectangle 77"/>
            <p:cNvSpPr/>
            <p:nvPr/>
          </p:nvSpPr>
          <p:spPr>
            <a:xfrm>
              <a:off x="1746" y="2614"/>
              <a:ext cx="285" cy="166"/>
            </a:xfrm>
            <a:prstGeom prst="rect">
              <a:avLst/>
            </a:prstGeom>
            <a:noFill/>
            <a:ln w="12700">
              <a:noFill/>
            </a:ln>
          </p:spPr>
          <p:txBody>
            <a:bodyPr lIns="65088" tIns="33338" rIns="65088" bIns="33338">
              <a:spAutoFit/>
            </a:bodyPr>
            <a:lstStyle/>
            <a:p>
              <a:pPr defTabSz="393700" eaLnBrk="0" hangingPunct="0">
                <a:spcBef>
                  <a:spcPct val="50000"/>
                </a:spcBef>
              </a:pPr>
              <a:r>
                <a:rPr lang="en-US" altLang="zh-CN" sz="1700" b="1"/>
                <a:t>D3</a:t>
              </a:r>
            </a:p>
          </p:txBody>
        </p:sp>
        <p:grpSp>
          <p:nvGrpSpPr>
            <p:cNvPr id="44111" name="Group 78"/>
            <p:cNvGrpSpPr/>
            <p:nvPr/>
          </p:nvGrpSpPr>
          <p:grpSpPr>
            <a:xfrm>
              <a:off x="2595" y="2024"/>
              <a:ext cx="430" cy="196"/>
              <a:chOff x="2642" y="996"/>
              <a:chExt cx="430" cy="196"/>
            </a:xfrm>
          </p:grpSpPr>
          <p:sp>
            <p:nvSpPr>
              <p:cNvPr id="44112" name="Freeform 79"/>
              <p:cNvSpPr/>
              <p:nvPr/>
            </p:nvSpPr>
            <p:spPr>
              <a:xfrm>
                <a:off x="2956" y="1012"/>
                <a:ext cx="116" cy="171"/>
              </a:xfrm>
              <a:custGeom>
                <a:avLst/>
                <a:gdLst/>
                <a:ahLst/>
                <a:cxnLst>
                  <a:cxn ang="0">
                    <a:pos x="115" y="163"/>
                  </a:cxn>
                  <a:cxn ang="0">
                    <a:pos x="115" y="6"/>
                  </a:cxn>
                  <a:cxn ang="0">
                    <a:pos x="0" y="0"/>
                  </a:cxn>
                  <a:cxn ang="0">
                    <a:pos x="0" y="170"/>
                  </a:cxn>
                  <a:cxn ang="0">
                    <a:pos x="115" y="163"/>
                  </a:cxn>
                </a:cxnLst>
                <a:rect l="0" t="0" r="0" b="0"/>
                <a:pathLst>
                  <a:path w="116" h="171">
                    <a:moveTo>
                      <a:pt x="115" y="163"/>
                    </a:moveTo>
                    <a:lnTo>
                      <a:pt x="115" y="6"/>
                    </a:lnTo>
                    <a:lnTo>
                      <a:pt x="0" y="0"/>
                    </a:lnTo>
                    <a:lnTo>
                      <a:pt x="0" y="170"/>
                    </a:lnTo>
                    <a:lnTo>
                      <a:pt x="115" y="16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4113" name="Freeform 80"/>
              <p:cNvSpPr/>
              <p:nvPr/>
            </p:nvSpPr>
            <p:spPr>
              <a:xfrm>
                <a:off x="2787" y="1037"/>
                <a:ext cx="127" cy="116"/>
              </a:xfrm>
              <a:custGeom>
                <a:avLst/>
                <a:gdLst/>
                <a:ahLst/>
                <a:cxnLst>
                  <a:cxn ang="0">
                    <a:pos x="24" y="0"/>
                  </a:cxn>
                  <a:cxn ang="0">
                    <a:pos x="100" y="0"/>
                  </a:cxn>
                  <a:cxn ang="0">
                    <a:pos x="126" y="16"/>
                  </a:cxn>
                  <a:cxn ang="0">
                    <a:pos x="126" y="98"/>
                  </a:cxn>
                  <a:cxn ang="0">
                    <a:pos x="100" y="115"/>
                  </a:cxn>
                  <a:cxn ang="0">
                    <a:pos x="24" y="115"/>
                  </a:cxn>
                  <a:cxn ang="0">
                    <a:pos x="0" y="98"/>
                  </a:cxn>
                  <a:cxn ang="0">
                    <a:pos x="0" y="16"/>
                  </a:cxn>
                  <a:cxn ang="0">
                    <a:pos x="24" y="0"/>
                  </a:cxn>
                </a:cxnLst>
                <a:rect l="0" t="0" r="0" b="0"/>
                <a:pathLst>
                  <a:path w="127" h="116">
                    <a:moveTo>
                      <a:pt x="24" y="0"/>
                    </a:moveTo>
                    <a:lnTo>
                      <a:pt x="100" y="0"/>
                    </a:lnTo>
                    <a:lnTo>
                      <a:pt x="126" y="16"/>
                    </a:lnTo>
                    <a:lnTo>
                      <a:pt x="126" y="98"/>
                    </a:lnTo>
                    <a:lnTo>
                      <a:pt x="100" y="115"/>
                    </a:lnTo>
                    <a:lnTo>
                      <a:pt x="24" y="115"/>
                    </a:lnTo>
                    <a:lnTo>
                      <a:pt x="0" y="98"/>
                    </a:lnTo>
                    <a:lnTo>
                      <a:pt x="0" y="16"/>
                    </a:lnTo>
                    <a:lnTo>
                      <a:pt x="24"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114" name="Freeform 81"/>
              <p:cNvSpPr/>
              <p:nvPr/>
            </p:nvSpPr>
            <p:spPr>
              <a:xfrm>
                <a:off x="2844" y="1049"/>
                <a:ext cx="125" cy="116"/>
              </a:xfrm>
              <a:custGeom>
                <a:avLst/>
                <a:gdLst/>
                <a:ahLst/>
                <a:cxnLst>
                  <a:cxn ang="0">
                    <a:pos x="25" y="0"/>
                  </a:cxn>
                  <a:cxn ang="0">
                    <a:pos x="99" y="0"/>
                  </a:cxn>
                  <a:cxn ang="0">
                    <a:pos x="124" y="16"/>
                  </a:cxn>
                  <a:cxn ang="0">
                    <a:pos x="124" y="98"/>
                  </a:cxn>
                  <a:cxn ang="0">
                    <a:pos x="99" y="115"/>
                  </a:cxn>
                  <a:cxn ang="0">
                    <a:pos x="25" y="115"/>
                  </a:cxn>
                  <a:cxn ang="0">
                    <a:pos x="0" y="98"/>
                  </a:cxn>
                  <a:cxn ang="0">
                    <a:pos x="0" y="16"/>
                  </a:cxn>
                  <a:cxn ang="0">
                    <a:pos x="25" y="0"/>
                  </a:cxn>
                </a:cxnLst>
                <a:rect l="0" t="0" r="0" b="0"/>
                <a:pathLst>
                  <a:path w="125" h="116">
                    <a:moveTo>
                      <a:pt x="25" y="0"/>
                    </a:moveTo>
                    <a:lnTo>
                      <a:pt x="99" y="0"/>
                    </a:lnTo>
                    <a:lnTo>
                      <a:pt x="124" y="16"/>
                    </a:lnTo>
                    <a:lnTo>
                      <a:pt x="124" y="98"/>
                    </a:lnTo>
                    <a:lnTo>
                      <a:pt x="99" y="115"/>
                    </a:lnTo>
                    <a:lnTo>
                      <a:pt x="25" y="115"/>
                    </a:lnTo>
                    <a:lnTo>
                      <a:pt x="0" y="98"/>
                    </a:lnTo>
                    <a:lnTo>
                      <a:pt x="0" y="1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115" name="Freeform 82"/>
              <p:cNvSpPr/>
              <p:nvPr/>
            </p:nvSpPr>
            <p:spPr>
              <a:xfrm>
                <a:off x="2816" y="1035"/>
                <a:ext cx="127" cy="32"/>
              </a:xfrm>
              <a:custGeom>
                <a:avLst/>
                <a:gdLst/>
                <a:ahLst/>
                <a:cxnLst>
                  <a:cxn ang="0">
                    <a:pos x="72" y="0"/>
                  </a:cxn>
                  <a:cxn ang="0">
                    <a:pos x="126" y="31"/>
                  </a:cxn>
                  <a:cxn ang="0">
                    <a:pos x="53" y="31"/>
                  </a:cxn>
                  <a:cxn ang="0">
                    <a:pos x="0" y="0"/>
                  </a:cxn>
                  <a:cxn ang="0">
                    <a:pos x="72" y="0"/>
                  </a:cxn>
                </a:cxnLst>
                <a:rect l="0" t="0" r="0" b="0"/>
                <a:pathLst>
                  <a:path w="127" h="32">
                    <a:moveTo>
                      <a:pt x="72" y="0"/>
                    </a:moveTo>
                    <a:lnTo>
                      <a:pt x="126" y="31"/>
                    </a:lnTo>
                    <a:lnTo>
                      <a:pt x="53" y="31"/>
                    </a:lnTo>
                    <a:lnTo>
                      <a:pt x="0" y="0"/>
                    </a:lnTo>
                    <a:lnTo>
                      <a:pt x="72"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4116" name="Freeform 83"/>
              <p:cNvSpPr/>
              <p:nvPr/>
            </p:nvSpPr>
            <p:spPr>
              <a:xfrm>
                <a:off x="2790" y="1136"/>
                <a:ext cx="78" cy="33"/>
              </a:xfrm>
              <a:custGeom>
                <a:avLst/>
                <a:gdLst/>
                <a:ahLst/>
                <a:cxnLst>
                  <a:cxn ang="0">
                    <a:pos x="0" y="0"/>
                  </a:cxn>
                  <a:cxn ang="0">
                    <a:pos x="52" y="11"/>
                  </a:cxn>
                  <a:cxn ang="0">
                    <a:pos x="77" y="32"/>
                  </a:cxn>
                  <a:cxn ang="0">
                    <a:pos x="23" y="20"/>
                  </a:cxn>
                  <a:cxn ang="0">
                    <a:pos x="0" y="0"/>
                  </a:cxn>
                </a:cxnLst>
                <a:rect l="0" t="0" r="0" b="0"/>
                <a:pathLst>
                  <a:path w="78" h="33">
                    <a:moveTo>
                      <a:pt x="0" y="0"/>
                    </a:moveTo>
                    <a:lnTo>
                      <a:pt x="52" y="11"/>
                    </a:lnTo>
                    <a:lnTo>
                      <a:pt x="77" y="32"/>
                    </a:lnTo>
                    <a:lnTo>
                      <a:pt x="23"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4117" name="Line 84"/>
              <p:cNvSpPr/>
              <p:nvPr/>
            </p:nvSpPr>
            <p:spPr>
              <a:xfrm>
                <a:off x="2796" y="1061"/>
                <a:ext cx="42" cy="0"/>
              </a:xfrm>
              <a:prstGeom prst="line">
                <a:avLst/>
              </a:prstGeom>
              <a:ln w="12700" cap="flat" cmpd="sng">
                <a:solidFill>
                  <a:schemeClr val="tx1"/>
                </a:solidFill>
                <a:prstDash val="solid"/>
                <a:headEnd type="none" w="med" len="med"/>
                <a:tailEnd type="none" w="med" len="med"/>
              </a:ln>
            </p:spPr>
          </p:sp>
          <p:sp>
            <p:nvSpPr>
              <p:cNvPr id="44118" name="Oval 85"/>
              <p:cNvSpPr/>
              <p:nvPr/>
            </p:nvSpPr>
            <p:spPr>
              <a:xfrm>
                <a:off x="2865" y="1066"/>
                <a:ext cx="27" cy="23"/>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44119" name="Line 86"/>
              <p:cNvSpPr/>
              <p:nvPr/>
            </p:nvSpPr>
            <p:spPr>
              <a:xfrm flipV="1">
                <a:off x="2876" y="1055"/>
                <a:ext cx="8" cy="10"/>
              </a:xfrm>
              <a:prstGeom prst="line">
                <a:avLst/>
              </a:prstGeom>
              <a:ln w="12700" cap="flat" cmpd="sng">
                <a:solidFill>
                  <a:schemeClr val="tx1"/>
                </a:solidFill>
                <a:prstDash val="solid"/>
                <a:headEnd type="none" w="med" len="med"/>
                <a:tailEnd type="none" w="med" len="med"/>
              </a:ln>
            </p:spPr>
          </p:sp>
          <p:sp>
            <p:nvSpPr>
              <p:cNvPr id="44120" name="Line 87"/>
              <p:cNvSpPr/>
              <p:nvPr/>
            </p:nvSpPr>
            <p:spPr>
              <a:xfrm>
                <a:off x="2875" y="1075"/>
                <a:ext cx="3" cy="0"/>
              </a:xfrm>
              <a:prstGeom prst="line">
                <a:avLst/>
              </a:prstGeom>
              <a:ln w="12700" cap="flat" cmpd="sng">
                <a:solidFill>
                  <a:schemeClr val="tx1"/>
                </a:solidFill>
                <a:prstDash val="solid"/>
                <a:headEnd type="none" w="med" len="med"/>
                <a:tailEnd type="none" w="med" len="med"/>
              </a:ln>
            </p:spPr>
          </p:sp>
          <p:sp>
            <p:nvSpPr>
              <p:cNvPr id="44121" name="Oval 88"/>
              <p:cNvSpPr/>
              <p:nvPr/>
            </p:nvSpPr>
            <p:spPr>
              <a:xfrm>
                <a:off x="2853" y="1083"/>
                <a:ext cx="108" cy="7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44122" name="Line 89"/>
              <p:cNvSpPr/>
              <p:nvPr/>
            </p:nvSpPr>
            <p:spPr>
              <a:xfrm>
                <a:off x="2942" y="1066"/>
                <a:ext cx="46" cy="1"/>
              </a:xfrm>
              <a:prstGeom prst="line">
                <a:avLst/>
              </a:prstGeom>
              <a:ln w="12700" cap="flat" cmpd="sng">
                <a:solidFill>
                  <a:schemeClr val="tx1"/>
                </a:solidFill>
                <a:prstDash val="solid"/>
                <a:headEnd type="none" w="med" len="med"/>
                <a:tailEnd type="none" w="med" len="med"/>
              </a:ln>
            </p:spPr>
          </p:sp>
          <p:sp>
            <p:nvSpPr>
              <p:cNvPr id="44123" name="Freeform 90"/>
              <p:cNvSpPr/>
              <p:nvPr/>
            </p:nvSpPr>
            <p:spPr>
              <a:xfrm>
                <a:off x="2870" y="1062"/>
                <a:ext cx="35" cy="32"/>
              </a:xfrm>
              <a:custGeom>
                <a:avLst/>
                <a:gdLst/>
                <a:ahLst/>
                <a:cxnLst>
                  <a:cxn ang="0">
                    <a:pos x="0" y="0"/>
                  </a:cxn>
                  <a:cxn ang="0">
                    <a:pos x="21" y="0"/>
                  </a:cxn>
                  <a:cxn ang="0">
                    <a:pos x="34" y="13"/>
                  </a:cxn>
                  <a:cxn ang="0">
                    <a:pos x="24" y="31"/>
                  </a:cxn>
                  <a:cxn ang="0">
                    <a:pos x="0" y="0"/>
                  </a:cxn>
                </a:cxnLst>
                <a:rect l="0" t="0" r="0" b="0"/>
                <a:pathLst>
                  <a:path w="35" h="32">
                    <a:moveTo>
                      <a:pt x="0" y="0"/>
                    </a:moveTo>
                    <a:lnTo>
                      <a:pt x="21" y="0"/>
                    </a:lnTo>
                    <a:lnTo>
                      <a:pt x="34" y="13"/>
                    </a:lnTo>
                    <a:lnTo>
                      <a:pt x="24"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124" name="Freeform 91"/>
              <p:cNvSpPr/>
              <p:nvPr/>
            </p:nvSpPr>
            <p:spPr>
              <a:xfrm>
                <a:off x="2867" y="1065"/>
                <a:ext cx="32" cy="30"/>
              </a:xfrm>
              <a:custGeom>
                <a:avLst/>
                <a:gdLst/>
                <a:ahLst/>
                <a:cxnLst>
                  <a:cxn ang="0">
                    <a:pos x="31" y="0"/>
                  </a:cxn>
                  <a:cxn ang="0">
                    <a:pos x="31" y="24"/>
                  </a:cxn>
                  <a:cxn ang="0">
                    <a:pos x="14" y="29"/>
                  </a:cxn>
                  <a:cxn ang="0">
                    <a:pos x="0" y="8"/>
                  </a:cxn>
                  <a:cxn ang="0">
                    <a:pos x="22" y="4"/>
                  </a:cxn>
                  <a:cxn ang="0">
                    <a:pos x="31" y="0"/>
                  </a:cxn>
                </a:cxnLst>
                <a:rect l="0" t="0" r="0" b="0"/>
                <a:pathLst>
                  <a:path w="32" h="30">
                    <a:moveTo>
                      <a:pt x="31" y="0"/>
                    </a:moveTo>
                    <a:lnTo>
                      <a:pt x="31" y="24"/>
                    </a:lnTo>
                    <a:lnTo>
                      <a:pt x="14" y="29"/>
                    </a:lnTo>
                    <a:lnTo>
                      <a:pt x="0" y="8"/>
                    </a:lnTo>
                    <a:lnTo>
                      <a:pt x="22" y="4"/>
                    </a:lnTo>
                    <a:lnTo>
                      <a:pt x="3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125" name="Rectangle 92"/>
              <p:cNvSpPr/>
              <p:nvPr/>
            </p:nvSpPr>
            <p:spPr>
              <a:xfrm>
                <a:off x="2784" y="1098"/>
                <a:ext cx="27" cy="2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44126" name="Freeform 93"/>
              <p:cNvSpPr/>
              <p:nvPr/>
            </p:nvSpPr>
            <p:spPr>
              <a:xfrm>
                <a:off x="2642" y="996"/>
                <a:ext cx="139" cy="196"/>
              </a:xfrm>
              <a:custGeom>
                <a:avLst/>
                <a:gdLst/>
                <a:ahLst/>
                <a:cxnLst>
                  <a:cxn ang="0">
                    <a:pos x="0" y="0"/>
                  </a:cxn>
                  <a:cxn ang="0">
                    <a:pos x="0" y="195"/>
                  </a:cxn>
                  <a:cxn ang="0">
                    <a:pos x="138" y="188"/>
                  </a:cxn>
                  <a:cxn ang="0">
                    <a:pos x="138" y="6"/>
                  </a:cxn>
                  <a:cxn ang="0">
                    <a:pos x="0" y="0"/>
                  </a:cxn>
                </a:cxnLst>
                <a:rect l="0" t="0" r="0" b="0"/>
                <a:pathLst>
                  <a:path w="139" h="196">
                    <a:moveTo>
                      <a:pt x="0" y="0"/>
                    </a:moveTo>
                    <a:lnTo>
                      <a:pt x="0" y="195"/>
                    </a:lnTo>
                    <a:lnTo>
                      <a:pt x="138" y="188"/>
                    </a:lnTo>
                    <a:lnTo>
                      <a:pt x="138" y="6"/>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4127" name="Line 94"/>
              <p:cNvSpPr/>
              <p:nvPr/>
            </p:nvSpPr>
            <p:spPr>
              <a:xfrm>
                <a:off x="2878" y="1146"/>
                <a:ext cx="9" cy="3"/>
              </a:xfrm>
              <a:prstGeom prst="line">
                <a:avLst/>
              </a:prstGeom>
              <a:ln w="12700" cap="flat" cmpd="sng">
                <a:solidFill>
                  <a:schemeClr val="tx1"/>
                </a:solidFill>
                <a:prstDash val="solid"/>
                <a:headEnd type="none" w="med" len="med"/>
                <a:tailEnd type="none" w="med" len="med"/>
              </a:ln>
            </p:spPr>
          </p:sp>
          <p:sp>
            <p:nvSpPr>
              <p:cNvPr id="44128" name="Line 95"/>
              <p:cNvSpPr/>
              <p:nvPr/>
            </p:nvSpPr>
            <p:spPr>
              <a:xfrm>
                <a:off x="2878" y="1140"/>
                <a:ext cx="9" cy="6"/>
              </a:xfrm>
              <a:prstGeom prst="line">
                <a:avLst/>
              </a:prstGeom>
              <a:ln w="12700" cap="flat" cmpd="sng">
                <a:solidFill>
                  <a:schemeClr val="tx1"/>
                </a:solidFill>
                <a:prstDash val="solid"/>
                <a:headEnd type="none" w="med" len="med"/>
                <a:tailEnd type="none" w="med" len="med"/>
              </a:ln>
            </p:spPr>
          </p:sp>
          <p:sp>
            <p:nvSpPr>
              <p:cNvPr id="44129" name="Freeform 96"/>
              <p:cNvSpPr/>
              <p:nvPr/>
            </p:nvSpPr>
            <p:spPr>
              <a:xfrm>
                <a:off x="2870" y="1138"/>
                <a:ext cx="35" cy="32"/>
              </a:xfrm>
              <a:custGeom>
                <a:avLst/>
                <a:gdLst/>
                <a:ahLst/>
                <a:cxnLst>
                  <a:cxn ang="0">
                    <a:pos x="25" y="31"/>
                  </a:cxn>
                  <a:cxn ang="0">
                    <a:pos x="34" y="31"/>
                  </a:cxn>
                  <a:cxn ang="0">
                    <a:pos x="34" y="26"/>
                  </a:cxn>
                  <a:cxn ang="0">
                    <a:pos x="34" y="4"/>
                  </a:cxn>
                  <a:cxn ang="0">
                    <a:pos x="34" y="0"/>
                  </a:cxn>
                  <a:cxn ang="0">
                    <a:pos x="25" y="0"/>
                  </a:cxn>
                  <a:cxn ang="0">
                    <a:pos x="17" y="4"/>
                  </a:cxn>
                  <a:cxn ang="0">
                    <a:pos x="8" y="8"/>
                  </a:cxn>
                  <a:cxn ang="0">
                    <a:pos x="0" y="13"/>
                  </a:cxn>
                  <a:cxn ang="0">
                    <a:pos x="0" y="17"/>
                  </a:cxn>
                  <a:cxn ang="0">
                    <a:pos x="8" y="17"/>
                  </a:cxn>
                  <a:cxn ang="0">
                    <a:pos x="8" y="26"/>
                  </a:cxn>
                  <a:cxn ang="0">
                    <a:pos x="17" y="31"/>
                  </a:cxn>
                  <a:cxn ang="0">
                    <a:pos x="25" y="31"/>
                  </a:cxn>
                </a:cxnLst>
                <a:rect l="0" t="0" r="0" b="0"/>
                <a:pathLst>
                  <a:path w="35" h="32">
                    <a:moveTo>
                      <a:pt x="25" y="31"/>
                    </a:moveTo>
                    <a:lnTo>
                      <a:pt x="34" y="31"/>
                    </a:lnTo>
                    <a:lnTo>
                      <a:pt x="34" y="26"/>
                    </a:lnTo>
                    <a:lnTo>
                      <a:pt x="34" y="4"/>
                    </a:lnTo>
                    <a:lnTo>
                      <a:pt x="34" y="0"/>
                    </a:lnTo>
                    <a:lnTo>
                      <a:pt x="25" y="0"/>
                    </a:lnTo>
                    <a:lnTo>
                      <a:pt x="17" y="4"/>
                    </a:lnTo>
                    <a:lnTo>
                      <a:pt x="8" y="8"/>
                    </a:lnTo>
                    <a:lnTo>
                      <a:pt x="0" y="13"/>
                    </a:lnTo>
                    <a:lnTo>
                      <a:pt x="0" y="17"/>
                    </a:lnTo>
                    <a:lnTo>
                      <a:pt x="8" y="17"/>
                    </a:lnTo>
                    <a:lnTo>
                      <a:pt x="8"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30" name="Freeform 97"/>
              <p:cNvSpPr/>
              <p:nvPr/>
            </p:nvSpPr>
            <p:spPr>
              <a:xfrm>
                <a:off x="2871" y="1138"/>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31" name="Freeform 98"/>
              <p:cNvSpPr/>
              <p:nvPr/>
            </p:nvSpPr>
            <p:spPr>
              <a:xfrm>
                <a:off x="2889" y="1146"/>
                <a:ext cx="35" cy="29"/>
              </a:xfrm>
              <a:custGeom>
                <a:avLst/>
                <a:gdLst/>
                <a:ahLst/>
                <a:cxnLst>
                  <a:cxn ang="0">
                    <a:pos x="0" y="12"/>
                  </a:cxn>
                  <a:cxn ang="0">
                    <a:pos x="0" y="16"/>
                  </a:cxn>
                  <a:cxn ang="0">
                    <a:pos x="4" y="16"/>
                  </a:cxn>
                  <a:cxn ang="0">
                    <a:pos x="4" y="20"/>
                  </a:cxn>
                  <a:cxn ang="0">
                    <a:pos x="9" y="24"/>
                  </a:cxn>
                  <a:cxn ang="0">
                    <a:pos x="14" y="28"/>
                  </a:cxn>
                  <a:cxn ang="0">
                    <a:pos x="19" y="28"/>
                  </a:cxn>
                  <a:cxn ang="0">
                    <a:pos x="24" y="24"/>
                  </a:cxn>
                  <a:cxn ang="0">
                    <a:pos x="29" y="20"/>
                  </a:cxn>
                  <a:cxn ang="0">
                    <a:pos x="29" y="16"/>
                  </a:cxn>
                  <a:cxn ang="0">
                    <a:pos x="34" y="16"/>
                  </a:cxn>
                  <a:cxn ang="0">
                    <a:pos x="34" y="12"/>
                  </a:cxn>
                  <a:cxn ang="0">
                    <a:pos x="29" y="8"/>
                  </a:cxn>
                  <a:cxn ang="0">
                    <a:pos x="24" y="4"/>
                  </a:cxn>
                  <a:cxn ang="0">
                    <a:pos x="19" y="0"/>
                  </a:cxn>
                  <a:cxn ang="0">
                    <a:pos x="14" y="0"/>
                  </a:cxn>
                  <a:cxn ang="0">
                    <a:pos x="9" y="4"/>
                  </a:cxn>
                  <a:cxn ang="0">
                    <a:pos x="4" y="8"/>
                  </a:cxn>
                  <a:cxn ang="0">
                    <a:pos x="0" y="12"/>
                  </a:cxn>
                </a:cxnLst>
                <a:rect l="0" t="0" r="0" b="0"/>
                <a:pathLst>
                  <a:path w="35" h="29">
                    <a:moveTo>
                      <a:pt x="0" y="12"/>
                    </a:moveTo>
                    <a:lnTo>
                      <a:pt x="0" y="16"/>
                    </a:lnTo>
                    <a:lnTo>
                      <a:pt x="4" y="16"/>
                    </a:lnTo>
                    <a:lnTo>
                      <a:pt x="4" y="20"/>
                    </a:lnTo>
                    <a:lnTo>
                      <a:pt x="9" y="24"/>
                    </a:lnTo>
                    <a:lnTo>
                      <a:pt x="14" y="28"/>
                    </a:lnTo>
                    <a:lnTo>
                      <a:pt x="19" y="28"/>
                    </a:lnTo>
                    <a:lnTo>
                      <a:pt x="24" y="24"/>
                    </a:lnTo>
                    <a:lnTo>
                      <a:pt x="29" y="20"/>
                    </a:lnTo>
                    <a:lnTo>
                      <a:pt x="29" y="16"/>
                    </a:lnTo>
                    <a:lnTo>
                      <a:pt x="34" y="16"/>
                    </a:lnTo>
                    <a:lnTo>
                      <a:pt x="34" y="12"/>
                    </a:lnTo>
                    <a:lnTo>
                      <a:pt x="29" y="8"/>
                    </a:lnTo>
                    <a:lnTo>
                      <a:pt x="24" y="4"/>
                    </a:lnTo>
                    <a:lnTo>
                      <a:pt x="19" y="0"/>
                    </a:lnTo>
                    <a:lnTo>
                      <a:pt x="14" y="0"/>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32" name="Line 99"/>
              <p:cNvSpPr/>
              <p:nvPr/>
            </p:nvSpPr>
            <p:spPr>
              <a:xfrm>
                <a:off x="2867" y="1121"/>
                <a:ext cx="6" cy="6"/>
              </a:xfrm>
              <a:prstGeom prst="line">
                <a:avLst/>
              </a:prstGeom>
              <a:ln w="12700" cap="flat" cmpd="sng">
                <a:solidFill>
                  <a:schemeClr val="tx1"/>
                </a:solidFill>
                <a:prstDash val="solid"/>
                <a:headEnd type="none" w="med" len="med"/>
                <a:tailEnd type="none" w="med" len="med"/>
              </a:ln>
            </p:spPr>
          </p:sp>
          <p:sp>
            <p:nvSpPr>
              <p:cNvPr id="44133" name="Line 100"/>
              <p:cNvSpPr/>
              <p:nvPr/>
            </p:nvSpPr>
            <p:spPr>
              <a:xfrm>
                <a:off x="2863" y="1120"/>
                <a:ext cx="13" cy="4"/>
              </a:xfrm>
              <a:prstGeom prst="line">
                <a:avLst/>
              </a:prstGeom>
              <a:ln w="12700" cap="flat" cmpd="sng">
                <a:solidFill>
                  <a:schemeClr val="tx1"/>
                </a:solidFill>
                <a:prstDash val="solid"/>
                <a:headEnd type="none" w="med" len="med"/>
                <a:tailEnd type="none" w="med" len="med"/>
              </a:ln>
            </p:spPr>
          </p:sp>
          <p:sp>
            <p:nvSpPr>
              <p:cNvPr id="44134" name="Freeform 101"/>
              <p:cNvSpPr/>
              <p:nvPr/>
            </p:nvSpPr>
            <p:spPr>
              <a:xfrm>
                <a:off x="2858" y="1118"/>
                <a:ext cx="34" cy="32"/>
              </a:xfrm>
              <a:custGeom>
                <a:avLst/>
                <a:gdLst/>
                <a:ahLst/>
                <a:cxnLst>
                  <a:cxn ang="0">
                    <a:pos x="24" y="31"/>
                  </a:cxn>
                  <a:cxn ang="0">
                    <a:pos x="33" y="31"/>
                  </a:cxn>
                  <a:cxn ang="0">
                    <a:pos x="33" y="26"/>
                  </a:cxn>
                  <a:cxn ang="0">
                    <a:pos x="33" y="4"/>
                  </a:cxn>
                  <a:cxn ang="0">
                    <a:pos x="33" y="0"/>
                  </a:cxn>
                  <a:cxn ang="0">
                    <a:pos x="24" y="0"/>
                  </a:cxn>
                  <a:cxn ang="0">
                    <a:pos x="16" y="0"/>
                  </a:cxn>
                  <a:cxn ang="0">
                    <a:pos x="8" y="4"/>
                  </a:cxn>
                  <a:cxn ang="0">
                    <a:pos x="8" y="8"/>
                  </a:cxn>
                  <a:cxn ang="0">
                    <a:pos x="0" y="8"/>
                  </a:cxn>
                  <a:cxn ang="0">
                    <a:pos x="0" y="13"/>
                  </a:cxn>
                  <a:cxn ang="0">
                    <a:pos x="8"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0"/>
                    </a:lnTo>
                    <a:lnTo>
                      <a:pt x="8" y="4"/>
                    </a:lnTo>
                    <a:lnTo>
                      <a:pt x="8" y="8"/>
                    </a:lnTo>
                    <a:lnTo>
                      <a:pt x="0" y="8"/>
                    </a:lnTo>
                    <a:lnTo>
                      <a:pt x="0" y="13"/>
                    </a:lnTo>
                    <a:lnTo>
                      <a:pt x="8"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35" name="Freeform 102"/>
              <p:cNvSpPr/>
              <p:nvPr/>
            </p:nvSpPr>
            <p:spPr>
              <a:xfrm>
                <a:off x="2861" y="1118"/>
                <a:ext cx="35" cy="32"/>
              </a:xfrm>
              <a:custGeom>
                <a:avLst/>
                <a:gdLst/>
                <a:ahLst/>
                <a:cxnLst>
                  <a:cxn ang="0">
                    <a:pos x="2" y="0"/>
                  </a:cxn>
                  <a:cxn ang="0">
                    <a:pos x="34" y="16"/>
                  </a:cxn>
                  <a:cxn ang="0">
                    <a:pos x="32" y="31"/>
                  </a:cxn>
                  <a:cxn ang="0">
                    <a:pos x="0" y="14"/>
                  </a:cxn>
                  <a:cxn ang="0">
                    <a:pos x="2" y="0"/>
                  </a:cxn>
                </a:cxnLst>
                <a:rect l="0" t="0" r="0" b="0"/>
                <a:pathLst>
                  <a:path w="35" h="32">
                    <a:moveTo>
                      <a:pt x="2" y="0"/>
                    </a:moveTo>
                    <a:lnTo>
                      <a:pt x="34" y="16"/>
                    </a:lnTo>
                    <a:lnTo>
                      <a:pt x="32" y="31"/>
                    </a:lnTo>
                    <a:lnTo>
                      <a:pt x="0" y="14"/>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36" name="Freeform 103"/>
              <p:cNvSpPr/>
              <p:nvPr/>
            </p:nvSpPr>
            <p:spPr>
              <a:xfrm>
                <a:off x="2876" y="1121"/>
                <a:ext cx="33" cy="30"/>
              </a:xfrm>
              <a:custGeom>
                <a:avLst/>
                <a:gdLst/>
                <a:ahLst/>
                <a:cxnLst>
                  <a:cxn ang="0">
                    <a:pos x="0" y="9"/>
                  </a:cxn>
                  <a:cxn ang="0">
                    <a:pos x="0" y="14"/>
                  </a:cxn>
                  <a:cxn ang="0">
                    <a:pos x="4" y="14"/>
                  </a:cxn>
                  <a:cxn ang="0">
                    <a:pos x="4" y="24"/>
                  </a:cxn>
                  <a:cxn ang="0">
                    <a:pos x="9" y="29"/>
                  </a:cxn>
                  <a:cxn ang="0">
                    <a:pos x="13" y="29"/>
                  </a:cxn>
                  <a:cxn ang="0">
                    <a:pos x="18" y="29"/>
                  </a:cxn>
                  <a:cxn ang="0">
                    <a:pos x="22" y="29"/>
                  </a:cxn>
                  <a:cxn ang="0">
                    <a:pos x="27" y="24"/>
                  </a:cxn>
                  <a:cxn ang="0">
                    <a:pos x="27" y="14"/>
                  </a:cxn>
                  <a:cxn ang="0">
                    <a:pos x="32" y="14"/>
                  </a:cxn>
                  <a:cxn ang="0">
                    <a:pos x="32" y="9"/>
                  </a:cxn>
                  <a:cxn ang="0">
                    <a:pos x="27" y="4"/>
                  </a:cxn>
                  <a:cxn ang="0">
                    <a:pos x="27" y="0"/>
                  </a:cxn>
                  <a:cxn ang="0">
                    <a:pos x="22" y="0"/>
                  </a:cxn>
                  <a:cxn ang="0">
                    <a:pos x="18" y="0"/>
                  </a:cxn>
                  <a:cxn ang="0">
                    <a:pos x="9" y="0"/>
                  </a:cxn>
                  <a:cxn ang="0">
                    <a:pos x="4" y="0"/>
                  </a:cxn>
                  <a:cxn ang="0">
                    <a:pos x="4" y="4"/>
                  </a:cxn>
                  <a:cxn ang="0">
                    <a:pos x="0" y="9"/>
                  </a:cxn>
                </a:cxnLst>
                <a:rect l="0" t="0" r="0" b="0"/>
                <a:pathLst>
                  <a:path w="33" h="30">
                    <a:moveTo>
                      <a:pt x="0" y="9"/>
                    </a:moveTo>
                    <a:lnTo>
                      <a:pt x="0" y="14"/>
                    </a:lnTo>
                    <a:lnTo>
                      <a:pt x="4" y="14"/>
                    </a:lnTo>
                    <a:lnTo>
                      <a:pt x="4" y="24"/>
                    </a:lnTo>
                    <a:lnTo>
                      <a:pt x="9" y="29"/>
                    </a:lnTo>
                    <a:lnTo>
                      <a:pt x="13" y="29"/>
                    </a:lnTo>
                    <a:lnTo>
                      <a:pt x="18" y="29"/>
                    </a:lnTo>
                    <a:lnTo>
                      <a:pt x="22" y="29"/>
                    </a:lnTo>
                    <a:lnTo>
                      <a:pt x="27" y="24"/>
                    </a:lnTo>
                    <a:lnTo>
                      <a:pt x="27" y="14"/>
                    </a:lnTo>
                    <a:lnTo>
                      <a:pt x="32" y="14"/>
                    </a:lnTo>
                    <a:lnTo>
                      <a:pt x="32" y="9"/>
                    </a:lnTo>
                    <a:lnTo>
                      <a:pt x="27" y="4"/>
                    </a:lnTo>
                    <a:lnTo>
                      <a:pt x="27" y="0"/>
                    </a:lnTo>
                    <a:lnTo>
                      <a:pt x="22" y="0"/>
                    </a:lnTo>
                    <a:lnTo>
                      <a:pt x="18" y="0"/>
                    </a:lnTo>
                    <a:lnTo>
                      <a:pt x="9" y="0"/>
                    </a:lnTo>
                    <a:lnTo>
                      <a:pt x="4" y="0"/>
                    </a:lnTo>
                    <a:lnTo>
                      <a:pt x="4" y="4"/>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37" name="Line 104"/>
              <p:cNvSpPr/>
              <p:nvPr/>
            </p:nvSpPr>
            <p:spPr>
              <a:xfrm>
                <a:off x="2875" y="1100"/>
                <a:ext cx="10" cy="1"/>
              </a:xfrm>
              <a:prstGeom prst="line">
                <a:avLst/>
              </a:prstGeom>
              <a:ln w="12700" cap="flat" cmpd="sng">
                <a:solidFill>
                  <a:schemeClr val="tx1"/>
                </a:solidFill>
                <a:prstDash val="solid"/>
                <a:headEnd type="none" w="med" len="med"/>
                <a:tailEnd type="none" w="med" len="med"/>
              </a:ln>
            </p:spPr>
          </p:sp>
          <p:sp>
            <p:nvSpPr>
              <p:cNvPr id="44138" name="Line 105"/>
              <p:cNvSpPr/>
              <p:nvPr/>
            </p:nvSpPr>
            <p:spPr>
              <a:xfrm>
                <a:off x="2878" y="1099"/>
                <a:ext cx="9" cy="2"/>
              </a:xfrm>
              <a:prstGeom prst="line">
                <a:avLst/>
              </a:prstGeom>
              <a:ln w="12700" cap="flat" cmpd="sng">
                <a:solidFill>
                  <a:schemeClr val="tx1"/>
                </a:solidFill>
                <a:prstDash val="solid"/>
                <a:headEnd type="none" w="med" len="med"/>
                <a:tailEnd type="none" w="med" len="med"/>
              </a:ln>
            </p:spPr>
          </p:sp>
          <p:sp>
            <p:nvSpPr>
              <p:cNvPr id="44139" name="Freeform 106"/>
              <p:cNvSpPr/>
              <p:nvPr/>
            </p:nvSpPr>
            <p:spPr>
              <a:xfrm>
                <a:off x="2870" y="1096"/>
                <a:ext cx="35" cy="32"/>
              </a:xfrm>
              <a:custGeom>
                <a:avLst/>
                <a:gdLst/>
                <a:ahLst/>
                <a:cxnLst>
                  <a:cxn ang="0">
                    <a:pos x="25" y="31"/>
                  </a:cxn>
                  <a:cxn ang="0">
                    <a:pos x="25" y="26"/>
                  </a:cxn>
                  <a:cxn ang="0">
                    <a:pos x="34" y="26"/>
                  </a:cxn>
                  <a:cxn ang="0">
                    <a:pos x="34" y="4"/>
                  </a:cxn>
                  <a:cxn ang="0">
                    <a:pos x="25" y="4"/>
                  </a:cxn>
                  <a:cxn ang="0">
                    <a:pos x="25" y="0"/>
                  </a:cxn>
                  <a:cxn ang="0">
                    <a:pos x="17" y="0"/>
                  </a:cxn>
                  <a:cxn ang="0">
                    <a:pos x="17" y="4"/>
                  </a:cxn>
                  <a:cxn ang="0">
                    <a:pos x="8" y="4"/>
                  </a:cxn>
                  <a:cxn ang="0">
                    <a:pos x="0" y="8"/>
                  </a:cxn>
                  <a:cxn ang="0">
                    <a:pos x="0" y="13"/>
                  </a:cxn>
                  <a:cxn ang="0">
                    <a:pos x="0" y="17"/>
                  </a:cxn>
                  <a:cxn ang="0">
                    <a:pos x="0" y="22"/>
                  </a:cxn>
                  <a:cxn ang="0">
                    <a:pos x="8" y="26"/>
                  </a:cxn>
                  <a:cxn ang="0">
                    <a:pos x="17" y="26"/>
                  </a:cxn>
                  <a:cxn ang="0">
                    <a:pos x="17" y="31"/>
                  </a:cxn>
                  <a:cxn ang="0">
                    <a:pos x="25" y="31"/>
                  </a:cxn>
                </a:cxnLst>
                <a:rect l="0" t="0" r="0" b="0"/>
                <a:pathLst>
                  <a:path w="35" h="32">
                    <a:moveTo>
                      <a:pt x="25" y="31"/>
                    </a:moveTo>
                    <a:lnTo>
                      <a:pt x="25" y="26"/>
                    </a:lnTo>
                    <a:lnTo>
                      <a:pt x="34" y="26"/>
                    </a:lnTo>
                    <a:lnTo>
                      <a:pt x="34" y="4"/>
                    </a:lnTo>
                    <a:lnTo>
                      <a:pt x="25" y="4"/>
                    </a:lnTo>
                    <a:lnTo>
                      <a:pt x="25" y="0"/>
                    </a:lnTo>
                    <a:lnTo>
                      <a:pt x="17" y="0"/>
                    </a:lnTo>
                    <a:lnTo>
                      <a:pt x="17" y="4"/>
                    </a:lnTo>
                    <a:lnTo>
                      <a:pt x="8" y="4"/>
                    </a:lnTo>
                    <a:lnTo>
                      <a:pt x="0" y="8"/>
                    </a:lnTo>
                    <a:lnTo>
                      <a:pt x="0" y="13"/>
                    </a:lnTo>
                    <a:lnTo>
                      <a:pt x="0" y="17"/>
                    </a:lnTo>
                    <a:lnTo>
                      <a:pt x="0" y="22"/>
                    </a:lnTo>
                    <a:lnTo>
                      <a:pt x="8" y="26"/>
                    </a:lnTo>
                    <a:lnTo>
                      <a:pt x="17"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40" name="Freeform 107"/>
              <p:cNvSpPr/>
              <p:nvPr/>
            </p:nvSpPr>
            <p:spPr>
              <a:xfrm>
                <a:off x="2870" y="1096"/>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41" name="Freeform 108"/>
              <p:cNvSpPr/>
              <p:nvPr/>
            </p:nvSpPr>
            <p:spPr>
              <a:xfrm>
                <a:off x="2889" y="1099"/>
                <a:ext cx="35" cy="32"/>
              </a:xfrm>
              <a:custGeom>
                <a:avLst/>
                <a:gdLst/>
                <a:ahLst/>
                <a:cxnLst>
                  <a:cxn ang="0">
                    <a:pos x="0" y="13"/>
                  </a:cxn>
                  <a:cxn ang="0">
                    <a:pos x="0" y="17"/>
                  </a:cxn>
                  <a:cxn ang="0">
                    <a:pos x="0" y="22"/>
                  </a:cxn>
                  <a:cxn ang="0">
                    <a:pos x="11" y="31"/>
                  </a:cxn>
                  <a:cxn ang="0">
                    <a:pos x="17" y="31"/>
                  </a:cxn>
                  <a:cxn ang="0">
                    <a:pos x="17" y="26"/>
                  </a:cxn>
                  <a:cxn ang="0">
                    <a:pos x="22" y="26"/>
                  </a:cxn>
                  <a:cxn ang="0">
                    <a:pos x="28" y="22"/>
                  </a:cxn>
                  <a:cxn ang="0">
                    <a:pos x="28" y="17"/>
                  </a:cxn>
                  <a:cxn ang="0">
                    <a:pos x="34" y="17"/>
                  </a:cxn>
                  <a:cxn ang="0">
                    <a:pos x="34" y="8"/>
                  </a:cxn>
                  <a:cxn ang="0">
                    <a:pos x="28" y="8"/>
                  </a:cxn>
                  <a:cxn ang="0">
                    <a:pos x="28" y="4"/>
                  </a:cxn>
                  <a:cxn ang="0">
                    <a:pos x="22" y="0"/>
                  </a:cxn>
                  <a:cxn ang="0">
                    <a:pos x="17" y="0"/>
                  </a:cxn>
                  <a:cxn ang="0">
                    <a:pos x="11" y="0"/>
                  </a:cxn>
                  <a:cxn ang="0">
                    <a:pos x="0" y="8"/>
                  </a:cxn>
                  <a:cxn ang="0">
                    <a:pos x="0" y="13"/>
                  </a:cxn>
                </a:cxnLst>
                <a:rect l="0" t="0" r="0" b="0"/>
                <a:pathLst>
                  <a:path w="35" h="32">
                    <a:moveTo>
                      <a:pt x="0" y="13"/>
                    </a:moveTo>
                    <a:lnTo>
                      <a:pt x="0" y="17"/>
                    </a:lnTo>
                    <a:lnTo>
                      <a:pt x="0" y="22"/>
                    </a:lnTo>
                    <a:lnTo>
                      <a:pt x="11" y="31"/>
                    </a:lnTo>
                    <a:lnTo>
                      <a:pt x="17" y="31"/>
                    </a:lnTo>
                    <a:lnTo>
                      <a:pt x="17" y="26"/>
                    </a:lnTo>
                    <a:lnTo>
                      <a:pt x="22" y="26"/>
                    </a:lnTo>
                    <a:lnTo>
                      <a:pt x="28" y="22"/>
                    </a:lnTo>
                    <a:lnTo>
                      <a:pt x="28" y="17"/>
                    </a:lnTo>
                    <a:lnTo>
                      <a:pt x="34" y="17"/>
                    </a:lnTo>
                    <a:lnTo>
                      <a:pt x="34" y="8"/>
                    </a:lnTo>
                    <a:lnTo>
                      <a:pt x="28" y="8"/>
                    </a:lnTo>
                    <a:lnTo>
                      <a:pt x="28" y="4"/>
                    </a:lnTo>
                    <a:lnTo>
                      <a:pt x="22" y="0"/>
                    </a:lnTo>
                    <a:lnTo>
                      <a:pt x="17" y="0"/>
                    </a:lnTo>
                    <a:lnTo>
                      <a:pt x="11" y="0"/>
                    </a:lnTo>
                    <a:lnTo>
                      <a:pt x="0" y="8"/>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42" name="Line 109"/>
              <p:cNvSpPr/>
              <p:nvPr/>
            </p:nvSpPr>
            <p:spPr>
              <a:xfrm>
                <a:off x="2910" y="1090"/>
                <a:ext cx="12" cy="3"/>
              </a:xfrm>
              <a:prstGeom prst="line">
                <a:avLst/>
              </a:prstGeom>
              <a:ln w="12700" cap="flat" cmpd="sng">
                <a:solidFill>
                  <a:schemeClr val="tx1"/>
                </a:solidFill>
                <a:prstDash val="solid"/>
                <a:headEnd type="none" w="med" len="med"/>
                <a:tailEnd type="none" w="med" len="med"/>
              </a:ln>
            </p:spPr>
          </p:sp>
          <p:sp>
            <p:nvSpPr>
              <p:cNvPr id="44143" name="Line 110"/>
              <p:cNvSpPr/>
              <p:nvPr/>
            </p:nvSpPr>
            <p:spPr>
              <a:xfrm>
                <a:off x="2916" y="1088"/>
                <a:ext cx="8" cy="3"/>
              </a:xfrm>
              <a:prstGeom prst="line">
                <a:avLst/>
              </a:prstGeom>
              <a:ln w="12700" cap="flat" cmpd="sng">
                <a:solidFill>
                  <a:schemeClr val="tx1"/>
                </a:solidFill>
                <a:prstDash val="solid"/>
                <a:headEnd type="none" w="med" len="med"/>
                <a:tailEnd type="none" w="med" len="med"/>
              </a:ln>
            </p:spPr>
          </p:sp>
          <p:sp>
            <p:nvSpPr>
              <p:cNvPr id="44144" name="Freeform 111"/>
              <p:cNvSpPr/>
              <p:nvPr/>
            </p:nvSpPr>
            <p:spPr>
              <a:xfrm>
                <a:off x="2905" y="1086"/>
                <a:ext cx="36" cy="31"/>
              </a:xfrm>
              <a:custGeom>
                <a:avLst/>
                <a:gdLst/>
                <a:ahLst/>
                <a:cxnLst>
                  <a:cxn ang="0">
                    <a:pos x="26" y="30"/>
                  </a:cxn>
                  <a:cxn ang="0">
                    <a:pos x="35" y="30"/>
                  </a:cxn>
                  <a:cxn ang="0">
                    <a:pos x="35" y="25"/>
                  </a:cxn>
                  <a:cxn ang="0">
                    <a:pos x="35" y="4"/>
                  </a:cxn>
                  <a:cxn ang="0">
                    <a:pos x="35" y="0"/>
                  </a:cxn>
                  <a:cxn ang="0">
                    <a:pos x="26" y="0"/>
                  </a:cxn>
                  <a:cxn ang="0">
                    <a:pos x="17" y="4"/>
                  </a:cxn>
                  <a:cxn ang="0">
                    <a:pos x="8" y="8"/>
                  </a:cxn>
                  <a:cxn ang="0">
                    <a:pos x="0" y="12"/>
                  </a:cxn>
                  <a:cxn ang="0">
                    <a:pos x="0" y="17"/>
                  </a:cxn>
                  <a:cxn ang="0">
                    <a:pos x="8" y="21"/>
                  </a:cxn>
                  <a:cxn ang="0">
                    <a:pos x="17" y="25"/>
                  </a:cxn>
                  <a:cxn ang="0">
                    <a:pos x="26" y="30"/>
                  </a:cxn>
                </a:cxnLst>
                <a:rect l="0" t="0" r="0" b="0"/>
                <a:pathLst>
                  <a:path w="36" h="31">
                    <a:moveTo>
                      <a:pt x="26" y="30"/>
                    </a:moveTo>
                    <a:lnTo>
                      <a:pt x="35" y="30"/>
                    </a:lnTo>
                    <a:lnTo>
                      <a:pt x="35" y="25"/>
                    </a:lnTo>
                    <a:lnTo>
                      <a:pt x="35" y="4"/>
                    </a:lnTo>
                    <a:lnTo>
                      <a:pt x="35" y="0"/>
                    </a:lnTo>
                    <a:lnTo>
                      <a:pt x="26" y="0"/>
                    </a:lnTo>
                    <a:lnTo>
                      <a:pt x="17" y="4"/>
                    </a:lnTo>
                    <a:lnTo>
                      <a:pt x="8" y="8"/>
                    </a:lnTo>
                    <a:lnTo>
                      <a:pt x="0" y="12"/>
                    </a:lnTo>
                    <a:lnTo>
                      <a:pt x="0" y="17"/>
                    </a:lnTo>
                    <a:lnTo>
                      <a:pt x="8" y="21"/>
                    </a:lnTo>
                    <a:lnTo>
                      <a:pt x="17" y="25"/>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45" name="Freeform 112"/>
              <p:cNvSpPr/>
              <p:nvPr/>
            </p:nvSpPr>
            <p:spPr>
              <a:xfrm>
                <a:off x="2905" y="1086"/>
                <a:ext cx="36" cy="31"/>
              </a:xfrm>
              <a:custGeom>
                <a:avLst/>
                <a:gdLst/>
                <a:ahLst/>
                <a:cxnLst>
                  <a:cxn ang="0">
                    <a:pos x="2" y="0"/>
                  </a:cxn>
                  <a:cxn ang="0">
                    <a:pos x="35" y="15"/>
                  </a:cxn>
                  <a:cxn ang="0">
                    <a:pos x="33" y="30"/>
                  </a:cxn>
                  <a:cxn ang="0">
                    <a:pos x="0" y="15"/>
                  </a:cxn>
                  <a:cxn ang="0">
                    <a:pos x="2" y="0"/>
                  </a:cxn>
                </a:cxnLst>
                <a:rect l="0" t="0" r="0" b="0"/>
                <a:pathLst>
                  <a:path w="36" h="31">
                    <a:moveTo>
                      <a:pt x="2" y="0"/>
                    </a:moveTo>
                    <a:lnTo>
                      <a:pt x="35" y="15"/>
                    </a:lnTo>
                    <a:lnTo>
                      <a:pt x="33" y="30"/>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46" name="Freeform 113"/>
              <p:cNvSpPr/>
              <p:nvPr/>
            </p:nvSpPr>
            <p:spPr>
              <a:xfrm>
                <a:off x="2922" y="1088"/>
                <a:ext cx="34" cy="31"/>
              </a:xfrm>
              <a:custGeom>
                <a:avLst/>
                <a:gdLst/>
                <a:ahLst/>
                <a:cxnLst>
                  <a:cxn ang="0">
                    <a:pos x="0" y="12"/>
                  </a:cxn>
                  <a:cxn ang="0">
                    <a:pos x="4" y="17"/>
                  </a:cxn>
                  <a:cxn ang="0">
                    <a:pos x="4" y="21"/>
                  </a:cxn>
                  <a:cxn ang="0">
                    <a:pos x="9" y="25"/>
                  </a:cxn>
                  <a:cxn ang="0">
                    <a:pos x="14" y="30"/>
                  </a:cxn>
                  <a:cxn ang="0">
                    <a:pos x="18" y="30"/>
                  </a:cxn>
                  <a:cxn ang="0">
                    <a:pos x="18" y="25"/>
                  </a:cxn>
                  <a:cxn ang="0">
                    <a:pos x="23" y="25"/>
                  </a:cxn>
                  <a:cxn ang="0">
                    <a:pos x="28" y="21"/>
                  </a:cxn>
                  <a:cxn ang="0">
                    <a:pos x="28" y="17"/>
                  </a:cxn>
                  <a:cxn ang="0">
                    <a:pos x="33" y="12"/>
                  </a:cxn>
                  <a:cxn ang="0">
                    <a:pos x="33" y="8"/>
                  </a:cxn>
                  <a:cxn ang="0">
                    <a:pos x="28" y="8"/>
                  </a:cxn>
                  <a:cxn ang="0">
                    <a:pos x="28" y="4"/>
                  </a:cxn>
                  <a:cxn ang="0">
                    <a:pos x="23" y="0"/>
                  </a:cxn>
                  <a:cxn ang="0">
                    <a:pos x="18" y="0"/>
                  </a:cxn>
                  <a:cxn ang="0">
                    <a:pos x="14" y="0"/>
                  </a:cxn>
                  <a:cxn ang="0">
                    <a:pos x="9" y="0"/>
                  </a:cxn>
                  <a:cxn ang="0">
                    <a:pos x="4" y="4"/>
                  </a:cxn>
                  <a:cxn ang="0">
                    <a:pos x="4" y="8"/>
                  </a:cxn>
                  <a:cxn ang="0">
                    <a:pos x="0" y="8"/>
                  </a:cxn>
                  <a:cxn ang="0">
                    <a:pos x="0" y="12"/>
                  </a:cxn>
                </a:cxnLst>
                <a:rect l="0" t="0" r="0" b="0"/>
                <a:pathLst>
                  <a:path w="34" h="31">
                    <a:moveTo>
                      <a:pt x="0" y="12"/>
                    </a:moveTo>
                    <a:lnTo>
                      <a:pt x="4" y="17"/>
                    </a:lnTo>
                    <a:lnTo>
                      <a:pt x="4" y="21"/>
                    </a:lnTo>
                    <a:lnTo>
                      <a:pt x="9" y="25"/>
                    </a:lnTo>
                    <a:lnTo>
                      <a:pt x="14" y="30"/>
                    </a:lnTo>
                    <a:lnTo>
                      <a:pt x="18" y="30"/>
                    </a:lnTo>
                    <a:lnTo>
                      <a:pt x="18" y="25"/>
                    </a:lnTo>
                    <a:lnTo>
                      <a:pt x="23" y="25"/>
                    </a:lnTo>
                    <a:lnTo>
                      <a:pt x="28" y="21"/>
                    </a:lnTo>
                    <a:lnTo>
                      <a:pt x="28" y="17"/>
                    </a:lnTo>
                    <a:lnTo>
                      <a:pt x="33" y="12"/>
                    </a:lnTo>
                    <a:lnTo>
                      <a:pt x="33" y="8"/>
                    </a:lnTo>
                    <a:lnTo>
                      <a:pt x="28" y="8"/>
                    </a:lnTo>
                    <a:lnTo>
                      <a:pt x="28" y="4"/>
                    </a:lnTo>
                    <a:lnTo>
                      <a:pt x="23" y="0"/>
                    </a:lnTo>
                    <a:lnTo>
                      <a:pt x="18" y="0"/>
                    </a:lnTo>
                    <a:lnTo>
                      <a:pt x="14"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47" name="Line 114"/>
              <p:cNvSpPr/>
              <p:nvPr/>
            </p:nvSpPr>
            <p:spPr>
              <a:xfrm>
                <a:off x="2946" y="1099"/>
                <a:ext cx="6" cy="3"/>
              </a:xfrm>
              <a:prstGeom prst="line">
                <a:avLst/>
              </a:prstGeom>
              <a:ln w="12700" cap="flat" cmpd="sng">
                <a:solidFill>
                  <a:schemeClr val="tx1"/>
                </a:solidFill>
                <a:prstDash val="solid"/>
                <a:headEnd type="none" w="med" len="med"/>
                <a:tailEnd type="none" w="med" len="med"/>
              </a:ln>
            </p:spPr>
          </p:sp>
          <p:sp>
            <p:nvSpPr>
              <p:cNvPr id="44148" name="Line 115"/>
              <p:cNvSpPr/>
              <p:nvPr/>
            </p:nvSpPr>
            <p:spPr>
              <a:xfrm>
                <a:off x="2946" y="1098"/>
                <a:ext cx="9" cy="1"/>
              </a:xfrm>
              <a:prstGeom prst="line">
                <a:avLst/>
              </a:prstGeom>
              <a:ln w="12700" cap="flat" cmpd="sng">
                <a:solidFill>
                  <a:schemeClr val="tx1"/>
                </a:solidFill>
                <a:prstDash val="solid"/>
                <a:headEnd type="none" w="med" len="med"/>
                <a:tailEnd type="none" w="med" len="med"/>
              </a:ln>
            </p:spPr>
          </p:sp>
          <p:sp>
            <p:nvSpPr>
              <p:cNvPr id="44149" name="Freeform 116"/>
              <p:cNvSpPr/>
              <p:nvPr/>
            </p:nvSpPr>
            <p:spPr>
              <a:xfrm>
                <a:off x="2936" y="1096"/>
                <a:ext cx="34" cy="32"/>
              </a:xfrm>
              <a:custGeom>
                <a:avLst/>
                <a:gdLst/>
                <a:ahLst/>
                <a:cxnLst>
                  <a:cxn ang="0">
                    <a:pos x="24" y="31"/>
                  </a:cxn>
                  <a:cxn ang="0">
                    <a:pos x="33" y="31"/>
                  </a:cxn>
                  <a:cxn ang="0">
                    <a:pos x="33" y="25"/>
                  </a:cxn>
                  <a:cxn ang="0">
                    <a:pos x="33" y="5"/>
                  </a:cxn>
                  <a:cxn ang="0">
                    <a:pos x="33" y="0"/>
                  </a:cxn>
                  <a:cxn ang="0">
                    <a:pos x="24" y="0"/>
                  </a:cxn>
                  <a:cxn ang="0">
                    <a:pos x="16" y="0"/>
                  </a:cxn>
                  <a:cxn ang="0">
                    <a:pos x="8" y="10"/>
                  </a:cxn>
                  <a:cxn ang="0">
                    <a:pos x="0" y="15"/>
                  </a:cxn>
                  <a:cxn ang="0">
                    <a:pos x="0" y="20"/>
                  </a:cxn>
                  <a:cxn ang="0">
                    <a:pos x="8" y="20"/>
                  </a:cxn>
                  <a:cxn ang="0">
                    <a:pos x="8" y="25"/>
                  </a:cxn>
                  <a:cxn ang="0">
                    <a:pos x="16" y="31"/>
                  </a:cxn>
                  <a:cxn ang="0">
                    <a:pos x="24" y="31"/>
                  </a:cxn>
                </a:cxnLst>
                <a:rect l="0" t="0" r="0" b="0"/>
                <a:pathLst>
                  <a:path w="34" h="32">
                    <a:moveTo>
                      <a:pt x="24" y="31"/>
                    </a:moveTo>
                    <a:lnTo>
                      <a:pt x="33" y="31"/>
                    </a:lnTo>
                    <a:lnTo>
                      <a:pt x="33" y="25"/>
                    </a:lnTo>
                    <a:lnTo>
                      <a:pt x="33" y="5"/>
                    </a:lnTo>
                    <a:lnTo>
                      <a:pt x="33" y="0"/>
                    </a:lnTo>
                    <a:lnTo>
                      <a:pt x="24" y="0"/>
                    </a:lnTo>
                    <a:lnTo>
                      <a:pt x="16" y="0"/>
                    </a:lnTo>
                    <a:lnTo>
                      <a:pt x="8" y="10"/>
                    </a:lnTo>
                    <a:lnTo>
                      <a:pt x="0" y="15"/>
                    </a:lnTo>
                    <a:lnTo>
                      <a:pt x="0" y="20"/>
                    </a:lnTo>
                    <a:lnTo>
                      <a:pt x="8" y="20"/>
                    </a:lnTo>
                    <a:lnTo>
                      <a:pt x="8" y="25"/>
                    </a:lnTo>
                    <a:lnTo>
                      <a:pt x="16" y="31"/>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50" name="Freeform 117"/>
              <p:cNvSpPr/>
              <p:nvPr/>
            </p:nvSpPr>
            <p:spPr>
              <a:xfrm>
                <a:off x="2936" y="1096"/>
                <a:ext cx="36" cy="32"/>
              </a:xfrm>
              <a:custGeom>
                <a:avLst/>
                <a:gdLst/>
                <a:ahLst/>
                <a:cxnLst>
                  <a:cxn ang="0">
                    <a:pos x="2" y="2"/>
                  </a:cxn>
                  <a:cxn ang="0">
                    <a:pos x="35" y="15"/>
                  </a:cxn>
                  <a:cxn ang="0">
                    <a:pos x="33" y="31"/>
                  </a:cxn>
                  <a:cxn ang="0">
                    <a:pos x="0" y="15"/>
                  </a:cxn>
                  <a:cxn ang="0">
                    <a:pos x="2" y="0"/>
                  </a:cxn>
                  <a:cxn ang="0">
                    <a:pos x="2" y="2"/>
                  </a:cxn>
                </a:cxnLst>
                <a:rect l="0" t="0" r="0" b="0"/>
                <a:pathLst>
                  <a:path w="36" h="32">
                    <a:moveTo>
                      <a:pt x="2" y="2"/>
                    </a:moveTo>
                    <a:lnTo>
                      <a:pt x="35" y="15"/>
                    </a:lnTo>
                    <a:lnTo>
                      <a:pt x="33"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51" name="Freeform 118"/>
              <p:cNvSpPr/>
              <p:nvPr/>
            </p:nvSpPr>
            <p:spPr>
              <a:xfrm>
                <a:off x="2952" y="1099"/>
                <a:ext cx="34" cy="32"/>
              </a:xfrm>
              <a:custGeom>
                <a:avLst/>
                <a:gdLst/>
                <a:ahLst/>
                <a:cxnLst>
                  <a:cxn ang="0">
                    <a:pos x="0" y="17"/>
                  </a:cxn>
                  <a:cxn ang="0">
                    <a:pos x="4" y="22"/>
                  </a:cxn>
                  <a:cxn ang="0">
                    <a:pos x="4" y="26"/>
                  </a:cxn>
                  <a:cxn ang="0">
                    <a:pos x="9" y="31"/>
                  </a:cxn>
                  <a:cxn ang="0">
                    <a:pos x="14" y="31"/>
                  </a:cxn>
                  <a:cxn ang="0">
                    <a:pos x="18" y="31"/>
                  </a:cxn>
                  <a:cxn ang="0">
                    <a:pos x="23" y="31"/>
                  </a:cxn>
                  <a:cxn ang="0">
                    <a:pos x="28" y="26"/>
                  </a:cxn>
                  <a:cxn ang="0">
                    <a:pos x="28" y="22"/>
                  </a:cxn>
                  <a:cxn ang="0">
                    <a:pos x="33" y="17"/>
                  </a:cxn>
                  <a:cxn ang="0">
                    <a:pos x="33" y="13"/>
                  </a:cxn>
                  <a:cxn ang="0">
                    <a:pos x="28" y="8"/>
                  </a:cxn>
                  <a:cxn ang="0">
                    <a:pos x="23" y="4"/>
                  </a:cxn>
                  <a:cxn ang="0">
                    <a:pos x="18" y="4"/>
                  </a:cxn>
                  <a:cxn ang="0">
                    <a:pos x="18" y="0"/>
                  </a:cxn>
                  <a:cxn ang="0">
                    <a:pos x="14" y="0"/>
                  </a:cxn>
                  <a:cxn ang="0">
                    <a:pos x="9" y="4"/>
                  </a:cxn>
                  <a:cxn ang="0">
                    <a:pos x="4" y="8"/>
                  </a:cxn>
                  <a:cxn ang="0">
                    <a:pos x="0" y="13"/>
                  </a:cxn>
                  <a:cxn ang="0">
                    <a:pos x="0" y="17"/>
                  </a:cxn>
                </a:cxnLst>
                <a:rect l="0" t="0" r="0" b="0"/>
                <a:pathLst>
                  <a:path w="34" h="32">
                    <a:moveTo>
                      <a:pt x="0" y="17"/>
                    </a:moveTo>
                    <a:lnTo>
                      <a:pt x="4" y="22"/>
                    </a:lnTo>
                    <a:lnTo>
                      <a:pt x="4" y="26"/>
                    </a:lnTo>
                    <a:lnTo>
                      <a:pt x="9" y="31"/>
                    </a:lnTo>
                    <a:lnTo>
                      <a:pt x="14" y="31"/>
                    </a:lnTo>
                    <a:lnTo>
                      <a:pt x="18" y="31"/>
                    </a:lnTo>
                    <a:lnTo>
                      <a:pt x="23" y="31"/>
                    </a:lnTo>
                    <a:lnTo>
                      <a:pt x="28" y="26"/>
                    </a:lnTo>
                    <a:lnTo>
                      <a:pt x="28" y="22"/>
                    </a:lnTo>
                    <a:lnTo>
                      <a:pt x="33" y="17"/>
                    </a:lnTo>
                    <a:lnTo>
                      <a:pt x="33" y="13"/>
                    </a:lnTo>
                    <a:lnTo>
                      <a:pt x="28" y="8"/>
                    </a:lnTo>
                    <a:lnTo>
                      <a:pt x="23" y="4"/>
                    </a:lnTo>
                    <a:lnTo>
                      <a:pt x="18" y="4"/>
                    </a:lnTo>
                    <a:lnTo>
                      <a:pt x="18" y="0"/>
                    </a:lnTo>
                    <a:lnTo>
                      <a:pt x="14" y="0"/>
                    </a:lnTo>
                    <a:lnTo>
                      <a:pt x="9" y="4"/>
                    </a:lnTo>
                    <a:lnTo>
                      <a:pt x="4" y="8"/>
                    </a:lnTo>
                    <a:lnTo>
                      <a:pt x="0" y="13"/>
                    </a:lnTo>
                    <a:lnTo>
                      <a:pt x="0"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52" name="Line 119"/>
              <p:cNvSpPr/>
              <p:nvPr/>
            </p:nvSpPr>
            <p:spPr>
              <a:xfrm>
                <a:off x="2960" y="1127"/>
                <a:ext cx="8" cy="2"/>
              </a:xfrm>
              <a:prstGeom prst="line">
                <a:avLst/>
              </a:prstGeom>
              <a:ln w="12700" cap="flat" cmpd="sng">
                <a:solidFill>
                  <a:schemeClr val="tx1"/>
                </a:solidFill>
                <a:prstDash val="solid"/>
                <a:headEnd type="none" w="med" len="med"/>
                <a:tailEnd type="none" w="med" len="med"/>
              </a:ln>
            </p:spPr>
          </p:sp>
          <p:sp>
            <p:nvSpPr>
              <p:cNvPr id="44153" name="Line 120"/>
              <p:cNvSpPr/>
              <p:nvPr/>
            </p:nvSpPr>
            <p:spPr>
              <a:xfrm>
                <a:off x="2960" y="1120"/>
                <a:ext cx="8" cy="4"/>
              </a:xfrm>
              <a:prstGeom prst="line">
                <a:avLst/>
              </a:prstGeom>
              <a:ln w="12700" cap="flat" cmpd="sng">
                <a:solidFill>
                  <a:schemeClr val="tx1"/>
                </a:solidFill>
                <a:prstDash val="solid"/>
                <a:headEnd type="none" w="med" len="med"/>
                <a:tailEnd type="none" w="med" len="med"/>
              </a:ln>
            </p:spPr>
          </p:sp>
          <p:sp>
            <p:nvSpPr>
              <p:cNvPr id="44154" name="Freeform 121"/>
              <p:cNvSpPr/>
              <p:nvPr/>
            </p:nvSpPr>
            <p:spPr>
              <a:xfrm>
                <a:off x="2948" y="1118"/>
                <a:ext cx="34" cy="32"/>
              </a:xfrm>
              <a:custGeom>
                <a:avLst/>
                <a:gdLst/>
                <a:ahLst/>
                <a:cxnLst>
                  <a:cxn ang="0">
                    <a:pos x="26" y="31"/>
                  </a:cxn>
                  <a:cxn ang="0">
                    <a:pos x="33" y="25"/>
                  </a:cxn>
                  <a:cxn ang="0">
                    <a:pos x="33" y="5"/>
                  </a:cxn>
                  <a:cxn ang="0">
                    <a:pos x="26" y="0"/>
                  </a:cxn>
                  <a:cxn ang="0">
                    <a:pos x="19" y="0"/>
                  </a:cxn>
                  <a:cxn ang="0">
                    <a:pos x="13" y="0"/>
                  </a:cxn>
                  <a:cxn ang="0">
                    <a:pos x="6" y="5"/>
                  </a:cxn>
                  <a:cxn ang="0">
                    <a:pos x="6" y="10"/>
                  </a:cxn>
                  <a:cxn ang="0">
                    <a:pos x="0" y="10"/>
                  </a:cxn>
                  <a:cxn ang="0">
                    <a:pos x="0" y="20"/>
                  </a:cxn>
                  <a:cxn ang="0">
                    <a:pos x="6" y="20"/>
                  </a:cxn>
                  <a:cxn ang="0">
                    <a:pos x="6" y="25"/>
                  </a:cxn>
                  <a:cxn ang="0">
                    <a:pos x="13" y="31"/>
                  </a:cxn>
                  <a:cxn ang="0">
                    <a:pos x="19" y="31"/>
                  </a:cxn>
                  <a:cxn ang="0">
                    <a:pos x="26" y="31"/>
                  </a:cxn>
                </a:cxnLst>
                <a:rect l="0" t="0" r="0" b="0"/>
                <a:pathLst>
                  <a:path w="34" h="32">
                    <a:moveTo>
                      <a:pt x="26" y="31"/>
                    </a:moveTo>
                    <a:lnTo>
                      <a:pt x="33" y="25"/>
                    </a:lnTo>
                    <a:lnTo>
                      <a:pt x="33" y="5"/>
                    </a:lnTo>
                    <a:lnTo>
                      <a:pt x="26" y="0"/>
                    </a:lnTo>
                    <a:lnTo>
                      <a:pt x="19" y="0"/>
                    </a:lnTo>
                    <a:lnTo>
                      <a:pt x="13" y="0"/>
                    </a:lnTo>
                    <a:lnTo>
                      <a:pt x="6" y="5"/>
                    </a:lnTo>
                    <a:lnTo>
                      <a:pt x="6" y="10"/>
                    </a:lnTo>
                    <a:lnTo>
                      <a:pt x="0" y="10"/>
                    </a:lnTo>
                    <a:lnTo>
                      <a:pt x="0" y="20"/>
                    </a:lnTo>
                    <a:lnTo>
                      <a:pt x="6" y="20"/>
                    </a:lnTo>
                    <a:lnTo>
                      <a:pt x="6" y="25"/>
                    </a:lnTo>
                    <a:lnTo>
                      <a:pt x="13" y="31"/>
                    </a:lnTo>
                    <a:lnTo>
                      <a:pt x="19"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55" name="Freeform 122"/>
              <p:cNvSpPr/>
              <p:nvPr/>
            </p:nvSpPr>
            <p:spPr>
              <a:xfrm>
                <a:off x="2952" y="1118"/>
                <a:ext cx="33" cy="32"/>
              </a:xfrm>
              <a:custGeom>
                <a:avLst/>
                <a:gdLst/>
                <a:ahLst/>
                <a:cxnLst>
                  <a:cxn ang="0">
                    <a:pos x="2" y="2"/>
                  </a:cxn>
                  <a:cxn ang="0">
                    <a:pos x="32" y="15"/>
                  </a:cxn>
                  <a:cxn ang="0">
                    <a:pos x="30" y="31"/>
                  </a:cxn>
                  <a:cxn ang="0">
                    <a:pos x="0" y="15"/>
                  </a:cxn>
                  <a:cxn ang="0">
                    <a:pos x="2" y="0"/>
                  </a:cxn>
                  <a:cxn ang="0">
                    <a:pos x="2" y="2"/>
                  </a:cxn>
                </a:cxnLst>
                <a:rect l="0" t="0" r="0" b="0"/>
                <a:pathLst>
                  <a:path w="33" h="32">
                    <a:moveTo>
                      <a:pt x="2" y="2"/>
                    </a:moveTo>
                    <a:lnTo>
                      <a:pt x="32" y="15"/>
                    </a:lnTo>
                    <a:lnTo>
                      <a:pt x="30"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56" name="Freeform 123"/>
              <p:cNvSpPr/>
              <p:nvPr/>
            </p:nvSpPr>
            <p:spPr>
              <a:xfrm>
                <a:off x="2969" y="1121"/>
                <a:ext cx="33" cy="30"/>
              </a:xfrm>
              <a:custGeom>
                <a:avLst/>
                <a:gdLst/>
                <a:ahLst/>
                <a:cxnLst>
                  <a:cxn ang="0">
                    <a:pos x="0" y="12"/>
                  </a:cxn>
                  <a:cxn ang="0">
                    <a:pos x="0" y="16"/>
                  </a:cxn>
                  <a:cxn ang="0">
                    <a:pos x="4" y="20"/>
                  </a:cxn>
                  <a:cxn ang="0">
                    <a:pos x="4" y="24"/>
                  </a:cxn>
                  <a:cxn ang="0">
                    <a:pos x="9" y="29"/>
                  </a:cxn>
                  <a:cxn ang="0">
                    <a:pos x="13" y="29"/>
                  </a:cxn>
                  <a:cxn ang="0">
                    <a:pos x="18" y="29"/>
                  </a:cxn>
                  <a:cxn ang="0">
                    <a:pos x="22" y="29"/>
                  </a:cxn>
                  <a:cxn ang="0">
                    <a:pos x="27" y="24"/>
                  </a:cxn>
                  <a:cxn ang="0">
                    <a:pos x="27" y="20"/>
                  </a:cxn>
                  <a:cxn ang="0">
                    <a:pos x="32" y="16"/>
                  </a:cxn>
                  <a:cxn ang="0">
                    <a:pos x="32" y="12"/>
                  </a:cxn>
                  <a:cxn ang="0">
                    <a:pos x="27" y="8"/>
                  </a:cxn>
                  <a:cxn ang="0">
                    <a:pos x="22" y="4"/>
                  </a:cxn>
                  <a:cxn ang="0">
                    <a:pos x="18" y="0"/>
                  </a:cxn>
                  <a:cxn ang="0">
                    <a:pos x="13" y="0"/>
                  </a:cxn>
                  <a:cxn ang="0">
                    <a:pos x="13" y="4"/>
                  </a:cxn>
                  <a:cxn ang="0">
                    <a:pos x="9" y="4"/>
                  </a:cxn>
                  <a:cxn ang="0">
                    <a:pos x="4" y="8"/>
                  </a:cxn>
                  <a:cxn ang="0">
                    <a:pos x="0" y="12"/>
                  </a:cxn>
                </a:cxnLst>
                <a:rect l="0" t="0" r="0" b="0"/>
                <a:pathLst>
                  <a:path w="33" h="30">
                    <a:moveTo>
                      <a:pt x="0" y="12"/>
                    </a:moveTo>
                    <a:lnTo>
                      <a:pt x="0" y="16"/>
                    </a:lnTo>
                    <a:lnTo>
                      <a:pt x="4" y="20"/>
                    </a:lnTo>
                    <a:lnTo>
                      <a:pt x="4" y="24"/>
                    </a:lnTo>
                    <a:lnTo>
                      <a:pt x="9" y="29"/>
                    </a:lnTo>
                    <a:lnTo>
                      <a:pt x="13" y="29"/>
                    </a:lnTo>
                    <a:lnTo>
                      <a:pt x="18" y="29"/>
                    </a:lnTo>
                    <a:lnTo>
                      <a:pt x="22" y="29"/>
                    </a:lnTo>
                    <a:lnTo>
                      <a:pt x="27" y="24"/>
                    </a:lnTo>
                    <a:lnTo>
                      <a:pt x="27" y="20"/>
                    </a:lnTo>
                    <a:lnTo>
                      <a:pt x="32" y="16"/>
                    </a:lnTo>
                    <a:lnTo>
                      <a:pt x="32" y="12"/>
                    </a:lnTo>
                    <a:lnTo>
                      <a:pt x="27" y="8"/>
                    </a:lnTo>
                    <a:lnTo>
                      <a:pt x="22" y="4"/>
                    </a:lnTo>
                    <a:lnTo>
                      <a:pt x="18" y="0"/>
                    </a:lnTo>
                    <a:lnTo>
                      <a:pt x="13" y="0"/>
                    </a:lnTo>
                    <a:lnTo>
                      <a:pt x="13" y="4"/>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57" name="Line 124"/>
              <p:cNvSpPr/>
              <p:nvPr/>
            </p:nvSpPr>
            <p:spPr>
              <a:xfrm>
                <a:off x="2946" y="1145"/>
                <a:ext cx="9" cy="1"/>
              </a:xfrm>
              <a:prstGeom prst="line">
                <a:avLst/>
              </a:prstGeom>
              <a:ln w="12700" cap="flat" cmpd="sng">
                <a:solidFill>
                  <a:schemeClr val="tx1"/>
                </a:solidFill>
                <a:prstDash val="solid"/>
                <a:headEnd type="none" w="med" len="med"/>
                <a:tailEnd type="none" w="med" len="med"/>
              </a:ln>
            </p:spPr>
          </p:sp>
          <p:sp>
            <p:nvSpPr>
              <p:cNvPr id="44158" name="Line 125"/>
              <p:cNvSpPr/>
              <p:nvPr/>
            </p:nvSpPr>
            <p:spPr>
              <a:xfrm>
                <a:off x="2947" y="1140"/>
                <a:ext cx="5" cy="6"/>
              </a:xfrm>
              <a:prstGeom prst="line">
                <a:avLst/>
              </a:prstGeom>
              <a:ln w="12700" cap="flat" cmpd="sng">
                <a:solidFill>
                  <a:schemeClr val="tx1"/>
                </a:solidFill>
                <a:prstDash val="solid"/>
                <a:headEnd type="none" w="med" len="med"/>
                <a:tailEnd type="none" w="med" len="med"/>
              </a:ln>
            </p:spPr>
          </p:sp>
          <p:sp>
            <p:nvSpPr>
              <p:cNvPr id="44159" name="Freeform 126"/>
              <p:cNvSpPr/>
              <p:nvPr/>
            </p:nvSpPr>
            <p:spPr>
              <a:xfrm>
                <a:off x="2936" y="1138"/>
                <a:ext cx="36" cy="32"/>
              </a:xfrm>
              <a:custGeom>
                <a:avLst/>
                <a:gdLst/>
                <a:ahLst/>
                <a:cxnLst>
                  <a:cxn ang="0">
                    <a:pos x="21" y="31"/>
                  </a:cxn>
                  <a:cxn ang="0">
                    <a:pos x="28" y="31"/>
                  </a:cxn>
                  <a:cxn ang="0">
                    <a:pos x="28" y="26"/>
                  </a:cxn>
                  <a:cxn ang="0">
                    <a:pos x="35" y="22"/>
                  </a:cxn>
                  <a:cxn ang="0">
                    <a:pos x="35" y="4"/>
                  </a:cxn>
                  <a:cxn ang="0">
                    <a:pos x="28" y="0"/>
                  </a:cxn>
                  <a:cxn ang="0">
                    <a:pos x="21" y="0"/>
                  </a:cxn>
                  <a:cxn ang="0">
                    <a:pos x="14" y="0"/>
                  </a:cxn>
                  <a:cxn ang="0">
                    <a:pos x="7" y="4"/>
                  </a:cxn>
                  <a:cxn ang="0">
                    <a:pos x="7" y="8"/>
                  </a:cxn>
                  <a:cxn ang="0">
                    <a:pos x="0" y="8"/>
                  </a:cxn>
                  <a:cxn ang="0">
                    <a:pos x="0" y="13"/>
                  </a:cxn>
                  <a:cxn ang="0">
                    <a:pos x="7" y="17"/>
                  </a:cxn>
                  <a:cxn ang="0">
                    <a:pos x="7" y="22"/>
                  </a:cxn>
                  <a:cxn ang="0">
                    <a:pos x="14" y="26"/>
                  </a:cxn>
                  <a:cxn ang="0">
                    <a:pos x="21" y="31"/>
                  </a:cxn>
                </a:cxnLst>
                <a:rect l="0" t="0" r="0" b="0"/>
                <a:pathLst>
                  <a:path w="36" h="32">
                    <a:moveTo>
                      <a:pt x="21" y="31"/>
                    </a:moveTo>
                    <a:lnTo>
                      <a:pt x="28" y="31"/>
                    </a:lnTo>
                    <a:lnTo>
                      <a:pt x="28" y="26"/>
                    </a:lnTo>
                    <a:lnTo>
                      <a:pt x="35" y="22"/>
                    </a:lnTo>
                    <a:lnTo>
                      <a:pt x="35" y="4"/>
                    </a:lnTo>
                    <a:lnTo>
                      <a:pt x="28" y="0"/>
                    </a:lnTo>
                    <a:lnTo>
                      <a:pt x="21" y="0"/>
                    </a:lnTo>
                    <a:lnTo>
                      <a:pt x="14" y="0"/>
                    </a:lnTo>
                    <a:lnTo>
                      <a:pt x="7" y="4"/>
                    </a:lnTo>
                    <a:lnTo>
                      <a:pt x="7" y="8"/>
                    </a:lnTo>
                    <a:lnTo>
                      <a:pt x="0" y="8"/>
                    </a:lnTo>
                    <a:lnTo>
                      <a:pt x="0" y="13"/>
                    </a:lnTo>
                    <a:lnTo>
                      <a:pt x="7" y="17"/>
                    </a:lnTo>
                    <a:lnTo>
                      <a:pt x="7" y="22"/>
                    </a:lnTo>
                    <a:lnTo>
                      <a:pt x="14" y="26"/>
                    </a:lnTo>
                    <a:lnTo>
                      <a:pt x="21"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60" name="Freeform 127"/>
              <p:cNvSpPr/>
              <p:nvPr/>
            </p:nvSpPr>
            <p:spPr>
              <a:xfrm>
                <a:off x="2939" y="1138"/>
                <a:ext cx="33" cy="32"/>
              </a:xfrm>
              <a:custGeom>
                <a:avLst/>
                <a:gdLst/>
                <a:ahLst/>
                <a:cxnLst>
                  <a:cxn ang="0">
                    <a:pos x="1" y="0"/>
                  </a:cxn>
                  <a:cxn ang="0">
                    <a:pos x="32" y="16"/>
                  </a:cxn>
                  <a:cxn ang="0">
                    <a:pos x="29" y="31"/>
                  </a:cxn>
                  <a:cxn ang="0">
                    <a:pos x="0" y="14"/>
                  </a:cxn>
                  <a:cxn ang="0">
                    <a:pos x="1" y="0"/>
                  </a:cxn>
                </a:cxnLst>
                <a:rect l="0" t="0" r="0" b="0"/>
                <a:pathLst>
                  <a:path w="33" h="32">
                    <a:moveTo>
                      <a:pt x="1" y="0"/>
                    </a:moveTo>
                    <a:lnTo>
                      <a:pt x="32" y="16"/>
                    </a:lnTo>
                    <a:lnTo>
                      <a:pt x="29" y="31"/>
                    </a:lnTo>
                    <a:lnTo>
                      <a:pt x="0" y="14"/>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61" name="Freeform 128"/>
              <p:cNvSpPr/>
              <p:nvPr/>
            </p:nvSpPr>
            <p:spPr>
              <a:xfrm>
                <a:off x="2955" y="1146"/>
                <a:ext cx="35" cy="29"/>
              </a:xfrm>
              <a:custGeom>
                <a:avLst/>
                <a:gdLst/>
                <a:ahLst/>
                <a:cxnLst>
                  <a:cxn ang="0">
                    <a:pos x="0" y="14"/>
                  </a:cxn>
                  <a:cxn ang="0">
                    <a:pos x="4" y="18"/>
                  </a:cxn>
                  <a:cxn ang="0">
                    <a:pos x="9" y="23"/>
                  </a:cxn>
                  <a:cxn ang="0">
                    <a:pos x="14" y="28"/>
                  </a:cxn>
                  <a:cxn ang="0">
                    <a:pos x="19" y="28"/>
                  </a:cxn>
                  <a:cxn ang="0">
                    <a:pos x="24" y="23"/>
                  </a:cxn>
                  <a:cxn ang="0">
                    <a:pos x="29" y="18"/>
                  </a:cxn>
                  <a:cxn ang="0">
                    <a:pos x="34" y="14"/>
                  </a:cxn>
                  <a:cxn ang="0">
                    <a:pos x="34" y="9"/>
                  </a:cxn>
                  <a:cxn ang="0">
                    <a:pos x="29" y="9"/>
                  </a:cxn>
                  <a:cxn ang="0">
                    <a:pos x="29" y="4"/>
                  </a:cxn>
                  <a:cxn ang="0">
                    <a:pos x="24" y="0"/>
                  </a:cxn>
                  <a:cxn ang="0">
                    <a:pos x="19" y="0"/>
                  </a:cxn>
                  <a:cxn ang="0">
                    <a:pos x="14" y="0"/>
                  </a:cxn>
                  <a:cxn ang="0">
                    <a:pos x="9" y="0"/>
                  </a:cxn>
                  <a:cxn ang="0">
                    <a:pos x="4" y="4"/>
                  </a:cxn>
                  <a:cxn ang="0">
                    <a:pos x="4" y="9"/>
                  </a:cxn>
                  <a:cxn ang="0">
                    <a:pos x="0" y="9"/>
                  </a:cxn>
                  <a:cxn ang="0">
                    <a:pos x="0" y="14"/>
                  </a:cxn>
                </a:cxnLst>
                <a:rect l="0" t="0" r="0" b="0"/>
                <a:pathLst>
                  <a:path w="35" h="29">
                    <a:moveTo>
                      <a:pt x="0" y="14"/>
                    </a:moveTo>
                    <a:lnTo>
                      <a:pt x="4" y="18"/>
                    </a:lnTo>
                    <a:lnTo>
                      <a:pt x="9" y="23"/>
                    </a:lnTo>
                    <a:lnTo>
                      <a:pt x="14" y="28"/>
                    </a:lnTo>
                    <a:lnTo>
                      <a:pt x="19" y="28"/>
                    </a:lnTo>
                    <a:lnTo>
                      <a:pt x="24" y="23"/>
                    </a:lnTo>
                    <a:lnTo>
                      <a:pt x="29" y="18"/>
                    </a:lnTo>
                    <a:lnTo>
                      <a:pt x="34" y="14"/>
                    </a:lnTo>
                    <a:lnTo>
                      <a:pt x="34" y="9"/>
                    </a:lnTo>
                    <a:lnTo>
                      <a:pt x="29" y="9"/>
                    </a:lnTo>
                    <a:lnTo>
                      <a:pt x="29" y="4"/>
                    </a:lnTo>
                    <a:lnTo>
                      <a:pt x="24" y="0"/>
                    </a:lnTo>
                    <a:lnTo>
                      <a:pt x="19" y="0"/>
                    </a:lnTo>
                    <a:lnTo>
                      <a:pt x="14" y="0"/>
                    </a:lnTo>
                    <a:lnTo>
                      <a:pt x="9" y="0"/>
                    </a:lnTo>
                    <a:lnTo>
                      <a:pt x="4" y="4"/>
                    </a:lnTo>
                    <a:lnTo>
                      <a:pt x="4" y="9"/>
                    </a:lnTo>
                    <a:lnTo>
                      <a:pt x="0" y="9"/>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62" name="Line 129"/>
              <p:cNvSpPr/>
              <p:nvPr/>
            </p:nvSpPr>
            <p:spPr>
              <a:xfrm>
                <a:off x="2910" y="1152"/>
                <a:ext cx="12" cy="3"/>
              </a:xfrm>
              <a:prstGeom prst="line">
                <a:avLst/>
              </a:prstGeom>
              <a:ln w="12700" cap="flat" cmpd="sng">
                <a:solidFill>
                  <a:schemeClr val="tx1"/>
                </a:solidFill>
                <a:prstDash val="solid"/>
                <a:headEnd type="none" w="med" len="med"/>
                <a:tailEnd type="none" w="med" len="med"/>
              </a:ln>
            </p:spPr>
          </p:sp>
          <p:sp>
            <p:nvSpPr>
              <p:cNvPr id="44163" name="Line 130"/>
              <p:cNvSpPr/>
              <p:nvPr/>
            </p:nvSpPr>
            <p:spPr>
              <a:xfrm>
                <a:off x="2916" y="1151"/>
                <a:ext cx="8" cy="1"/>
              </a:xfrm>
              <a:prstGeom prst="line">
                <a:avLst/>
              </a:prstGeom>
              <a:ln w="12700" cap="flat" cmpd="sng">
                <a:solidFill>
                  <a:schemeClr val="tx1"/>
                </a:solidFill>
                <a:prstDash val="solid"/>
                <a:headEnd type="none" w="med" len="med"/>
                <a:tailEnd type="none" w="med" len="med"/>
              </a:ln>
            </p:spPr>
          </p:sp>
          <p:sp>
            <p:nvSpPr>
              <p:cNvPr id="44164" name="Freeform 131"/>
              <p:cNvSpPr/>
              <p:nvPr/>
            </p:nvSpPr>
            <p:spPr>
              <a:xfrm>
                <a:off x="2905" y="1150"/>
                <a:ext cx="36" cy="33"/>
              </a:xfrm>
              <a:custGeom>
                <a:avLst/>
                <a:gdLst/>
                <a:ahLst/>
                <a:cxnLst>
                  <a:cxn ang="0">
                    <a:pos x="26" y="32"/>
                  </a:cxn>
                  <a:cxn ang="0">
                    <a:pos x="26" y="27"/>
                  </a:cxn>
                  <a:cxn ang="0">
                    <a:pos x="35" y="27"/>
                  </a:cxn>
                  <a:cxn ang="0">
                    <a:pos x="35" y="4"/>
                  </a:cxn>
                  <a:cxn ang="0">
                    <a:pos x="26" y="4"/>
                  </a:cxn>
                  <a:cxn ang="0">
                    <a:pos x="26" y="0"/>
                  </a:cxn>
                  <a:cxn ang="0">
                    <a:pos x="17" y="0"/>
                  </a:cxn>
                  <a:cxn ang="0">
                    <a:pos x="17" y="4"/>
                  </a:cxn>
                  <a:cxn ang="0">
                    <a:pos x="8" y="4"/>
                  </a:cxn>
                  <a:cxn ang="0">
                    <a:pos x="0" y="9"/>
                  </a:cxn>
                  <a:cxn ang="0">
                    <a:pos x="0" y="13"/>
                  </a:cxn>
                  <a:cxn ang="0">
                    <a:pos x="0" y="18"/>
                  </a:cxn>
                  <a:cxn ang="0">
                    <a:pos x="0" y="22"/>
                  </a:cxn>
                  <a:cxn ang="0">
                    <a:pos x="8" y="27"/>
                  </a:cxn>
                  <a:cxn ang="0">
                    <a:pos x="17" y="27"/>
                  </a:cxn>
                  <a:cxn ang="0">
                    <a:pos x="17" y="32"/>
                  </a:cxn>
                  <a:cxn ang="0">
                    <a:pos x="26" y="32"/>
                  </a:cxn>
                </a:cxnLst>
                <a:rect l="0" t="0" r="0" b="0"/>
                <a:pathLst>
                  <a:path w="36" h="33">
                    <a:moveTo>
                      <a:pt x="26" y="32"/>
                    </a:moveTo>
                    <a:lnTo>
                      <a:pt x="26" y="27"/>
                    </a:lnTo>
                    <a:lnTo>
                      <a:pt x="35" y="27"/>
                    </a:lnTo>
                    <a:lnTo>
                      <a:pt x="35" y="4"/>
                    </a:lnTo>
                    <a:lnTo>
                      <a:pt x="26" y="4"/>
                    </a:lnTo>
                    <a:lnTo>
                      <a:pt x="26" y="0"/>
                    </a:lnTo>
                    <a:lnTo>
                      <a:pt x="17" y="0"/>
                    </a:lnTo>
                    <a:lnTo>
                      <a:pt x="17" y="4"/>
                    </a:lnTo>
                    <a:lnTo>
                      <a:pt x="8" y="4"/>
                    </a:lnTo>
                    <a:lnTo>
                      <a:pt x="0" y="9"/>
                    </a:lnTo>
                    <a:lnTo>
                      <a:pt x="0" y="13"/>
                    </a:lnTo>
                    <a:lnTo>
                      <a:pt x="0" y="18"/>
                    </a:lnTo>
                    <a:lnTo>
                      <a:pt x="0" y="22"/>
                    </a:lnTo>
                    <a:lnTo>
                      <a:pt x="8" y="27"/>
                    </a:lnTo>
                    <a:lnTo>
                      <a:pt x="17" y="27"/>
                    </a:lnTo>
                    <a:lnTo>
                      <a:pt x="17" y="32"/>
                    </a:lnTo>
                    <a:lnTo>
                      <a:pt x="26" y="3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65" name="Freeform 132"/>
              <p:cNvSpPr/>
              <p:nvPr/>
            </p:nvSpPr>
            <p:spPr>
              <a:xfrm>
                <a:off x="2905" y="1150"/>
                <a:ext cx="36" cy="33"/>
              </a:xfrm>
              <a:custGeom>
                <a:avLst/>
                <a:gdLst/>
                <a:ahLst/>
                <a:cxnLst>
                  <a:cxn ang="0">
                    <a:pos x="2" y="0"/>
                  </a:cxn>
                  <a:cxn ang="0">
                    <a:pos x="35" y="16"/>
                  </a:cxn>
                  <a:cxn ang="0">
                    <a:pos x="33" y="32"/>
                  </a:cxn>
                  <a:cxn ang="0">
                    <a:pos x="0" y="16"/>
                  </a:cxn>
                  <a:cxn ang="0">
                    <a:pos x="2" y="0"/>
                  </a:cxn>
                </a:cxnLst>
                <a:rect l="0" t="0" r="0" b="0"/>
                <a:pathLst>
                  <a:path w="36" h="33">
                    <a:moveTo>
                      <a:pt x="2" y="0"/>
                    </a:moveTo>
                    <a:lnTo>
                      <a:pt x="35" y="16"/>
                    </a:lnTo>
                    <a:lnTo>
                      <a:pt x="33" y="32"/>
                    </a:lnTo>
                    <a:lnTo>
                      <a:pt x="0" y="16"/>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66" name="Freeform 133"/>
              <p:cNvSpPr/>
              <p:nvPr/>
            </p:nvSpPr>
            <p:spPr>
              <a:xfrm>
                <a:off x="2923" y="1150"/>
                <a:ext cx="34" cy="33"/>
              </a:xfrm>
              <a:custGeom>
                <a:avLst/>
                <a:gdLst/>
                <a:ahLst/>
                <a:cxnLst>
                  <a:cxn ang="0">
                    <a:pos x="0" y="13"/>
                  </a:cxn>
                  <a:cxn ang="0">
                    <a:pos x="0" y="18"/>
                  </a:cxn>
                  <a:cxn ang="0">
                    <a:pos x="0" y="22"/>
                  </a:cxn>
                  <a:cxn ang="0">
                    <a:pos x="5" y="27"/>
                  </a:cxn>
                  <a:cxn ang="0">
                    <a:pos x="11" y="27"/>
                  </a:cxn>
                  <a:cxn ang="0">
                    <a:pos x="11" y="32"/>
                  </a:cxn>
                  <a:cxn ang="0">
                    <a:pos x="16" y="32"/>
                  </a:cxn>
                  <a:cxn ang="0">
                    <a:pos x="27" y="22"/>
                  </a:cxn>
                  <a:cxn ang="0">
                    <a:pos x="33" y="18"/>
                  </a:cxn>
                  <a:cxn ang="0">
                    <a:pos x="33" y="9"/>
                  </a:cxn>
                  <a:cxn ang="0">
                    <a:pos x="16" y="0"/>
                  </a:cxn>
                  <a:cxn ang="0">
                    <a:pos x="11" y="0"/>
                  </a:cxn>
                  <a:cxn ang="0">
                    <a:pos x="5" y="0"/>
                  </a:cxn>
                  <a:cxn ang="0">
                    <a:pos x="0"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27" y="22"/>
                    </a:lnTo>
                    <a:lnTo>
                      <a:pt x="33" y="18"/>
                    </a:lnTo>
                    <a:lnTo>
                      <a:pt x="33" y="9"/>
                    </a:lnTo>
                    <a:lnTo>
                      <a:pt x="16" y="0"/>
                    </a:lnTo>
                    <a:lnTo>
                      <a:pt x="11" y="0"/>
                    </a:lnTo>
                    <a:lnTo>
                      <a:pt x="5" y="0"/>
                    </a:lnTo>
                    <a:lnTo>
                      <a:pt x="0"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67" name="Line 134"/>
              <p:cNvSpPr/>
              <p:nvPr/>
            </p:nvSpPr>
            <p:spPr>
              <a:xfrm>
                <a:off x="2910" y="1137"/>
                <a:ext cx="12" cy="1"/>
              </a:xfrm>
              <a:prstGeom prst="line">
                <a:avLst/>
              </a:prstGeom>
              <a:ln w="12700" cap="flat" cmpd="sng">
                <a:solidFill>
                  <a:schemeClr val="tx1"/>
                </a:solidFill>
                <a:prstDash val="solid"/>
                <a:headEnd type="none" w="med" len="med"/>
                <a:tailEnd type="none" w="med" len="med"/>
              </a:ln>
            </p:spPr>
          </p:sp>
          <p:sp>
            <p:nvSpPr>
              <p:cNvPr id="44168" name="Line 135"/>
              <p:cNvSpPr/>
              <p:nvPr/>
            </p:nvSpPr>
            <p:spPr>
              <a:xfrm>
                <a:off x="2916" y="1132"/>
                <a:ext cx="8" cy="4"/>
              </a:xfrm>
              <a:prstGeom prst="line">
                <a:avLst/>
              </a:prstGeom>
              <a:ln w="12700" cap="flat" cmpd="sng">
                <a:solidFill>
                  <a:schemeClr val="tx1"/>
                </a:solidFill>
                <a:prstDash val="solid"/>
                <a:headEnd type="none" w="med" len="med"/>
                <a:tailEnd type="none" w="med" len="med"/>
              </a:ln>
            </p:spPr>
          </p:sp>
          <p:sp>
            <p:nvSpPr>
              <p:cNvPr id="44169" name="Freeform 136"/>
              <p:cNvSpPr/>
              <p:nvPr/>
            </p:nvSpPr>
            <p:spPr>
              <a:xfrm>
                <a:off x="2905" y="1130"/>
                <a:ext cx="36" cy="32"/>
              </a:xfrm>
              <a:custGeom>
                <a:avLst/>
                <a:gdLst/>
                <a:ahLst/>
                <a:cxnLst>
                  <a:cxn ang="0">
                    <a:pos x="26" y="31"/>
                  </a:cxn>
                  <a:cxn ang="0">
                    <a:pos x="35" y="26"/>
                  </a:cxn>
                  <a:cxn ang="0">
                    <a:pos x="35" y="4"/>
                  </a:cxn>
                  <a:cxn ang="0">
                    <a:pos x="26" y="4"/>
                  </a:cxn>
                  <a:cxn ang="0">
                    <a:pos x="26" y="0"/>
                  </a:cxn>
                  <a:cxn ang="0">
                    <a:pos x="17" y="0"/>
                  </a:cxn>
                  <a:cxn ang="0">
                    <a:pos x="17" y="4"/>
                  </a:cxn>
                  <a:cxn ang="0">
                    <a:pos x="8" y="4"/>
                  </a:cxn>
                  <a:cxn ang="0">
                    <a:pos x="0" y="8"/>
                  </a:cxn>
                  <a:cxn ang="0">
                    <a:pos x="0" y="13"/>
                  </a:cxn>
                  <a:cxn ang="0">
                    <a:pos x="0" y="17"/>
                  </a:cxn>
                  <a:cxn ang="0">
                    <a:pos x="0" y="22"/>
                  </a:cxn>
                  <a:cxn ang="0">
                    <a:pos x="8" y="31"/>
                  </a:cxn>
                  <a:cxn ang="0">
                    <a:pos x="17" y="31"/>
                  </a:cxn>
                  <a:cxn ang="0">
                    <a:pos x="26" y="31"/>
                  </a:cxn>
                </a:cxnLst>
                <a:rect l="0" t="0" r="0" b="0"/>
                <a:pathLst>
                  <a:path w="36" h="32">
                    <a:moveTo>
                      <a:pt x="26" y="31"/>
                    </a:moveTo>
                    <a:lnTo>
                      <a:pt x="35" y="26"/>
                    </a:lnTo>
                    <a:lnTo>
                      <a:pt x="35" y="4"/>
                    </a:lnTo>
                    <a:lnTo>
                      <a:pt x="26" y="4"/>
                    </a:lnTo>
                    <a:lnTo>
                      <a:pt x="26" y="0"/>
                    </a:lnTo>
                    <a:lnTo>
                      <a:pt x="17" y="0"/>
                    </a:lnTo>
                    <a:lnTo>
                      <a:pt x="17" y="4"/>
                    </a:lnTo>
                    <a:lnTo>
                      <a:pt x="8" y="4"/>
                    </a:lnTo>
                    <a:lnTo>
                      <a:pt x="0" y="8"/>
                    </a:lnTo>
                    <a:lnTo>
                      <a:pt x="0" y="13"/>
                    </a:lnTo>
                    <a:lnTo>
                      <a:pt x="0" y="17"/>
                    </a:lnTo>
                    <a:lnTo>
                      <a:pt x="0" y="22"/>
                    </a:lnTo>
                    <a:lnTo>
                      <a:pt x="8" y="31"/>
                    </a:lnTo>
                    <a:lnTo>
                      <a:pt x="17"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70" name="Freeform 137"/>
              <p:cNvSpPr/>
              <p:nvPr/>
            </p:nvSpPr>
            <p:spPr>
              <a:xfrm>
                <a:off x="2905" y="1130"/>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71" name="Freeform 138"/>
              <p:cNvSpPr/>
              <p:nvPr/>
            </p:nvSpPr>
            <p:spPr>
              <a:xfrm>
                <a:off x="2923" y="1136"/>
                <a:ext cx="34" cy="33"/>
              </a:xfrm>
              <a:custGeom>
                <a:avLst/>
                <a:gdLst/>
                <a:ahLst/>
                <a:cxnLst>
                  <a:cxn ang="0">
                    <a:pos x="0" y="13"/>
                  </a:cxn>
                  <a:cxn ang="0">
                    <a:pos x="0" y="18"/>
                  </a:cxn>
                  <a:cxn ang="0">
                    <a:pos x="0" y="22"/>
                  </a:cxn>
                  <a:cxn ang="0">
                    <a:pos x="5" y="27"/>
                  </a:cxn>
                  <a:cxn ang="0">
                    <a:pos x="11" y="27"/>
                  </a:cxn>
                  <a:cxn ang="0">
                    <a:pos x="11" y="32"/>
                  </a:cxn>
                  <a:cxn ang="0">
                    <a:pos x="16" y="32"/>
                  </a:cxn>
                  <a:cxn ang="0">
                    <a:pos x="33" y="18"/>
                  </a:cxn>
                  <a:cxn ang="0">
                    <a:pos x="33" y="9"/>
                  </a:cxn>
                  <a:cxn ang="0">
                    <a:pos x="16" y="0"/>
                  </a:cxn>
                  <a:cxn ang="0">
                    <a:pos x="11" y="0"/>
                  </a:cxn>
                  <a:cxn ang="0">
                    <a:pos x="11" y="4"/>
                  </a:cxn>
                  <a:cxn ang="0">
                    <a:pos x="5"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33" y="18"/>
                    </a:lnTo>
                    <a:lnTo>
                      <a:pt x="33" y="9"/>
                    </a:lnTo>
                    <a:lnTo>
                      <a:pt x="16" y="0"/>
                    </a:lnTo>
                    <a:lnTo>
                      <a:pt x="11" y="0"/>
                    </a:lnTo>
                    <a:lnTo>
                      <a:pt x="11" y="4"/>
                    </a:lnTo>
                    <a:lnTo>
                      <a:pt x="5"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72" name="Line 139"/>
              <p:cNvSpPr/>
              <p:nvPr/>
            </p:nvSpPr>
            <p:spPr>
              <a:xfrm>
                <a:off x="2895" y="1127"/>
                <a:ext cx="6" cy="2"/>
              </a:xfrm>
              <a:prstGeom prst="line">
                <a:avLst/>
              </a:prstGeom>
              <a:ln w="12700" cap="flat" cmpd="sng">
                <a:solidFill>
                  <a:schemeClr val="tx1"/>
                </a:solidFill>
                <a:prstDash val="solid"/>
                <a:headEnd type="none" w="med" len="med"/>
                <a:tailEnd type="none" w="med" len="med"/>
              </a:ln>
            </p:spPr>
          </p:sp>
          <p:sp>
            <p:nvSpPr>
              <p:cNvPr id="44173" name="Line 140"/>
              <p:cNvSpPr/>
              <p:nvPr/>
            </p:nvSpPr>
            <p:spPr>
              <a:xfrm>
                <a:off x="2892" y="1120"/>
                <a:ext cx="11" cy="4"/>
              </a:xfrm>
              <a:prstGeom prst="line">
                <a:avLst/>
              </a:prstGeom>
              <a:ln w="12700" cap="flat" cmpd="sng">
                <a:solidFill>
                  <a:schemeClr val="tx1"/>
                </a:solidFill>
                <a:prstDash val="solid"/>
                <a:headEnd type="none" w="med" len="med"/>
                <a:tailEnd type="none" w="med" len="med"/>
              </a:ln>
            </p:spPr>
          </p:sp>
          <p:sp>
            <p:nvSpPr>
              <p:cNvPr id="44174" name="Freeform 141"/>
              <p:cNvSpPr/>
              <p:nvPr/>
            </p:nvSpPr>
            <p:spPr>
              <a:xfrm>
                <a:off x="2884" y="1118"/>
                <a:ext cx="33" cy="32"/>
              </a:xfrm>
              <a:custGeom>
                <a:avLst/>
                <a:gdLst/>
                <a:ahLst/>
                <a:cxnLst>
                  <a:cxn ang="0">
                    <a:pos x="25" y="31"/>
                  </a:cxn>
                  <a:cxn ang="0">
                    <a:pos x="25" y="26"/>
                  </a:cxn>
                  <a:cxn ang="0">
                    <a:pos x="32" y="26"/>
                  </a:cxn>
                  <a:cxn ang="0">
                    <a:pos x="32" y="4"/>
                  </a:cxn>
                  <a:cxn ang="0">
                    <a:pos x="25" y="4"/>
                  </a:cxn>
                  <a:cxn ang="0">
                    <a:pos x="25" y="0"/>
                  </a:cxn>
                  <a:cxn ang="0">
                    <a:pos x="19" y="0"/>
                  </a:cxn>
                  <a:cxn ang="0">
                    <a:pos x="19" y="4"/>
                  </a:cxn>
                  <a:cxn ang="0">
                    <a:pos x="12" y="4"/>
                  </a:cxn>
                  <a:cxn ang="0">
                    <a:pos x="6" y="8"/>
                  </a:cxn>
                  <a:cxn ang="0">
                    <a:pos x="6" y="13"/>
                  </a:cxn>
                  <a:cxn ang="0">
                    <a:pos x="0" y="13"/>
                  </a:cxn>
                  <a:cxn ang="0">
                    <a:pos x="0" y="17"/>
                  </a:cxn>
                  <a:cxn ang="0">
                    <a:pos x="6" y="22"/>
                  </a:cxn>
                  <a:cxn ang="0">
                    <a:pos x="12" y="26"/>
                  </a:cxn>
                  <a:cxn ang="0">
                    <a:pos x="19" y="26"/>
                  </a:cxn>
                  <a:cxn ang="0">
                    <a:pos x="19" y="31"/>
                  </a:cxn>
                  <a:cxn ang="0">
                    <a:pos x="25" y="31"/>
                  </a:cxn>
                </a:cxnLst>
                <a:rect l="0" t="0" r="0" b="0"/>
                <a:pathLst>
                  <a:path w="33" h="32">
                    <a:moveTo>
                      <a:pt x="25" y="31"/>
                    </a:moveTo>
                    <a:lnTo>
                      <a:pt x="25" y="26"/>
                    </a:lnTo>
                    <a:lnTo>
                      <a:pt x="32" y="26"/>
                    </a:lnTo>
                    <a:lnTo>
                      <a:pt x="32" y="4"/>
                    </a:lnTo>
                    <a:lnTo>
                      <a:pt x="25" y="4"/>
                    </a:lnTo>
                    <a:lnTo>
                      <a:pt x="25" y="0"/>
                    </a:lnTo>
                    <a:lnTo>
                      <a:pt x="19" y="0"/>
                    </a:lnTo>
                    <a:lnTo>
                      <a:pt x="19" y="4"/>
                    </a:lnTo>
                    <a:lnTo>
                      <a:pt x="12" y="4"/>
                    </a:lnTo>
                    <a:lnTo>
                      <a:pt x="6" y="8"/>
                    </a:lnTo>
                    <a:lnTo>
                      <a:pt x="6" y="13"/>
                    </a:lnTo>
                    <a:lnTo>
                      <a:pt x="0" y="13"/>
                    </a:lnTo>
                    <a:lnTo>
                      <a:pt x="0" y="17"/>
                    </a:lnTo>
                    <a:lnTo>
                      <a:pt x="6" y="22"/>
                    </a:lnTo>
                    <a:lnTo>
                      <a:pt x="12" y="26"/>
                    </a:lnTo>
                    <a:lnTo>
                      <a:pt x="19" y="26"/>
                    </a:lnTo>
                    <a:lnTo>
                      <a:pt x="19"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75" name="Freeform 142"/>
              <p:cNvSpPr/>
              <p:nvPr/>
            </p:nvSpPr>
            <p:spPr>
              <a:xfrm>
                <a:off x="2888" y="1118"/>
                <a:ext cx="34" cy="32"/>
              </a:xfrm>
              <a:custGeom>
                <a:avLst/>
                <a:gdLst/>
                <a:ahLst/>
                <a:cxnLst>
                  <a:cxn ang="0">
                    <a:pos x="1" y="0"/>
                  </a:cxn>
                  <a:cxn ang="0">
                    <a:pos x="33" y="15"/>
                  </a:cxn>
                  <a:cxn ang="0">
                    <a:pos x="31" y="31"/>
                  </a:cxn>
                  <a:cxn ang="0">
                    <a:pos x="0" y="15"/>
                  </a:cxn>
                  <a:cxn ang="0">
                    <a:pos x="1" y="0"/>
                  </a:cxn>
                </a:cxnLst>
                <a:rect l="0" t="0" r="0" b="0"/>
                <a:pathLst>
                  <a:path w="34" h="32">
                    <a:moveTo>
                      <a:pt x="1" y="0"/>
                    </a:moveTo>
                    <a:lnTo>
                      <a:pt x="33" y="15"/>
                    </a:lnTo>
                    <a:lnTo>
                      <a:pt x="31" y="31"/>
                    </a:lnTo>
                    <a:lnTo>
                      <a:pt x="0" y="15"/>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76" name="Freeform 143"/>
              <p:cNvSpPr/>
              <p:nvPr/>
            </p:nvSpPr>
            <p:spPr>
              <a:xfrm>
                <a:off x="2905" y="1121"/>
                <a:ext cx="36" cy="30"/>
              </a:xfrm>
              <a:custGeom>
                <a:avLst/>
                <a:gdLst/>
                <a:ahLst/>
                <a:cxnLst>
                  <a:cxn ang="0">
                    <a:pos x="0" y="12"/>
                  </a:cxn>
                  <a:cxn ang="0">
                    <a:pos x="0" y="16"/>
                  </a:cxn>
                  <a:cxn ang="0">
                    <a:pos x="0" y="20"/>
                  </a:cxn>
                  <a:cxn ang="0">
                    <a:pos x="5" y="24"/>
                  </a:cxn>
                  <a:cxn ang="0">
                    <a:pos x="11" y="24"/>
                  </a:cxn>
                  <a:cxn ang="0">
                    <a:pos x="11" y="29"/>
                  </a:cxn>
                  <a:cxn ang="0">
                    <a:pos x="17" y="29"/>
                  </a:cxn>
                  <a:cxn ang="0">
                    <a:pos x="23" y="24"/>
                  </a:cxn>
                  <a:cxn ang="0">
                    <a:pos x="29" y="20"/>
                  </a:cxn>
                  <a:cxn ang="0">
                    <a:pos x="29" y="16"/>
                  </a:cxn>
                  <a:cxn ang="0">
                    <a:pos x="35" y="16"/>
                  </a:cxn>
                  <a:cxn ang="0">
                    <a:pos x="35" y="12"/>
                  </a:cxn>
                  <a:cxn ang="0">
                    <a:pos x="29" y="8"/>
                  </a:cxn>
                  <a:cxn ang="0">
                    <a:pos x="29" y="4"/>
                  </a:cxn>
                  <a:cxn ang="0">
                    <a:pos x="23" y="0"/>
                  </a:cxn>
                  <a:cxn ang="0">
                    <a:pos x="17" y="0"/>
                  </a:cxn>
                  <a:cxn ang="0">
                    <a:pos x="11" y="0"/>
                  </a:cxn>
                  <a:cxn ang="0">
                    <a:pos x="5" y="0"/>
                  </a:cxn>
                  <a:cxn ang="0">
                    <a:pos x="0" y="4"/>
                  </a:cxn>
                  <a:cxn ang="0">
                    <a:pos x="0" y="8"/>
                  </a:cxn>
                  <a:cxn ang="0">
                    <a:pos x="0" y="12"/>
                  </a:cxn>
                </a:cxnLst>
                <a:rect l="0" t="0" r="0" b="0"/>
                <a:pathLst>
                  <a:path w="36" h="30">
                    <a:moveTo>
                      <a:pt x="0" y="12"/>
                    </a:moveTo>
                    <a:lnTo>
                      <a:pt x="0" y="16"/>
                    </a:lnTo>
                    <a:lnTo>
                      <a:pt x="0" y="20"/>
                    </a:lnTo>
                    <a:lnTo>
                      <a:pt x="5" y="24"/>
                    </a:lnTo>
                    <a:lnTo>
                      <a:pt x="11" y="24"/>
                    </a:lnTo>
                    <a:lnTo>
                      <a:pt x="11" y="29"/>
                    </a:lnTo>
                    <a:lnTo>
                      <a:pt x="17" y="29"/>
                    </a:lnTo>
                    <a:lnTo>
                      <a:pt x="23" y="24"/>
                    </a:lnTo>
                    <a:lnTo>
                      <a:pt x="29" y="20"/>
                    </a:lnTo>
                    <a:lnTo>
                      <a:pt x="29" y="16"/>
                    </a:lnTo>
                    <a:lnTo>
                      <a:pt x="35" y="16"/>
                    </a:lnTo>
                    <a:lnTo>
                      <a:pt x="35" y="12"/>
                    </a:lnTo>
                    <a:lnTo>
                      <a:pt x="29" y="8"/>
                    </a:lnTo>
                    <a:lnTo>
                      <a:pt x="29" y="4"/>
                    </a:lnTo>
                    <a:lnTo>
                      <a:pt x="23" y="0"/>
                    </a:lnTo>
                    <a:lnTo>
                      <a:pt x="17" y="0"/>
                    </a:lnTo>
                    <a:lnTo>
                      <a:pt x="11" y="0"/>
                    </a:lnTo>
                    <a:lnTo>
                      <a:pt x="5" y="0"/>
                    </a:lnTo>
                    <a:lnTo>
                      <a:pt x="0"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77" name="Line 144"/>
              <p:cNvSpPr/>
              <p:nvPr/>
            </p:nvSpPr>
            <p:spPr>
              <a:xfrm>
                <a:off x="2929" y="1127"/>
                <a:ext cx="9" cy="2"/>
              </a:xfrm>
              <a:prstGeom prst="line">
                <a:avLst/>
              </a:prstGeom>
              <a:ln w="12700" cap="flat" cmpd="sng">
                <a:solidFill>
                  <a:schemeClr val="tx1"/>
                </a:solidFill>
                <a:prstDash val="solid"/>
                <a:headEnd type="none" w="med" len="med"/>
                <a:tailEnd type="none" w="med" len="med"/>
              </a:ln>
            </p:spPr>
          </p:sp>
          <p:sp>
            <p:nvSpPr>
              <p:cNvPr id="44178" name="Line 145"/>
              <p:cNvSpPr/>
              <p:nvPr/>
            </p:nvSpPr>
            <p:spPr>
              <a:xfrm>
                <a:off x="2929" y="1120"/>
                <a:ext cx="12" cy="4"/>
              </a:xfrm>
              <a:prstGeom prst="line">
                <a:avLst/>
              </a:prstGeom>
              <a:ln w="12700" cap="flat" cmpd="sng">
                <a:solidFill>
                  <a:schemeClr val="tx1"/>
                </a:solidFill>
                <a:prstDash val="solid"/>
                <a:headEnd type="none" w="med" len="med"/>
                <a:tailEnd type="none" w="med" len="med"/>
              </a:ln>
            </p:spPr>
          </p:sp>
          <p:sp>
            <p:nvSpPr>
              <p:cNvPr id="44179" name="Freeform 146"/>
              <p:cNvSpPr/>
              <p:nvPr/>
            </p:nvSpPr>
            <p:spPr>
              <a:xfrm>
                <a:off x="2923" y="1118"/>
                <a:ext cx="34" cy="32"/>
              </a:xfrm>
              <a:custGeom>
                <a:avLst/>
                <a:gdLst/>
                <a:ahLst/>
                <a:cxnLst>
                  <a:cxn ang="0">
                    <a:pos x="24" y="31"/>
                  </a:cxn>
                  <a:cxn ang="0">
                    <a:pos x="33" y="31"/>
                  </a:cxn>
                  <a:cxn ang="0">
                    <a:pos x="33" y="26"/>
                  </a:cxn>
                  <a:cxn ang="0">
                    <a:pos x="33" y="4"/>
                  </a:cxn>
                  <a:cxn ang="0">
                    <a:pos x="33" y="0"/>
                  </a:cxn>
                  <a:cxn ang="0">
                    <a:pos x="24" y="0"/>
                  </a:cxn>
                  <a:cxn ang="0">
                    <a:pos x="16" y="4"/>
                  </a:cxn>
                  <a:cxn ang="0">
                    <a:pos x="8" y="8"/>
                  </a:cxn>
                  <a:cxn ang="0">
                    <a:pos x="0" y="13"/>
                  </a:cxn>
                  <a:cxn ang="0">
                    <a:pos x="0"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4"/>
                    </a:lnTo>
                    <a:lnTo>
                      <a:pt x="8" y="8"/>
                    </a:lnTo>
                    <a:lnTo>
                      <a:pt x="0" y="13"/>
                    </a:lnTo>
                    <a:lnTo>
                      <a:pt x="0"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80" name="Freeform 147"/>
              <p:cNvSpPr/>
              <p:nvPr/>
            </p:nvSpPr>
            <p:spPr>
              <a:xfrm>
                <a:off x="2923" y="1118"/>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81" name="Freeform 148"/>
              <p:cNvSpPr/>
              <p:nvPr/>
            </p:nvSpPr>
            <p:spPr>
              <a:xfrm>
                <a:off x="2945" y="1121"/>
                <a:ext cx="33" cy="30"/>
              </a:xfrm>
              <a:custGeom>
                <a:avLst/>
                <a:gdLst/>
                <a:ahLst/>
                <a:cxnLst>
                  <a:cxn ang="0">
                    <a:pos x="0" y="12"/>
                  </a:cxn>
                  <a:cxn ang="0">
                    <a:pos x="0" y="16"/>
                  </a:cxn>
                  <a:cxn ang="0">
                    <a:pos x="4" y="16"/>
                  </a:cxn>
                  <a:cxn ang="0">
                    <a:pos x="4" y="20"/>
                  </a:cxn>
                  <a:cxn ang="0">
                    <a:pos x="9" y="24"/>
                  </a:cxn>
                  <a:cxn ang="0">
                    <a:pos x="13" y="29"/>
                  </a:cxn>
                  <a:cxn ang="0">
                    <a:pos x="18" y="29"/>
                  </a:cxn>
                  <a:cxn ang="0">
                    <a:pos x="22" y="24"/>
                  </a:cxn>
                  <a:cxn ang="0">
                    <a:pos x="27" y="20"/>
                  </a:cxn>
                  <a:cxn ang="0">
                    <a:pos x="27" y="16"/>
                  </a:cxn>
                  <a:cxn ang="0">
                    <a:pos x="32" y="16"/>
                  </a:cxn>
                  <a:cxn ang="0">
                    <a:pos x="32" y="8"/>
                  </a:cxn>
                  <a:cxn ang="0">
                    <a:pos x="27" y="8"/>
                  </a:cxn>
                  <a:cxn ang="0">
                    <a:pos x="27" y="4"/>
                  </a:cxn>
                  <a:cxn ang="0">
                    <a:pos x="22" y="0"/>
                  </a:cxn>
                  <a:cxn ang="0">
                    <a:pos x="18" y="0"/>
                  </a:cxn>
                  <a:cxn ang="0">
                    <a:pos x="13" y="0"/>
                  </a:cxn>
                  <a:cxn ang="0">
                    <a:pos x="9" y="0"/>
                  </a:cxn>
                  <a:cxn ang="0">
                    <a:pos x="4" y="4"/>
                  </a:cxn>
                  <a:cxn ang="0">
                    <a:pos x="4" y="8"/>
                  </a:cxn>
                  <a:cxn ang="0">
                    <a:pos x="0" y="8"/>
                  </a:cxn>
                  <a:cxn ang="0">
                    <a:pos x="0" y="12"/>
                  </a:cxn>
                </a:cxnLst>
                <a:rect l="0" t="0" r="0" b="0"/>
                <a:pathLst>
                  <a:path w="33" h="30">
                    <a:moveTo>
                      <a:pt x="0" y="12"/>
                    </a:moveTo>
                    <a:lnTo>
                      <a:pt x="0" y="16"/>
                    </a:lnTo>
                    <a:lnTo>
                      <a:pt x="4" y="16"/>
                    </a:lnTo>
                    <a:lnTo>
                      <a:pt x="4" y="20"/>
                    </a:lnTo>
                    <a:lnTo>
                      <a:pt x="9" y="24"/>
                    </a:lnTo>
                    <a:lnTo>
                      <a:pt x="13" y="29"/>
                    </a:lnTo>
                    <a:lnTo>
                      <a:pt x="18" y="29"/>
                    </a:lnTo>
                    <a:lnTo>
                      <a:pt x="22" y="24"/>
                    </a:lnTo>
                    <a:lnTo>
                      <a:pt x="27" y="20"/>
                    </a:lnTo>
                    <a:lnTo>
                      <a:pt x="27" y="16"/>
                    </a:lnTo>
                    <a:lnTo>
                      <a:pt x="32" y="16"/>
                    </a:lnTo>
                    <a:lnTo>
                      <a:pt x="32" y="8"/>
                    </a:lnTo>
                    <a:lnTo>
                      <a:pt x="27" y="8"/>
                    </a:lnTo>
                    <a:lnTo>
                      <a:pt x="27" y="4"/>
                    </a:lnTo>
                    <a:lnTo>
                      <a:pt x="22" y="0"/>
                    </a:lnTo>
                    <a:lnTo>
                      <a:pt x="18" y="0"/>
                    </a:lnTo>
                    <a:lnTo>
                      <a:pt x="13"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182" name="Line 149"/>
              <p:cNvSpPr/>
              <p:nvPr/>
            </p:nvSpPr>
            <p:spPr>
              <a:xfrm>
                <a:off x="2910" y="1113"/>
                <a:ext cx="12" cy="2"/>
              </a:xfrm>
              <a:prstGeom prst="line">
                <a:avLst/>
              </a:prstGeom>
              <a:ln w="12700" cap="flat" cmpd="sng">
                <a:solidFill>
                  <a:schemeClr val="tx1"/>
                </a:solidFill>
                <a:prstDash val="solid"/>
                <a:headEnd type="none" w="med" len="med"/>
                <a:tailEnd type="none" w="med" len="med"/>
              </a:ln>
            </p:spPr>
          </p:sp>
          <p:sp>
            <p:nvSpPr>
              <p:cNvPr id="44183" name="Line 150"/>
              <p:cNvSpPr/>
              <p:nvPr/>
            </p:nvSpPr>
            <p:spPr>
              <a:xfrm>
                <a:off x="2916" y="1106"/>
                <a:ext cx="8" cy="2"/>
              </a:xfrm>
              <a:prstGeom prst="line">
                <a:avLst/>
              </a:prstGeom>
              <a:ln w="12700" cap="flat" cmpd="sng">
                <a:solidFill>
                  <a:schemeClr val="tx1"/>
                </a:solidFill>
                <a:prstDash val="solid"/>
                <a:headEnd type="none" w="med" len="med"/>
                <a:tailEnd type="none" w="med" len="med"/>
              </a:ln>
            </p:spPr>
          </p:sp>
          <p:sp>
            <p:nvSpPr>
              <p:cNvPr id="44184" name="Freeform 151"/>
              <p:cNvSpPr/>
              <p:nvPr/>
            </p:nvSpPr>
            <p:spPr>
              <a:xfrm>
                <a:off x="2905" y="1102"/>
                <a:ext cx="36" cy="31"/>
              </a:xfrm>
              <a:custGeom>
                <a:avLst/>
                <a:gdLst/>
                <a:ahLst/>
                <a:cxnLst>
                  <a:cxn ang="0">
                    <a:pos x="26" y="30"/>
                  </a:cxn>
                  <a:cxn ang="0">
                    <a:pos x="35" y="25"/>
                  </a:cxn>
                  <a:cxn ang="0">
                    <a:pos x="35" y="5"/>
                  </a:cxn>
                  <a:cxn ang="0">
                    <a:pos x="26" y="0"/>
                  </a:cxn>
                  <a:cxn ang="0">
                    <a:pos x="17" y="0"/>
                  </a:cxn>
                  <a:cxn ang="0">
                    <a:pos x="8" y="0"/>
                  </a:cxn>
                  <a:cxn ang="0">
                    <a:pos x="0" y="5"/>
                  </a:cxn>
                  <a:cxn ang="0">
                    <a:pos x="0" y="10"/>
                  </a:cxn>
                  <a:cxn ang="0">
                    <a:pos x="0" y="15"/>
                  </a:cxn>
                  <a:cxn ang="0">
                    <a:pos x="0" y="20"/>
                  </a:cxn>
                  <a:cxn ang="0">
                    <a:pos x="8" y="30"/>
                  </a:cxn>
                  <a:cxn ang="0">
                    <a:pos x="17" y="30"/>
                  </a:cxn>
                  <a:cxn ang="0">
                    <a:pos x="26" y="30"/>
                  </a:cxn>
                </a:cxnLst>
                <a:rect l="0" t="0" r="0" b="0"/>
                <a:pathLst>
                  <a:path w="36" h="31">
                    <a:moveTo>
                      <a:pt x="26" y="30"/>
                    </a:moveTo>
                    <a:lnTo>
                      <a:pt x="35" y="25"/>
                    </a:lnTo>
                    <a:lnTo>
                      <a:pt x="35" y="5"/>
                    </a:lnTo>
                    <a:lnTo>
                      <a:pt x="26" y="0"/>
                    </a:lnTo>
                    <a:lnTo>
                      <a:pt x="17" y="0"/>
                    </a:lnTo>
                    <a:lnTo>
                      <a:pt x="8" y="0"/>
                    </a:lnTo>
                    <a:lnTo>
                      <a:pt x="0" y="5"/>
                    </a:lnTo>
                    <a:lnTo>
                      <a:pt x="0" y="10"/>
                    </a:lnTo>
                    <a:lnTo>
                      <a:pt x="0" y="15"/>
                    </a:lnTo>
                    <a:lnTo>
                      <a:pt x="0" y="20"/>
                    </a:lnTo>
                    <a:lnTo>
                      <a:pt x="8" y="30"/>
                    </a:lnTo>
                    <a:lnTo>
                      <a:pt x="17" y="30"/>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85" name="Freeform 152"/>
              <p:cNvSpPr/>
              <p:nvPr/>
            </p:nvSpPr>
            <p:spPr>
              <a:xfrm>
                <a:off x="2906" y="1102"/>
                <a:ext cx="36" cy="31"/>
              </a:xfrm>
              <a:custGeom>
                <a:avLst/>
                <a:gdLst/>
                <a:ahLst/>
                <a:cxnLst>
                  <a:cxn ang="0">
                    <a:pos x="1" y="2"/>
                  </a:cxn>
                  <a:cxn ang="0">
                    <a:pos x="35" y="15"/>
                  </a:cxn>
                  <a:cxn ang="0">
                    <a:pos x="33" y="30"/>
                  </a:cxn>
                  <a:cxn ang="0">
                    <a:pos x="0" y="15"/>
                  </a:cxn>
                  <a:cxn ang="0">
                    <a:pos x="1" y="0"/>
                  </a:cxn>
                  <a:cxn ang="0">
                    <a:pos x="1" y="2"/>
                  </a:cxn>
                </a:cxnLst>
                <a:rect l="0" t="0" r="0" b="0"/>
                <a:pathLst>
                  <a:path w="36" h="31">
                    <a:moveTo>
                      <a:pt x="1" y="2"/>
                    </a:moveTo>
                    <a:lnTo>
                      <a:pt x="35" y="15"/>
                    </a:lnTo>
                    <a:lnTo>
                      <a:pt x="33" y="30"/>
                    </a:lnTo>
                    <a:lnTo>
                      <a:pt x="0" y="15"/>
                    </a:lnTo>
                    <a:lnTo>
                      <a:pt x="1" y="0"/>
                    </a:lnTo>
                    <a:lnTo>
                      <a:pt x="1"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186" name="Freeform 153"/>
              <p:cNvSpPr/>
              <p:nvPr/>
            </p:nvSpPr>
            <p:spPr>
              <a:xfrm>
                <a:off x="2923" y="1107"/>
                <a:ext cx="36" cy="30"/>
              </a:xfrm>
              <a:custGeom>
                <a:avLst/>
                <a:gdLst/>
                <a:ahLst/>
                <a:cxnLst>
                  <a:cxn ang="0">
                    <a:pos x="0" y="12"/>
                  </a:cxn>
                  <a:cxn ang="0">
                    <a:pos x="0" y="16"/>
                  </a:cxn>
                  <a:cxn ang="0">
                    <a:pos x="0" y="20"/>
                  </a:cxn>
                  <a:cxn ang="0">
                    <a:pos x="5" y="29"/>
                  </a:cxn>
                  <a:cxn ang="0">
                    <a:pos x="11" y="29"/>
                  </a:cxn>
                  <a:cxn ang="0">
                    <a:pos x="17" y="29"/>
                  </a:cxn>
                  <a:cxn ang="0">
                    <a:pos x="23" y="29"/>
                  </a:cxn>
                  <a:cxn ang="0">
                    <a:pos x="29" y="29"/>
                  </a:cxn>
                  <a:cxn ang="0">
                    <a:pos x="35" y="20"/>
                  </a:cxn>
                  <a:cxn ang="0">
                    <a:pos x="35" y="16"/>
                  </a:cxn>
                  <a:cxn ang="0">
                    <a:pos x="35" y="12"/>
                  </a:cxn>
                  <a:cxn ang="0">
                    <a:pos x="35" y="8"/>
                  </a:cxn>
                  <a:cxn ang="0">
                    <a:pos x="29" y="4"/>
                  </a:cxn>
                  <a:cxn ang="0">
                    <a:pos x="23" y="4"/>
                  </a:cxn>
                  <a:cxn ang="0">
                    <a:pos x="17" y="0"/>
                  </a:cxn>
                  <a:cxn ang="0">
                    <a:pos x="11" y="0"/>
                  </a:cxn>
                  <a:cxn ang="0">
                    <a:pos x="11" y="4"/>
                  </a:cxn>
                  <a:cxn ang="0">
                    <a:pos x="5" y="4"/>
                  </a:cxn>
                  <a:cxn ang="0">
                    <a:pos x="0" y="8"/>
                  </a:cxn>
                  <a:cxn ang="0">
                    <a:pos x="0" y="12"/>
                  </a:cxn>
                </a:cxnLst>
                <a:rect l="0" t="0" r="0" b="0"/>
                <a:pathLst>
                  <a:path w="36" h="30">
                    <a:moveTo>
                      <a:pt x="0" y="12"/>
                    </a:moveTo>
                    <a:lnTo>
                      <a:pt x="0" y="16"/>
                    </a:lnTo>
                    <a:lnTo>
                      <a:pt x="0" y="20"/>
                    </a:lnTo>
                    <a:lnTo>
                      <a:pt x="5" y="29"/>
                    </a:lnTo>
                    <a:lnTo>
                      <a:pt x="11" y="29"/>
                    </a:lnTo>
                    <a:lnTo>
                      <a:pt x="17" y="29"/>
                    </a:lnTo>
                    <a:lnTo>
                      <a:pt x="23" y="29"/>
                    </a:lnTo>
                    <a:lnTo>
                      <a:pt x="29" y="29"/>
                    </a:lnTo>
                    <a:lnTo>
                      <a:pt x="35" y="20"/>
                    </a:lnTo>
                    <a:lnTo>
                      <a:pt x="35" y="16"/>
                    </a:lnTo>
                    <a:lnTo>
                      <a:pt x="35" y="12"/>
                    </a:lnTo>
                    <a:lnTo>
                      <a:pt x="35" y="8"/>
                    </a:lnTo>
                    <a:lnTo>
                      <a:pt x="29" y="4"/>
                    </a:lnTo>
                    <a:lnTo>
                      <a:pt x="23" y="4"/>
                    </a:lnTo>
                    <a:lnTo>
                      <a:pt x="17" y="0"/>
                    </a:lnTo>
                    <a:lnTo>
                      <a:pt x="11" y="0"/>
                    </a:lnTo>
                    <a:lnTo>
                      <a:pt x="11" y="4"/>
                    </a:lnTo>
                    <a:lnTo>
                      <a:pt x="5"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4187" name="Group 154"/>
            <p:cNvGrpSpPr/>
            <p:nvPr/>
          </p:nvGrpSpPr>
          <p:grpSpPr>
            <a:xfrm>
              <a:off x="3759" y="2360"/>
              <a:ext cx="430" cy="196"/>
              <a:chOff x="3806" y="1332"/>
              <a:chExt cx="430" cy="196"/>
            </a:xfrm>
          </p:grpSpPr>
          <p:sp>
            <p:nvSpPr>
              <p:cNvPr id="44188" name="Freeform 155"/>
              <p:cNvSpPr/>
              <p:nvPr/>
            </p:nvSpPr>
            <p:spPr>
              <a:xfrm>
                <a:off x="4120" y="1348"/>
                <a:ext cx="116" cy="171"/>
              </a:xfrm>
              <a:custGeom>
                <a:avLst/>
                <a:gdLst/>
                <a:ahLst/>
                <a:cxnLst>
                  <a:cxn ang="0">
                    <a:pos x="115" y="163"/>
                  </a:cxn>
                  <a:cxn ang="0">
                    <a:pos x="115" y="6"/>
                  </a:cxn>
                  <a:cxn ang="0">
                    <a:pos x="0" y="0"/>
                  </a:cxn>
                  <a:cxn ang="0">
                    <a:pos x="0" y="170"/>
                  </a:cxn>
                  <a:cxn ang="0">
                    <a:pos x="115" y="163"/>
                  </a:cxn>
                </a:cxnLst>
                <a:rect l="0" t="0" r="0" b="0"/>
                <a:pathLst>
                  <a:path w="116" h="171">
                    <a:moveTo>
                      <a:pt x="115" y="163"/>
                    </a:moveTo>
                    <a:lnTo>
                      <a:pt x="115" y="6"/>
                    </a:lnTo>
                    <a:lnTo>
                      <a:pt x="0" y="0"/>
                    </a:lnTo>
                    <a:lnTo>
                      <a:pt x="0" y="170"/>
                    </a:lnTo>
                    <a:lnTo>
                      <a:pt x="115" y="16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4189" name="Freeform 156"/>
              <p:cNvSpPr/>
              <p:nvPr/>
            </p:nvSpPr>
            <p:spPr>
              <a:xfrm>
                <a:off x="3951" y="1373"/>
                <a:ext cx="127" cy="116"/>
              </a:xfrm>
              <a:custGeom>
                <a:avLst/>
                <a:gdLst/>
                <a:ahLst/>
                <a:cxnLst>
                  <a:cxn ang="0">
                    <a:pos x="24" y="0"/>
                  </a:cxn>
                  <a:cxn ang="0">
                    <a:pos x="100" y="0"/>
                  </a:cxn>
                  <a:cxn ang="0">
                    <a:pos x="126" y="16"/>
                  </a:cxn>
                  <a:cxn ang="0">
                    <a:pos x="126" y="98"/>
                  </a:cxn>
                  <a:cxn ang="0">
                    <a:pos x="100" y="115"/>
                  </a:cxn>
                  <a:cxn ang="0">
                    <a:pos x="24" y="115"/>
                  </a:cxn>
                  <a:cxn ang="0">
                    <a:pos x="0" y="98"/>
                  </a:cxn>
                  <a:cxn ang="0">
                    <a:pos x="0" y="16"/>
                  </a:cxn>
                  <a:cxn ang="0">
                    <a:pos x="24" y="0"/>
                  </a:cxn>
                </a:cxnLst>
                <a:rect l="0" t="0" r="0" b="0"/>
                <a:pathLst>
                  <a:path w="127" h="116">
                    <a:moveTo>
                      <a:pt x="24" y="0"/>
                    </a:moveTo>
                    <a:lnTo>
                      <a:pt x="100" y="0"/>
                    </a:lnTo>
                    <a:lnTo>
                      <a:pt x="126" y="16"/>
                    </a:lnTo>
                    <a:lnTo>
                      <a:pt x="126" y="98"/>
                    </a:lnTo>
                    <a:lnTo>
                      <a:pt x="100" y="115"/>
                    </a:lnTo>
                    <a:lnTo>
                      <a:pt x="24" y="115"/>
                    </a:lnTo>
                    <a:lnTo>
                      <a:pt x="0" y="98"/>
                    </a:lnTo>
                    <a:lnTo>
                      <a:pt x="0" y="16"/>
                    </a:lnTo>
                    <a:lnTo>
                      <a:pt x="24"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190" name="Freeform 157"/>
              <p:cNvSpPr/>
              <p:nvPr/>
            </p:nvSpPr>
            <p:spPr>
              <a:xfrm>
                <a:off x="4008" y="1385"/>
                <a:ext cx="125" cy="116"/>
              </a:xfrm>
              <a:custGeom>
                <a:avLst/>
                <a:gdLst/>
                <a:ahLst/>
                <a:cxnLst>
                  <a:cxn ang="0">
                    <a:pos x="25" y="0"/>
                  </a:cxn>
                  <a:cxn ang="0">
                    <a:pos x="99" y="0"/>
                  </a:cxn>
                  <a:cxn ang="0">
                    <a:pos x="124" y="16"/>
                  </a:cxn>
                  <a:cxn ang="0">
                    <a:pos x="124" y="98"/>
                  </a:cxn>
                  <a:cxn ang="0">
                    <a:pos x="99" y="115"/>
                  </a:cxn>
                  <a:cxn ang="0">
                    <a:pos x="25" y="115"/>
                  </a:cxn>
                  <a:cxn ang="0">
                    <a:pos x="0" y="98"/>
                  </a:cxn>
                  <a:cxn ang="0">
                    <a:pos x="0" y="16"/>
                  </a:cxn>
                  <a:cxn ang="0">
                    <a:pos x="25" y="0"/>
                  </a:cxn>
                </a:cxnLst>
                <a:rect l="0" t="0" r="0" b="0"/>
                <a:pathLst>
                  <a:path w="125" h="116">
                    <a:moveTo>
                      <a:pt x="25" y="0"/>
                    </a:moveTo>
                    <a:lnTo>
                      <a:pt x="99" y="0"/>
                    </a:lnTo>
                    <a:lnTo>
                      <a:pt x="124" y="16"/>
                    </a:lnTo>
                    <a:lnTo>
                      <a:pt x="124" y="98"/>
                    </a:lnTo>
                    <a:lnTo>
                      <a:pt x="99" y="115"/>
                    </a:lnTo>
                    <a:lnTo>
                      <a:pt x="25" y="115"/>
                    </a:lnTo>
                    <a:lnTo>
                      <a:pt x="0" y="98"/>
                    </a:lnTo>
                    <a:lnTo>
                      <a:pt x="0" y="1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191" name="Freeform 158"/>
              <p:cNvSpPr/>
              <p:nvPr/>
            </p:nvSpPr>
            <p:spPr>
              <a:xfrm>
                <a:off x="3980" y="1371"/>
                <a:ext cx="127" cy="32"/>
              </a:xfrm>
              <a:custGeom>
                <a:avLst/>
                <a:gdLst/>
                <a:ahLst/>
                <a:cxnLst>
                  <a:cxn ang="0">
                    <a:pos x="72" y="0"/>
                  </a:cxn>
                  <a:cxn ang="0">
                    <a:pos x="126" y="31"/>
                  </a:cxn>
                  <a:cxn ang="0">
                    <a:pos x="53" y="31"/>
                  </a:cxn>
                  <a:cxn ang="0">
                    <a:pos x="0" y="0"/>
                  </a:cxn>
                  <a:cxn ang="0">
                    <a:pos x="72" y="0"/>
                  </a:cxn>
                </a:cxnLst>
                <a:rect l="0" t="0" r="0" b="0"/>
                <a:pathLst>
                  <a:path w="127" h="32">
                    <a:moveTo>
                      <a:pt x="72" y="0"/>
                    </a:moveTo>
                    <a:lnTo>
                      <a:pt x="126" y="31"/>
                    </a:lnTo>
                    <a:lnTo>
                      <a:pt x="53" y="31"/>
                    </a:lnTo>
                    <a:lnTo>
                      <a:pt x="0" y="0"/>
                    </a:lnTo>
                    <a:lnTo>
                      <a:pt x="72"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4192" name="Freeform 159"/>
              <p:cNvSpPr/>
              <p:nvPr/>
            </p:nvSpPr>
            <p:spPr>
              <a:xfrm>
                <a:off x="3954" y="1472"/>
                <a:ext cx="78" cy="33"/>
              </a:xfrm>
              <a:custGeom>
                <a:avLst/>
                <a:gdLst/>
                <a:ahLst/>
                <a:cxnLst>
                  <a:cxn ang="0">
                    <a:pos x="0" y="0"/>
                  </a:cxn>
                  <a:cxn ang="0">
                    <a:pos x="52" y="11"/>
                  </a:cxn>
                  <a:cxn ang="0">
                    <a:pos x="77" y="32"/>
                  </a:cxn>
                  <a:cxn ang="0">
                    <a:pos x="23" y="20"/>
                  </a:cxn>
                  <a:cxn ang="0">
                    <a:pos x="0" y="0"/>
                  </a:cxn>
                </a:cxnLst>
                <a:rect l="0" t="0" r="0" b="0"/>
                <a:pathLst>
                  <a:path w="78" h="33">
                    <a:moveTo>
                      <a:pt x="0" y="0"/>
                    </a:moveTo>
                    <a:lnTo>
                      <a:pt x="52" y="11"/>
                    </a:lnTo>
                    <a:lnTo>
                      <a:pt x="77" y="32"/>
                    </a:lnTo>
                    <a:lnTo>
                      <a:pt x="23"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4193" name="Line 160"/>
              <p:cNvSpPr/>
              <p:nvPr/>
            </p:nvSpPr>
            <p:spPr>
              <a:xfrm>
                <a:off x="3960" y="1397"/>
                <a:ext cx="42" cy="0"/>
              </a:xfrm>
              <a:prstGeom prst="line">
                <a:avLst/>
              </a:prstGeom>
              <a:ln w="12700" cap="flat" cmpd="sng">
                <a:solidFill>
                  <a:schemeClr val="tx1"/>
                </a:solidFill>
                <a:prstDash val="solid"/>
                <a:headEnd type="none" w="med" len="med"/>
                <a:tailEnd type="none" w="med" len="med"/>
              </a:ln>
            </p:spPr>
          </p:sp>
          <p:sp>
            <p:nvSpPr>
              <p:cNvPr id="44194" name="Oval 161"/>
              <p:cNvSpPr/>
              <p:nvPr/>
            </p:nvSpPr>
            <p:spPr>
              <a:xfrm>
                <a:off x="4029" y="1402"/>
                <a:ext cx="27" cy="23"/>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44195" name="Line 162"/>
              <p:cNvSpPr/>
              <p:nvPr/>
            </p:nvSpPr>
            <p:spPr>
              <a:xfrm flipV="1">
                <a:off x="4040" y="1391"/>
                <a:ext cx="8" cy="10"/>
              </a:xfrm>
              <a:prstGeom prst="line">
                <a:avLst/>
              </a:prstGeom>
              <a:ln w="12700" cap="flat" cmpd="sng">
                <a:solidFill>
                  <a:schemeClr val="tx1"/>
                </a:solidFill>
                <a:prstDash val="solid"/>
                <a:headEnd type="none" w="med" len="med"/>
                <a:tailEnd type="none" w="med" len="med"/>
              </a:ln>
            </p:spPr>
          </p:sp>
          <p:sp>
            <p:nvSpPr>
              <p:cNvPr id="44196" name="Line 163"/>
              <p:cNvSpPr/>
              <p:nvPr/>
            </p:nvSpPr>
            <p:spPr>
              <a:xfrm>
                <a:off x="4039" y="1411"/>
                <a:ext cx="3" cy="0"/>
              </a:xfrm>
              <a:prstGeom prst="line">
                <a:avLst/>
              </a:prstGeom>
              <a:ln w="12700" cap="flat" cmpd="sng">
                <a:solidFill>
                  <a:schemeClr val="tx1"/>
                </a:solidFill>
                <a:prstDash val="solid"/>
                <a:headEnd type="none" w="med" len="med"/>
                <a:tailEnd type="none" w="med" len="med"/>
              </a:ln>
            </p:spPr>
          </p:sp>
          <p:sp>
            <p:nvSpPr>
              <p:cNvPr id="44197" name="Oval 164"/>
              <p:cNvSpPr/>
              <p:nvPr/>
            </p:nvSpPr>
            <p:spPr>
              <a:xfrm>
                <a:off x="4017" y="1419"/>
                <a:ext cx="108" cy="7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44198" name="Line 165"/>
              <p:cNvSpPr/>
              <p:nvPr/>
            </p:nvSpPr>
            <p:spPr>
              <a:xfrm>
                <a:off x="4106" y="1402"/>
                <a:ext cx="46" cy="1"/>
              </a:xfrm>
              <a:prstGeom prst="line">
                <a:avLst/>
              </a:prstGeom>
              <a:ln w="12700" cap="flat" cmpd="sng">
                <a:solidFill>
                  <a:schemeClr val="tx1"/>
                </a:solidFill>
                <a:prstDash val="solid"/>
                <a:headEnd type="none" w="med" len="med"/>
                <a:tailEnd type="none" w="med" len="med"/>
              </a:ln>
            </p:spPr>
          </p:sp>
          <p:sp>
            <p:nvSpPr>
              <p:cNvPr id="44199" name="Freeform 166"/>
              <p:cNvSpPr/>
              <p:nvPr/>
            </p:nvSpPr>
            <p:spPr>
              <a:xfrm>
                <a:off x="4034" y="1398"/>
                <a:ext cx="35" cy="32"/>
              </a:xfrm>
              <a:custGeom>
                <a:avLst/>
                <a:gdLst/>
                <a:ahLst/>
                <a:cxnLst>
                  <a:cxn ang="0">
                    <a:pos x="0" y="0"/>
                  </a:cxn>
                  <a:cxn ang="0">
                    <a:pos x="21" y="0"/>
                  </a:cxn>
                  <a:cxn ang="0">
                    <a:pos x="34" y="13"/>
                  </a:cxn>
                  <a:cxn ang="0">
                    <a:pos x="24" y="31"/>
                  </a:cxn>
                  <a:cxn ang="0">
                    <a:pos x="0" y="0"/>
                  </a:cxn>
                </a:cxnLst>
                <a:rect l="0" t="0" r="0" b="0"/>
                <a:pathLst>
                  <a:path w="35" h="32">
                    <a:moveTo>
                      <a:pt x="0" y="0"/>
                    </a:moveTo>
                    <a:lnTo>
                      <a:pt x="21" y="0"/>
                    </a:lnTo>
                    <a:lnTo>
                      <a:pt x="34" y="13"/>
                    </a:lnTo>
                    <a:lnTo>
                      <a:pt x="24"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200" name="Freeform 167"/>
              <p:cNvSpPr/>
              <p:nvPr/>
            </p:nvSpPr>
            <p:spPr>
              <a:xfrm>
                <a:off x="4031" y="1401"/>
                <a:ext cx="32" cy="30"/>
              </a:xfrm>
              <a:custGeom>
                <a:avLst/>
                <a:gdLst/>
                <a:ahLst/>
                <a:cxnLst>
                  <a:cxn ang="0">
                    <a:pos x="31" y="0"/>
                  </a:cxn>
                  <a:cxn ang="0">
                    <a:pos x="31" y="24"/>
                  </a:cxn>
                  <a:cxn ang="0">
                    <a:pos x="14" y="29"/>
                  </a:cxn>
                  <a:cxn ang="0">
                    <a:pos x="0" y="8"/>
                  </a:cxn>
                  <a:cxn ang="0">
                    <a:pos x="22" y="4"/>
                  </a:cxn>
                  <a:cxn ang="0">
                    <a:pos x="31" y="0"/>
                  </a:cxn>
                </a:cxnLst>
                <a:rect l="0" t="0" r="0" b="0"/>
                <a:pathLst>
                  <a:path w="32" h="30">
                    <a:moveTo>
                      <a:pt x="31" y="0"/>
                    </a:moveTo>
                    <a:lnTo>
                      <a:pt x="31" y="24"/>
                    </a:lnTo>
                    <a:lnTo>
                      <a:pt x="14" y="29"/>
                    </a:lnTo>
                    <a:lnTo>
                      <a:pt x="0" y="8"/>
                    </a:lnTo>
                    <a:lnTo>
                      <a:pt x="22" y="4"/>
                    </a:lnTo>
                    <a:lnTo>
                      <a:pt x="3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201" name="Rectangle 168"/>
              <p:cNvSpPr/>
              <p:nvPr/>
            </p:nvSpPr>
            <p:spPr>
              <a:xfrm>
                <a:off x="3948" y="1434"/>
                <a:ext cx="27" cy="2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44202" name="Freeform 169"/>
              <p:cNvSpPr/>
              <p:nvPr/>
            </p:nvSpPr>
            <p:spPr>
              <a:xfrm>
                <a:off x="3806" y="1332"/>
                <a:ext cx="139" cy="196"/>
              </a:xfrm>
              <a:custGeom>
                <a:avLst/>
                <a:gdLst/>
                <a:ahLst/>
                <a:cxnLst>
                  <a:cxn ang="0">
                    <a:pos x="0" y="0"/>
                  </a:cxn>
                  <a:cxn ang="0">
                    <a:pos x="0" y="195"/>
                  </a:cxn>
                  <a:cxn ang="0">
                    <a:pos x="138" y="188"/>
                  </a:cxn>
                  <a:cxn ang="0">
                    <a:pos x="138" y="6"/>
                  </a:cxn>
                  <a:cxn ang="0">
                    <a:pos x="0" y="0"/>
                  </a:cxn>
                </a:cxnLst>
                <a:rect l="0" t="0" r="0" b="0"/>
                <a:pathLst>
                  <a:path w="139" h="196">
                    <a:moveTo>
                      <a:pt x="0" y="0"/>
                    </a:moveTo>
                    <a:lnTo>
                      <a:pt x="0" y="195"/>
                    </a:lnTo>
                    <a:lnTo>
                      <a:pt x="138" y="188"/>
                    </a:lnTo>
                    <a:lnTo>
                      <a:pt x="138" y="6"/>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4203" name="Line 170"/>
              <p:cNvSpPr/>
              <p:nvPr/>
            </p:nvSpPr>
            <p:spPr>
              <a:xfrm>
                <a:off x="4042" y="1482"/>
                <a:ext cx="9" cy="3"/>
              </a:xfrm>
              <a:prstGeom prst="line">
                <a:avLst/>
              </a:prstGeom>
              <a:ln w="12700" cap="flat" cmpd="sng">
                <a:solidFill>
                  <a:schemeClr val="tx1"/>
                </a:solidFill>
                <a:prstDash val="solid"/>
                <a:headEnd type="none" w="med" len="med"/>
                <a:tailEnd type="none" w="med" len="med"/>
              </a:ln>
            </p:spPr>
          </p:sp>
          <p:sp>
            <p:nvSpPr>
              <p:cNvPr id="44204" name="Line 171"/>
              <p:cNvSpPr/>
              <p:nvPr/>
            </p:nvSpPr>
            <p:spPr>
              <a:xfrm>
                <a:off x="4042" y="1476"/>
                <a:ext cx="9" cy="6"/>
              </a:xfrm>
              <a:prstGeom prst="line">
                <a:avLst/>
              </a:prstGeom>
              <a:ln w="12700" cap="flat" cmpd="sng">
                <a:solidFill>
                  <a:schemeClr val="tx1"/>
                </a:solidFill>
                <a:prstDash val="solid"/>
                <a:headEnd type="none" w="med" len="med"/>
                <a:tailEnd type="none" w="med" len="med"/>
              </a:ln>
            </p:spPr>
          </p:sp>
          <p:sp>
            <p:nvSpPr>
              <p:cNvPr id="44205" name="Freeform 172"/>
              <p:cNvSpPr/>
              <p:nvPr/>
            </p:nvSpPr>
            <p:spPr>
              <a:xfrm>
                <a:off x="4034" y="1474"/>
                <a:ext cx="35" cy="32"/>
              </a:xfrm>
              <a:custGeom>
                <a:avLst/>
                <a:gdLst/>
                <a:ahLst/>
                <a:cxnLst>
                  <a:cxn ang="0">
                    <a:pos x="25" y="31"/>
                  </a:cxn>
                  <a:cxn ang="0">
                    <a:pos x="34" y="31"/>
                  </a:cxn>
                  <a:cxn ang="0">
                    <a:pos x="34" y="26"/>
                  </a:cxn>
                  <a:cxn ang="0">
                    <a:pos x="34" y="4"/>
                  </a:cxn>
                  <a:cxn ang="0">
                    <a:pos x="34" y="0"/>
                  </a:cxn>
                  <a:cxn ang="0">
                    <a:pos x="25" y="0"/>
                  </a:cxn>
                  <a:cxn ang="0">
                    <a:pos x="17" y="4"/>
                  </a:cxn>
                  <a:cxn ang="0">
                    <a:pos x="8" y="8"/>
                  </a:cxn>
                  <a:cxn ang="0">
                    <a:pos x="0" y="13"/>
                  </a:cxn>
                  <a:cxn ang="0">
                    <a:pos x="0" y="17"/>
                  </a:cxn>
                  <a:cxn ang="0">
                    <a:pos x="8" y="17"/>
                  </a:cxn>
                  <a:cxn ang="0">
                    <a:pos x="8" y="26"/>
                  </a:cxn>
                  <a:cxn ang="0">
                    <a:pos x="17" y="31"/>
                  </a:cxn>
                  <a:cxn ang="0">
                    <a:pos x="25" y="31"/>
                  </a:cxn>
                </a:cxnLst>
                <a:rect l="0" t="0" r="0" b="0"/>
                <a:pathLst>
                  <a:path w="35" h="32">
                    <a:moveTo>
                      <a:pt x="25" y="31"/>
                    </a:moveTo>
                    <a:lnTo>
                      <a:pt x="34" y="31"/>
                    </a:lnTo>
                    <a:lnTo>
                      <a:pt x="34" y="26"/>
                    </a:lnTo>
                    <a:lnTo>
                      <a:pt x="34" y="4"/>
                    </a:lnTo>
                    <a:lnTo>
                      <a:pt x="34" y="0"/>
                    </a:lnTo>
                    <a:lnTo>
                      <a:pt x="25" y="0"/>
                    </a:lnTo>
                    <a:lnTo>
                      <a:pt x="17" y="4"/>
                    </a:lnTo>
                    <a:lnTo>
                      <a:pt x="8" y="8"/>
                    </a:lnTo>
                    <a:lnTo>
                      <a:pt x="0" y="13"/>
                    </a:lnTo>
                    <a:lnTo>
                      <a:pt x="0" y="17"/>
                    </a:lnTo>
                    <a:lnTo>
                      <a:pt x="8" y="17"/>
                    </a:lnTo>
                    <a:lnTo>
                      <a:pt x="8"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06" name="Freeform 173"/>
              <p:cNvSpPr/>
              <p:nvPr/>
            </p:nvSpPr>
            <p:spPr>
              <a:xfrm>
                <a:off x="4035" y="1474"/>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07" name="Freeform 174"/>
              <p:cNvSpPr/>
              <p:nvPr/>
            </p:nvSpPr>
            <p:spPr>
              <a:xfrm>
                <a:off x="4053" y="1482"/>
                <a:ext cx="35" cy="29"/>
              </a:xfrm>
              <a:custGeom>
                <a:avLst/>
                <a:gdLst/>
                <a:ahLst/>
                <a:cxnLst>
                  <a:cxn ang="0">
                    <a:pos x="0" y="12"/>
                  </a:cxn>
                  <a:cxn ang="0">
                    <a:pos x="0" y="16"/>
                  </a:cxn>
                  <a:cxn ang="0">
                    <a:pos x="4" y="16"/>
                  </a:cxn>
                  <a:cxn ang="0">
                    <a:pos x="4" y="20"/>
                  </a:cxn>
                  <a:cxn ang="0">
                    <a:pos x="9" y="24"/>
                  </a:cxn>
                  <a:cxn ang="0">
                    <a:pos x="14" y="28"/>
                  </a:cxn>
                  <a:cxn ang="0">
                    <a:pos x="19" y="28"/>
                  </a:cxn>
                  <a:cxn ang="0">
                    <a:pos x="24" y="24"/>
                  </a:cxn>
                  <a:cxn ang="0">
                    <a:pos x="29" y="20"/>
                  </a:cxn>
                  <a:cxn ang="0">
                    <a:pos x="29" y="16"/>
                  </a:cxn>
                  <a:cxn ang="0">
                    <a:pos x="34" y="16"/>
                  </a:cxn>
                  <a:cxn ang="0">
                    <a:pos x="34" y="12"/>
                  </a:cxn>
                  <a:cxn ang="0">
                    <a:pos x="29" y="8"/>
                  </a:cxn>
                  <a:cxn ang="0">
                    <a:pos x="24" y="4"/>
                  </a:cxn>
                  <a:cxn ang="0">
                    <a:pos x="19" y="0"/>
                  </a:cxn>
                  <a:cxn ang="0">
                    <a:pos x="14" y="0"/>
                  </a:cxn>
                  <a:cxn ang="0">
                    <a:pos x="9" y="4"/>
                  </a:cxn>
                  <a:cxn ang="0">
                    <a:pos x="4" y="8"/>
                  </a:cxn>
                  <a:cxn ang="0">
                    <a:pos x="0" y="12"/>
                  </a:cxn>
                </a:cxnLst>
                <a:rect l="0" t="0" r="0" b="0"/>
                <a:pathLst>
                  <a:path w="35" h="29">
                    <a:moveTo>
                      <a:pt x="0" y="12"/>
                    </a:moveTo>
                    <a:lnTo>
                      <a:pt x="0" y="16"/>
                    </a:lnTo>
                    <a:lnTo>
                      <a:pt x="4" y="16"/>
                    </a:lnTo>
                    <a:lnTo>
                      <a:pt x="4" y="20"/>
                    </a:lnTo>
                    <a:lnTo>
                      <a:pt x="9" y="24"/>
                    </a:lnTo>
                    <a:lnTo>
                      <a:pt x="14" y="28"/>
                    </a:lnTo>
                    <a:lnTo>
                      <a:pt x="19" y="28"/>
                    </a:lnTo>
                    <a:lnTo>
                      <a:pt x="24" y="24"/>
                    </a:lnTo>
                    <a:lnTo>
                      <a:pt x="29" y="20"/>
                    </a:lnTo>
                    <a:lnTo>
                      <a:pt x="29" y="16"/>
                    </a:lnTo>
                    <a:lnTo>
                      <a:pt x="34" y="16"/>
                    </a:lnTo>
                    <a:lnTo>
                      <a:pt x="34" y="12"/>
                    </a:lnTo>
                    <a:lnTo>
                      <a:pt x="29" y="8"/>
                    </a:lnTo>
                    <a:lnTo>
                      <a:pt x="24" y="4"/>
                    </a:lnTo>
                    <a:lnTo>
                      <a:pt x="19" y="0"/>
                    </a:lnTo>
                    <a:lnTo>
                      <a:pt x="14" y="0"/>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08" name="Line 175"/>
              <p:cNvSpPr/>
              <p:nvPr/>
            </p:nvSpPr>
            <p:spPr>
              <a:xfrm>
                <a:off x="4031" y="1457"/>
                <a:ext cx="6" cy="6"/>
              </a:xfrm>
              <a:prstGeom prst="line">
                <a:avLst/>
              </a:prstGeom>
              <a:ln w="12700" cap="flat" cmpd="sng">
                <a:solidFill>
                  <a:schemeClr val="tx1"/>
                </a:solidFill>
                <a:prstDash val="solid"/>
                <a:headEnd type="none" w="med" len="med"/>
                <a:tailEnd type="none" w="med" len="med"/>
              </a:ln>
            </p:spPr>
          </p:sp>
          <p:sp>
            <p:nvSpPr>
              <p:cNvPr id="44209" name="Line 176"/>
              <p:cNvSpPr/>
              <p:nvPr/>
            </p:nvSpPr>
            <p:spPr>
              <a:xfrm>
                <a:off x="4027" y="1456"/>
                <a:ext cx="13" cy="4"/>
              </a:xfrm>
              <a:prstGeom prst="line">
                <a:avLst/>
              </a:prstGeom>
              <a:ln w="12700" cap="flat" cmpd="sng">
                <a:solidFill>
                  <a:schemeClr val="tx1"/>
                </a:solidFill>
                <a:prstDash val="solid"/>
                <a:headEnd type="none" w="med" len="med"/>
                <a:tailEnd type="none" w="med" len="med"/>
              </a:ln>
            </p:spPr>
          </p:sp>
          <p:sp>
            <p:nvSpPr>
              <p:cNvPr id="44210" name="Freeform 177"/>
              <p:cNvSpPr/>
              <p:nvPr/>
            </p:nvSpPr>
            <p:spPr>
              <a:xfrm>
                <a:off x="4022" y="1454"/>
                <a:ext cx="34" cy="32"/>
              </a:xfrm>
              <a:custGeom>
                <a:avLst/>
                <a:gdLst/>
                <a:ahLst/>
                <a:cxnLst>
                  <a:cxn ang="0">
                    <a:pos x="24" y="31"/>
                  </a:cxn>
                  <a:cxn ang="0">
                    <a:pos x="33" y="31"/>
                  </a:cxn>
                  <a:cxn ang="0">
                    <a:pos x="33" y="26"/>
                  </a:cxn>
                  <a:cxn ang="0">
                    <a:pos x="33" y="4"/>
                  </a:cxn>
                  <a:cxn ang="0">
                    <a:pos x="33" y="0"/>
                  </a:cxn>
                  <a:cxn ang="0">
                    <a:pos x="24" y="0"/>
                  </a:cxn>
                  <a:cxn ang="0">
                    <a:pos x="16" y="0"/>
                  </a:cxn>
                  <a:cxn ang="0">
                    <a:pos x="8" y="4"/>
                  </a:cxn>
                  <a:cxn ang="0">
                    <a:pos x="8" y="8"/>
                  </a:cxn>
                  <a:cxn ang="0">
                    <a:pos x="0" y="8"/>
                  </a:cxn>
                  <a:cxn ang="0">
                    <a:pos x="0" y="13"/>
                  </a:cxn>
                  <a:cxn ang="0">
                    <a:pos x="8"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0"/>
                    </a:lnTo>
                    <a:lnTo>
                      <a:pt x="8" y="4"/>
                    </a:lnTo>
                    <a:lnTo>
                      <a:pt x="8" y="8"/>
                    </a:lnTo>
                    <a:lnTo>
                      <a:pt x="0" y="8"/>
                    </a:lnTo>
                    <a:lnTo>
                      <a:pt x="0" y="13"/>
                    </a:lnTo>
                    <a:lnTo>
                      <a:pt x="8"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11" name="Freeform 178"/>
              <p:cNvSpPr/>
              <p:nvPr/>
            </p:nvSpPr>
            <p:spPr>
              <a:xfrm>
                <a:off x="4025" y="1454"/>
                <a:ext cx="35" cy="32"/>
              </a:xfrm>
              <a:custGeom>
                <a:avLst/>
                <a:gdLst/>
                <a:ahLst/>
                <a:cxnLst>
                  <a:cxn ang="0">
                    <a:pos x="2" y="0"/>
                  </a:cxn>
                  <a:cxn ang="0">
                    <a:pos x="34" y="16"/>
                  </a:cxn>
                  <a:cxn ang="0">
                    <a:pos x="32" y="31"/>
                  </a:cxn>
                  <a:cxn ang="0">
                    <a:pos x="0" y="14"/>
                  </a:cxn>
                  <a:cxn ang="0">
                    <a:pos x="2" y="0"/>
                  </a:cxn>
                </a:cxnLst>
                <a:rect l="0" t="0" r="0" b="0"/>
                <a:pathLst>
                  <a:path w="35" h="32">
                    <a:moveTo>
                      <a:pt x="2" y="0"/>
                    </a:moveTo>
                    <a:lnTo>
                      <a:pt x="34" y="16"/>
                    </a:lnTo>
                    <a:lnTo>
                      <a:pt x="32" y="31"/>
                    </a:lnTo>
                    <a:lnTo>
                      <a:pt x="0" y="14"/>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12" name="Freeform 179"/>
              <p:cNvSpPr/>
              <p:nvPr/>
            </p:nvSpPr>
            <p:spPr>
              <a:xfrm>
                <a:off x="4040" y="1457"/>
                <a:ext cx="33" cy="30"/>
              </a:xfrm>
              <a:custGeom>
                <a:avLst/>
                <a:gdLst/>
                <a:ahLst/>
                <a:cxnLst>
                  <a:cxn ang="0">
                    <a:pos x="0" y="9"/>
                  </a:cxn>
                  <a:cxn ang="0">
                    <a:pos x="0" y="14"/>
                  </a:cxn>
                  <a:cxn ang="0">
                    <a:pos x="4" y="14"/>
                  </a:cxn>
                  <a:cxn ang="0">
                    <a:pos x="4" y="24"/>
                  </a:cxn>
                  <a:cxn ang="0">
                    <a:pos x="9" y="29"/>
                  </a:cxn>
                  <a:cxn ang="0">
                    <a:pos x="13" y="29"/>
                  </a:cxn>
                  <a:cxn ang="0">
                    <a:pos x="18" y="29"/>
                  </a:cxn>
                  <a:cxn ang="0">
                    <a:pos x="22" y="29"/>
                  </a:cxn>
                  <a:cxn ang="0">
                    <a:pos x="27" y="24"/>
                  </a:cxn>
                  <a:cxn ang="0">
                    <a:pos x="27" y="14"/>
                  </a:cxn>
                  <a:cxn ang="0">
                    <a:pos x="32" y="14"/>
                  </a:cxn>
                  <a:cxn ang="0">
                    <a:pos x="32" y="9"/>
                  </a:cxn>
                  <a:cxn ang="0">
                    <a:pos x="27" y="4"/>
                  </a:cxn>
                  <a:cxn ang="0">
                    <a:pos x="27" y="0"/>
                  </a:cxn>
                  <a:cxn ang="0">
                    <a:pos x="22" y="0"/>
                  </a:cxn>
                  <a:cxn ang="0">
                    <a:pos x="18" y="0"/>
                  </a:cxn>
                  <a:cxn ang="0">
                    <a:pos x="9" y="0"/>
                  </a:cxn>
                  <a:cxn ang="0">
                    <a:pos x="4" y="0"/>
                  </a:cxn>
                  <a:cxn ang="0">
                    <a:pos x="4" y="4"/>
                  </a:cxn>
                  <a:cxn ang="0">
                    <a:pos x="0" y="9"/>
                  </a:cxn>
                </a:cxnLst>
                <a:rect l="0" t="0" r="0" b="0"/>
                <a:pathLst>
                  <a:path w="33" h="30">
                    <a:moveTo>
                      <a:pt x="0" y="9"/>
                    </a:moveTo>
                    <a:lnTo>
                      <a:pt x="0" y="14"/>
                    </a:lnTo>
                    <a:lnTo>
                      <a:pt x="4" y="14"/>
                    </a:lnTo>
                    <a:lnTo>
                      <a:pt x="4" y="24"/>
                    </a:lnTo>
                    <a:lnTo>
                      <a:pt x="9" y="29"/>
                    </a:lnTo>
                    <a:lnTo>
                      <a:pt x="13" y="29"/>
                    </a:lnTo>
                    <a:lnTo>
                      <a:pt x="18" y="29"/>
                    </a:lnTo>
                    <a:lnTo>
                      <a:pt x="22" y="29"/>
                    </a:lnTo>
                    <a:lnTo>
                      <a:pt x="27" y="24"/>
                    </a:lnTo>
                    <a:lnTo>
                      <a:pt x="27" y="14"/>
                    </a:lnTo>
                    <a:lnTo>
                      <a:pt x="32" y="14"/>
                    </a:lnTo>
                    <a:lnTo>
                      <a:pt x="32" y="9"/>
                    </a:lnTo>
                    <a:lnTo>
                      <a:pt x="27" y="4"/>
                    </a:lnTo>
                    <a:lnTo>
                      <a:pt x="27" y="0"/>
                    </a:lnTo>
                    <a:lnTo>
                      <a:pt x="22" y="0"/>
                    </a:lnTo>
                    <a:lnTo>
                      <a:pt x="18" y="0"/>
                    </a:lnTo>
                    <a:lnTo>
                      <a:pt x="9" y="0"/>
                    </a:lnTo>
                    <a:lnTo>
                      <a:pt x="4" y="0"/>
                    </a:lnTo>
                    <a:lnTo>
                      <a:pt x="4" y="4"/>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13" name="Line 180"/>
              <p:cNvSpPr/>
              <p:nvPr/>
            </p:nvSpPr>
            <p:spPr>
              <a:xfrm>
                <a:off x="4039" y="1436"/>
                <a:ext cx="10" cy="1"/>
              </a:xfrm>
              <a:prstGeom prst="line">
                <a:avLst/>
              </a:prstGeom>
              <a:ln w="12700" cap="flat" cmpd="sng">
                <a:solidFill>
                  <a:schemeClr val="tx1"/>
                </a:solidFill>
                <a:prstDash val="solid"/>
                <a:headEnd type="none" w="med" len="med"/>
                <a:tailEnd type="none" w="med" len="med"/>
              </a:ln>
            </p:spPr>
          </p:sp>
          <p:sp>
            <p:nvSpPr>
              <p:cNvPr id="44214" name="Line 181"/>
              <p:cNvSpPr/>
              <p:nvPr/>
            </p:nvSpPr>
            <p:spPr>
              <a:xfrm>
                <a:off x="4042" y="1435"/>
                <a:ext cx="9" cy="2"/>
              </a:xfrm>
              <a:prstGeom prst="line">
                <a:avLst/>
              </a:prstGeom>
              <a:ln w="12700" cap="flat" cmpd="sng">
                <a:solidFill>
                  <a:schemeClr val="tx1"/>
                </a:solidFill>
                <a:prstDash val="solid"/>
                <a:headEnd type="none" w="med" len="med"/>
                <a:tailEnd type="none" w="med" len="med"/>
              </a:ln>
            </p:spPr>
          </p:sp>
          <p:sp>
            <p:nvSpPr>
              <p:cNvPr id="44215" name="Freeform 182"/>
              <p:cNvSpPr/>
              <p:nvPr/>
            </p:nvSpPr>
            <p:spPr>
              <a:xfrm>
                <a:off x="4034" y="1432"/>
                <a:ext cx="35" cy="32"/>
              </a:xfrm>
              <a:custGeom>
                <a:avLst/>
                <a:gdLst/>
                <a:ahLst/>
                <a:cxnLst>
                  <a:cxn ang="0">
                    <a:pos x="25" y="31"/>
                  </a:cxn>
                  <a:cxn ang="0">
                    <a:pos x="25" y="26"/>
                  </a:cxn>
                  <a:cxn ang="0">
                    <a:pos x="34" y="26"/>
                  </a:cxn>
                  <a:cxn ang="0">
                    <a:pos x="34" y="4"/>
                  </a:cxn>
                  <a:cxn ang="0">
                    <a:pos x="25" y="4"/>
                  </a:cxn>
                  <a:cxn ang="0">
                    <a:pos x="25" y="0"/>
                  </a:cxn>
                  <a:cxn ang="0">
                    <a:pos x="17" y="0"/>
                  </a:cxn>
                  <a:cxn ang="0">
                    <a:pos x="17" y="4"/>
                  </a:cxn>
                  <a:cxn ang="0">
                    <a:pos x="8" y="4"/>
                  </a:cxn>
                  <a:cxn ang="0">
                    <a:pos x="0" y="8"/>
                  </a:cxn>
                  <a:cxn ang="0">
                    <a:pos x="0" y="13"/>
                  </a:cxn>
                  <a:cxn ang="0">
                    <a:pos x="0" y="17"/>
                  </a:cxn>
                  <a:cxn ang="0">
                    <a:pos x="0" y="22"/>
                  </a:cxn>
                  <a:cxn ang="0">
                    <a:pos x="8" y="26"/>
                  </a:cxn>
                  <a:cxn ang="0">
                    <a:pos x="17" y="26"/>
                  </a:cxn>
                  <a:cxn ang="0">
                    <a:pos x="17" y="31"/>
                  </a:cxn>
                  <a:cxn ang="0">
                    <a:pos x="25" y="31"/>
                  </a:cxn>
                </a:cxnLst>
                <a:rect l="0" t="0" r="0" b="0"/>
                <a:pathLst>
                  <a:path w="35" h="32">
                    <a:moveTo>
                      <a:pt x="25" y="31"/>
                    </a:moveTo>
                    <a:lnTo>
                      <a:pt x="25" y="26"/>
                    </a:lnTo>
                    <a:lnTo>
                      <a:pt x="34" y="26"/>
                    </a:lnTo>
                    <a:lnTo>
                      <a:pt x="34" y="4"/>
                    </a:lnTo>
                    <a:lnTo>
                      <a:pt x="25" y="4"/>
                    </a:lnTo>
                    <a:lnTo>
                      <a:pt x="25" y="0"/>
                    </a:lnTo>
                    <a:lnTo>
                      <a:pt x="17" y="0"/>
                    </a:lnTo>
                    <a:lnTo>
                      <a:pt x="17" y="4"/>
                    </a:lnTo>
                    <a:lnTo>
                      <a:pt x="8" y="4"/>
                    </a:lnTo>
                    <a:lnTo>
                      <a:pt x="0" y="8"/>
                    </a:lnTo>
                    <a:lnTo>
                      <a:pt x="0" y="13"/>
                    </a:lnTo>
                    <a:lnTo>
                      <a:pt x="0" y="17"/>
                    </a:lnTo>
                    <a:lnTo>
                      <a:pt x="0" y="22"/>
                    </a:lnTo>
                    <a:lnTo>
                      <a:pt x="8" y="26"/>
                    </a:lnTo>
                    <a:lnTo>
                      <a:pt x="17"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16" name="Freeform 183"/>
              <p:cNvSpPr/>
              <p:nvPr/>
            </p:nvSpPr>
            <p:spPr>
              <a:xfrm>
                <a:off x="4034" y="1432"/>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17" name="Freeform 184"/>
              <p:cNvSpPr/>
              <p:nvPr/>
            </p:nvSpPr>
            <p:spPr>
              <a:xfrm>
                <a:off x="4053" y="1435"/>
                <a:ext cx="35" cy="32"/>
              </a:xfrm>
              <a:custGeom>
                <a:avLst/>
                <a:gdLst/>
                <a:ahLst/>
                <a:cxnLst>
                  <a:cxn ang="0">
                    <a:pos x="0" y="13"/>
                  </a:cxn>
                  <a:cxn ang="0">
                    <a:pos x="0" y="17"/>
                  </a:cxn>
                  <a:cxn ang="0">
                    <a:pos x="0" y="22"/>
                  </a:cxn>
                  <a:cxn ang="0">
                    <a:pos x="11" y="31"/>
                  </a:cxn>
                  <a:cxn ang="0">
                    <a:pos x="17" y="31"/>
                  </a:cxn>
                  <a:cxn ang="0">
                    <a:pos x="17" y="26"/>
                  </a:cxn>
                  <a:cxn ang="0">
                    <a:pos x="22" y="26"/>
                  </a:cxn>
                  <a:cxn ang="0">
                    <a:pos x="28" y="22"/>
                  </a:cxn>
                  <a:cxn ang="0">
                    <a:pos x="28" y="17"/>
                  </a:cxn>
                  <a:cxn ang="0">
                    <a:pos x="34" y="17"/>
                  </a:cxn>
                  <a:cxn ang="0">
                    <a:pos x="34" y="8"/>
                  </a:cxn>
                  <a:cxn ang="0">
                    <a:pos x="28" y="8"/>
                  </a:cxn>
                  <a:cxn ang="0">
                    <a:pos x="28" y="4"/>
                  </a:cxn>
                  <a:cxn ang="0">
                    <a:pos x="22" y="0"/>
                  </a:cxn>
                  <a:cxn ang="0">
                    <a:pos x="17" y="0"/>
                  </a:cxn>
                  <a:cxn ang="0">
                    <a:pos x="11" y="0"/>
                  </a:cxn>
                  <a:cxn ang="0">
                    <a:pos x="0" y="8"/>
                  </a:cxn>
                  <a:cxn ang="0">
                    <a:pos x="0" y="13"/>
                  </a:cxn>
                </a:cxnLst>
                <a:rect l="0" t="0" r="0" b="0"/>
                <a:pathLst>
                  <a:path w="35" h="32">
                    <a:moveTo>
                      <a:pt x="0" y="13"/>
                    </a:moveTo>
                    <a:lnTo>
                      <a:pt x="0" y="17"/>
                    </a:lnTo>
                    <a:lnTo>
                      <a:pt x="0" y="22"/>
                    </a:lnTo>
                    <a:lnTo>
                      <a:pt x="11" y="31"/>
                    </a:lnTo>
                    <a:lnTo>
                      <a:pt x="17" y="31"/>
                    </a:lnTo>
                    <a:lnTo>
                      <a:pt x="17" y="26"/>
                    </a:lnTo>
                    <a:lnTo>
                      <a:pt x="22" y="26"/>
                    </a:lnTo>
                    <a:lnTo>
                      <a:pt x="28" y="22"/>
                    </a:lnTo>
                    <a:lnTo>
                      <a:pt x="28" y="17"/>
                    </a:lnTo>
                    <a:lnTo>
                      <a:pt x="34" y="17"/>
                    </a:lnTo>
                    <a:lnTo>
                      <a:pt x="34" y="8"/>
                    </a:lnTo>
                    <a:lnTo>
                      <a:pt x="28" y="8"/>
                    </a:lnTo>
                    <a:lnTo>
                      <a:pt x="28" y="4"/>
                    </a:lnTo>
                    <a:lnTo>
                      <a:pt x="22" y="0"/>
                    </a:lnTo>
                    <a:lnTo>
                      <a:pt x="17" y="0"/>
                    </a:lnTo>
                    <a:lnTo>
                      <a:pt x="11" y="0"/>
                    </a:lnTo>
                    <a:lnTo>
                      <a:pt x="0" y="8"/>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18" name="Line 185"/>
              <p:cNvSpPr/>
              <p:nvPr/>
            </p:nvSpPr>
            <p:spPr>
              <a:xfrm>
                <a:off x="4074" y="1426"/>
                <a:ext cx="12" cy="3"/>
              </a:xfrm>
              <a:prstGeom prst="line">
                <a:avLst/>
              </a:prstGeom>
              <a:ln w="12700" cap="flat" cmpd="sng">
                <a:solidFill>
                  <a:schemeClr val="tx1"/>
                </a:solidFill>
                <a:prstDash val="solid"/>
                <a:headEnd type="none" w="med" len="med"/>
                <a:tailEnd type="none" w="med" len="med"/>
              </a:ln>
            </p:spPr>
          </p:sp>
          <p:sp>
            <p:nvSpPr>
              <p:cNvPr id="44219" name="Line 186"/>
              <p:cNvSpPr/>
              <p:nvPr/>
            </p:nvSpPr>
            <p:spPr>
              <a:xfrm>
                <a:off x="4080" y="1424"/>
                <a:ext cx="8" cy="3"/>
              </a:xfrm>
              <a:prstGeom prst="line">
                <a:avLst/>
              </a:prstGeom>
              <a:ln w="12700" cap="flat" cmpd="sng">
                <a:solidFill>
                  <a:schemeClr val="tx1"/>
                </a:solidFill>
                <a:prstDash val="solid"/>
                <a:headEnd type="none" w="med" len="med"/>
                <a:tailEnd type="none" w="med" len="med"/>
              </a:ln>
            </p:spPr>
          </p:sp>
          <p:sp>
            <p:nvSpPr>
              <p:cNvPr id="44220" name="Freeform 187"/>
              <p:cNvSpPr/>
              <p:nvPr/>
            </p:nvSpPr>
            <p:spPr>
              <a:xfrm>
                <a:off x="4069" y="1422"/>
                <a:ext cx="36" cy="31"/>
              </a:xfrm>
              <a:custGeom>
                <a:avLst/>
                <a:gdLst/>
                <a:ahLst/>
                <a:cxnLst>
                  <a:cxn ang="0">
                    <a:pos x="26" y="30"/>
                  </a:cxn>
                  <a:cxn ang="0">
                    <a:pos x="35" y="30"/>
                  </a:cxn>
                  <a:cxn ang="0">
                    <a:pos x="35" y="25"/>
                  </a:cxn>
                  <a:cxn ang="0">
                    <a:pos x="35" y="4"/>
                  </a:cxn>
                  <a:cxn ang="0">
                    <a:pos x="35" y="0"/>
                  </a:cxn>
                  <a:cxn ang="0">
                    <a:pos x="26" y="0"/>
                  </a:cxn>
                  <a:cxn ang="0">
                    <a:pos x="17" y="4"/>
                  </a:cxn>
                  <a:cxn ang="0">
                    <a:pos x="8" y="8"/>
                  </a:cxn>
                  <a:cxn ang="0">
                    <a:pos x="0" y="12"/>
                  </a:cxn>
                  <a:cxn ang="0">
                    <a:pos x="0" y="17"/>
                  </a:cxn>
                  <a:cxn ang="0">
                    <a:pos x="8" y="21"/>
                  </a:cxn>
                  <a:cxn ang="0">
                    <a:pos x="17" y="25"/>
                  </a:cxn>
                  <a:cxn ang="0">
                    <a:pos x="26" y="30"/>
                  </a:cxn>
                </a:cxnLst>
                <a:rect l="0" t="0" r="0" b="0"/>
                <a:pathLst>
                  <a:path w="36" h="31">
                    <a:moveTo>
                      <a:pt x="26" y="30"/>
                    </a:moveTo>
                    <a:lnTo>
                      <a:pt x="35" y="30"/>
                    </a:lnTo>
                    <a:lnTo>
                      <a:pt x="35" y="25"/>
                    </a:lnTo>
                    <a:lnTo>
                      <a:pt x="35" y="4"/>
                    </a:lnTo>
                    <a:lnTo>
                      <a:pt x="35" y="0"/>
                    </a:lnTo>
                    <a:lnTo>
                      <a:pt x="26" y="0"/>
                    </a:lnTo>
                    <a:lnTo>
                      <a:pt x="17" y="4"/>
                    </a:lnTo>
                    <a:lnTo>
                      <a:pt x="8" y="8"/>
                    </a:lnTo>
                    <a:lnTo>
                      <a:pt x="0" y="12"/>
                    </a:lnTo>
                    <a:lnTo>
                      <a:pt x="0" y="17"/>
                    </a:lnTo>
                    <a:lnTo>
                      <a:pt x="8" y="21"/>
                    </a:lnTo>
                    <a:lnTo>
                      <a:pt x="17" y="25"/>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21" name="Freeform 188"/>
              <p:cNvSpPr/>
              <p:nvPr/>
            </p:nvSpPr>
            <p:spPr>
              <a:xfrm>
                <a:off x="4069" y="1422"/>
                <a:ext cx="36" cy="31"/>
              </a:xfrm>
              <a:custGeom>
                <a:avLst/>
                <a:gdLst/>
                <a:ahLst/>
                <a:cxnLst>
                  <a:cxn ang="0">
                    <a:pos x="2" y="0"/>
                  </a:cxn>
                  <a:cxn ang="0">
                    <a:pos x="35" y="15"/>
                  </a:cxn>
                  <a:cxn ang="0">
                    <a:pos x="33" y="30"/>
                  </a:cxn>
                  <a:cxn ang="0">
                    <a:pos x="0" y="15"/>
                  </a:cxn>
                  <a:cxn ang="0">
                    <a:pos x="2" y="0"/>
                  </a:cxn>
                </a:cxnLst>
                <a:rect l="0" t="0" r="0" b="0"/>
                <a:pathLst>
                  <a:path w="36" h="31">
                    <a:moveTo>
                      <a:pt x="2" y="0"/>
                    </a:moveTo>
                    <a:lnTo>
                      <a:pt x="35" y="15"/>
                    </a:lnTo>
                    <a:lnTo>
                      <a:pt x="33" y="30"/>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22" name="Freeform 189"/>
              <p:cNvSpPr/>
              <p:nvPr/>
            </p:nvSpPr>
            <p:spPr>
              <a:xfrm>
                <a:off x="4086" y="1424"/>
                <a:ext cx="34" cy="31"/>
              </a:xfrm>
              <a:custGeom>
                <a:avLst/>
                <a:gdLst/>
                <a:ahLst/>
                <a:cxnLst>
                  <a:cxn ang="0">
                    <a:pos x="0" y="12"/>
                  </a:cxn>
                  <a:cxn ang="0">
                    <a:pos x="4" y="17"/>
                  </a:cxn>
                  <a:cxn ang="0">
                    <a:pos x="4" y="21"/>
                  </a:cxn>
                  <a:cxn ang="0">
                    <a:pos x="9" y="25"/>
                  </a:cxn>
                  <a:cxn ang="0">
                    <a:pos x="14" y="30"/>
                  </a:cxn>
                  <a:cxn ang="0">
                    <a:pos x="18" y="30"/>
                  </a:cxn>
                  <a:cxn ang="0">
                    <a:pos x="18" y="25"/>
                  </a:cxn>
                  <a:cxn ang="0">
                    <a:pos x="23" y="25"/>
                  </a:cxn>
                  <a:cxn ang="0">
                    <a:pos x="28" y="21"/>
                  </a:cxn>
                  <a:cxn ang="0">
                    <a:pos x="28" y="17"/>
                  </a:cxn>
                  <a:cxn ang="0">
                    <a:pos x="33" y="12"/>
                  </a:cxn>
                  <a:cxn ang="0">
                    <a:pos x="33" y="8"/>
                  </a:cxn>
                  <a:cxn ang="0">
                    <a:pos x="28" y="8"/>
                  </a:cxn>
                  <a:cxn ang="0">
                    <a:pos x="28" y="4"/>
                  </a:cxn>
                  <a:cxn ang="0">
                    <a:pos x="23" y="0"/>
                  </a:cxn>
                  <a:cxn ang="0">
                    <a:pos x="18" y="0"/>
                  </a:cxn>
                  <a:cxn ang="0">
                    <a:pos x="14" y="0"/>
                  </a:cxn>
                  <a:cxn ang="0">
                    <a:pos x="9" y="0"/>
                  </a:cxn>
                  <a:cxn ang="0">
                    <a:pos x="4" y="4"/>
                  </a:cxn>
                  <a:cxn ang="0">
                    <a:pos x="4" y="8"/>
                  </a:cxn>
                  <a:cxn ang="0">
                    <a:pos x="0" y="8"/>
                  </a:cxn>
                  <a:cxn ang="0">
                    <a:pos x="0" y="12"/>
                  </a:cxn>
                </a:cxnLst>
                <a:rect l="0" t="0" r="0" b="0"/>
                <a:pathLst>
                  <a:path w="34" h="31">
                    <a:moveTo>
                      <a:pt x="0" y="12"/>
                    </a:moveTo>
                    <a:lnTo>
                      <a:pt x="4" y="17"/>
                    </a:lnTo>
                    <a:lnTo>
                      <a:pt x="4" y="21"/>
                    </a:lnTo>
                    <a:lnTo>
                      <a:pt x="9" y="25"/>
                    </a:lnTo>
                    <a:lnTo>
                      <a:pt x="14" y="30"/>
                    </a:lnTo>
                    <a:lnTo>
                      <a:pt x="18" y="30"/>
                    </a:lnTo>
                    <a:lnTo>
                      <a:pt x="18" y="25"/>
                    </a:lnTo>
                    <a:lnTo>
                      <a:pt x="23" y="25"/>
                    </a:lnTo>
                    <a:lnTo>
                      <a:pt x="28" y="21"/>
                    </a:lnTo>
                    <a:lnTo>
                      <a:pt x="28" y="17"/>
                    </a:lnTo>
                    <a:lnTo>
                      <a:pt x="33" y="12"/>
                    </a:lnTo>
                    <a:lnTo>
                      <a:pt x="33" y="8"/>
                    </a:lnTo>
                    <a:lnTo>
                      <a:pt x="28" y="8"/>
                    </a:lnTo>
                    <a:lnTo>
                      <a:pt x="28" y="4"/>
                    </a:lnTo>
                    <a:lnTo>
                      <a:pt x="23" y="0"/>
                    </a:lnTo>
                    <a:lnTo>
                      <a:pt x="18" y="0"/>
                    </a:lnTo>
                    <a:lnTo>
                      <a:pt x="14"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23" name="Line 190"/>
              <p:cNvSpPr/>
              <p:nvPr/>
            </p:nvSpPr>
            <p:spPr>
              <a:xfrm>
                <a:off x="4110" y="1435"/>
                <a:ext cx="6" cy="3"/>
              </a:xfrm>
              <a:prstGeom prst="line">
                <a:avLst/>
              </a:prstGeom>
              <a:ln w="12700" cap="flat" cmpd="sng">
                <a:solidFill>
                  <a:schemeClr val="tx1"/>
                </a:solidFill>
                <a:prstDash val="solid"/>
                <a:headEnd type="none" w="med" len="med"/>
                <a:tailEnd type="none" w="med" len="med"/>
              </a:ln>
            </p:spPr>
          </p:sp>
          <p:sp>
            <p:nvSpPr>
              <p:cNvPr id="44224" name="Line 191"/>
              <p:cNvSpPr/>
              <p:nvPr/>
            </p:nvSpPr>
            <p:spPr>
              <a:xfrm>
                <a:off x="4110" y="1434"/>
                <a:ext cx="9" cy="1"/>
              </a:xfrm>
              <a:prstGeom prst="line">
                <a:avLst/>
              </a:prstGeom>
              <a:ln w="12700" cap="flat" cmpd="sng">
                <a:solidFill>
                  <a:schemeClr val="tx1"/>
                </a:solidFill>
                <a:prstDash val="solid"/>
                <a:headEnd type="none" w="med" len="med"/>
                <a:tailEnd type="none" w="med" len="med"/>
              </a:ln>
            </p:spPr>
          </p:sp>
          <p:sp>
            <p:nvSpPr>
              <p:cNvPr id="44225" name="Freeform 192"/>
              <p:cNvSpPr/>
              <p:nvPr/>
            </p:nvSpPr>
            <p:spPr>
              <a:xfrm>
                <a:off x="4100" y="1432"/>
                <a:ext cx="34" cy="32"/>
              </a:xfrm>
              <a:custGeom>
                <a:avLst/>
                <a:gdLst/>
                <a:ahLst/>
                <a:cxnLst>
                  <a:cxn ang="0">
                    <a:pos x="24" y="31"/>
                  </a:cxn>
                  <a:cxn ang="0">
                    <a:pos x="33" y="31"/>
                  </a:cxn>
                  <a:cxn ang="0">
                    <a:pos x="33" y="25"/>
                  </a:cxn>
                  <a:cxn ang="0">
                    <a:pos x="33" y="5"/>
                  </a:cxn>
                  <a:cxn ang="0">
                    <a:pos x="33" y="0"/>
                  </a:cxn>
                  <a:cxn ang="0">
                    <a:pos x="24" y="0"/>
                  </a:cxn>
                  <a:cxn ang="0">
                    <a:pos x="16" y="0"/>
                  </a:cxn>
                  <a:cxn ang="0">
                    <a:pos x="8" y="10"/>
                  </a:cxn>
                  <a:cxn ang="0">
                    <a:pos x="0" y="15"/>
                  </a:cxn>
                  <a:cxn ang="0">
                    <a:pos x="0" y="20"/>
                  </a:cxn>
                  <a:cxn ang="0">
                    <a:pos x="8" y="20"/>
                  </a:cxn>
                  <a:cxn ang="0">
                    <a:pos x="8" y="25"/>
                  </a:cxn>
                  <a:cxn ang="0">
                    <a:pos x="16" y="31"/>
                  </a:cxn>
                  <a:cxn ang="0">
                    <a:pos x="24" y="31"/>
                  </a:cxn>
                </a:cxnLst>
                <a:rect l="0" t="0" r="0" b="0"/>
                <a:pathLst>
                  <a:path w="34" h="32">
                    <a:moveTo>
                      <a:pt x="24" y="31"/>
                    </a:moveTo>
                    <a:lnTo>
                      <a:pt x="33" y="31"/>
                    </a:lnTo>
                    <a:lnTo>
                      <a:pt x="33" y="25"/>
                    </a:lnTo>
                    <a:lnTo>
                      <a:pt x="33" y="5"/>
                    </a:lnTo>
                    <a:lnTo>
                      <a:pt x="33" y="0"/>
                    </a:lnTo>
                    <a:lnTo>
                      <a:pt x="24" y="0"/>
                    </a:lnTo>
                    <a:lnTo>
                      <a:pt x="16" y="0"/>
                    </a:lnTo>
                    <a:lnTo>
                      <a:pt x="8" y="10"/>
                    </a:lnTo>
                    <a:lnTo>
                      <a:pt x="0" y="15"/>
                    </a:lnTo>
                    <a:lnTo>
                      <a:pt x="0" y="20"/>
                    </a:lnTo>
                    <a:lnTo>
                      <a:pt x="8" y="20"/>
                    </a:lnTo>
                    <a:lnTo>
                      <a:pt x="8" y="25"/>
                    </a:lnTo>
                    <a:lnTo>
                      <a:pt x="16" y="31"/>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26" name="Freeform 193"/>
              <p:cNvSpPr/>
              <p:nvPr/>
            </p:nvSpPr>
            <p:spPr>
              <a:xfrm>
                <a:off x="4100" y="1432"/>
                <a:ext cx="36" cy="32"/>
              </a:xfrm>
              <a:custGeom>
                <a:avLst/>
                <a:gdLst/>
                <a:ahLst/>
                <a:cxnLst>
                  <a:cxn ang="0">
                    <a:pos x="2" y="2"/>
                  </a:cxn>
                  <a:cxn ang="0">
                    <a:pos x="35" y="15"/>
                  </a:cxn>
                  <a:cxn ang="0">
                    <a:pos x="33" y="31"/>
                  </a:cxn>
                  <a:cxn ang="0">
                    <a:pos x="0" y="15"/>
                  </a:cxn>
                  <a:cxn ang="0">
                    <a:pos x="2" y="0"/>
                  </a:cxn>
                  <a:cxn ang="0">
                    <a:pos x="2" y="2"/>
                  </a:cxn>
                </a:cxnLst>
                <a:rect l="0" t="0" r="0" b="0"/>
                <a:pathLst>
                  <a:path w="36" h="32">
                    <a:moveTo>
                      <a:pt x="2" y="2"/>
                    </a:moveTo>
                    <a:lnTo>
                      <a:pt x="35" y="15"/>
                    </a:lnTo>
                    <a:lnTo>
                      <a:pt x="33"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27" name="Freeform 194"/>
              <p:cNvSpPr/>
              <p:nvPr/>
            </p:nvSpPr>
            <p:spPr>
              <a:xfrm>
                <a:off x="4116" y="1435"/>
                <a:ext cx="34" cy="32"/>
              </a:xfrm>
              <a:custGeom>
                <a:avLst/>
                <a:gdLst/>
                <a:ahLst/>
                <a:cxnLst>
                  <a:cxn ang="0">
                    <a:pos x="0" y="17"/>
                  </a:cxn>
                  <a:cxn ang="0">
                    <a:pos x="4" y="22"/>
                  </a:cxn>
                  <a:cxn ang="0">
                    <a:pos x="4" y="26"/>
                  </a:cxn>
                  <a:cxn ang="0">
                    <a:pos x="9" y="31"/>
                  </a:cxn>
                  <a:cxn ang="0">
                    <a:pos x="14" y="31"/>
                  </a:cxn>
                  <a:cxn ang="0">
                    <a:pos x="18" y="31"/>
                  </a:cxn>
                  <a:cxn ang="0">
                    <a:pos x="23" y="31"/>
                  </a:cxn>
                  <a:cxn ang="0">
                    <a:pos x="28" y="26"/>
                  </a:cxn>
                  <a:cxn ang="0">
                    <a:pos x="28" y="22"/>
                  </a:cxn>
                  <a:cxn ang="0">
                    <a:pos x="33" y="17"/>
                  </a:cxn>
                  <a:cxn ang="0">
                    <a:pos x="33" y="13"/>
                  </a:cxn>
                  <a:cxn ang="0">
                    <a:pos x="28" y="8"/>
                  </a:cxn>
                  <a:cxn ang="0">
                    <a:pos x="23" y="4"/>
                  </a:cxn>
                  <a:cxn ang="0">
                    <a:pos x="18" y="4"/>
                  </a:cxn>
                  <a:cxn ang="0">
                    <a:pos x="18" y="0"/>
                  </a:cxn>
                  <a:cxn ang="0">
                    <a:pos x="14" y="0"/>
                  </a:cxn>
                  <a:cxn ang="0">
                    <a:pos x="9" y="4"/>
                  </a:cxn>
                  <a:cxn ang="0">
                    <a:pos x="4" y="8"/>
                  </a:cxn>
                  <a:cxn ang="0">
                    <a:pos x="0" y="13"/>
                  </a:cxn>
                  <a:cxn ang="0">
                    <a:pos x="0" y="17"/>
                  </a:cxn>
                </a:cxnLst>
                <a:rect l="0" t="0" r="0" b="0"/>
                <a:pathLst>
                  <a:path w="34" h="32">
                    <a:moveTo>
                      <a:pt x="0" y="17"/>
                    </a:moveTo>
                    <a:lnTo>
                      <a:pt x="4" y="22"/>
                    </a:lnTo>
                    <a:lnTo>
                      <a:pt x="4" y="26"/>
                    </a:lnTo>
                    <a:lnTo>
                      <a:pt x="9" y="31"/>
                    </a:lnTo>
                    <a:lnTo>
                      <a:pt x="14" y="31"/>
                    </a:lnTo>
                    <a:lnTo>
                      <a:pt x="18" y="31"/>
                    </a:lnTo>
                    <a:lnTo>
                      <a:pt x="23" y="31"/>
                    </a:lnTo>
                    <a:lnTo>
                      <a:pt x="28" y="26"/>
                    </a:lnTo>
                    <a:lnTo>
                      <a:pt x="28" y="22"/>
                    </a:lnTo>
                    <a:lnTo>
                      <a:pt x="33" y="17"/>
                    </a:lnTo>
                    <a:lnTo>
                      <a:pt x="33" y="13"/>
                    </a:lnTo>
                    <a:lnTo>
                      <a:pt x="28" y="8"/>
                    </a:lnTo>
                    <a:lnTo>
                      <a:pt x="23" y="4"/>
                    </a:lnTo>
                    <a:lnTo>
                      <a:pt x="18" y="4"/>
                    </a:lnTo>
                    <a:lnTo>
                      <a:pt x="18" y="0"/>
                    </a:lnTo>
                    <a:lnTo>
                      <a:pt x="14" y="0"/>
                    </a:lnTo>
                    <a:lnTo>
                      <a:pt x="9" y="4"/>
                    </a:lnTo>
                    <a:lnTo>
                      <a:pt x="4" y="8"/>
                    </a:lnTo>
                    <a:lnTo>
                      <a:pt x="0" y="13"/>
                    </a:lnTo>
                    <a:lnTo>
                      <a:pt x="0"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28" name="Line 195"/>
              <p:cNvSpPr/>
              <p:nvPr/>
            </p:nvSpPr>
            <p:spPr>
              <a:xfrm>
                <a:off x="4124" y="1463"/>
                <a:ext cx="8" cy="2"/>
              </a:xfrm>
              <a:prstGeom prst="line">
                <a:avLst/>
              </a:prstGeom>
              <a:ln w="12700" cap="flat" cmpd="sng">
                <a:solidFill>
                  <a:schemeClr val="tx1"/>
                </a:solidFill>
                <a:prstDash val="solid"/>
                <a:headEnd type="none" w="med" len="med"/>
                <a:tailEnd type="none" w="med" len="med"/>
              </a:ln>
            </p:spPr>
          </p:sp>
          <p:sp>
            <p:nvSpPr>
              <p:cNvPr id="44229" name="Line 196"/>
              <p:cNvSpPr/>
              <p:nvPr/>
            </p:nvSpPr>
            <p:spPr>
              <a:xfrm>
                <a:off x="4124" y="1456"/>
                <a:ext cx="8" cy="4"/>
              </a:xfrm>
              <a:prstGeom prst="line">
                <a:avLst/>
              </a:prstGeom>
              <a:ln w="12700" cap="flat" cmpd="sng">
                <a:solidFill>
                  <a:schemeClr val="tx1"/>
                </a:solidFill>
                <a:prstDash val="solid"/>
                <a:headEnd type="none" w="med" len="med"/>
                <a:tailEnd type="none" w="med" len="med"/>
              </a:ln>
            </p:spPr>
          </p:sp>
          <p:sp>
            <p:nvSpPr>
              <p:cNvPr id="44230" name="Freeform 197"/>
              <p:cNvSpPr/>
              <p:nvPr/>
            </p:nvSpPr>
            <p:spPr>
              <a:xfrm>
                <a:off x="4112" y="1454"/>
                <a:ext cx="34" cy="32"/>
              </a:xfrm>
              <a:custGeom>
                <a:avLst/>
                <a:gdLst/>
                <a:ahLst/>
                <a:cxnLst>
                  <a:cxn ang="0">
                    <a:pos x="26" y="31"/>
                  </a:cxn>
                  <a:cxn ang="0">
                    <a:pos x="33" y="25"/>
                  </a:cxn>
                  <a:cxn ang="0">
                    <a:pos x="33" y="5"/>
                  </a:cxn>
                  <a:cxn ang="0">
                    <a:pos x="26" y="0"/>
                  </a:cxn>
                  <a:cxn ang="0">
                    <a:pos x="19" y="0"/>
                  </a:cxn>
                  <a:cxn ang="0">
                    <a:pos x="13" y="0"/>
                  </a:cxn>
                  <a:cxn ang="0">
                    <a:pos x="6" y="5"/>
                  </a:cxn>
                  <a:cxn ang="0">
                    <a:pos x="6" y="10"/>
                  </a:cxn>
                  <a:cxn ang="0">
                    <a:pos x="0" y="10"/>
                  </a:cxn>
                  <a:cxn ang="0">
                    <a:pos x="0" y="20"/>
                  </a:cxn>
                  <a:cxn ang="0">
                    <a:pos x="6" y="20"/>
                  </a:cxn>
                  <a:cxn ang="0">
                    <a:pos x="6" y="25"/>
                  </a:cxn>
                  <a:cxn ang="0">
                    <a:pos x="13" y="31"/>
                  </a:cxn>
                  <a:cxn ang="0">
                    <a:pos x="19" y="31"/>
                  </a:cxn>
                  <a:cxn ang="0">
                    <a:pos x="26" y="31"/>
                  </a:cxn>
                </a:cxnLst>
                <a:rect l="0" t="0" r="0" b="0"/>
                <a:pathLst>
                  <a:path w="34" h="32">
                    <a:moveTo>
                      <a:pt x="26" y="31"/>
                    </a:moveTo>
                    <a:lnTo>
                      <a:pt x="33" y="25"/>
                    </a:lnTo>
                    <a:lnTo>
                      <a:pt x="33" y="5"/>
                    </a:lnTo>
                    <a:lnTo>
                      <a:pt x="26" y="0"/>
                    </a:lnTo>
                    <a:lnTo>
                      <a:pt x="19" y="0"/>
                    </a:lnTo>
                    <a:lnTo>
                      <a:pt x="13" y="0"/>
                    </a:lnTo>
                    <a:lnTo>
                      <a:pt x="6" y="5"/>
                    </a:lnTo>
                    <a:lnTo>
                      <a:pt x="6" y="10"/>
                    </a:lnTo>
                    <a:lnTo>
                      <a:pt x="0" y="10"/>
                    </a:lnTo>
                    <a:lnTo>
                      <a:pt x="0" y="20"/>
                    </a:lnTo>
                    <a:lnTo>
                      <a:pt x="6" y="20"/>
                    </a:lnTo>
                    <a:lnTo>
                      <a:pt x="6" y="25"/>
                    </a:lnTo>
                    <a:lnTo>
                      <a:pt x="13" y="31"/>
                    </a:lnTo>
                    <a:lnTo>
                      <a:pt x="19"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31" name="Freeform 198"/>
              <p:cNvSpPr/>
              <p:nvPr/>
            </p:nvSpPr>
            <p:spPr>
              <a:xfrm>
                <a:off x="4116" y="1454"/>
                <a:ext cx="33" cy="32"/>
              </a:xfrm>
              <a:custGeom>
                <a:avLst/>
                <a:gdLst/>
                <a:ahLst/>
                <a:cxnLst>
                  <a:cxn ang="0">
                    <a:pos x="2" y="2"/>
                  </a:cxn>
                  <a:cxn ang="0">
                    <a:pos x="32" y="15"/>
                  </a:cxn>
                  <a:cxn ang="0">
                    <a:pos x="30" y="31"/>
                  </a:cxn>
                  <a:cxn ang="0">
                    <a:pos x="0" y="15"/>
                  </a:cxn>
                  <a:cxn ang="0">
                    <a:pos x="2" y="0"/>
                  </a:cxn>
                  <a:cxn ang="0">
                    <a:pos x="2" y="2"/>
                  </a:cxn>
                </a:cxnLst>
                <a:rect l="0" t="0" r="0" b="0"/>
                <a:pathLst>
                  <a:path w="33" h="32">
                    <a:moveTo>
                      <a:pt x="2" y="2"/>
                    </a:moveTo>
                    <a:lnTo>
                      <a:pt x="32" y="15"/>
                    </a:lnTo>
                    <a:lnTo>
                      <a:pt x="30"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32" name="Freeform 199"/>
              <p:cNvSpPr/>
              <p:nvPr/>
            </p:nvSpPr>
            <p:spPr>
              <a:xfrm>
                <a:off x="4133" y="1457"/>
                <a:ext cx="33" cy="30"/>
              </a:xfrm>
              <a:custGeom>
                <a:avLst/>
                <a:gdLst/>
                <a:ahLst/>
                <a:cxnLst>
                  <a:cxn ang="0">
                    <a:pos x="0" y="12"/>
                  </a:cxn>
                  <a:cxn ang="0">
                    <a:pos x="0" y="16"/>
                  </a:cxn>
                  <a:cxn ang="0">
                    <a:pos x="4" y="20"/>
                  </a:cxn>
                  <a:cxn ang="0">
                    <a:pos x="4" y="24"/>
                  </a:cxn>
                  <a:cxn ang="0">
                    <a:pos x="9" y="29"/>
                  </a:cxn>
                  <a:cxn ang="0">
                    <a:pos x="13" y="29"/>
                  </a:cxn>
                  <a:cxn ang="0">
                    <a:pos x="18" y="29"/>
                  </a:cxn>
                  <a:cxn ang="0">
                    <a:pos x="22" y="29"/>
                  </a:cxn>
                  <a:cxn ang="0">
                    <a:pos x="27" y="24"/>
                  </a:cxn>
                  <a:cxn ang="0">
                    <a:pos x="27" y="20"/>
                  </a:cxn>
                  <a:cxn ang="0">
                    <a:pos x="32" y="16"/>
                  </a:cxn>
                  <a:cxn ang="0">
                    <a:pos x="32" y="12"/>
                  </a:cxn>
                  <a:cxn ang="0">
                    <a:pos x="27" y="8"/>
                  </a:cxn>
                  <a:cxn ang="0">
                    <a:pos x="22" y="4"/>
                  </a:cxn>
                  <a:cxn ang="0">
                    <a:pos x="18" y="0"/>
                  </a:cxn>
                  <a:cxn ang="0">
                    <a:pos x="13" y="0"/>
                  </a:cxn>
                  <a:cxn ang="0">
                    <a:pos x="13" y="4"/>
                  </a:cxn>
                  <a:cxn ang="0">
                    <a:pos x="9" y="4"/>
                  </a:cxn>
                  <a:cxn ang="0">
                    <a:pos x="4" y="8"/>
                  </a:cxn>
                  <a:cxn ang="0">
                    <a:pos x="0" y="12"/>
                  </a:cxn>
                </a:cxnLst>
                <a:rect l="0" t="0" r="0" b="0"/>
                <a:pathLst>
                  <a:path w="33" h="30">
                    <a:moveTo>
                      <a:pt x="0" y="12"/>
                    </a:moveTo>
                    <a:lnTo>
                      <a:pt x="0" y="16"/>
                    </a:lnTo>
                    <a:lnTo>
                      <a:pt x="4" y="20"/>
                    </a:lnTo>
                    <a:lnTo>
                      <a:pt x="4" y="24"/>
                    </a:lnTo>
                    <a:lnTo>
                      <a:pt x="9" y="29"/>
                    </a:lnTo>
                    <a:lnTo>
                      <a:pt x="13" y="29"/>
                    </a:lnTo>
                    <a:lnTo>
                      <a:pt x="18" y="29"/>
                    </a:lnTo>
                    <a:lnTo>
                      <a:pt x="22" y="29"/>
                    </a:lnTo>
                    <a:lnTo>
                      <a:pt x="27" y="24"/>
                    </a:lnTo>
                    <a:lnTo>
                      <a:pt x="27" y="20"/>
                    </a:lnTo>
                    <a:lnTo>
                      <a:pt x="32" y="16"/>
                    </a:lnTo>
                    <a:lnTo>
                      <a:pt x="32" y="12"/>
                    </a:lnTo>
                    <a:lnTo>
                      <a:pt x="27" y="8"/>
                    </a:lnTo>
                    <a:lnTo>
                      <a:pt x="22" y="4"/>
                    </a:lnTo>
                    <a:lnTo>
                      <a:pt x="18" y="0"/>
                    </a:lnTo>
                    <a:lnTo>
                      <a:pt x="13" y="0"/>
                    </a:lnTo>
                    <a:lnTo>
                      <a:pt x="13" y="4"/>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33" name="Line 200"/>
              <p:cNvSpPr/>
              <p:nvPr/>
            </p:nvSpPr>
            <p:spPr>
              <a:xfrm>
                <a:off x="4110" y="1481"/>
                <a:ext cx="9" cy="1"/>
              </a:xfrm>
              <a:prstGeom prst="line">
                <a:avLst/>
              </a:prstGeom>
              <a:ln w="12700" cap="flat" cmpd="sng">
                <a:solidFill>
                  <a:schemeClr val="tx1"/>
                </a:solidFill>
                <a:prstDash val="solid"/>
                <a:headEnd type="none" w="med" len="med"/>
                <a:tailEnd type="none" w="med" len="med"/>
              </a:ln>
            </p:spPr>
          </p:sp>
          <p:sp>
            <p:nvSpPr>
              <p:cNvPr id="44234" name="Line 201"/>
              <p:cNvSpPr/>
              <p:nvPr/>
            </p:nvSpPr>
            <p:spPr>
              <a:xfrm>
                <a:off x="4111" y="1476"/>
                <a:ext cx="5" cy="6"/>
              </a:xfrm>
              <a:prstGeom prst="line">
                <a:avLst/>
              </a:prstGeom>
              <a:ln w="12700" cap="flat" cmpd="sng">
                <a:solidFill>
                  <a:schemeClr val="tx1"/>
                </a:solidFill>
                <a:prstDash val="solid"/>
                <a:headEnd type="none" w="med" len="med"/>
                <a:tailEnd type="none" w="med" len="med"/>
              </a:ln>
            </p:spPr>
          </p:sp>
          <p:sp>
            <p:nvSpPr>
              <p:cNvPr id="44235" name="Freeform 202"/>
              <p:cNvSpPr/>
              <p:nvPr/>
            </p:nvSpPr>
            <p:spPr>
              <a:xfrm>
                <a:off x="4100" y="1474"/>
                <a:ext cx="36" cy="32"/>
              </a:xfrm>
              <a:custGeom>
                <a:avLst/>
                <a:gdLst/>
                <a:ahLst/>
                <a:cxnLst>
                  <a:cxn ang="0">
                    <a:pos x="21" y="31"/>
                  </a:cxn>
                  <a:cxn ang="0">
                    <a:pos x="28" y="31"/>
                  </a:cxn>
                  <a:cxn ang="0">
                    <a:pos x="28" y="26"/>
                  </a:cxn>
                  <a:cxn ang="0">
                    <a:pos x="35" y="22"/>
                  </a:cxn>
                  <a:cxn ang="0">
                    <a:pos x="35" y="4"/>
                  </a:cxn>
                  <a:cxn ang="0">
                    <a:pos x="28" y="0"/>
                  </a:cxn>
                  <a:cxn ang="0">
                    <a:pos x="21" y="0"/>
                  </a:cxn>
                  <a:cxn ang="0">
                    <a:pos x="14" y="0"/>
                  </a:cxn>
                  <a:cxn ang="0">
                    <a:pos x="7" y="4"/>
                  </a:cxn>
                  <a:cxn ang="0">
                    <a:pos x="7" y="8"/>
                  </a:cxn>
                  <a:cxn ang="0">
                    <a:pos x="0" y="8"/>
                  </a:cxn>
                  <a:cxn ang="0">
                    <a:pos x="0" y="13"/>
                  </a:cxn>
                  <a:cxn ang="0">
                    <a:pos x="7" y="17"/>
                  </a:cxn>
                  <a:cxn ang="0">
                    <a:pos x="7" y="22"/>
                  </a:cxn>
                  <a:cxn ang="0">
                    <a:pos x="14" y="26"/>
                  </a:cxn>
                  <a:cxn ang="0">
                    <a:pos x="21" y="31"/>
                  </a:cxn>
                </a:cxnLst>
                <a:rect l="0" t="0" r="0" b="0"/>
                <a:pathLst>
                  <a:path w="36" h="32">
                    <a:moveTo>
                      <a:pt x="21" y="31"/>
                    </a:moveTo>
                    <a:lnTo>
                      <a:pt x="28" y="31"/>
                    </a:lnTo>
                    <a:lnTo>
                      <a:pt x="28" y="26"/>
                    </a:lnTo>
                    <a:lnTo>
                      <a:pt x="35" y="22"/>
                    </a:lnTo>
                    <a:lnTo>
                      <a:pt x="35" y="4"/>
                    </a:lnTo>
                    <a:lnTo>
                      <a:pt x="28" y="0"/>
                    </a:lnTo>
                    <a:lnTo>
                      <a:pt x="21" y="0"/>
                    </a:lnTo>
                    <a:lnTo>
                      <a:pt x="14" y="0"/>
                    </a:lnTo>
                    <a:lnTo>
                      <a:pt x="7" y="4"/>
                    </a:lnTo>
                    <a:lnTo>
                      <a:pt x="7" y="8"/>
                    </a:lnTo>
                    <a:lnTo>
                      <a:pt x="0" y="8"/>
                    </a:lnTo>
                    <a:lnTo>
                      <a:pt x="0" y="13"/>
                    </a:lnTo>
                    <a:lnTo>
                      <a:pt x="7" y="17"/>
                    </a:lnTo>
                    <a:lnTo>
                      <a:pt x="7" y="22"/>
                    </a:lnTo>
                    <a:lnTo>
                      <a:pt x="14" y="26"/>
                    </a:lnTo>
                    <a:lnTo>
                      <a:pt x="21"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36" name="Freeform 203"/>
              <p:cNvSpPr/>
              <p:nvPr/>
            </p:nvSpPr>
            <p:spPr>
              <a:xfrm>
                <a:off x="4103" y="1474"/>
                <a:ext cx="33" cy="32"/>
              </a:xfrm>
              <a:custGeom>
                <a:avLst/>
                <a:gdLst/>
                <a:ahLst/>
                <a:cxnLst>
                  <a:cxn ang="0">
                    <a:pos x="1" y="0"/>
                  </a:cxn>
                  <a:cxn ang="0">
                    <a:pos x="32" y="16"/>
                  </a:cxn>
                  <a:cxn ang="0">
                    <a:pos x="29" y="31"/>
                  </a:cxn>
                  <a:cxn ang="0">
                    <a:pos x="0" y="14"/>
                  </a:cxn>
                  <a:cxn ang="0">
                    <a:pos x="1" y="0"/>
                  </a:cxn>
                </a:cxnLst>
                <a:rect l="0" t="0" r="0" b="0"/>
                <a:pathLst>
                  <a:path w="33" h="32">
                    <a:moveTo>
                      <a:pt x="1" y="0"/>
                    </a:moveTo>
                    <a:lnTo>
                      <a:pt x="32" y="16"/>
                    </a:lnTo>
                    <a:lnTo>
                      <a:pt x="29" y="31"/>
                    </a:lnTo>
                    <a:lnTo>
                      <a:pt x="0" y="14"/>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37" name="Freeform 204"/>
              <p:cNvSpPr/>
              <p:nvPr/>
            </p:nvSpPr>
            <p:spPr>
              <a:xfrm>
                <a:off x="4119" y="1482"/>
                <a:ext cx="35" cy="29"/>
              </a:xfrm>
              <a:custGeom>
                <a:avLst/>
                <a:gdLst/>
                <a:ahLst/>
                <a:cxnLst>
                  <a:cxn ang="0">
                    <a:pos x="0" y="14"/>
                  </a:cxn>
                  <a:cxn ang="0">
                    <a:pos x="4" y="18"/>
                  </a:cxn>
                  <a:cxn ang="0">
                    <a:pos x="9" y="23"/>
                  </a:cxn>
                  <a:cxn ang="0">
                    <a:pos x="14" y="28"/>
                  </a:cxn>
                  <a:cxn ang="0">
                    <a:pos x="19" y="28"/>
                  </a:cxn>
                  <a:cxn ang="0">
                    <a:pos x="24" y="23"/>
                  </a:cxn>
                  <a:cxn ang="0">
                    <a:pos x="29" y="18"/>
                  </a:cxn>
                  <a:cxn ang="0">
                    <a:pos x="34" y="14"/>
                  </a:cxn>
                  <a:cxn ang="0">
                    <a:pos x="34" y="9"/>
                  </a:cxn>
                  <a:cxn ang="0">
                    <a:pos x="29" y="9"/>
                  </a:cxn>
                  <a:cxn ang="0">
                    <a:pos x="29" y="4"/>
                  </a:cxn>
                  <a:cxn ang="0">
                    <a:pos x="24" y="0"/>
                  </a:cxn>
                  <a:cxn ang="0">
                    <a:pos x="19" y="0"/>
                  </a:cxn>
                  <a:cxn ang="0">
                    <a:pos x="14" y="0"/>
                  </a:cxn>
                  <a:cxn ang="0">
                    <a:pos x="9" y="0"/>
                  </a:cxn>
                  <a:cxn ang="0">
                    <a:pos x="4" y="4"/>
                  </a:cxn>
                  <a:cxn ang="0">
                    <a:pos x="4" y="9"/>
                  </a:cxn>
                  <a:cxn ang="0">
                    <a:pos x="0" y="9"/>
                  </a:cxn>
                  <a:cxn ang="0">
                    <a:pos x="0" y="14"/>
                  </a:cxn>
                </a:cxnLst>
                <a:rect l="0" t="0" r="0" b="0"/>
                <a:pathLst>
                  <a:path w="35" h="29">
                    <a:moveTo>
                      <a:pt x="0" y="14"/>
                    </a:moveTo>
                    <a:lnTo>
                      <a:pt x="4" y="18"/>
                    </a:lnTo>
                    <a:lnTo>
                      <a:pt x="9" y="23"/>
                    </a:lnTo>
                    <a:lnTo>
                      <a:pt x="14" y="28"/>
                    </a:lnTo>
                    <a:lnTo>
                      <a:pt x="19" y="28"/>
                    </a:lnTo>
                    <a:lnTo>
                      <a:pt x="24" y="23"/>
                    </a:lnTo>
                    <a:lnTo>
                      <a:pt x="29" y="18"/>
                    </a:lnTo>
                    <a:lnTo>
                      <a:pt x="34" y="14"/>
                    </a:lnTo>
                    <a:lnTo>
                      <a:pt x="34" y="9"/>
                    </a:lnTo>
                    <a:lnTo>
                      <a:pt x="29" y="9"/>
                    </a:lnTo>
                    <a:lnTo>
                      <a:pt x="29" y="4"/>
                    </a:lnTo>
                    <a:lnTo>
                      <a:pt x="24" y="0"/>
                    </a:lnTo>
                    <a:lnTo>
                      <a:pt x="19" y="0"/>
                    </a:lnTo>
                    <a:lnTo>
                      <a:pt x="14" y="0"/>
                    </a:lnTo>
                    <a:lnTo>
                      <a:pt x="9" y="0"/>
                    </a:lnTo>
                    <a:lnTo>
                      <a:pt x="4" y="4"/>
                    </a:lnTo>
                    <a:lnTo>
                      <a:pt x="4" y="9"/>
                    </a:lnTo>
                    <a:lnTo>
                      <a:pt x="0" y="9"/>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38" name="Line 205"/>
              <p:cNvSpPr/>
              <p:nvPr/>
            </p:nvSpPr>
            <p:spPr>
              <a:xfrm>
                <a:off x="4074" y="1488"/>
                <a:ext cx="12" cy="3"/>
              </a:xfrm>
              <a:prstGeom prst="line">
                <a:avLst/>
              </a:prstGeom>
              <a:ln w="12700" cap="flat" cmpd="sng">
                <a:solidFill>
                  <a:schemeClr val="tx1"/>
                </a:solidFill>
                <a:prstDash val="solid"/>
                <a:headEnd type="none" w="med" len="med"/>
                <a:tailEnd type="none" w="med" len="med"/>
              </a:ln>
            </p:spPr>
          </p:sp>
          <p:sp>
            <p:nvSpPr>
              <p:cNvPr id="44239" name="Line 206"/>
              <p:cNvSpPr/>
              <p:nvPr/>
            </p:nvSpPr>
            <p:spPr>
              <a:xfrm>
                <a:off x="4080" y="1487"/>
                <a:ext cx="8" cy="1"/>
              </a:xfrm>
              <a:prstGeom prst="line">
                <a:avLst/>
              </a:prstGeom>
              <a:ln w="12700" cap="flat" cmpd="sng">
                <a:solidFill>
                  <a:schemeClr val="tx1"/>
                </a:solidFill>
                <a:prstDash val="solid"/>
                <a:headEnd type="none" w="med" len="med"/>
                <a:tailEnd type="none" w="med" len="med"/>
              </a:ln>
            </p:spPr>
          </p:sp>
          <p:sp>
            <p:nvSpPr>
              <p:cNvPr id="44240" name="Freeform 207"/>
              <p:cNvSpPr/>
              <p:nvPr/>
            </p:nvSpPr>
            <p:spPr>
              <a:xfrm>
                <a:off x="4069" y="1486"/>
                <a:ext cx="36" cy="33"/>
              </a:xfrm>
              <a:custGeom>
                <a:avLst/>
                <a:gdLst/>
                <a:ahLst/>
                <a:cxnLst>
                  <a:cxn ang="0">
                    <a:pos x="26" y="32"/>
                  </a:cxn>
                  <a:cxn ang="0">
                    <a:pos x="26" y="27"/>
                  </a:cxn>
                  <a:cxn ang="0">
                    <a:pos x="35" y="27"/>
                  </a:cxn>
                  <a:cxn ang="0">
                    <a:pos x="35" y="4"/>
                  </a:cxn>
                  <a:cxn ang="0">
                    <a:pos x="26" y="4"/>
                  </a:cxn>
                  <a:cxn ang="0">
                    <a:pos x="26" y="0"/>
                  </a:cxn>
                  <a:cxn ang="0">
                    <a:pos x="17" y="0"/>
                  </a:cxn>
                  <a:cxn ang="0">
                    <a:pos x="17" y="4"/>
                  </a:cxn>
                  <a:cxn ang="0">
                    <a:pos x="8" y="4"/>
                  </a:cxn>
                  <a:cxn ang="0">
                    <a:pos x="0" y="9"/>
                  </a:cxn>
                  <a:cxn ang="0">
                    <a:pos x="0" y="13"/>
                  </a:cxn>
                  <a:cxn ang="0">
                    <a:pos x="0" y="18"/>
                  </a:cxn>
                  <a:cxn ang="0">
                    <a:pos x="0" y="22"/>
                  </a:cxn>
                  <a:cxn ang="0">
                    <a:pos x="8" y="27"/>
                  </a:cxn>
                  <a:cxn ang="0">
                    <a:pos x="17" y="27"/>
                  </a:cxn>
                  <a:cxn ang="0">
                    <a:pos x="17" y="32"/>
                  </a:cxn>
                  <a:cxn ang="0">
                    <a:pos x="26" y="32"/>
                  </a:cxn>
                </a:cxnLst>
                <a:rect l="0" t="0" r="0" b="0"/>
                <a:pathLst>
                  <a:path w="36" h="33">
                    <a:moveTo>
                      <a:pt x="26" y="32"/>
                    </a:moveTo>
                    <a:lnTo>
                      <a:pt x="26" y="27"/>
                    </a:lnTo>
                    <a:lnTo>
                      <a:pt x="35" y="27"/>
                    </a:lnTo>
                    <a:lnTo>
                      <a:pt x="35" y="4"/>
                    </a:lnTo>
                    <a:lnTo>
                      <a:pt x="26" y="4"/>
                    </a:lnTo>
                    <a:lnTo>
                      <a:pt x="26" y="0"/>
                    </a:lnTo>
                    <a:lnTo>
                      <a:pt x="17" y="0"/>
                    </a:lnTo>
                    <a:lnTo>
                      <a:pt x="17" y="4"/>
                    </a:lnTo>
                    <a:lnTo>
                      <a:pt x="8" y="4"/>
                    </a:lnTo>
                    <a:lnTo>
                      <a:pt x="0" y="9"/>
                    </a:lnTo>
                    <a:lnTo>
                      <a:pt x="0" y="13"/>
                    </a:lnTo>
                    <a:lnTo>
                      <a:pt x="0" y="18"/>
                    </a:lnTo>
                    <a:lnTo>
                      <a:pt x="0" y="22"/>
                    </a:lnTo>
                    <a:lnTo>
                      <a:pt x="8" y="27"/>
                    </a:lnTo>
                    <a:lnTo>
                      <a:pt x="17" y="27"/>
                    </a:lnTo>
                    <a:lnTo>
                      <a:pt x="17" y="32"/>
                    </a:lnTo>
                    <a:lnTo>
                      <a:pt x="26" y="3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41" name="Freeform 208"/>
              <p:cNvSpPr/>
              <p:nvPr/>
            </p:nvSpPr>
            <p:spPr>
              <a:xfrm>
                <a:off x="4069" y="1486"/>
                <a:ext cx="36" cy="33"/>
              </a:xfrm>
              <a:custGeom>
                <a:avLst/>
                <a:gdLst/>
                <a:ahLst/>
                <a:cxnLst>
                  <a:cxn ang="0">
                    <a:pos x="2" y="0"/>
                  </a:cxn>
                  <a:cxn ang="0">
                    <a:pos x="35" y="16"/>
                  </a:cxn>
                  <a:cxn ang="0">
                    <a:pos x="33" y="32"/>
                  </a:cxn>
                  <a:cxn ang="0">
                    <a:pos x="0" y="16"/>
                  </a:cxn>
                  <a:cxn ang="0">
                    <a:pos x="2" y="0"/>
                  </a:cxn>
                </a:cxnLst>
                <a:rect l="0" t="0" r="0" b="0"/>
                <a:pathLst>
                  <a:path w="36" h="33">
                    <a:moveTo>
                      <a:pt x="2" y="0"/>
                    </a:moveTo>
                    <a:lnTo>
                      <a:pt x="35" y="16"/>
                    </a:lnTo>
                    <a:lnTo>
                      <a:pt x="33" y="32"/>
                    </a:lnTo>
                    <a:lnTo>
                      <a:pt x="0" y="16"/>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42" name="Freeform 209"/>
              <p:cNvSpPr/>
              <p:nvPr/>
            </p:nvSpPr>
            <p:spPr>
              <a:xfrm>
                <a:off x="4087" y="1486"/>
                <a:ext cx="34" cy="33"/>
              </a:xfrm>
              <a:custGeom>
                <a:avLst/>
                <a:gdLst/>
                <a:ahLst/>
                <a:cxnLst>
                  <a:cxn ang="0">
                    <a:pos x="0" y="13"/>
                  </a:cxn>
                  <a:cxn ang="0">
                    <a:pos x="0" y="18"/>
                  </a:cxn>
                  <a:cxn ang="0">
                    <a:pos x="0" y="22"/>
                  </a:cxn>
                  <a:cxn ang="0">
                    <a:pos x="5" y="27"/>
                  </a:cxn>
                  <a:cxn ang="0">
                    <a:pos x="11" y="27"/>
                  </a:cxn>
                  <a:cxn ang="0">
                    <a:pos x="11" y="32"/>
                  </a:cxn>
                  <a:cxn ang="0">
                    <a:pos x="16" y="32"/>
                  </a:cxn>
                  <a:cxn ang="0">
                    <a:pos x="27" y="22"/>
                  </a:cxn>
                  <a:cxn ang="0">
                    <a:pos x="33" y="18"/>
                  </a:cxn>
                  <a:cxn ang="0">
                    <a:pos x="33" y="9"/>
                  </a:cxn>
                  <a:cxn ang="0">
                    <a:pos x="16" y="0"/>
                  </a:cxn>
                  <a:cxn ang="0">
                    <a:pos x="11" y="0"/>
                  </a:cxn>
                  <a:cxn ang="0">
                    <a:pos x="5" y="0"/>
                  </a:cxn>
                  <a:cxn ang="0">
                    <a:pos x="0"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27" y="22"/>
                    </a:lnTo>
                    <a:lnTo>
                      <a:pt x="33" y="18"/>
                    </a:lnTo>
                    <a:lnTo>
                      <a:pt x="33" y="9"/>
                    </a:lnTo>
                    <a:lnTo>
                      <a:pt x="16" y="0"/>
                    </a:lnTo>
                    <a:lnTo>
                      <a:pt x="11" y="0"/>
                    </a:lnTo>
                    <a:lnTo>
                      <a:pt x="5" y="0"/>
                    </a:lnTo>
                    <a:lnTo>
                      <a:pt x="0"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43" name="Line 210"/>
              <p:cNvSpPr/>
              <p:nvPr/>
            </p:nvSpPr>
            <p:spPr>
              <a:xfrm>
                <a:off x="4074" y="1473"/>
                <a:ext cx="12" cy="1"/>
              </a:xfrm>
              <a:prstGeom prst="line">
                <a:avLst/>
              </a:prstGeom>
              <a:ln w="12700" cap="flat" cmpd="sng">
                <a:solidFill>
                  <a:schemeClr val="tx1"/>
                </a:solidFill>
                <a:prstDash val="solid"/>
                <a:headEnd type="none" w="med" len="med"/>
                <a:tailEnd type="none" w="med" len="med"/>
              </a:ln>
            </p:spPr>
          </p:sp>
          <p:sp>
            <p:nvSpPr>
              <p:cNvPr id="44244" name="Line 211"/>
              <p:cNvSpPr/>
              <p:nvPr/>
            </p:nvSpPr>
            <p:spPr>
              <a:xfrm>
                <a:off x="4080" y="1468"/>
                <a:ext cx="8" cy="4"/>
              </a:xfrm>
              <a:prstGeom prst="line">
                <a:avLst/>
              </a:prstGeom>
              <a:ln w="12700" cap="flat" cmpd="sng">
                <a:solidFill>
                  <a:schemeClr val="tx1"/>
                </a:solidFill>
                <a:prstDash val="solid"/>
                <a:headEnd type="none" w="med" len="med"/>
                <a:tailEnd type="none" w="med" len="med"/>
              </a:ln>
            </p:spPr>
          </p:sp>
          <p:sp>
            <p:nvSpPr>
              <p:cNvPr id="44245" name="Freeform 212"/>
              <p:cNvSpPr/>
              <p:nvPr/>
            </p:nvSpPr>
            <p:spPr>
              <a:xfrm>
                <a:off x="4069" y="1466"/>
                <a:ext cx="36" cy="32"/>
              </a:xfrm>
              <a:custGeom>
                <a:avLst/>
                <a:gdLst/>
                <a:ahLst/>
                <a:cxnLst>
                  <a:cxn ang="0">
                    <a:pos x="26" y="31"/>
                  </a:cxn>
                  <a:cxn ang="0">
                    <a:pos x="35" y="26"/>
                  </a:cxn>
                  <a:cxn ang="0">
                    <a:pos x="35" y="4"/>
                  </a:cxn>
                  <a:cxn ang="0">
                    <a:pos x="26" y="4"/>
                  </a:cxn>
                  <a:cxn ang="0">
                    <a:pos x="26" y="0"/>
                  </a:cxn>
                  <a:cxn ang="0">
                    <a:pos x="17" y="0"/>
                  </a:cxn>
                  <a:cxn ang="0">
                    <a:pos x="17" y="4"/>
                  </a:cxn>
                  <a:cxn ang="0">
                    <a:pos x="8" y="4"/>
                  </a:cxn>
                  <a:cxn ang="0">
                    <a:pos x="0" y="8"/>
                  </a:cxn>
                  <a:cxn ang="0">
                    <a:pos x="0" y="13"/>
                  </a:cxn>
                  <a:cxn ang="0">
                    <a:pos x="0" y="17"/>
                  </a:cxn>
                  <a:cxn ang="0">
                    <a:pos x="0" y="22"/>
                  </a:cxn>
                  <a:cxn ang="0">
                    <a:pos x="8" y="31"/>
                  </a:cxn>
                  <a:cxn ang="0">
                    <a:pos x="17" y="31"/>
                  </a:cxn>
                  <a:cxn ang="0">
                    <a:pos x="26" y="31"/>
                  </a:cxn>
                </a:cxnLst>
                <a:rect l="0" t="0" r="0" b="0"/>
                <a:pathLst>
                  <a:path w="36" h="32">
                    <a:moveTo>
                      <a:pt x="26" y="31"/>
                    </a:moveTo>
                    <a:lnTo>
                      <a:pt x="35" y="26"/>
                    </a:lnTo>
                    <a:lnTo>
                      <a:pt x="35" y="4"/>
                    </a:lnTo>
                    <a:lnTo>
                      <a:pt x="26" y="4"/>
                    </a:lnTo>
                    <a:lnTo>
                      <a:pt x="26" y="0"/>
                    </a:lnTo>
                    <a:lnTo>
                      <a:pt x="17" y="0"/>
                    </a:lnTo>
                    <a:lnTo>
                      <a:pt x="17" y="4"/>
                    </a:lnTo>
                    <a:lnTo>
                      <a:pt x="8" y="4"/>
                    </a:lnTo>
                    <a:lnTo>
                      <a:pt x="0" y="8"/>
                    </a:lnTo>
                    <a:lnTo>
                      <a:pt x="0" y="13"/>
                    </a:lnTo>
                    <a:lnTo>
                      <a:pt x="0" y="17"/>
                    </a:lnTo>
                    <a:lnTo>
                      <a:pt x="0" y="22"/>
                    </a:lnTo>
                    <a:lnTo>
                      <a:pt x="8" y="31"/>
                    </a:lnTo>
                    <a:lnTo>
                      <a:pt x="17"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46" name="Freeform 213"/>
              <p:cNvSpPr/>
              <p:nvPr/>
            </p:nvSpPr>
            <p:spPr>
              <a:xfrm>
                <a:off x="4069" y="1466"/>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47" name="Freeform 214"/>
              <p:cNvSpPr/>
              <p:nvPr/>
            </p:nvSpPr>
            <p:spPr>
              <a:xfrm>
                <a:off x="4087" y="1472"/>
                <a:ext cx="34" cy="33"/>
              </a:xfrm>
              <a:custGeom>
                <a:avLst/>
                <a:gdLst/>
                <a:ahLst/>
                <a:cxnLst>
                  <a:cxn ang="0">
                    <a:pos x="0" y="13"/>
                  </a:cxn>
                  <a:cxn ang="0">
                    <a:pos x="0" y="18"/>
                  </a:cxn>
                  <a:cxn ang="0">
                    <a:pos x="0" y="22"/>
                  </a:cxn>
                  <a:cxn ang="0">
                    <a:pos x="5" y="27"/>
                  </a:cxn>
                  <a:cxn ang="0">
                    <a:pos x="11" y="27"/>
                  </a:cxn>
                  <a:cxn ang="0">
                    <a:pos x="11" y="32"/>
                  </a:cxn>
                  <a:cxn ang="0">
                    <a:pos x="16" y="32"/>
                  </a:cxn>
                  <a:cxn ang="0">
                    <a:pos x="33" y="18"/>
                  </a:cxn>
                  <a:cxn ang="0">
                    <a:pos x="33" y="9"/>
                  </a:cxn>
                  <a:cxn ang="0">
                    <a:pos x="16" y="0"/>
                  </a:cxn>
                  <a:cxn ang="0">
                    <a:pos x="11" y="0"/>
                  </a:cxn>
                  <a:cxn ang="0">
                    <a:pos x="11" y="4"/>
                  </a:cxn>
                  <a:cxn ang="0">
                    <a:pos x="5"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33" y="18"/>
                    </a:lnTo>
                    <a:lnTo>
                      <a:pt x="33" y="9"/>
                    </a:lnTo>
                    <a:lnTo>
                      <a:pt x="16" y="0"/>
                    </a:lnTo>
                    <a:lnTo>
                      <a:pt x="11" y="0"/>
                    </a:lnTo>
                    <a:lnTo>
                      <a:pt x="11" y="4"/>
                    </a:lnTo>
                    <a:lnTo>
                      <a:pt x="5"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48" name="Line 215"/>
              <p:cNvSpPr/>
              <p:nvPr/>
            </p:nvSpPr>
            <p:spPr>
              <a:xfrm>
                <a:off x="4059" y="1463"/>
                <a:ext cx="6" cy="2"/>
              </a:xfrm>
              <a:prstGeom prst="line">
                <a:avLst/>
              </a:prstGeom>
              <a:ln w="12700" cap="flat" cmpd="sng">
                <a:solidFill>
                  <a:schemeClr val="tx1"/>
                </a:solidFill>
                <a:prstDash val="solid"/>
                <a:headEnd type="none" w="med" len="med"/>
                <a:tailEnd type="none" w="med" len="med"/>
              </a:ln>
            </p:spPr>
          </p:sp>
          <p:sp>
            <p:nvSpPr>
              <p:cNvPr id="44249" name="Line 216"/>
              <p:cNvSpPr/>
              <p:nvPr/>
            </p:nvSpPr>
            <p:spPr>
              <a:xfrm>
                <a:off x="4056" y="1456"/>
                <a:ext cx="11" cy="4"/>
              </a:xfrm>
              <a:prstGeom prst="line">
                <a:avLst/>
              </a:prstGeom>
              <a:ln w="12700" cap="flat" cmpd="sng">
                <a:solidFill>
                  <a:schemeClr val="tx1"/>
                </a:solidFill>
                <a:prstDash val="solid"/>
                <a:headEnd type="none" w="med" len="med"/>
                <a:tailEnd type="none" w="med" len="med"/>
              </a:ln>
            </p:spPr>
          </p:sp>
          <p:sp>
            <p:nvSpPr>
              <p:cNvPr id="44250" name="Freeform 217"/>
              <p:cNvSpPr/>
              <p:nvPr/>
            </p:nvSpPr>
            <p:spPr>
              <a:xfrm>
                <a:off x="4048" y="1454"/>
                <a:ext cx="33" cy="32"/>
              </a:xfrm>
              <a:custGeom>
                <a:avLst/>
                <a:gdLst/>
                <a:ahLst/>
                <a:cxnLst>
                  <a:cxn ang="0">
                    <a:pos x="25" y="31"/>
                  </a:cxn>
                  <a:cxn ang="0">
                    <a:pos x="25" y="26"/>
                  </a:cxn>
                  <a:cxn ang="0">
                    <a:pos x="32" y="26"/>
                  </a:cxn>
                  <a:cxn ang="0">
                    <a:pos x="32" y="4"/>
                  </a:cxn>
                  <a:cxn ang="0">
                    <a:pos x="25" y="4"/>
                  </a:cxn>
                  <a:cxn ang="0">
                    <a:pos x="25" y="0"/>
                  </a:cxn>
                  <a:cxn ang="0">
                    <a:pos x="19" y="0"/>
                  </a:cxn>
                  <a:cxn ang="0">
                    <a:pos x="19" y="4"/>
                  </a:cxn>
                  <a:cxn ang="0">
                    <a:pos x="12" y="4"/>
                  </a:cxn>
                  <a:cxn ang="0">
                    <a:pos x="6" y="8"/>
                  </a:cxn>
                  <a:cxn ang="0">
                    <a:pos x="6" y="13"/>
                  </a:cxn>
                  <a:cxn ang="0">
                    <a:pos x="0" y="13"/>
                  </a:cxn>
                  <a:cxn ang="0">
                    <a:pos x="0" y="17"/>
                  </a:cxn>
                  <a:cxn ang="0">
                    <a:pos x="6" y="22"/>
                  </a:cxn>
                  <a:cxn ang="0">
                    <a:pos x="12" y="26"/>
                  </a:cxn>
                  <a:cxn ang="0">
                    <a:pos x="19" y="26"/>
                  </a:cxn>
                  <a:cxn ang="0">
                    <a:pos x="19" y="31"/>
                  </a:cxn>
                  <a:cxn ang="0">
                    <a:pos x="25" y="31"/>
                  </a:cxn>
                </a:cxnLst>
                <a:rect l="0" t="0" r="0" b="0"/>
                <a:pathLst>
                  <a:path w="33" h="32">
                    <a:moveTo>
                      <a:pt x="25" y="31"/>
                    </a:moveTo>
                    <a:lnTo>
                      <a:pt x="25" y="26"/>
                    </a:lnTo>
                    <a:lnTo>
                      <a:pt x="32" y="26"/>
                    </a:lnTo>
                    <a:lnTo>
                      <a:pt x="32" y="4"/>
                    </a:lnTo>
                    <a:lnTo>
                      <a:pt x="25" y="4"/>
                    </a:lnTo>
                    <a:lnTo>
                      <a:pt x="25" y="0"/>
                    </a:lnTo>
                    <a:lnTo>
                      <a:pt x="19" y="0"/>
                    </a:lnTo>
                    <a:lnTo>
                      <a:pt x="19" y="4"/>
                    </a:lnTo>
                    <a:lnTo>
                      <a:pt x="12" y="4"/>
                    </a:lnTo>
                    <a:lnTo>
                      <a:pt x="6" y="8"/>
                    </a:lnTo>
                    <a:lnTo>
                      <a:pt x="6" y="13"/>
                    </a:lnTo>
                    <a:lnTo>
                      <a:pt x="0" y="13"/>
                    </a:lnTo>
                    <a:lnTo>
                      <a:pt x="0" y="17"/>
                    </a:lnTo>
                    <a:lnTo>
                      <a:pt x="6" y="22"/>
                    </a:lnTo>
                    <a:lnTo>
                      <a:pt x="12" y="26"/>
                    </a:lnTo>
                    <a:lnTo>
                      <a:pt x="19" y="26"/>
                    </a:lnTo>
                    <a:lnTo>
                      <a:pt x="19"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51" name="Freeform 218"/>
              <p:cNvSpPr/>
              <p:nvPr/>
            </p:nvSpPr>
            <p:spPr>
              <a:xfrm>
                <a:off x="4052" y="1454"/>
                <a:ext cx="34" cy="32"/>
              </a:xfrm>
              <a:custGeom>
                <a:avLst/>
                <a:gdLst/>
                <a:ahLst/>
                <a:cxnLst>
                  <a:cxn ang="0">
                    <a:pos x="1" y="0"/>
                  </a:cxn>
                  <a:cxn ang="0">
                    <a:pos x="33" y="15"/>
                  </a:cxn>
                  <a:cxn ang="0">
                    <a:pos x="31" y="31"/>
                  </a:cxn>
                  <a:cxn ang="0">
                    <a:pos x="0" y="15"/>
                  </a:cxn>
                  <a:cxn ang="0">
                    <a:pos x="1" y="0"/>
                  </a:cxn>
                </a:cxnLst>
                <a:rect l="0" t="0" r="0" b="0"/>
                <a:pathLst>
                  <a:path w="34" h="32">
                    <a:moveTo>
                      <a:pt x="1" y="0"/>
                    </a:moveTo>
                    <a:lnTo>
                      <a:pt x="33" y="15"/>
                    </a:lnTo>
                    <a:lnTo>
                      <a:pt x="31" y="31"/>
                    </a:lnTo>
                    <a:lnTo>
                      <a:pt x="0" y="15"/>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52" name="Freeform 219"/>
              <p:cNvSpPr/>
              <p:nvPr/>
            </p:nvSpPr>
            <p:spPr>
              <a:xfrm>
                <a:off x="4069" y="1457"/>
                <a:ext cx="36" cy="30"/>
              </a:xfrm>
              <a:custGeom>
                <a:avLst/>
                <a:gdLst/>
                <a:ahLst/>
                <a:cxnLst>
                  <a:cxn ang="0">
                    <a:pos x="0" y="12"/>
                  </a:cxn>
                  <a:cxn ang="0">
                    <a:pos x="0" y="16"/>
                  </a:cxn>
                  <a:cxn ang="0">
                    <a:pos x="0" y="20"/>
                  </a:cxn>
                  <a:cxn ang="0">
                    <a:pos x="5" y="24"/>
                  </a:cxn>
                  <a:cxn ang="0">
                    <a:pos x="11" y="24"/>
                  </a:cxn>
                  <a:cxn ang="0">
                    <a:pos x="11" y="29"/>
                  </a:cxn>
                  <a:cxn ang="0">
                    <a:pos x="17" y="29"/>
                  </a:cxn>
                  <a:cxn ang="0">
                    <a:pos x="23" y="24"/>
                  </a:cxn>
                  <a:cxn ang="0">
                    <a:pos x="29" y="20"/>
                  </a:cxn>
                  <a:cxn ang="0">
                    <a:pos x="29" y="16"/>
                  </a:cxn>
                  <a:cxn ang="0">
                    <a:pos x="35" y="16"/>
                  </a:cxn>
                  <a:cxn ang="0">
                    <a:pos x="35" y="12"/>
                  </a:cxn>
                  <a:cxn ang="0">
                    <a:pos x="29" y="8"/>
                  </a:cxn>
                  <a:cxn ang="0">
                    <a:pos x="29" y="4"/>
                  </a:cxn>
                  <a:cxn ang="0">
                    <a:pos x="23" y="0"/>
                  </a:cxn>
                  <a:cxn ang="0">
                    <a:pos x="17" y="0"/>
                  </a:cxn>
                  <a:cxn ang="0">
                    <a:pos x="11" y="0"/>
                  </a:cxn>
                  <a:cxn ang="0">
                    <a:pos x="5" y="0"/>
                  </a:cxn>
                  <a:cxn ang="0">
                    <a:pos x="0" y="4"/>
                  </a:cxn>
                  <a:cxn ang="0">
                    <a:pos x="0" y="8"/>
                  </a:cxn>
                  <a:cxn ang="0">
                    <a:pos x="0" y="12"/>
                  </a:cxn>
                </a:cxnLst>
                <a:rect l="0" t="0" r="0" b="0"/>
                <a:pathLst>
                  <a:path w="36" h="30">
                    <a:moveTo>
                      <a:pt x="0" y="12"/>
                    </a:moveTo>
                    <a:lnTo>
                      <a:pt x="0" y="16"/>
                    </a:lnTo>
                    <a:lnTo>
                      <a:pt x="0" y="20"/>
                    </a:lnTo>
                    <a:lnTo>
                      <a:pt x="5" y="24"/>
                    </a:lnTo>
                    <a:lnTo>
                      <a:pt x="11" y="24"/>
                    </a:lnTo>
                    <a:lnTo>
                      <a:pt x="11" y="29"/>
                    </a:lnTo>
                    <a:lnTo>
                      <a:pt x="17" y="29"/>
                    </a:lnTo>
                    <a:lnTo>
                      <a:pt x="23" y="24"/>
                    </a:lnTo>
                    <a:lnTo>
                      <a:pt x="29" y="20"/>
                    </a:lnTo>
                    <a:lnTo>
                      <a:pt x="29" y="16"/>
                    </a:lnTo>
                    <a:lnTo>
                      <a:pt x="35" y="16"/>
                    </a:lnTo>
                    <a:lnTo>
                      <a:pt x="35" y="12"/>
                    </a:lnTo>
                    <a:lnTo>
                      <a:pt x="29" y="8"/>
                    </a:lnTo>
                    <a:lnTo>
                      <a:pt x="29" y="4"/>
                    </a:lnTo>
                    <a:lnTo>
                      <a:pt x="23" y="0"/>
                    </a:lnTo>
                    <a:lnTo>
                      <a:pt x="17" y="0"/>
                    </a:lnTo>
                    <a:lnTo>
                      <a:pt x="11" y="0"/>
                    </a:lnTo>
                    <a:lnTo>
                      <a:pt x="5" y="0"/>
                    </a:lnTo>
                    <a:lnTo>
                      <a:pt x="0"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53" name="Line 220"/>
              <p:cNvSpPr/>
              <p:nvPr/>
            </p:nvSpPr>
            <p:spPr>
              <a:xfrm>
                <a:off x="4093" y="1463"/>
                <a:ext cx="9" cy="2"/>
              </a:xfrm>
              <a:prstGeom prst="line">
                <a:avLst/>
              </a:prstGeom>
              <a:ln w="12700" cap="flat" cmpd="sng">
                <a:solidFill>
                  <a:schemeClr val="tx1"/>
                </a:solidFill>
                <a:prstDash val="solid"/>
                <a:headEnd type="none" w="med" len="med"/>
                <a:tailEnd type="none" w="med" len="med"/>
              </a:ln>
            </p:spPr>
          </p:sp>
          <p:sp>
            <p:nvSpPr>
              <p:cNvPr id="44254" name="Line 221"/>
              <p:cNvSpPr/>
              <p:nvPr/>
            </p:nvSpPr>
            <p:spPr>
              <a:xfrm>
                <a:off x="4093" y="1456"/>
                <a:ext cx="12" cy="4"/>
              </a:xfrm>
              <a:prstGeom prst="line">
                <a:avLst/>
              </a:prstGeom>
              <a:ln w="12700" cap="flat" cmpd="sng">
                <a:solidFill>
                  <a:schemeClr val="tx1"/>
                </a:solidFill>
                <a:prstDash val="solid"/>
                <a:headEnd type="none" w="med" len="med"/>
                <a:tailEnd type="none" w="med" len="med"/>
              </a:ln>
            </p:spPr>
          </p:sp>
          <p:sp>
            <p:nvSpPr>
              <p:cNvPr id="44255" name="Freeform 222"/>
              <p:cNvSpPr/>
              <p:nvPr/>
            </p:nvSpPr>
            <p:spPr>
              <a:xfrm>
                <a:off x="4087" y="1454"/>
                <a:ext cx="34" cy="32"/>
              </a:xfrm>
              <a:custGeom>
                <a:avLst/>
                <a:gdLst/>
                <a:ahLst/>
                <a:cxnLst>
                  <a:cxn ang="0">
                    <a:pos x="24" y="31"/>
                  </a:cxn>
                  <a:cxn ang="0">
                    <a:pos x="33" y="31"/>
                  </a:cxn>
                  <a:cxn ang="0">
                    <a:pos x="33" y="26"/>
                  </a:cxn>
                  <a:cxn ang="0">
                    <a:pos x="33" y="4"/>
                  </a:cxn>
                  <a:cxn ang="0">
                    <a:pos x="33" y="0"/>
                  </a:cxn>
                  <a:cxn ang="0">
                    <a:pos x="24" y="0"/>
                  </a:cxn>
                  <a:cxn ang="0">
                    <a:pos x="16" y="4"/>
                  </a:cxn>
                  <a:cxn ang="0">
                    <a:pos x="8" y="8"/>
                  </a:cxn>
                  <a:cxn ang="0">
                    <a:pos x="0" y="13"/>
                  </a:cxn>
                  <a:cxn ang="0">
                    <a:pos x="0"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4"/>
                    </a:lnTo>
                    <a:lnTo>
                      <a:pt x="8" y="8"/>
                    </a:lnTo>
                    <a:lnTo>
                      <a:pt x="0" y="13"/>
                    </a:lnTo>
                    <a:lnTo>
                      <a:pt x="0"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56" name="Freeform 223"/>
              <p:cNvSpPr/>
              <p:nvPr/>
            </p:nvSpPr>
            <p:spPr>
              <a:xfrm>
                <a:off x="4087" y="1454"/>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57" name="Freeform 224"/>
              <p:cNvSpPr/>
              <p:nvPr/>
            </p:nvSpPr>
            <p:spPr>
              <a:xfrm>
                <a:off x="4109" y="1457"/>
                <a:ext cx="33" cy="30"/>
              </a:xfrm>
              <a:custGeom>
                <a:avLst/>
                <a:gdLst/>
                <a:ahLst/>
                <a:cxnLst>
                  <a:cxn ang="0">
                    <a:pos x="0" y="12"/>
                  </a:cxn>
                  <a:cxn ang="0">
                    <a:pos x="0" y="16"/>
                  </a:cxn>
                  <a:cxn ang="0">
                    <a:pos x="4" y="16"/>
                  </a:cxn>
                  <a:cxn ang="0">
                    <a:pos x="4" y="20"/>
                  </a:cxn>
                  <a:cxn ang="0">
                    <a:pos x="9" y="24"/>
                  </a:cxn>
                  <a:cxn ang="0">
                    <a:pos x="13" y="29"/>
                  </a:cxn>
                  <a:cxn ang="0">
                    <a:pos x="18" y="29"/>
                  </a:cxn>
                  <a:cxn ang="0">
                    <a:pos x="22" y="24"/>
                  </a:cxn>
                  <a:cxn ang="0">
                    <a:pos x="27" y="20"/>
                  </a:cxn>
                  <a:cxn ang="0">
                    <a:pos x="27" y="16"/>
                  </a:cxn>
                  <a:cxn ang="0">
                    <a:pos x="32" y="16"/>
                  </a:cxn>
                  <a:cxn ang="0">
                    <a:pos x="32" y="8"/>
                  </a:cxn>
                  <a:cxn ang="0">
                    <a:pos x="27" y="8"/>
                  </a:cxn>
                  <a:cxn ang="0">
                    <a:pos x="27" y="4"/>
                  </a:cxn>
                  <a:cxn ang="0">
                    <a:pos x="22" y="0"/>
                  </a:cxn>
                  <a:cxn ang="0">
                    <a:pos x="18" y="0"/>
                  </a:cxn>
                  <a:cxn ang="0">
                    <a:pos x="13" y="0"/>
                  </a:cxn>
                  <a:cxn ang="0">
                    <a:pos x="9" y="0"/>
                  </a:cxn>
                  <a:cxn ang="0">
                    <a:pos x="4" y="4"/>
                  </a:cxn>
                  <a:cxn ang="0">
                    <a:pos x="4" y="8"/>
                  </a:cxn>
                  <a:cxn ang="0">
                    <a:pos x="0" y="8"/>
                  </a:cxn>
                  <a:cxn ang="0">
                    <a:pos x="0" y="12"/>
                  </a:cxn>
                </a:cxnLst>
                <a:rect l="0" t="0" r="0" b="0"/>
                <a:pathLst>
                  <a:path w="33" h="30">
                    <a:moveTo>
                      <a:pt x="0" y="12"/>
                    </a:moveTo>
                    <a:lnTo>
                      <a:pt x="0" y="16"/>
                    </a:lnTo>
                    <a:lnTo>
                      <a:pt x="4" y="16"/>
                    </a:lnTo>
                    <a:lnTo>
                      <a:pt x="4" y="20"/>
                    </a:lnTo>
                    <a:lnTo>
                      <a:pt x="9" y="24"/>
                    </a:lnTo>
                    <a:lnTo>
                      <a:pt x="13" y="29"/>
                    </a:lnTo>
                    <a:lnTo>
                      <a:pt x="18" y="29"/>
                    </a:lnTo>
                    <a:lnTo>
                      <a:pt x="22" y="24"/>
                    </a:lnTo>
                    <a:lnTo>
                      <a:pt x="27" y="20"/>
                    </a:lnTo>
                    <a:lnTo>
                      <a:pt x="27" y="16"/>
                    </a:lnTo>
                    <a:lnTo>
                      <a:pt x="32" y="16"/>
                    </a:lnTo>
                    <a:lnTo>
                      <a:pt x="32" y="8"/>
                    </a:lnTo>
                    <a:lnTo>
                      <a:pt x="27" y="8"/>
                    </a:lnTo>
                    <a:lnTo>
                      <a:pt x="27" y="4"/>
                    </a:lnTo>
                    <a:lnTo>
                      <a:pt x="22" y="0"/>
                    </a:lnTo>
                    <a:lnTo>
                      <a:pt x="18" y="0"/>
                    </a:lnTo>
                    <a:lnTo>
                      <a:pt x="13"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58" name="Line 225"/>
              <p:cNvSpPr/>
              <p:nvPr/>
            </p:nvSpPr>
            <p:spPr>
              <a:xfrm>
                <a:off x="4074" y="1449"/>
                <a:ext cx="12" cy="2"/>
              </a:xfrm>
              <a:prstGeom prst="line">
                <a:avLst/>
              </a:prstGeom>
              <a:ln w="12700" cap="flat" cmpd="sng">
                <a:solidFill>
                  <a:schemeClr val="tx1"/>
                </a:solidFill>
                <a:prstDash val="solid"/>
                <a:headEnd type="none" w="med" len="med"/>
                <a:tailEnd type="none" w="med" len="med"/>
              </a:ln>
            </p:spPr>
          </p:sp>
          <p:sp>
            <p:nvSpPr>
              <p:cNvPr id="44259" name="Line 226"/>
              <p:cNvSpPr/>
              <p:nvPr/>
            </p:nvSpPr>
            <p:spPr>
              <a:xfrm>
                <a:off x="4080" y="1442"/>
                <a:ext cx="8" cy="2"/>
              </a:xfrm>
              <a:prstGeom prst="line">
                <a:avLst/>
              </a:prstGeom>
              <a:ln w="12700" cap="flat" cmpd="sng">
                <a:solidFill>
                  <a:schemeClr val="tx1"/>
                </a:solidFill>
                <a:prstDash val="solid"/>
                <a:headEnd type="none" w="med" len="med"/>
                <a:tailEnd type="none" w="med" len="med"/>
              </a:ln>
            </p:spPr>
          </p:sp>
          <p:sp>
            <p:nvSpPr>
              <p:cNvPr id="44260" name="Freeform 227"/>
              <p:cNvSpPr/>
              <p:nvPr/>
            </p:nvSpPr>
            <p:spPr>
              <a:xfrm>
                <a:off x="4069" y="1438"/>
                <a:ext cx="36" cy="31"/>
              </a:xfrm>
              <a:custGeom>
                <a:avLst/>
                <a:gdLst/>
                <a:ahLst/>
                <a:cxnLst>
                  <a:cxn ang="0">
                    <a:pos x="26" y="30"/>
                  </a:cxn>
                  <a:cxn ang="0">
                    <a:pos x="35" y="25"/>
                  </a:cxn>
                  <a:cxn ang="0">
                    <a:pos x="35" y="5"/>
                  </a:cxn>
                  <a:cxn ang="0">
                    <a:pos x="26" y="0"/>
                  </a:cxn>
                  <a:cxn ang="0">
                    <a:pos x="17" y="0"/>
                  </a:cxn>
                  <a:cxn ang="0">
                    <a:pos x="8" y="0"/>
                  </a:cxn>
                  <a:cxn ang="0">
                    <a:pos x="0" y="5"/>
                  </a:cxn>
                  <a:cxn ang="0">
                    <a:pos x="0" y="10"/>
                  </a:cxn>
                  <a:cxn ang="0">
                    <a:pos x="0" y="15"/>
                  </a:cxn>
                  <a:cxn ang="0">
                    <a:pos x="0" y="20"/>
                  </a:cxn>
                  <a:cxn ang="0">
                    <a:pos x="8" y="30"/>
                  </a:cxn>
                  <a:cxn ang="0">
                    <a:pos x="17" y="30"/>
                  </a:cxn>
                  <a:cxn ang="0">
                    <a:pos x="26" y="30"/>
                  </a:cxn>
                </a:cxnLst>
                <a:rect l="0" t="0" r="0" b="0"/>
                <a:pathLst>
                  <a:path w="36" h="31">
                    <a:moveTo>
                      <a:pt x="26" y="30"/>
                    </a:moveTo>
                    <a:lnTo>
                      <a:pt x="35" y="25"/>
                    </a:lnTo>
                    <a:lnTo>
                      <a:pt x="35" y="5"/>
                    </a:lnTo>
                    <a:lnTo>
                      <a:pt x="26" y="0"/>
                    </a:lnTo>
                    <a:lnTo>
                      <a:pt x="17" y="0"/>
                    </a:lnTo>
                    <a:lnTo>
                      <a:pt x="8" y="0"/>
                    </a:lnTo>
                    <a:lnTo>
                      <a:pt x="0" y="5"/>
                    </a:lnTo>
                    <a:lnTo>
                      <a:pt x="0" y="10"/>
                    </a:lnTo>
                    <a:lnTo>
                      <a:pt x="0" y="15"/>
                    </a:lnTo>
                    <a:lnTo>
                      <a:pt x="0" y="20"/>
                    </a:lnTo>
                    <a:lnTo>
                      <a:pt x="8" y="30"/>
                    </a:lnTo>
                    <a:lnTo>
                      <a:pt x="17" y="30"/>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61" name="Freeform 228"/>
              <p:cNvSpPr/>
              <p:nvPr/>
            </p:nvSpPr>
            <p:spPr>
              <a:xfrm>
                <a:off x="4070" y="1438"/>
                <a:ext cx="36" cy="31"/>
              </a:xfrm>
              <a:custGeom>
                <a:avLst/>
                <a:gdLst/>
                <a:ahLst/>
                <a:cxnLst>
                  <a:cxn ang="0">
                    <a:pos x="1" y="2"/>
                  </a:cxn>
                  <a:cxn ang="0">
                    <a:pos x="35" y="15"/>
                  </a:cxn>
                  <a:cxn ang="0">
                    <a:pos x="33" y="30"/>
                  </a:cxn>
                  <a:cxn ang="0">
                    <a:pos x="0" y="15"/>
                  </a:cxn>
                  <a:cxn ang="0">
                    <a:pos x="1" y="0"/>
                  </a:cxn>
                  <a:cxn ang="0">
                    <a:pos x="1" y="2"/>
                  </a:cxn>
                </a:cxnLst>
                <a:rect l="0" t="0" r="0" b="0"/>
                <a:pathLst>
                  <a:path w="36" h="31">
                    <a:moveTo>
                      <a:pt x="1" y="2"/>
                    </a:moveTo>
                    <a:lnTo>
                      <a:pt x="35" y="15"/>
                    </a:lnTo>
                    <a:lnTo>
                      <a:pt x="33" y="30"/>
                    </a:lnTo>
                    <a:lnTo>
                      <a:pt x="0" y="15"/>
                    </a:lnTo>
                    <a:lnTo>
                      <a:pt x="1" y="0"/>
                    </a:lnTo>
                    <a:lnTo>
                      <a:pt x="1"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62" name="Freeform 229"/>
              <p:cNvSpPr/>
              <p:nvPr/>
            </p:nvSpPr>
            <p:spPr>
              <a:xfrm>
                <a:off x="4087" y="1443"/>
                <a:ext cx="36" cy="30"/>
              </a:xfrm>
              <a:custGeom>
                <a:avLst/>
                <a:gdLst/>
                <a:ahLst/>
                <a:cxnLst>
                  <a:cxn ang="0">
                    <a:pos x="0" y="12"/>
                  </a:cxn>
                  <a:cxn ang="0">
                    <a:pos x="0" y="16"/>
                  </a:cxn>
                  <a:cxn ang="0">
                    <a:pos x="0" y="20"/>
                  </a:cxn>
                  <a:cxn ang="0">
                    <a:pos x="5" y="29"/>
                  </a:cxn>
                  <a:cxn ang="0">
                    <a:pos x="11" y="29"/>
                  </a:cxn>
                  <a:cxn ang="0">
                    <a:pos x="17" y="29"/>
                  </a:cxn>
                  <a:cxn ang="0">
                    <a:pos x="23" y="29"/>
                  </a:cxn>
                  <a:cxn ang="0">
                    <a:pos x="29" y="29"/>
                  </a:cxn>
                  <a:cxn ang="0">
                    <a:pos x="35" y="20"/>
                  </a:cxn>
                  <a:cxn ang="0">
                    <a:pos x="35" y="16"/>
                  </a:cxn>
                  <a:cxn ang="0">
                    <a:pos x="35" y="12"/>
                  </a:cxn>
                  <a:cxn ang="0">
                    <a:pos x="35" y="8"/>
                  </a:cxn>
                  <a:cxn ang="0">
                    <a:pos x="29" y="4"/>
                  </a:cxn>
                  <a:cxn ang="0">
                    <a:pos x="23" y="4"/>
                  </a:cxn>
                  <a:cxn ang="0">
                    <a:pos x="17" y="0"/>
                  </a:cxn>
                  <a:cxn ang="0">
                    <a:pos x="11" y="0"/>
                  </a:cxn>
                  <a:cxn ang="0">
                    <a:pos x="11" y="4"/>
                  </a:cxn>
                  <a:cxn ang="0">
                    <a:pos x="5" y="4"/>
                  </a:cxn>
                  <a:cxn ang="0">
                    <a:pos x="0" y="8"/>
                  </a:cxn>
                  <a:cxn ang="0">
                    <a:pos x="0" y="12"/>
                  </a:cxn>
                </a:cxnLst>
                <a:rect l="0" t="0" r="0" b="0"/>
                <a:pathLst>
                  <a:path w="36" h="30">
                    <a:moveTo>
                      <a:pt x="0" y="12"/>
                    </a:moveTo>
                    <a:lnTo>
                      <a:pt x="0" y="16"/>
                    </a:lnTo>
                    <a:lnTo>
                      <a:pt x="0" y="20"/>
                    </a:lnTo>
                    <a:lnTo>
                      <a:pt x="5" y="29"/>
                    </a:lnTo>
                    <a:lnTo>
                      <a:pt x="11" y="29"/>
                    </a:lnTo>
                    <a:lnTo>
                      <a:pt x="17" y="29"/>
                    </a:lnTo>
                    <a:lnTo>
                      <a:pt x="23" y="29"/>
                    </a:lnTo>
                    <a:lnTo>
                      <a:pt x="29" y="29"/>
                    </a:lnTo>
                    <a:lnTo>
                      <a:pt x="35" y="20"/>
                    </a:lnTo>
                    <a:lnTo>
                      <a:pt x="35" y="16"/>
                    </a:lnTo>
                    <a:lnTo>
                      <a:pt x="35" y="12"/>
                    </a:lnTo>
                    <a:lnTo>
                      <a:pt x="35" y="8"/>
                    </a:lnTo>
                    <a:lnTo>
                      <a:pt x="29" y="4"/>
                    </a:lnTo>
                    <a:lnTo>
                      <a:pt x="23" y="4"/>
                    </a:lnTo>
                    <a:lnTo>
                      <a:pt x="17" y="0"/>
                    </a:lnTo>
                    <a:lnTo>
                      <a:pt x="11" y="0"/>
                    </a:lnTo>
                    <a:lnTo>
                      <a:pt x="11" y="4"/>
                    </a:lnTo>
                    <a:lnTo>
                      <a:pt x="5"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4263" name="Group 230"/>
            <p:cNvGrpSpPr/>
            <p:nvPr/>
          </p:nvGrpSpPr>
          <p:grpSpPr>
            <a:xfrm>
              <a:off x="1551" y="2156"/>
              <a:ext cx="430" cy="196"/>
              <a:chOff x="1598" y="1128"/>
              <a:chExt cx="430" cy="196"/>
            </a:xfrm>
          </p:grpSpPr>
          <p:sp>
            <p:nvSpPr>
              <p:cNvPr id="44264" name="Freeform 231"/>
              <p:cNvSpPr/>
              <p:nvPr/>
            </p:nvSpPr>
            <p:spPr>
              <a:xfrm>
                <a:off x="1912" y="1144"/>
                <a:ext cx="116" cy="171"/>
              </a:xfrm>
              <a:custGeom>
                <a:avLst/>
                <a:gdLst/>
                <a:ahLst/>
                <a:cxnLst>
                  <a:cxn ang="0">
                    <a:pos x="115" y="163"/>
                  </a:cxn>
                  <a:cxn ang="0">
                    <a:pos x="115" y="6"/>
                  </a:cxn>
                  <a:cxn ang="0">
                    <a:pos x="0" y="0"/>
                  </a:cxn>
                  <a:cxn ang="0">
                    <a:pos x="0" y="170"/>
                  </a:cxn>
                  <a:cxn ang="0">
                    <a:pos x="115" y="163"/>
                  </a:cxn>
                </a:cxnLst>
                <a:rect l="0" t="0" r="0" b="0"/>
                <a:pathLst>
                  <a:path w="116" h="171">
                    <a:moveTo>
                      <a:pt x="115" y="163"/>
                    </a:moveTo>
                    <a:lnTo>
                      <a:pt x="115" y="6"/>
                    </a:lnTo>
                    <a:lnTo>
                      <a:pt x="0" y="0"/>
                    </a:lnTo>
                    <a:lnTo>
                      <a:pt x="0" y="170"/>
                    </a:lnTo>
                    <a:lnTo>
                      <a:pt x="115" y="163"/>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4265" name="Freeform 232"/>
              <p:cNvSpPr/>
              <p:nvPr/>
            </p:nvSpPr>
            <p:spPr>
              <a:xfrm>
                <a:off x="1743" y="1169"/>
                <a:ext cx="127" cy="116"/>
              </a:xfrm>
              <a:custGeom>
                <a:avLst/>
                <a:gdLst/>
                <a:ahLst/>
                <a:cxnLst>
                  <a:cxn ang="0">
                    <a:pos x="24" y="0"/>
                  </a:cxn>
                  <a:cxn ang="0">
                    <a:pos x="100" y="0"/>
                  </a:cxn>
                  <a:cxn ang="0">
                    <a:pos x="126" y="16"/>
                  </a:cxn>
                  <a:cxn ang="0">
                    <a:pos x="126" y="98"/>
                  </a:cxn>
                  <a:cxn ang="0">
                    <a:pos x="100" y="115"/>
                  </a:cxn>
                  <a:cxn ang="0">
                    <a:pos x="24" y="115"/>
                  </a:cxn>
                  <a:cxn ang="0">
                    <a:pos x="0" y="98"/>
                  </a:cxn>
                  <a:cxn ang="0">
                    <a:pos x="0" y="16"/>
                  </a:cxn>
                  <a:cxn ang="0">
                    <a:pos x="24" y="0"/>
                  </a:cxn>
                </a:cxnLst>
                <a:rect l="0" t="0" r="0" b="0"/>
                <a:pathLst>
                  <a:path w="127" h="116">
                    <a:moveTo>
                      <a:pt x="24" y="0"/>
                    </a:moveTo>
                    <a:lnTo>
                      <a:pt x="100" y="0"/>
                    </a:lnTo>
                    <a:lnTo>
                      <a:pt x="126" y="16"/>
                    </a:lnTo>
                    <a:lnTo>
                      <a:pt x="126" y="98"/>
                    </a:lnTo>
                    <a:lnTo>
                      <a:pt x="100" y="115"/>
                    </a:lnTo>
                    <a:lnTo>
                      <a:pt x="24" y="115"/>
                    </a:lnTo>
                    <a:lnTo>
                      <a:pt x="0" y="98"/>
                    </a:lnTo>
                    <a:lnTo>
                      <a:pt x="0" y="16"/>
                    </a:lnTo>
                    <a:lnTo>
                      <a:pt x="24"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266" name="Freeform 233"/>
              <p:cNvSpPr/>
              <p:nvPr/>
            </p:nvSpPr>
            <p:spPr>
              <a:xfrm>
                <a:off x="1800" y="1181"/>
                <a:ext cx="125" cy="116"/>
              </a:xfrm>
              <a:custGeom>
                <a:avLst/>
                <a:gdLst/>
                <a:ahLst/>
                <a:cxnLst>
                  <a:cxn ang="0">
                    <a:pos x="25" y="0"/>
                  </a:cxn>
                  <a:cxn ang="0">
                    <a:pos x="99" y="0"/>
                  </a:cxn>
                  <a:cxn ang="0">
                    <a:pos x="124" y="16"/>
                  </a:cxn>
                  <a:cxn ang="0">
                    <a:pos x="124" y="98"/>
                  </a:cxn>
                  <a:cxn ang="0">
                    <a:pos x="99" y="115"/>
                  </a:cxn>
                  <a:cxn ang="0">
                    <a:pos x="25" y="115"/>
                  </a:cxn>
                  <a:cxn ang="0">
                    <a:pos x="0" y="98"/>
                  </a:cxn>
                  <a:cxn ang="0">
                    <a:pos x="0" y="16"/>
                  </a:cxn>
                  <a:cxn ang="0">
                    <a:pos x="25" y="0"/>
                  </a:cxn>
                </a:cxnLst>
                <a:rect l="0" t="0" r="0" b="0"/>
                <a:pathLst>
                  <a:path w="125" h="116">
                    <a:moveTo>
                      <a:pt x="25" y="0"/>
                    </a:moveTo>
                    <a:lnTo>
                      <a:pt x="99" y="0"/>
                    </a:lnTo>
                    <a:lnTo>
                      <a:pt x="124" y="16"/>
                    </a:lnTo>
                    <a:lnTo>
                      <a:pt x="124" y="98"/>
                    </a:lnTo>
                    <a:lnTo>
                      <a:pt x="99" y="115"/>
                    </a:lnTo>
                    <a:lnTo>
                      <a:pt x="25" y="115"/>
                    </a:lnTo>
                    <a:lnTo>
                      <a:pt x="0" y="98"/>
                    </a:lnTo>
                    <a:lnTo>
                      <a:pt x="0" y="1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267" name="Freeform 234"/>
              <p:cNvSpPr/>
              <p:nvPr/>
            </p:nvSpPr>
            <p:spPr>
              <a:xfrm>
                <a:off x="1772" y="1167"/>
                <a:ext cx="127" cy="32"/>
              </a:xfrm>
              <a:custGeom>
                <a:avLst/>
                <a:gdLst/>
                <a:ahLst/>
                <a:cxnLst>
                  <a:cxn ang="0">
                    <a:pos x="72" y="0"/>
                  </a:cxn>
                  <a:cxn ang="0">
                    <a:pos x="126" y="31"/>
                  </a:cxn>
                  <a:cxn ang="0">
                    <a:pos x="53" y="31"/>
                  </a:cxn>
                  <a:cxn ang="0">
                    <a:pos x="0" y="0"/>
                  </a:cxn>
                  <a:cxn ang="0">
                    <a:pos x="72" y="0"/>
                  </a:cxn>
                </a:cxnLst>
                <a:rect l="0" t="0" r="0" b="0"/>
                <a:pathLst>
                  <a:path w="127" h="32">
                    <a:moveTo>
                      <a:pt x="72" y="0"/>
                    </a:moveTo>
                    <a:lnTo>
                      <a:pt x="126" y="31"/>
                    </a:lnTo>
                    <a:lnTo>
                      <a:pt x="53" y="31"/>
                    </a:lnTo>
                    <a:lnTo>
                      <a:pt x="0" y="0"/>
                    </a:lnTo>
                    <a:lnTo>
                      <a:pt x="72"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4268" name="Freeform 235"/>
              <p:cNvSpPr/>
              <p:nvPr/>
            </p:nvSpPr>
            <p:spPr>
              <a:xfrm>
                <a:off x="1746" y="1268"/>
                <a:ext cx="78" cy="33"/>
              </a:xfrm>
              <a:custGeom>
                <a:avLst/>
                <a:gdLst/>
                <a:ahLst/>
                <a:cxnLst>
                  <a:cxn ang="0">
                    <a:pos x="0" y="0"/>
                  </a:cxn>
                  <a:cxn ang="0">
                    <a:pos x="52" y="11"/>
                  </a:cxn>
                  <a:cxn ang="0">
                    <a:pos x="77" y="32"/>
                  </a:cxn>
                  <a:cxn ang="0">
                    <a:pos x="23" y="20"/>
                  </a:cxn>
                  <a:cxn ang="0">
                    <a:pos x="0" y="0"/>
                  </a:cxn>
                </a:cxnLst>
                <a:rect l="0" t="0" r="0" b="0"/>
                <a:pathLst>
                  <a:path w="78" h="33">
                    <a:moveTo>
                      <a:pt x="0" y="0"/>
                    </a:moveTo>
                    <a:lnTo>
                      <a:pt x="52" y="11"/>
                    </a:lnTo>
                    <a:lnTo>
                      <a:pt x="77" y="32"/>
                    </a:lnTo>
                    <a:lnTo>
                      <a:pt x="23" y="20"/>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4269" name="Line 236"/>
              <p:cNvSpPr/>
              <p:nvPr/>
            </p:nvSpPr>
            <p:spPr>
              <a:xfrm>
                <a:off x="1752" y="1193"/>
                <a:ext cx="42" cy="0"/>
              </a:xfrm>
              <a:prstGeom prst="line">
                <a:avLst/>
              </a:prstGeom>
              <a:ln w="12700" cap="flat" cmpd="sng">
                <a:solidFill>
                  <a:schemeClr val="tx1"/>
                </a:solidFill>
                <a:prstDash val="solid"/>
                <a:headEnd type="none" w="med" len="med"/>
                <a:tailEnd type="none" w="med" len="med"/>
              </a:ln>
            </p:spPr>
          </p:sp>
          <p:sp>
            <p:nvSpPr>
              <p:cNvPr id="44270" name="Oval 237"/>
              <p:cNvSpPr/>
              <p:nvPr/>
            </p:nvSpPr>
            <p:spPr>
              <a:xfrm>
                <a:off x="1821" y="1198"/>
                <a:ext cx="27" cy="23"/>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44271" name="Line 238"/>
              <p:cNvSpPr/>
              <p:nvPr/>
            </p:nvSpPr>
            <p:spPr>
              <a:xfrm flipV="1">
                <a:off x="1832" y="1187"/>
                <a:ext cx="8" cy="10"/>
              </a:xfrm>
              <a:prstGeom prst="line">
                <a:avLst/>
              </a:prstGeom>
              <a:ln w="12700" cap="flat" cmpd="sng">
                <a:solidFill>
                  <a:schemeClr val="tx1"/>
                </a:solidFill>
                <a:prstDash val="solid"/>
                <a:headEnd type="none" w="med" len="med"/>
                <a:tailEnd type="none" w="med" len="med"/>
              </a:ln>
            </p:spPr>
          </p:sp>
          <p:sp>
            <p:nvSpPr>
              <p:cNvPr id="44272" name="Line 239"/>
              <p:cNvSpPr/>
              <p:nvPr/>
            </p:nvSpPr>
            <p:spPr>
              <a:xfrm>
                <a:off x="1831" y="1207"/>
                <a:ext cx="3" cy="0"/>
              </a:xfrm>
              <a:prstGeom prst="line">
                <a:avLst/>
              </a:prstGeom>
              <a:ln w="12700" cap="flat" cmpd="sng">
                <a:solidFill>
                  <a:schemeClr val="tx1"/>
                </a:solidFill>
                <a:prstDash val="solid"/>
                <a:headEnd type="none" w="med" len="med"/>
                <a:tailEnd type="none" w="med" len="med"/>
              </a:ln>
            </p:spPr>
          </p:sp>
          <p:sp>
            <p:nvSpPr>
              <p:cNvPr id="44273" name="Oval 240"/>
              <p:cNvSpPr/>
              <p:nvPr/>
            </p:nvSpPr>
            <p:spPr>
              <a:xfrm>
                <a:off x="1809" y="1215"/>
                <a:ext cx="108" cy="7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44274" name="Line 241"/>
              <p:cNvSpPr/>
              <p:nvPr/>
            </p:nvSpPr>
            <p:spPr>
              <a:xfrm>
                <a:off x="1898" y="1198"/>
                <a:ext cx="46" cy="1"/>
              </a:xfrm>
              <a:prstGeom prst="line">
                <a:avLst/>
              </a:prstGeom>
              <a:ln w="12700" cap="flat" cmpd="sng">
                <a:solidFill>
                  <a:schemeClr val="tx1"/>
                </a:solidFill>
                <a:prstDash val="solid"/>
                <a:headEnd type="none" w="med" len="med"/>
                <a:tailEnd type="none" w="med" len="med"/>
              </a:ln>
            </p:spPr>
          </p:sp>
          <p:sp>
            <p:nvSpPr>
              <p:cNvPr id="44275" name="Freeform 242"/>
              <p:cNvSpPr/>
              <p:nvPr/>
            </p:nvSpPr>
            <p:spPr>
              <a:xfrm>
                <a:off x="1826" y="1194"/>
                <a:ext cx="35" cy="32"/>
              </a:xfrm>
              <a:custGeom>
                <a:avLst/>
                <a:gdLst/>
                <a:ahLst/>
                <a:cxnLst>
                  <a:cxn ang="0">
                    <a:pos x="0" y="0"/>
                  </a:cxn>
                  <a:cxn ang="0">
                    <a:pos x="21" y="0"/>
                  </a:cxn>
                  <a:cxn ang="0">
                    <a:pos x="34" y="13"/>
                  </a:cxn>
                  <a:cxn ang="0">
                    <a:pos x="24" y="31"/>
                  </a:cxn>
                  <a:cxn ang="0">
                    <a:pos x="0" y="0"/>
                  </a:cxn>
                </a:cxnLst>
                <a:rect l="0" t="0" r="0" b="0"/>
                <a:pathLst>
                  <a:path w="35" h="32">
                    <a:moveTo>
                      <a:pt x="0" y="0"/>
                    </a:moveTo>
                    <a:lnTo>
                      <a:pt x="21" y="0"/>
                    </a:lnTo>
                    <a:lnTo>
                      <a:pt x="34" y="13"/>
                    </a:lnTo>
                    <a:lnTo>
                      <a:pt x="24"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276" name="Freeform 243"/>
              <p:cNvSpPr/>
              <p:nvPr/>
            </p:nvSpPr>
            <p:spPr>
              <a:xfrm>
                <a:off x="1823" y="1197"/>
                <a:ext cx="32" cy="30"/>
              </a:xfrm>
              <a:custGeom>
                <a:avLst/>
                <a:gdLst/>
                <a:ahLst/>
                <a:cxnLst>
                  <a:cxn ang="0">
                    <a:pos x="31" y="0"/>
                  </a:cxn>
                  <a:cxn ang="0">
                    <a:pos x="31" y="24"/>
                  </a:cxn>
                  <a:cxn ang="0">
                    <a:pos x="14" y="29"/>
                  </a:cxn>
                  <a:cxn ang="0">
                    <a:pos x="0" y="8"/>
                  </a:cxn>
                  <a:cxn ang="0">
                    <a:pos x="22" y="4"/>
                  </a:cxn>
                  <a:cxn ang="0">
                    <a:pos x="31" y="0"/>
                  </a:cxn>
                </a:cxnLst>
                <a:rect l="0" t="0" r="0" b="0"/>
                <a:pathLst>
                  <a:path w="32" h="30">
                    <a:moveTo>
                      <a:pt x="31" y="0"/>
                    </a:moveTo>
                    <a:lnTo>
                      <a:pt x="31" y="24"/>
                    </a:lnTo>
                    <a:lnTo>
                      <a:pt x="14" y="29"/>
                    </a:lnTo>
                    <a:lnTo>
                      <a:pt x="0" y="8"/>
                    </a:lnTo>
                    <a:lnTo>
                      <a:pt x="22" y="4"/>
                    </a:lnTo>
                    <a:lnTo>
                      <a:pt x="3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4277" name="Rectangle 244"/>
              <p:cNvSpPr/>
              <p:nvPr/>
            </p:nvSpPr>
            <p:spPr>
              <a:xfrm>
                <a:off x="1740" y="1230"/>
                <a:ext cx="27" cy="22"/>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44278" name="Freeform 245"/>
              <p:cNvSpPr/>
              <p:nvPr/>
            </p:nvSpPr>
            <p:spPr>
              <a:xfrm>
                <a:off x="1598" y="1128"/>
                <a:ext cx="139" cy="196"/>
              </a:xfrm>
              <a:custGeom>
                <a:avLst/>
                <a:gdLst/>
                <a:ahLst/>
                <a:cxnLst>
                  <a:cxn ang="0">
                    <a:pos x="0" y="0"/>
                  </a:cxn>
                  <a:cxn ang="0">
                    <a:pos x="0" y="195"/>
                  </a:cxn>
                  <a:cxn ang="0">
                    <a:pos x="138" y="188"/>
                  </a:cxn>
                  <a:cxn ang="0">
                    <a:pos x="138" y="6"/>
                  </a:cxn>
                  <a:cxn ang="0">
                    <a:pos x="0" y="0"/>
                  </a:cxn>
                </a:cxnLst>
                <a:rect l="0" t="0" r="0" b="0"/>
                <a:pathLst>
                  <a:path w="139" h="196">
                    <a:moveTo>
                      <a:pt x="0" y="0"/>
                    </a:moveTo>
                    <a:lnTo>
                      <a:pt x="0" y="195"/>
                    </a:lnTo>
                    <a:lnTo>
                      <a:pt x="138" y="188"/>
                    </a:lnTo>
                    <a:lnTo>
                      <a:pt x="138" y="6"/>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4279" name="Line 246"/>
              <p:cNvSpPr/>
              <p:nvPr/>
            </p:nvSpPr>
            <p:spPr>
              <a:xfrm>
                <a:off x="1834" y="1278"/>
                <a:ext cx="9" cy="3"/>
              </a:xfrm>
              <a:prstGeom prst="line">
                <a:avLst/>
              </a:prstGeom>
              <a:ln w="12700" cap="flat" cmpd="sng">
                <a:solidFill>
                  <a:schemeClr val="tx1"/>
                </a:solidFill>
                <a:prstDash val="solid"/>
                <a:headEnd type="none" w="med" len="med"/>
                <a:tailEnd type="none" w="med" len="med"/>
              </a:ln>
            </p:spPr>
          </p:sp>
          <p:sp>
            <p:nvSpPr>
              <p:cNvPr id="44280" name="Line 247"/>
              <p:cNvSpPr/>
              <p:nvPr/>
            </p:nvSpPr>
            <p:spPr>
              <a:xfrm>
                <a:off x="1834" y="1272"/>
                <a:ext cx="9" cy="6"/>
              </a:xfrm>
              <a:prstGeom prst="line">
                <a:avLst/>
              </a:prstGeom>
              <a:ln w="12700" cap="flat" cmpd="sng">
                <a:solidFill>
                  <a:schemeClr val="tx1"/>
                </a:solidFill>
                <a:prstDash val="solid"/>
                <a:headEnd type="none" w="med" len="med"/>
                <a:tailEnd type="none" w="med" len="med"/>
              </a:ln>
            </p:spPr>
          </p:sp>
          <p:sp>
            <p:nvSpPr>
              <p:cNvPr id="44281" name="Freeform 248"/>
              <p:cNvSpPr/>
              <p:nvPr/>
            </p:nvSpPr>
            <p:spPr>
              <a:xfrm>
                <a:off x="1826" y="1270"/>
                <a:ext cx="35" cy="32"/>
              </a:xfrm>
              <a:custGeom>
                <a:avLst/>
                <a:gdLst/>
                <a:ahLst/>
                <a:cxnLst>
                  <a:cxn ang="0">
                    <a:pos x="25" y="31"/>
                  </a:cxn>
                  <a:cxn ang="0">
                    <a:pos x="34" y="31"/>
                  </a:cxn>
                  <a:cxn ang="0">
                    <a:pos x="34" y="26"/>
                  </a:cxn>
                  <a:cxn ang="0">
                    <a:pos x="34" y="4"/>
                  </a:cxn>
                  <a:cxn ang="0">
                    <a:pos x="34" y="0"/>
                  </a:cxn>
                  <a:cxn ang="0">
                    <a:pos x="25" y="0"/>
                  </a:cxn>
                  <a:cxn ang="0">
                    <a:pos x="17" y="4"/>
                  </a:cxn>
                  <a:cxn ang="0">
                    <a:pos x="8" y="8"/>
                  </a:cxn>
                  <a:cxn ang="0">
                    <a:pos x="0" y="13"/>
                  </a:cxn>
                  <a:cxn ang="0">
                    <a:pos x="0" y="17"/>
                  </a:cxn>
                  <a:cxn ang="0">
                    <a:pos x="8" y="17"/>
                  </a:cxn>
                  <a:cxn ang="0">
                    <a:pos x="8" y="26"/>
                  </a:cxn>
                  <a:cxn ang="0">
                    <a:pos x="17" y="31"/>
                  </a:cxn>
                  <a:cxn ang="0">
                    <a:pos x="25" y="31"/>
                  </a:cxn>
                </a:cxnLst>
                <a:rect l="0" t="0" r="0" b="0"/>
                <a:pathLst>
                  <a:path w="35" h="32">
                    <a:moveTo>
                      <a:pt x="25" y="31"/>
                    </a:moveTo>
                    <a:lnTo>
                      <a:pt x="34" y="31"/>
                    </a:lnTo>
                    <a:lnTo>
                      <a:pt x="34" y="26"/>
                    </a:lnTo>
                    <a:lnTo>
                      <a:pt x="34" y="4"/>
                    </a:lnTo>
                    <a:lnTo>
                      <a:pt x="34" y="0"/>
                    </a:lnTo>
                    <a:lnTo>
                      <a:pt x="25" y="0"/>
                    </a:lnTo>
                    <a:lnTo>
                      <a:pt x="17" y="4"/>
                    </a:lnTo>
                    <a:lnTo>
                      <a:pt x="8" y="8"/>
                    </a:lnTo>
                    <a:lnTo>
                      <a:pt x="0" y="13"/>
                    </a:lnTo>
                    <a:lnTo>
                      <a:pt x="0" y="17"/>
                    </a:lnTo>
                    <a:lnTo>
                      <a:pt x="8" y="17"/>
                    </a:lnTo>
                    <a:lnTo>
                      <a:pt x="8"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82" name="Freeform 249"/>
              <p:cNvSpPr/>
              <p:nvPr/>
            </p:nvSpPr>
            <p:spPr>
              <a:xfrm>
                <a:off x="1827" y="1270"/>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83" name="Freeform 250"/>
              <p:cNvSpPr/>
              <p:nvPr/>
            </p:nvSpPr>
            <p:spPr>
              <a:xfrm>
                <a:off x="1845" y="1278"/>
                <a:ext cx="35" cy="29"/>
              </a:xfrm>
              <a:custGeom>
                <a:avLst/>
                <a:gdLst/>
                <a:ahLst/>
                <a:cxnLst>
                  <a:cxn ang="0">
                    <a:pos x="0" y="12"/>
                  </a:cxn>
                  <a:cxn ang="0">
                    <a:pos x="0" y="16"/>
                  </a:cxn>
                  <a:cxn ang="0">
                    <a:pos x="4" y="16"/>
                  </a:cxn>
                  <a:cxn ang="0">
                    <a:pos x="4" y="20"/>
                  </a:cxn>
                  <a:cxn ang="0">
                    <a:pos x="9" y="24"/>
                  </a:cxn>
                  <a:cxn ang="0">
                    <a:pos x="14" y="28"/>
                  </a:cxn>
                  <a:cxn ang="0">
                    <a:pos x="19" y="28"/>
                  </a:cxn>
                  <a:cxn ang="0">
                    <a:pos x="24" y="24"/>
                  </a:cxn>
                  <a:cxn ang="0">
                    <a:pos x="29" y="20"/>
                  </a:cxn>
                  <a:cxn ang="0">
                    <a:pos x="29" y="16"/>
                  </a:cxn>
                  <a:cxn ang="0">
                    <a:pos x="34" y="16"/>
                  </a:cxn>
                  <a:cxn ang="0">
                    <a:pos x="34" y="12"/>
                  </a:cxn>
                  <a:cxn ang="0">
                    <a:pos x="29" y="8"/>
                  </a:cxn>
                  <a:cxn ang="0">
                    <a:pos x="24" y="4"/>
                  </a:cxn>
                  <a:cxn ang="0">
                    <a:pos x="19" y="0"/>
                  </a:cxn>
                  <a:cxn ang="0">
                    <a:pos x="14" y="0"/>
                  </a:cxn>
                  <a:cxn ang="0">
                    <a:pos x="9" y="4"/>
                  </a:cxn>
                  <a:cxn ang="0">
                    <a:pos x="4" y="8"/>
                  </a:cxn>
                  <a:cxn ang="0">
                    <a:pos x="0" y="12"/>
                  </a:cxn>
                </a:cxnLst>
                <a:rect l="0" t="0" r="0" b="0"/>
                <a:pathLst>
                  <a:path w="35" h="29">
                    <a:moveTo>
                      <a:pt x="0" y="12"/>
                    </a:moveTo>
                    <a:lnTo>
                      <a:pt x="0" y="16"/>
                    </a:lnTo>
                    <a:lnTo>
                      <a:pt x="4" y="16"/>
                    </a:lnTo>
                    <a:lnTo>
                      <a:pt x="4" y="20"/>
                    </a:lnTo>
                    <a:lnTo>
                      <a:pt x="9" y="24"/>
                    </a:lnTo>
                    <a:lnTo>
                      <a:pt x="14" y="28"/>
                    </a:lnTo>
                    <a:lnTo>
                      <a:pt x="19" y="28"/>
                    </a:lnTo>
                    <a:lnTo>
                      <a:pt x="24" y="24"/>
                    </a:lnTo>
                    <a:lnTo>
                      <a:pt x="29" y="20"/>
                    </a:lnTo>
                    <a:lnTo>
                      <a:pt x="29" y="16"/>
                    </a:lnTo>
                    <a:lnTo>
                      <a:pt x="34" y="16"/>
                    </a:lnTo>
                    <a:lnTo>
                      <a:pt x="34" y="12"/>
                    </a:lnTo>
                    <a:lnTo>
                      <a:pt x="29" y="8"/>
                    </a:lnTo>
                    <a:lnTo>
                      <a:pt x="24" y="4"/>
                    </a:lnTo>
                    <a:lnTo>
                      <a:pt x="19" y="0"/>
                    </a:lnTo>
                    <a:lnTo>
                      <a:pt x="14" y="0"/>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84" name="Line 251"/>
              <p:cNvSpPr/>
              <p:nvPr/>
            </p:nvSpPr>
            <p:spPr>
              <a:xfrm>
                <a:off x="1823" y="1253"/>
                <a:ext cx="6" cy="6"/>
              </a:xfrm>
              <a:prstGeom prst="line">
                <a:avLst/>
              </a:prstGeom>
              <a:ln w="12700" cap="flat" cmpd="sng">
                <a:solidFill>
                  <a:schemeClr val="tx1"/>
                </a:solidFill>
                <a:prstDash val="solid"/>
                <a:headEnd type="none" w="med" len="med"/>
                <a:tailEnd type="none" w="med" len="med"/>
              </a:ln>
            </p:spPr>
          </p:sp>
          <p:sp>
            <p:nvSpPr>
              <p:cNvPr id="44285" name="Line 252"/>
              <p:cNvSpPr/>
              <p:nvPr/>
            </p:nvSpPr>
            <p:spPr>
              <a:xfrm>
                <a:off x="1819" y="1252"/>
                <a:ext cx="13" cy="4"/>
              </a:xfrm>
              <a:prstGeom prst="line">
                <a:avLst/>
              </a:prstGeom>
              <a:ln w="12700" cap="flat" cmpd="sng">
                <a:solidFill>
                  <a:schemeClr val="tx1"/>
                </a:solidFill>
                <a:prstDash val="solid"/>
                <a:headEnd type="none" w="med" len="med"/>
                <a:tailEnd type="none" w="med" len="med"/>
              </a:ln>
            </p:spPr>
          </p:sp>
          <p:sp>
            <p:nvSpPr>
              <p:cNvPr id="44286" name="Freeform 253"/>
              <p:cNvSpPr/>
              <p:nvPr/>
            </p:nvSpPr>
            <p:spPr>
              <a:xfrm>
                <a:off x="1814" y="1250"/>
                <a:ext cx="34" cy="32"/>
              </a:xfrm>
              <a:custGeom>
                <a:avLst/>
                <a:gdLst/>
                <a:ahLst/>
                <a:cxnLst>
                  <a:cxn ang="0">
                    <a:pos x="24" y="31"/>
                  </a:cxn>
                  <a:cxn ang="0">
                    <a:pos x="33" y="31"/>
                  </a:cxn>
                  <a:cxn ang="0">
                    <a:pos x="33" y="26"/>
                  </a:cxn>
                  <a:cxn ang="0">
                    <a:pos x="33" y="4"/>
                  </a:cxn>
                  <a:cxn ang="0">
                    <a:pos x="33" y="0"/>
                  </a:cxn>
                  <a:cxn ang="0">
                    <a:pos x="24" y="0"/>
                  </a:cxn>
                  <a:cxn ang="0">
                    <a:pos x="16" y="0"/>
                  </a:cxn>
                  <a:cxn ang="0">
                    <a:pos x="8" y="4"/>
                  </a:cxn>
                  <a:cxn ang="0">
                    <a:pos x="8" y="8"/>
                  </a:cxn>
                  <a:cxn ang="0">
                    <a:pos x="0" y="8"/>
                  </a:cxn>
                  <a:cxn ang="0">
                    <a:pos x="0" y="13"/>
                  </a:cxn>
                  <a:cxn ang="0">
                    <a:pos x="8"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0"/>
                    </a:lnTo>
                    <a:lnTo>
                      <a:pt x="8" y="4"/>
                    </a:lnTo>
                    <a:lnTo>
                      <a:pt x="8" y="8"/>
                    </a:lnTo>
                    <a:lnTo>
                      <a:pt x="0" y="8"/>
                    </a:lnTo>
                    <a:lnTo>
                      <a:pt x="0" y="13"/>
                    </a:lnTo>
                    <a:lnTo>
                      <a:pt x="8"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87" name="Freeform 254"/>
              <p:cNvSpPr/>
              <p:nvPr/>
            </p:nvSpPr>
            <p:spPr>
              <a:xfrm>
                <a:off x="1817" y="1250"/>
                <a:ext cx="35" cy="32"/>
              </a:xfrm>
              <a:custGeom>
                <a:avLst/>
                <a:gdLst/>
                <a:ahLst/>
                <a:cxnLst>
                  <a:cxn ang="0">
                    <a:pos x="2" y="0"/>
                  </a:cxn>
                  <a:cxn ang="0">
                    <a:pos x="34" y="16"/>
                  </a:cxn>
                  <a:cxn ang="0">
                    <a:pos x="32" y="31"/>
                  </a:cxn>
                  <a:cxn ang="0">
                    <a:pos x="0" y="14"/>
                  </a:cxn>
                  <a:cxn ang="0">
                    <a:pos x="2" y="0"/>
                  </a:cxn>
                </a:cxnLst>
                <a:rect l="0" t="0" r="0" b="0"/>
                <a:pathLst>
                  <a:path w="35" h="32">
                    <a:moveTo>
                      <a:pt x="2" y="0"/>
                    </a:moveTo>
                    <a:lnTo>
                      <a:pt x="34" y="16"/>
                    </a:lnTo>
                    <a:lnTo>
                      <a:pt x="32" y="31"/>
                    </a:lnTo>
                    <a:lnTo>
                      <a:pt x="0" y="14"/>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88" name="Freeform 255"/>
              <p:cNvSpPr/>
              <p:nvPr/>
            </p:nvSpPr>
            <p:spPr>
              <a:xfrm>
                <a:off x="1832" y="1253"/>
                <a:ext cx="33" cy="30"/>
              </a:xfrm>
              <a:custGeom>
                <a:avLst/>
                <a:gdLst/>
                <a:ahLst/>
                <a:cxnLst>
                  <a:cxn ang="0">
                    <a:pos x="0" y="9"/>
                  </a:cxn>
                  <a:cxn ang="0">
                    <a:pos x="0" y="14"/>
                  </a:cxn>
                  <a:cxn ang="0">
                    <a:pos x="4" y="14"/>
                  </a:cxn>
                  <a:cxn ang="0">
                    <a:pos x="4" y="24"/>
                  </a:cxn>
                  <a:cxn ang="0">
                    <a:pos x="9" y="29"/>
                  </a:cxn>
                  <a:cxn ang="0">
                    <a:pos x="13" y="29"/>
                  </a:cxn>
                  <a:cxn ang="0">
                    <a:pos x="18" y="29"/>
                  </a:cxn>
                  <a:cxn ang="0">
                    <a:pos x="22" y="29"/>
                  </a:cxn>
                  <a:cxn ang="0">
                    <a:pos x="27" y="24"/>
                  </a:cxn>
                  <a:cxn ang="0">
                    <a:pos x="27" y="14"/>
                  </a:cxn>
                  <a:cxn ang="0">
                    <a:pos x="32" y="14"/>
                  </a:cxn>
                  <a:cxn ang="0">
                    <a:pos x="32" y="9"/>
                  </a:cxn>
                  <a:cxn ang="0">
                    <a:pos x="27" y="4"/>
                  </a:cxn>
                  <a:cxn ang="0">
                    <a:pos x="27" y="0"/>
                  </a:cxn>
                  <a:cxn ang="0">
                    <a:pos x="22" y="0"/>
                  </a:cxn>
                  <a:cxn ang="0">
                    <a:pos x="18" y="0"/>
                  </a:cxn>
                  <a:cxn ang="0">
                    <a:pos x="9" y="0"/>
                  </a:cxn>
                  <a:cxn ang="0">
                    <a:pos x="4" y="0"/>
                  </a:cxn>
                  <a:cxn ang="0">
                    <a:pos x="4" y="4"/>
                  </a:cxn>
                  <a:cxn ang="0">
                    <a:pos x="0" y="9"/>
                  </a:cxn>
                </a:cxnLst>
                <a:rect l="0" t="0" r="0" b="0"/>
                <a:pathLst>
                  <a:path w="33" h="30">
                    <a:moveTo>
                      <a:pt x="0" y="9"/>
                    </a:moveTo>
                    <a:lnTo>
                      <a:pt x="0" y="14"/>
                    </a:lnTo>
                    <a:lnTo>
                      <a:pt x="4" y="14"/>
                    </a:lnTo>
                    <a:lnTo>
                      <a:pt x="4" y="24"/>
                    </a:lnTo>
                    <a:lnTo>
                      <a:pt x="9" y="29"/>
                    </a:lnTo>
                    <a:lnTo>
                      <a:pt x="13" y="29"/>
                    </a:lnTo>
                    <a:lnTo>
                      <a:pt x="18" y="29"/>
                    </a:lnTo>
                    <a:lnTo>
                      <a:pt x="22" y="29"/>
                    </a:lnTo>
                    <a:lnTo>
                      <a:pt x="27" y="24"/>
                    </a:lnTo>
                    <a:lnTo>
                      <a:pt x="27" y="14"/>
                    </a:lnTo>
                    <a:lnTo>
                      <a:pt x="32" y="14"/>
                    </a:lnTo>
                    <a:lnTo>
                      <a:pt x="32" y="9"/>
                    </a:lnTo>
                    <a:lnTo>
                      <a:pt x="27" y="4"/>
                    </a:lnTo>
                    <a:lnTo>
                      <a:pt x="27" y="0"/>
                    </a:lnTo>
                    <a:lnTo>
                      <a:pt x="22" y="0"/>
                    </a:lnTo>
                    <a:lnTo>
                      <a:pt x="18" y="0"/>
                    </a:lnTo>
                    <a:lnTo>
                      <a:pt x="9" y="0"/>
                    </a:lnTo>
                    <a:lnTo>
                      <a:pt x="4" y="0"/>
                    </a:lnTo>
                    <a:lnTo>
                      <a:pt x="4" y="4"/>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89" name="Line 256"/>
              <p:cNvSpPr/>
              <p:nvPr/>
            </p:nvSpPr>
            <p:spPr>
              <a:xfrm>
                <a:off x="1831" y="1232"/>
                <a:ext cx="10" cy="1"/>
              </a:xfrm>
              <a:prstGeom prst="line">
                <a:avLst/>
              </a:prstGeom>
              <a:ln w="12700" cap="flat" cmpd="sng">
                <a:solidFill>
                  <a:schemeClr val="tx1"/>
                </a:solidFill>
                <a:prstDash val="solid"/>
                <a:headEnd type="none" w="med" len="med"/>
                <a:tailEnd type="none" w="med" len="med"/>
              </a:ln>
            </p:spPr>
          </p:sp>
          <p:sp>
            <p:nvSpPr>
              <p:cNvPr id="44290" name="Line 257"/>
              <p:cNvSpPr/>
              <p:nvPr/>
            </p:nvSpPr>
            <p:spPr>
              <a:xfrm>
                <a:off x="1834" y="1231"/>
                <a:ext cx="9" cy="2"/>
              </a:xfrm>
              <a:prstGeom prst="line">
                <a:avLst/>
              </a:prstGeom>
              <a:ln w="12700" cap="flat" cmpd="sng">
                <a:solidFill>
                  <a:schemeClr val="tx1"/>
                </a:solidFill>
                <a:prstDash val="solid"/>
                <a:headEnd type="none" w="med" len="med"/>
                <a:tailEnd type="none" w="med" len="med"/>
              </a:ln>
            </p:spPr>
          </p:sp>
          <p:sp>
            <p:nvSpPr>
              <p:cNvPr id="44291" name="Freeform 258"/>
              <p:cNvSpPr/>
              <p:nvPr/>
            </p:nvSpPr>
            <p:spPr>
              <a:xfrm>
                <a:off x="1826" y="1228"/>
                <a:ext cx="35" cy="32"/>
              </a:xfrm>
              <a:custGeom>
                <a:avLst/>
                <a:gdLst/>
                <a:ahLst/>
                <a:cxnLst>
                  <a:cxn ang="0">
                    <a:pos x="25" y="31"/>
                  </a:cxn>
                  <a:cxn ang="0">
                    <a:pos x="25" y="26"/>
                  </a:cxn>
                  <a:cxn ang="0">
                    <a:pos x="34" y="26"/>
                  </a:cxn>
                  <a:cxn ang="0">
                    <a:pos x="34" y="4"/>
                  </a:cxn>
                  <a:cxn ang="0">
                    <a:pos x="25" y="4"/>
                  </a:cxn>
                  <a:cxn ang="0">
                    <a:pos x="25" y="0"/>
                  </a:cxn>
                  <a:cxn ang="0">
                    <a:pos x="17" y="0"/>
                  </a:cxn>
                  <a:cxn ang="0">
                    <a:pos x="17" y="4"/>
                  </a:cxn>
                  <a:cxn ang="0">
                    <a:pos x="8" y="4"/>
                  </a:cxn>
                  <a:cxn ang="0">
                    <a:pos x="0" y="8"/>
                  </a:cxn>
                  <a:cxn ang="0">
                    <a:pos x="0" y="13"/>
                  </a:cxn>
                  <a:cxn ang="0">
                    <a:pos x="0" y="17"/>
                  </a:cxn>
                  <a:cxn ang="0">
                    <a:pos x="0" y="22"/>
                  </a:cxn>
                  <a:cxn ang="0">
                    <a:pos x="8" y="26"/>
                  </a:cxn>
                  <a:cxn ang="0">
                    <a:pos x="17" y="26"/>
                  </a:cxn>
                  <a:cxn ang="0">
                    <a:pos x="17" y="31"/>
                  </a:cxn>
                  <a:cxn ang="0">
                    <a:pos x="25" y="31"/>
                  </a:cxn>
                </a:cxnLst>
                <a:rect l="0" t="0" r="0" b="0"/>
                <a:pathLst>
                  <a:path w="35" h="32">
                    <a:moveTo>
                      <a:pt x="25" y="31"/>
                    </a:moveTo>
                    <a:lnTo>
                      <a:pt x="25" y="26"/>
                    </a:lnTo>
                    <a:lnTo>
                      <a:pt x="34" y="26"/>
                    </a:lnTo>
                    <a:lnTo>
                      <a:pt x="34" y="4"/>
                    </a:lnTo>
                    <a:lnTo>
                      <a:pt x="25" y="4"/>
                    </a:lnTo>
                    <a:lnTo>
                      <a:pt x="25" y="0"/>
                    </a:lnTo>
                    <a:lnTo>
                      <a:pt x="17" y="0"/>
                    </a:lnTo>
                    <a:lnTo>
                      <a:pt x="17" y="4"/>
                    </a:lnTo>
                    <a:lnTo>
                      <a:pt x="8" y="4"/>
                    </a:lnTo>
                    <a:lnTo>
                      <a:pt x="0" y="8"/>
                    </a:lnTo>
                    <a:lnTo>
                      <a:pt x="0" y="13"/>
                    </a:lnTo>
                    <a:lnTo>
                      <a:pt x="0" y="17"/>
                    </a:lnTo>
                    <a:lnTo>
                      <a:pt x="0" y="22"/>
                    </a:lnTo>
                    <a:lnTo>
                      <a:pt x="8" y="26"/>
                    </a:lnTo>
                    <a:lnTo>
                      <a:pt x="17" y="26"/>
                    </a:lnTo>
                    <a:lnTo>
                      <a:pt x="17"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92" name="Freeform 259"/>
              <p:cNvSpPr/>
              <p:nvPr/>
            </p:nvSpPr>
            <p:spPr>
              <a:xfrm>
                <a:off x="1826" y="1228"/>
                <a:ext cx="35" cy="32"/>
              </a:xfrm>
              <a:custGeom>
                <a:avLst/>
                <a:gdLst/>
                <a:ahLst/>
                <a:cxnLst>
                  <a:cxn ang="0">
                    <a:pos x="2" y="0"/>
                  </a:cxn>
                  <a:cxn ang="0">
                    <a:pos x="34" y="15"/>
                  </a:cxn>
                  <a:cxn ang="0">
                    <a:pos x="32" y="31"/>
                  </a:cxn>
                  <a:cxn ang="0">
                    <a:pos x="0" y="15"/>
                  </a:cxn>
                  <a:cxn ang="0">
                    <a:pos x="2" y="0"/>
                  </a:cxn>
                </a:cxnLst>
                <a:rect l="0" t="0" r="0" b="0"/>
                <a:pathLst>
                  <a:path w="35" h="32">
                    <a:moveTo>
                      <a:pt x="2" y="0"/>
                    </a:moveTo>
                    <a:lnTo>
                      <a:pt x="34" y="15"/>
                    </a:lnTo>
                    <a:lnTo>
                      <a:pt x="32"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93" name="Freeform 260"/>
              <p:cNvSpPr/>
              <p:nvPr/>
            </p:nvSpPr>
            <p:spPr>
              <a:xfrm>
                <a:off x="1845" y="1231"/>
                <a:ext cx="35" cy="32"/>
              </a:xfrm>
              <a:custGeom>
                <a:avLst/>
                <a:gdLst/>
                <a:ahLst/>
                <a:cxnLst>
                  <a:cxn ang="0">
                    <a:pos x="0" y="13"/>
                  </a:cxn>
                  <a:cxn ang="0">
                    <a:pos x="0" y="17"/>
                  </a:cxn>
                  <a:cxn ang="0">
                    <a:pos x="0" y="22"/>
                  </a:cxn>
                  <a:cxn ang="0">
                    <a:pos x="11" y="31"/>
                  </a:cxn>
                  <a:cxn ang="0">
                    <a:pos x="17" y="31"/>
                  </a:cxn>
                  <a:cxn ang="0">
                    <a:pos x="17" y="26"/>
                  </a:cxn>
                  <a:cxn ang="0">
                    <a:pos x="22" y="26"/>
                  </a:cxn>
                  <a:cxn ang="0">
                    <a:pos x="28" y="22"/>
                  </a:cxn>
                  <a:cxn ang="0">
                    <a:pos x="28" y="17"/>
                  </a:cxn>
                  <a:cxn ang="0">
                    <a:pos x="34" y="17"/>
                  </a:cxn>
                  <a:cxn ang="0">
                    <a:pos x="34" y="8"/>
                  </a:cxn>
                  <a:cxn ang="0">
                    <a:pos x="28" y="8"/>
                  </a:cxn>
                  <a:cxn ang="0">
                    <a:pos x="28" y="4"/>
                  </a:cxn>
                  <a:cxn ang="0">
                    <a:pos x="22" y="0"/>
                  </a:cxn>
                  <a:cxn ang="0">
                    <a:pos x="17" y="0"/>
                  </a:cxn>
                  <a:cxn ang="0">
                    <a:pos x="11" y="0"/>
                  </a:cxn>
                  <a:cxn ang="0">
                    <a:pos x="0" y="8"/>
                  </a:cxn>
                  <a:cxn ang="0">
                    <a:pos x="0" y="13"/>
                  </a:cxn>
                </a:cxnLst>
                <a:rect l="0" t="0" r="0" b="0"/>
                <a:pathLst>
                  <a:path w="35" h="32">
                    <a:moveTo>
                      <a:pt x="0" y="13"/>
                    </a:moveTo>
                    <a:lnTo>
                      <a:pt x="0" y="17"/>
                    </a:lnTo>
                    <a:lnTo>
                      <a:pt x="0" y="22"/>
                    </a:lnTo>
                    <a:lnTo>
                      <a:pt x="11" y="31"/>
                    </a:lnTo>
                    <a:lnTo>
                      <a:pt x="17" y="31"/>
                    </a:lnTo>
                    <a:lnTo>
                      <a:pt x="17" y="26"/>
                    </a:lnTo>
                    <a:lnTo>
                      <a:pt x="22" y="26"/>
                    </a:lnTo>
                    <a:lnTo>
                      <a:pt x="28" y="22"/>
                    </a:lnTo>
                    <a:lnTo>
                      <a:pt x="28" y="17"/>
                    </a:lnTo>
                    <a:lnTo>
                      <a:pt x="34" y="17"/>
                    </a:lnTo>
                    <a:lnTo>
                      <a:pt x="34" y="8"/>
                    </a:lnTo>
                    <a:lnTo>
                      <a:pt x="28" y="8"/>
                    </a:lnTo>
                    <a:lnTo>
                      <a:pt x="28" y="4"/>
                    </a:lnTo>
                    <a:lnTo>
                      <a:pt x="22" y="0"/>
                    </a:lnTo>
                    <a:lnTo>
                      <a:pt x="17" y="0"/>
                    </a:lnTo>
                    <a:lnTo>
                      <a:pt x="11" y="0"/>
                    </a:lnTo>
                    <a:lnTo>
                      <a:pt x="0" y="8"/>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94" name="Line 261"/>
              <p:cNvSpPr/>
              <p:nvPr/>
            </p:nvSpPr>
            <p:spPr>
              <a:xfrm>
                <a:off x="1866" y="1222"/>
                <a:ext cx="12" cy="3"/>
              </a:xfrm>
              <a:prstGeom prst="line">
                <a:avLst/>
              </a:prstGeom>
              <a:ln w="12700" cap="flat" cmpd="sng">
                <a:solidFill>
                  <a:schemeClr val="tx1"/>
                </a:solidFill>
                <a:prstDash val="solid"/>
                <a:headEnd type="none" w="med" len="med"/>
                <a:tailEnd type="none" w="med" len="med"/>
              </a:ln>
            </p:spPr>
          </p:sp>
          <p:sp>
            <p:nvSpPr>
              <p:cNvPr id="44295" name="Line 262"/>
              <p:cNvSpPr/>
              <p:nvPr/>
            </p:nvSpPr>
            <p:spPr>
              <a:xfrm>
                <a:off x="1872" y="1220"/>
                <a:ext cx="8" cy="3"/>
              </a:xfrm>
              <a:prstGeom prst="line">
                <a:avLst/>
              </a:prstGeom>
              <a:ln w="12700" cap="flat" cmpd="sng">
                <a:solidFill>
                  <a:schemeClr val="tx1"/>
                </a:solidFill>
                <a:prstDash val="solid"/>
                <a:headEnd type="none" w="med" len="med"/>
                <a:tailEnd type="none" w="med" len="med"/>
              </a:ln>
            </p:spPr>
          </p:sp>
          <p:sp>
            <p:nvSpPr>
              <p:cNvPr id="44296" name="Freeform 263"/>
              <p:cNvSpPr/>
              <p:nvPr/>
            </p:nvSpPr>
            <p:spPr>
              <a:xfrm>
                <a:off x="1861" y="1218"/>
                <a:ext cx="36" cy="31"/>
              </a:xfrm>
              <a:custGeom>
                <a:avLst/>
                <a:gdLst/>
                <a:ahLst/>
                <a:cxnLst>
                  <a:cxn ang="0">
                    <a:pos x="26" y="30"/>
                  </a:cxn>
                  <a:cxn ang="0">
                    <a:pos x="35" y="30"/>
                  </a:cxn>
                  <a:cxn ang="0">
                    <a:pos x="35" y="25"/>
                  </a:cxn>
                  <a:cxn ang="0">
                    <a:pos x="35" y="4"/>
                  </a:cxn>
                  <a:cxn ang="0">
                    <a:pos x="35" y="0"/>
                  </a:cxn>
                  <a:cxn ang="0">
                    <a:pos x="26" y="0"/>
                  </a:cxn>
                  <a:cxn ang="0">
                    <a:pos x="17" y="4"/>
                  </a:cxn>
                  <a:cxn ang="0">
                    <a:pos x="8" y="8"/>
                  </a:cxn>
                  <a:cxn ang="0">
                    <a:pos x="0" y="12"/>
                  </a:cxn>
                  <a:cxn ang="0">
                    <a:pos x="0" y="17"/>
                  </a:cxn>
                  <a:cxn ang="0">
                    <a:pos x="8" y="21"/>
                  </a:cxn>
                  <a:cxn ang="0">
                    <a:pos x="17" y="25"/>
                  </a:cxn>
                  <a:cxn ang="0">
                    <a:pos x="26" y="30"/>
                  </a:cxn>
                </a:cxnLst>
                <a:rect l="0" t="0" r="0" b="0"/>
                <a:pathLst>
                  <a:path w="36" h="31">
                    <a:moveTo>
                      <a:pt x="26" y="30"/>
                    </a:moveTo>
                    <a:lnTo>
                      <a:pt x="35" y="30"/>
                    </a:lnTo>
                    <a:lnTo>
                      <a:pt x="35" y="25"/>
                    </a:lnTo>
                    <a:lnTo>
                      <a:pt x="35" y="4"/>
                    </a:lnTo>
                    <a:lnTo>
                      <a:pt x="35" y="0"/>
                    </a:lnTo>
                    <a:lnTo>
                      <a:pt x="26" y="0"/>
                    </a:lnTo>
                    <a:lnTo>
                      <a:pt x="17" y="4"/>
                    </a:lnTo>
                    <a:lnTo>
                      <a:pt x="8" y="8"/>
                    </a:lnTo>
                    <a:lnTo>
                      <a:pt x="0" y="12"/>
                    </a:lnTo>
                    <a:lnTo>
                      <a:pt x="0" y="17"/>
                    </a:lnTo>
                    <a:lnTo>
                      <a:pt x="8" y="21"/>
                    </a:lnTo>
                    <a:lnTo>
                      <a:pt x="17" y="25"/>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97" name="Freeform 264"/>
              <p:cNvSpPr/>
              <p:nvPr/>
            </p:nvSpPr>
            <p:spPr>
              <a:xfrm>
                <a:off x="1861" y="1218"/>
                <a:ext cx="36" cy="31"/>
              </a:xfrm>
              <a:custGeom>
                <a:avLst/>
                <a:gdLst/>
                <a:ahLst/>
                <a:cxnLst>
                  <a:cxn ang="0">
                    <a:pos x="2" y="0"/>
                  </a:cxn>
                  <a:cxn ang="0">
                    <a:pos x="35" y="15"/>
                  </a:cxn>
                  <a:cxn ang="0">
                    <a:pos x="33" y="30"/>
                  </a:cxn>
                  <a:cxn ang="0">
                    <a:pos x="0" y="15"/>
                  </a:cxn>
                  <a:cxn ang="0">
                    <a:pos x="2" y="0"/>
                  </a:cxn>
                </a:cxnLst>
                <a:rect l="0" t="0" r="0" b="0"/>
                <a:pathLst>
                  <a:path w="36" h="31">
                    <a:moveTo>
                      <a:pt x="2" y="0"/>
                    </a:moveTo>
                    <a:lnTo>
                      <a:pt x="35" y="15"/>
                    </a:lnTo>
                    <a:lnTo>
                      <a:pt x="33" y="30"/>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298" name="Freeform 265"/>
              <p:cNvSpPr/>
              <p:nvPr/>
            </p:nvSpPr>
            <p:spPr>
              <a:xfrm>
                <a:off x="1878" y="1220"/>
                <a:ext cx="34" cy="31"/>
              </a:xfrm>
              <a:custGeom>
                <a:avLst/>
                <a:gdLst/>
                <a:ahLst/>
                <a:cxnLst>
                  <a:cxn ang="0">
                    <a:pos x="0" y="12"/>
                  </a:cxn>
                  <a:cxn ang="0">
                    <a:pos x="4" y="17"/>
                  </a:cxn>
                  <a:cxn ang="0">
                    <a:pos x="4" y="21"/>
                  </a:cxn>
                  <a:cxn ang="0">
                    <a:pos x="9" y="25"/>
                  </a:cxn>
                  <a:cxn ang="0">
                    <a:pos x="14" y="30"/>
                  </a:cxn>
                  <a:cxn ang="0">
                    <a:pos x="18" y="30"/>
                  </a:cxn>
                  <a:cxn ang="0">
                    <a:pos x="18" y="25"/>
                  </a:cxn>
                  <a:cxn ang="0">
                    <a:pos x="23" y="25"/>
                  </a:cxn>
                  <a:cxn ang="0">
                    <a:pos x="28" y="21"/>
                  </a:cxn>
                  <a:cxn ang="0">
                    <a:pos x="28" y="17"/>
                  </a:cxn>
                  <a:cxn ang="0">
                    <a:pos x="33" y="12"/>
                  </a:cxn>
                  <a:cxn ang="0">
                    <a:pos x="33" y="8"/>
                  </a:cxn>
                  <a:cxn ang="0">
                    <a:pos x="28" y="8"/>
                  </a:cxn>
                  <a:cxn ang="0">
                    <a:pos x="28" y="4"/>
                  </a:cxn>
                  <a:cxn ang="0">
                    <a:pos x="23" y="0"/>
                  </a:cxn>
                  <a:cxn ang="0">
                    <a:pos x="18" y="0"/>
                  </a:cxn>
                  <a:cxn ang="0">
                    <a:pos x="14" y="0"/>
                  </a:cxn>
                  <a:cxn ang="0">
                    <a:pos x="9" y="0"/>
                  </a:cxn>
                  <a:cxn ang="0">
                    <a:pos x="4" y="4"/>
                  </a:cxn>
                  <a:cxn ang="0">
                    <a:pos x="4" y="8"/>
                  </a:cxn>
                  <a:cxn ang="0">
                    <a:pos x="0" y="8"/>
                  </a:cxn>
                  <a:cxn ang="0">
                    <a:pos x="0" y="12"/>
                  </a:cxn>
                </a:cxnLst>
                <a:rect l="0" t="0" r="0" b="0"/>
                <a:pathLst>
                  <a:path w="34" h="31">
                    <a:moveTo>
                      <a:pt x="0" y="12"/>
                    </a:moveTo>
                    <a:lnTo>
                      <a:pt x="4" y="17"/>
                    </a:lnTo>
                    <a:lnTo>
                      <a:pt x="4" y="21"/>
                    </a:lnTo>
                    <a:lnTo>
                      <a:pt x="9" y="25"/>
                    </a:lnTo>
                    <a:lnTo>
                      <a:pt x="14" y="30"/>
                    </a:lnTo>
                    <a:lnTo>
                      <a:pt x="18" y="30"/>
                    </a:lnTo>
                    <a:lnTo>
                      <a:pt x="18" y="25"/>
                    </a:lnTo>
                    <a:lnTo>
                      <a:pt x="23" y="25"/>
                    </a:lnTo>
                    <a:lnTo>
                      <a:pt x="28" y="21"/>
                    </a:lnTo>
                    <a:lnTo>
                      <a:pt x="28" y="17"/>
                    </a:lnTo>
                    <a:lnTo>
                      <a:pt x="33" y="12"/>
                    </a:lnTo>
                    <a:lnTo>
                      <a:pt x="33" y="8"/>
                    </a:lnTo>
                    <a:lnTo>
                      <a:pt x="28" y="8"/>
                    </a:lnTo>
                    <a:lnTo>
                      <a:pt x="28" y="4"/>
                    </a:lnTo>
                    <a:lnTo>
                      <a:pt x="23" y="0"/>
                    </a:lnTo>
                    <a:lnTo>
                      <a:pt x="18" y="0"/>
                    </a:lnTo>
                    <a:lnTo>
                      <a:pt x="14"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299" name="Line 266"/>
              <p:cNvSpPr/>
              <p:nvPr/>
            </p:nvSpPr>
            <p:spPr>
              <a:xfrm>
                <a:off x="1902" y="1231"/>
                <a:ext cx="6" cy="3"/>
              </a:xfrm>
              <a:prstGeom prst="line">
                <a:avLst/>
              </a:prstGeom>
              <a:ln w="12700" cap="flat" cmpd="sng">
                <a:solidFill>
                  <a:schemeClr val="tx1"/>
                </a:solidFill>
                <a:prstDash val="solid"/>
                <a:headEnd type="none" w="med" len="med"/>
                <a:tailEnd type="none" w="med" len="med"/>
              </a:ln>
            </p:spPr>
          </p:sp>
          <p:sp>
            <p:nvSpPr>
              <p:cNvPr id="44300" name="Line 267"/>
              <p:cNvSpPr/>
              <p:nvPr/>
            </p:nvSpPr>
            <p:spPr>
              <a:xfrm>
                <a:off x="1902" y="1230"/>
                <a:ext cx="9" cy="1"/>
              </a:xfrm>
              <a:prstGeom prst="line">
                <a:avLst/>
              </a:prstGeom>
              <a:ln w="12700" cap="flat" cmpd="sng">
                <a:solidFill>
                  <a:schemeClr val="tx1"/>
                </a:solidFill>
                <a:prstDash val="solid"/>
                <a:headEnd type="none" w="med" len="med"/>
                <a:tailEnd type="none" w="med" len="med"/>
              </a:ln>
            </p:spPr>
          </p:sp>
          <p:sp>
            <p:nvSpPr>
              <p:cNvPr id="44301" name="Freeform 268"/>
              <p:cNvSpPr/>
              <p:nvPr/>
            </p:nvSpPr>
            <p:spPr>
              <a:xfrm>
                <a:off x="1892" y="1228"/>
                <a:ext cx="34" cy="32"/>
              </a:xfrm>
              <a:custGeom>
                <a:avLst/>
                <a:gdLst/>
                <a:ahLst/>
                <a:cxnLst>
                  <a:cxn ang="0">
                    <a:pos x="24" y="31"/>
                  </a:cxn>
                  <a:cxn ang="0">
                    <a:pos x="33" y="31"/>
                  </a:cxn>
                  <a:cxn ang="0">
                    <a:pos x="33" y="25"/>
                  </a:cxn>
                  <a:cxn ang="0">
                    <a:pos x="33" y="5"/>
                  </a:cxn>
                  <a:cxn ang="0">
                    <a:pos x="33" y="0"/>
                  </a:cxn>
                  <a:cxn ang="0">
                    <a:pos x="24" y="0"/>
                  </a:cxn>
                  <a:cxn ang="0">
                    <a:pos x="16" y="0"/>
                  </a:cxn>
                  <a:cxn ang="0">
                    <a:pos x="8" y="10"/>
                  </a:cxn>
                  <a:cxn ang="0">
                    <a:pos x="0" y="15"/>
                  </a:cxn>
                  <a:cxn ang="0">
                    <a:pos x="0" y="20"/>
                  </a:cxn>
                  <a:cxn ang="0">
                    <a:pos x="8" y="20"/>
                  </a:cxn>
                  <a:cxn ang="0">
                    <a:pos x="8" y="25"/>
                  </a:cxn>
                  <a:cxn ang="0">
                    <a:pos x="16" y="31"/>
                  </a:cxn>
                  <a:cxn ang="0">
                    <a:pos x="24" y="31"/>
                  </a:cxn>
                </a:cxnLst>
                <a:rect l="0" t="0" r="0" b="0"/>
                <a:pathLst>
                  <a:path w="34" h="32">
                    <a:moveTo>
                      <a:pt x="24" y="31"/>
                    </a:moveTo>
                    <a:lnTo>
                      <a:pt x="33" y="31"/>
                    </a:lnTo>
                    <a:lnTo>
                      <a:pt x="33" y="25"/>
                    </a:lnTo>
                    <a:lnTo>
                      <a:pt x="33" y="5"/>
                    </a:lnTo>
                    <a:lnTo>
                      <a:pt x="33" y="0"/>
                    </a:lnTo>
                    <a:lnTo>
                      <a:pt x="24" y="0"/>
                    </a:lnTo>
                    <a:lnTo>
                      <a:pt x="16" y="0"/>
                    </a:lnTo>
                    <a:lnTo>
                      <a:pt x="8" y="10"/>
                    </a:lnTo>
                    <a:lnTo>
                      <a:pt x="0" y="15"/>
                    </a:lnTo>
                    <a:lnTo>
                      <a:pt x="0" y="20"/>
                    </a:lnTo>
                    <a:lnTo>
                      <a:pt x="8" y="20"/>
                    </a:lnTo>
                    <a:lnTo>
                      <a:pt x="8" y="25"/>
                    </a:lnTo>
                    <a:lnTo>
                      <a:pt x="16" y="31"/>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02" name="Freeform 269"/>
              <p:cNvSpPr/>
              <p:nvPr/>
            </p:nvSpPr>
            <p:spPr>
              <a:xfrm>
                <a:off x="1892" y="1228"/>
                <a:ext cx="36" cy="32"/>
              </a:xfrm>
              <a:custGeom>
                <a:avLst/>
                <a:gdLst/>
                <a:ahLst/>
                <a:cxnLst>
                  <a:cxn ang="0">
                    <a:pos x="2" y="2"/>
                  </a:cxn>
                  <a:cxn ang="0">
                    <a:pos x="35" y="15"/>
                  </a:cxn>
                  <a:cxn ang="0">
                    <a:pos x="33" y="31"/>
                  </a:cxn>
                  <a:cxn ang="0">
                    <a:pos x="0" y="15"/>
                  </a:cxn>
                  <a:cxn ang="0">
                    <a:pos x="2" y="0"/>
                  </a:cxn>
                  <a:cxn ang="0">
                    <a:pos x="2" y="2"/>
                  </a:cxn>
                </a:cxnLst>
                <a:rect l="0" t="0" r="0" b="0"/>
                <a:pathLst>
                  <a:path w="36" h="32">
                    <a:moveTo>
                      <a:pt x="2" y="2"/>
                    </a:moveTo>
                    <a:lnTo>
                      <a:pt x="35" y="15"/>
                    </a:lnTo>
                    <a:lnTo>
                      <a:pt x="33"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03" name="Freeform 270"/>
              <p:cNvSpPr/>
              <p:nvPr/>
            </p:nvSpPr>
            <p:spPr>
              <a:xfrm>
                <a:off x="1908" y="1231"/>
                <a:ext cx="34" cy="32"/>
              </a:xfrm>
              <a:custGeom>
                <a:avLst/>
                <a:gdLst/>
                <a:ahLst/>
                <a:cxnLst>
                  <a:cxn ang="0">
                    <a:pos x="0" y="17"/>
                  </a:cxn>
                  <a:cxn ang="0">
                    <a:pos x="4" y="22"/>
                  </a:cxn>
                  <a:cxn ang="0">
                    <a:pos x="4" y="26"/>
                  </a:cxn>
                  <a:cxn ang="0">
                    <a:pos x="9" y="31"/>
                  </a:cxn>
                  <a:cxn ang="0">
                    <a:pos x="14" y="31"/>
                  </a:cxn>
                  <a:cxn ang="0">
                    <a:pos x="18" y="31"/>
                  </a:cxn>
                  <a:cxn ang="0">
                    <a:pos x="23" y="31"/>
                  </a:cxn>
                  <a:cxn ang="0">
                    <a:pos x="28" y="26"/>
                  </a:cxn>
                  <a:cxn ang="0">
                    <a:pos x="28" y="22"/>
                  </a:cxn>
                  <a:cxn ang="0">
                    <a:pos x="33" y="17"/>
                  </a:cxn>
                  <a:cxn ang="0">
                    <a:pos x="33" y="13"/>
                  </a:cxn>
                  <a:cxn ang="0">
                    <a:pos x="28" y="8"/>
                  </a:cxn>
                  <a:cxn ang="0">
                    <a:pos x="23" y="4"/>
                  </a:cxn>
                  <a:cxn ang="0">
                    <a:pos x="18" y="4"/>
                  </a:cxn>
                  <a:cxn ang="0">
                    <a:pos x="18" y="0"/>
                  </a:cxn>
                  <a:cxn ang="0">
                    <a:pos x="14" y="0"/>
                  </a:cxn>
                  <a:cxn ang="0">
                    <a:pos x="9" y="4"/>
                  </a:cxn>
                  <a:cxn ang="0">
                    <a:pos x="4" y="8"/>
                  </a:cxn>
                  <a:cxn ang="0">
                    <a:pos x="0" y="13"/>
                  </a:cxn>
                  <a:cxn ang="0">
                    <a:pos x="0" y="17"/>
                  </a:cxn>
                </a:cxnLst>
                <a:rect l="0" t="0" r="0" b="0"/>
                <a:pathLst>
                  <a:path w="34" h="32">
                    <a:moveTo>
                      <a:pt x="0" y="17"/>
                    </a:moveTo>
                    <a:lnTo>
                      <a:pt x="4" y="22"/>
                    </a:lnTo>
                    <a:lnTo>
                      <a:pt x="4" y="26"/>
                    </a:lnTo>
                    <a:lnTo>
                      <a:pt x="9" y="31"/>
                    </a:lnTo>
                    <a:lnTo>
                      <a:pt x="14" y="31"/>
                    </a:lnTo>
                    <a:lnTo>
                      <a:pt x="18" y="31"/>
                    </a:lnTo>
                    <a:lnTo>
                      <a:pt x="23" y="31"/>
                    </a:lnTo>
                    <a:lnTo>
                      <a:pt x="28" y="26"/>
                    </a:lnTo>
                    <a:lnTo>
                      <a:pt x="28" y="22"/>
                    </a:lnTo>
                    <a:lnTo>
                      <a:pt x="33" y="17"/>
                    </a:lnTo>
                    <a:lnTo>
                      <a:pt x="33" y="13"/>
                    </a:lnTo>
                    <a:lnTo>
                      <a:pt x="28" y="8"/>
                    </a:lnTo>
                    <a:lnTo>
                      <a:pt x="23" y="4"/>
                    </a:lnTo>
                    <a:lnTo>
                      <a:pt x="18" y="4"/>
                    </a:lnTo>
                    <a:lnTo>
                      <a:pt x="18" y="0"/>
                    </a:lnTo>
                    <a:lnTo>
                      <a:pt x="14" y="0"/>
                    </a:lnTo>
                    <a:lnTo>
                      <a:pt x="9" y="4"/>
                    </a:lnTo>
                    <a:lnTo>
                      <a:pt x="4" y="8"/>
                    </a:lnTo>
                    <a:lnTo>
                      <a:pt x="0" y="13"/>
                    </a:lnTo>
                    <a:lnTo>
                      <a:pt x="0" y="1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04" name="Line 271"/>
              <p:cNvSpPr/>
              <p:nvPr/>
            </p:nvSpPr>
            <p:spPr>
              <a:xfrm>
                <a:off x="1916" y="1259"/>
                <a:ext cx="8" cy="2"/>
              </a:xfrm>
              <a:prstGeom prst="line">
                <a:avLst/>
              </a:prstGeom>
              <a:ln w="12700" cap="flat" cmpd="sng">
                <a:solidFill>
                  <a:schemeClr val="tx1"/>
                </a:solidFill>
                <a:prstDash val="solid"/>
                <a:headEnd type="none" w="med" len="med"/>
                <a:tailEnd type="none" w="med" len="med"/>
              </a:ln>
            </p:spPr>
          </p:sp>
          <p:sp>
            <p:nvSpPr>
              <p:cNvPr id="44305" name="Line 272"/>
              <p:cNvSpPr/>
              <p:nvPr/>
            </p:nvSpPr>
            <p:spPr>
              <a:xfrm>
                <a:off x="1916" y="1252"/>
                <a:ext cx="8" cy="4"/>
              </a:xfrm>
              <a:prstGeom prst="line">
                <a:avLst/>
              </a:prstGeom>
              <a:ln w="12700" cap="flat" cmpd="sng">
                <a:solidFill>
                  <a:schemeClr val="tx1"/>
                </a:solidFill>
                <a:prstDash val="solid"/>
                <a:headEnd type="none" w="med" len="med"/>
                <a:tailEnd type="none" w="med" len="med"/>
              </a:ln>
            </p:spPr>
          </p:sp>
          <p:sp>
            <p:nvSpPr>
              <p:cNvPr id="44306" name="Freeform 273"/>
              <p:cNvSpPr/>
              <p:nvPr/>
            </p:nvSpPr>
            <p:spPr>
              <a:xfrm>
                <a:off x="1904" y="1250"/>
                <a:ext cx="34" cy="32"/>
              </a:xfrm>
              <a:custGeom>
                <a:avLst/>
                <a:gdLst/>
                <a:ahLst/>
                <a:cxnLst>
                  <a:cxn ang="0">
                    <a:pos x="26" y="31"/>
                  </a:cxn>
                  <a:cxn ang="0">
                    <a:pos x="33" y="25"/>
                  </a:cxn>
                  <a:cxn ang="0">
                    <a:pos x="33" y="5"/>
                  </a:cxn>
                  <a:cxn ang="0">
                    <a:pos x="26" y="0"/>
                  </a:cxn>
                  <a:cxn ang="0">
                    <a:pos x="19" y="0"/>
                  </a:cxn>
                  <a:cxn ang="0">
                    <a:pos x="13" y="0"/>
                  </a:cxn>
                  <a:cxn ang="0">
                    <a:pos x="6" y="5"/>
                  </a:cxn>
                  <a:cxn ang="0">
                    <a:pos x="6" y="10"/>
                  </a:cxn>
                  <a:cxn ang="0">
                    <a:pos x="0" y="10"/>
                  </a:cxn>
                  <a:cxn ang="0">
                    <a:pos x="0" y="20"/>
                  </a:cxn>
                  <a:cxn ang="0">
                    <a:pos x="6" y="20"/>
                  </a:cxn>
                  <a:cxn ang="0">
                    <a:pos x="6" y="25"/>
                  </a:cxn>
                  <a:cxn ang="0">
                    <a:pos x="13" y="31"/>
                  </a:cxn>
                  <a:cxn ang="0">
                    <a:pos x="19" y="31"/>
                  </a:cxn>
                  <a:cxn ang="0">
                    <a:pos x="26" y="31"/>
                  </a:cxn>
                </a:cxnLst>
                <a:rect l="0" t="0" r="0" b="0"/>
                <a:pathLst>
                  <a:path w="34" h="32">
                    <a:moveTo>
                      <a:pt x="26" y="31"/>
                    </a:moveTo>
                    <a:lnTo>
                      <a:pt x="33" y="25"/>
                    </a:lnTo>
                    <a:lnTo>
                      <a:pt x="33" y="5"/>
                    </a:lnTo>
                    <a:lnTo>
                      <a:pt x="26" y="0"/>
                    </a:lnTo>
                    <a:lnTo>
                      <a:pt x="19" y="0"/>
                    </a:lnTo>
                    <a:lnTo>
                      <a:pt x="13" y="0"/>
                    </a:lnTo>
                    <a:lnTo>
                      <a:pt x="6" y="5"/>
                    </a:lnTo>
                    <a:lnTo>
                      <a:pt x="6" y="10"/>
                    </a:lnTo>
                    <a:lnTo>
                      <a:pt x="0" y="10"/>
                    </a:lnTo>
                    <a:lnTo>
                      <a:pt x="0" y="20"/>
                    </a:lnTo>
                    <a:lnTo>
                      <a:pt x="6" y="20"/>
                    </a:lnTo>
                    <a:lnTo>
                      <a:pt x="6" y="25"/>
                    </a:lnTo>
                    <a:lnTo>
                      <a:pt x="13" y="31"/>
                    </a:lnTo>
                    <a:lnTo>
                      <a:pt x="19"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07" name="Freeform 274"/>
              <p:cNvSpPr/>
              <p:nvPr/>
            </p:nvSpPr>
            <p:spPr>
              <a:xfrm>
                <a:off x="1908" y="1250"/>
                <a:ext cx="33" cy="32"/>
              </a:xfrm>
              <a:custGeom>
                <a:avLst/>
                <a:gdLst/>
                <a:ahLst/>
                <a:cxnLst>
                  <a:cxn ang="0">
                    <a:pos x="2" y="2"/>
                  </a:cxn>
                  <a:cxn ang="0">
                    <a:pos x="32" y="15"/>
                  </a:cxn>
                  <a:cxn ang="0">
                    <a:pos x="30" y="31"/>
                  </a:cxn>
                  <a:cxn ang="0">
                    <a:pos x="0" y="15"/>
                  </a:cxn>
                  <a:cxn ang="0">
                    <a:pos x="2" y="0"/>
                  </a:cxn>
                  <a:cxn ang="0">
                    <a:pos x="2" y="2"/>
                  </a:cxn>
                </a:cxnLst>
                <a:rect l="0" t="0" r="0" b="0"/>
                <a:pathLst>
                  <a:path w="33" h="32">
                    <a:moveTo>
                      <a:pt x="2" y="2"/>
                    </a:moveTo>
                    <a:lnTo>
                      <a:pt x="32" y="15"/>
                    </a:lnTo>
                    <a:lnTo>
                      <a:pt x="30" y="31"/>
                    </a:lnTo>
                    <a:lnTo>
                      <a:pt x="0" y="15"/>
                    </a:lnTo>
                    <a:lnTo>
                      <a:pt x="2" y="0"/>
                    </a:lnTo>
                    <a:lnTo>
                      <a:pt x="2"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08" name="Freeform 275"/>
              <p:cNvSpPr/>
              <p:nvPr/>
            </p:nvSpPr>
            <p:spPr>
              <a:xfrm>
                <a:off x="1925" y="1253"/>
                <a:ext cx="33" cy="30"/>
              </a:xfrm>
              <a:custGeom>
                <a:avLst/>
                <a:gdLst/>
                <a:ahLst/>
                <a:cxnLst>
                  <a:cxn ang="0">
                    <a:pos x="0" y="12"/>
                  </a:cxn>
                  <a:cxn ang="0">
                    <a:pos x="0" y="16"/>
                  </a:cxn>
                  <a:cxn ang="0">
                    <a:pos x="4" y="20"/>
                  </a:cxn>
                  <a:cxn ang="0">
                    <a:pos x="4" y="24"/>
                  </a:cxn>
                  <a:cxn ang="0">
                    <a:pos x="9" y="29"/>
                  </a:cxn>
                  <a:cxn ang="0">
                    <a:pos x="13" y="29"/>
                  </a:cxn>
                  <a:cxn ang="0">
                    <a:pos x="18" y="29"/>
                  </a:cxn>
                  <a:cxn ang="0">
                    <a:pos x="22" y="29"/>
                  </a:cxn>
                  <a:cxn ang="0">
                    <a:pos x="27" y="24"/>
                  </a:cxn>
                  <a:cxn ang="0">
                    <a:pos x="27" y="20"/>
                  </a:cxn>
                  <a:cxn ang="0">
                    <a:pos x="32" y="16"/>
                  </a:cxn>
                  <a:cxn ang="0">
                    <a:pos x="32" y="12"/>
                  </a:cxn>
                  <a:cxn ang="0">
                    <a:pos x="27" y="8"/>
                  </a:cxn>
                  <a:cxn ang="0">
                    <a:pos x="22" y="4"/>
                  </a:cxn>
                  <a:cxn ang="0">
                    <a:pos x="18" y="0"/>
                  </a:cxn>
                  <a:cxn ang="0">
                    <a:pos x="13" y="0"/>
                  </a:cxn>
                  <a:cxn ang="0">
                    <a:pos x="13" y="4"/>
                  </a:cxn>
                  <a:cxn ang="0">
                    <a:pos x="9" y="4"/>
                  </a:cxn>
                  <a:cxn ang="0">
                    <a:pos x="4" y="8"/>
                  </a:cxn>
                  <a:cxn ang="0">
                    <a:pos x="0" y="12"/>
                  </a:cxn>
                </a:cxnLst>
                <a:rect l="0" t="0" r="0" b="0"/>
                <a:pathLst>
                  <a:path w="33" h="30">
                    <a:moveTo>
                      <a:pt x="0" y="12"/>
                    </a:moveTo>
                    <a:lnTo>
                      <a:pt x="0" y="16"/>
                    </a:lnTo>
                    <a:lnTo>
                      <a:pt x="4" y="20"/>
                    </a:lnTo>
                    <a:lnTo>
                      <a:pt x="4" y="24"/>
                    </a:lnTo>
                    <a:lnTo>
                      <a:pt x="9" y="29"/>
                    </a:lnTo>
                    <a:lnTo>
                      <a:pt x="13" y="29"/>
                    </a:lnTo>
                    <a:lnTo>
                      <a:pt x="18" y="29"/>
                    </a:lnTo>
                    <a:lnTo>
                      <a:pt x="22" y="29"/>
                    </a:lnTo>
                    <a:lnTo>
                      <a:pt x="27" y="24"/>
                    </a:lnTo>
                    <a:lnTo>
                      <a:pt x="27" y="20"/>
                    </a:lnTo>
                    <a:lnTo>
                      <a:pt x="32" y="16"/>
                    </a:lnTo>
                    <a:lnTo>
                      <a:pt x="32" y="12"/>
                    </a:lnTo>
                    <a:lnTo>
                      <a:pt x="27" y="8"/>
                    </a:lnTo>
                    <a:lnTo>
                      <a:pt x="22" y="4"/>
                    </a:lnTo>
                    <a:lnTo>
                      <a:pt x="18" y="0"/>
                    </a:lnTo>
                    <a:lnTo>
                      <a:pt x="13" y="0"/>
                    </a:lnTo>
                    <a:lnTo>
                      <a:pt x="13" y="4"/>
                    </a:lnTo>
                    <a:lnTo>
                      <a:pt x="9" y="4"/>
                    </a:lnTo>
                    <a:lnTo>
                      <a:pt x="4"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09" name="Line 276"/>
              <p:cNvSpPr/>
              <p:nvPr/>
            </p:nvSpPr>
            <p:spPr>
              <a:xfrm>
                <a:off x="1902" y="1277"/>
                <a:ext cx="9" cy="1"/>
              </a:xfrm>
              <a:prstGeom prst="line">
                <a:avLst/>
              </a:prstGeom>
              <a:ln w="12700" cap="flat" cmpd="sng">
                <a:solidFill>
                  <a:schemeClr val="tx1"/>
                </a:solidFill>
                <a:prstDash val="solid"/>
                <a:headEnd type="none" w="med" len="med"/>
                <a:tailEnd type="none" w="med" len="med"/>
              </a:ln>
            </p:spPr>
          </p:sp>
          <p:sp>
            <p:nvSpPr>
              <p:cNvPr id="44310" name="Line 277"/>
              <p:cNvSpPr/>
              <p:nvPr/>
            </p:nvSpPr>
            <p:spPr>
              <a:xfrm>
                <a:off x="1903" y="1272"/>
                <a:ext cx="5" cy="6"/>
              </a:xfrm>
              <a:prstGeom prst="line">
                <a:avLst/>
              </a:prstGeom>
              <a:ln w="12700" cap="flat" cmpd="sng">
                <a:solidFill>
                  <a:schemeClr val="tx1"/>
                </a:solidFill>
                <a:prstDash val="solid"/>
                <a:headEnd type="none" w="med" len="med"/>
                <a:tailEnd type="none" w="med" len="med"/>
              </a:ln>
            </p:spPr>
          </p:sp>
          <p:sp>
            <p:nvSpPr>
              <p:cNvPr id="44311" name="Freeform 278"/>
              <p:cNvSpPr/>
              <p:nvPr/>
            </p:nvSpPr>
            <p:spPr>
              <a:xfrm>
                <a:off x="1892" y="1270"/>
                <a:ext cx="36" cy="32"/>
              </a:xfrm>
              <a:custGeom>
                <a:avLst/>
                <a:gdLst/>
                <a:ahLst/>
                <a:cxnLst>
                  <a:cxn ang="0">
                    <a:pos x="21" y="31"/>
                  </a:cxn>
                  <a:cxn ang="0">
                    <a:pos x="28" y="31"/>
                  </a:cxn>
                  <a:cxn ang="0">
                    <a:pos x="28" y="26"/>
                  </a:cxn>
                  <a:cxn ang="0">
                    <a:pos x="35" y="22"/>
                  </a:cxn>
                  <a:cxn ang="0">
                    <a:pos x="35" y="4"/>
                  </a:cxn>
                  <a:cxn ang="0">
                    <a:pos x="28" y="0"/>
                  </a:cxn>
                  <a:cxn ang="0">
                    <a:pos x="21" y="0"/>
                  </a:cxn>
                  <a:cxn ang="0">
                    <a:pos x="14" y="0"/>
                  </a:cxn>
                  <a:cxn ang="0">
                    <a:pos x="7" y="4"/>
                  </a:cxn>
                  <a:cxn ang="0">
                    <a:pos x="7" y="8"/>
                  </a:cxn>
                  <a:cxn ang="0">
                    <a:pos x="0" y="8"/>
                  </a:cxn>
                  <a:cxn ang="0">
                    <a:pos x="0" y="13"/>
                  </a:cxn>
                  <a:cxn ang="0">
                    <a:pos x="7" y="17"/>
                  </a:cxn>
                  <a:cxn ang="0">
                    <a:pos x="7" y="22"/>
                  </a:cxn>
                  <a:cxn ang="0">
                    <a:pos x="14" y="26"/>
                  </a:cxn>
                  <a:cxn ang="0">
                    <a:pos x="21" y="31"/>
                  </a:cxn>
                </a:cxnLst>
                <a:rect l="0" t="0" r="0" b="0"/>
                <a:pathLst>
                  <a:path w="36" h="32">
                    <a:moveTo>
                      <a:pt x="21" y="31"/>
                    </a:moveTo>
                    <a:lnTo>
                      <a:pt x="28" y="31"/>
                    </a:lnTo>
                    <a:lnTo>
                      <a:pt x="28" y="26"/>
                    </a:lnTo>
                    <a:lnTo>
                      <a:pt x="35" y="22"/>
                    </a:lnTo>
                    <a:lnTo>
                      <a:pt x="35" y="4"/>
                    </a:lnTo>
                    <a:lnTo>
                      <a:pt x="28" y="0"/>
                    </a:lnTo>
                    <a:lnTo>
                      <a:pt x="21" y="0"/>
                    </a:lnTo>
                    <a:lnTo>
                      <a:pt x="14" y="0"/>
                    </a:lnTo>
                    <a:lnTo>
                      <a:pt x="7" y="4"/>
                    </a:lnTo>
                    <a:lnTo>
                      <a:pt x="7" y="8"/>
                    </a:lnTo>
                    <a:lnTo>
                      <a:pt x="0" y="8"/>
                    </a:lnTo>
                    <a:lnTo>
                      <a:pt x="0" y="13"/>
                    </a:lnTo>
                    <a:lnTo>
                      <a:pt x="7" y="17"/>
                    </a:lnTo>
                    <a:lnTo>
                      <a:pt x="7" y="22"/>
                    </a:lnTo>
                    <a:lnTo>
                      <a:pt x="14" y="26"/>
                    </a:lnTo>
                    <a:lnTo>
                      <a:pt x="21"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12" name="Freeform 279"/>
              <p:cNvSpPr/>
              <p:nvPr/>
            </p:nvSpPr>
            <p:spPr>
              <a:xfrm>
                <a:off x="1895" y="1270"/>
                <a:ext cx="33" cy="32"/>
              </a:xfrm>
              <a:custGeom>
                <a:avLst/>
                <a:gdLst/>
                <a:ahLst/>
                <a:cxnLst>
                  <a:cxn ang="0">
                    <a:pos x="1" y="0"/>
                  </a:cxn>
                  <a:cxn ang="0">
                    <a:pos x="32" y="16"/>
                  </a:cxn>
                  <a:cxn ang="0">
                    <a:pos x="29" y="31"/>
                  </a:cxn>
                  <a:cxn ang="0">
                    <a:pos x="0" y="14"/>
                  </a:cxn>
                  <a:cxn ang="0">
                    <a:pos x="1" y="0"/>
                  </a:cxn>
                </a:cxnLst>
                <a:rect l="0" t="0" r="0" b="0"/>
                <a:pathLst>
                  <a:path w="33" h="32">
                    <a:moveTo>
                      <a:pt x="1" y="0"/>
                    </a:moveTo>
                    <a:lnTo>
                      <a:pt x="32" y="16"/>
                    </a:lnTo>
                    <a:lnTo>
                      <a:pt x="29" y="31"/>
                    </a:lnTo>
                    <a:lnTo>
                      <a:pt x="0" y="14"/>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13" name="Freeform 280"/>
              <p:cNvSpPr/>
              <p:nvPr/>
            </p:nvSpPr>
            <p:spPr>
              <a:xfrm>
                <a:off x="1911" y="1278"/>
                <a:ext cx="35" cy="29"/>
              </a:xfrm>
              <a:custGeom>
                <a:avLst/>
                <a:gdLst/>
                <a:ahLst/>
                <a:cxnLst>
                  <a:cxn ang="0">
                    <a:pos x="0" y="14"/>
                  </a:cxn>
                  <a:cxn ang="0">
                    <a:pos x="4" y="18"/>
                  </a:cxn>
                  <a:cxn ang="0">
                    <a:pos x="9" y="23"/>
                  </a:cxn>
                  <a:cxn ang="0">
                    <a:pos x="14" y="28"/>
                  </a:cxn>
                  <a:cxn ang="0">
                    <a:pos x="19" y="28"/>
                  </a:cxn>
                  <a:cxn ang="0">
                    <a:pos x="24" y="23"/>
                  </a:cxn>
                  <a:cxn ang="0">
                    <a:pos x="29" y="18"/>
                  </a:cxn>
                  <a:cxn ang="0">
                    <a:pos x="34" y="14"/>
                  </a:cxn>
                  <a:cxn ang="0">
                    <a:pos x="34" y="9"/>
                  </a:cxn>
                  <a:cxn ang="0">
                    <a:pos x="29" y="9"/>
                  </a:cxn>
                  <a:cxn ang="0">
                    <a:pos x="29" y="4"/>
                  </a:cxn>
                  <a:cxn ang="0">
                    <a:pos x="24" y="0"/>
                  </a:cxn>
                  <a:cxn ang="0">
                    <a:pos x="19" y="0"/>
                  </a:cxn>
                  <a:cxn ang="0">
                    <a:pos x="14" y="0"/>
                  </a:cxn>
                  <a:cxn ang="0">
                    <a:pos x="9" y="0"/>
                  </a:cxn>
                  <a:cxn ang="0">
                    <a:pos x="4" y="4"/>
                  </a:cxn>
                  <a:cxn ang="0">
                    <a:pos x="4" y="9"/>
                  </a:cxn>
                  <a:cxn ang="0">
                    <a:pos x="0" y="9"/>
                  </a:cxn>
                  <a:cxn ang="0">
                    <a:pos x="0" y="14"/>
                  </a:cxn>
                </a:cxnLst>
                <a:rect l="0" t="0" r="0" b="0"/>
                <a:pathLst>
                  <a:path w="35" h="29">
                    <a:moveTo>
                      <a:pt x="0" y="14"/>
                    </a:moveTo>
                    <a:lnTo>
                      <a:pt x="4" y="18"/>
                    </a:lnTo>
                    <a:lnTo>
                      <a:pt x="9" y="23"/>
                    </a:lnTo>
                    <a:lnTo>
                      <a:pt x="14" y="28"/>
                    </a:lnTo>
                    <a:lnTo>
                      <a:pt x="19" y="28"/>
                    </a:lnTo>
                    <a:lnTo>
                      <a:pt x="24" y="23"/>
                    </a:lnTo>
                    <a:lnTo>
                      <a:pt x="29" y="18"/>
                    </a:lnTo>
                    <a:lnTo>
                      <a:pt x="34" y="14"/>
                    </a:lnTo>
                    <a:lnTo>
                      <a:pt x="34" y="9"/>
                    </a:lnTo>
                    <a:lnTo>
                      <a:pt x="29" y="9"/>
                    </a:lnTo>
                    <a:lnTo>
                      <a:pt x="29" y="4"/>
                    </a:lnTo>
                    <a:lnTo>
                      <a:pt x="24" y="0"/>
                    </a:lnTo>
                    <a:lnTo>
                      <a:pt x="19" y="0"/>
                    </a:lnTo>
                    <a:lnTo>
                      <a:pt x="14" y="0"/>
                    </a:lnTo>
                    <a:lnTo>
                      <a:pt x="9" y="0"/>
                    </a:lnTo>
                    <a:lnTo>
                      <a:pt x="4" y="4"/>
                    </a:lnTo>
                    <a:lnTo>
                      <a:pt x="4" y="9"/>
                    </a:lnTo>
                    <a:lnTo>
                      <a:pt x="0" y="9"/>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14" name="Line 281"/>
              <p:cNvSpPr/>
              <p:nvPr/>
            </p:nvSpPr>
            <p:spPr>
              <a:xfrm>
                <a:off x="1866" y="1284"/>
                <a:ext cx="12" cy="3"/>
              </a:xfrm>
              <a:prstGeom prst="line">
                <a:avLst/>
              </a:prstGeom>
              <a:ln w="12700" cap="flat" cmpd="sng">
                <a:solidFill>
                  <a:schemeClr val="tx1"/>
                </a:solidFill>
                <a:prstDash val="solid"/>
                <a:headEnd type="none" w="med" len="med"/>
                <a:tailEnd type="none" w="med" len="med"/>
              </a:ln>
            </p:spPr>
          </p:sp>
          <p:sp>
            <p:nvSpPr>
              <p:cNvPr id="44315" name="Line 282"/>
              <p:cNvSpPr/>
              <p:nvPr/>
            </p:nvSpPr>
            <p:spPr>
              <a:xfrm>
                <a:off x="1872" y="1283"/>
                <a:ext cx="8" cy="1"/>
              </a:xfrm>
              <a:prstGeom prst="line">
                <a:avLst/>
              </a:prstGeom>
              <a:ln w="12700" cap="flat" cmpd="sng">
                <a:solidFill>
                  <a:schemeClr val="tx1"/>
                </a:solidFill>
                <a:prstDash val="solid"/>
                <a:headEnd type="none" w="med" len="med"/>
                <a:tailEnd type="none" w="med" len="med"/>
              </a:ln>
            </p:spPr>
          </p:sp>
          <p:sp>
            <p:nvSpPr>
              <p:cNvPr id="44316" name="Freeform 283"/>
              <p:cNvSpPr/>
              <p:nvPr/>
            </p:nvSpPr>
            <p:spPr>
              <a:xfrm>
                <a:off x="1861" y="1282"/>
                <a:ext cx="36" cy="33"/>
              </a:xfrm>
              <a:custGeom>
                <a:avLst/>
                <a:gdLst/>
                <a:ahLst/>
                <a:cxnLst>
                  <a:cxn ang="0">
                    <a:pos x="26" y="32"/>
                  </a:cxn>
                  <a:cxn ang="0">
                    <a:pos x="26" y="27"/>
                  </a:cxn>
                  <a:cxn ang="0">
                    <a:pos x="35" y="27"/>
                  </a:cxn>
                  <a:cxn ang="0">
                    <a:pos x="35" y="4"/>
                  </a:cxn>
                  <a:cxn ang="0">
                    <a:pos x="26" y="4"/>
                  </a:cxn>
                  <a:cxn ang="0">
                    <a:pos x="26" y="0"/>
                  </a:cxn>
                  <a:cxn ang="0">
                    <a:pos x="17" y="0"/>
                  </a:cxn>
                  <a:cxn ang="0">
                    <a:pos x="17" y="4"/>
                  </a:cxn>
                  <a:cxn ang="0">
                    <a:pos x="8" y="4"/>
                  </a:cxn>
                  <a:cxn ang="0">
                    <a:pos x="0" y="9"/>
                  </a:cxn>
                  <a:cxn ang="0">
                    <a:pos x="0" y="13"/>
                  </a:cxn>
                  <a:cxn ang="0">
                    <a:pos x="0" y="18"/>
                  </a:cxn>
                  <a:cxn ang="0">
                    <a:pos x="0" y="22"/>
                  </a:cxn>
                  <a:cxn ang="0">
                    <a:pos x="8" y="27"/>
                  </a:cxn>
                  <a:cxn ang="0">
                    <a:pos x="17" y="27"/>
                  </a:cxn>
                  <a:cxn ang="0">
                    <a:pos x="17" y="32"/>
                  </a:cxn>
                  <a:cxn ang="0">
                    <a:pos x="26" y="32"/>
                  </a:cxn>
                </a:cxnLst>
                <a:rect l="0" t="0" r="0" b="0"/>
                <a:pathLst>
                  <a:path w="36" h="33">
                    <a:moveTo>
                      <a:pt x="26" y="32"/>
                    </a:moveTo>
                    <a:lnTo>
                      <a:pt x="26" y="27"/>
                    </a:lnTo>
                    <a:lnTo>
                      <a:pt x="35" y="27"/>
                    </a:lnTo>
                    <a:lnTo>
                      <a:pt x="35" y="4"/>
                    </a:lnTo>
                    <a:lnTo>
                      <a:pt x="26" y="4"/>
                    </a:lnTo>
                    <a:lnTo>
                      <a:pt x="26" y="0"/>
                    </a:lnTo>
                    <a:lnTo>
                      <a:pt x="17" y="0"/>
                    </a:lnTo>
                    <a:lnTo>
                      <a:pt x="17" y="4"/>
                    </a:lnTo>
                    <a:lnTo>
                      <a:pt x="8" y="4"/>
                    </a:lnTo>
                    <a:lnTo>
                      <a:pt x="0" y="9"/>
                    </a:lnTo>
                    <a:lnTo>
                      <a:pt x="0" y="13"/>
                    </a:lnTo>
                    <a:lnTo>
                      <a:pt x="0" y="18"/>
                    </a:lnTo>
                    <a:lnTo>
                      <a:pt x="0" y="22"/>
                    </a:lnTo>
                    <a:lnTo>
                      <a:pt x="8" y="27"/>
                    </a:lnTo>
                    <a:lnTo>
                      <a:pt x="17" y="27"/>
                    </a:lnTo>
                    <a:lnTo>
                      <a:pt x="17" y="32"/>
                    </a:lnTo>
                    <a:lnTo>
                      <a:pt x="26" y="3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17" name="Freeform 284"/>
              <p:cNvSpPr/>
              <p:nvPr/>
            </p:nvSpPr>
            <p:spPr>
              <a:xfrm>
                <a:off x="1861" y="1282"/>
                <a:ext cx="36" cy="33"/>
              </a:xfrm>
              <a:custGeom>
                <a:avLst/>
                <a:gdLst/>
                <a:ahLst/>
                <a:cxnLst>
                  <a:cxn ang="0">
                    <a:pos x="2" y="0"/>
                  </a:cxn>
                  <a:cxn ang="0">
                    <a:pos x="35" y="16"/>
                  </a:cxn>
                  <a:cxn ang="0">
                    <a:pos x="33" y="32"/>
                  </a:cxn>
                  <a:cxn ang="0">
                    <a:pos x="0" y="16"/>
                  </a:cxn>
                  <a:cxn ang="0">
                    <a:pos x="2" y="0"/>
                  </a:cxn>
                </a:cxnLst>
                <a:rect l="0" t="0" r="0" b="0"/>
                <a:pathLst>
                  <a:path w="36" h="33">
                    <a:moveTo>
                      <a:pt x="2" y="0"/>
                    </a:moveTo>
                    <a:lnTo>
                      <a:pt x="35" y="16"/>
                    </a:lnTo>
                    <a:lnTo>
                      <a:pt x="33" y="32"/>
                    </a:lnTo>
                    <a:lnTo>
                      <a:pt x="0" y="16"/>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18" name="Freeform 285"/>
              <p:cNvSpPr/>
              <p:nvPr/>
            </p:nvSpPr>
            <p:spPr>
              <a:xfrm>
                <a:off x="1879" y="1282"/>
                <a:ext cx="34" cy="33"/>
              </a:xfrm>
              <a:custGeom>
                <a:avLst/>
                <a:gdLst/>
                <a:ahLst/>
                <a:cxnLst>
                  <a:cxn ang="0">
                    <a:pos x="0" y="13"/>
                  </a:cxn>
                  <a:cxn ang="0">
                    <a:pos x="0" y="18"/>
                  </a:cxn>
                  <a:cxn ang="0">
                    <a:pos x="0" y="22"/>
                  </a:cxn>
                  <a:cxn ang="0">
                    <a:pos x="5" y="27"/>
                  </a:cxn>
                  <a:cxn ang="0">
                    <a:pos x="11" y="27"/>
                  </a:cxn>
                  <a:cxn ang="0">
                    <a:pos x="11" y="32"/>
                  </a:cxn>
                  <a:cxn ang="0">
                    <a:pos x="16" y="32"/>
                  </a:cxn>
                  <a:cxn ang="0">
                    <a:pos x="27" y="22"/>
                  </a:cxn>
                  <a:cxn ang="0">
                    <a:pos x="33" y="18"/>
                  </a:cxn>
                  <a:cxn ang="0">
                    <a:pos x="33" y="9"/>
                  </a:cxn>
                  <a:cxn ang="0">
                    <a:pos x="16" y="0"/>
                  </a:cxn>
                  <a:cxn ang="0">
                    <a:pos x="11" y="0"/>
                  </a:cxn>
                  <a:cxn ang="0">
                    <a:pos x="5" y="0"/>
                  </a:cxn>
                  <a:cxn ang="0">
                    <a:pos x="0"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27" y="22"/>
                    </a:lnTo>
                    <a:lnTo>
                      <a:pt x="33" y="18"/>
                    </a:lnTo>
                    <a:lnTo>
                      <a:pt x="33" y="9"/>
                    </a:lnTo>
                    <a:lnTo>
                      <a:pt x="16" y="0"/>
                    </a:lnTo>
                    <a:lnTo>
                      <a:pt x="11" y="0"/>
                    </a:lnTo>
                    <a:lnTo>
                      <a:pt x="5" y="0"/>
                    </a:lnTo>
                    <a:lnTo>
                      <a:pt x="0"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19" name="Line 286"/>
              <p:cNvSpPr/>
              <p:nvPr/>
            </p:nvSpPr>
            <p:spPr>
              <a:xfrm>
                <a:off x="1866" y="1269"/>
                <a:ext cx="12" cy="1"/>
              </a:xfrm>
              <a:prstGeom prst="line">
                <a:avLst/>
              </a:prstGeom>
              <a:ln w="12700" cap="flat" cmpd="sng">
                <a:solidFill>
                  <a:schemeClr val="tx1"/>
                </a:solidFill>
                <a:prstDash val="solid"/>
                <a:headEnd type="none" w="med" len="med"/>
                <a:tailEnd type="none" w="med" len="med"/>
              </a:ln>
            </p:spPr>
          </p:sp>
          <p:sp>
            <p:nvSpPr>
              <p:cNvPr id="44320" name="Line 287"/>
              <p:cNvSpPr/>
              <p:nvPr/>
            </p:nvSpPr>
            <p:spPr>
              <a:xfrm>
                <a:off x="1872" y="1264"/>
                <a:ext cx="8" cy="4"/>
              </a:xfrm>
              <a:prstGeom prst="line">
                <a:avLst/>
              </a:prstGeom>
              <a:ln w="12700" cap="flat" cmpd="sng">
                <a:solidFill>
                  <a:schemeClr val="tx1"/>
                </a:solidFill>
                <a:prstDash val="solid"/>
                <a:headEnd type="none" w="med" len="med"/>
                <a:tailEnd type="none" w="med" len="med"/>
              </a:ln>
            </p:spPr>
          </p:sp>
          <p:sp>
            <p:nvSpPr>
              <p:cNvPr id="44321" name="Freeform 288"/>
              <p:cNvSpPr/>
              <p:nvPr/>
            </p:nvSpPr>
            <p:spPr>
              <a:xfrm>
                <a:off x="1861" y="1262"/>
                <a:ext cx="36" cy="32"/>
              </a:xfrm>
              <a:custGeom>
                <a:avLst/>
                <a:gdLst/>
                <a:ahLst/>
                <a:cxnLst>
                  <a:cxn ang="0">
                    <a:pos x="26" y="31"/>
                  </a:cxn>
                  <a:cxn ang="0">
                    <a:pos x="35" y="26"/>
                  </a:cxn>
                  <a:cxn ang="0">
                    <a:pos x="35" y="4"/>
                  </a:cxn>
                  <a:cxn ang="0">
                    <a:pos x="26" y="4"/>
                  </a:cxn>
                  <a:cxn ang="0">
                    <a:pos x="26" y="0"/>
                  </a:cxn>
                  <a:cxn ang="0">
                    <a:pos x="17" y="0"/>
                  </a:cxn>
                  <a:cxn ang="0">
                    <a:pos x="17" y="4"/>
                  </a:cxn>
                  <a:cxn ang="0">
                    <a:pos x="8" y="4"/>
                  </a:cxn>
                  <a:cxn ang="0">
                    <a:pos x="0" y="8"/>
                  </a:cxn>
                  <a:cxn ang="0">
                    <a:pos x="0" y="13"/>
                  </a:cxn>
                  <a:cxn ang="0">
                    <a:pos x="0" y="17"/>
                  </a:cxn>
                  <a:cxn ang="0">
                    <a:pos x="0" y="22"/>
                  </a:cxn>
                  <a:cxn ang="0">
                    <a:pos x="8" y="31"/>
                  </a:cxn>
                  <a:cxn ang="0">
                    <a:pos x="17" y="31"/>
                  </a:cxn>
                  <a:cxn ang="0">
                    <a:pos x="26" y="31"/>
                  </a:cxn>
                </a:cxnLst>
                <a:rect l="0" t="0" r="0" b="0"/>
                <a:pathLst>
                  <a:path w="36" h="32">
                    <a:moveTo>
                      <a:pt x="26" y="31"/>
                    </a:moveTo>
                    <a:lnTo>
                      <a:pt x="35" y="26"/>
                    </a:lnTo>
                    <a:lnTo>
                      <a:pt x="35" y="4"/>
                    </a:lnTo>
                    <a:lnTo>
                      <a:pt x="26" y="4"/>
                    </a:lnTo>
                    <a:lnTo>
                      <a:pt x="26" y="0"/>
                    </a:lnTo>
                    <a:lnTo>
                      <a:pt x="17" y="0"/>
                    </a:lnTo>
                    <a:lnTo>
                      <a:pt x="17" y="4"/>
                    </a:lnTo>
                    <a:lnTo>
                      <a:pt x="8" y="4"/>
                    </a:lnTo>
                    <a:lnTo>
                      <a:pt x="0" y="8"/>
                    </a:lnTo>
                    <a:lnTo>
                      <a:pt x="0" y="13"/>
                    </a:lnTo>
                    <a:lnTo>
                      <a:pt x="0" y="17"/>
                    </a:lnTo>
                    <a:lnTo>
                      <a:pt x="0" y="22"/>
                    </a:lnTo>
                    <a:lnTo>
                      <a:pt x="8" y="31"/>
                    </a:lnTo>
                    <a:lnTo>
                      <a:pt x="17" y="31"/>
                    </a:lnTo>
                    <a:lnTo>
                      <a:pt x="26"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22" name="Freeform 289"/>
              <p:cNvSpPr/>
              <p:nvPr/>
            </p:nvSpPr>
            <p:spPr>
              <a:xfrm>
                <a:off x="1861" y="1262"/>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23" name="Freeform 290"/>
              <p:cNvSpPr/>
              <p:nvPr/>
            </p:nvSpPr>
            <p:spPr>
              <a:xfrm>
                <a:off x="1879" y="1268"/>
                <a:ext cx="34" cy="33"/>
              </a:xfrm>
              <a:custGeom>
                <a:avLst/>
                <a:gdLst/>
                <a:ahLst/>
                <a:cxnLst>
                  <a:cxn ang="0">
                    <a:pos x="0" y="13"/>
                  </a:cxn>
                  <a:cxn ang="0">
                    <a:pos x="0" y="18"/>
                  </a:cxn>
                  <a:cxn ang="0">
                    <a:pos x="0" y="22"/>
                  </a:cxn>
                  <a:cxn ang="0">
                    <a:pos x="5" y="27"/>
                  </a:cxn>
                  <a:cxn ang="0">
                    <a:pos x="11" y="27"/>
                  </a:cxn>
                  <a:cxn ang="0">
                    <a:pos x="11" y="32"/>
                  </a:cxn>
                  <a:cxn ang="0">
                    <a:pos x="16" y="32"/>
                  </a:cxn>
                  <a:cxn ang="0">
                    <a:pos x="33" y="18"/>
                  </a:cxn>
                  <a:cxn ang="0">
                    <a:pos x="33" y="9"/>
                  </a:cxn>
                  <a:cxn ang="0">
                    <a:pos x="16" y="0"/>
                  </a:cxn>
                  <a:cxn ang="0">
                    <a:pos x="11" y="0"/>
                  </a:cxn>
                  <a:cxn ang="0">
                    <a:pos x="11" y="4"/>
                  </a:cxn>
                  <a:cxn ang="0">
                    <a:pos x="5" y="4"/>
                  </a:cxn>
                  <a:cxn ang="0">
                    <a:pos x="0" y="9"/>
                  </a:cxn>
                  <a:cxn ang="0">
                    <a:pos x="0" y="13"/>
                  </a:cxn>
                </a:cxnLst>
                <a:rect l="0" t="0" r="0" b="0"/>
                <a:pathLst>
                  <a:path w="34" h="33">
                    <a:moveTo>
                      <a:pt x="0" y="13"/>
                    </a:moveTo>
                    <a:lnTo>
                      <a:pt x="0" y="18"/>
                    </a:lnTo>
                    <a:lnTo>
                      <a:pt x="0" y="22"/>
                    </a:lnTo>
                    <a:lnTo>
                      <a:pt x="5" y="27"/>
                    </a:lnTo>
                    <a:lnTo>
                      <a:pt x="11" y="27"/>
                    </a:lnTo>
                    <a:lnTo>
                      <a:pt x="11" y="32"/>
                    </a:lnTo>
                    <a:lnTo>
                      <a:pt x="16" y="32"/>
                    </a:lnTo>
                    <a:lnTo>
                      <a:pt x="33" y="18"/>
                    </a:lnTo>
                    <a:lnTo>
                      <a:pt x="33" y="9"/>
                    </a:lnTo>
                    <a:lnTo>
                      <a:pt x="16" y="0"/>
                    </a:lnTo>
                    <a:lnTo>
                      <a:pt x="11" y="0"/>
                    </a:lnTo>
                    <a:lnTo>
                      <a:pt x="11" y="4"/>
                    </a:lnTo>
                    <a:lnTo>
                      <a:pt x="5" y="4"/>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24" name="Line 291"/>
              <p:cNvSpPr/>
              <p:nvPr/>
            </p:nvSpPr>
            <p:spPr>
              <a:xfrm>
                <a:off x="1851" y="1259"/>
                <a:ext cx="6" cy="2"/>
              </a:xfrm>
              <a:prstGeom prst="line">
                <a:avLst/>
              </a:prstGeom>
              <a:ln w="12700" cap="flat" cmpd="sng">
                <a:solidFill>
                  <a:schemeClr val="tx1"/>
                </a:solidFill>
                <a:prstDash val="solid"/>
                <a:headEnd type="none" w="med" len="med"/>
                <a:tailEnd type="none" w="med" len="med"/>
              </a:ln>
            </p:spPr>
          </p:sp>
          <p:sp>
            <p:nvSpPr>
              <p:cNvPr id="44325" name="Line 292"/>
              <p:cNvSpPr/>
              <p:nvPr/>
            </p:nvSpPr>
            <p:spPr>
              <a:xfrm>
                <a:off x="1848" y="1252"/>
                <a:ext cx="11" cy="4"/>
              </a:xfrm>
              <a:prstGeom prst="line">
                <a:avLst/>
              </a:prstGeom>
              <a:ln w="12700" cap="flat" cmpd="sng">
                <a:solidFill>
                  <a:schemeClr val="tx1"/>
                </a:solidFill>
                <a:prstDash val="solid"/>
                <a:headEnd type="none" w="med" len="med"/>
                <a:tailEnd type="none" w="med" len="med"/>
              </a:ln>
            </p:spPr>
          </p:sp>
          <p:sp>
            <p:nvSpPr>
              <p:cNvPr id="44326" name="Freeform 293"/>
              <p:cNvSpPr/>
              <p:nvPr/>
            </p:nvSpPr>
            <p:spPr>
              <a:xfrm>
                <a:off x="1840" y="1250"/>
                <a:ext cx="33" cy="32"/>
              </a:xfrm>
              <a:custGeom>
                <a:avLst/>
                <a:gdLst/>
                <a:ahLst/>
                <a:cxnLst>
                  <a:cxn ang="0">
                    <a:pos x="25" y="31"/>
                  </a:cxn>
                  <a:cxn ang="0">
                    <a:pos x="25" y="26"/>
                  </a:cxn>
                  <a:cxn ang="0">
                    <a:pos x="32" y="26"/>
                  </a:cxn>
                  <a:cxn ang="0">
                    <a:pos x="32" y="4"/>
                  </a:cxn>
                  <a:cxn ang="0">
                    <a:pos x="25" y="4"/>
                  </a:cxn>
                  <a:cxn ang="0">
                    <a:pos x="25" y="0"/>
                  </a:cxn>
                  <a:cxn ang="0">
                    <a:pos x="19" y="0"/>
                  </a:cxn>
                  <a:cxn ang="0">
                    <a:pos x="19" y="4"/>
                  </a:cxn>
                  <a:cxn ang="0">
                    <a:pos x="12" y="4"/>
                  </a:cxn>
                  <a:cxn ang="0">
                    <a:pos x="6" y="8"/>
                  </a:cxn>
                  <a:cxn ang="0">
                    <a:pos x="6" y="13"/>
                  </a:cxn>
                  <a:cxn ang="0">
                    <a:pos x="0" y="13"/>
                  </a:cxn>
                  <a:cxn ang="0">
                    <a:pos x="0" y="17"/>
                  </a:cxn>
                  <a:cxn ang="0">
                    <a:pos x="6" y="22"/>
                  </a:cxn>
                  <a:cxn ang="0">
                    <a:pos x="12" y="26"/>
                  </a:cxn>
                  <a:cxn ang="0">
                    <a:pos x="19" y="26"/>
                  </a:cxn>
                  <a:cxn ang="0">
                    <a:pos x="19" y="31"/>
                  </a:cxn>
                  <a:cxn ang="0">
                    <a:pos x="25" y="31"/>
                  </a:cxn>
                </a:cxnLst>
                <a:rect l="0" t="0" r="0" b="0"/>
                <a:pathLst>
                  <a:path w="33" h="32">
                    <a:moveTo>
                      <a:pt x="25" y="31"/>
                    </a:moveTo>
                    <a:lnTo>
                      <a:pt x="25" y="26"/>
                    </a:lnTo>
                    <a:lnTo>
                      <a:pt x="32" y="26"/>
                    </a:lnTo>
                    <a:lnTo>
                      <a:pt x="32" y="4"/>
                    </a:lnTo>
                    <a:lnTo>
                      <a:pt x="25" y="4"/>
                    </a:lnTo>
                    <a:lnTo>
                      <a:pt x="25" y="0"/>
                    </a:lnTo>
                    <a:lnTo>
                      <a:pt x="19" y="0"/>
                    </a:lnTo>
                    <a:lnTo>
                      <a:pt x="19" y="4"/>
                    </a:lnTo>
                    <a:lnTo>
                      <a:pt x="12" y="4"/>
                    </a:lnTo>
                    <a:lnTo>
                      <a:pt x="6" y="8"/>
                    </a:lnTo>
                    <a:lnTo>
                      <a:pt x="6" y="13"/>
                    </a:lnTo>
                    <a:lnTo>
                      <a:pt x="0" y="13"/>
                    </a:lnTo>
                    <a:lnTo>
                      <a:pt x="0" y="17"/>
                    </a:lnTo>
                    <a:lnTo>
                      <a:pt x="6" y="22"/>
                    </a:lnTo>
                    <a:lnTo>
                      <a:pt x="12" y="26"/>
                    </a:lnTo>
                    <a:lnTo>
                      <a:pt x="19" y="26"/>
                    </a:lnTo>
                    <a:lnTo>
                      <a:pt x="19" y="31"/>
                    </a:lnTo>
                    <a:lnTo>
                      <a:pt x="25"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27" name="Freeform 294"/>
              <p:cNvSpPr/>
              <p:nvPr/>
            </p:nvSpPr>
            <p:spPr>
              <a:xfrm>
                <a:off x="1844" y="1250"/>
                <a:ext cx="34" cy="32"/>
              </a:xfrm>
              <a:custGeom>
                <a:avLst/>
                <a:gdLst/>
                <a:ahLst/>
                <a:cxnLst>
                  <a:cxn ang="0">
                    <a:pos x="1" y="0"/>
                  </a:cxn>
                  <a:cxn ang="0">
                    <a:pos x="33" y="15"/>
                  </a:cxn>
                  <a:cxn ang="0">
                    <a:pos x="31" y="31"/>
                  </a:cxn>
                  <a:cxn ang="0">
                    <a:pos x="0" y="15"/>
                  </a:cxn>
                  <a:cxn ang="0">
                    <a:pos x="1" y="0"/>
                  </a:cxn>
                </a:cxnLst>
                <a:rect l="0" t="0" r="0" b="0"/>
                <a:pathLst>
                  <a:path w="34" h="32">
                    <a:moveTo>
                      <a:pt x="1" y="0"/>
                    </a:moveTo>
                    <a:lnTo>
                      <a:pt x="33" y="15"/>
                    </a:lnTo>
                    <a:lnTo>
                      <a:pt x="31" y="31"/>
                    </a:lnTo>
                    <a:lnTo>
                      <a:pt x="0" y="15"/>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28" name="Freeform 295"/>
              <p:cNvSpPr/>
              <p:nvPr/>
            </p:nvSpPr>
            <p:spPr>
              <a:xfrm>
                <a:off x="1861" y="1253"/>
                <a:ext cx="36" cy="30"/>
              </a:xfrm>
              <a:custGeom>
                <a:avLst/>
                <a:gdLst/>
                <a:ahLst/>
                <a:cxnLst>
                  <a:cxn ang="0">
                    <a:pos x="0" y="12"/>
                  </a:cxn>
                  <a:cxn ang="0">
                    <a:pos x="0" y="16"/>
                  </a:cxn>
                  <a:cxn ang="0">
                    <a:pos x="0" y="20"/>
                  </a:cxn>
                  <a:cxn ang="0">
                    <a:pos x="5" y="24"/>
                  </a:cxn>
                  <a:cxn ang="0">
                    <a:pos x="11" y="24"/>
                  </a:cxn>
                  <a:cxn ang="0">
                    <a:pos x="11" y="29"/>
                  </a:cxn>
                  <a:cxn ang="0">
                    <a:pos x="17" y="29"/>
                  </a:cxn>
                  <a:cxn ang="0">
                    <a:pos x="23" y="24"/>
                  </a:cxn>
                  <a:cxn ang="0">
                    <a:pos x="29" y="20"/>
                  </a:cxn>
                  <a:cxn ang="0">
                    <a:pos x="29" y="16"/>
                  </a:cxn>
                  <a:cxn ang="0">
                    <a:pos x="35" y="16"/>
                  </a:cxn>
                  <a:cxn ang="0">
                    <a:pos x="35" y="12"/>
                  </a:cxn>
                  <a:cxn ang="0">
                    <a:pos x="29" y="8"/>
                  </a:cxn>
                  <a:cxn ang="0">
                    <a:pos x="29" y="4"/>
                  </a:cxn>
                  <a:cxn ang="0">
                    <a:pos x="23" y="0"/>
                  </a:cxn>
                  <a:cxn ang="0">
                    <a:pos x="17" y="0"/>
                  </a:cxn>
                  <a:cxn ang="0">
                    <a:pos x="11" y="0"/>
                  </a:cxn>
                  <a:cxn ang="0">
                    <a:pos x="5" y="0"/>
                  </a:cxn>
                  <a:cxn ang="0">
                    <a:pos x="0" y="4"/>
                  </a:cxn>
                  <a:cxn ang="0">
                    <a:pos x="0" y="8"/>
                  </a:cxn>
                  <a:cxn ang="0">
                    <a:pos x="0" y="12"/>
                  </a:cxn>
                </a:cxnLst>
                <a:rect l="0" t="0" r="0" b="0"/>
                <a:pathLst>
                  <a:path w="36" h="30">
                    <a:moveTo>
                      <a:pt x="0" y="12"/>
                    </a:moveTo>
                    <a:lnTo>
                      <a:pt x="0" y="16"/>
                    </a:lnTo>
                    <a:lnTo>
                      <a:pt x="0" y="20"/>
                    </a:lnTo>
                    <a:lnTo>
                      <a:pt x="5" y="24"/>
                    </a:lnTo>
                    <a:lnTo>
                      <a:pt x="11" y="24"/>
                    </a:lnTo>
                    <a:lnTo>
                      <a:pt x="11" y="29"/>
                    </a:lnTo>
                    <a:lnTo>
                      <a:pt x="17" y="29"/>
                    </a:lnTo>
                    <a:lnTo>
                      <a:pt x="23" y="24"/>
                    </a:lnTo>
                    <a:lnTo>
                      <a:pt x="29" y="20"/>
                    </a:lnTo>
                    <a:lnTo>
                      <a:pt x="29" y="16"/>
                    </a:lnTo>
                    <a:lnTo>
                      <a:pt x="35" y="16"/>
                    </a:lnTo>
                    <a:lnTo>
                      <a:pt x="35" y="12"/>
                    </a:lnTo>
                    <a:lnTo>
                      <a:pt x="29" y="8"/>
                    </a:lnTo>
                    <a:lnTo>
                      <a:pt x="29" y="4"/>
                    </a:lnTo>
                    <a:lnTo>
                      <a:pt x="23" y="0"/>
                    </a:lnTo>
                    <a:lnTo>
                      <a:pt x="17" y="0"/>
                    </a:lnTo>
                    <a:lnTo>
                      <a:pt x="11" y="0"/>
                    </a:lnTo>
                    <a:lnTo>
                      <a:pt x="5" y="0"/>
                    </a:lnTo>
                    <a:lnTo>
                      <a:pt x="0"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29" name="Line 296"/>
              <p:cNvSpPr/>
              <p:nvPr/>
            </p:nvSpPr>
            <p:spPr>
              <a:xfrm>
                <a:off x="1885" y="1259"/>
                <a:ext cx="9" cy="2"/>
              </a:xfrm>
              <a:prstGeom prst="line">
                <a:avLst/>
              </a:prstGeom>
              <a:ln w="12700" cap="flat" cmpd="sng">
                <a:solidFill>
                  <a:schemeClr val="tx1"/>
                </a:solidFill>
                <a:prstDash val="solid"/>
                <a:headEnd type="none" w="med" len="med"/>
                <a:tailEnd type="none" w="med" len="med"/>
              </a:ln>
            </p:spPr>
          </p:sp>
          <p:sp>
            <p:nvSpPr>
              <p:cNvPr id="44330" name="Line 297"/>
              <p:cNvSpPr/>
              <p:nvPr/>
            </p:nvSpPr>
            <p:spPr>
              <a:xfrm>
                <a:off x="1885" y="1252"/>
                <a:ext cx="12" cy="4"/>
              </a:xfrm>
              <a:prstGeom prst="line">
                <a:avLst/>
              </a:prstGeom>
              <a:ln w="12700" cap="flat" cmpd="sng">
                <a:solidFill>
                  <a:schemeClr val="tx1"/>
                </a:solidFill>
                <a:prstDash val="solid"/>
                <a:headEnd type="none" w="med" len="med"/>
                <a:tailEnd type="none" w="med" len="med"/>
              </a:ln>
            </p:spPr>
          </p:sp>
          <p:sp>
            <p:nvSpPr>
              <p:cNvPr id="44331" name="Freeform 298"/>
              <p:cNvSpPr/>
              <p:nvPr/>
            </p:nvSpPr>
            <p:spPr>
              <a:xfrm>
                <a:off x="1879" y="1250"/>
                <a:ext cx="34" cy="32"/>
              </a:xfrm>
              <a:custGeom>
                <a:avLst/>
                <a:gdLst/>
                <a:ahLst/>
                <a:cxnLst>
                  <a:cxn ang="0">
                    <a:pos x="24" y="31"/>
                  </a:cxn>
                  <a:cxn ang="0">
                    <a:pos x="33" y="31"/>
                  </a:cxn>
                  <a:cxn ang="0">
                    <a:pos x="33" y="26"/>
                  </a:cxn>
                  <a:cxn ang="0">
                    <a:pos x="33" y="4"/>
                  </a:cxn>
                  <a:cxn ang="0">
                    <a:pos x="33" y="0"/>
                  </a:cxn>
                  <a:cxn ang="0">
                    <a:pos x="24" y="0"/>
                  </a:cxn>
                  <a:cxn ang="0">
                    <a:pos x="16" y="4"/>
                  </a:cxn>
                  <a:cxn ang="0">
                    <a:pos x="8" y="8"/>
                  </a:cxn>
                  <a:cxn ang="0">
                    <a:pos x="0" y="13"/>
                  </a:cxn>
                  <a:cxn ang="0">
                    <a:pos x="0" y="17"/>
                  </a:cxn>
                  <a:cxn ang="0">
                    <a:pos x="8" y="22"/>
                  </a:cxn>
                  <a:cxn ang="0">
                    <a:pos x="16" y="26"/>
                  </a:cxn>
                  <a:cxn ang="0">
                    <a:pos x="24" y="31"/>
                  </a:cxn>
                </a:cxnLst>
                <a:rect l="0" t="0" r="0" b="0"/>
                <a:pathLst>
                  <a:path w="34" h="32">
                    <a:moveTo>
                      <a:pt x="24" y="31"/>
                    </a:moveTo>
                    <a:lnTo>
                      <a:pt x="33" y="31"/>
                    </a:lnTo>
                    <a:lnTo>
                      <a:pt x="33" y="26"/>
                    </a:lnTo>
                    <a:lnTo>
                      <a:pt x="33" y="4"/>
                    </a:lnTo>
                    <a:lnTo>
                      <a:pt x="33" y="0"/>
                    </a:lnTo>
                    <a:lnTo>
                      <a:pt x="24" y="0"/>
                    </a:lnTo>
                    <a:lnTo>
                      <a:pt x="16" y="4"/>
                    </a:lnTo>
                    <a:lnTo>
                      <a:pt x="8" y="8"/>
                    </a:lnTo>
                    <a:lnTo>
                      <a:pt x="0" y="13"/>
                    </a:lnTo>
                    <a:lnTo>
                      <a:pt x="0" y="17"/>
                    </a:lnTo>
                    <a:lnTo>
                      <a:pt x="8" y="22"/>
                    </a:lnTo>
                    <a:lnTo>
                      <a:pt x="16" y="26"/>
                    </a:lnTo>
                    <a:lnTo>
                      <a:pt x="24" y="3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32" name="Freeform 299"/>
              <p:cNvSpPr/>
              <p:nvPr/>
            </p:nvSpPr>
            <p:spPr>
              <a:xfrm>
                <a:off x="1879" y="1250"/>
                <a:ext cx="36" cy="32"/>
              </a:xfrm>
              <a:custGeom>
                <a:avLst/>
                <a:gdLst/>
                <a:ahLst/>
                <a:cxnLst>
                  <a:cxn ang="0">
                    <a:pos x="2" y="0"/>
                  </a:cxn>
                  <a:cxn ang="0">
                    <a:pos x="35" y="15"/>
                  </a:cxn>
                  <a:cxn ang="0">
                    <a:pos x="33" y="31"/>
                  </a:cxn>
                  <a:cxn ang="0">
                    <a:pos x="0" y="15"/>
                  </a:cxn>
                  <a:cxn ang="0">
                    <a:pos x="2" y="0"/>
                  </a:cxn>
                </a:cxnLst>
                <a:rect l="0" t="0" r="0" b="0"/>
                <a:pathLst>
                  <a:path w="36" h="32">
                    <a:moveTo>
                      <a:pt x="2" y="0"/>
                    </a:moveTo>
                    <a:lnTo>
                      <a:pt x="35" y="15"/>
                    </a:lnTo>
                    <a:lnTo>
                      <a:pt x="33" y="31"/>
                    </a:lnTo>
                    <a:lnTo>
                      <a:pt x="0" y="15"/>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33" name="Freeform 300"/>
              <p:cNvSpPr/>
              <p:nvPr/>
            </p:nvSpPr>
            <p:spPr>
              <a:xfrm>
                <a:off x="1901" y="1253"/>
                <a:ext cx="33" cy="30"/>
              </a:xfrm>
              <a:custGeom>
                <a:avLst/>
                <a:gdLst/>
                <a:ahLst/>
                <a:cxnLst>
                  <a:cxn ang="0">
                    <a:pos x="0" y="12"/>
                  </a:cxn>
                  <a:cxn ang="0">
                    <a:pos x="0" y="16"/>
                  </a:cxn>
                  <a:cxn ang="0">
                    <a:pos x="4" y="16"/>
                  </a:cxn>
                  <a:cxn ang="0">
                    <a:pos x="4" y="20"/>
                  </a:cxn>
                  <a:cxn ang="0">
                    <a:pos x="9" y="24"/>
                  </a:cxn>
                  <a:cxn ang="0">
                    <a:pos x="13" y="29"/>
                  </a:cxn>
                  <a:cxn ang="0">
                    <a:pos x="18" y="29"/>
                  </a:cxn>
                  <a:cxn ang="0">
                    <a:pos x="22" y="24"/>
                  </a:cxn>
                  <a:cxn ang="0">
                    <a:pos x="27" y="20"/>
                  </a:cxn>
                  <a:cxn ang="0">
                    <a:pos x="27" y="16"/>
                  </a:cxn>
                  <a:cxn ang="0">
                    <a:pos x="32" y="16"/>
                  </a:cxn>
                  <a:cxn ang="0">
                    <a:pos x="32" y="8"/>
                  </a:cxn>
                  <a:cxn ang="0">
                    <a:pos x="27" y="8"/>
                  </a:cxn>
                  <a:cxn ang="0">
                    <a:pos x="27" y="4"/>
                  </a:cxn>
                  <a:cxn ang="0">
                    <a:pos x="22" y="0"/>
                  </a:cxn>
                  <a:cxn ang="0">
                    <a:pos x="18" y="0"/>
                  </a:cxn>
                  <a:cxn ang="0">
                    <a:pos x="13" y="0"/>
                  </a:cxn>
                  <a:cxn ang="0">
                    <a:pos x="9" y="0"/>
                  </a:cxn>
                  <a:cxn ang="0">
                    <a:pos x="4" y="4"/>
                  </a:cxn>
                  <a:cxn ang="0">
                    <a:pos x="4" y="8"/>
                  </a:cxn>
                  <a:cxn ang="0">
                    <a:pos x="0" y="8"/>
                  </a:cxn>
                  <a:cxn ang="0">
                    <a:pos x="0" y="12"/>
                  </a:cxn>
                </a:cxnLst>
                <a:rect l="0" t="0" r="0" b="0"/>
                <a:pathLst>
                  <a:path w="33" h="30">
                    <a:moveTo>
                      <a:pt x="0" y="12"/>
                    </a:moveTo>
                    <a:lnTo>
                      <a:pt x="0" y="16"/>
                    </a:lnTo>
                    <a:lnTo>
                      <a:pt x="4" y="16"/>
                    </a:lnTo>
                    <a:lnTo>
                      <a:pt x="4" y="20"/>
                    </a:lnTo>
                    <a:lnTo>
                      <a:pt x="9" y="24"/>
                    </a:lnTo>
                    <a:lnTo>
                      <a:pt x="13" y="29"/>
                    </a:lnTo>
                    <a:lnTo>
                      <a:pt x="18" y="29"/>
                    </a:lnTo>
                    <a:lnTo>
                      <a:pt x="22" y="24"/>
                    </a:lnTo>
                    <a:lnTo>
                      <a:pt x="27" y="20"/>
                    </a:lnTo>
                    <a:lnTo>
                      <a:pt x="27" y="16"/>
                    </a:lnTo>
                    <a:lnTo>
                      <a:pt x="32" y="16"/>
                    </a:lnTo>
                    <a:lnTo>
                      <a:pt x="32" y="8"/>
                    </a:lnTo>
                    <a:lnTo>
                      <a:pt x="27" y="8"/>
                    </a:lnTo>
                    <a:lnTo>
                      <a:pt x="27" y="4"/>
                    </a:lnTo>
                    <a:lnTo>
                      <a:pt x="22" y="0"/>
                    </a:lnTo>
                    <a:lnTo>
                      <a:pt x="18" y="0"/>
                    </a:lnTo>
                    <a:lnTo>
                      <a:pt x="13" y="0"/>
                    </a:lnTo>
                    <a:lnTo>
                      <a:pt x="9" y="0"/>
                    </a:lnTo>
                    <a:lnTo>
                      <a:pt x="4" y="4"/>
                    </a:lnTo>
                    <a:lnTo>
                      <a:pt x="4" y="8"/>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4334" name="Line 301"/>
              <p:cNvSpPr/>
              <p:nvPr/>
            </p:nvSpPr>
            <p:spPr>
              <a:xfrm>
                <a:off x="1866" y="1245"/>
                <a:ext cx="12" cy="2"/>
              </a:xfrm>
              <a:prstGeom prst="line">
                <a:avLst/>
              </a:prstGeom>
              <a:ln w="12700" cap="flat" cmpd="sng">
                <a:solidFill>
                  <a:schemeClr val="tx1"/>
                </a:solidFill>
                <a:prstDash val="solid"/>
                <a:headEnd type="none" w="med" len="med"/>
                <a:tailEnd type="none" w="med" len="med"/>
              </a:ln>
            </p:spPr>
          </p:sp>
          <p:sp>
            <p:nvSpPr>
              <p:cNvPr id="44335" name="Line 302"/>
              <p:cNvSpPr/>
              <p:nvPr/>
            </p:nvSpPr>
            <p:spPr>
              <a:xfrm>
                <a:off x="1872" y="1238"/>
                <a:ext cx="8" cy="2"/>
              </a:xfrm>
              <a:prstGeom prst="line">
                <a:avLst/>
              </a:prstGeom>
              <a:ln w="12700" cap="flat" cmpd="sng">
                <a:solidFill>
                  <a:schemeClr val="tx1"/>
                </a:solidFill>
                <a:prstDash val="solid"/>
                <a:headEnd type="none" w="med" len="med"/>
                <a:tailEnd type="none" w="med" len="med"/>
              </a:ln>
            </p:spPr>
          </p:sp>
          <p:sp>
            <p:nvSpPr>
              <p:cNvPr id="44336" name="Freeform 303"/>
              <p:cNvSpPr/>
              <p:nvPr/>
            </p:nvSpPr>
            <p:spPr>
              <a:xfrm>
                <a:off x="1861" y="1234"/>
                <a:ext cx="36" cy="31"/>
              </a:xfrm>
              <a:custGeom>
                <a:avLst/>
                <a:gdLst/>
                <a:ahLst/>
                <a:cxnLst>
                  <a:cxn ang="0">
                    <a:pos x="26" y="30"/>
                  </a:cxn>
                  <a:cxn ang="0">
                    <a:pos x="35" y="25"/>
                  </a:cxn>
                  <a:cxn ang="0">
                    <a:pos x="35" y="5"/>
                  </a:cxn>
                  <a:cxn ang="0">
                    <a:pos x="26" y="0"/>
                  </a:cxn>
                  <a:cxn ang="0">
                    <a:pos x="17" y="0"/>
                  </a:cxn>
                  <a:cxn ang="0">
                    <a:pos x="8" y="0"/>
                  </a:cxn>
                  <a:cxn ang="0">
                    <a:pos x="0" y="5"/>
                  </a:cxn>
                  <a:cxn ang="0">
                    <a:pos x="0" y="10"/>
                  </a:cxn>
                  <a:cxn ang="0">
                    <a:pos x="0" y="15"/>
                  </a:cxn>
                  <a:cxn ang="0">
                    <a:pos x="0" y="20"/>
                  </a:cxn>
                  <a:cxn ang="0">
                    <a:pos x="8" y="30"/>
                  </a:cxn>
                  <a:cxn ang="0">
                    <a:pos x="17" y="30"/>
                  </a:cxn>
                  <a:cxn ang="0">
                    <a:pos x="26" y="30"/>
                  </a:cxn>
                </a:cxnLst>
                <a:rect l="0" t="0" r="0" b="0"/>
                <a:pathLst>
                  <a:path w="36" h="31">
                    <a:moveTo>
                      <a:pt x="26" y="30"/>
                    </a:moveTo>
                    <a:lnTo>
                      <a:pt x="35" y="25"/>
                    </a:lnTo>
                    <a:lnTo>
                      <a:pt x="35" y="5"/>
                    </a:lnTo>
                    <a:lnTo>
                      <a:pt x="26" y="0"/>
                    </a:lnTo>
                    <a:lnTo>
                      <a:pt x="17" y="0"/>
                    </a:lnTo>
                    <a:lnTo>
                      <a:pt x="8" y="0"/>
                    </a:lnTo>
                    <a:lnTo>
                      <a:pt x="0" y="5"/>
                    </a:lnTo>
                    <a:lnTo>
                      <a:pt x="0" y="10"/>
                    </a:lnTo>
                    <a:lnTo>
                      <a:pt x="0" y="15"/>
                    </a:lnTo>
                    <a:lnTo>
                      <a:pt x="0" y="20"/>
                    </a:lnTo>
                    <a:lnTo>
                      <a:pt x="8" y="30"/>
                    </a:lnTo>
                    <a:lnTo>
                      <a:pt x="17" y="30"/>
                    </a:lnTo>
                    <a:lnTo>
                      <a:pt x="26"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37" name="Freeform 304"/>
              <p:cNvSpPr/>
              <p:nvPr/>
            </p:nvSpPr>
            <p:spPr>
              <a:xfrm>
                <a:off x="1862" y="1234"/>
                <a:ext cx="36" cy="31"/>
              </a:xfrm>
              <a:custGeom>
                <a:avLst/>
                <a:gdLst/>
                <a:ahLst/>
                <a:cxnLst>
                  <a:cxn ang="0">
                    <a:pos x="1" y="2"/>
                  </a:cxn>
                  <a:cxn ang="0">
                    <a:pos x="35" y="15"/>
                  </a:cxn>
                  <a:cxn ang="0">
                    <a:pos x="33" y="30"/>
                  </a:cxn>
                  <a:cxn ang="0">
                    <a:pos x="0" y="15"/>
                  </a:cxn>
                  <a:cxn ang="0">
                    <a:pos x="1" y="0"/>
                  </a:cxn>
                  <a:cxn ang="0">
                    <a:pos x="1" y="2"/>
                  </a:cxn>
                </a:cxnLst>
                <a:rect l="0" t="0" r="0" b="0"/>
                <a:pathLst>
                  <a:path w="36" h="31">
                    <a:moveTo>
                      <a:pt x="1" y="2"/>
                    </a:moveTo>
                    <a:lnTo>
                      <a:pt x="35" y="15"/>
                    </a:lnTo>
                    <a:lnTo>
                      <a:pt x="33" y="30"/>
                    </a:lnTo>
                    <a:lnTo>
                      <a:pt x="0" y="15"/>
                    </a:lnTo>
                    <a:lnTo>
                      <a:pt x="1" y="0"/>
                    </a:lnTo>
                    <a:lnTo>
                      <a:pt x="1"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4338" name="Freeform 305"/>
              <p:cNvSpPr/>
              <p:nvPr/>
            </p:nvSpPr>
            <p:spPr>
              <a:xfrm>
                <a:off x="1879" y="1239"/>
                <a:ext cx="36" cy="30"/>
              </a:xfrm>
              <a:custGeom>
                <a:avLst/>
                <a:gdLst/>
                <a:ahLst/>
                <a:cxnLst>
                  <a:cxn ang="0">
                    <a:pos x="0" y="12"/>
                  </a:cxn>
                  <a:cxn ang="0">
                    <a:pos x="0" y="16"/>
                  </a:cxn>
                  <a:cxn ang="0">
                    <a:pos x="0" y="20"/>
                  </a:cxn>
                  <a:cxn ang="0">
                    <a:pos x="5" y="29"/>
                  </a:cxn>
                  <a:cxn ang="0">
                    <a:pos x="11" y="29"/>
                  </a:cxn>
                  <a:cxn ang="0">
                    <a:pos x="17" y="29"/>
                  </a:cxn>
                  <a:cxn ang="0">
                    <a:pos x="23" y="29"/>
                  </a:cxn>
                  <a:cxn ang="0">
                    <a:pos x="29" y="29"/>
                  </a:cxn>
                  <a:cxn ang="0">
                    <a:pos x="35" y="20"/>
                  </a:cxn>
                  <a:cxn ang="0">
                    <a:pos x="35" y="16"/>
                  </a:cxn>
                  <a:cxn ang="0">
                    <a:pos x="35" y="12"/>
                  </a:cxn>
                  <a:cxn ang="0">
                    <a:pos x="35" y="8"/>
                  </a:cxn>
                  <a:cxn ang="0">
                    <a:pos x="29" y="4"/>
                  </a:cxn>
                  <a:cxn ang="0">
                    <a:pos x="23" y="4"/>
                  </a:cxn>
                  <a:cxn ang="0">
                    <a:pos x="17" y="0"/>
                  </a:cxn>
                  <a:cxn ang="0">
                    <a:pos x="11" y="0"/>
                  </a:cxn>
                  <a:cxn ang="0">
                    <a:pos x="11" y="4"/>
                  </a:cxn>
                  <a:cxn ang="0">
                    <a:pos x="5" y="4"/>
                  </a:cxn>
                  <a:cxn ang="0">
                    <a:pos x="0" y="8"/>
                  </a:cxn>
                  <a:cxn ang="0">
                    <a:pos x="0" y="12"/>
                  </a:cxn>
                </a:cxnLst>
                <a:rect l="0" t="0" r="0" b="0"/>
                <a:pathLst>
                  <a:path w="36" h="30">
                    <a:moveTo>
                      <a:pt x="0" y="12"/>
                    </a:moveTo>
                    <a:lnTo>
                      <a:pt x="0" y="16"/>
                    </a:lnTo>
                    <a:lnTo>
                      <a:pt x="0" y="20"/>
                    </a:lnTo>
                    <a:lnTo>
                      <a:pt x="5" y="29"/>
                    </a:lnTo>
                    <a:lnTo>
                      <a:pt x="11" y="29"/>
                    </a:lnTo>
                    <a:lnTo>
                      <a:pt x="17" y="29"/>
                    </a:lnTo>
                    <a:lnTo>
                      <a:pt x="23" y="29"/>
                    </a:lnTo>
                    <a:lnTo>
                      <a:pt x="29" y="29"/>
                    </a:lnTo>
                    <a:lnTo>
                      <a:pt x="35" y="20"/>
                    </a:lnTo>
                    <a:lnTo>
                      <a:pt x="35" y="16"/>
                    </a:lnTo>
                    <a:lnTo>
                      <a:pt x="35" y="12"/>
                    </a:lnTo>
                    <a:lnTo>
                      <a:pt x="35" y="8"/>
                    </a:lnTo>
                    <a:lnTo>
                      <a:pt x="29" y="4"/>
                    </a:lnTo>
                    <a:lnTo>
                      <a:pt x="23" y="4"/>
                    </a:lnTo>
                    <a:lnTo>
                      <a:pt x="17" y="0"/>
                    </a:lnTo>
                    <a:lnTo>
                      <a:pt x="11" y="0"/>
                    </a:lnTo>
                    <a:lnTo>
                      <a:pt x="11" y="4"/>
                    </a:lnTo>
                    <a:lnTo>
                      <a:pt x="5" y="4"/>
                    </a:lnTo>
                    <a:lnTo>
                      <a:pt x="0" y="8"/>
                    </a:lnTo>
                    <a:lnTo>
                      <a:pt x="0" y="1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44339" name="Text Box 306"/>
            <p:cNvSpPr txBox="1"/>
            <p:nvPr/>
          </p:nvSpPr>
          <p:spPr>
            <a:xfrm>
              <a:off x="1053" y="2127"/>
              <a:ext cx="271" cy="187"/>
            </a:xfrm>
            <a:prstGeom prst="rect">
              <a:avLst/>
            </a:prstGeom>
            <a:noFill/>
            <a:ln w="9525">
              <a:noFill/>
            </a:ln>
          </p:spPr>
          <p:txBody>
            <a:bodyPr wrap="none">
              <a:spAutoFit/>
            </a:bodyPr>
            <a:lstStyle/>
            <a:p>
              <a:r>
                <a:rPr lang="en-US" altLang="zh-CN"/>
                <a:t>W3</a:t>
              </a:r>
            </a:p>
          </p:txBody>
        </p:sp>
        <p:sp>
          <p:nvSpPr>
            <p:cNvPr id="44340" name="Text Box 307"/>
            <p:cNvSpPr txBox="1"/>
            <p:nvPr/>
          </p:nvSpPr>
          <p:spPr>
            <a:xfrm>
              <a:off x="3049" y="1946"/>
              <a:ext cx="271" cy="187"/>
            </a:xfrm>
            <a:prstGeom prst="rect">
              <a:avLst/>
            </a:prstGeom>
            <a:noFill/>
            <a:ln w="9525">
              <a:noFill/>
            </a:ln>
          </p:spPr>
          <p:txBody>
            <a:bodyPr wrap="none">
              <a:spAutoFit/>
            </a:bodyPr>
            <a:lstStyle/>
            <a:p>
              <a:r>
                <a:rPr lang="en-US" altLang="zh-CN"/>
                <a:t>W1</a:t>
              </a:r>
            </a:p>
          </p:txBody>
        </p:sp>
        <p:sp>
          <p:nvSpPr>
            <p:cNvPr id="44341" name="Text Box 308"/>
            <p:cNvSpPr txBox="1"/>
            <p:nvPr/>
          </p:nvSpPr>
          <p:spPr>
            <a:xfrm>
              <a:off x="4364" y="2309"/>
              <a:ext cx="271" cy="187"/>
            </a:xfrm>
            <a:prstGeom prst="rect">
              <a:avLst/>
            </a:prstGeom>
            <a:noFill/>
            <a:ln w="9525">
              <a:noFill/>
            </a:ln>
          </p:spPr>
          <p:txBody>
            <a:bodyPr wrap="none">
              <a:spAutoFit/>
            </a:bodyPr>
            <a:lstStyle/>
            <a:p>
              <a:r>
                <a:rPr lang="en-US" altLang="zh-CN"/>
                <a:t>W2</a:t>
              </a:r>
            </a:p>
          </p:txBody>
        </p:sp>
      </p:grpSp>
      <p:sp>
        <p:nvSpPr>
          <p:cNvPr id="310" name="矩形 309"/>
          <p:cNvSpPr/>
          <p:nvPr/>
        </p:nvSpPr>
        <p:spPr>
          <a:xfrm>
            <a:off x="4272336" y="562771"/>
            <a:ext cx="3625300" cy="707886"/>
          </a:xfrm>
          <a:prstGeom prst="rect">
            <a:avLst/>
          </a:prstGeom>
        </p:spPr>
        <p:txBody>
          <a:bodyPr wrap="square">
            <a:spAutoFit/>
          </a:bodyPr>
          <a:lstStyle/>
          <a:p>
            <a:r>
              <a:rPr lang="zh-CN" altLang="en-US" sz="4000" dirty="0"/>
              <a:t>空间后方交会</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 calcmode="lin" valueType="num">
                                      <p:cBhvr additive="base">
                                        <p:cTn id="7" dur="500" fill="hold"/>
                                        <p:tgtEl>
                                          <p:spTgt spid="204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idx="1"/>
          </p:nvPr>
        </p:nvSpPr>
        <p:spPr>
          <a:xfrm>
            <a:off x="1246909" y="1382486"/>
            <a:ext cx="10010897" cy="4975761"/>
          </a:xfrm>
        </p:spPr>
        <p:txBody>
          <a:bodyPr vert="horz" wrap="square" lIns="91440" tIns="45720" rIns="91440" bIns="45720" anchor="t"/>
          <a:lstStyle/>
          <a:p>
            <a:pPr>
              <a:lnSpc>
                <a:spcPts val="3600"/>
              </a:lnSpc>
            </a:pPr>
            <a:r>
              <a:rPr lang="zh-CN" altLang="en-US" sz="2600" dirty="0">
                <a:latin typeface="+mn-ea"/>
              </a:rPr>
              <a:t>    </a:t>
            </a:r>
            <a:r>
              <a:rPr lang="zh-CN" altLang="en-US" sz="2600" dirty="0" smtClean="0">
                <a:latin typeface="+mn-ea"/>
              </a:rPr>
              <a:t>事实上</a:t>
            </a:r>
            <a:r>
              <a:rPr lang="zh-CN" altLang="en-US" sz="2600" dirty="0">
                <a:latin typeface="+mn-ea"/>
              </a:rPr>
              <a:t>，由于用户钟（普通石英钟）的测时精度远低于卫星钟，因此，用户钟与卫星钟不可能同步，必然存在时钟差，用</a:t>
            </a:r>
            <a:r>
              <a:rPr lang="en-US" altLang="zh-CN" sz="2600" dirty="0" err="1">
                <a:latin typeface="+mn-ea"/>
              </a:rPr>
              <a:t>Δt</a:t>
            </a:r>
            <a:r>
              <a:rPr lang="en-US" altLang="zh-CN" sz="2600" baseline="-25000" dirty="0" err="1">
                <a:latin typeface="+mn-ea"/>
              </a:rPr>
              <a:t>u</a:t>
            </a:r>
            <a:r>
              <a:rPr lang="zh-CN" altLang="en-US" sz="2600" dirty="0">
                <a:latin typeface="+mn-ea"/>
              </a:rPr>
              <a:t>表示。正因为存在时钟差</a:t>
            </a:r>
            <a:r>
              <a:rPr lang="en-US" altLang="zh-CN" sz="2600" dirty="0" err="1">
                <a:latin typeface="+mn-ea"/>
              </a:rPr>
              <a:t>Δt</a:t>
            </a:r>
            <a:r>
              <a:rPr lang="en-US" altLang="zh-CN" sz="2600" baseline="-25000" dirty="0" err="1">
                <a:latin typeface="+mn-ea"/>
              </a:rPr>
              <a:t>u</a:t>
            </a:r>
            <a:r>
              <a:rPr lang="zh-CN" altLang="en-US" sz="2600" dirty="0">
                <a:latin typeface="+mn-ea"/>
              </a:rPr>
              <a:t>，所以按前述方法求得的卫星至接收机的距离也必然是一个包含误差的观测量，称之为</a:t>
            </a:r>
            <a:r>
              <a:rPr lang="zh-CN" altLang="en-US" sz="2600" dirty="0">
                <a:solidFill>
                  <a:schemeClr val="accent1"/>
                </a:solidFill>
                <a:latin typeface="+mn-ea"/>
              </a:rPr>
              <a:t>伪距</a:t>
            </a:r>
            <a:r>
              <a:rPr lang="zh-CN" altLang="en-US" sz="2600" dirty="0">
                <a:latin typeface="+mn-ea"/>
              </a:rPr>
              <a:t>，用</a:t>
            </a:r>
            <a:r>
              <a:rPr lang="en-US" altLang="zh-CN" sz="2600" dirty="0">
                <a:latin typeface="+mn-ea"/>
              </a:rPr>
              <a:t>D´</a:t>
            </a:r>
            <a:r>
              <a:rPr lang="zh-CN" altLang="en-US" sz="2600" dirty="0">
                <a:latin typeface="+mn-ea"/>
              </a:rPr>
              <a:t>表示。即：</a:t>
            </a:r>
          </a:p>
          <a:p>
            <a:pPr>
              <a:lnSpc>
                <a:spcPts val="3600"/>
              </a:lnSpc>
            </a:pPr>
            <a:r>
              <a:rPr lang="zh-CN" altLang="en-US" sz="2600" dirty="0">
                <a:latin typeface="+mn-ea"/>
              </a:rPr>
              <a:t>              </a:t>
            </a:r>
            <a:r>
              <a:rPr lang="en-US" altLang="zh-CN" sz="2600" dirty="0">
                <a:latin typeface="+mn-ea"/>
              </a:rPr>
              <a:t>Di´ = Di + </a:t>
            </a:r>
            <a:r>
              <a:rPr lang="en-US" altLang="zh-CN" sz="2600" dirty="0" err="1" smtClean="0">
                <a:latin typeface="+mn-ea"/>
              </a:rPr>
              <a:t>c×Δt</a:t>
            </a:r>
            <a:r>
              <a:rPr lang="en-US" altLang="zh-CN" sz="2600" baseline="-25000" dirty="0" err="1" smtClean="0">
                <a:latin typeface="+mn-ea"/>
              </a:rPr>
              <a:t>u</a:t>
            </a:r>
            <a:endParaRPr lang="en-US" altLang="zh-CN" sz="2600" baseline="-25000" dirty="0">
              <a:latin typeface="+mn-ea"/>
            </a:endParaRPr>
          </a:p>
          <a:p>
            <a:pPr>
              <a:lnSpc>
                <a:spcPts val="3600"/>
              </a:lnSpc>
            </a:pPr>
            <a:r>
              <a:rPr lang="en-US" altLang="zh-CN" sz="2600" dirty="0" err="1">
                <a:latin typeface="+mn-ea"/>
              </a:rPr>
              <a:t>Δt</a:t>
            </a:r>
            <a:r>
              <a:rPr lang="en-US" altLang="zh-CN" sz="2600" baseline="-25000" dirty="0" err="1">
                <a:latin typeface="+mn-ea"/>
              </a:rPr>
              <a:t>u</a:t>
            </a:r>
            <a:r>
              <a:rPr lang="zh-CN" altLang="en-US" sz="2600" dirty="0">
                <a:latin typeface="+mn-ea"/>
              </a:rPr>
              <a:t>主要是用户钟的测时误差，很难准确求得，所以一般视为未知数。将含有未知数</a:t>
            </a:r>
            <a:r>
              <a:rPr lang="en-US" altLang="zh-CN" sz="2600" dirty="0" err="1">
                <a:latin typeface="+mn-ea"/>
              </a:rPr>
              <a:t>Δt</a:t>
            </a:r>
            <a:r>
              <a:rPr lang="en-US" altLang="zh-CN" sz="2600" baseline="-25000" dirty="0" err="1">
                <a:latin typeface="+mn-ea"/>
              </a:rPr>
              <a:t>u</a:t>
            </a:r>
            <a:r>
              <a:rPr lang="zh-CN" altLang="en-US" sz="2600" dirty="0">
                <a:latin typeface="+mn-ea"/>
              </a:rPr>
              <a:t>的伪距</a:t>
            </a:r>
            <a:r>
              <a:rPr lang="en-US" altLang="zh-CN" sz="2600" dirty="0">
                <a:latin typeface="+mn-ea"/>
              </a:rPr>
              <a:t>Di´</a:t>
            </a:r>
            <a:r>
              <a:rPr lang="zh-CN" altLang="en-US" sz="2600" dirty="0">
                <a:latin typeface="+mn-ea"/>
              </a:rPr>
              <a:t>代入前面的方程组便可发现，三个方程求解四个未知数是不可能的，因此，</a:t>
            </a:r>
            <a:r>
              <a:rPr lang="zh-CN" altLang="en-US" sz="2600" dirty="0">
                <a:solidFill>
                  <a:srgbClr val="FF0000"/>
                </a:solidFill>
                <a:latin typeface="+mn-ea"/>
              </a:rPr>
              <a:t>实际工作中需同时观测四颗卫星</a:t>
            </a:r>
            <a:r>
              <a:rPr lang="zh-CN" altLang="en-US" sz="2600" dirty="0">
                <a:latin typeface="+mn-ea"/>
              </a:rPr>
              <a:t>，测得四个伪距，解四个方程才能求出待测点的坐标（</a:t>
            </a:r>
            <a:r>
              <a:rPr lang="en-US" altLang="zh-CN" sz="2600" dirty="0" err="1">
                <a:latin typeface="+mn-ea"/>
              </a:rPr>
              <a:t>x,y,z</a:t>
            </a:r>
            <a:r>
              <a:rPr lang="zh-CN" altLang="en-US" sz="2600" dirty="0">
                <a:latin typeface="+mn-ea"/>
              </a:rPr>
              <a:t>）。</a:t>
            </a:r>
          </a:p>
        </p:txBody>
      </p:sp>
      <p:sp>
        <p:nvSpPr>
          <p:cNvPr id="45058" name="灯片编号占位符 5"/>
          <p:cNvSpPr>
            <a:spLocks noGrp="1"/>
          </p:cNvSpPr>
          <p:nvPr>
            <p:ph type="sldNum" sz="quarter" idx="4294967295"/>
          </p:nvPr>
        </p:nvSpPr>
        <p:spPr>
          <a:xfrm>
            <a:off x="9652000" y="6248400"/>
            <a:ext cx="2540000" cy="457200"/>
          </a:xfrm>
          <a:prstGeom prst="rect">
            <a:avLst/>
          </a:prstGeom>
          <a:noFill/>
          <a:ln>
            <a:noFill/>
          </a:ln>
        </p:spPr>
        <p:txBody>
          <a:bodyPr lIns="92075" tIns="46038" rIns="92075" bIns="46038" anchor="ctr"/>
          <a:lstStyle/>
          <a:p>
            <a:pPr algn="r"/>
            <a:fld id="{9A0DB2DC-4C9A-4742-B13C-FB6460FD3503}" type="slidenum">
              <a:rPr lang="en-US" altLang="zh-CN" sz="1400"/>
              <a:t>40</a:t>
            </a:fld>
            <a:endParaRPr lang="en-US" altLang="zh-CN" sz="1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 calcmode="lin" valueType="num">
                                      <p:cBhvr additive="base">
                                        <p:cTn id="7" dur="500" fill="hold"/>
                                        <p:tgtEl>
                                          <p:spTgt spid="194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8">
                                            <p:txEl>
                                              <p:pRg st="1" end="1"/>
                                            </p:txEl>
                                          </p:spTgt>
                                        </p:tgtEl>
                                        <p:attrNameLst>
                                          <p:attrName>style.visibility</p:attrName>
                                        </p:attrNameLst>
                                      </p:cBhvr>
                                      <p:to>
                                        <p:strVal val="visible"/>
                                      </p:to>
                                    </p:set>
                                    <p:anim calcmode="lin" valueType="num">
                                      <p:cBhvr additive="base">
                                        <p:cTn id="13" dur="500" fill="hold"/>
                                        <p:tgtEl>
                                          <p:spTgt spid="1945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58">
                                            <p:txEl>
                                              <p:pRg st="2" end="2"/>
                                            </p:txEl>
                                          </p:spTgt>
                                        </p:tgtEl>
                                        <p:attrNameLst>
                                          <p:attrName>style.visibility</p:attrName>
                                        </p:attrNameLst>
                                      </p:cBhvr>
                                      <p:to>
                                        <p:strVal val="visible"/>
                                      </p:to>
                                    </p:set>
                                    <p:anim calcmode="lin" valueType="num">
                                      <p:cBhvr additive="base">
                                        <p:cTn id="19" dur="500" fill="hold"/>
                                        <p:tgtEl>
                                          <p:spTgt spid="1945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5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p:cNvSpPr>
          <p:nvPr>
            <p:ph idx="1"/>
          </p:nvPr>
        </p:nvSpPr>
        <p:spPr>
          <a:xfrm>
            <a:off x="1460665" y="2260973"/>
            <a:ext cx="9429007" cy="2940420"/>
          </a:xfrm>
        </p:spPr>
        <p:txBody>
          <a:bodyPr vert="horz" wrap="square" lIns="91440" tIns="45720" rIns="91440" bIns="45720" anchor="t"/>
          <a:lstStyle/>
          <a:p>
            <a:pPr>
              <a:lnSpc>
                <a:spcPts val="3600"/>
              </a:lnSpc>
            </a:pPr>
            <a:r>
              <a:rPr lang="zh-CN" altLang="en-US" sz="2600" dirty="0"/>
              <a:t>    </a:t>
            </a:r>
            <a:r>
              <a:rPr lang="zh-CN" altLang="en-US" sz="2600" dirty="0" smtClean="0"/>
              <a:t>    必须</a:t>
            </a:r>
            <a:r>
              <a:rPr lang="zh-CN" altLang="en-US" sz="2600" dirty="0"/>
              <a:t>指出，卫星坐标（</a:t>
            </a:r>
            <a:r>
              <a:rPr lang="en-US" altLang="zh-CN" sz="2600" dirty="0" err="1"/>
              <a:t>x</a:t>
            </a:r>
            <a:r>
              <a:rPr lang="en-US" altLang="zh-CN" sz="2600" baseline="-25000" dirty="0" err="1"/>
              <a:t>i</a:t>
            </a:r>
            <a:r>
              <a:rPr lang="en-US" altLang="zh-CN" sz="2600" dirty="0" err="1"/>
              <a:t>,y</a:t>
            </a:r>
            <a:r>
              <a:rPr lang="en-US" altLang="zh-CN" sz="2600" baseline="-25000" dirty="0" err="1"/>
              <a:t>i</a:t>
            </a:r>
            <a:r>
              <a:rPr lang="en-US" altLang="zh-CN" sz="2600" dirty="0" err="1"/>
              <a:t>,z</a:t>
            </a:r>
            <a:r>
              <a:rPr lang="en-US" altLang="zh-CN" sz="2600" baseline="-25000" dirty="0" err="1"/>
              <a:t>i</a:t>
            </a:r>
            <a:r>
              <a:rPr lang="zh-CN" altLang="en-US" sz="2600" dirty="0"/>
              <a:t>）是其在地心坐标系（</a:t>
            </a:r>
            <a:r>
              <a:rPr lang="en-US" altLang="zh-CN" sz="2600" dirty="0"/>
              <a:t>WGS</a:t>
            </a:r>
            <a:r>
              <a:rPr lang="zh-CN" altLang="en-US" sz="2600" dirty="0"/>
              <a:t>－</a:t>
            </a:r>
            <a:r>
              <a:rPr lang="en-US" altLang="zh-CN" sz="2600" dirty="0"/>
              <a:t>84</a:t>
            </a:r>
            <a:r>
              <a:rPr lang="zh-CN" altLang="en-US" sz="2600" dirty="0"/>
              <a:t>坐标系）中的坐标，而实际测量中惯用的是以参考椭球面为基准的大地坐标，故按上述空间后方交会的方法求得的坐标（</a:t>
            </a:r>
            <a:r>
              <a:rPr lang="en-US" altLang="zh-CN" sz="2600" dirty="0" err="1"/>
              <a:t>x,y,z</a:t>
            </a:r>
            <a:r>
              <a:rPr lang="zh-CN" altLang="en-US" sz="2600" dirty="0"/>
              <a:t>）还需转换成</a:t>
            </a:r>
            <a:r>
              <a:rPr lang="zh-CN" altLang="en-US" sz="2600" dirty="0">
                <a:solidFill>
                  <a:srgbClr val="FF0000"/>
                </a:solidFill>
              </a:rPr>
              <a:t>当地常用的大地坐标系</a:t>
            </a:r>
            <a:r>
              <a:rPr lang="zh-CN" altLang="en-US" sz="2600" dirty="0"/>
              <a:t>（如</a:t>
            </a:r>
            <a:r>
              <a:rPr lang="en-US" altLang="zh-CN" sz="2600" dirty="0"/>
              <a:t>1954</a:t>
            </a:r>
            <a:r>
              <a:rPr lang="zh-CN" altLang="en-US" sz="2600" dirty="0"/>
              <a:t>北京坐标系或</a:t>
            </a:r>
            <a:r>
              <a:rPr lang="en-US" altLang="zh-CN" sz="2600" dirty="0"/>
              <a:t>1980</a:t>
            </a:r>
            <a:r>
              <a:rPr lang="zh-CN" altLang="en-US" sz="2600" dirty="0"/>
              <a:t>西安坐标系），这是</a:t>
            </a:r>
            <a:r>
              <a:rPr lang="en-US" altLang="zh-CN" sz="2600" dirty="0"/>
              <a:t>GPS</a:t>
            </a:r>
            <a:r>
              <a:rPr lang="zh-CN" altLang="en-US" sz="2600" dirty="0"/>
              <a:t>测量成果处理的内容。</a:t>
            </a:r>
            <a:endParaRPr lang="en-US" altLang="zh-CN" sz="2600" dirty="0"/>
          </a:p>
        </p:txBody>
      </p:sp>
      <p:sp>
        <p:nvSpPr>
          <p:cNvPr id="46082" name="灯片编号占位符 5"/>
          <p:cNvSpPr>
            <a:spLocks noGrp="1"/>
          </p:cNvSpPr>
          <p:nvPr>
            <p:ph type="sldNum" sz="quarter" idx="4294967295"/>
          </p:nvPr>
        </p:nvSpPr>
        <p:spPr>
          <a:xfrm>
            <a:off x="9652000" y="6248400"/>
            <a:ext cx="2540000" cy="457200"/>
          </a:xfrm>
          <a:prstGeom prst="rect">
            <a:avLst/>
          </a:prstGeom>
          <a:noFill/>
          <a:ln>
            <a:noFill/>
          </a:ln>
        </p:spPr>
        <p:txBody>
          <a:bodyPr lIns="92075" tIns="46038" rIns="92075" bIns="46038" anchor="ctr"/>
          <a:lstStyle/>
          <a:p>
            <a:pPr algn="r"/>
            <a:fld id="{9A0DB2DC-4C9A-4742-B13C-FB6460FD3503}" type="slidenum">
              <a:rPr lang="en-US" altLang="zh-CN" sz="1400"/>
              <a:t>41</a:t>
            </a:fld>
            <a:endParaRPr lang="en-US" altLang="zh-CN" sz="1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idx="1"/>
          </p:nvPr>
        </p:nvSpPr>
        <p:spPr>
          <a:xfrm>
            <a:off x="1764723" y="1654052"/>
            <a:ext cx="8208963" cy="4449866"/>
          </a:xfrm>
        </p:spPr>
        <p:txBody>
          <a:bodyPr vert="horz" wrap="square" lIns="91440" tIns="45720" rIns="91440" bIns="45720" anchor="t"/>
          <a:lstStyle/>
          <a:p>
            <a:r>
              <a:rPr lang="en-US" altLang="zh-CN" sz="2400" dirty="0" smtClean="0">
                <a:latin typeface="+mn-ea"/>
              </a:rPr>
              <a:t>    GPS</a:t>
            </a:r>
            <a:r>
              <a:rPr lang="zh-CN" altLang="en-US" sz="2400" dirty="0">
                <a:latin typeface="+mn-ea"/>
              </a:rPr>
              <a:t>定位方法根据模式的不同可以分成</a:t>
            </a:r>
            <a:r>
              <a:rPr lang="zh-CN" altLang="en-US" sz="2400" dirty="0">
                <a:solidFill>
                  <a:srgbClr val="FF0000"/>
                </a:solidFill>
                <a:latin typeface="+mn-ea"/>
              </a:rPr>
              <a:t>单点定位、相对定位和差分定位</a:t>
            </a:r>
            <a:r>
              <a:rPr lang="zh-CN" altLang="en-US" sz="2400" dirty="0">
                <a:latin typeface="+mn-ea"/>
              </a:rPr>
              <a:t>。</a:t>
            </a:r>
          </a:p>
          <a:p>
            <a:r>
              <a:rPr lang="en-US" altLang="zh-CN" sz="2400" dirty="0">
                <a:latin typeface="+mn-ea"/>
              </a:rPr>
              <a:t>1.</a:t>
            </a:r>
            <a:r>
              <a:rPr lang="zh-CN" altLang="en-US" sz="2400" dirty="0">
                <a:latin typeface="+mn-ea"/>
              </a:rPr>
              <a:t>单点定位</a:t>
            </a:r>
          </a:p>
          <a:p>
            <a:pPr>
              <a:buClr>
                <a:schemeClr val="accent2"/>
              </a:buClr>
              <a:buSzPct val="80000"/>
              <a:buFont typeface="Wingdings" panose="05000000000000000000" pitchFamily="2" charset="2"/>
            </a:pPr>
            <a:r>
              <a:rPr lang="zh-CN" altLang="en-US" sz="2400" dirty="0">
                <a:latin typeface="+mn-ea"/>
              </a:rPr>
              <a:t>    </a:t>
            </a:r>
            <a:r>
              <a:rPr lang="zh-CN" altLang="en-US" sz="2400" dirty="0" smtClean="0">
                <a:latin typeface="+mn-ea"/>
              </a:rPr>
              <a:t>单点</a:t>
            </a:r>
            <a:r>
              <a:rPr lang="zh-CN" altLang="en-US" sz="2400" dirty="0">
                <a:latin typeface="+mn-ea"/>
              </a:rPr>
              <a:t>定位又称绝对定位。在一个待测点上，用一台接收机独立跟踪</a:t>
            </a:r>
            <a:r>
              <a:rPr lang="en-US" altLang="zh-CN" sz="2400" dirty="0">
                <a:latin typeface="+mn-ea"/>
              </a:rPr>
              <a:t>GPS</a:t>
            </a:r>
            <a:r>
              <a:rPr lang="zh-CN" altLang="en-US" sz="2400" dirty="0">
                <a:latin typeface="+mn-ea"/>
              </a:rPr>
              <a:t>卫星，测定待测点（天线位置）的绝对坐标（地心坐标），其原理与方法跟上段介绍的完全相同。由于普通用户只知</a:t>
            </a:r>
            <a:r>
              <a:rPr lang="en-US" altLang="zh-CN" sz="2400" dirty="0">
                <a:highlight>
                  <a:srgbClr val="FFFF00"/>
                </a:highlight>
                <a:latin typeface="+mn-ea"/>
              </a:rPr>
              <a:t>C/A</a:t>
            </a:r>
            <a:r>
              <a:rPr lang="zh-CN" altLang="en-US" sz="2400" dirty="0">
                <a:highlight>
                  <a:srgbClr val="FFFF00"/>
                </a:highlight>
                <a:latin typeface="+mn-ea"/>
              </a:rPr>
              <a:t>码</a:t>
            </a:r>
            <a:r>
              <a:rPr lang="zh-CN" altLang="en-US" sz="2400" dirty="0">
                <a:latin typeface="+mn-ea"/>
              </a:rPr>
              <a:t>（粗码）而不知</a:t>
            </a:r>
            <a:r>
              <a:rPr lang="en-US" altLang="zh-CN" sz="2400" dirty="0">
                <a:latin typeface="+mn-ea"/>
              </a:rPr>
              <a:t>P</a:t>
            </a:r>
            <a:r>
              <a:rPr lang="zh-CN" altLang="en-US" sz="2400" dirty="0">
                <a:latin typeface="+mn-ea"/>
              </a:rPr>
              <a:t>码（精确码），导航电文所提供的卫星星历（卫星位置）存在误差，加上电波在空中传播时受到大气延迟误差影响等原因，因此绝对定位的精度较低，一般为</a:t>
            </a:r>
            <a:r>
              <a:rPr lang="en-US" altLang="zh-CN" sz="2400" dirty="0">
                <a:highlight>
                  <a:srgbClr val="FFFF00"/>
                </a:highlight>
                <a:latin typeface="+mn-ea"/>
              </a:rPr>
              <a:t>30</a:t>
            </a:r>
            <a:r>
              <a:rPr lang="zh-CN" altLang="en-US" sz="2400" dirty="0">
                <a:highlight>
                  <a:srgbClr val="FFFF00"/>
                </a:highlight>
                <a:latin typeface="+mn-ea"/>
              </a:rPr>
              <a:t>米左右</a:t>
            </a:r>
            <a:r>
              <a:rPr lang="zh-CN" altLang="en-US" sz="2400" dirty="0">
                <a:latin typeface="+mn-ea"/>
              </a:rPr>
              <a:t>，最高为</a:t>
            </a:r>
            <a:r>
              <a:rPr lang="en-US" altLang="zh-CN" sz="2400" dirty="0">
                <a:latin typeface="+mn-ea"/>
              </a:rPr>
              <a:t>3-5</a:t>
            </a:r>
            <a:r>
              <a:rPr lang="zh-CN" altLang="en-US" sz="2400" dirty="0">
                <a:latin typeface="+mn-ea"/>
              </a:rPr>
              <a:t>米。这样的定位精度显然不能满足一般工程测量的要求，但在船舶、飞机导航以及海洋勘探等领域却有着极为广泛的应用。</a:t>
            </a:r>
          </a:p>
          <a:p>
            <a:pPr>
              <a:buClr>
                <a:schemeClr val="accent2"/>
              </a:buClr>
              <a:buSzPct val="80000"/>
              <a:buFont typeface="Wingdings" panose="05000000000000000000" pitchFamily="2" charset="2"/>
            </a:pPr>
            <a:endParaRPr lang="en-US" altLang="zh-CN" sz="2400" dirty="0">
              <a:latin typeface="+mn-ea"/>
            </a:endParaRPr>
          </a:p>
        </p:txBody>
      </p:sp>
      <p:sp>
        <p:nvSpPr>
          <p:cNvPr id="2" name="矩形 1"/>
          <p:cNvSpPr/>
          <p:nvPr/>
        </p:nvSpPr>
        <p:spPr>
          <a:xfrm>
            <a:off x="4360617" y="560510"/>
            <a:ext cx="3306483" cy="707886"/>
          </a:xfrm>
          <a:prstGeom prst="rect">
            <a:avLst/>
          </a:prstGeom>
        </p:spPr>
        <p:txBody>
          <a:bodyPr wrap="none">
            <a:spAutoFit/>
          </a:bodyPr>
          <a:lstStyle/>
          <a:p>
            <a:r>
              <a:rPr lang="en-US" altLang="zh-CN" sz="4000" b="1" dirty="0">
                <a:latin typeface="+mj-ea"/>
                <a:ea typeface="+mj-ea"/>
              </a:rPr>
              <a:t>GPS</a:t>
            </a:r>
            <a:r>
              <a:rPr lang="zh-CN" altLang="en-US" sz="4000" b="1" dirty="0">
                <a:latin typeface="+mj-ea"/>
                <a:ea typeface="+mj-ea"/>
              </a:rPr>
              <a:t>定位方法</a:t>
            </a:r>
          </a:p>
        </p:txBody>
      </p:sp>
      <mc:AlternateContent xmlns:mc="http://schemas.openxmlformats.org/markup-compatibility/2006">
        <mc:Choice xmlns:p14="http://schemas.microsoft.com/office/powerpoint/2010/main" Requires="p14">
          <p:contentPart p14:bwMode="auto" r:id="rId2">
            <p14:nvContentPartPr>
              <p14:cNvPr id="3" name="墨迹 2"/>
              <p14:cNvContentPartPr/>
              <p14:nvPr/>
            </p14:nvContentPartPr>
            <p14:xfrm>
              <a:off x="8534520" y="2800440"/>
              <a:ext cx="790920" cy="552960"/>
            </p14:xfrm>
          </p:contentPart>
        </mc:Choice>
        <mc:Fallback>
          <p:pic>
            <p:nvPicPr>
              <p:cNvPr id="3" name="墨迹 2"/>
              <p:cNvPicPr/>
              <p:nvPr/>
            </p:nvPicPr>
            <p:blipFill>
              <a:blip r:embed="rId3"/>
              <a:stretch>
                <a:fillRect/>
              </a:stretch>
            </p:blipFill>
            <p:spPr>
              <a:xfrm>
                <a:off x="8525160" y="2791080"/>
                <a:ext cx="809640" cy="57168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 calcmode="lin" valueType="num">
                                      <p:cBhvr additive="base">
                                        <p:cTn id="7" dur="500" fill="hold"/>
                                        <p:tgtEl>
                                          <p:spTgt spid="337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7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3794">
                                            <p:txEl>
                                              <p:pRg st="1" end="1"/>
                                            </p:txEl>
                                          </p:spTgt>
                                        </p:tgtEl>
                                        <p:attrNameLst>
                                          <p:attrName>style.visibility</p:attrName>
                                        </p:attrNameLst>
                                      </p:cBhvr>
                                      <p:to>
                                        <p:strVal val="visible"/>
                                      </p:to>
                                    </p:set>
                                    <p:animEffect transition="in" filter="dissolve">
                                      <p:cBhvr>
                                        <p:cTn id="13" dur="500"/>
                                        <p:tgtEl>
                                          <p:spTgt spid="3379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3794">
                                            <p:txEl>
                                              <p:pRg st="2" end="2"/>
                                            </p:txEl>
                                          </p:spTgt>
                                        </p:tgtEl>
                                        <p:attrNameLst>
                                          <p:attrName>style.visibility</p:attrName>
                                        </p:attrNameLst>
                                      </p:cBhvr>
                                      <p:to>
                                        <p:strVal val="visible"/>
                                      </p:to>
                                    </p:set>
                                    <p:anim calcmode="lin" valueType="num">
                                      <p:cBhvr additive="base">
                                        <p:cTn id="18" dur="500" fill="hold"/>
                                        <p:tgtEl>
                                          <p:spTgt spid="33794">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379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idx="1"/>
          </p:nvPr>
        </p:nvSpPr>
        <p:spPr>
          <a:xfrm>
            <a:off x="1761142" y="1496488"/>
            <a:ext cx="9144000" cy="1196975"/>
          </a:xfrm>
        </p:spPr>
        <p:txBody>
          <a:bodyPr vert="horz" wrap="square" lIns="91440" tIns="45720" rIns="91440" bIns="45720" anchor="t"/>
          <a:lstStyle/>
          <a:p>
            <a:r>
              <a:rPr lang="zh-CN" altLang="en-US" dirty="0"/>
              <a:t>单点定位的精度较低，一般为</a:t>
            </a:r>
            <a:r>
              <a:rPr lang="en-US" altLang="zh-CN" dirty="0"/>
              <a:t>10</a:t>
            </a:r>
            <a:r>
              <a:rPr lang="zh-CN" altLang="en-US" dirty="0"/>
              <a:t>～</a:t>
            </a:r>
            <a:r>
              <a:rPr lang="en-US" altLang="zh-CN" dirty="0"/>
              <a:t>30</a:t>
            </a:r>
            <a:r>
              <a:rPr lang="zh-CN" altLang="en-US" dirty="0"/>
              <a:t>米。</a:t>
            </a:r>
          </a:p>
          <a:p>
            <a:r>
              <a:rPr lang="zh-CN" altLang="en-US" dirty="0"/>
              <a:t>城市交通中的“</a:t>
            </a:r>
            <a:r>
              <a:rPr lang="zh-CN" altLang="en-US" dirty="0">
                <a:highlight>
                  <a:srgbClr val="FFFF00"/>
                </a:highlight>
              </a:rPr>
              <a:t>车载</a:t>
            </a:r>
            <a:r>
              <a:rPr lang="en-US" altLang="zh-CN" dirty="0">
                <a:highlight>
                  <a:srgbClr val="FFFF00"/>
                </a:highlight>
              </a:rPr>
              <a:t>GPS</a:t>
            </a:r>
            <a:r>
              <a:rPr lang="en-US" altLang="zh-CN" dirty="0"/>
              <a:t>”</a:t>
            </a:r>
            <a:r>
              <a:rPr lang="zh-CN" altLang="en-US" dirty="0"/>
              <a:t>就是采用</a:t>
            </a:r>
            <a:r>
              <a:rPr lang="zh-CN" altLang="en-US" dirty="0">
                <a:highlight>
                  <a:srgbClr val="FFFF00"/>
                </a:highlight>
              </a:rPr>
              <a:t>单点定位</a:t>
            </a:r>
            <a:r>
              <a:rPr lang="zh-CN" altLang="en-US" dirty="0"/>
              <a:t>方法。</a:t>
            </a:r>
          </a:p>
        </p:txBody>
      </p:sp>
      <p:grpSp>
        <p:nvGrpSpPr>
          <p:cNvPr id="2" name="Group 3"/>
          <p:cNvGrpSpPr/>
          <p:nvPr/>
        </p:nvGrpSpPr>
        <p:grpSpPr>
          <a:xfrm>
            <a:off x="1816925" y="2636839"/>
            <a:ext cx="7185788" cy="3942091"/>
            <a:chOff x="1369" y="764"/>
            <a:chExt cx="4008" cy="2126"/>
          </a:xfrm>
        </p:grpSpPr>
        <p:sp>
          <p:nvSpPr>
            <p:cNvPr id="48133" name="Line 4"/>
            <p:cNvSpPr/>
            <p:nvPr/>
          </p:nvSpPr>
          <p:spPr>
            <a:xfrm>
              <a:off x="2389" y="997"/>
              <a:ext cx="861" cy="1234"/>
            </a:xfrm>
            <a:prstGeom prst="line">
              <a:avLst/>
            </a:prstGeom>
            <a:ln w="12700" cap="flat" cmpd="sng">
              <a:solidFill>
                <a:schemeClr val="tx1"/>
              </a:solidFill>
              <a:prstDash val="solid"/>
              <a:headEnd type="none" w="med" len="med"/>
              <a:tailEnd type="none" w="med" len="med"/>
            </a:ln>
          </p:spPr>
        </p:sp>
        <p:sp>
          <p:nvSpPr>
            <p:cNvPr id="48134" name="Line 5"/>
            <p:cNvSpPr/>
            <p:nvPr/>
          </p:nvSpPr>
          <p:spPr>
            <a:xfrm flipH="1">
              <a:off x="3246" y="1029"/>
              <a:ext cx="429" cy="1194"/>
            </a:xfrm>
            <a:prstGeom prst="line">
              <a:avLst/>
            </a:prstGeom>
            <a:ln w="12700" cap="flat" cmpd="sng">
              <a:solidFill>
                <a:schemeClr val="tx1"/>
              </a:solidFill>
              <a:prstDash val="solid"/>
              <a:headEnd type="none" w="med" len="med"/>
              <a:tailEnd type="none" w="med" len="med"/>
            </a:ln>
          </p:spPr>
        </p:sp>
        <p:sp>
          <p:nvSpPr>
            <p:cNvPr id="48135" name="Line 6"/>
            <p:cNvSpPr/>
            <p:nvPr/>
          </p:nvSpPr>
          <p:spPr>
            <a:xfrm flipH="1">
              <a:off x="3255" y="1677"/>
              <a:ext cx="1684" cy="555"/>
            </a:xfrm>
            <a:prstGeom prst="line">
              <a:avLst/>
            </a:prstGeom>
            <a:ln w="12700" cap="flat" cmpd="sng">
              <a:solidFill>
                <a:schemeClr val="tx1"/>
              </a:solidFill>
              <a:prstDash val="solid"/>
              <a:headEnd type="none" w="med" len="med"/>
              <a:tailEnd type="none" w="med" len="med"/>
            </a:ln>
          </p:spPr>
        </p:sp>
        <p:grpSp>
          <p:nvGrpSpPr>
            <p:cNvPr id="48136" name="Group 7"/>
            <p:cNvGrpSpPr/>
            <p:nvPr/>
          </p:nvGrpSpPr>
          <p:grpSpPr>
            <a:xfrm>
              <a:off x="1369" y="1219"/>
              <a:ext cx="441" cy="335"/>
              <a:chOff x="1369" y="1219"/>
              <a:chExt cx="441" cy="335"/>
            </a:xfrm>
          </p:grpSpPr>
          <p:sp>
            <p:nvSpPr>
              <p:cNvPr id="48137" name="Freeform 8"/>
              <p:cNvSpPr/>
              <p:nvPr/>
            </p:nvSpPr>
            <p:spPr>
              <a:xfrm>
                <a:off x="1646" y="1219"/>
                <a:ext cx="164" cy="165"/>
              </a:xfrm>
              <a:custGeom>
                <a:avLst/>
                <a:gdLst/>
                <a:ahLst/>
                <a:cxnLst>
                  <a:cxn ang="0">
                    <a:pos x="163" y="99"/>
                  </a:cxn>
                  <a:cxn ang="0">
                    <a:pos x="103" y="0"/>
                  </a:cxn>
                  <a:cxn ang="0">
                    <a:pos x="0" y="56"/>
                  </a:cxn>
                  <a:cxn ang="0">
                    <a:pos x="65" y="164"/>
                  </a:cxn>
                  <a:cxn ang="0">
                    <a:pos x="163" y="99"/>
                  </a:cxn>
                </a:cxnLst>
                <a:rect l="0" t="0" r="0" b="0"/>
                <a:pathLst>
                  <a:path w="164" h="165">
                    <a:moveTo>
                      <a:pt x="163" y="99"/>
                    </a:moveTo>
                    <a:lnTo>
                      <a:pt x="103" y="0"/>
                    </a:lnTo>
                    <a:lnTo>
                      <a:pt x="0" y="56"/>
                    </a:lnTo>
                    <a:lnTo>
                      <a:pt x="65" y="164"/>
                    </a:lnTo>
                    <a:lnTo>
                      <a:pt x="163" y="9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138" name="Freeform 9"/>
              <p:cNvSpPr/>
              <p:nvPr/>
            </p:nvSpPr>
            <p:spPr>
              <a:xfrm>
                <a:off x="1518" y="1323"/>
                <a:ext cx="139" cy="117"/>
              </a:xfrm>
              <a:custGeom>
                <a:avLst/>
                <a:gdLst/>
                <a:ahLst/>
                <a:cxnLst>
                  <a:cxn ang="0">
                    <a:pos x="13" y="40"/>
                  </a:cxn>
                  <a:cxn ang="0">
                    <a:pos x="79" y="1"/>
                  </a:cxn>
                  <a:cxn ang="0">
                    <a:pos x="107" y="0"/>
                  </a:cxn>
                  <a:cxn ang="0">
                    <a:pos x="138" y="51"/>
                  </a:cxn>
                  <a:cxn ang="0">
                    <a:pos x="122" y="75"/>
                  </a:cxn>
                  <a:cxn ang="0">
                    <a:pos x="58" y="114"/>
                  </a:cxn>
                  <a:cxn ang="0">
                    <a:pos x="30" y="116"/>
                  </a:cxn>
                  <a:cxn ang="0">
                    <a:pos x="0" y="64"/>
                  </a:cxn>
                  <a:cxn ang="0">
                    <a:pos x="13" y="40"/>
                  </a:cxn>
                </a:cxnLst>
                <a:rect l="0" t="0" r="0" b="0"/>
                <a:pathLst>
                  <a:path w="139" h="117">
                    <a:moveTo>
                      <a:pt x="13" y="40"/>
                    </a:moveTo>
                    <a:lnTo>
                      <a:pt x="79" y="1"/>
                    </a:lnTo>
                    <a:lnTo>
                      <a:pt x="107" y="0"/>
                    </a:lnTo>
                    <a:lnTo>
                      <a:pt x="138" y="51"/>
                    </a:lnTo>
                    <a:lnTo>
                      <a:pt x="122" y="75"/>
                    </a:lnTo>
                    <a:lnTo>
                      <a:pt x="58" y="114"/>
                    </a:lnTo>
                    <a:lnTo>
                      <a:pt x="30" y="116"/>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139" name="Freeform 10"/>
              <p:cNvSpPr/>
              <p:nvPr/>
            </p:nvSpPr>
            <p:spPr>
              <a:xfrm>
                <a:off x="1566" y="1300"/>
                <a:ext cx="141" cy="117"/>
              </a:xfrm>
              <a:custGeom>
                <a:avLst/>
                <a:gdLst/>
                <a:ahLst/>
                <a:cxnLst>
                  <a:cxn ang="0">
                    <a:pos x="15" y="41"/>
                  </a:cxn>
                  <a:cxn ang="0">
                    <a:pos x="81" y="2"/>
                  </a:cxn>
                  <a:cxn ang="0">
                    <a:pos x="109" y="0"/>
                  </a:cxn>
                  <a:cxn ang="0">
                    <a:pos x="140" y="52"/>
                  </a:cxn>
                  <a:cxn ang="0">
                    <a:pos x="124" y="74"/>
                  </a:cxn>
                  <a:cxn ang="0">
                    <a:pos x="60" y="113"/>
                  </a:cxn>
                  <a:cxn ang="0">
                    <a:pos x="30" y="116"/>
                  </a:cxn>
                  <a:cxn ang="0">
                    <a:pos x="0" y="64"/>
                  </a:cxn>
                  <a:cxn ang="0">
                    <a:pos x="15" y="41"/>
                  </a:cxn>
                </a:cxnLst>
                <a:rect l="0" t="0" r="0" b="0"/>
                <a:pathLst>
                  <a:path w="141" h="117">
                    <a:moveTo>
                      <a:pt x="15" y="41"/>
                    </a:moveTo>
                    <a:lnTo>
                      <a:pt x="81" y="2"/>
                    </a:lnTo>
                    <a:lnTo>
                      <a:pt x="109" y="0"/>
                    </a:lnTo>
                    <a:lnTo>
                      <a:pt x="140" y="52"/>
                    </a:lnTo>
                    <a:lnTo>
                      <a:pt x="124" y="74"/>
                    </a:lnTo>
                    <a:lnTo>
                      <a:pt x="60" y="113"/>
                    </a:lnTo>
                    <a:lnTo>
                      <a:pt x="30" y="116"/>
                    </a:lnTo>
                    <a:lnTo>
                      <a:pt x="0" y="64"/>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140" name="Freeform 11"/>
              <p:cNvSpPr/>
              <p:nvPr/>
            </p:nvSpPr>
            <p:spPr>
              <a:xfrm>
                <a:off x="1531" y="1316"/>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141" name="Freeform 12"/>
              <p:cNvSpPr/>
              <p:nvPr/>
            </p:nvSpPr>
            <p:spPr>
              <a:xfrm>
                <a:off x="1549" y="1419"/>
                <a:ext cx="81" cy="24"/>
              </a:xfrm>
              <a:custGeom>
                <a:avLst/>
                <a:gdLst/>
                <a:ahLst/>
                <a:cxnLst>
                  <a:cxn ang="0">
                    <a:pos x="0" y="23"/>
                  </a:cxn>
                  <a:cxn ang="0">
                    <a:pos x="51" y="0"/>
                  </a:cxn>
                  <a:cxn ang="0">
                    <a:pos x="80" y="0"/>
                  </a:cxn>
                  <a:cxn ang="0">
                    <a:pos x="28" y="23"/>
                  </a:cxn>
                  <a:cxn ang="0">
                    <a:pos x="0" y="23"/>
                  </a:cxn>
                </a:cxnLst>
                <a:rect l="0" t="0" r="0" b="0"/>
                <a:pathLst>
                  <a:path w="81" h="24">
                    <a:moveTo>
                      <a:pt x="0" y="23"/>
                    </a:moveTo>
                    <a:lnTo>
                      <a:pt x="51" y="0"/>
                    </a:lnTo>
                    <a:lnTo>
                      <a:pt x="80"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142" name="Line 13"/>
              <p:cNvSpPr/>
              <p:nvPr/>
            </p:nvSpPr>
            <p:spPr>
              <a:xfrm flipV="1">
                <a:off x="1523" y="1365"/>
                <a:ext cx="39" cy="27"/>
              </a:xfrm>
              <a:prstGeom prst="line">
                <a:avLst/>
              </a:prstGeom>
              <a:ln w="12700" cap="flat" cmpd="sng">
                <a:solidFill>
                  <a:schemeClr val="tx1"/>
                </a:solidFill>
                <a:prstDash val="solid"/>
                <a:headEnd type="none" w="med" len="med"/>
                <a:tailEnd type="none" w="med" len="med"/>
              </a:ln>
            </p:spPr>
          </p:sp>
          <p:sp>
            <p:nvSpPr>
              <p:cNvPr id="48143" name="Oval 14"/>
              <p:cNvSpPr/>
              <p:nvPr/>
            </p:nvSpPr>
            <p:spPr>
              <a:xfrm rot="-1860000">
                <a:off x="1590" y="1348"/>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144" name="Line 15"/>
              <p:cNvSpPr/>
              <p:nvPr/>
            </p:nvSpPr>
            <p:spPr>
              <a:xfrm flipV="1">
                <a:off x="1593" y="1335"/>
                <a:ext cx="5" cy="17"/>
              </a:xfrm>
              <a:prstGeom prst="line">
                <a:avLst/>
              </a:prstGeom>
              <a:ln w="12700" cap="flat" cmpd="sng">
                <a:solidFill>
                  <a:schemeClr val="tx1"/>
                </a:solidFill>
                <a:prstDash val="solid"/>
                <a:headEnd type="none" w="med" len="med"/>
                <a:tailEnd type="none" w="med" len="med"/>
              </a:ln>
            </p:spPr>
          </p:sp>
          <p:sp>
            <p:nvSpPr>
              <p:cNvPr id="48145" name="Line 16"/>
              <p:cNvSpPr/>
              <p:nvPr/>
            </p:nvSpPr>
            <p:spPr>
              <a:xfrm>
                <a:off x="1596" y="1355"/>
                <a:ext cx="5" cy="0"/>
              </a:xfrm>
              <a:prstGeom prst="line">
                <a:avLst/>
              </a:prstGeom>
              <a:ln w="12700" cap="flat" cmpd="sng">
                <a:solidFill>
                  <a:schemeClr val="tx1"/>
                </a:solidFill>
                <a:prstDash val="solid"/>
                <a:headEnd type="none" w="med" len="med"/>
                <a:tailEnd type="none" w="med" len="med"/>
              </a:ln>
            </p:spPr>
          </p:sp>
          <p:sp>
            <p:nvSpPr>
              <p:cNvPr id="48146" name="Oval 17"/>
              <p:cNvSpPr/>
              <p:nvPr/>
            </p:nvSpPr>
            <p:spPr>
              <a:xfrm rot="-1860000">
                <a:off x="1590" y="1342"/>
                <a:ext cx="111"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147" name="Line 18"/>
              <p:cNvSpPr/>
              <p:nvPr/>
            </p:nvSpPr>
            <p:spPr>
              <a:xfrm flipV="1">
                <a:off x="1651" y="1290"/>
                <a:ext cx="43" cy="29"/>
              </a:xfrm>
              <a:prstGeom prst="line">
                <a:avLst/>
              </a:prstGeom>
              <a:ln w="12700" cap="flat" cmpd="sng">
                <a:solidFill>
                  <a:schemeClr val="tx1"/>
                </a:solidFill>
                <a:prstDash val="solid"/>
                <a:headEnd type="none" w="med" len="med"/>
                <a:tailEnd type="none" w="med" len="med"/>
              </a:ln>
            </p:spPr>
          </p:sp>
          <p:sp>
            <p:nvSpPr>
              <p:cNvPr id="48148" name="Freeform 19"/>
              <p:cNvSpPr/>
              <p:nvPr/>
            </p:nvSpPr>
            <p:spPr>
              <a:xfrm>
                <a:off x="1593" y="1340"/>
                <a:ext cx="37" cy="22"/>
              </a:xfrm>
              <a:custGeom>
                <a:avLst/>
                <a:gdLst/>
                <a:ahLst/>
                <a:cxnLst>
                  <a:cxn ang="0">
                    <a:pos x="0" y="14"/>
                  </a:cxn>
                  <a:cxn ang="0">
                    <a:pos x="18" y="0"/>
                  </a:cxn>
                  <a:cxn ang="0">
                    <a:pos x="36" y="3"/>
                  </a:cxn>
                  <a:cxn ang="0">
                    <a:pos x="33" y="21"/>
                  </a:cxn>
                  <a:cxn ang="0">
                    <a:pos x="0" y="14"/>
                  </a:cxn>
                </a:cxnLst>
                <a:rect l="0" t="0" r="0" b="0"/>
                <a:pathLst>
                  <a:path w="37" h="22">
                    <a:moveTo>
                      <a:pt x="0" y="14"/>
                    </a:moveTo>
                    <a:lnTo>
                      <a:pt x="18" y="0"/>
                    </a:lnTo>
                    <a:lnTo>
                      <a:pt x="36" y="3"/>
                    </a:lnTo>
                    <a:lnTo>
                      <a:pt x="33"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149" name="Freeform 20"/>
              <p:cNvSpPr/>
              <p:nvPr/>
            </p:nvSpPr>
            <p:spPr>
              <a:xfrm>
                <a:off x="1595" y="1339"/>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150" name="Rectangle 21"/>
              <p:cNvSpPr/>
              <p:nvPr/>
            </p:nvSpPr>
            <p:spPr>
              <a:xfrm rot="-1860000">
                <a:off x="1529" y="1411"/>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151" name="Freeform 22"/>
              <p:cNvSpPr/>
              <p:nvPr/>
            </p:nvSpPr>
            <p:spPr>
              <a:xfrm>
                <a:off x="1369" y="1361"/>
                <a:ext cx="192" cy="193"/>
              </a:xfrm>
              <a:custGeom>
                <a:avLst/>
                <a:gdLst/>
                <a:ahLst/>
                <a:cxnLst>
                  <a:cxn ang="0">
                    <a:pos x="0" y="68"/>
                  </a:cxn>
                  <a:cxn ang="0">
                    <a:pos x="73" y="192"/>
                  </a:cxn>
                  <a:cxn ang="0">
                    <a:pos x="191" y="115"/>
                  </a:cxn>
                  <a:cxn ang="0">
                    <a:pos x="121" y="0"/>
                  </a:cxn>
                  <a:cxn ang="0">
                    <a:pos x="0" y="68"/>
                  </a:cxn>
                </a:cxnLst>
                <a:rect l="0" t="0" r="0" b="0"/>
                <a:pathLst>
                  <a:path w="192" h="193">
                    <a:moveTo>
                      <a:pt x="0" y="68"/>
                    </a:moveTo>
                    <a:lnTo>
                      <a:pt x="73" y="192"/>
                    </a:lnTo>
                    <a:lnTo>
                      <a:pt x="191"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152" name="Line 23"/>
              <p:cNvSpPr/>
              <p:nvPr/>
            </p:nvSpPr>
            <p:spPr>
              <a:xfrm flipV="1">
                <a:off x="1627" y="1391"/>
                <a:ext cx="11" cy="11"/>
              </a:xfrm>
              <a:prstGeom prst="line">
                <a:avLst/>
              </a:prstGeom>
              <a:ln w="12700" cap="flat" cmpd="sng">
                <a:solidFill>
                  <a:schemeClr val="tx1"/>
                </a:solidFill>
                <a:prstDash val="solid"/>
                <a:headEnd type="none" w="med" len="med"/>
                <a:tailEnd type="none" w="med" len="med"/>
              </a:ln>
            </p:spPr>
          </p:sp>
          <p:sp>
            <p:nvSpPr>
              <p:cNvPr id="48153" name="Line 24"/>
              <p:cNvSpPr/>
              <p:nvPr/>
            </p:nvSpPr>
            <p:spPr>
              <a:xfrm flipV="1">
                <a:off x="1626" y="1389"/>
                <a:ext cx="11" cy="14"/>
              </a:xfrm>
              <a:prstGeom prst="line">
                <a:avLst/>
              </a:prstGeom>
              <a:ln w="12700" cap="flat" cmpd="sng">
                <a:solidFill>
                  <a:schemeClr val="tx1"/>
                </a:solidFill>
                <a:prstDash val="solid"/>
                <a:headEnd type="none" w="med" len="med"/>
                <a:tailEnd type="none" w="med" len="med"/>
              </a:ln>
            </p:spPr>
          </p:sp>
          <p:sp>
            <p:nvSpPr>
              <p:cNvPr id="48154" name="Freeform 25"/>
              <p:cNvSpPr/>
              <p:nvPr/>
            </p:nvSpPr>
            <p:spPr>
              <a:xfrm>
                <a:off x="1622" y="1382"/>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55" name="Freeform 26"/>
              <p:cNvSpPr/>
              <p:nvPr/>
            </p:nvSpPr>
            <p:spPr>
              <a:xfrm>
                <a:off x="1623" y="1391"/>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56" name="Freeform 27"/>
              <p:cNvSpPr/>
              <p:nvPr/>
            </p:nvSpPr>
            <p:spPr>
              <a:xfrm>
                <a:off x="1645" y="1383"/>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57" name="Line 28"/>
              <p:cNvSpPr/>
              <p:nvPr/>
            </p:nvSpPr>
            <p:spPr>
              <a:xfrm flipV="1">
                <a:off x="1610" y="1387"/>
                <a:ext cx="5" cy="11"/>
              </a:xfrm>
              <a:prstGeom prst="line">
                <a:avLst/>
              </a:prstGeom>
              <a:ln w="12700" cap="flat" cmpd="sng">
                <a:solidFill>
                  <a:schemeClr val="tx1"/>
                </a:solidFill>
                <a:prstDash val="solid"/>
                <a:headEnd type="none" w="med" len="med"/>
                <a:tailEnd type="none" w="med" len="med"/>
              </a:ln>
            </p:spPr>
          </p:sp>
          <p:sp>
            <p:nvSpPr>
              <p:cNvPr id="48158" name="Line 29"/>
              <p:cNvSpPr/>
              <p:nvPr/>
            </p:nvSpPr>
            <p:spPr>
              <a:xfrm flipV="1">
                <a:off x="1605" y="1380"/>
                <a:ext cx="12" cy="14"/>
              </a:xfrm>
              <a:prstGeom prst="line">
                <a:avLst/>
              </a:prstGeom>
              <a:ln w="12700" cap="flat" cmpd="sng">
                <a:solidFill>
                  <a:schemeClr val="tx1"/>
                </a:solidFill>
                <a:prstDash val="solid"/>
                <a:headEnd type="none" w="med" len="med"/>
                <a:tailEnd type="none" w="med" len="med"/>
              </a:ln>
            </p:spPr>
          </p:sp>
          <p:sp>
            <p:nvSpPr>
              <p:cNvPr id="48159" name="Freeform 30"/>
              <p:cNvSpPr/>
              <p:nvPr/>
            </p:nvSpPr>
            <p:spPr>
              <a:xfrm>
                <a:off x="1606" y="1379"/>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60" name="Freeform 31"/>
              <p:cNvSpPr/>
              <p:nvPr/>
            </p:nvSpPr>
            <p:spPr>
              <a:xfrm>
                <a:off x="1606" y="1384"/>
                <a:ext cx="38" cy="24"/>
              </a:xfrm>
              <a:custGeom>
                <a:avLst/>
                <a:gdLst/>
                <a:ahLst/>
                <a:cxnLst>
                  <a:cxn ang="0">
                    <a:pos x="0" y="7"/>
                  </a:cxn>
                  <a:cxn ang="0">
                    <a:pos x="32" y="0"/>
                  </a:cxn>
                  <a:cxn ang="0">
                    <a:pos x="37" y="13"/>
                  </a:cxn>
                  <a:cxn ang="0">
                    <a:pos x="2" y="23"/>
                  </a:cxn>
                  <a:cxn ang="0">
                    <a:pos x="0" y="7"/>
                  </a:cxn>
                </a:cxnLst>
                <a:rect l="0" t="0" r="0" b="0"/>
                <a:pathLst>
                  <a:path w="38" h="24">
                    <a:moveTo>
                      <a:pt x="0" y="7"/>
                    </a:moveTo>
                    <a:lnTo>
                      <a:pt x="32" y="0"/>
                    </a:lnTo>
                    <a:lnTo>
                      <a:pt x="37"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61" name="Freeform 32"/>
              <p:cNvSpPr/>
              <p:nvPr/>
            </p:nvSpPr>
            <p:spPr>
              <a:xfrm>
                <a:off x="1623" y="1371"/>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62" name="Line 33"/>
              <p:cNvSpPr/>
              <p:nvPr/>
            </p:nvSpPr>
            <p:spPr>
              <a:xfrm flipV="1">
                <a:off x="1609" y="1365"/>
                <a:ext cx="8" cy="16"/>
              </a:xfrm>
              <a:prstGeom prst="line">
                <a:avLst/>
              </a:prstGeom>
              <a:ln w="12700" cap="flat" cmpd="sng">
                <a:solidFill>
                  <a:schemeClr val="tx1"/>
                </a:solidFill>
                <a:prstDash val="solid"/>
                <a:headEnd type="none" w="med" len="med"/>
                <a:tailEnd type="none" w="med" len="med"/>
              </a:ln>
            </p:spPr>
          </p:sp>
          <p:sp>
            <p:nvSpPr>
              <p:cNvPr id="48163" name="Line 34"/>
              <p:cNvSpPr/>
              <p:nvPr/>
            </p:nvSpPr>
            <p:spPr>
              <a:xfrm flipV="1">
                <a:off x="1612" y="1361"/>
                <a:ext cx="7" cy="14"/>
              </a:xfrm>
              <a:prstGeom prst="line">
                <a:avLst/>
              </a:prstGeom>
              <a:ln w="12700" cap="flat" cmpd="sng">
                <a:solidFill>
                  <a:schemeClr val="tx1"/>
                </a:solidFill>
                <a:prstDash val="solid"/>
                <a:headEnd type="none" w="med" len="med"/>
                <a:tailEnd type="none" w="med" len="med"/>
              </a:ln>
            </p:spPr>
          </p:sp>
          <p:sp>
            <p:nvSpPr>
              <p:cNvPr id="48164" name="Freeform 35"/>
              <p:cNvSpPr/>
              <p:nvPr/>
            </p:nvSpPr>
            <p:spPr>
              <a:xfrm>
                <a:off x="1605" y="1358"/>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65" name="Freeform 36"/>
              <p:cNvSpPr/>
              <p:nvPr/>
            </p:nvSpPr>
            <p:spPr>
              <a:xfrm>
                <a:off x="1606" y="1366"/>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66" name="Freeform 37"/>
              <p:cNvSpPr/>
              <p:nvPr/>
            </p:nvSpPr>
            <p:spPr>
              <a:xfrm>
                <a:off x="1623" y="1356"/>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67" name="Line 38"/>
              <p:cNvSpPr/>
              <p:nvPr/>
            </p:nvSpPr>
            <p:spPr>
              <a:xfrm flipV="1">
                <a:off x="1637" y="1339"/>
                <a:ext cx="10" cy="14"/>
              </a:xfrm>
              <a:prstGeom prst="line">
                <a:avLst/>
              </a:prstGeom>
              <a:ln w="12700" cap="flat" cmpd="sng">
                <a:solidFill>
                  <a:schemeClr val="tx1"/>
                </a:solidFill>
                <a:prstDash val="solid"/>
                <a:headEnd type="none" w="med" len="med"/>
                <a:tailEnd type="none" w="med" len="med"/>
              </a:ln>
            </p:spPr>
          </p:sp>
          <p:sp>
            <p:nvSpPr>
              <p:cNvPr id="48168" name="Line 39"/>
              <p:cNvSpPr/>
              <p:nvPr/>
            </p:nvSpPr>
            <p:spPr>
              <a:xfrm flipV="1">
                <a:off x="1637" y="1338"/>
                <a:ext cx="7" cy="11"/>
              </a:xfrm>
              <a:prstGeom prst="line">
                <a:avLst/>
              </a:prstGeom>
              <a:ln w="12700" cap="flat" cmpd="sng">
                <a:solidFill>
                  <a:schemeClr val="tx1"/>
                </a:solidFill>
                <a:prstDash val="solid"/>
                <a:headEnd type="none" w="med" len="med"/>
                <a:tailEnd type="none" w="med" len="med"/>
              </a:ln>
            </p:spPr>
          </p:sp>
          <p:sp>
            <p:nvSpPr>
              <p:cNvPr id="48169" name="Freeform 40"/>
              <p:cNvSpPr/>
              <p:nvPr/>
            </p:nvSpPr>
            <p:spPr>
              <a:xfrm>
                <a:off x="1636" y="1334"/>
                <a:ext cx="37" cy="31"/>
              </a:xfrm>
              <a:custGeom>
                <a:avLst/>
                <a:gdLst/>
                <a:ahLst/>
                <a:cxnLst>
                  <a:cxn ang="0">
                    <a:pos x="27" y="24"/>
                  </a:cxn>
                  <a:cxn ang="0">
                    <a:pos x="36" y="20"/>
                  </a:cxn>
                  <a:cxn ang="0">
                    <a:pos x="34" y="17"/>
                  </a:cxn>
                  <a:cxn ang="0">
                    <a:pos x="26" y="2"/>
                  </a:cxn>
                  <a:cxn ang="0">
                    <a:pos x="24" y="0"/>
                  </a:cxn>
                  <a:cxn ang="0">
                    <a:pos x="16" y="4"/>
                  </a:cxn>
                  <a:cxn ang="0">
                    <a:pos x="11" y="11"/>
                  </a:cxn>
                  <a:cxn ang="0">
                    <a:pos x="5" y="18"/>
                  </a:cxn>
                  <a:cxn ang="0">
                    <a:pos x="0" y="27"/>
                  </a:cxn>
                  <a:cxn ang="0">
                    <a:pos x="1" y="30"/>
                  </a:cxn>
                  <a:cxn ang="0">
                    <a:pos x="9" y="27"/>
                  </a:cxn>
                  <a:cxn ang="0">
                    <a:pos x="19" y="25"/>
                  </a:cxn>
                  <a:cxn ang="0">
                    <a:pos x="27" y="24"/>
                  </a:cxn>
                </a:cxnLst>
                <a:rect l="0" t="0" r="0" b="0"/>
                <a:pathLst>
                  <a:path w="37" h="31">
                    <a:moveTo>
                      <a:pt x="27" y="24"/>
                    </a:moveTo>
                    <a:lnTo>
                      <a:pt x="36" y="20"/>
                    </a:lnTo>
                    <a:lnTo>
                      <a:pt x="34" y="17"/>
                    </a:lnTo>
                    <a:lnTo>
                      <a:pt x="26" y="2"/>
                    </a:lnTo>
                    <a:lnTo>
                      <a:pt x="24" y="0"/>
                    </a:lnTo>
                    <a:lnTo>
                      <a:pt x="16" y="4"/>
                    </a:lnTo>
                    <a:lnTo>
                      <a:pt x="11" y="11"/>
                    </a:lnTo>
                    <a:lnTo>
                      <a:pt x="5" y="18"/>
                    </a:lnTo>
                    <a:lnTo>
                      <a:pt x="0" y="27"/>
                    </a:lnTo>
                    <a:lnTo>
                      <a:pt x="1" y="30"/>
                    </a:lnTo>
                    <a:lnTo>
                      <a:pt x="9" y="27"/>
                    </a:lnTo>
                    <a:lnTo>
                      <a:pt x="19" y="25"/>
                    </a:lnTo>
                    <a:lnTo>
                      <a:pt x="27"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70" name="Freeform 41"/>
              <p:cNvSpPr/>
              <p:nvPr/>
            </p:nvSpPr>
            <p:spPr>
              <a:xfrm>
                <a:off x="1633" y="1342"/>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71" name="Freeform 42"/>
              <p:cNvSpPr/>
              <p:nvPr/>
            </p:nvSpPr>
            <p:spPr>
              <a:xfrm>
                <a:off x="1652" y="1330"/>
                <a:ext cx="33" cy="25"/>
              </a:xfrm>
              <a:custGeom>
                <a:avLst/>
                <a:gdLst/>
                <a:ahLst/>
                <a:cxnLst>
                  <a:cxn ang="0">
                    <a:pos x="1" y="21"/>
                  </a:cxn>
                  <a:cxn ang="0">
                    <a:pos x="7" y="21"/>
                  </a:cxn>
                  <a:cxn ang="0">
                    <a:pos x="8" y="24"/>
                  </a:cxn>
                  <a:cxn ang="0">
                    <a:pos x="16" y="24"/>
                  </a:cxn>
                  <a:cxn ang="0">
                    <a:pos x="21" y="24"/>
                  </a:cxn>
                  <a:cxn ang="0">
                    <a:pos x="26" y="21"/>
                  </a:cxn>
                  <a:cxn ang="0">
                    <a:pos x="23" y="18"/>
                  </a:cxn>
                  <a:cxn ang="0">
                    <a:pos x="27" y="16"/>
                  </a:cxn>
                  <a:cxn ang="0">
                    <a:pos x="30" y="11"/>
                  </a:cxn>
                  <a:cxn ang="0">
                    <a:pos x="29" y="8"/>
                  </a:cxn>
                  <a:cxn ang="0">
                    <a:pos x="32" y="2"/>
                  </a:cxn>
                  <a:cxn ang="0">
                    <a:pos x="30" y="0"/>
                  </a:cxn>
                  <a:cxn ang="0">
                    <a:pos x="26" y="2"/>
                  </a:cxn>
                  <a:cxn ang="0">
                    <a:pos x="23" y="0"/>
                  </a:cxn>
                  <a:cxn ang="0">
                    <a:pos x="17" y="0"/>
                  </a:cxn>
                  <a:cxn ang="0">
                    <a:pos x="13" y="2"/>
                  </a:cxn>
                  <a:cxn ang="0">
                    <a:pos x="8" y="5"/>
                  </a:cxn>
                  <a:cxn ang="0">
                    <a:pos x="5" y="7"/>
                  </a:cxn>
                  <a:cxn ang="0">
                    <a:pos x="2" y="12"/>
                  </a:cxn>
                  <a:cxn ang="0">
                    <a:pos x="4" y="15"/>
                  </a:cxn>
                  <a:cxn ang="0">
                    <a:pos x="0" y="18"/>
                  </a:cxn>
                  <a:cxn ang="0">
                    <a:pos x="1" y="21"/>
                  </a:cxn>
                </a:cxnLst>
                <a:rect l="0" t="0" r="0" b="0"/>
                <a:pathLst>
                  <a:path w="33" h="25">
                    <a:moveTo>
                      <a:pt x="1" y="21"/>
                    </a:moveTo>
                    <a:lnTo>
                      <a:pt x="7" y="21"/>
                    </a:lnTo>
                    <a:lnTo>
                      <a:pt x="8" y="24"/>
                    </a:lnTo>
                    <a:lnTo>
                      <a:pt x="16" y="24"/>
                    </a:lnTo>
                    <a:lnTo>
                      <a:pt x="21" y="24"/>
                    </a:lnTo>
                    <a:lnTo>
                      <a:pt x="26" y="21"/>
                    </a:lnTo>
                    <a:lnTo>
                      <a:pt x="23" y="18"/>
                    </a:lnTo>
                    <a:lnTo>
                      <a:pt x="27" y="16"/>
                    </a:lnTo>
                    <a:lnTo>
                      <a:pt x="30" y="11"/>
                    </a:lnTo>
                    <a:lnTo>
                      <a:pt x="29" y="8"/>
                    </a:lnTo>
                    <a:lnTo>
                      <a:pt x="32" y="2"/>
                    </a:lnTo>
                    <a:lnTo>
                      <a:pt x="30" y="0"/>
                    </a:lnTo>
                    <a:lnTo>
                      <a:pt x="26" y="2"/>
                    </a:lnTo>
                    <a:lnTo>
                      <a:pt x="23" y="0"/>
                    </a:lnTo>
                    <a:lnTo>
                      <a:pt x="17" y="0"/>
                    </a:lnTo>
                    <a:lnTo>
                      <a:pt x="13" y="2"/>
                    </a:lnTo>
                    <a:lnTo>
                      <a:pt x="8" y="5"/>
                    </a:lnTo>
                    <a:lnTo>
                      <a:pt x="5" y="7"/>
                    </a:lnTo>
                    <a:lnTo>
                      <a:pt x="2"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72" name="Line 43"/>
              <p:cNvSpPr/>
              <p:nvPr/>
            </p:nvSpPr>
            <p:spPr>
              <a:xfrm flipV="1">
                <a:off x="1667" y="1330"/>
                <a:ext cx="7" cy="14"/>
              </a:xfrm>
              <a:prstGeom prst="line">
                <a:avLst/>
              </a:prstGeom>
              <a:ln w="12700" cap="flat" cmpd="sng">
                <a:solidFill>
                  <a:schemeClr val="tx1"/>
                </a:solidFill>
                <a:prstDash val="solid"/>
                <a:headEnd type="none" w="med" len="med"/>
                <a:tailEnd type="none" w="med" len="med"/>
              </a:ln>
            </p:spPr>
          </p:sp>
          <p:sp>
            <p:nvSpPr>
              <p:cNvPr id="48173" name="Line 44"/>
              <p:cNvSpPr/>
              <p:nvPr/>
            </p:nvSpPr>
            <p:spPr>
              <a:xfrm flipV="1">
                <a:off x="1666" y="1325"/>
                <a:ext cx="11" cy="14"/>
              </a:xfrm>
              <a:prstGeom prst="line">
                <a:avLst/>
              </a:prstGeom>
              <a:ln w="12700" cap="flat" cmpd="sng">
                <a:solidFill>
                  <a:schemeClr val="tx1"/>
                </a:solidFill>
                <a:prstDash val="solid"/>
                <a:headEnd type="none" w="med" len="med"/>
                <a:tailEnd type="none" w="med" len="med"/>
              </a:ln>
            </p:spPr>
          </p:sp>
          <p:sp>
            <p:nvSpPr>
              <p:cNvPr id="48174" name="Freeform 45"/>
              <p:cNvSpPr/>
              <p:nvPr/>
            </p:nvSpPr>
            <p:spPr>
              <a:xfrm>
                <a:off x="1667" y="1320"/>
                <a:ext cx="35" cy="33"/>
              </a:xfrm>
              <a:custGeom>
                <a:avLst/>
                <a:gdLst/>
                <a:ahLst/>
                <a:cxnLst>
                  <a:cxn ang="0">
                    <a:pos x="27" y="24"/>
                  </a:cxn>
                  <a:cxn ang="0">
                    <a:pos x="34" y="20"/>
                  </a:cxn>
                  <a:cxn ang="0">
                    <a:pos x="32" y="16"/>
                  </a:cxn>
                  <a:cxn ang="0">
                    <a:pos x="24" y="2"/>
                  </a:cxn>
                  <a:cxn ang="0">
                    <a:pos x="23" y="0"/>
                  </a:cxn>
                  <a:cxn ang="0">
                    <a:pos x="14" y="4"/>
                  </a:cxn>
                  <a:cxn ang="0">
                    <a:pos x="8" y="8"/>
                  </a:cxn>
                  <a:cxn ang="0">
                    <a:pos x="5" y="20"/>
                  </a:cxn>
                  <a:cxn ang="0">
                    <a:pos x="0" y="29"/>
                  </a:cxn>
                  <a:cxn ang="0">
                    <a:pos x="1" y="32"/>
                  </a:cxn>
                  <a:cxn ang="0">
                    <a:pos x="8" y="27"/>
                  </a:cxn>
                  <a:cxn ang="0">
                    <a:pos x="10" y="30"/>
                  </a:cxn>
                  <a:cxn ang="0">
                    <a:pos x="19" y="29"/>
                  </a:cxn>
                  <a:cxn ang="0">
                    <a:pos x="27" y="24"/>
                  </a:cxn>
                </a:cxnLst>
                <a:rect l="0" t="0" r="0" b="0"/>
                <a:pathLst>
                  <a:path w="35" h="33">
                    <a:moveTo>
                      <a:pt x="27" y="24"/>
                    </a:moveTo>
                    <a:lnTo>
                      <a:pt x="34" y="20"/>
                    </a:lnTo>
                    <a:lnTo>
                      <a:pt x="32" y="16"/>
                    </a:lnTo>
                    <a:lnTo>
                      <a:pt x="24" y="2"/>
                    </a:lnTo>
                    <a:lnTo>
                      <a:pt x="23" y="0"/>
                    </a:lnTo>
                    <a:lnTo>
                      <a:pt x="14" y="4"/>
                    </a:lnTo>
                    <a:lnTo>
                      <a:pt x="8" y="8"/>
                    </a:lnTo>
                    <a:lnTo>
                      <a:pt x="5" y="20"/>
                    </a:lnTo>
                    <a:lnTo>
                      <a:pt x="0" y="29"/>
                    </a:lnTo>
                    <a:lnTo>
                      <a:pt x="1" y="32"/>
                    </a:lnTo>
                    <a:lnTo>
                      <a:pt x="8" y="27"/>
                    </a:lnTo>
                    <a:lnTo>
                      <a:pt x="10" y="30"/>
                    </a:lnTo>
                    <a:lnTo>
                      <a:pt x="19" y="29"/>
                    </a:lnTo>
                    <a:lnTo>
                      <a:pt x="27"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75" name="Freeform 46"/>
              <p:cNvSpPr/>
              <p:nvPr/>
            </p:nvSpPr>
            <p:spPr>
              <a:xfrm>
                <a:off x="1661" y="1328"/>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76" name="Freeform 47"/>
              <p:cNvSpPr/>
              <p:nvPr/>
            </p:nvSpPr>
            <p:spPr>
              <a:xfrm>
                <a:off x="1685" y="1322"/>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77" name="Line 48"/>
              <p:cNvSpPr/>
              <p:nvPr/>
            </p:nvSpPr>
            <p:spPr>
              <a:xfrm flipV="1">
                <a:off x="1691" y="1336"/>
                <a:ext cx="6" cy="14"/>
              </a:xfrm>
              <a:prstGeom prst="line">
                <a:avLst/>
              </a:prstGeom>
              <a:ln w="12700" cap="flat" cmpd="sng">
                <a:solidFill>
                  <a:schemeClr val="tx1"/>
                </a:solidFill>
                <a:prstDash val="solid"/>
                <a:headEnd type="none" w="med" len="med"/>
                <a:tailEnd type="none" w="med" len="med"/>
              </a:ln>
            </p:spPr>
          </p:sp>
          <p:sp>
            <p:nvSpPr>
              <p:cNvPr id="48178" name="Line 49"/>
              <p:cNvSpPr/>
              <p:nvPr/>
            </p:nvSpPr>
            <p:spPr>
              <a:xfrm flipV="1">
                <a:off x="1690" y="1331"/>
                <a:ext cx="6" cy="13"/>
              </a:xfrm>
              <a:prstGeom prst="line">
                <a:avLst/>
              </a:prstGeom>
              <a:ln w="12700" cap="flat" cmpd="sng">
                <a:solidFill>
                  <a:schemeClr val="tx1"/>
                </a:solidFill>
                <a:prstDash val="solid"/>
                <a:headEnd type="none" w="med" len="med"/>
                <a:tailEnd type="none" w="med" len="med"/>
              </a:ln>
            </p:spPr>
          </p:sp>
          <p:sp>
            <p:nvSpPr>
              <p:cNvPr id="48179" name="Freeform 50"/>
              <p:cNvSpPr/>
              <p:nvPr/>
            </p:nvSpPr>
            <p:spPr>
              <a:xfrm>
                <a:off x="1686" y="1329"/>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80" name="Freeform 51"/>
              <p:cNvSpPr/>
              <p:nvPr/>
            </p:nvSpPr>
            <p:spPr>
              <a:xfrm>
                <a:off x="1686" y="1336"/>
                <a:ext cx="37" cy="23"/>
              </a:xfrm>
              <a:custGeom>
                <a:avLst/>
                <a:gdLst/>
                <a:ahLst/>
                <a:cxnLst>
                  <a:cxn ang="0">
                    <a:pos x="0" y="9"/>
                  </a:cxn>
                  <a:cxn ang="0">
                    <a:pos x="31" y="0"/>
                  </a:cxn>
                  <a:cxn ang="0">
                    <a:pos x="36" y="12"/>
                  </a:cxn>
                  <a:cxn ang="0">
                    <a:pos x="2" y="22"/>
                  </a:cxn>
                  <a:cxn ang="0">
                    <a:pos x="0" y="7"/>
                  </a:cxn>
                  <a:cxn ang="0">
                    <a:pos x="0" y="9"/>
                  </a:cxn>
                </a:cxnLst>
                <a:rect l="0" t="0" r="0" b="0"/>
                <a:pathLst>
                  <a:path w="37" h="23">
                    <a:moveTo>
                      <a:pt x="0" y="9"/>
                    </a:moveTo>
                    <a:lnTo>
                      <a:pt x="31" y="0"/>
                    </a:lnTo>
                    <a:lnTo>
                      <a:pt x="36"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81" name="Freeform 52"/>
              <p:cNvSpPr/>
              <p:nvPr/>
            </p:nvSpPr>
            <p:spPr>
              <a:xfrm>
                <a:off x="1707" y="1329"/>
                <a:ext cx="29" cy="25"/>
              </a:xfrm>
              <a:custGeom>
                <a:avLst/>
                <a:gdLst/>
                <a:ahLst/>
                <a:cxnLst>
                  <a:cxn ang="0">
                    <a:pos x="0" y="18"/>
                  </a:cxn>
                  <a:cxn ang="0">
                    <a:pos x="1" y="21"/>
                  </a:cxn>
                  <a:cxn ang="0">
                    <a:pos x="7" y="21"/>
                  </a:cxn>
                  <a:cxn ang="0">
                    <a:pos x="8" y="24"/>
                  </a:cxn>
                  <a:cxn ang="0">
                    <a:pos x="14" y="24"/>
                  </a:cxn>
                  <a:cxn ang="0">
                    <a:pos x="18" y="22"/>
                  </a:cxn>
                  <a:cxn ang="0">
                    <a:pos x="22" y="19"/>
                  </a:cxn>
                  <a:cxn ang="0">
                    <a:pos x="25" y="16"/>
                  </a:cxn>
                  <a:cxn ang="0">
                    <a:pos x="28" y="12"/>
                  </a:cxn>
                  <a:cxn ang="0">
                    <a:pos x="26" y="9"/>
                  </a:cxn>
                  <a:cxn ang="0">
                    <a:pos x="28" y="4"/>
                  </a:cxn>
                  <a:cxn ang="0">
                    <a:pos x="26" y="1"/>
                  </a:cxn>
                  <a:cxn ang="0">
                    <a:pos x="21" y="1"/>
                  </a:cxn>
                  <a:cxn ang="0">
                    <a:pos x="15" y="1"/>
                  </a:cxn>
                  <a:cxn ang="0">
                    <a:pos x="9" y="0"/>
                  </a:cxn>
                  <a:cxn ang="0">
                    <a:pos x="7" y="2"/>
                  </a:cxn>
                  <a:cxn ang="0">
                    <a:pos x="8" y="5"/>
                  </a:cxn>
                  <a:cxn ang="0">
                    <a:pos x="4" y="8"/>
                  </a:cxn>
                  <a:cxn ang="0">
                    <a:pos x="1" y="12"/>
                  </a:cxn>
                  <a:cxn ang="0">
                    <a:pos x="0" y="18"/>
                  </a:cxn>
                </a:cxnLst>
                <a:rect l="0" t="0" r="0" b="0"/>
                <a:pathLst>
                  <a:path w="29" h="25">
                    <a:moveTo>
                      <a:pt x="0" y="18"/>
                    </a:moveTo>
                    <a:lnTo>
                      <a:pt x="1" y="21"/>
                    </a:lnTo>
                    <a:lnTo>
                      <a:pt x="7" y="21"/>
                    </a:lnTo>
                    <a:lnTo>
                      <a:pt x="8" y="24"/>
                    </a:lnTo>
                    <a:lnTo>
                      <a:pt x="14" y="24"/>
                    </a:lnTo>
                    <a:lnTo>
                      <a:pt x="18" y="22"/>
                    </a:lnTo>
                    <a:lnTo>
                      <a:pt x="22" y="19"/>
                    </a:lnTo>
                    <a:lnTo>
                      <a:pt x="25" y="16"/>
                    </a:lnTo>
                    <a:lnTo>
                      <a:pt x="28" y="12"/>
                    </a:lnTo>
                    <a:lnTo>
                      <a:pt x="26" y="9"/>
                    </a:lnTo>
                    <a:lnTo>
                      <a:pt x="28" y="4"/>
                    </a:lnTo>
                    <a:lnTo>
                      <a:pt x="26" y="1"/>
                    </a:lnTo>
                    <a:lnTo>
                      <a:pt x="21" y="1"/>
                    </a:lnTo>
                    <a:lnTo>
                      <a:pt x="15" y="1"/>
                    </a:lnTo>
                    <a:lnTo>
                      <a:pt x="9" y="0"/>
                    </a:lnTo>
                    <a:lnTo>
                      <a:pt x="7"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82" name="Line 53"/>
              <p:cNvSpPr/>
              <p:nvPr/>
            </p:nvSpPr>
            <p:spPr>
              <a:xfrm flipV="1">
                <a:off x="1685" y="1355"/>
                <a:ext cx="10" cy="16"/>
              </a:xfrm>
              <a:prstGeom prst="line">
                <a:avLst/>
              </a:prstGeom>
              <a:ln w="12700" cap="flat" cmpd="sng">
                <a:solidFill>
                  <a:schemeClr val="tx1"/>
                </a:solidFill>
                <a:prstDash val="solid"/>
                <a:headEnd type="none" w="med" len="med"/>
                <a:tailEnd type="none" w="med" len="med"/>
              </a:ln>
            </p:spPr>
          </p:sp>
          <p:sp>
            <p:nvSpPr>
              <p:cNvPr id="48183" name="Line 54"/>
              <p:cNvSpPr/>
              <p:nvPr/>
            </p:nvSpPr>
            <p:spPr>
              <a:xfrm flipV="1">
                <a:off x="1687" y="1355"/>
                <a:ext cx="6" cy="11"/>
              </a:xfrm>
              <a:prstGeom prst="line">
                <a:avLst/>
              </a:prstGeom>
              <a:ln w="12700" cap="flat" cmpd="sng">
                <a:solidFill>
                  <a:schemeClr val="tx1"/>
                </a:solidFill>
                <a:prstDash val="solid"/>
                <a:headEnd type="none" w="med" len="med"/>
                <a:tailEnd type="none" w="med" len="med"/>
              </a:ln>
            </p:spPr>
          </p:sp>
          <p:sp>
            <p:nvSpPr>
              <p:cNvPr id="48184" name="Freeform 55"/>
              <p:cNvSpPr/>
              <p:nvPr/>
            </p:nvSpPr>
            <p:spPr>
              <a:xfrm>
                <a:off x="1685" y="1350"/>
                <a:ext cx="37" cy="27"/>
              </a:xfrm>
              <a:custGeom>
                <a:avLst/>
                <a:gdLst/>
                <a:ahLst/>
                <a:cxnLst>
                  <a:cxn ang="0">
                    <a:pos x="26" y="23"/>
                  </a:cxn>
                  <a:cxn ang="0">
                    <a:pos x="31" y="19"/>
                  </a:cxn>
                  <a:cxn ang="0">
                    <a:pos x="30" y="17"/>
                  </a:cxn>
                  <a:cxn ang="0">
                    <a:pos x="36" y="10"/>
                  </a:cxn>
                  <a:cxn ang="0">
                    <a:pos x="29" y="0"/>
                  </a:cxn>
                  <a:cxn ang="0">
                    <a:pos x="20" y="1"/>
                  </a:cxn>
                  <a:cxn ang="0">
                    <a:pos x="15" y="4"/>
                  </a:cxn>
                  <a:cxn ang="0">
                    <a:pos x="8" y="8"/>
                  </a:cxn>
                  <a:cxn ang="0">
                    <a:pos x="4" y="15"/>
                  </a:cxn>
                  <a:cxn ang="0">
                    <a:pos x="5" y="17"/>
                  </a:cxn>
                  <a:cxn ang="0">
                    <a:pos x="0" y="20"/>
                  </a:cxn>
                  <a:cxn ang="0">
                    <a:pos x="1" y="23"/>
                  </a:cxn>
                  <a:cxn ang="0">
                    <a:pos x="9" y="23"/>
                  </a:cxn>
                  <a:cxn ang="0">
                    <a:pos x="11" y="26"/>
                  </a:cxn>
                  <a:cxn ang="0">
                    <a:pos x="18" y="24"/>
                  </a:cxn>
                  <a:cxn ang="0">
                    <a:pos x="26" y="23"/>
                  </a:cxn>
                </a:cxnLst>
                <a:rect l="0" t="0" r="0" b="0"/>
                <a:pathLst>
                  <a:path w="37" h="27">
                    <a:moveTo>
                      <a:pt x="26" y="23"/>
                    </a:moveTo>
                    <a:lnTo>
                      <a:pt x="31" y="19"/>
                    </a:lnTo>
                    <a:lnTo>
                      <a:pt x="30" y="17"/>
                    </a:lnTo>
                    <a:lnTo>
                      <a:pt x="36" y="10"/>
                    </a:lnTo>
                    <a:lnTo>
                      <a:pt x="29" y="0"/>
                    </a:lnTo>
                    <a:lnTo>
                      <a:pt x="20" y="1"/>
                    </a:lnTo>
                    <a:lnTo>
                      <a:pt x="15" y="4"/>
                    </a:lnTo>
                    <a:lnTo>
                      <a:pt x="8" y="8"/>
                    </a:lnTo>
                    <a:lnTo>
                      <a:pt x="4" y="15"/>
                    </a:lnTo>
                    <a:lnTo>
                      <a:pt x="5" y="17"/>
                    </a:lnTo>
                    <a:lnTo>
                      <a:pt x="0" y="20"/>
                    </a:lnTo>
                    <a:lnTo>
                      <a:pt x="1" y="23"/>
                    </a:lnTo>
                    <a:lnTo>
                      <a:pt x="9" y="23"/>
                    </a:lnTo>
                    <a:lnTo>
                      <a:pt x="11" y="26"/>
                    </a:lnTo>
                    <a:lnTo>
                      <a:pt x="18" y="24"/>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85" name="Freeform 56"/>
              <p:cNvSpPr/>
              <p:nvPr/>
            </p:nvSpPr>
            <p:spPr>
              <a:xfrm>
                <a:off x="1681" y="1356"/>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86" name="Freeform 57"/>
              <p:cNvSpPr/>
              <p:nvPr/>
            </p:nvSpPr>
            <p:spPr>
              <a:xfrm>
                <a:off x="1701" y="1346"/>
                <a:ext cx="33" cy="25"/>
              </a:xfrm>
              <a:custGeom>
                <a:avLst/>
                <a:gdLst/>
                <a:ahLst/>
                <a:cxnLst>
                  <a:cxn ang="0">
                    <a:pos x="1" y="22"/>
                  </a:cxn>
                  <a:cxn ang="0">
                    <a:pos x="8" y="22"/>
                  </a:cxn>
                  <a:cxn ang="0">
                    <a:pos x="13" y="24"/>
                  </a:cxn>
                  <a:cxn ang="0">
                    <a:pos x="20" y="24"/>
                  </a:cxn>
                  <a:cxn ang="0">
                    <a:pos x="25" y="21"/>
                  </a:cxn>
                  <a:cxn ang="0">
                    <a:pos x="27" y="15"/>
                  </a:cxn>
                  <a:cxn ang="0">
                    <a:pos x="29" y="9"/>
                  </a:cxn>
                  <a:cxn ang="0">
                    <a:pos x="32" y="4"/>
                  </a:cxn>
                  <a:cxn ang="0">
                    <a:pos x="30" y="1"/>
                  </a:cxn>
                  <a:cxn ang="0">
                    <a:pos x="25" y="4"/>
                  </a:cxn>
                  <a:cxn ang="0">
                    <a:pos x="23" y="0"/>
                  </a:cxn>
                  <a:cxn ang="0">
                    <a:pos x="18" y="0"/>
                  </a:cxn>
                  <a:cxn ang="0">
                    <a:pos x="13" y="2"/>
                  </a:cxn>
                  <a:cxn ang="0">
                    <a:pos x="9" y="5"/>
                  </a:cxn>
                  <a:cxn ang="0">
                    <a:pos x="4" y="7"/>
                  </a:cxn>
                  <a:cxn ang="0">
                    <a:pos x="2" y="14"/>
                  </a:cxn>
                  <a:cxn ang="0">
                    <a:pos x="4" y="16"/>
                  </a:cxn>
                  <a:cxn ang="0">
                    <a:pos x="0" y="19"/>
                  </a:cxn>
                  <a:cxn ang="0">
                    <a:pos x="1" y="22"/>
                  </a:cxn>
                </a:cxnLst>
                <a:rect l="0" t="0" r="0" b="0"/>
                <a:pathLst>
                  <a:path w="33" h="25">
                    <a:moveTo>
                      <a:pt x="1" y="22"/>
                    </a:moveTo>
                    <a:lnTo>
                      <a:pt x="8" y="22"/>
                    </a:lnTo>
                    <a:lnTo>
                      <a:pt x="13" y="24"/>
                    </a:lnTo>
                    <a:lnTo>
                      <a:pt x="20" y="24"/>
                    </a:lnTo>
                    <a:lnTo>
                      <a:pt x="25" y="21"/>
                    </a:lnTo>
                    <a:lnTo>
                      <a:pt x="27" y="15"/>
                    </a:lnTo>
                    <a:lnTo>
                      <a:pt x="29" y="9"/>
                    </a:lnTo>
                    <a:lnTo>
                      <a:pt x="32" y="4"/>
                    </a:lnTo>
                    <a:lnTo>
                      <a:pt x="30" y="1"/>
                    </a:lnTo>
                    <a:lnTo>
                      <a:pt x="25" y="4"/>
                    </a:lnTo>
                    <a:lnTo>
                      <a:pt x="23" y="0"/>
                    </a:lnTo>
                    <a:lnTo>
                      <a:pt x="18" y="0"/>
                    </a:lnTo>
                    <a:lnTo>
                      <a:pt x="13" y="2"/>
                    </a:lnTo>
                    <a:lnTo>
                      <a:pt x="9" y="5"/>
                    </a:lnTo>
                    <a:lnTo>
                      <a:pt x="4" y="7"/>
                    </a:lnTo>
                    <a:lnTo>
                      <a:pt x="2" y="14"/>
                    </a:lnTo>
                    <a:lnTo>
                      <a:pt x="4" y="16"/>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87" name="Line 58"/>
              <p:cNvSpPr/>
              <p:nvPr/>
            </p:nvSpPr>
            <p:spPr>
              <a:xfrm flipV="1">
                <a:off x="1661" y="1378"/>
                <a:ext cx="10" cy="14"/>
              </a:xfrm>
              <a:prstGeom prst="line">
                <a:avLst/>
              </a:prstGeom>
              <a:ln w="12700" cap="flat" cmpd="sng">
                <a:solidFill>
                  <a:schemeClr val="tx1"/>
                </a:solidFill>
                <a:prstDash val="solid"/>
                <a:headEnd type="none" w="med" len="med"/>
                <a:tailEnd type="none" w="med" len="med"/>
              </a:ln>
            </p:spPr>
          </p:sp>
          <p:sp>
            <p:nvSpPr>
              <p:cNvPr id="48188" name="Line 59"/>
              <p:cNvSpPr/>
              <p:nvPr/>
            </p:nvSpPr>
            <p:spPr>
              <a:xfrm flipV="1">
                <a:off x="1664" y="1374"/>
                <a:ext cx="5" cy="14"/>
              </a:xfrm>
              <a:prstGeom prst="line">
                <a:avLst/>
              </a:prstGeom>
              <a:ln w="12700" cap="flat" cmpd="sng">
                <a:solidFill>
                  <a:schemeClr val="tx1"/>
                </a:solidFill>
                <a:prstDash val="solid"/>
                <a:headEnd type="none" w="med" len="med"/>
                <a:tailEnd type="none" w="med" len="med"/>
              </a:ln>
            </p:spPr>
          </p:sp>
          <p:sp>
            <p:nvSpPr>
              <p:cNvPr id="48189" name="Freeform 60"/>
              <p:cNvSpPr/>
              <p:nvPr/>
            </p:nvSpPr>
            <p:spPr>
              <a:xfrm>
                <a:off x="1659" y="1375"/>
                <a:ext cx="37" cy="30"/>
              </a:xfrm>
              <a:custGeom>
                <a:avLst/>
                <a:gdLst/>
                <a:ahLst/>
                <a:cxnLst>
                  <a:cxn ang="0">
                    <a:pos x="29" y="20"/>
                  </a:cxn>
                  <a:cxn ang="0">
                    <a:pos x="28" y="17"/>
                  </a:cxn>
                  <a:cxn ang="0">
                    <a:pos x="36" y="13"/>
                  </a:cxn>
                  <a:cxn ang="0">
                    <a:pos x="28" y="0"/>
                  </a:cxn>
                  <a:cxn ang="0">
                    <a:pos x="20" y="4"/>
                  </a:cxn>
                  <a:cxn ang="0">
                    <a:pos x="18" y="1"/>
                  </a:cxn>
                  <a:cxn ang="0">
                    <a:pos x="12" y="6"/>
                  </a:cxn>
                  <a:cxn ang="0">
                    <a:pos x="13" y="9"/>
                  </a:cxn>
                  <a:cxn ang="0">
                    <a:pos x="6" y="13"/>
                  </a:cxn>
                  <a:cxn ang="0">
                    <a:pos x="0" y="20"/>
                  </a:cxn>
                  <a:cxn ang="0">
                    <a:pos x="2" y="23"/>
                  </a:cxn>
                  <a:cxn ang="0">
                    <a:pos x="4" y="26"/>
                  </a:cxn>
                  <a:cxn ang="0">
                    <a:pos x="5" y="29"/>
                  </a:cxn>
                  <a:cxn ang="0">
                    <a:pos x="14" y="27"/>
                  </a:cxn>
                  <a:cxn ang="0">
                    <a:pos x="21" y="22"/>
                  </a:cxn>
                  <a:cxn ang="0">
                    <a:pos x="22" y="24"/>
                  </a:cxn>
                  <a:cxn ang="0">
                    <a:pos x="29" y="20"/>
                  </a:cxn>
                </a:cxnLst>
                <a:rect l="0" t="0" r="0" b="0"/>
                <a:pathLst>
                  <a:path w="37" h="30">
                    <a:moveTo>
                      <a:pt x="29" y="20"/>
                    </a:moveTo>
                    <a:lnTo>
                      <a:pt x="28" y="17"/>
                    </a:lnTo>
                    <a:lnTo>
                      <a:pt x="36" y="13"/>
                    </a:lnTo>
                    <a:lnTo>
                      <a:pt x="28" y="0"/>
                    </a:lnTo>
                    <a:lnTo>
                      <a:pt x="20" y="4"/>
                    </a:lnTo>
                    <a:lnTo>
                      <a:pt x="18" y="1"/>
                    </a:lnTo>
                    <a:lnTo>
                      <a:pt x="12" y="6"/>
                    </a:lnTo>
                    <a:lnTo>
                      <a:pt x="13" y="9"/>
                    </a:lnTo>
                    <a:lnTo>
                      <a:pt x="6" y="13"/>
                    </a:lnTo>
                    <a:lnTo>
                      <a:pt x="0" y="20"/>
                    </a:lnTo>
                    <a:lnTo>
                      <a:pt x="2" y="23"/>
                    </a:lnTo>
                    <a:lnTo>
                      <a:pt x="4" y="26"/>
                    </a:lnTo>
                    <a:lnTo>
                      <a:pt x="5" y="29"/>
                    </a:lnTo>
                    <a:lnTo>
                      <a:pt x="14" y="27"/>
                    </a:lnTo>
                    <a:lnTo>
                      <a:pt x="21" y="22"/>
                    </a:lnTo>
                    <a:lnTo>
                      <a:pt x="22" y="24"/>
                    </a:lnTo>
                    <a:lnTo>
                      <a:pt x="29"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90" name="Freeform 61"/>
              <p:cNvSpPr/>
              <p:nvPr/>
            </p:nvSpPr>
            <p:spPr>
              <a:xfrm>
                <a:off x="1656" y="1381"/>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91" name="Freeform 62"/>
              <p:cNvSpPr/>
              <p:nvPr/>
            </p:nvSpPr>
            <p:spPr>
              <a:xfrm>
                <a:off x="1673" y="1368"/>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92" name="Line 63"/>
              <p:cNvSpPr/>
              <p:nvPr/>
            </p:nvSpPr>
            <p:spPr>
              <a:xfrm flipV="1">
                <a:off x="1654" y="1366"/>
                <a:ext cx="12" cy="18"/>
              </a:xfrm>
              <a:prstGeom prst="line">
                <a:avLst/>
              </a:prstGeom>
              <a:ln w="12700" cap="flat" cmpd="sng">
                <a:solidFill>
                  <a:schemeClr val="tx1"/>
                </a:solidFill>
                <a:prstDash val="solid"/>
                <a:headEnd type="none" w="med" len="med"/>
                <a:tailEnd type="none" w="med" len="med"/>
              </a:ln>
            </p:spPr>
          </p:sp>
          <p:sp>
            <p:nvSpPr>
              <p:cNvPr id="48193" name="Line 64"/>
              <p:cNvSpPr/>
              <p:nvPr/>
            </p:nvSpPr>
            <p:spPr>
              <a:xfrm flipV="1">
                <a:off x="1655" y="1368"/>
                <a:ext cx="10" cy="10"/>
              </a:xfrm>
              <a:prstGeom prst="line">
                <a:avLst/>
              </a:prstGeom>
              <a:ln w="12700" cap="flat" cmpd="sng">
                <a:solidFill>
                  <a:schemeClr val="tx1"/>
                </a:solidFill>
                <a:prstDash val="solid"/>
                <a:headEnd type="none" w="med" len="med"/>
                <a:tailEnd type="none" w="med" len="med"/>
              </a:ln>
            </p:spPr>
          </p:sp>
          <p:sp>
            <p:nvSpPr>
              <p:cNvPr id="48194" name="Freeform 65"/>
              <p:cNvSpPr/>
              <p:nvPr/>
            </p:nvSpPr>
            <p:spPr>
              <a:xfrm>
                <a:off x="1648" y="1364"/>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95" name="Freeform 66"/>
              <p:cNvSpPr/>
              <p:nvPr/>
            </p:nvSpPr>
            <p:spPr>
              <a:xfrm>
                <a:off x="1646" y="1368"/>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196" name="Freeform 67"/>
              <p:cNvSpPr/>
              <p:nvPr/>
            </p:nvSpPr>
            <p:spPr>
              <a:xfrm>
                <a:off x="1670" y="1358"/>
                <a:ext cx="32" cy="27"/>
              </a:xfrm>
              <a:custGeom>
                <a:avLst/>
                <a:gdLst/>
                <a:ahLst/>
                <a:cxnLst>
                  <a:cxn ang="0">
                    <a:pos x="1" y="20"/>
                  </a:cxn>
                  <a:cxn ang="0">
                    <a:pos x="4" y="23"/>
                  </a:cxn>
                  <a:cxn ang="0">
                    <a:pos x="5" y="26"/>
                  </a:cxn>
                  <a:cxn ang="0">
                    <a:pos x="10" y="26"/>
                  </a:cxn>
                  <a:cxn ang="0">
                    <a:pos x="16" y="23"/>
                  </a:cxn>
                  <a:cxn ang="0">
                    <a:pos x="17" y="26"/>
                  </a:cxn>
                  <a:cxn ang="0">
                    <a:pos x="21" y="23"/>
                  </a:cxn>
                  <a:cxn ang="0">
                    <a:pos x="31" y="5"/>
                  </a:cxn>
                  <a:cxn ang="0">
                    <a:pos x="28" y="0"/>
                  </a:cxn>
                  <a:cxn ang="0">
                    <a:pos x="10" y="2"/>
                  </a:cxn>
                  <a:cxn ang="0">
                    <a:pos x="6" y="5"/>
                  </a:cxn>
                  <a:cxn ang="0">
                    <a:pos x="8" y="8"/>
                  </a:cxn>
                  <a:cxn ang="0">
                    <a:pos x="4" y="11"/>
                  </a:cxn>
                  <a:cxn ang="0">
                    <a:pos x="0" y="18"/>
                  </a:cxn>
                  <a:cxn ang="0">
                    <a:pos x="1" y="20"/>
                  </a:cxn>
                </a:cxnLst>
                <a:rect l="0" t="0" r="0" b="0"/>
                <a:pathLst>
                  <a:path w="32" h="27">
                    <a:moveTo>
                      <a:pt x="1" y="20"/>
                    </a:moveTo>
                    <a:lnTo>
                      <a:pt x="4" y="23"/>
                    </a:lnTo>
                    <a:lnTo>
                      <a:pt x="5" y="26"/>
                    </a:lnTo>
                    <a:lnTo>
                      <a:pt x="10" y="26"/>
                    </a:lnTo>
                    <a:lnTo>
                      <a:pt x="16" y="23"/>
                    </a:lnTo>
                    <a:lnTo>
                      <a:pt x="17" y="26"/>
                    </a:lnTo>
                    <a:lnTo>
                      <a:pt x="21" y="23"/>
                    </a:lnTo>
                    <a:lnTo>
                      <a:pt x="31" y="5"/>
                    </a:lnTo>
                    <a:lnTo>
                      <a:pt x="28" y="0"/>
                    </a:lnTo>
                    <a:lnTo>
                      <a:pt x="10" y="2"/>
                    </a:lnTo>
                    <a:lnTo>
                      <a:pt x="6" y="5"/>
                    </a:lnTo>
                    <a:lnTo>
                      <a:pt x="8" y="8"/>
                    </a:lnTo>
                    <a:lnTo>
                      <a:pt x="4" y="11"/>
                    </a:lnTo>
                    <a:lnTo>
                      <a:pt x="0" y="18"/>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197" name="Line 68"/>
              <p:cNvSpPr/>
              <p:nvPr/>
            </p:nvSpPr>
            <p:spPr>
              <a:xfrm flipV="1">
                <a:off x="1635" y="1372"/>
                <a:ext cx="5" cy="13"/>
              </a:xfrm>
              <a:prstGeom prst="line">
                <a:avLst/>
              </a:prstGeom>
              <a:ln w="12700" cap="flat" cmpd="sng">
                <a:solidFill>
                  <a:schemeClr val="tx1"/>
                </a:solidFill>
                <a:prstDash val="solid"/>
                <a:headEnd type="none" w="med" len="med"/>
                <a:tailEnd type="none" w="med" len="med"/>
              </a:ln>
            </p:spPr>
          </p:sp>
          <p:sp>
            <p:nvSpPr>
              <p:cNvPr id="48198" name="Line 69"/>
              <p:cNvSpPr/>
              <p:nvPr/>
            </p:nvSpPr>
            <p:spPr>
              <a:xfrm flipV="1">
                <a:off x="1631" y="1368"/>
                <a:ext cx="10" cy="13"/>
              </a:xfrm>
              <a:prstGeom prst="line">
                <a:avLst/>
              </a:prstGeom>
              <a:ln w="12700" cap="flat" cmpd="sng">
                <a:solidFill>
                  <a:schemeClr val="tx1"/>
                </a:solidFill>
                <a:prstDash val="solid"/>
                <a:headEnd type="none" w="med" len="med"/>
                <a:tailEnd type="none" w="med" len="med"/>
              </a:ln>
            </p:spPr>
          </p:sp>
          <p:sp>
            <p:nvSpPr>
              <p:cNvPr id="48199" name="Freeform 70"/>
              <p:cNvSpPr/>
              <p:nvPr/>
            </p:nvSpPr>
            <p:spPr>
              <a:xfrm>
                <a:off x="1633" y="1365"/>
                <a:ext cx="35" cy="27"/>
              </a:xfrm>
              <a:custGeom>
                <a:avLst/>
                <a:gdLst/>
                <a:ahLst/>
                <a:cxnLst>
                  <a:cxn ang="0">
                    <a:pos x="29" y="20"/>
                  </a:cxn>
                  <a:cxn ang="0">
                    <a:pos x="26" y="17"/>
                  </a:cxn>
                  <a:cxn ang="0">
                    <a:pos x="34" y="13"/>
                  </a:cxn>
                  <a:cxn ang="0">
                    <a:pos x="25" y="0"/>
                  </a:cxn>
                  <a:cxn ang="0">
                    <a:pos x="19" y="4"/>
                  </a:cxn>
                  <a:cxn ang="0">
                    <a:pos x="17" y="1"/>
                  </a:cxn>
                  <a:cxn ang="0">
                    <a:pos x="11" y="4"/>
                  </a:cxn>
                  <a:cxn ang="0">
                    <a:pos x="12" y="6"/>
                  </a:cxn>
                  <a:cxn ang="0">
                    <a:pos x="7" y="10"/>
                  </a:cxn>
                  <a:cxn ang="0">
                    <a:pos x="2" y="16"/>
                  </a:cxn>
                  <a:cxn ang="0">
                    <a:pos x="5" y="19"/>
                  </a:cxn>
                  <a:cxn ang="0">
                    <a:pos x="0" y="23"/>
                  </a:cxn>
                  <a:cxn ang="0">
                    <a:pos x="1" y="26"/>
                  </a:cxn>
                  <a:cxn ang="0">
                    <a:pos x="8" y="24"/>
                  </a:cxn>
                  <a:cxn ang="0">
                    <a:pos x="15" y="24"/>
                  </a:cxn>
                  <a:cxn ang="0">
                    <a:pos x="21" y="20"/>
                  </a:cxn>
                  <a:cxn ang="0">
                    <a:pos x="24" y="23"/>
                  </a:cxn>
                  <a:cxn ang="0">
                    <a:pos x="29" y="20"/>
                  </a:cxn>
                </a:cxnLst>
                <a:rect l="0" t="0" r="0" b="0"/>
                <a:pathLst>
                  <a:path w="35" h="27">
                    <a:moveTo>
                      <a:pt x="29" y="20"/>
                    </a:moveTo>
                    <a:lnTo>
                      <a:pt x="26" y="17"/>
                    </a:lnTo>
                    <a:lnTo>
                      <a:pt x="34" y="13"/>
                    </a:lnTo>
                    <a:lnTo>
                      <a:pt x="25" y="0"/>
                    </a:lnTo>
                    <a:lnTo>
                      <a:pt x="19" y="4"/>
                    </a:lnTo>
                    <a:lnTo>
                      <a:pt x="17" y="1"/>
                    </a:lnTo>
                    <a:lnTo>
                      <a:pt x="11" y="4"/>
                    </a:lnTo>
                    <a:lnTo>
                      <a:pt x="12" y="6"/>
                    </a:lnTo>
                    <a:lnTo>
                      <a:pt x="7" y="10"/>
                    </a:lnTo>
                    <a:lnTo>
                      <a:pt x="2" y="16"/>
                    </a:lnTo>
                    <a:lnTo>
                      <a:pt x="5" y="19"/>
                    </a:lnTo>
                    <a:lnTo>
                      <a:pt x="0" y="23"/>
                    </a:lnTo>
                    <a:lnTo>
                      <a:pt x="1" y="26"/>
                    </a:lnTo>
                    <a:lnTo>
                      <a:pt x="8" y="24"/>
                    </a:lnTo>
                    <a:lnTo>
                      <a:pt x="15" y="24"/>
                    </a:lnTo>
                    <a:lnTo>
                      <a:pt x="21" y="20"/>
                    </a:lnTo>
                    <a:lnTo>
                      <a:pt x="24" y="23"/>
                    </a:lnTo>
                    <a:lnTo>
                      <a:pt x="29"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00" name="Freeform 71"/>
              <p:cNvSpPr/>
              <p:nvPr/>
            </p:nvSpPr>
            <p:spPr>
              <a:xfrm>
                <a:off x="1630" y="1369"/>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01" name="Freeform 72"/>
              <p:cNvSpPr/>
              <p:nvPr/>
            </p:nvSpPr>
            <p:spPr>
              <a:xfrm>
                <a:off x="1646" y="1360"/>
                <a:ext cx="36" cy="29"/>
              </a:xfrm>
              <a:custGeom>
                <a:avLst/>
                <a:gdLst/>
                <a:ahLst/>
                <a:cxnLst>
                  <a:cxn ang="0">
                    <a:pos x="2" y="22"/>
                  </a:cxn>
                  <a:cxn ang="0">
                    <a:pos x="4" y="25"/>
                  </a:cxn>
                  <a:cxn ang="0">
                    <a:pos x="5" y="28"/>
                  </a:cxn>
                  <a:cxn ang="0">
                    <a:pos x="12" y="28"/>
                  </a:cxn>
                  <a:cxn ang="0">
                    <a:pos x="18" y="25"/>
                  </a:cxn>
                  <a:cxn ang="0">
                    <a:pos x="19" y="28"/>
                  </a:cxn>
                  <a:cxn ang="0">
                    <a:pos x="23" y="23"/>
                  </a:cxn>
                  <a:cxn ang="0">
                    <a:pos x="28" y="17"/>
                  </a:cxn>
                  <a:cxn ang="0">
                    <a:pos x="30" y="11"/>
                  </a:cxn>
                  <a:cxn ang="0">
                    <a:pos x="29" y="8"/>
                  </a:cxn>
                  <a:cxn ang="0">
                    <a:pos x="35" y="5"/>
                  </a:cxn>
                  <a:cxn ang="0">
                    <a:pos x="32" y="2"/>
                  </a:cxn>
                  <a:cxn ang="0">
                    <a:pos x="26" y="2"/>
                  </a:cxn>
                  <a:cxn ang="0">
                    <a:pos x="23" y="0"/>
                  </a:cxn>
                  <a:cxn ang="0">
                    <a:pos x="18" y="1"/>
                  </a:cxn>
                  <a:cxn ang="0">
                    <a:pos x="12" y="4"/>
                  </a:cxn>
                  <a:cxn ang="0">
                    <a:pos x="8" y="7"/>
                  </a:cxn>
                  <a:cxn ang="0">
                    <a:pos x="2" y="10"/>
                  </a:cxn>
                  <a:cxn ang="0">
                    <a:pos x="0" y="16"/>
                  </a:cxn>
                  <a:cxn ang="0">
                    <a:pos x="1" y="19"/>
                  </a:cxn>
                  <a:cxn ang="0">
                    <a:pos x="2" y="22"/>
                  </a:cxn>
                </a:cxnLst>
                <a:rect l="0" t="0" r="0" b="0"/>
                <a:pathLst>
                  <a:path w="36" h="29">
                    <a:moveTo>
                      <a:pt x="2" y="22"/>
                    </a:moveTo>
                    <a:lnTo>
                      <a:pt x="4" y="25"/>
                    </a:lnTo>
                    <a:lnTo>
                      <a:pt x="5" y="28"/>
                    </a:lnTo>
                    <a:lnTo>
                      <a:pt x="12" y="28"/>
                    </a:lnTo>
                    <a:lnTo>
                      <a:pt x="18" y="25"/>
                    </a:lnTo>
                    <a:lnTo>
                      <a:pt x="19" y="28"/>
                    </a:lnTo>
                    <a:lnTo>
                      <a:pt x="23" y="23"/>
                    </a:lnTo>
                    <a:lnTo>
                      <a:pt x="28" y="17"/>
                    </a:lnTo>
                    <a:lnTo>
                      <a:pt x="30" y="11"/>
                    </a:lnTo>
                    <a:lnTo>
                      <a:pt x="29" y="8"/>
                    </a:lnTo>
                    <a:lnTo>
                      <a:pt x="35" y="5"/>
                    </a:lnTo>
                    <a:lnTo>
                      <a:pt x="32" y="2"/>
                    </a:lnTo>
                    <a:lnTo>
                      <a:pt x="26" y="2"/>
                    </a:lnTo>
                    <a:lnTo>
                      <a:pt x="23" y="0"/>
                    </a:lnTo>
                    <a:lnTo>
                      <a:pt x="18"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02" name="Line 73"/>
              <p:cNvSpPr/>
              <p:nvPr/>
            </p:nvSpPr>
            <p:spPr>
              <a:xfrm flipV="1">
                <a:off x="1666" y="1351"/>
                <a:ext cx="6" cy="15"/>
              </a:xfrm>
              <a:prstGeom prst="line">
                <a:avLst/>
              </a:prstGeom>
              <a:ln w="12700" cap="flat" cmpd="sng">
                <a:solidFill>
                  <a:schemeClr val="tx1"/>
                </a:solidFill>
                <a:prstDash val="solid"/>
                <a:headEnd type="none" w="med" len="med"/>
                <a:tailEnd type="none" w="med" len="med"/>
              </a:ln>
            </p:spPr>
          </p:sp>
          <p:sp>
            <p:nvSpPr>
              <p:cNvPr id="48203" name="Line 74"/>
              <p:cNvSpPr/>
              <p:nvPr/>
            </p:nvSpPr>
            <p:spPr>
              <a:xfrm flipV="1">
                <a:off x="1665" y="1348"/>
                <a:ext cx="10" cy="13"/>
              </a:xfrm>
              <a:prstGeom prst="line">
                <a:avLst/>
              </a:prstGeom>
              <a:ln w="12700" cap="flat" cmpd="sng">
                <a:solidFill>
                  <a:schemeClr val="tx1"/>
                </a:solidFill>
                <a:prstDash val="solid"/>
                <a:headEnd type="none" w="med" len="med"/>
                <a:tailEnd type="none" w="med" len="med"/>
              </a:ln>
            </p:spPr>
          </p:sp>
          <p:sp>
            <p:nvSpPr>
              <p:cNvPr id="48204" name="Freeform 75"/>
              <p:cNvSpPr/>
              <p:nvPr/>
            </p:nvSpPr>
            <p:spPr>
              <a:xfrm>
                <a:off x="1662" y="1343"/>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05" name="Freeform 76"/>
              <p:cNvSpPr/>
              <p:nvPr/>
            </p:nvSpPr>
            <p:spPr>
              <a:xfrm>
                <a:off x="1660" y="1350"/>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06" name="Freeform 77"/>
              <p:cNvSpPr/>
              <p:nvPr/>
            </p:nvSpPr>
            <p:spPr>
              <a:xfrm>
                <a:off x="1684" y="1340"/>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07" name="Line 78"/>
              <p:cNvSpPr/>
              <p:nvPr/>
            </p:nvSpPr>
            <p:spPr>
              <a:xfrm flipV="1">
                <a:off x="1644" y="1352"/>
                <a:ext cx="12" cy="15"/>
              </a:xfrm>
              <a:prstGeom prst="line">
                <a:avLst/>
              </a:prstGeom>
              <a:ln w="12700" cap="flat" cmpd="sng">
                <a:solidFill>
                  <a:schemeClr val="tx1"/>
                </a:solidFill>
                <a:prstDash val="solid"/>
                <a:headEnd type="none" w="med" len="med"/>
                <a:tailEnd type="none" w="med" len="med"/>
              </a:ln>
            </p:spPr>
          </p:sp>
          <p:sp>
            <p:nvSpPr>
              <p:cNvPr id="48208" name="Line 79"/>
              <p:cNvSpPr/>
              <p:nvPr/>
            </p:nvSpPr>
            <p:spPr>
              <a:xfrm flipV="1">
                <a:off x="1644" y="1350"/>
                <a:ext cx="7" cy="12"/>
              </a:xfrm>
              <a:prstGeom prst="line">
                <a:avLst/>
              </a:prstGeom>
              <a:ln w="12700" cap="flat" cmpd="sng">
                <a:solidFill>
                  <a:schemeClr val="tx1"/>
                </a:solidFill>
                <a:prstDash val="solid"/>
                <a:headEnd type="none" w="med" len="med"/>
                <a:tailEnd type="none" w="med" len="med"/>
              </a:ln>
            </p:spPr>
          </p:sp>
          <p:sp>
            <p:nvSpPr>
              <p:cNvPr id="48209" name="Freeform 80"/>
              <p:cNvSpPr/>
              <p:nvPr/>
            </p:nvSpPr>
            <p:spPr>
              <a:xfrm>
                <a:off x="1638" y="1345"/>
                <a:ext cx="39" cy="31"/>
              </a:xfrm>
              <a:custGeom>
                <a:avLst/>
                <a:gdLst/>
                <a:ahLst/>
                <a:cxnLst>
                  <a:cxn ang="0">
                    <a:pos x="32" y="21"/>
                  </a:cxn>
                  <a:cxn ang="0">
                    <a:pos x="38" y="12"/>
                  </a:cxn>
                  <a:cxn ang="0">
                    <a:pos x="29" y="0"/>
                  </a:cxn>
                  <a:cxn ang="0">
                    <a:pos x="21" y="1"/>
                  </a:cxn>
                  <a:cxn ang="0">
                    <a:pos x="12" y="5"/>
                  </a:cxn>
                  <a:cxn ang="0">
                    <a:pos x="5" y="10"/>
                  </a:cxn>
                  <a:cxn ang="0">
                    <a:pos x="0" y="18"/>
                  </a:cxn>
                  <a:cxn ang="0">
                    <a:pos x="1" y="21"/>
                  </a:cxn>
                  <a:cxn ang="0">
                    <a:pos x="4" y="25"/>
                  </a:cxn>
                  <a:cxn ang="0">
                    <a:pos x="5" y="28"/>
                  </a:cxn>
                  <a:cxn ang="0">
                    <a:pos x="16" y="30"/>
                  </a:cxn>
                  <a:cxn ang="0">
                    <a:pos x="25" y="25"/>
                  </a:cxn>
                  <a:cxn ang="0">
                    <a:pos x="32" y="21"/>
                  </a:cxn>
                </a:cxnLst>
                <a:rect l="0" t="0" r="0" b="0"/>
                <a:pathLst>
                  <a:path w="39" h="31">
                    <a:moveTo>
                      <a:pt x="32" y="21"/>
                    </a:moveTo>
                    <a:lnTo>
                      <a:pt x="38" y="12"/>
                    </a:lnTo>
                    <a:lnTo>
                      <a:pt x="29" y="0"/>
                    </a:lnTo>
                    <a:lnTo>
                      <a:pt x="21" y="1"/>
                    </a:lnTo>
                    <a:lnTo>
                      <a:pt x="12" y="5"/>
                    </a:lnTo>
                    <a:lnTo>
                      <a:pt x="5" y="10"/>
                    </a:lnTo>
                    <a:lnTo>
                      <a:pt x="0" y="18"/>
                    </a:lnTo>
                    <a:lnTo>
                      <a:pt x="1" y="21"/>
                    </a:lnTo>
                    <a:lnTo>
                      <a:pt x="4" y="25"/>
                    </a:lnTo>
                    <a:lnTo>
                      <a:pt x="5" y="28"/>
                    </a:lnTo>
                    <a:lnTo>
                      <a:pt x="16" y="30"/>
                    </a:lnTo>
                    <a:lnTo>
                      <a:pt x="25" y="25"/>
                    </a:lnTo>
                    <a:lnTo>
                      <a:pt x="32"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10" name="Freeform 81"/>
              <p:cNvSpPr/>
              <p:nvPr/>
            </p:nvSpPr>
            <p:spPr>
              <a:xfrm>
                <a:off x="1637" y="1350"/>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11" name="Freeform 82"/>
              <p:cNvSpPr/>
              <p:nvPr/>
            </p:nvSpPr>
            <p:spPr>
              <a:xfrm>
                <a:off x="1661" y="1342"/>
                <a:ext cx="35" cy="29"/>
              </a:xfrm>
              <a:custGeom>
                <a:avLst/>
                <a:gdLst/>
                <a:ahLst/>
                <a:cxnLst>
                  <a:cxn ang="0">
                    <a:pos x="1" y="21"/>
                  </a:cxn>
                  <a:cxn ang="0">
                    <a:pos x="2" y="24"/>
                  </a:cxn>
                  <a:cxn ang="0">
                    <a:pos x="4" y="26"/>
                  </a:cxn>
                  <a:cxn ang="0">
                    <a:pos x="12" y="28"/>
                  </a:cxn>
                  <a:cxn ang="0">
                    <a:pos x="17" y="25"/>
                  </a:cxn>
                  <a:cxn ang="0">
                    <a:pos x="23" y="22"/>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8"/>
                  </a:cxn>
                  <a:cxn ang="0">
                    <a:pos x="1" y="21"/>
                  </a:cxn>
                </a:cxnLst>
                <a:rect l="0" t="0" r="0" b="0"/>
                <a:pathLst>
                  <a:path w="35" h="29">
                    <a:moveTo>
                      <a:pt x="1" y="21"/>
                    </a:moveTo>
                    <a:lnTo>
                      <a:pt x="2" y="24"/>
                    </a:lnTo>
                    <a:lnTo>
                      <a:pt x="4" y="26"/>
                    </a:lnTo>
                    <a:lnTo>
                      <a:pt x="12" y="28"/>
                    </a:lnTo>
                    <a:lnTo>
                      <a:pt x="17" y="25"/>
                    </a:lnTo>
                    <a:lnTo>
                      <a:pt x="23" y="22"/>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8212" name="Group 83"/>
            <p:cNvGrpSpPr/>
            <p:nvPr/>
          </p:nvGrpSpPr>
          <p:grpSpPr>
            <a:xfrm>
              <a:off x="4768" y="1426"/>
              <a:ext cx="440" cy="337"/>
              <a:chOff x="4768" y="1426"/>
              <a:chExt cx="440" cy="337"/>
            </a:xfrm>
          </p:grpSpPr>
          <p:sp>
            <p:nvSpPr>
              <p:cNvPr id="48213" name="Freeform 84"/>
              <p:cNvSpPr/>
              <p:nvPr/>
            </p:nvSpPr>
            <p:spPr>
              <a:xfrm>
                <a:off x="5044" y="1601"/>
                <a:ext cx="164" cy="162"/>
              </a:xfrm>
              <a:custGeom>
                <a:avLst/>
                <a:gdLst/>
                <a:ahLst/>
                <a:cxnLst>
                  <a:cxn ang="0">
                    <a:pos x="103" y="161"/>
                  </a:cxn>
                  <a:cxn ang="0">
                    <a:pos x="163" y="63"/>
                  </a:cxn>
                  <a:cxn ang="0">
                    <a:pos x="65" y="0"/>
                  </a:cxn>
                  <a:cxn ang="0">
                    <a:pos x="0" y="105"/>
                  </a:cxn>
                  <a:cxn ang="0">
                    <a:pos x="103" y="161"/>
                  </a:cxn>
                </a:cxnLst>
                <a:rect l="0" t="0" r="0" b="0"/>
                <a:pathLst>
                  <a:path w="164" h="162">
                    <a:moveTo>
                      <a:pt x="103" y="161"/>
                    </a:moveTo>
                    <a:lnTo>
                      <a:pt x="163" y="63"/>
                    </a:lnTo>
                    <a:lnTo>
                      <a:pt x="65" y="0"/>
                    </a:lnTo>
                    <a:lnTo>
                      <a:pt x="0" y="105"/>
                    </a:lnTo>
                    <a:lnTo>
                      <a:pt x="103" y="161"/>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214" name="Freeform 85"/>
              <p:cNvSpPr/>
              <p:nvPr/>
            </p:nvSpPr>
            <p:spPr>
              <a:xfrm>
                <a:off x="4918" y="1534"/>
                <a:ext cx="139" cy="120"/>
              </a:xfrm>
              <a:custGeom>
                <a:avLst/>
                <a:gdLst/>
                <a:ahLst/>
                <a:cxnLst>
                  <a:cxn ang="0">
                    <a:pos x="58" y="2"/>
                  </a:cxn>
                  <a:cxn ang="0">
                    <a:pos x="122" y="42"/>
                  </a:cxn>
                  <a:cxn ang="0">
                    <a:pos x="138" y="66"/>
                  </a:cxn>
                  <a:cxn ang="0">
                    <a:pos x="107" y="119"/>
                  </a:cxn>
                  <a:cxn ang="0">
                    <a:pos x="79" y="116"/>
                  </a:cxn>
                  <a:cxn ang="0">
                    <a:pos x="13" y="76"/>
                  </a:cxn>
                  <a:cxn ang="0">
                    <a:pos x="0" y="53"/>
                  </a:cxn>
                  <a:cxn ang="0">
                    <a:pos x="30" y="0"/>
                  </a:cxn>
                  <a:cxn ang="0">
                    <a:pos x="58" y="2"/>
                  </a:cxn>
                </a:cxnLst>
                <a:rect l="0" t="0" r="0" b="0"/>
                <a:pathLst>
                  <a:path w="139" h="120">
                    <a:moveTo>
                      <a:pt x="58" y="2"/>
                    </a:moveTo>
                    <a:lnTo>
                      <a:pt x="122" y="42"/>
                    </a:lnTo>
                    <a:lnTo>
                      <a:pt x="138" y="66"/>
                    </a:lnTo>
                    <a:lnTo>
                      <a:pt x="107" y="119"/>
                    </a:lnTo>
                    <a:lnTo>
                      <a:pt x="79" y="116"/>
                    </a:lnTo>
                    <a:lnTo>
                      <a:pt x="13" y="76"/>
                    </a:lnTo>
                    <a:lnTo>
                      <a:pt x="0" y="53"/>
                    </a:lnTo>
                    <a:lnTo>
                      <a:pt x="30" y="0"/>
                    </a:lnTo>
                    <a:lnTo>
                      <a:pt x="58"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215" name="Freeform 86"/>
              <p:cNvSpPr/>
              <p:nvPr/>
            </p:nvSpPr>
            <p:spPr>
              <a:xfrm>
                <a:off x="4959" y="1571"/>
                <a:ext cx="140" cy="117"/>
              </a:xfrm>
              <a:custGeom>
                <a:avLst/>
                <a:gdLst/>
                <a:ahLst/>
                <a:cxnLst>
                  <a:cxn ang="0">
                    <a:pos x="58" y="2"/>
                  </a:cxn>
                  <a:cxn ang="0">
                    <a:pos x="123" y="42"/>
                  </a:cxn>
                  <a:cxn ang="0">
                    <a:pos x="139" y="64"/>
                  </a:cxn>
                  <a:cxn ang="0">
                    <a:pos x="108" y="116"/>
                  </a:cxn>
                  <a:cxn ang="0">
                    <a:pos x="80" y="114"/>
                  </a:cxn>
                  <a:cxn ang="0">
                    <a:pos x="15" y="75"/>
                  </a:cxn>
                  <a:cxn ang="0">
                    <a:pos x="0" y="52"/>
                  </a:cxn>
                  <a:cxn ang="0">
                    <a:pos x="30" y="0"/>
                  </a:cxn>
                  <a:cxn ang="0">
                    <a:pos x="58" y="2"/>
                  </a:cxn>
                </a:cxnLst>
                <a:rect l="0" t="0" r="0" b="0"/>
                <a:pathLst>
                  <a:path w="140" h="117">
                    <a:moveTo>
                      <a:pt x="58" y="2"/>
                    </a:moveTo>
                    <a:lnTo>
                      <a:pt x="123" y="42"/>
                    </a:lnTo>
                    <a:lnTo>
                      <a:pt x="139" y="64"/>
                    </a:lnTo>
                    <a:lnTo>
                      <a:pt x="108" y="116"/>
                    </a:lnTo>
                    <a:lnTo>
                      <a:pt x="80" y="114"/>
                    </a:lnTo>
                    <a:lnTo>
                      <a:pt x="15" y="75"/>
                    </a:lnTo>
                    <a:lnTo>
                      <a:pt x="0" y="52"/>
                    </a:lnTo>
                    <a:lnTo>
                      <a:pt x="30" y="0"/>
                    </a:lnTo>
                    <a:lnTo>
                      <a:pt x="58"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216" name="Freeform 87"/>
              <p:cNvSpPr/>
              <p:nvPr/>
            </p:nvSpPr>
            <p:spPr>
              <a:xfrm>
                <a:off x="4977" y="1541"/>
                <a:ext cx="101" cy="87"/>
              </a:xfrm>
              <a:custGeom>
                <a:avLst/>
                <a:gdLst/>
                <a:ahLst/>
                <a:cxnLst>
                  <a:cxn ang="0">
                    <a:pos x="63" y="38"/>
                  </a:cxn>
                  <a:cxn ang="0">
                    <a:pos x="100" y="86"/>
                  </a:cxn>
                  <a:cxn ang="0">
                    <a:pos x="35" y="47"/>
                  </a:cxn>
                  <a:cxn ang="0">
                    <a:pos x="0" y="0"/>
                  </a:cxn>
                  <a:cxn ang="0">
                    <a:pos x="63" y="38"/>
                  </a:cxn>
                </a:cxnLst>
                <a:rect l="0" t="0" r="0" b="0"/>
                <a:pathLst>
                  <a:path w="101" h="87">
                    <a:moveTo>
                      <a:pt x="63" y="38"/>
                    </a:moveTo>
                    <a:lnTo>
                      <a:pt x="100" y="86"/>
                    </a:lnTo>
                    <a:lnTo>
                      <a:pt x="35" y="47"/>
                    </a:lnTo>
                    <a:lnTo>
                      <a:pt x="0" y="0"/>
                    </a:lnTo>
                    <a:lnTo>
                      <a:pt x="63" y="3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217" name="Freeform 88"/>
              <p:cNvSpPr/>
              <p:nvPr/>
            </p:nvSpPr>
            <p:spPr>
              <a:xfrm>
                <a:off x="4916" y="1591"/>
                <a:ext cx="56" cy="58"/>
              </a:xfrm>
              <a:custGeom>
                <a:avLst/>
                <a:gdLst/>
                <a:ahLst/>
                <a:cxnLst>
                  <a:cxn ang="0">
                    <a:pos x="0" y="0"/>
                  </a:cxn>
                  <a:cxn ang="0">
                    <a:pos x="41" y="33"/>
                  </a:cxn>
                  <a:cxn ang="0">
                    <a:pos x="55" y="57"/>
                  </a:cxn>
                  <a:cxn ang="0">
                    <a:pos x="12" y="23"/>
                  </a:cxn>
                  <a:cxn ang="0">
                    <a:pos x="0" y="0"/>
                  </a:cxn>
                </a:cxnLst>
                <a:rect l="0" t="0" r="0" b="0"/>
                <a:pathLst>
                  <a:path w="56" h="58">
                    <a:moveTo>
                      <a:pt x="0" y="0"/>
                    </a:moveTo>
                    <a:lnTo>
                      <a:pt x="41" y="33"/>
                    </a:lnTo>
                    <a:lnTo>
                      <a:pt x="55" y="57"/>
                    </a:lnTo>
                    <a:lnTo>
                      <a:pt x="12" y="23"/>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218" name="Line 89"/>
              <p:cNvSpPr/>
              <p:nvPr/>
            </p:nvSpPr>
            <p:spPr>
              <a:xfrm>
                <a:off x="4952" y="1544"/>
                <a:ext cx="33" cy="23"/>
              </a:xfrm>
              <a:prstGeom prst="line">
                <a:avLst/>
              </a:prstGeom>
              <a:ln w="12700" cap="flat" cmpd="sng">
                <a:solidFill>
                  <a:schemeClr val="tx1"/>
                </a:solidFill>
                <a:prstDash val="solid"/>
                <a:headEnd type="none" w="med" len="med"/>
                <a:tailEnd type="none" w="med" len="med"/>
              </a:ln>
            </p:spPr>
          </p:sp>
          <p:sp>
            <p:nvSpPr>
              <p:cNvPr id="48219" name="Oval 90"/>
              <p:cNvSpPr/>
              <p:nvPr/>
            </p:nvSpPr>
            <p:spPr>
              <a:xfrm rot="1860000">
                <a:off x="5003" y="1593"/>
                <a:ext cx="28" cy="14"/>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220" name="Line 91"/>
              <p:cNvSpPr/>
              <p:nvPr/>
            </p:nvSpPr>
            <p:spPr>
              <a:xfrm>
                <a:off x="5022" y="1588"/>
                <a:ext cx="6" cy="5"/>
              </a:xfrm>
              <a:prstGeom prst="line">
                <a:avLst/>
              </a:prstGeom>
              <a:ln w="12700" cap="flat" cmpd="sng">
                <a:solidFill>
                  <a:schemeClr val="tx1"/>
                </a:solidFill>
                <a:prstDash val="solid"/>
                <a:headEnd type="none" w="med" len="med"/>
                <a:tailEnd type="none" w="med" len="med"/>
              </a:ln>
            </p:spPr>
          </p:sp>
          <p:sp>
            <p:nvSpPr>
              <p:cNvPr id="48221" name="Line 92"/>
              <p:cNvSpPr/>
              <p:nvPr/>
            </p:nvSpPr>
            <p:spPr>
              <a:xfrm>
                <a:off x="5015" y="1592"/>
                <a:ext cx="6" cy="5"/>
              </a:xfrm>
              <a:prstGeom prst="line">
                <a:avLst/>
              </a:prstGeom>
              <a:ln w="12700" cap="flat" cmpd="sng">
                <a:solidFill>
                  <a:schemeClr val="tx1"/>
                </a:solidFill>
                <a:prstDash val="solid"/>
                <a:headEnd type="none" w="med" len="med"/>
                <a:tailEnd type="none" w="med" len="med"/>
              </a:ln>
            </p:spPr>
          </p:sp>
          <p:sp>
            <p:nvSpPr>
              <p:cNvPr id="48222" name="Oval 93"/>
              <p:cNvSpPr/>
              <p:nvPr/>
            </p:nvSpPr>
            <p:spPr>
              <a:xfrm rot="1860000">
                <a:off x="4971" y="1615"/>
                <a:ext cx="109" cy="53"/>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223" name="Line 94"/>
              <p:cNvSpPr/>
              <p:nvPr/>
            </p:nvSpPr>
            <p:spPr>
              <a:xfrm>
                <a:off x="5076" y="1624"/>
                <a:ext cx="35" cy="27"/>
              </a:xfrm>
              <a:prstGeom prst="line">
                <a:avLst/>
              </a:prstGeom>
              <a:ln w="12700" cap="flat" cmpd="sng">
                <a:solidFill>
                  <a:schemeClr val="tx1"/>
                </a:solidFill>
                <a:prstDash val="solid"/>
                <a:headEnd type="none" w="med" len="med"/>
                <a:tailEnd type="none" w="med" len="med"/>
              </a:ln>
            </p:spPr>
          </p:sp>
          <p:sp>
            <p:nvSpPr>
              <p:cNvPr id="48224" name="Freeform 95"/>
              <p:cNvSpPr/>
              <p:nvPr/>
            </p:nvSpPr>
            <p:spPr>
              <a:xfrm>
                <a:off x="5014" y="1588"/>
                <a:ext cx="26" cy="32"/>
              </a:xfrm>
              <a:custGeom>
                <a:avLst/>
                <a:gdLst/>
                <a:ahLst/>
                <a:cxnLst>
                  <a:cxn ang="0">
                    <a:pos x="0" y="0"/>
                  </a:cxn>
                  <a:cxn ang="0">
                    <a:pos x="19" y="10"/>
                  </a:cxn>
                  <a:cxn ang="0">
                    <a:pos x="25" y="24"/>
                  </a:cxn>
                  <a:cxn ang="0">
                    <a:pos x="9" y="31"/>
                  </a:cxn>
                  <a:cxn ang="0">
                    <a:pos x="0" y="0"/>
                  </a:cxn>
                </a:cxnLst>
                <a:rect l="0" t="0" r="0" b="0"/>
                <a:pathLst>
                  <a:path w="26" h="32">
                    <a:moveTo>
                      <a:pt x="0" y="0"/>
                    </a:moveTo>
                    <a:lnTo>
                      <a:pt x="19" y="10"/>
                    </a:lnTo>
                    <a:lnTo>
                      <a:pt x="25" y="24"/>
                    </a:lnTo>
                    <a:lnTo>
                      <a:pt x="9" y="3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225" name="Freeform 96"/>
              <p:cNvSpPr/>
              <p:nvPr/>
            </p:nvSpPr>
            <p:spPr>
              <a:xfrm>
                <a:off x="5008" y="1593"/>
                <a:ext cx="33" cy="30"/>
              </a:xfrm>
              <a:custGeom>
                <a:avLst/>
                <a:gdLst/>
                <a:ahLst/>
                <a:cxnLst>
                  <a:cxn ang="0">
                    <a:pos x="32" y="12"/>
                  </a:cxn>
                  <a:cxn ang="0">
                    <a:pos x="22" y="29"/>
                  </a:cxn>
                  <a:cxn ang="0">
                    <a:pos x="5" y="22"/>
                  </a:cxn>
                  <a:cxn ang="0">
                    <a:pos x="0" y="0"/>
                  </a:cxn>
                  <a:cxn ang="0">
                    <a:pos x="22" y="9"/>
                  </a:cxn>
                  <a:cxn ang="0">
                    <a:pos x="32" y="12"/>
                  </a:cxn>
                </a:cxnLst>
                <a:rect l="0" t="0" r="0" b="0"/>
                <a:pathLst>
                  <a:path w="33" h="30">
                    <a:moveTo>
                      <a:pt x="32" y="12"/>
                    </a:moveTo>
                    <a:lnTo>
                      <a:pt x="22" y="29"/>
                    </a:lnTo>
                    <a:lnTo>
                      <a:pt x="5" y="22"/>
                    </a:lnTo>
                    <a:lnTo>
                      <a:pt x="0" y="0"/>
                    </a:lnTo>
                    <a:lnTo>
                      <a:pt x="22" y="9"/>
                    </a:lnTo>
                    <a:lnTo>
                      <a:pt x="32" y="1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226" name="Rectangle 97"/>
              <p:cNvSpPr/>
              <p:nvPr/>
            </p:nvSpPr>
            <p:spPr>
              <a:xfrm rot="1860000">
                <a:off x="4920" y="1569"/>
                <a:ext cx="28" cy="16"/>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227" name="Freeform 98"/>
              <p:cNvSpPr/>
              <p:nvPr/>
            </p:nvSpPr>
            <p:spPr>
              <a:xfrm>
                <a:off x="4768" y="1426"/>
                <a:ext cx="192" cy="193"/>
              </a:xfrm>
              <a:custGeom>
                <a:avLst/>
                <a:gdLst/>
                <a:ahLst/>
                <a:cxnLst>
                  <a:cxn ang="0">
                    <a:pos x="73" y="0"/>
                  </a:cxn>
                  <a:cxn ang="0">
                    <a:pos x="0" y="123"/>
                  </a:cxn>
                  <a:cxn ang="0">
                    <a:pos x="121" y="192"/>
                  </a:cxn>
                  <a:cxn ang="0">
                    <a:pos x="191" y="76"/>
                  </a:cxn>
                  <a:cxn ang="0">
                    <a:pos x="73" y="0"/>
                  </a:cxn>
                </a:cxnLst>
                <a:rect l="0" t="0" r="0" b="0"/>
                <a:pathLst>
                  <a:path w="192" h="193">
                    <a:moveTo>
                      <a:pt x="73" y="0"/>
                    </a:moveTo>
                    <a:lnTo>
                      <a:pt x="0" y="123"/>
                    </a:lnTo>
                    <a:lnTo>
                      <a:pt x="121" y="192"/>
                    </a:lnTo>
                    <a:lnTo>
                      <a:pt x="191" y="76"/>
                    </a:lnTo>
                    <a:lnTo>
                      <a:pt x="73"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228" name="Line 99"/>
              <p:cNvSpPr/>
              <p:nvPr/>
            </p:nvSpPr>
            <p:spPr>
              <a:xfrm>
                <a:off x="4993" y="1647"/>
                <a:ext cx="5" cy="2"/>
              </a:xfrm>
              <a:prstGeom prst="line">
                <a:avLst/>
              </a:prstGeom>
              <a:ln w="12700" cap="flat" cmpd="sng">
                <a:solidFill>
                  <a:schemeClr val="tx1"/>
                </a:solidFill>
                <a:prstDash val="solid"/>
                <a:headEnd type="none" w="med" len="med"/>
                <a:tailEnd type="none" w="med" len="med"/>
              </a:ln>
            </p:spPr>
          </p:sp>
          <p:sp>
            <p:nvSpPr>
              <p:cNvPr id="48229" name="Line 100"/>
              <p:cNvSpPr/>
              <p:nvPr/>
            </p:nvSpPr>
            <p:spPr>
              <a:xfrm>
                <a:off x="4996" y="1641"/>
                <a:ext cx="4" cy="4"/>
              </a:xfrm>
              <a:prstGeom prst="line">
                <a:avLst/>
              </a:prstGeom>
              <a:ln w="12700" cap="flat" cmpd="sng">
                <a:solidFill>
                  <a:schemeClr val="tx1"/>
                </a:solidFill>
                <a:prstDash val="solid"/>
                <a:headEnd type="none" w="med" len="med"/>
                <a:tailEnd type="none" w="med" len="med"/>
              </a:ln>
            </p:spPr>
          </p:sp>
          <p:sp>
            <p:nvSpPr>
              <p:cNvPr id="48230" name="Freeform 101"/>
              <p:cNvSpPr/>
              <p:nvPr/>
            </p:nvSpPr>
            <p:spPr>
              <a:xfrm>
                <a:off x="4977" y="1643"/>
                <a:ext cx="38" cy="30"/>
              </a:xfrm>
              <a:custGeom>
                <a:avLst/>
                <a:gdLst/>
                <a:ahLst/>
                <a:cxnLst>
                  <a:cxn ang="0">
                    <a:pos x="18" y="23"/>
                  </a:cxn>
                  <a:cxn ang="0">
                    <a:pos x="25" y="29"/>
                  </a:cxn>
                  <a:cxn ang="0">
                    <a:pos x="27" y="26"/>
                  </a:cxn>
                  <a:cxn ang="0">
                    <a:pos x="35" y="12"/>
                  </a:cxn>
                  <a:cxn ang="0">
                    <a:pos x="37" y="9"/>
                  </a:cxn>
                  <a:cxn ang="0">
                    <a:pos x="29" y="5"/>
                  </a:cxn>
                  <a:cxn ang="0">
                    <a:pos x="19" y="2"/>
                  </a:cxn>
                  <a:cxn ang="0">
                    <a:pos x="11" y="1"/>
                  </a:cxn>
                  <a:cxn ang="0">
                    <a:pos x="1" y="0"/>
                  </a:cxn>
                  <a:cxn ang="0">
                    <a:pos x="0" y="2"/>
                  </a:cxn>
                  <a:cxn ang="0">
                    <a:pos x="7" y="6"/>
                  </a:cxn>
                  <a:cxn ang="0">
                    <a:pos x="4" y="12"/>
                  </a:cxn>
                  <a:cxn ang="0">
                    <a:pos x="9" y="19"/>
                  </a:cxn>
                  <a:cxn ang="0">
                    <a:pos x="18" y="23"/>
                  </a:cxn>
                </a:cxnLst>
                <a:rect l="0" t="0" r="0" b="0"/>
                <a:pathLst>
                  <a:path w="38" h="30">
                    <a:moveTo>
                      <a:pt x="18" y="23"/>
                    </a:moveTo>
                    <a:lnTo>
                      <a:pt x="25" y="29"/>
                    </a:lnTo>
                    <a:lnTo>
                      <a:pt x="27" y="26"/>
                    </a:lnTo>
                    <a:lnTo>
                      <a:pt x="35" y="12"/>
                    </a:lnTo>
                    <a:lnTo>
                      <a:pt x="37" y="9"/>
                    </a:lnTo>
                    <a:lnTo>
                      <a:pt x="29" y="5"/>
                    </a:lnTo>
                    <a:lnTo>
                      <a:pt x="19" y="2"/>
                    </a:lnTo>
                    <a:lnTo>
                      <a:pt x="11" y="1"/>
                    </a:lnTo>
                    <a:lnTo>
                      <a:pt x="1" y="0"/>
                    </a:lnTo>
                    <a:lnTo>
                      <a:pt x="0" y="2"/>
                    </a:lnTo>
                    <a:lnTo>
                      <a:pt x="7" y="6"/>
                    </a:lnTo>
                    <a:lnTo>
                      <a:pt x="4" y="12"/>
                    </a:lnTo>
                    <a:lnTo>
                      <a:pt x="9" y="19"/>
                    </a:lnTo>
                    <a:lnTo>
                      <a:pt x="18"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31" name="Freeform 102"/>
              <p:cNvSpPr/>
              <p:nvPr/>
            </p:nvSpPr>
            <p:spPr>
              <a:xfrm>
                <a:off x="4979" y="1636"/>
                <a:ext cx="31" cy="37"/>
              </a:xfrm>
              <a:custGeom>
                <a:avLst/>
                <a:gdLst/>
                <a:ahLst/>
                <a:cxnLst>
                  <a:cxn ang="0">
                    <a:pos x="8" y="0"/>
                  </a:cxn>
                  <a:cxn ang="0">
                    <a:pos x="30" y="25"/>
                  </a:cxn>
                  <a:cxn ang="0">
                    <a:pos x="23" y="36"/>
                  </a:cxn>
                  <a:cxn ang="0">
                    <a:pos x="0" y="7"/>
                  </a:cxn>
                  <a:cxn ang="0">
                    <a:pos x="8" y="0"/>
                  </a:cxn>
                </a:cxnLst>
                <a:rect l="0" t="0" r="0" b="0"/>
                <a:pathLst>
                  <a:path w="31" h="37">
                    <a:moveTo>
                      <a:pt x="8" y="0"/>
                    </a:moveTo>
                    <a:lnTo>
                      <a:pt x="30" y="25"/>
                    </a:lnTo>
                    <a:lnTo>
                      <a:pt x="23" y="36"/>
                    </a:lnTo>
                    <a:lnTo>
                      <a:pt x="0" y="7"/>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32" name="Freeform 103"/>
              <p:cNvSpPr/>
              <p:nvPr/>
            </p:nvSpPr>
            <p:spPr>
              <a:xfrm>
                <a:off x="4994" y="1657"/>
                <a:ext cx="33" cy="23"/>
              </a:xfrm>
              <a:custGeom>
                <a:avLst/>
                <a:gdLst/>
                <a:ahLst/>
                <a:cxnLst>
                  <a:cxn ang="0">
                    <a:pos x="1" y="1"/>
                  </a:cxn>
                  <a:cxn ang="0">
                    <a:pos x="0" y="4"/>
                  </a:cxn>
                  <a:cxn ang="0">
                    <a:pos x="4" y="5"/>
                  </a:cxn>
                  <a:cxn ang="0">
                    <a:pos x="2" y="8"/>
                  </a:cxn>
                  <a:cxn ang="0">
                    <a:pos x="5" y="13"/>
                  </a:cxn>
                  <a:cxn ang="0">
                    <a:pos x="8" y="19"/>
                  </a:cxn>
                  <a:cxn ang="0">
                    <a:pos x="12" y="22"/>
                  </a:cxn>
                  <a:cxn ang="0">
                    <a:pos x="18" y="22"/>
                  </a:cxn>
                  <a:cxn ang="0">
                    <a:pos x="23" y="22"/>
                  </a:cxn>
                  <a:cxn ang="0">
                    <a:pos x="25" y="19"/>
                  </a:cxn>
                  <a:cxn ang="0">
                    <a:pos x="30" y="20"/>
                  </a:cxn>
                  <a:cxn ang="0">
                    <a:pos x="32" y="19"/>
                  </a:cxn>
                  <a:cxn ang="0">
                    <a:pos x="29" y="13"/>
                  </a:cxn>
                  <a:cxn ang="0">
                    <a:pos x="26" y="8"/>
                  </a:cxn>
                  <a:cxn ang="0">
                    <a:pos x="23" y="2"/>
                  </a:cxn>
                  <a:cxn ang="0">
                    <a:pos x="19" y="0"/>
                  </a:cxn>
                  <a:cxn ang="0">
                    <a:pos x="13" y="0"/>
                  </a:cxn>
                  <a:cxn ang="0">
                    <a:pos x="8" y="1"/>
                  </a:cxn>
                  <a:cxn ang="0">
                    <a:pos x="1" y="1"/>
                  </a:cxn>
                </a:cxnLst>
                <a:rect l="0" t="0" r="0" b="0"/>
                <a:pathLst>
                  <a:path w="33" h="23">
                    <a:moveTo>
                      <a:pt x="1" y="1"/>
                    </a:moveTo>
                    <a:lnTo>
                      <a:pt x="0" y="4"/>
                    </a:lnTo>
                    <a:lnTo>
                      <a:pt x="4" y="5"/>
                    </a:lnTo>
                    <a:lnTo>
                      <a:pt x="2" y="8"/>
                    </a:lnTo>
                    <a:lnTo>
                      <a:pt x="5" y="13"/>
                    </a:lnTo>
                    <a:lnTo>
                      <a:pt x="8" y="19"/>
                    </a:lnTo>
                    <a:lnTo>
                      <a:pt x="12" y="22"/>
                    </a:lnTo>
                    <a:lnTo>
                      <a:pt x="18" y="22"/>
                    </a:lnTo>
                    <a:lnTo>
                      <a:pt x="23" y="22"/>
                    </a:lnTo>
                    <a:lnTo>
                      <a:pt x="25" y="19"/>
                    </a:lnTo>
                    <a:lnTo>
                      <a:pt x="30" y="20"/>
                    </a:lnTo>
                    <a:lnTo>
                      <a:pt x="32" y="19"/>
                    </a:lnTo>
                    <a:lnTo>
                      <a:pt x="29" y="13"/>
                    </a:lnTo>
                    <a:lnTo>
                      <a:pt x="26" y="8"/>
                    </a:lnTo>
                    <a:lnTo>
                      <a:pt x="23" y="2"/>
                    </a:lnTo>
                    <a:lnTo>
                      <a:pt x="19" y="0"/>
                    </a:lnTo>
                    <a:lnTo>
                      <a:pt x="13" y="0"/>
                    </a:lnTo>
                    <a:lnTo>
                      <a:pt x="8" y="1"/>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33" name="Line 104"/>
              <p:cNvSpPr/>
              <p:nvPr/>
            </p:nvSpPr>
            <p:spPr>
              <a:xfrm>
                <a:off x="4991" y="1624"/>
                <a:ext cx="2" cy="2"/>
              </a:xfrm>
              <a:prstGeom prst="line">
                <a:avLst/>
              </a:prstGeom>
              <a:ln w="12700" cap="flat" cmpd="sng">
                <a:solidFill>
                  <a:schemeClr val="tx1"/>
                </a:solidFill>
                <a:prstDash val="solid"/>
                <a:headEnd type="none" w="med" len="med"/>
                <a:tailEnd type="none" w="med" len="med"/>
              </a:ln>
            </p:spPr>
          </p:sp>
          <p:sp>
            <p:nvSpPr>
              <p:cNvPr id="48234" name="Line 105"/>
              <p:cNvSpPr/>
              <p:nvPr/>
            </p:nvSpPr>
            <p:spPr>
              <a:xfrm>
                <a:off x="4989" y="1617"/>
                <a:ext cx="8" cy="7"/>
              </a:xfrm>
              <a:prstGeom prst="line">
                <a:avLst/>
              </a:prstGeom>
              <a:ln w="12700" cap="flat" cmpd="sng">
                <a:solidFill>
                  <a:schemeClr val="tx1"/>
                </a:solidFill>
                <a:prstDash val="solid"/>
                <a:headEnd type="none" w="med" len="med"/>
                <a:tailEnd type="none" w="med" len="med"/>
              </a:ln>
            </p:spPr>
          </p:sp>
          <p:sp>
            <p:nvSpPr>
              <p:cNvPr id="48235" name="Freeform 106"/>
              <p:cNvSpPr/>
              <p:nvPr/>
            </p:nvSpPr>
            <p:spPr>
              <a:xfrm>
                <a:off x="4977" y="1621"/>
                <a:ext cx="37" cy="35"/>
              </a:xfrm>
              <a:custGeom>
                <a:avLst/>
                <a:gdLst/>
                <a:ahLst/>
                <a:cxnLst>
                  <a:cxn ang="0">
                    <a:pos x="17" y="28"/>
                  </a:cxn>
                  <a:cxn ang="0">
                    <a:pos x="24" y="34"/>
                  </a:cxn>
                  <a:cxn ang="0">
                    <a:pos x="25" y="31"/>
                  </a:cxn>
                  <a:cxn ang="0">
                    <a:pos x="34" y="16"/>
                  </a:cxn>
                  <a:cxn ang="0">
                    <a:pos x="36" y="13"/>
                  </a:cxn>
                  <a:cxn ang="0">
                    <a:pos x="28" y="8"/>
                  </a:cxn>
                  <a:cxn ang="0">
                    <a:pos x="21" y="2"/>
                  </a:cxn>
                  <a:cxn ang="0">
                    <a:pos x="11" y="1"/>
                  </a:cxn>
                  <a:cxn ang="0">
                    <a:pos x="10" y="4"/>
                  </a:cxn>
                  <a:cxn ang="0">
                    <a:pos x="1" y="0"/>
                  </a:cxn>
                  <a:cxn ang="0">
                    <a:pos x="0" y="2"/>
                  </a:cxn>
                  <a:cxn ang="0">
                    <a:pos x="5" y="10"/>
                  </a:cxn>
                  <a:cxn ang="0">
                    <a:pos x="4" y="13"/>
                  </a:cxn>
                  <a:cxn ang="0">
                    <a:pos x="10" y="20"/>
                  </a:cxn>
                  <a:cxn ang="0">
                    <a:pos x="17" y="28"/>
                  </a:cxn>
                </a:cxnLst>
                <a:rect l="0" t="0" r="0" b="0"/>
                <a:pathLst>
                  <a:path w="37" h="35">
                    <a:moveTo>
                      <a:pt x="17" y="28"/>
                    </a:moveTo>
                    <a:lnTo>
                      <a:pt x="24" y="34"/>
                    </a:lnTo>
                    <a:lnTo>
                      <a:pt x="25" y="31"/>
                    </a:lnTo>
                    <a:lnTo>
                      <a:pt x="34" y="16"/>
                    </a:lnTo>
                    <a:lnTo>
                      <a:pt x="36" y="13"/>
                    </a:lnTo>
                    <a:lnTo>
                      <a:pt x="28" y="8"/>
                    </a:lnTo>
                    <a:lnTo>
                      <a:pt x="21" y="2"/>
                    </a:lnTo>
                    <a:lnTo>
                      <a:pt x="11" y="1"/>
                    </a:lnTo>
                    <a:lnTo>
                      <a:pt x="10" y="4"/>
                    </a:lnTo>
                    <a:lnTo>
                      <a:pt x="1" y="0"/>
                    </a:lnTo>
                    <a:lnTo>
                      <a:pt x="0" y="2"/>
                    </a:lnTo>
                    <a:lnTo>
                      <a:pt x="5" y="10"/>
                    </a:lnTo>
                    <a:lnTo>
                      <a:pt x="4" y="13"/>
                    </a:lnTo>
                    <a:lnTo>
                      <a:pt x="10" y="20"/>
                    </a:lnTo>
                    <a:lnTo>
                      <a:pt x="17" y="2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36" name="Freeform 107"/>
              <p:cNvSpPr/>
              <p:nvPr/>
            </p:nvSpPr>
            <p:spPr>
              <a:xfrm>
                <a:off x="4979" y="1619"/>
                <a:ext cx="29" cy="37"/>
              </a:xfrm>
              <a:custGeom>
                <a:avLst/>
                <a:gdLst/>
                <a:ahLst/>
                <a:cxnLst>
                  <a:cxn ang="0">
                    <a:pos x="8" y="0"/>
                  </a:cxn>
                  <a:cxn ang="0">
                    <a:pos x="28" y="27"/>
                  </a:cxn>
                  <a:cxn ang="0">
                    <a:pos x="22" y="36"/>
                  </a:cxn>
                  <a:cxn ang="0">
                    <a:pos x="0" y="8"/>
                  </a:cxn>
                  <a:cxn ang="0">
                    <a:pos x="8" y="0"/>
                  </a:cxn>
                </a:cxnLst>
                <a:rect l="0" t="0" r="0" b="0"/>
                <a:pathLst>
                  <a:path w="29" h="37">
                    <a:moveTo>
                      <a:pt x="8" y="0"/>
                    </a:moveTo>
                    <a:lnTo>
                      <a:pt x="28" y="27"/>
                    </a:lnTo>
                    <a:lnTo>
                      <a:pt x="22" y="36"/>
                    </a:lnTo>
                    <a:lnTo>
                      <a:pt x="0" y="8"/>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37" name="Freeform 108"/>
              <p:cNvSpPr/>
              <p:nvPr/>
            </p:nvSpPr>
            <p:spPr>
              <a:xfrm>
                <a:off x="4993" y="1631"/>
                <a:ext cx="32" cy="30"/>
              </a:xfrm>
              <a:custGeom>
                <a:avLst/>
                <a:gdLst/>
                <a:ahLst/>
                <a:cxnLst>
                  <a:cxn ang="0">
                    <a:pos x="2" y="4"/>
                  </a:cxn>
                  <a:cxn ang="0">
                    <a:pos x="0" y="6"/>
                  </a:cxn>
                  <a:cxn ang="0">
                    <a:pos x="4" y="9"/>
                  </a:cxn>
                  <a:cxn ang="0">
                    <a:pos x="0" y="15"/>
                  </a:cxn>
                  <a:cxn ang="0">
                    <a:pos x="2" y="20"/>
                  </a:cxn>
                  <a:cxn ang="0">
                    <a:pos x="7" y="23"/>
                  </a:cxn>
                  <a:cxn ang="0">
                    <a:pos x="11" y="26"/>
                  </a:cxn>
                  <a:cxn ang="0">
                    <a:pos x="15" y="29"/>
                  </a:cxn>
                  <a:cxn ang="0">
                    <a:pos x="21" y="27"/>
                  </a:cxn>
                  <a:cxn ang="0">
                    <a:pos x="25" y="22"/>
                  </a:cxn>
                  <a:cxn ang="0">
                    <a:pos x="29" y="23"/>
                  </a:cxn>
                  <a:cxn ang="0">
                    <a:pos x="31" y="20"/>
                  </a:cxn>
                  <a:cxn ang="0">
                    <a:pos x="29" y="15"/>
                  </a:cxn>
                  <a:cxn ang="0">
                    <a:pos x="31" y="12"/>
                  </a:cxn>
                  <a:cxn ang="0">
                    <a:pos x="26" y="9"/>
                  </a:cxn>
                  <a:cxn ang="0">
                    <a:pos x="22" y="6"/>
                  </a:cxn>
                  <a:cxn ang="0">
                    <a:pos x="14" y="2"/>
                  </a:cxn>
                  <a:cxn ang="0">
                    <a:pos x="9" y="0"/>
                  </a:cxn>
                  <a:cxn ang="0">
                    <a:pos x="8" y="2"/>
                  </a:cxn>
                  <a:cxn ang="0">
                    <a:pos x="2" y="4"/>
                  </a:cxn>
                </a:cxnLst>
                <a:rect l="0" t="0" r="0" b="0"/>
                <a:pathLst>
                  <a:path w="32" h="30">
                    <a:moveTo>
                      <a:pt x="2" y="4"/>
                    </a:moveTo>
                    <a:lnTo>
                      <a:pt x="0" y="6"/>
                    </a:lnTo>
                    <a:lnTo>
                      <a:pt x="4" y="9"/>
                    </a:lnTo>
                    <a:lnTo>
                      <a:pt x="0" y="15"/>
                    </a:lnTo>
                    <a:lnTo>
                      <a:pt x="2" y="20"/>
                    </a:lnTo>
                    <a:lnTo>
                      <a:pt x="7" y="23"/>
                    </a:lnTo>
                    <a:lnTo>
                      <a:pt x="11" y="26"/>
                    </a:lnTo>
                    <a:lnTo>
                      <a:pt x="15" y="29"/>
                    </a:lnTo>
                    <a:lnTo>
                      <a:pt x="21" y="27"/>
                    </a:lnTo>
                    <a:lnTo>
                      <a:pt x="25" y="22"/>
                    </a:lnTo>
                    <a:lnTo>
                      <a:pt x="29" y="23"/>
                    </a:lnTo>
                    <a:lnTo>
                      <a:pt x="31" y="20"/>
                    </a:lnTo>
                    <a:lnTo>
                      <a:pt x="29" y="15"/>
                    </a:lnTo>
                    <a:lnTo>
                      <a:pt x="31" y="12"/>
                    </a:lnTo>
                    <a:lnTo>
                      <a:pt x="26" y="9"/>
                    </a:lnTo>
                    <a:lnTo>
                      <a:pt x="22" y="6"/>
                    </a:lnTo>
                    <a:lnTo>
                      <a:pt x="14" y="2"/>
                    </a:lnTo>
                    <a:lnTo>
                      <a:pt x="9" y="0"/>
                    </a:lnTo>
                    <a:lnTo>
                      <a:pt x="8" y="2"/>
                    </a:lnTo>
                    <a:lnTo>
                      <a:pt x="2"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38" name="Line 109"/>
              <p:cNvSpPr/>
              <p:nvPr/>
            </p:nvSpPr>
            <p:spPr>
              <a:xfrm>
                <a:off x="5006" y="1613"/>
                <a:ext cx="6" cy="1"/>
              </a:xfrm>
              <a:prstGeom prst="line">
                <a:avLst/>
              </a:prstGeom>
              <a:ln w="12700" cap="flat" cmpd="sng">
                <a:solidFill>
                  <a:schemeClr val="tx1"/>
                </a:solidFill>
                <a:prstDash val="solid"/>
                <a:headEnd type="none" w="med" len="med"/>
                <a:tailEnd type="none" w="med" len="med"/>
              </a:ln>
            </p:spPr>
          </p:sp>
          <p:sp>
            <p:nvSpPr>
              <p:cNvPr id="48239" name="Line 110"/>
              <p:cNvSpPr/>
              <p:nvPr/>
            </p:nvSpPr>
            <p:spPr>
              <a:xfrm>
                <a:off x="5011" y="1615"/>
                <a:ext cx="6" cy="3"/>
              </a:xfrm>
              <a:prstGeom prst="line">
                <a:avLst/>
              </a:prstGeom>
              <a:ln w="12700" cap="flat" cmpd="sng">
                <a:solidFill>
                  <a:schemeClr val="tx1"/>
                </a:solidFill>
                <a:prstDash val="solid"/>
                <a:headEnd type="none" w="med" len="med"/>
                <a:tailEnd type="none" w="med" len="med"/>
              </a:ln>
            </p:spPr>
          </p:sp>
          <p:sp>
            <p:nvSpPr>
              <p:cNvPr id="48240" name="Freeform 111"/>
              <p:cNvSpPr/>
              <p:nvPr/>
            </p:nvSpPr>
            <p:spPr>
              <a:xfrm>
                <a:off x="4993" y="1615"/>
                <a:ext cx="37" cy="29"/>
              </a:xfrm>
              <a:custGeom>
                <a:avLst/>
                <a:gdLst/>
                <a:ahLst/>
                <a:cxnLst>
                  <a:cxn ang="0">
                    <a:pos x="19" y="26"/>
                  </a:cxn>
                  <a:cxn ang="0">
                    <a:pos x="20" y="24"/>
                  </a:cxn>
                  <a:cxn ang="0">
                    <a:pos x="27" y="28"/>
                  </a:cxn>
                  <a:cxn ang="0">
                    <a:pos x="36" y="14"/>
                  </a:cxn>
                  <a:cxn ang="0">
                    <a:pos x="29" y="10"/>
                  </a:cxn>
                  <a:cxn ang="0">
                    <a:pos x="30" y="8"/>
                  </a:cxn>
                  <a:cxn ang="0">
                    <a:pos x="22" y="4"/>
                  </a:cxn>
                  <a:cxn ang="0">
                    <a:pos x="20" y="6"/>
                  </a:cxn>
                  <a:cxn ang="0">
                    <a:pos x="13" y="2"/>
                  </a:cxn>
                  <a:cxn ang="0">
                    <a:pos x="4" y="0"/>
                  </a:cxn>
                  <a:cxn ang="0">
                    <a:pos x="2" y="2"/>
                  </a:cxn>
                  <a:cxn ang="0">
                    <a:pos x="1" y="5"/>
                  </a:cxn>
                  <a:cxn ang="0">
                    <a:pos x="0" y="8"/>
                  </a:cxn>
                  <a:cxn ang="0">
                    <a:pos x="5" y="14"/>
                  </a:cxn>
                  <a:cxn ang="0">
                    <a:pos x="12" y="20"/>
                  </a:cxn>
                  <a:cxn ang="0">
                    <a:pos x="11" y="22"/>
                  </a:cxn>
                  <a:cxn ang="0">
                    <a:pos x="19" y="26"/>
                  </a:cxn>
                </a:cxnLst>
                <a:rect l="0" t="0" r="0" b="0"/>
                <a:pathLst>
                  <a:path w="37" h="29">
                    <a:moveTo>
                      <a:pt x="19" y="26"/>
                    </a:moveTo>
                    <a:lnTo>
                      <a:pt x="20" y="24"/>
                    </a:lnTo>
                    <a:lnTo>
                      <a:pt x="27" y="28"/>
                    </a:lnTo>
                    <a:lnTo>
                      <a:pt x="36" y="14"/>
                    </a:lnTo>
                    <a:lnTo>
                      <a:pt x="29" y="10"/>
                    </a:lnTo>
                    <a:lnTo>
                      <a:pt x="30" y="8"/>
                    </a:lnTo>
                    <a:lnTo>
                      <a:pt x="22" y="4"/>
                    </a:lnTo>
                    <a:lnTo>
                      <a:pt x="20" y="6"/>
                    </a:lnTo>
                    <a:lnTo>
                      <a:pt x="13" y="2"/>
                    </a:lnTo>
                    <a:lnTo>
                      <a:pt x="4" y="0"/>
                    </a:lnTo>
                    <a:lnTo>
                      <a:pt x="2" y="2"/>
                    </a:lnTo>
                    <a:lnTo>
                      <a:pt x="1" y="5"/>
                    </a:lnTo>
                    <a:lnTo>
                      <a:pt x="0" y="8"/>
                    </a:lnTo>
                    <a:lnTo>
                      <a:pt x="5" y="14"/>
                    </a:lnTo>
                    <a:lnTo>
                      <a:pt x="12" y="20"/>
                    </a:lnTo>
                    <a:lnTo>
                      <a:pt x="11" y="22"/>
                    </a:lnTo>
                    <a:lnTo>
                      <a:pt x="19" y="2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41" name="Freeform 112"/>
              <p:cNvSpPr/>
              <p:nvPr/>
            </p:nvSpPr>
            <p:spPr>
              <a:xfrm>
                <a:off x="4994" y="1607"/>
                <a:ext cx="32" cy="36"/>
              </a:xfrm>
              <a:custGeom>
                <a:avLst/>
                <a:gdLst/>
                <a:ahLst/>
                <a:cxnLst>
                  <a:cxn ang="0">
                    <a:pos x="8" y="0"/>
                  </a:cxn>
                  <a:cxn ang="0">
                    <a:pos x="31" y="26"/>
                  </a:cxn>
                  <a:cxn ang="0">
                    <a:pos x="23" y="35"/>
                  </a:cxn>
                  <a:cxn ang="0">
                    <a:pos x="0" y="8"/>
                  </a:cxn>
                  <a:cxn ang="0">
                    <a:pos x="8" y="0"/>
                  </a:cxn>
                </a:cxnLst>
                <a:rect l="0" t="0" r="0" b="0"/>
                <a:pathLst>
                  <a:path w="32" h="36">
                    <a:moveTo>
                      <a:pt x="8" y="0"/>
                    </a:moveTo>
                    <a:lnTo>
                      <a:pt x="31" y="26"/>
                    </a:lnTo>
                    <a:lnTo>
                      <a:pt x="23" y="35"/>
                    </a:lnTo>
                    <a:lnTo>
                      <a:pt x="0" y="8"/>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42" name="Freeform 113"/>
              <p:cNvSpPr/>
              <p:nvPr/>
            </p:nvSpPr>
            <p:spPr>
              <a:xfrm>
                <a:off x="5008" y="1627"/>
                <a:ext cx="36" cy="23"/>
              </a:xfrm>
              <a:custGeom>
                <a:avLst/>
                <a:gdLst/>
                <a:ahLst/>
                <a:cxnLst>
                  <a:cxn ang="0">
                    <a:pos x="2" y="2"/>
                  </a:cxn>
                  <a:cxn ang="0">
                    <a:pos x="1" y="5"/>
                  </a:cxn>
                  <a:cxn ang="0">
                    <a:pos x="0" y="7"/>
                  </a:cxn>
                  <a:cxn ang="0">
                    <a:pos x="7" y="18"/>
                  </a:cxn>
                  <a:cxn ang="0">
                    <a:pos x="11" y="20"/>
                  </a:cxn>
                  <a:cxn ang="0">
                    <a:pos x="12" y="18"/>
                  </a:cxn>
                  <a:cxn ang="0">
                    <a:pos x="18" y="22"/>
                  </a:cxn>
                  <a:cxn ang="0">
                    <a:pos x="25" y="22"/>
                  </a:cxn>
                  <a:cxn ang="0">
                    <a:pos x="26" y="19"/>
                  </a:cxn>
                  <a:cxn ang="0">
                    <a:pos x="30" y="22"/>
                  </a:cxn>
                  <a:cxn ang="0">
                    <a:pos x="35" y="16"/>
                  </a:cxn>
                  <a:cxn ang="0">
                    <a:pos x="29" y="14"/>
                  </a:cxn>
                  <a:cxn ang="0">
                    <a:pos x="30" y="11"/>
                  </a:cxn>
                  <a:cxn ang="0">
                    <a:pos x="28" y="6"/>
                  </a:cxn>
                  <a:cxn ang="0">
                    <a:pos x="22" y="3"/>
                  </a:cxn>
                  <a:cxn ang="0">
                    <a:pos x="18" y="1"/>
                  </a:cxn>
                  <a:cxn ang="0">
                    <a:pos x="4" y="0"/>
                  </a:cxn>
                  <a:cxn ang="0">
                    <a:pos x="2" y="2"/>
                  </a:cxn>
                </a:cxnLst>
                <a:rect l="0" t="0" r="0" b="0"/>
                <a:pathLst>
                  <a:path w="36" h="23">
                    <a:moveTo>
                      <a:pt x="2" y="2"/>
                    </a:moveTo>
                    <a:lnTo>
                      <a:pt x="1" y="5"/>
                    </a:lnTo>
                    <a:lnTo>
                      <a:pt x="0" y="7"/>
                    </a:lnTo>
                    <a:lnTo>
                      <a:pt x="7" y="18"/>
                    </a:lnTo>
                    <a:lnTo>
                      <a:pt x="11" y="20"/>
                    </a:lnTo>
                    <a:lnTo>
                      <a:pt x="12" y="18"/>
                    </a:lnTo>
                    <a:lnTo>
                      <a:pt x="18" y="22"/>
                    </a:lnTo>
                    <a:lnTo>
                      <a:pt x="25" y="22"/>
                    </a:lnTo>
                    <a:lnTo>
                      <a:pt x="26" y="19"/>
                    </a:lnTo>
                    <a:lnTo>
                      <a:pt x="30" y="22"/>
                    </a:lnTo>
                    <a:lnTo>
                      <a:pt x="35" y="16"/>
                    </a:lnTo>
                    <a:lnTo>
                      <a:pt x="29" y="14"/>
                    </a:lnTo>
                    <a:lnTo>
                      <a:pt x="30" y="11"/>
                    </a:lnTo>
                    <a:lnTo>
                      <a:pt x="28" y="6"/>
                    </a:lnTo>
                    <a:lnTo>
                      <a:pt x="22" y="3"/>
                    </a:lnTo>
                    <a:lnTo>
                      <a:pt x="18" y="1"/>
                    </a:lnTo>
                    <a:lnTo>
                      <a:pt x="4"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43" name="Line 114"/>
              <p:cNvSpPr/>
              <p:nvPr/>
            </p:nvSpPr>
            <p:spPr>
              <a:xfrm>
                <a:off x="5041" y="1626"/>
                <a:ext cx="7" cy="4"/>
              </a:xfrm>
              <a:prstGeom prst="line">
                <a:avLst/>
              </a:prstGeom>
              <a:ln w="12700" cap="flat" cmpd="sng">
                <a:solidFill>
                  <a:schemeClr val="tx1"/>
                </a:solidFill>
                <a:prstDash val="solid"/>
                <a:headEnd type="none" w="med" len="med"/>
                <a:tailEnd type="none" w="med" len="med"/>
              </a:ln>
            </p:spPr>
          </p:sp>
          <p:sp>
            <p:nvSpPr>
              <p:cNvPr id="48244" name="Line 115"/>
              <p:cNvSpPr/>
              <p:nvPr/>
            </p:nvSpPr>
            <p:spPr>
              <a:xfrm>
                <a:off x="5046" y="1629"/>
                <a:ext cx="4" cy="2"/>
              </a:xfrm>
              <a:prstGeom prst="line">
                <a:avLst/>
              </a:prstGeom>
              <a:ln w="12700" cap="flat" cmpd="sng">
                <a:solidFill>
                  <a:schemeClr val="tx1"/>
                </a:solidFill>
                <a:prstDash val="solid"/>
                <a:headEnd type="none" w="med" len="med"/>
                <a:tailEnd type="none" w="med" len="med"/>
              </a:ln>
            </p:spPr>
          </p:sp>
          <p:sp>
            <p:nvSpPr>
              <p:cNvPr id="48245" name="Freeform 116"/>
              <p:cNvSpPr/>
              <p:nvPr/>
            </p:nvSpPr>
            <p:spPr>
              <a:xfrm>
                <a:off x="5028" y="1631"/>
                <a:ext cx="37" cy="29"/>
              </a:xfrm>
              <a:custGeom>
                <a:avLst/>
                <a:gdLst/>
                <a:ahLst/>
                <a:cxnLst>
                  <a:cxn ang="0">
                    <a:pos x="18" y="24"/>
                  </a:cxn>
                  <a:cxn ang="0">
                    <a:pos x="24" y="28"/>
                  </a:cxn>
                  <a:cxn ang="0">
                    <a:pos x="26" y="25"/>
                  </a:cxn>
                  <a:cxn ang="0">
                    <a:pos x="34" y="12"/>
                  </a:cxn>
                  <a:cxn ang="0">
                    <a:pos x="36" y="9"/>
                  </a:cxn>
                  <a:cxn ang="0">
                    <a:pos x="29" y="5"/>
                  </a:cxn>
                  <a:cxn ang="0">
                    <a:pos x="20" y="4"/>
                  </a:cxn>
                  <a:cxn ang="0">
                    <a:pos x="11" y="1"/>
                  </a:cxn>
                  <a:cxn ang="0">
                    <a:pos x="2" y="0"/>
                  </a:cxn>
                  <a:cxn ang="0">
                    <a:pos x="0" y="2"/>
                  </a:cxn>
                  <a:cxn ang="0">
                    <a:pos x="6" y="9"/>
                  </a:cxn>
                  <a:cxn ang="0">
                    <a:pos x="12" y="17"/>
                  </a:cxn>
                  <a:cxn ang="0">
                    <a:pos x="18" y="24"/>
                  </a:cxn>
                </a:cxnLst>
                <a:rect l="0" t="0" r="0" b="0"/>
                <a:pathLst>
                  <a:path w="37" h="29">
                    <a:moveTo>
                      <a:pt x="18" y="24"/>
                    </a:moveTo>
                    <a:lnTo>
                      <a:pt x="24" y="28"/>
                    </a:lnTo>
                    <a:lnTo>
                      <a:pt x="26" y="25"/>
                    </a:lnTo>
                    <a:lnTo>
                      <a:pt x="34" y="12"/>
                    </a:lnTo>
                    <a:lnTo>
                      <a:pt x="36" y="9"/>
                    </a:lnTo>
                    <a:lnTo>
                      <a:pt x="29" y="5"/>
                    </a:lnTo>
                    <a:lnTo>
                      <a:pt x="20" y="4"/>
                    </a:lnTo>
                    <a:lnTo>
                      <a:pt x="11" y="1"/>
                    </a:lnTo>
                    <a:lnTo>
                      <a:pt x="2" y="0"/>
                    </a:lnTo>
                    <a:lnTo>
                      <a:pt x="0" y="2"/>
                    </a:lnTo>
                    <a:lnTo>
                      <a:pt x="6" y="9"/>
                    </a:lnTo>
                    <a:lnTo>
                      <a:pt x="12" y="17"/>
                    </a:lnTo>
                    <a:lnTo>
                      <a:pt x="1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46" name="Freeform 117"/>
              <p:cNvSpPr/>
              <p:nvPr/>
            </p:nvSpPr>
            <p:spPr>
              <a:xfrm>
                <a:off x="5029" y="1621"/>
                <a:ext cx="30" cy="37"/>
              </a:xfrm>
              <a:custGeom>
                <a:avLst/>
                <a:gdLst/>
                <a:ahLst/>
                <a:cxnLst>
                  <a:cxn ang="0">
                    <a:pos x="6" y="0"/>
                  </a:cxn>
                  <a:cxn ang="0">
                    <a:pos x="29" y="27"/>
                  </a:cxn>
                  <a:cxn ang="0">
                    <a:pos x="22" y="36"/>
                  </a:cxn>
                  <a:cxn ang="0">
                    <a:pos x="0" y="8"/>
                  </a:cxn>
                  <a:cxn ang="0">
                    <a:pos x="6" y="0"/>
                  </a:cxn>
                </a:cxnLst>
                <a:rect l="0" t="0" r="0" b="0"/>
                <a:pathLst>
                  <a:path w="30" h="37">
                    <a:moveTo>
                      <a:pt x="6" y="0"/>
                    </a:moveTo>
                    <a:lnTo>
                      <a:pt x="29" y="27"/>
                    </a:lnTo>
                    <a:lnTo>
                      <a:pt x="22" y="36"/>
                    </a:lnTo>
                    <a:lnTo>
                      <a:pt x="0" y="8"/>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47" name="Freeform 118"/>
              <p:cNvSpPr/>
              <p:nvPr/>
            </p:nvSpPr>
            <p:spPr>
              <a:xfrm>
                <a:off x="5045" y="1640"/>
                <a:ext cx="33" cy="24"/>
              </a:xfrm>
              <a:custGeom>
                <a:avLst/>
                <a:gdLst/>
                <a:ahLst/>
                <a:cxnLst>
                  <a:cxn ang="0">
                    <a:pos x="0" y="2"/>
                  </a:cxn>
                  <a:cxn ang="0">
                    <a:pos x="2" y="8"/>
                  </a:cxn>
                  <a:cxn ang="0">
                    <a:pos x="1" y="10"/>
                  </a:cxn>
                  <a:cxn ang="0">
                    <a:pos x="2" y="14"/>
                  </a:cxn>
                  <a:cxn ang="0">
                    <a:pos x="5" y="20"/>
                  </a:cxn>
                  <a:cxn ang="0">
                    <a:pos x="10" y="23"/>
                  </a:cxn>
                  <a:cxn ang="0">
                    <a:pos x="11" y="20"/>
                  </a:cxn>
                  <a:cxn ang="0">
                    <a:pos x="16" y="23"/>
                  </a:cxn>
                  <a:cxn ang="0">
                    <a:pos x="21" y="21"/>
                  </a:cxn>
                  <a:cxn ang="0">
                    <a:pos x="23" y="18"/>
                  </a:cxn>
                  <a:cxn ang="0">
                    <a:pos x="30" y="18"/>
                  </a:cxn>
                  <a:cxn ang="0">
                    <a:pos x="32" y="16"/>
                  </a:cxn>
                  <a:cxn ang="0">
                    <a:pos x="27" y="14"/>
                  </a:cxn>
                  <a:cxn ang="0">
                    <a:pos x="29" y="12"/>
                  </a:cxn>
                  <a:cxn ang="0">
                    <a:pos x="26" y="6"/>
                  </a:cxn>
                  <a:cxn ang="0">
                    <a:pos x="21" y="4"/>
                  </a:cxn>
                  <a:cxn ang="0">
                    <a:pos x="17" y="1"/>
                  </a:cxn>
                  <a:cxn ang="0">
                    <a:pos x="13" y="0"/>
                  </a:cxn>
                  <a:cxn ang="0">
                    <a:pos x="7" y="0"/>
                  </a:cxn>
                  <a:cxn ang="0">
                    <a:pos x="5" y="2"/>
                  </a:cxn>
                  <a:cxn ang="0">
                    <a:pos x="1" y="0"/>
                  </a:cxn>
                  <a:cxn ang="0">
                    <a:pos x="0" y="2"/>
                  </a:cxn>
                </a:cxnLst>
                <a:rect l="0" t="0" r="0" b="0"/>
                <a:pathLst>
                  <a:path w="33" h="24">
                    <a:moveTo>
                      <a:pt x="0" y="2"/>
                    </a:moveTo>
                    <a:lnTo>
                      <a:pt x="2" y="8"/>
                    </a:lnTo>
                    <a:lnTo>
                      <a:pt x="1" y="10"/>
                    </a:lnTo>
                    <a:lnTo>
                      <a:pt x="2" y="14"/>
                    </a:lnTo>
                    <a:lnTo>
                      <a:pt x="5" y="20"/>
                    </a:lnTo>
                    <a:lnTo>
                      <a:pt x="10" y="23"/>
                    </a:lnTo>
                    <a:lnTo>
                      <a:pt x="11" y="20"/>
                    </a:lnTo>
                    <a:lnTo>
                      <a:pt x="16" y="23"/>
                    </a:lnTo>
                    <a:lnTo>
                      <a:pt x="21" y="21"/>
                    </a:lnTo>
                    <a:lnTo>
                      <a:pt x="23" y="18"/>
                    </a:lnTo>
                    <a:lnTo>
                      <a:pt x="30" y="18"/>
                    </a:lnTo>
                    <a:lnTo>
                      <a:pt x="32" y="16"/>
                    </a:lnTo>
                    <a:lnTo>
                      <a:pt x="27" y="14"/>
                    </a:lnTo>
                    <a:lnTo>
                      <a:pt x="29" y="12"/>
                    </a:lnTo>
                    <a:lnTo>
                      <a:pt x="26" y="6"/>
                    </a:lnTo>
                    <a:lnTo>
                      <a:pt x="21" y="4"/>
                    </a:lnTo>
                    <a:lnTo>
                      <a:pt x="17" y="1"/>
                    </a:lnTo>
                    <a:lnTo>
                      <a:pt x="13" y="0"/>
                    </a:lnTo>
                    <a:lnTo>
                      <a:pt x="7" y="0"/>
                    </a:lnTo>
                    <a:lnTo>
                      <a:pt x="5" y="2"/>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48" name="Line 119"/>
              <p:cNvSpPr/>
              <p:nvPr/>
            </p:nvSpPr>
            <p:spPr>
              <a:xfrm>
                <a:off x="5066" y="1651"/>
                <a:ext cx="4" cy="1"/>
              </a:xfrm>
              <a:prstGeom prst="line">
                <a:avLst/>
              </a:prstGeom>
              <a:ln w="12700" cap="flat" cmpd="sng">
                <a:solidFill>
                  <a:schemeClr val="tx1"/>
                </a:solidFill>
                <a:prstDash val="solid"/>
                <a:headEnd type="none" w="med" len="med"/>
                <a:tailEnd type="none" w="med" len="med"/>
              </a:ln>
            </p:spPr>
          </p:sp>
          <p:sp>
            <p:nvSpPr>
              <p:cNvPr id="48249" name="Line 120"/>
              <p:cNvSpPr/>
              <p:nvPr/>
            </p:nvSpPr>
            <p:spPr>
              <a:xfrm>
                <a:off x="5069" y="1649"/>
                <a:ext cx="6" cy="3"/>
              </a:xfrm>
              <a:prstGeom prst="line">
                <a:avLst/>
              </a:prstGeom>
              <a:ln w="12700" cap="flat" cmpd="sng">
                <a:solidFill>
                  <a:schemeClr val="tx1"/>
                </a:solidFill>
                <a:prstDash val="solid"/>
                <a:headEnd type="none" w="med" len="med"/>
                <a:tailEnd type="none" w="med" len="med"/>
              </a:ln>
            </p:spPr>
          </p:sp>
          <p:sp>
            <p:nvSpPr>
              <p:cNvPr id="48250" name="Freeform 121"/>
              <p:cNvSpPr/>
              <p:nvPr/>
            </p:nvSpPr>
            <p:spPr>
              <a:xfrm>
                <a:off x="5052" y="1648"/>
                <a:ext cx="38" cy="30"/>
              </a:xfrm>
              <a:custGeom>
                <a:avLst/>
                <a:gdLst/>
                <a:ahLst/>
                <a:cxnLst>
                  <a:cxn ang="0">
                    <a:pos x="17" y="23"/>
                  </a:cxn>
                  <a:cxn ang="0">
                    <a:pos x="26" y="29"/>
                  </a:cxn>
                  <a:cxn ang="0">
                    <a:pos x="27" y="24"/>
                  </a:cxn>
                  <a:cxn ang="0">
                    <a:pos x="34" y="11"/>
                  </a:cxn>
                  <a:cxn ang="0">
                    <a:pos x="37" y="8"/>
                  </a:cxn>
                  <a:cxn ang="0">
                    <a:pos x="28" y="4"/>
                  </a:cxn>
                  <a:cxn ang="0">
                    <a:pos x="21" y="0"/>
                  </a:cxn>
                  <a:cxn ang="0">
                    <a:pos x="10" y="1"/>
                  </a:cxn>
                  <a:cxn ang="0">
                    <a:pos x="1" y="0"/>
                  </a:cxn>
                  <a:cxn ang="0">
                    <a:pos x="0" y="2"/>
                  </a:cxn>
                  <a:cxn ang="0">
                    <a:pos x="6" y="7"/>
                  </a:cxn>
                  <a:cxn ang="0">
                    <a:pos x="5" y="11"/>
                  </a:cxn>
                  <a:cxn ang="0">
                    <a:pos x="10" y="18"/>
                  </a:cxn>
                  <a:cxn ang="0">
                    <a:pos x="17" y="23"/>
                  </a:cxn>
                </a:cxnLst>
                <a:rect l="0" t="0" r="0" b="0"/>
                <a:pathLst>
                  <a:path w="38" h="30">
                    <a:moveTo>
                      <a:pt x="17" y="23"/>
                    </a:moveTo>
                    <a:lnTo>
                      <a:pt x="26" y="29"/>
                    </a:lnTo>
                    <a:lnTo>
                      <a:pt x="27" y="24"/>
                    </a:lnTo>
                    <a:lnTo>
                      <a:pt x="34" y="11"/>
                    </a:lnTo>
                    <a:lnTo>
                      <a:pt x="37" y="8"/>
                    </a:lnTo>
                    <a:lnTo>
                      <a:pt x="28" y="4"/>
                    </a:lnTo>
                    <a:lnTo>
                      <a:pt x="21" y="0"/>
                    </a:lnTo>
                    <a:lnTo>
                      <a:pt x="10" y="1"/>
                    </a:lnTo>
                    <a:lnTo>
                      <a:pt x="1" y="0"/>
                    </a:lnTo>
                    <a:lnTo>
                      <a:pt x="0" y="2"/>
                    </a:lnTo>
                    <a:lnTo>
                      <a:pt x="6" y="7"/>
                    </a:lnTo>
                    <a:lnTo>
                      <a:pt x="5" y="11"/>
                    </a:lnTo>
                    <a:lnTo>
                      <a:pt x="10" y="18"/>
                    </a:lnTo>
                    <a:lnTo>
                      <a:pt x="17"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51" name="Freeform 122"/>
              <p:cNvSpPr/>
              <p:nvPr/>
            </p:nvSpPr>
            <p:spPr>
              <a:xfrm>
                <a:off x="5054" y="1645"/>
                <a:ext cx="31" cy="35"/>
              </a:xfrm>
              <a:custGeom>
                <a:avLst/>
                <a:gdLst/>
                <a:ahLst/>
                <a:cxnLst>
                  <a:cxn ang="0">
                    <a:pos x="6" y="1"/>
                  </a:cxn>
                  <a:cxn ang="0">
                    <a:pos x="30" y="25"/>
                  </a:cxn>
                  <a:cxn ang="0">
                    <a:pos x="23" y="34"/>
                  </a:cxn>
                  <a:cxn ang="0">
                    <a:pos x="0" y="8"/>
                  </a:cxn>
                  <a:cxn ang="0">
                    <a:pos x="6" y="0"/>
                  </a:cxn>
                  <a:cxn ang="0">
                    <a:pos x="6" y="1"/>
                  </a:cxn>
                </a:cxnLst>
                <a:rect l="0" t="0" r="0" b="0"/>
                <a:pathLst>
                  <a:path w="31" h="35">
                    <a:moveTo>
                      <a:pt x="6" y="1"/>
                    </a:moveTo>
                    <a:lnTo>
                      <a:pt x="30" y="25"/>
                    </a:lnTo>
                    <a:lnTo>
                      <a:pt x="23" y="34"/>
                    </a:lnTo>
                    <a:lnTo>
                      <a:pt x="0" y="8"/>
                    </a:lnTo>
                    <a:lnTo>
                      <a:pt x="6" y="0"/>
                    </a:lnTo>
                    <a:lnTo>
                      <a:pt x="6"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52" name="Freeform 123"/>
              <p:cNvSpPr/>
              <p:nvPr/>
            </p:nvSpPr>
            <p:spPr>
              <a:xfrm>
                <a:off x="5067" y="1663"/>
                <a:ext cx="31" cy="25"/>
              </a:xfrm>
              <a:custGeom>
                <a:avLst/>
                <a:gdLst/>
                <a:ahLst/>
                <a:cxnLst>
                  <a:cxn ang="0">
                    <a:pos x="0" y="2"/>
                  </a:cxn>
                  <a:cxn ang="0">
                    <a:pos x="2" y="8"/>
                  </a:cxn>
                  <a:cxn ang="0">
                    <a:pos x="0" y="11"/>
                  </a:cxn>
                  <a:cxn ang="0">
                    <a:pos x="2" y="16"/>
                  </a:cxn>
                  <a:cxn ang="0">
                    <a:pos x="6" y="19"/>
                  </a:cxn>
                  <a:cxn ang="0">
                    <a:pos x="10" y="21"/>
                  </a:cxn>
                  <a:cxn ang="0">
                    <a:pos x="16" y="24"/>
                  </a:cxn>
                  <a:cxn ang="0">
                    <a:pos x="21" y="24"/>
                  </a:cxn>
                  <a:cxn ang="0">
                    <a:pos x="23" y="21"/>
                  </a:cxn>
                  <a:cxn ang="0">
                    <a:pos x="28" y="21"/>
                  </a:cxn>
                  <a:cxn ang="0">
                    <a:pos x="30" y="18"/>
                  </a:cxn>
                  <a:cxn ang="0">
                    <a:pos x="27" y="12"/>
                  </a:cxn>
                  <a:cxn ang="0">
                    <a:pos x="25" y="8"/>
                  </a:cxn>
                  <a:cxn ang="0">
                    <a:pos x="21" y="5"/>
                  </a:cxn>
                  <a:cxn ang="0">
                    <a:pos x="23" y="2"/>
                  </a:cxn>
                  <a:cxn ang="0">
                    <a:pos x="19" y="0"/>
                  </a:cxn>
                  <a:cxn ang="0">
                    <a:pos x="12" y="0"/>
                  </a:cxn>
                  <a:cxn ang="0">
                    <a:pos x="6" y="0"/>
                  </a:cxn>
                  <a:cxn ang="0">
                    <a:pos x="1" y="0"/>
                  </a:cxn>
                  <a:cxn ang="0">
                    <a:pos x="0" y="2"/>
                  </a:cxn>
                </a:cxnLst>
                <a:rect l="0" t="0" r="0" b="0"/>
                <a:pathLst>
                  <a:path w="31" h="25">
                    <a:moveTo>
                      <a:pt x="0" y="2"/>
                    </a:moveTo>
                    <a:lnTo>
                      <a:pt x="2" y="8"/>
                    </a:lnTo>
                    <a:lnTo>
                      <a:pt x="0" y="11"/>
                    </a:lnTo>
                    <a:lnTo>
                      <a:pt x="2" y="16"/>
                    </a:lnTo>
                    <a:lnTo>
                      <a:pt x="6" y="19"/>
                    </a:lnTo>
                    <a:lnTo>
                      <a:pt x="10" y="21"/>
                    </a:lnTo>
                    <a:lnTo>
                      <a:pt x="16" y="24"/>
                    </a:lnTo>
                    <a:lnTo>
                      <a:pt x="21" y="24"/>
                    </a:lnTo>
                    <a:lnTo>
                      <a:pt x="23" y="21"/>
                    </a:lnTo>
                    <a:lnTo>
                      <a:pt x="28" y="21"/>
                    </a:lnTo>
                    <a:lnTo>
                      <a:pt x="30" y="18"/>
                    </a:lnTo>
                    <a:lnTo>
                      <a:pt x="27" y="12"/>
                    </a:lnTo>
                    <a:lnTo>
                      <a:pt x="25" y="8"/>
                    </a:lnTo>
                    <a:lnTo>
                      <a:pt x="21" y="5"/>
                    </a:lnTo>
                    <a:lnTo>
                      <a:pt x="23" y="2"/>
                    </a:lnTo>
                    <a:lnTo>
                      <a:pt x="19" y="0"/>
                    </a:lnTo>
                    <a:lnTo>
                      <a:pt x="12" y="0"/>
                    </a:lnTo>
                    <a:lnTo>
                      <a:pt x="6" y="0"/>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53" name="Line 124"/>
              <p:cNvSpPr/>
              <p:nvPr/>
            </p:nvSpPr>
            <p:spPr>
              <a:xfrm>
                <a:off x="5070" y="1675"/>
                <a:ext cx="7" cy="0"/>
              </a:xfrm>
              <a:prstGeom prst="line">
                <a:avLst/>
              </a:prstGeom>
              <a:ln w="12700" cap="flat" cmpd="sng">
                <a:solidFill>
                  <a:schemeClr val="tx1"/>
                </a:solidFill>
                <a:prstDash val="solid"/>
                <a:headEnd type="none" w="med" len="med"/>
                <a:tailEnd type="none" w="med" len="med"/>
              </a:ln>
            </p:spPr>
          </p:sp>
          <p:sp>
            <p:nvSpPr>
              <p:cNvPr id="48254" name="Line 125"/>
              <p:cNvSpPr/>
              <p:nvPr/>
            </p:nvSpPr>
            <p:spPr>
              <a:xfrm>
                <a:off x="5074" y="1670"/>
                <a:ext cx="4" cy="3"/>
              </a:xfrm>
              <a:prstGeom prst="line">
                <a:avLst/>
              </a:prstGeom>
              <a:ln w="12700" cap="flat" cmpd="sng">
                <a:solidFill>
                  <a:schemeClr val="tx1"/>
                </a:solidFill>
                <a:prstDash val="solid"/>
                <a:headEnd type="none" w="med" len="med"/>
                <a:tailEnd type="none" w="med" len="med"/>
              </a:ln>
            </p:spPr>
          </p:sp>
          <p:sp>
            <p:nvSpPr>
              <p:cNvPr id="48255" name="Freeform 126"/>
              <p:cNvSpPr/>
              <p:nvPr/>
            </p:nvSpPr>
            <p:spPr>
              <a:xfrm>
                <a:off x="5058" y="1672"/>
                <a:ext cx="36" cy="27"/>
              </a:xfrm>
              <a:custGeom>
                <a:avLst/>
                <a:gdLst/>
                <a:ahLst/>
                <a:cxnLst>
                  <a:cxn ang="0">
                    <a:pos x="19" y="26"/>
                  </a:cxn>
                  <a:cxn ang="0">
                    <a:pos x="26" y="26"/>
                  </a:cxn>
                  <a:cxn ang="0">
                    <a:pos x="35" y="13"/>
                  </a:cxn>
                  <a:cxn ang="0">
                    <a:pos x="30" y="6"/>
                  </a:cxn>
                  <a:cxn ang="0">
                    <a:pos x="25" y="2"/>
                  </a:cxn>
                  <a:cxn ang="0">
                    <a:pos x="19" y="0"/>
                  </a:cxn>
                  <a:cxn ang="0">
                    <a:pos x="11" y="0"/>
                  </a:cxn>
                  <a:cxn ang="0">
                    <a:pos x="9" y="2"/>
                  </a:cxn>
                  <a:cxn ang="0">
                    <a:pos x="4" y="0"/>
                  </a:cxn>
                  <a:cxn ang="0">
                    <a:pos x="0" y="5"/>
                  </a:cxn>
                  <a:cxn ang="0">
                    <a:pos x="5" y="9"/>
                  </a:cxn>
                  <a:cxn ang="0">
                    <a:pos x="4" y="12"/>
                  </a:cxn>
                  <a:cxn ang="0">
                    <a:pos x="7" y="19"/>
                  </a:cxn>
                  <a:cxn ang="0">
                    <a:pos x="12" y="21"/>
                  </a:cxn>
                  <a:cxn ang="0">
                    <a:pos x="19" y="26"/>
                  </a:cxn>
                </a:cxnLst>
                <a:rect l="0" t="0" r="0" b="0"/>
                <a:pathLst>
                  <a:path w="36" h="27">
                    <a:moveTo>
                      <a:pt x="19" y="26"/>
                    </a:moveTo>
                    <a:lnTo>
                      <a:pt x="26" y="26"/>
                    </a:lnTo>
                    <a:lnTo>
                      <a:pt x="35" y="13"/>
                    </a:lnTo>
                    <a:lnTo>
                      <a:pt x="30" y="6"/>
                    </a:lnTo>
                    <a:lnTo>
                      <a:pt x="25" y="2"/>
                    </a:lnTo>
                    <a:lnTo>
                      <a:pt x="19" y="0"/>
                    </a:lnTo>
                    <a:lnTo>
                      <a:pt x="11" y="0"/>
                    </a:lnTo>
                    <a:lnTo>
                      <a:pt x="9" y="2"/>
                    </a:lnTo>
                    <a:lnTo>
                      <a:pt x="4" y="0"/>
                    </a:lnTo>
                    <a:lnTo>
                      <a:pt x="0" y="5"/>
                    </a:lnTo>
                    <a:lnTo>
                      <a:pt x="5" y="9"/>
                    </a:lnTo>
                    <a:lnTo>
                      <a:pt x="4" y="12"/>
                    </a:lnTo>
                    <a:lnTo>
                      <a:pt x="7" y="19"/>
                    </a:lnTo>
                    <a:lnTo>
                      <a:pt x="12" y="21"/>
                    </a:lnTo>
                    <a:lnTo>
                      <a:pt x="19" y="2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56" name="Freeform 127"/>
              <p:cNvSpPr/>
              <p:nvPr/>
            </p:nvSpPr>
            <p:spPr>
              <a:xfrm>
                <a:off x="5060" y="1666"/>
                <a:ext cx="29" cy="37"/>
              </a:xfrm>
              <a:custGeom>
                <a:avLst/>
                <a:gdLst/>
                <a:ahLst/>
                <a:cxnLst>
                  <a:cxn ang="0">
                    <a:pos x="7" y="1"/>
                  </a:cxn>
                  <a:cxn ang="0">
                    <a:pos x="28" y="27"/>
                  </a:cxn>
                  <a:cxn ang="0">
                    <a:pos x="21" y="36"/>
                  </a:cxn>
                  <a:cxn ang="0">
                    <a:pos x="0" y="8"/>
                  </a:cxn>
                  <a:cxn ang="0">
                    <a:pos x="7" y="0"/>
                  </a:cxn>
                  <a:cxn ang="0">
                    <a:pos x="7" y="1"/>
                  </a:cxn>
                </a:cxnLst>
                <a:rect l="0" t="0" r="0" b="0"/>
                <a:pathLst>
                  <a:path w="29" h="37">
                    <a:moveTo>
                      <a:pt x="7" y="1"/>
                    </a:moveTo>
                    <a:lnTo>
                      <a:pt x="28" y="27"/>
                    </a:lnTo>
                    <a:lnTo>
                      <a:pt x="21" y="36"/>
                    </a:lnTo>
                    <a:lnTo>
                      <a:pt x="0" y="8"/>
                    </a:lnTo>
                    <a:lnTo>
                      <a:pt x="7" y="0"/>
                    </a:lnTo>
                    <a:lnTo>
                      <a:pt x="7"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57" name="Freeform 128"/>
              <p:cNvSpPr/>
              <p:nvPr/>
            </p:nvSpPr>
            <p:spPr>
              <a:xfrm>
                <a:off x="5072" y="1686"/>
                <a:ext cx="31" cy="25"/>
              </a:xfrm>
              <a:custGeom>
                <a:avLst/>
                <a:gdLst/>
                <a:ahLst/>
                <a:cxnLst>
                  <a:cxn ang="0">
                    <a:pos x="1" y="1"/>
                  </a:cxn>
                  <a:cxn ang="0">
                    <a:pos x="0" y="4"/>
                  </a:cxn>
                  <a:cxn ang="0">
                    <a:pos x="1" y="8"/>
                  </a:cxn>
                  <a:cxn ang="0">
                    <a:pos x="0" y="11"/>
                  </a:cxn>
                  <a:cxn ang="0">
                    <a:pos x="2" y="16"/>
                  </a:cxn>
                  <a:cxn ang="0">
                    <a:pos x="7" y="19"/>
                  </a:cxn>
                  <a:cxn ang="0">
                    <a:pos x="10" y="21"/>
                  </a:cxn>
                  <a:cxn ang="0">
                    <a:pos x="14" y="24"/>
                  </a:cxn>
                  <a:cxn ang="0">
                    <a:pos x="20" y="24"/>
                  </a:cxn>
                  <a:cxn ang="0">
                    <a:pos x="21" y="21"/>
                  </a:cxn>
                  <a:cxn ang="0">
                    <a:pos x="27" y="19"/>
                  </a:cxn>
                  <a:cxn ang="0">
                    <a:pos x="30" y="18"/>
                  </a:cxn>
                  <a:cxn ang="0">
                    <a:pos x="27" y="12"/>
                  </a:cxn>
                  <a:cxn ang="0">
                    <a:pos x="24" y="7"/>
                  </a:cxn>
                  <a:cxn ang="0">
                    <a:pos x="22" y="2"/>
                  </a:cxn>
                  <a:cxn ang="0">
                    <a:pos x="18" y="0"/>
                  </a:cxn>
                  <a:cxn ang="0">
                    <a:pos x="17" y="2"/>
                  </a:cxn>
                  <a:cxn ang="0">
                    <a:pos x="12" y="0"/>
                  </a:cxn>
                  <a:cxn ang="0">
                    <a:pos x="7" y="0"/>
                  </a:cxn>
                  <a:cxn ang="0">
                    <a:pos x="1" y="1"/>
                  </a:cxn>
                </a:cxnLst>
                <a:rect l="0" t="0" r="0" b="0"/>
                <a:pathLst>
                  <a:path w="31" h="25">
                    <a:moveTo>
                      <a:pt x="1" y="1"/>
                    </a:moveTo>
                    <a:lnTo>
                      <a:pt x="0" y="4"/>
                    </a:lnTo>
                    <a:lnTo>
                      <a:pt x="1" y="8"/>
                    </a:lnTo>
                    <a:lnTo>
                      <a:pt x="0" y="11"/>
                    </a:lnTo>
                    <a:lnTo>
                      <a:pt x="2" y="16"/>
                    </a:lnTo>
                    <a:lnTo>
                      <a:pt x="7" y="19"/>
                    </a:lnTo>
                    <a:lnTo>
                      <a:pt x="10" y="21"/>
                    </a:lnTo>
                    <a:lnTo>
                      <a:pt x="14" y="24"/>
                    </a:lnTo>
                    <a:lnTo>
                      <a:pt x="20" y="24"/>
                    </a:lnTo>
                    <a:lnTo>
                      <a:pt x="21" y="21"/>
                    </a:lnTo>
                    <a:lnTo>
                      <a:pt x="27" y="19"/>
                    </a:lnTo>
                    <a:lnTo>
                      <a:pt x="30" y="18"/>
                    </a:lnTo>
                    <a:lnTo>
                      <a:pt x="27" y="12"/>
                    </a:lnTo>
                    <a:lnTo>
                      <a:pt x="24" y="7"/>
                    </a:lnTo>
                    <a:lnTo>
                      <a:pt x="22" y="2"/>
                    </a:lnTo>
                    <a:lnTo>
                      <a:pt x="18" y="0"/>
                    </a:lnTo>
                    <a:lnTo>
                      <a:pt x="17" y="2"/>
                    </a:lnTo>
                    <a:lnTo>
                      <a:pt x="12" y="0"/>
                    </a:lnTo>
                    <a:lnTo>
                      <a:pt x="7" y="0"/>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58" name="Line 129"/>
              <p:cNvSpPr/>
              <p:nvPr/>
            </p:nvSpPr>
            <p:spPr>
              <a:xfrm>
                <a:off x="5050" y="1678"/>
                <a:ext cx="8" cy="3"/>
              </a:xfrm>
              <a:prstGeom prst="line">
                <a:avLst/>
              </a:prstGeom>
              <a:ln w="12700" cap="flat" cmpd="sng">
                <a:solidFill>
                  <a:schemeClr val="tx1"/>
                </a:solidFill>
                <a:prstDash val="solid"/>
                <a:headEnd type="none" w="med" len="med"/>
                <a:tailEnd type="none" w="med" len="med"/>
              </a:ln>
            </p:spPr>
          </p:sp>
          <p:sp>
            <p:nvSpPr>
              <p:cNvPr id="48259" name="Line 130"/>
              <p:cNvSpPr/>
              <p:nvPr/>
            </p:nvSpPr>
            <p:spPr>
              <a:xfrm>
                <a:off x="5052" y="1677"/>
                <a:ext cx="2" cy="2"/>
              </a:xfrm>
              <a:prstGeom prst="line">
                <a:avLst/>
              </a:prstGeom>
              <a:ln w="12700" cap="flat" cmpd="sng">
                <a:solidFill>
                  <a:schemeClr val="tx1"/>
                </a:solidFill>
                <a:prstDash val="solid"/>
                <a:headEnd type="none" w="med" len="med"/>
                <a:tailEnd type="none" w="med" len="med"/>
              </a:ln>
            </p:spPr>
          </p:sp>
          <p:sp>
            <p:nvSpPr>
              <p:cNvPr id="48260" name="Freeform 131"/>
              <p:cNvSpPr/>
              <p:nvPr/>
            </p:nvSpPr>
            <p:spPr>
              <a:xfrm>
                <a:off x="5042" y="1678"/>
                <a:ext cx="37" cy="29"/>
              </a:xfrm>
              <a:custGeom>
                <a:avLst/>
                <a:gdLst/>
                <a:ahLst/>
                <a:cxnLst>
                  <a:cxn ang="0">
                    <a:pos x="12" y="25"/>
                  </a:cxn>
                  <a:cxn ang="0">
                    <a:pos x="18" y="28"/>
                  </a:cxn>
                  <a:cxn ang="0">
                    <a:pos x="20" y="25"/>
                  </a:cxn>
                  <a:cxn ang="0">
                    <a:pos x="28" y="26"/>
                  </a:cxn>
                  <a:cxn ang="0">
                    <a:pos x="36" y="15"/>
                  </a:cxn>
                  <a:cxn ang="0">
                    <a:pos x="30" y="9"/>
                  </a:cxn>
                  <a:cxn ang="0">
                    <a:pos x="24" y="5"/>
                  </a:cxn>
                  <a:cxn ang="0">
                    <a:pos x="17" y="1"/>
                  </a:cxn>
                  <a:cxn ang="0">
                    <a:pos x="10" y="1"/>
                  </a:cxn>
                  <a:cxn ang="0">
                    <a:pos x="8" y="4"/>
                  </a:cxn>
                  <a:cxn ang="0">
                    <a:pos x="1" y="0"/>
                  </a:cxn>
                  <a:cxn ang="0">
                    <a:pos x="0" y="2"/>
                  </a:cxn>
                  <a:cxn ang="0">
                    <a:pos x="4" y="8"/>
                  </a:cxn>
                  <a:cxn ang="0">
                    <a:pos x="2" y="11"/>
                  </a:cxn>
                  <a:cxn ang="0">
                    <a:pos x="7" y="18"/>
                  </a:cxn>
                  <a:cxn ang="0">
                    <a:pos x="12" y="25"/>
                  </a:cxn>
                </a:cxnLst>
                <a:rect l="0" t="0" r="0" b="0"/>
                <a:pathLst>
                  <a:path w="37" h="29">
                    <a:moveTo>
                      <a:pt x="12" y="25"/>
                    </a:moveTo>
                    <a:lnTo>
                      <a:pt x="18" y="28"/>
                    </a:lnTo>
                    <a:lnTo>
                      <a:pt x="20" y="25"/>
                    </a:lnTo>
                    <a:lnTo>
                      <a:pt x="28" y="26"/>
                    </a:lnTo>
                    <a:lnTo>
                      <a:pt x="36" y="15"/>
                    </a:lnTo>
                    <a:lnTo>
                      <a:pt x="30" y="9"/>
                    </a:lnTo>
                    <a:lnTo>
                      <a:pt x="24" y="5"/>
                    </a:lnTo>
                    <a:lnTo>
                      <a:pt x="17" y="1"/>
                    </a:lnTo>
                    <a:lnTo>
                      <a:pt x="10" y="1"/>
                    </a:lnTo>
                    <a:lnTo>
                      <a:pt x="8" y="4"/>
                    </a:lnTo>
                    <a:lnTo>
                      <a:pt x="1" y="0"/>
                    </a:lnTo>
                    <a:lnTo>
                      <a:pt x="0" y="2"/>
                    </a:lnTo>
                    <a:lnTo>
                      <a:pt x="4" y="8"/>
                    </a:lnTo>
                    <a:lnTo>
                      <a:pt x="2" y="11"/>
                    </a:lnTo>
                    <a:lnTo>
                      <a:pt x="7" y="18"/>
                    </a:lnTo>
                    <a:lnTo>
                      <a:pt x="12"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61" name="Freeform 132"/>
              <p:cNvSpPr/>
              <p:nvPr/>
            </p:nvSpPr>
            <p:spPr>
              <a:xfrm>
                <a:off x="5039" y="1671"/>
                <a:ext cx="29" cy="34"/>
              </a:xfrm>
              <a:custGeom>
                <a:avLst/>
                <a:gdLst/>
                <a:ahLst/>
                <a:cxnLst>
                  <a:cxn ang="0">
                    <a:pos x="7" y="0"/>
                  </a:cxn>
                  <a:cxn ang="0">
                    <a:pos x="28" y="26"/>
                  </a:cxn>
                  <a:cxn ang="0">
                    <a:pos x="21" y="33"/>
                  </a:cxn>
                  <a:cxn ang="0">
                    <a:pos x="0" y="6"/>
                  </a:cxn>
                  <a:cxn ang="0">
                    <a:pos x="7" y="0"/>
                  </a:cxn>
                </a:cxnLst>
                <a:rect l="0" t="0" r="0" b="0"/>
                <a:pathLst>
                  <a:path w="29" h="34">
                    <a:moveTo>
                      <a:pt x="7" y="0"/>
                    </a:moveTo>
                    <a:lnTo>
                      <a:pt x="28" y="26"/>
                    </a:lnTo>
                    <a:lnTo>
                      <a:pt x="21" y="33"/>
                    </a:lnTo>
                    <a:lnTo>
                      <a:pt x="0" y="6"/>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62" name="Freeform 133"/>
              <p:cNvSpPr/>
              <p:nvPr/>
            </p:nvSpPr>
            <p:spPr>
              <a:xfrm>
                <a:off x="5052" y="1686"/>
                <a:ext cx="32" cy="26"/>
              </a:xfrm>
              <a:custGeom>
                <a:avLst/>
                <a:gdLst/>
                <a:ahLst/>
                <a:cxnLst>
                  <a:cxn ang="0">
                    <a:pos x="0" y="4"/>
                  </a:cxn>
                  <a:cxn ang="0">
                    <a:pos x="2" y="9"/>
                  </a:cxn>
                  <a:cxn ang="0">
                    <a:pos x="5" y="16"/>
                  </a:cxn>
                  <a:cxn ang="0">
                    <a:pos x="8" y="22"/>
                  </a:cxn>
                  <a:cxn ang="0">
                    <a:pos x="12" y="25"/>
                  </a:cxn>
                  <a:cxn ang="0">
                    <a:pos x="17" y="23"/>
                  </a:cxn>
                  <a:cxn ang="0">
                    <a:pos x="22" y="23"/>
                  </a:cxn>
                  <a:cxn ang="0">
                    <a:pos x="29" y="22"/>
                  </a:cxn>
                  <a:cxn ang="0">
                    <a:pos x="31" y="19"/>
                  </a:cxn>
                  <a:cxn ang="0">
                    <a:pos x="26" y="16"/>
                  </a:cxn>
                  <a:cxn ang="0">
                    <a:pos x="29" y="13"/>
                  </a:cxn>
                  <a:cxn ang="0">
                    <a:pos x="26" y="8"/>
                  </a:cxn>
                  <a:cxn ang="0">
                    <a:pos x="22" y="5"/>
                  </a:cxn>
                  <a:cxn ang="0">
                    <a:pos x="18" y="2"/>
                  </a:cxn>
                  <a:cxn ang="0">
                    <a:pos x="14" y="0"/>
                  </a:cxn>
                  <a:cxn ang="0">
                    <a:pos x="8" y="1"/>
                  </a:cxn>
                  <a:cxn ang="0">
                    <a:pos x="6" y="4"/>
                  </a:cxn>
                  <a:cxn ang="0">
                    <a:pos x="2" y="1"/>
                  </a:cxn>
                  <a:cxn ang="0">
                    <a:pos x="0" y="4"/>
                  </a:cxn>
                </a:cxnLst>
                <a:rect l="0" t="0" r="0" b="0"/>
                <a:pathLst>
                  <a:path w="32" h="26">
                    <a:moveTo>
                      <a:pt x="0" y="4"/>
                    </a:moveTo>
                    <a:lnTo>
                      <a:pt x="2" y="9"/>
                    </a:lnTo>
                    <a:lnTo>
                      <a:pt x="5" y="16"/>
                    </a:lnTo>
                    <a:lnTo>
                      <a:pt x="8" y="22"/>
                    </a:lnTo>
                    <a:lnTo>
                      <a:pt x="12" y="25"/>
                    </a:lnTo>
                    <a:lnTo>
                      <a:pt x="17" y="23"/>
                    </a:lnTo>
                    <a:lnTo>
                      <a:pt x="22" y="23"/>
                    </a:lnTo>
                    <a:lnTo>
                      <a:pt x="29" y="22"/>
                    </a:lnTo>
                    <a:lnTo>
                      <a:pt x="31" y="19"/>
                    </a:lnTo>
                    <a:lnTo>
                      <a:pt x="26" y="16"/>
                    </a:lnTo>
                    <a:lnTo>
                      <a:pt x="29" y="13"/>
                    </a:lnTo>
                    <a:lnTo>
                      <a:pt x="26" y="8"/>
                    </a:lnTo>
                    <a:lnTo>
                      <a:pt x="22" y="5"/>
                    </a:lnTo>
                    <a:lnTo>
                      <a:pt x="18" y="2"/>
                    </a:lnTo>
                    <a:lnTo>
                      <a:pt x="14" y="0"/>
                    </a:lnTo>
                    <a:lnTo>
                      <a:pt x="8" y="1"/>
                    </a:lnTo>
                    <a:lnTo>
                      <a:pt x="6" y="4"/>
                    </a:lnTo>
                    <a:lnTo>
                      <a:pt x="2" y="1"/>
                    </a:lnTo>
                    <a:lnTo>
                      <a:pt x="0"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63" name="Line 134"/>
              <p:cNvSpPr/>
              <p:nvPr/>
            </p:nvSpPr>
            <p:spPr>
              <a:xfrm>
                <a:off x="5019" y="1667"/>
                <a:ext cx="6" cy="6"/>
              </a:xfrm>
              <a:prstGeom prst="line">
                <a:avLst/>
              </a:prstGeom>
              <a:ln w="12700" cap="flat" cmpd="sng">
                <a:solidFill>
                  <a:schemeClr val="tx1"/>
                </a:solidFill>
                <a:prstDash val="solid"/>
                <a:headEnd type="none" w="med" len="med"/>
                <a:tailEnd type="none" w="med" len="med"/>
              </a:ln>
            </p:spPr>
          </p:sp>
          <p:sp>
            <p:nvSpPr>
              <p:cNvPr id="48264" name="Line 135"/>
              <p:cNvSpPr/>
              <p:nvPr/>
            </p:nvSpPr>
            <p:spPr>
              <a:xfrm>
                <a:off x="5022" y="1666"/>
                <a:ext cx="4" cy="1"/>
              </a:xfrm>
              <a:prstGeom prst="line">
                <a:avLst/>
              </a:prstGeom>
              <a:ln w="12700" cap="flat" cmpd="sng">
                <a:solidFill>
                  <a:schemeClr val="tx1"/>
                </a:solidFill>
                <a:prstDash val="solid"/>
                <a:headEnd type="none" w="med" len="med"/>
                <a:tailEnd type="none" w="med" len="med"/>
              </a:ln>
            </p:spPr>
          </p:sp>
          <p:sp>
            <p:nvSpPr>
              <p:cNvPr id="48265" name="Freeform 136"/>
              <p:cNvSpPr/>
              <p:nvPr/>
            </p:nvSpPr>
            <p:spPr>
              <a:xfrm>
                <a:off x="5002" y="1667"/>
                <a:ext cx="38" cy="28"/>
              </a:xfrm>
              <a:custGeom>
                <a:avLst/>
                <a:gdLst/>
                <a:ahLst/>
                <a:cxnLst>
                  <a:cxn ang="0">
                    <a:pos x="19" y="25"/>
                  </a:cxn>
                  <a:cxn ang="0">
                    <a:pos x="21" y="22"/>
                  </a:cxn>
                  <a:cxn ang="0">
                    <a:pos x="28" y="27"/>
                  </a:cxn>
                  <a:cxn ang="0">
                    <a:pos x="37" y="13"/>
                  </a:cxn>
                  <a:cxn ang="0">
                    <a:pos x="29" y="9"/>
                  </a:cxn>
                  <a:cxn ang="0">
                    <a:pos x="31" y="6"/>
                  </a:cxn>
                  <a:cxn ang="0">
                    <a:pos x="24" y="2"/>
                  </a:cxn>
                  <a:cxn ang="0">
                    <a:pos x="22" y="5"/>
                  </a:cxn>
                  <a:cxn ang="0">
                    <a:pos x="14" y="1"/>
                  </a:cxn>
                  <a:cxn ang="0">
                    <a:pos x="5" y="0"/>
                  </a:cxn>
                  <a:cxn ang="0">
                    <a:pos x="4" y="1"/>
                  </a:cxn>
                  <a:cxn ang="0">
                    <a:pos x="1" y="4"/>
                  </a:cxn>
                  <a:cxn ang="0">
                    <a:pos x="0" y="6"/>
                  </a:cxn>
                  <a:cxn ang="0">
                    <a:pos x="5" y="14"/>
                  </a:cxn>
                  <a:cxn ang="0">
                    <a:pos x="14" y="18"/>
                  </a:cxn>
                  <a:cxn ang="0">
                    <a:pos x="12" y="21"/>
                  </a:cxn>
                  <a:cxn ang="0">
                    <a:pos x="19" y="25"/>
                  </a:cxn>
                </a:cxnLst>
                <a:rect l="0" t="0" r="0" b="0"/>
                <a:pathLst>
                  <a:path w="38" h="28">
                    <a:moveTo>
                      <a:pt x="19" y="25"/>
                    </a:moveTo>
                    <a:lnTo>
                      <a:pt x="21" y="22"/>
                    </a:lnTo>
                    <a:lnTo>
                      <a:pt x="28" y="27"/>
                    </a:lnTo>
                    <a:lnTo>
                      <a:pt x="37" y="13"/>
                    </a:lnTo>
                    <a:lnTo>
                      <a:pt x="29" y="9"/>
                    </a:lnTo>
                    <a:lnTo>
                      <a:pt x="31" y="6"/>
                    </a:lnTo>
                    <a:lnTo>
                      <a:pt x="24" y="2"/>
                    </a:lnTo>
                    <a:lnTo>
                      <a:pt x="22" y="5"/>
                    </a:lnTo>
                    <a:lnTo>
                      <a:pt x="14" y="1"/>
                    </a:lnTo>
                    <a:lnTo>
                      <a:pt x="5" y="0"/>
                    </a:lnTo>
                    <a:lnTo>
                      <a:pt x="4" y="1"/>
                    </a:lnTo>
                    <a:lnTo>
                      <a:pt x="1" y="4"/>
                    </a:lnTo>
                    <a:lnTo>
                      <a:pt x="0" y="6"/>
                    </a:lnTo>
                    <a:lnTo>
                      <a:pt x="5" y="14"/>
                    </a:lnTo>
                    <a:lnTo>
                      <a:pt x="14" y="18"/>
                    </a:lnTo>
                    <a:lnTo>
                      <a:pt x="12" y="21"/>
                    </a:lnTo>
                    <a:lnTo>
                      <a:pt x="19" y="2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66" name="Freeform 137"/>
              <p:cNvSpPr/>
              <p:nvPr/>
            </p:nvSpPr>
            <p:spPr>
              <a:xfrm>
                <a:off x="5006" y="1661"/>
                <a:ext cx="30" cy="36"/>
              </a:xfrm>
              <a:custGeom>
                <a:avLst/>
                <a:gdLst/>
                <a:ahLst/>
                <a:cxnLst>
                  <a:cxn ang="0">
                    <a:pos x="6" y="0"/>
                  </a:cxn>
                  <a:cxn ang="0">
                    <a:pos x="29" y="25"/>
                  </a:cxn>
                  <a:cxn ang="0">
                    <a:pos x="22" y="35"/>
                  </a:cxn>
                  <a:cxn ang="0">
                    <a:pos x="0" y="7"/>
                  </a:cxn>
                  <a:cxn ang="0">
                    <a:pos x="6" y="0"/>
                  </a:cxn>
                </a:cxnLst>
                <a:rect l="0" t="0" r="0" b="0"/>
                <a:pathLst>
                  <a:path w="30" h="36">
                    <a:moveTo>
                      <a:pt x="6" y="0"/>
                    </a:moveTo>
                    <a:lnTo>
                      <a:pt x="29" y="25"/>
                    </a:lnTo>
                    <a:lnTo>
                      <a:pt x="22" y="35"/>
                    </a:lnTo>
                    <a:lnTo>
                      <a:pt x="0" y="7"/>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67" name="Freeform 138"/>
              <p:cNvSpPr/>
              <p:nvPr/>
            </p:nvSpPr>
            <p:spPr>
              <a:xfrm>
                <a:off x="5020" y="1673"/>
                <a:ext cx="34" cy="27"/>
              </a:xfrm>
              <a:custGeom>
                <a:avLst/>
                <a:gdLst/>
                <a:ahLst/>
                <a:cxnLst>
                  <a:cxn ang="0">
                    <a:pos x="2" y="5"/>
                  </a:cxn>
                  <a:cxn ang="0">
                    <a:pos x="1" y="8"/>
                  </a:cxn>
                  <a:cxn ang="0">
                    <a:pos x="0" y="11"/>
                  </a:cxn>
                  <a:cxn ang="0">
                    <a:pos x="2" y="17"/>
                  </a:cxn>
                  <a:cxn ang="0">
                    <a:pos x="6" y="20"/>
                  </a:cxn>
                  <a:cxn ang="0">
                    <a:pos x="5" y="23"/>
                  </a:cxn>
                  <a:cxn ang="0">
                    <a:pos x="11" y="26"/>
                  </a:cxn>
                  <a:cxn ang="0">
                    <a:pos x="23" y="26"/>
                  </a:cxn>
                  <a:cxn ang="0">
                    <a:pos x="28" y="26"/>
                  </a:cxn>
                  <a:cxn ang="0">
                    <a:pos x="33" y="20"/>
                  </a:cxn>
                  <a:cxn ang="0">
                    <a:pos x="22" y="5"/>
                  </a:cxn>
                  <a:cxn ang="0">
                    <a:pos x="16" y="2"/>
                  </a:cxn>
                  <a:cxn ang="0">
                    <a:pos x="12" y="0"/>
                  </a:cxn>
                  <a:cxn ang="0">
                    <a:pos x="5" y="0"/>
                  </a:cxn>
                  <a:cxn ang="0">
                    <a:pos x="4" y="2"/>
                  </a:cxn>
                  <a:cxn ang="0">
                    <a:pos x="2" y="5"/>
                  </a:cxn>
                </a:cxnLst>
                <a:rect l="0" t="0" r="0" b="0"/>
                <a:pathLst>
                  <a:path w="34" h="27">
                    <a:moveTo>
                      <a:pt x="2" y="5"/>
                    </a:moveTo>
                    <a:lnTo>
                      <a:pt x="1" y="8"/>
                    </a:lnTo>
                    <a:lnTo>
                      <a:pt x="0" y="11"/>
                    </a:lnTo>
                    <a:lnTo>
                      <a:pt x="2" y="17"/>
                    </a:lnTo>
                    <a:lnTo>
                      <a:pt x="6" y="20"/>
                    </a:lnTo>
                    <a:lnTo>
                      <a:pt x="5" y="23"/>
                    </a:lnTo>
                    <a:lnTo>
                      <a:pt x="11" y="26"/>
                    </a:lnTo>
                    <a:lnTo>
                      <a:pt x="23" y="26"/>
                    </a:lnTo>
                    <a:lnTo>
                      <a:pt x="28" y="26"/>
                    </a:lnTo>
                    <a:lnTo>
                      <a:pt x="33" y="20"/>
                    </a:lnTo>
                    <a:lnTo>
                      <a:pt x="22" y="5"/>
                    </a:lnTo>
                    <a:lnTo>
                      <a:pt x="16" y="2"/>
                    </a:lnTo>
                    <a:lnTo>
                      <a:pt x="12" y="0"/>
                    </a:lnTo>
                    <a:lnTo>
                      <a:pt x="5" y="0"/>
                    </a:lnTo>
                    <a:lnTo>
                      <a:pt x="4" y="2"/>
                    </a:lnTo>
                    <a:lnTo>
                      <a:pt x="2"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68" name="Line 139"/>
              <p:cNvSpPr/>
              <p:nvPr/>
            </p:nvSpPr>
            <p:spPr>
              <a:xfrm>
                <a:off x="5023" y="1657"/>
                <a:ext cx="9" cy="3"/>
              </a:xfrm>
              <a:prstGeom prst="line">
                <a:avLst/>
              </a:prstGeom>
              <a:ln w="12700" cap="flat" cmpd="sng">
                <a:solidFill>
                  <a:schemeClr val="tx1"/>
                </a:solidFill>
                <a:prstDash val="solid"/>
                <a:headEnd type="none" w="med" len="med"/>
                <a:tailEnd type="none" w="med" len="med"/>
              </a:ln>
            </p:spPr>
          </p:sp>
          <p:sp>
            <p:nvSpPr>
              <p:cNvPr id="48269" name="Line 140"/>
              <p:cNvSpPr/>
              <p:nvPr/>
            </p:nvSpPr>
            <p:spPr>
              <a:xfrm>
                <a:off x="5030" y="1654"/>
                <a:ext cx="3" cy="4"/>
              </a:xfrm>
              <a:prstGeom prst="line">
                <a:avLst/>
              </a:prstGeom>
              <a:ln w="12700" cap="flat" cmpd="sng">
                <a:solidFill>
                  <a:schemeClr val="tx1"/>
                </a:solidFill>
                <a:prstDash val="solid"/>
                <a:headEnd type="none" w="med" len="med"/>
                <a:tailEnd type="none" w="med" len="med"/>
              </a:ln>
            </p:spPr>
          </p:sp>
          <p:sp>
            <p:nvSpPr>
              <p:cNvPr id="48270" name="Freeform 141"/>
              <p:cNvSpPr/>
              <p:nvPr/>
            </p:nvSpPr>
            <p:spPr>
              <a:xfrm>
                <a:off x="5010" y="1654"/>
                <a:ext cx="37" cy="30"/>
              </a:xfrm>
              <a:custGeom>
                <a:avLst/>
                <a:gdLst/>
                <a:ahLst/>
                <a:cxnLst>
                  <a:cxn ang="0">
                    <a:pos x="19" y="27"/>
                  </a:cxn>
                  <a:cxn ang="0">
                    <a:pos x="27" y="29"/>
                  </a:cxn>
                  <a:cxn ang="0">
                    <a:pos x="36" y="15"/>
                  </a:cxn>
                  <a:cxn ang="0">
                    <a:pos x="29" y="11"/>
                  </a:cxn>
                  <a:cxn ang="0">
                    <a:pos x="30" y="8"/>
                  </a:cxn>
                  <a:cxn ang="0">
                    <a:pos x="22" y="4"/>
                  </a:cxn>
                  <a:cxn ang="0">
                    <a:pos x="20" y="6"/>
                  </a:cxn>
                  <a:cxn ang="0">
                    <a:pos x="13" y="1"/>
                  </a:cxn>
                  <a:cxn ang="0">
                    <a:pos x="4" y="0"/>
                  </a:cxn>
                  <a:cxn ang="0">
                    <a:pos x="2" y="2"/>
                  </a:cxn>
                  <a:cxn ang="0">
                    <a:pos x="1" y="5"/>
                  </a:cxn>
                  <a:cxn ang="0">
                    <a:pos x="0" y="8"/>
                  </a:cxn>
                  <a:cxn ang="0">
                    <a:pos x="4" y="17"/>
                  </a:cxn>
                  <a:cxn ang="0">
                    <a:pos x="11" y="22"/>
                  </a:cxn>
                  <a:cxn ang="0">
                    <a:pos x="19" y="27"/>
                  </a:cxn>
                </a:cxnLst>
                <a:rect l="0" t="0" r="0" b="0"/>
                <a:pathLst>
                  <a:path w="37" h="30">
                    <a:moveTo>
                      <a:pt x="19" y="27"/>
                    </a:moveTo>
                    <a:lnTo>
                      <a:pt x="27" y="29"/>
                    </a:lnTo>
                    <a:lnTo>
                      <a:pt x="36" y="15"/>
                    </a:lnTo>
                    <a:lnTo>
                      <a:pt x="29" y="11"/>
                    </a:lnTo>
                    <a:lnTo>
                      <a:pt x="30" y="8"/>
                    </a:lnTo>
                    <a:lnTo>
                      <a:pt x="22" y="4"/>
                    </a:lnTo>
                    <a:lnTo>
                      <a:pt x="20" y="6"/>
                    </a:lnTo>
                    <a:lnTo>
                      <a:pt x="13" y="1"/>
                    </a:lnTo>
                    <a:lnTo>
                      <a:pt x="4" y="0"/>
                    </a:lnTo>
                    <a:lnTo>
                      <a:pt x="2" y="2"/>
                    </a:lnTo>
                    <a:lnTo>
                      <a:pt x="1" y="5"/>
                    </a:lnTo>
                    <a:lnTo>
                      <a:pt x="0" y="8"/>
                    </a:lnTo>
                    <a:lnTo>
                      <a:pt x="4" y="17"/>
                    </a:lnTo>
                    <a:lnTo>
                      <a:pt x="11" y="22"/>
                    </a:lnTo>
                    <a:lnTo>
                      <a:pt x="19" y="2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71" name="Freeform 142"/>
              <p:cNvSpPr/>
              <p:nvPr/>
            </p:nvSpPr>
            <p:spPr>
              <a:xfrm>
                <a:off x="5013" y="1648"/>
                <a:ext cx="31" cy="37"/>
              </a:xfrm>
              <a:custGeom>
                <a:avLst/>
                <a:gdLst/>
                <a:ahLst/>
                <a:cxnLst>
                  <a:cxn ang="0">
                    <a:pos x="8" y="0"/>
                  </a:cxn>
                  <a:cxn ang="0">
                    <a:pos x="30" y="27"/>
                  </a:cxn>
                  <a:cxn ang="0">
                    <a:pos x="23" y="36"/>
                  </a:cxn>
                  <a:cxn ang="0">
                    <a:pos x="0" y="8"/>
                  </a:cxn>
                  <a:cxn ang="0">
                    <a:pos x="8" y="0"/>
                  </a:cxn>
                </a:cxnLst>
                <a:rect l="0" t="0" r="0" b="0"/>
                <a:pathLst>
                  <a:path w="31" h="37">
                    <a:moveTo>
                      <a:pt x="8" y="0"/>
                    </a:moveTo>
                    <a:lnTo>
                      <a:pt x="30" y="27"/>
                    </a:lnTo>
                    <a:lnTo>
                      <a:pt x="23" y="36"/>
                    </a:lnTo>
                    <a:lnTo>
                      <a:pt x="0" y="8"/>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72" name="Freeform 143"/>
              <p:cNvSpPr/>
              <p:nvPr/>
            </p:nvSpPr>
            <p:spPr>
              <a:xfrm>
                <a:off x="5024" y="1668"/>
                <a:ext cx="33" cy="22"/>
              </a:xfrm>
              <a:custGeom>
                <a:avLst/>
                <a:gdLst/>
                <a:ahLst/>
                <a:cxnLst>
                  <a:cxn ang="0">
                    <a:pos x="4" y="2"/>
                  </a:cxn>
                  <a:cxn ang="0">
                    <a:pos x="1" y="5"/>
                  </a:cxn>
                  <a:cxn ang="0">
                    <a:pos x="0" y="7"/>
                  </a:cxn>
                  <a:cxn ang="0">
                    <a:pos x="2" y="13"/>
                  </a:cxn>
                  <a:cxn ang="0">
                    <a:pos x="8" y="15"/>
                  </a:cxn>
                  <a:cxn ang="0">
                    <a:pos x="6" y="18"/>
                  </a:cxn>
                  <a:cxn ang="0">
                    <a:pos x="10" y="21"/>
                  </a:cxn>
                  <a:cxn ang="0">
                    <a:pos x="29" y="21"/>
                  </a:cxn>
                  <a:cxn ang="0">
                    <a:pos x="32" y="15"/>
                  </a:cxn>
                  <a:cxn ang="0">
                    <a:pos x="21" y="2"/>
                  </a:cxn>
                  <a:cxn ang="0">
                    <a:pos x="17" y="0"/>
                  </a:cxn>
                  <a:cxn ang="0">
                    <a:pos x="16" y="2"/>
                  </a:cxn>
                  <a:cxn ang="0">
                    <a:pos x="10" y="0"/>
                  </a:cxn>
                  <a:cxn ang="0">
                    <a:pos x="5" y="0"/>
                  </a:cxn>
                  <a:cxn ang="0">
                    <a:pos x="4" y="2"/>
                  </a:cxn>
                </a:cxnLst>
                <a:rect l="0" t="0" r="0" b="0"/>
                <a:pathLst>
                  <a:path w="33" h="22">
                    <a:moveTo>
                      <a:pt x="4" y="2"/>
                    </a:moveTo>
                    <a:lnTo>
                      <a:pt x="1" y="5"/>
                    </a:lnTo>
                    <a:lnTo>
                      <a:pt x="0" y="7"/>
                    </a:lnTo>
                    <a:lnTo>
                      <a:pt x="2" y="13"/>
                    </a:lnTo>
                    <a:lnTo>
                      <a:pt x="8" y="15"/>
                    </a:lnTo>
                    <a:lnTo>
                      <a:pt x="6" y="18"/>
                    </a:lnTo>
                    <a:lnTo>
                      <a:pt x="10" y="21"/>
                    </a:lnTo>
                    <a:lnTo>
                      <a:pt x="29" y="21"/>
                    </a:lnTo>
                    <a:lnTo>
                      <a:pt x="32" y="15"/>
                    </a:lnTo>
                    <a:lnTo>
                      <a:pt x="21" y="2"/>
                    </a:lnTo>
                    <a:lnTo>
                      <a:pt x="17" y="0"/>
                    </a:lnTo>
                    <a:lnTo>
                      <a:pt x="16" y="2"/>
                    </a:lnTo>
                    <a:lnTo>
                      <a:pt x="10" y="0"/>
                    </a:lnTo>
                    <a:lnTo>
                      <a:pt x="5" y="0"/>
                    </a:lnTo>
                    <a:lnTo>
                      <a:pt x="4"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73" name="Line 144"/>
              <p:cNvSpPr/>
              <p:nvPr/>
            </p:nvSpPr>
            <p:spPr>
              <a:xfrm>
                <a:off x="5014" y="1640"/>
                <a:ext cx="4" cy="1"/>
              </a:xfrm>
              <a:prstGeom prst="line">
                <a:avLst/>
              </a:prstGeom>
              <a:ln w="12700" cap="flat" cmpd="sng">
                <a:solidFill>
                  <a:schemeClr val="tx1"/>
                </a:solidFill>
                <a:prstDash val="solid"/>
                <a:headEnd type="none" w="med" len="med"/>
                <a:tailEnd type="none" w="med" len="med"/>
              </a:ln>
            </p:spPr>
          </p:sp>
          <p:sp>
            <p:nvSpPr>
              <p:cNvPr id="48274" name="Line 145"/>
              <p:cNvSpPr/>
              <p:nvPr/>
            </p:nvSpPr>
            <p:spPr>
              <a:xfrm>
                <a:off x="5014" y="1635"/>
                <a:ext cx="7" cy="3"/>
              </a:xfrm>
              <a:prstGeom prst="line">
                <a:avLst/>
              </a:prstGeom>
              <a:ln w="12700" cap="flat" cmpd="sng">
                <a:solidFill>
                  <a:schemeClr val="tx1"/>
                </a:solidFill>
                <a:prstDash val="solid"/>
                <a:headEnd type="none" w="med" len="med"/>
                <a:tailEnd type="none" w="med" len="med"/>
              </a:ln>
            </p:spPr>
          </p:sp>
          <p:sp>
            <p:nvSpPr>
              <p:cNvPr id="48275" name="Freeform 146"/>
              <p:cNvSpPr/>
              <p:nvPr/>
            </p:nvSpPr>
            <p:spPr>
              <a:xfrm>
                <a:off x="5002" y="1641"/>
                <a:ext cx="35" cy="25"/>
              </a:xfrm>
              <a:custGeom>
                <a:avLst/>
                <a:gdLst/>
                <a:ahLst/>
                <a:cxnLst>
                  <a:cxn ang="0">
                    <a:pos x="18" y="22"/>
                  </a:cxn>
                  <a:cxn ang="0">
                    <a:pos x="19" y="20"/>
                  </a:cxn>
                  <a:cxn ang="0">
                    <a:pos x="25" y="24"/>
                  </a:cxn>
                  <a:cxn ang="0">
                    <a:pos x="34" y="10"/>
                  </a:cxn>
                  <a:cxn ang="0">
                    <a:pos x="28" y="8"/>
                  </a:cxn>
                  <a:cxn ang="0">
                    <a:pos x="29" y="5"/>
                  </a:cxn>
                  <a:cxn ang="0">
                    <a:pos x="24" y="1"/>
                  </a:cxn>
                  <a:cxn ang="0">
                    <a:pos x="22" y="4"/>
                  </a:cxn>
                  <a:cxn ang="0">
                    <a:pos x="15" y="1"/>
                  </a:cxn>
                  <a:cxn ang="0">
                    <a:pos x="8" y="0"/>
                  </a:cxn>
                  <a:cxn ang="0">
                    <a:pos x="7" y="2"/>
                  </a:cxn>
                  <a:cxn ang="0">
                    <a:pos x="1" y="0"/>
                  </a:cxn>
                  <a:cxn ang="0">
                    <a:pos x="0" y="2"/>
                  </a:cxn>
                  <a:cxn ang="0">
                    <a:pos x="4" y="8"/>
                  </a:cxn>
                  <a:cxn ang="0">
                    <a:pos x="8" y="14"/>
                  </a:cxn>
                  <a:cxn ang="0">
                    <a:pos x="14" y="17"/>
                  </a:cxn>
                  <a:cxn ang="0">
                    <a:pos x="12" y="20"/>
                  </a:cxn>
                  <a:cxn ang="0">
                    <a:pos x="18" y="22"/>
                  </a:cxn>
                </a:cxnLst>
                <a:rect l="0" t="0" r="0" b="0"/>
                <a:pathLst>
                  <a:path w="35" h="25">
                    <a:moveTo>
                      <a:pt x="18" y="22"/>
                    </a:moveTo>
                    <a:lnTo>
                      <a:pt x="19" y="20"/>
                    </a:lnTo>
                    <a:lnTo>
                      <a:pt x="25" y="24"/>
                    </a:lnTo>
                    <a:lnTo>
                      <a:pt x="34" y="10"/>
                    </a:lnTo>
                    <a:lnTo>
                      <a:pt x="28" y="8"/>
                    </a:lnTo>
                    <a:lnTo>
                      <a:pt x="29" y="5"/>
                    </a:lnTo>
                    <a:lnTo>
                      <a:pt x="24" y="1"/>
                    </a:lnTo>
                    <a:lnTo>
                      <a:pt x="22" y="4"/>
                    </a:lnTo>
                    <a:lnTo>
                      <a:pt x="15" y="1"/>
                    </a:lnTo>
                    <a:lnTo>
                      <a:pt x="8" y="0"/>
                    </a:lnTo>
                    <a:lnTo>
                      <a:pt x="7" y="2"/>
                    </a:lnTo>
                    <a:lnTo>
                      <a:pt x="1" y="0"/>
                    </a:lnTo>
                    <a:lnTo>
                      <a:pt x="0" y="2"/>
                    </a:lnTo>
                    <a:lnTo>
                      <a:pt x="4" y="8"/>
                    </a:lnTo>
                    <a:lnTo>
                      <a:pt x="8" y="14"/>
                    </a:lnTo>
                    <a:lnTo>
                      <a:pt x="14" y="17"/>
                    </a:lnTo>
                    <a:lnTo>
                      <a:pt x="12" y="20"/>
                    </a:lnTo>
                    <a:lnTo>
                      <a:pt x="1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76" name="Freeform 147"/>
              <p:cNvSpPr/>
              <p:nvPr/>
            </p:nvSpPr>
            <p:spPr>
              <a:xfrm>
                <a:off x="5003" y="1633"/>
                <a:ext cx="29" cy="37"/>
              </a:xfrm>
              <a:custGeom>
                <a:avLst/>
                <a:gdLst/>
                <a:ahLst/>
                <a:cxnLst>
                  <a:cxn ang="0">
                    <a:pos x="7" y="0"/>
                  </a:cxn>
                  <a:cxn ang="0">
                    <a:pos x="28" y="27"/>
                  </a:cxn>
                  <a:cxn ang="0">
                    <a:pos x="21" y="36"/>
                  </a:cxn>
                  <a:cxn ang="0">
                    <a:pos x="0" y="8"/>
                  </a:cxn>
                  <a:cxn ang="0">
                    <a:pos x="7" y="0"/>
                  </a:cxn>
                </a:cxnLst>
                <a:rect l="0" t="0" r="0" b="0"/>
                <a:pathLst>
                  <a:path w="29" h="37">
                    <a:moveTo>
                      <a:pt x="7" y="0"/>
                    </a:moveTo>
                    <a:lnTo>
                      <a:pt x="28" y="27"/>
                    </a:lnTo>
                    <a:lnTo>
                      <a:pt x="21" y="36"/>
                    </a:lnTo>
                    <a:lnTo>
                      <a:pt x="0" y="8"/>
                    </a:lnTo>
                    <a:lnTo>
                      <a:pt x="7"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77" name="Freeform 148"/>
              <p:cNvSpPr/>
              <p:nvPr/>
            </p:nvSpPr>
            <p:spPr>
              <a:xfrm>
                <a:off x="5013" y="1645"/>
                <a:ext cx="33" cy="26"/>
              </a:xfrm>
              <a:custGeom>
                <a:avLst/>
                <a:gdLst/>
                <a:ahLst/>
                <a:cxnLst>
                  <a:cxn ang="0">
                    <a:pos x="2" y="5"/>
                  </a:cxn>
                  <a:cxn ang="0">
                    <a:pos x="1" y="8"/>
                  </a:cxn>
                  <a:cxn ang="0">
                    <a:pos x="0" y="11"/>
                  </a:cxn>
                  <a:cxn ang="0">
                    <a:pos x="2" y="16"/>
                  </a:cxn>
                  <a:cxn ang="0">
                    <a:pos x="8" y="19"/>
                  </a:cxn>
                  <a:cxn ang="0">
                    <a:pos x="6" y="22"/>
                  </a:cxn>
                  <a:cxn ang="0">
                    <a:pos x="10" y="25"/>
                  </a:cxn>
                  <a:cxn ang="0">
                    <a:pos x="17" y="25"/>
                  </a:cxn>
                  <a:cxn ang="0">
                    <a:pos x="24" y="25"/>
                  </a:cxn>
                  <a:cxn ang="0">
                    <a:pos x="25" y="22"/>
                  </a:cxn>
                  <a:cxn ang="0">
                    <a:pos x="29" y="25"/>
                  </a:cxn>
                  <a:cxn ang="0">
                    <a:pos x="32" y="23"/>
                  </a:cxn>
                  <a:cxn ang="0">
                    <a:pos x="28" y="16"/>
                  </a:cxn>
                  <a:cxn ang="0">
                    <a:pos x="29" y="13"/>
                  </a:cxn>
                  <a:cxn ang="0">
                    <a:pos x="26" y="8"/>
                  </a:cxn>
                  <a:cxn ang="0">
                    <a:pos x="21" y="5"/>
                  </a:cxn>
                  <a:cxn ang="0">
                    <a:pos x="17" y="2"/>
                  </a:cxn>
                  <a:cxn ang="0">
                    <a:pos x="12" y="0"/>
                  </a:cxn>
                  <a:cxn ang="0">
                    <a:pos x="6" y="0"/>
                  </a:cxn>
                  <a:cxn ang="0">
                    <a:pos x="4" y="2"/>
                  </a:cxn>
                  <a:cxn ang="0">
                    <a:pos x="2" y="5"/>
                  </a:cxn>
                </a:cxnLst>
                <a:rect l="0" t="0" r="0" b="0"/>
                <a:pathLst>
                  <a:path w="33" h="26">
                    <a:moveTo>
                      <a:pt x="2" y="5"/>
                    </a:moveTo>
                    <a:lnTo>
                      <a:pt x="1" y="8"/>
                    </a:lnTo>
                    <a:lnTo>
                      <a:pt x="0" y="11"/>
                    </a:lnTo>
                    <a:lnTo>
                      <a:pt x="2" y="16"/>
                    </a:lnTo>
                    <a:lnTo>
                      <a:pt x="8" y="19"/>
                    </a:lnTo>
                    <a:lnTo>
                      <a:pt x="6" y="22"/>
                    </a:lnTo>
                    <a:lnTo>
                      <a:pt x="10" y="25"/>
                    </a:lnTo>
                    <a:lnTo>
                      <a:pt x="17" y="25"/>
                    </a:lnTo>
                    <a:lnTo>
                      <a:pt x="24" y="25"/>
                    </a:lnTo>
                    <a:lnTo>
                      <a:pt x="25" y="22"/>
                    </a:lnTo>
                    <a:lnTo>
                      <a:pt x="29" y="25"/>
                    </a:lnTo>
                    <a:lnTo>
                      <a:pt x="32" y="23"/>
                    </a:lnTo>
                    <a:lnTo>
                      <a:pt x="28" y="16"/>
                    </a:lnTo>
                    <a:lnTo>
                      <a:pt x="29" y="13"/>
                    </a:lnTo>
                    <a:lnTo>
                      <a:pt x="26" y="8"/>
                    </a:lnTo>
                    <a:lnTo>
                      <a:pt x="21" y="5"/>
                    </a:lnTo>
                    <a:lnTo>
                      <a:pt x="17" y="2"/>
                    </a:lnTo>
                    <a:lnTo>
                      <a:pt x="12" y="0"/>
                    </a:lnTo>
                    <a:lnTo>
                      <a:pt x="6" y="0"/>
                    </a:lnTo>
                    <a:lnTo>
                      <a:pt x="4" y="2"/>
                    </a:lnTo>
                    <a:lnTo>
                      <a:pt x="2"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78" name="Line 149"/>
              <p:cNvSpPr/>
              <p:nvPr/>
            </p:nvSpPr>
            <p:spPr>
              <a:xfrm>
                <a:off x="5045" y="1660"/>
                <a:ext cx="6" cy="0"/>
              </a:xfrm>
              <a:prstGeom prst="line">
                <a:avLst/>
              </a:prstGeom>
              <a:ln w="12700" cap="flat" cmpd="sng">
                <a:solidFill>
                  <a:schemeClr val="tx1"/>
                </a:solidFill>
                <a:prstDash val="solid"/>
                <a:headEnd type="none" w="med" len="med"/>
                <a:tailEnd type="none" w="med" len="med"/>
              </a:ln>
            </p:spPr>
          </p:sp>
          <p:sp>
            <p:nvSpPr>
              <p:cNvPr id="48279" name="Line 150"/>
              <p:cNvSpPr/>
              <p:nvPr/>
            </p:nvSpPr>
            <p:spPr>
              <a:xfrm>
                <a:off x="5048" y="1654"/>
                <a:ext cx="8" cy="4"/>
              </a:xfrm>
              <a:prstGeom prst="line">
                <a:avLst/>
              </a:prstGeom>
              <a:ln w="12700" cap="flat" cmpd="sng">
                <a:solidFill>
                  <a:schemeClr val="tx1"/>
                </a:solidFill>
                <a:prstDash val="solid"/>
                <a:headEnd type="none" w="med" len="med"/>
                <a:tailEnd type="none" w="med" len="med"/>
              </a:ln>
            </p:spPr>
          </p:sp>
          <p:sp>
            <p:nvSpPr>
              <p:cNvPr id="48280" name="Freeform 151"/>
              <p:cNvSpPr/>
              <p:nvPr/>
            </p:nvSpPr>
            <p:spPr>
              <a:xfrm>
                <a:off x="5035" y="1658"/>
                <a:ext cx="35" cy="30"/>
              </a:xfrm>
              <a:custGeom>
                <a:avLst/>
                <a:gdLst/>
                <a:ahLst/>
                <a:cxnLst>
                  <a:cxn ang="0">
                    <a:pos x="14" y="23"/>
                  </a:cxn>
                  <a:cxn ang="0">
                    <a:pos x="23" y="29"/>
                  </a:cxn>
                  <a:cxn ang="0">
                    <a:pos x="24" y="26"/>
                  </a:cxn>
                  <a:cxn ang="0">
                    <a:pos x="32" y="12"/>
                  </a:cxn>
                  <a:cxn ang="0">
                    <a:pos x="34" y="9"/>
                  </a:cxn>
                  <a:cxn ang="0">
                    <a:pos x="27" y="5"/>
                  </a:cxn>
                  <a:cxn ang="0">
                    <a:pos x="17" y="4"/>
                  </a:cxn>
                  <a:cxn ang="0">
                    <a:pos x="9" y="2"/>
                  </a:cxn>
                  <a:cxn ang="0">
                    <a:pos x="1" y="0"/>
                  </a:cxn>
                  <a:cxn ang="0">
                    <a:pos x="0" y="2"/>
                  </a:cxn>
                  <a:cxn ang="0">
                    <a:pos x="4" y="9"/>
                  </a:cxn>
                  <a:cxn ang="0">
                    <a:pos x="9" y="16"/>
                  </a:cxn>
                  <a:cxn ang="0">
                    <a:pos x="14" y="23"/>
                  </a:cxn>
                </a:cxnLst>
                <a:rect l="0" t="0" r="0" b="0"/>
                <a:pathLst>
                  <a:path w="35" h="30">
                    <a:moveTo>
                      <a:pt x="14" y="23"/>
                    </a:moveTo>
                    <a:lnTo>
                      <a:pt x="23" y="29"/>
                    </a:lnTo>
                    <a:lnTo>
                      <a:pt x="24" y="26"/>
                    </a:lnTo>
                    <a:lnTo>
                      <a:pt x="32" y="12"/>
                    </a:lnTo>
                    <a:lnTo>
                      <a:pt x="34" y="9"/>
                    </a:lnTo>
                    <a:lnTo>
                      <a:pt x="27" y="5"/>
                    </a:lnTo>
                    <a:lnTo>
                      <a:pt x="17" y="4"/>
                    </a:lnTo>
                    <a:lnTo>
                      <a:pt x="9" y="2"/>
                    </a:lnTo>
                    <a:lnTo>
                      <a:pt x="1" y="0"/>
                    </a:lnTo>
                    <a:lnTo>
                      <a:pt x="0" y="2"/>
                    </a:lnTo>
                    <a:lnTo>
                      <a:pt x="4" y="9"/>
                    </a:lnTo>
                    <a:lnTo>
                      <a:pt x="9" y="16"/>
                    </a:lnTo>
                    <a:lnTo>
                      <a:pt x="14"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81" name="Freeform 152"/>
              <p:cNvSpPr/>
              <p:nvPr/>
            </p:nvSpPr>
            <p:spPr>
              <a:xfrm>
                <a:off x="5035" y="1653"/>
                <a:ext cx="32" cy="35"/>
              </a:xfrm>
              <a:custGeom>
                <a:avLst/>
                <a:gdLst/>
                <a:ahLst/>
                <a:cxnLst>
                  <a:cxn ang="0">
                    <a:pos x="8" y="0"/>
                  </a:cxn>
                  <a:cxn ang="0">
                    <a:pos x="31" y="25"/>
                  </a:cxn>
                  <a:cxn ang="0">
                    <a:pos x="23" y="34"/>
                  </a:cxn>
                  <a:cxn ang="0">
                    <a:pos x="0" y="6"/>
                  </a:cxn>
                  <a:cxn ang="0">
                    <a:pos x="8" y="0"/>
                  </a:cxn>
                </a:cxnLst>
                <a:rect l="0" t="0" r="0" b="0"/>
                <a:pathLst>
                  <a:path w="32" h="35">
                    <a:moveTo>
                      <a:pt x="8" y="0"/>
                    </a:moveTo>
                    <a:lnTo>
                      <a:pt x="31" y="25"/>
                    </a:lnTo>
                    <a:lnTo>
                      <a:pt x="23" y="3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82" name="Freeform 153"/>
              <p:cNvSpPr/>
              <p:nvPr/>
            </p:nvSpPr>
            <p:spPr>
              <a:xfrm>
                <a:off x="5051" y="1670"/>
                <a:ext cx="31" cy="24"/>
              </a:xfrm>
              <a:custGeom>
                <a:avLst/>
                <a:gdLst/>
                <a:ahLst/>
                <a:cxnLst>
                  <a:cxn ang="0">
                    <a:pos x="2" y="2"/>
                  </a:cxn>
                  <a:cxn ang="0">
                    <a:pos x="0" y="5"/>
                  </a:cxn>
                  <a:cxn ang="0">
                    <a:pos x="4" y="8"/>
                  </a:cxn>
                  <a:cxn ang="0">
                    <a:pos x="2" y="10"/>
                  </a:cxn>
                  <a:cxn ang="0">
                    <a:pos x="5" y="16"/>
                  </a:cxn>
                  <a:cxn ang="0">
                    <a:pos x="6" y="20"/>
                  </a:cxn>
                  <a:cxn ang="0">
                    <a:pos x="10" y="23"/>
                  </a:cxn>
                  <a:cxn ang="0">
                    <a:pos x="16" y="23"/>
                  </a:cxn>
                  <a:cxn ang="0">
                    <a:pos x="21" y="21"/>
                  </a:cxn>
                  <a:cxn ang="0">
                    <a:pos x="23" y="20"/>
                  </a:cxn>
                  <a:cxn ang="0">
                    <a:pos x="27" y="21"/>
                  </a:cxn>
                  <a:cxn ang="0">
                    <a:pos x="30" y="16"/>
                  </a:cxn>
                  <a:cxn ang="0">
                    <a:pos x="27" y="14"/>
                  </a:cxn>
                  <a:cxn ang="0">
                    <a:pos x="28" y="12"/>
                  </a:cxn>
                  <a:cxn ang="0">
                    <a:pos x="25" y="6"/>
                  </a:cxn>
                  <a:cxn ang="0">
                    <a:pos x="21" y="4"/>
                  </a:cxn>
                  <a:cxn ang="0">
                    <a:pos x="17" y="2"/>
                  </a:cxn>
                  <a:cxn ang="0">
                    <a:pos x="15" y="0"/>
                  </a:cxn>
                  <a:cxn ang="0">
                    <a:pos x="9" y="0"/>
                  </a:cxn>
                  <a:cxn ang="0">
                    <a:pos x="6" y="2"/>
                  </a:cxn>
                  <a:cxn ang="0">
                    <a:pos x="4" y="0"/>
                  </a:cxn>
                  <a:cxn ang="0">
                    <a:pos x="2" y="2"/>
                  </a:cxn>
                </a:cxnLst>
                <a:rect l="0" t="0" r="0" b="0"/>
                <a:pathLst>
                  <a:path w="31" h="24">
                    <a:moveTo>
                      <a:pt x="2" y="2"/>
                    </a:moveTo>
                    <a:lnTo>
                      <a:pt x="0" y="5"/>
                    </a:lnTo>
                    <a:lnTo>
                      <a:pt x="4" y="8"/>
                    </a:lnTo>
                    <a:lnTo>
                      <a:pt x="2" y="10"/>
                    </a:lnTo>
                    <a:lnTo>
                      <a:pt x="5" y="16"/>
                    </a:lnTo>
                    <a:lnTo>
                      <a:pt x="6" y="20"/>
                    </a:lnTo>
                    <a:lnTo>
                      <a:pt x="10" y="23"/>
                    </a:lnTo>
                    <a:lnTo>
                      <a:pt x="16" y="23"/>
                    </a:lnTo>
                    <a:lnTo>
                      <a:pt x="21" y="21"/>
                    </a:lnTo>
                    <a:lnTo>
                      <a:pt x="23" y="20"/>
                    </a:lnTo>
                    <a:lnTo>
                      <a:pt x="27" y="21"/>
                    </a:lnTo>
                    <a:lnTo>
                      <a:pt x="30" y="16"/>
                    </a:lnTo>
                    <a:lnTo>
                      <a:pt x="27" y="14"/>
                    </a:lnTo>
                    <a:lnTo>
                      <a:pt x="28" y="12"/>
                    </a:lnTo>
                    <a:lnTo>
                      <a:pt x="25" y="6"/>
                    </a:lnTo>
                    <a:lnTo>
                      <a:pt x="21" y="4"/>
                    </a:lnTo>
                    <a:lnTo>
                      <a:pt x="17" y="2"/>
                    </a:lnTo>
                    <a:lnTo>
                      <a:pt x="15" y="0"/>
                    </a:lnTo>
                    <a:lnTo>
                      <a:pt x="9" y="0"/>
                    </a:lnTo>
                    <a:lnTo>
                      <a:pt x="6" y="2"/>
                    </a:lnTo>
                    <a:lnTo>
                      <a:pt x="4"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283" name="Line 154"/>
              <p:cNvSpPr/>
              <p:nvPr/>
            </p:nvSpPr>
            <p:spPr>
              <a:xfrm>
                <a:off x="5034" y="1640"/>
                <a:ext cx="7" cy="4"/>
              </a:xfrm>
              <a:prstGeom prst="line">
                <a:avLst/>
              </a:prstGeom>
              <a:ln w="12700" cap="flat" cmpd="sng">
                <a:solidFill>
                  <a:schemeClr val="tx1"/>
                </a:solidFill>
                <a:prstDash val="solid"/>
                <a:headEnd type="none" w="med" len="med"/>
                <a:tailEnd type="none" w="med" len="med"/>
              </a:ln>
            </p:spPr>
          </p:sp>
          <p:sp>
            <p:nvSpPr>
              <p:cNvPr id="48284" name="Line 155"/>
              <p:cNvSpPr/>
              <p:nvPr/>
            </p:nvSpPr>
            <p:spPr>
              <a:xfrm>
                <a:off x="5038" y="1639"/>
                <a:ext cx="4" cy="2"/>
              </a:xfrm>
              <a:prstGeom prst="line">
                <a:avLst/>
              </a:prstGeom>
              <a:ln w="12700" cap="flat" cmpd="sng">
                <a:solidFill>
                  <a:schemeClr val="tx1"/>
                </a:solidFill>
                <a:prstDash val="solid"/>
                <a:headEnd type="none" w="med" len="med"/>
                <a:tailEnd type="none" w="med" len="med"/>
              </a:ln>
            </p:spPr>
          </p:sp>
          <p:sp>
            <p:nvSpPr>
              <p:cNvPr id="48285" name="Freeform 156"/>
              <p:cNvSpPr/>
              <p:nvPr/>
            </p:nvSpPr>
            <p:spPr>
              <a:xfrm>
                <a:off x="5021" y="1633"/>
                <a:ext cx="36" cy="33"/>
              </a:xfrm>
              <a:custGeom>
                <a:avLst/>
                <a:gdLst/>
                <a:ahLst/>
                <a:cxnLst>
                  <a:cxn ang="0">
                    <a:pos x="17" y="30"/>
                  </a:cxn>
                  <a:cxn ang="0">
                    <a:pos x="26" y="32"/>
                  </a:cxn>
                  <a:cxn ang="0">
                    <a:pos x="35" y="18"/>
                  </a:cxn>
                  <a:cxn ang="0">
                    <a:pos x="29" y="11"/>
                  </a:cxn>
                  <a:cxn ang="0">
                    <a:pos x="21" y="6"/>
                  </a:cxn>
                  <a:cxn ang="0">
                    <a:pos x="14" y="1"/>
                  </a:cxn>
                  <a:cxn ang="0">
                    <a:pos x="5" y="0"/>
                  </a:cxn>
                  <a:cxn ang="0">
                    <a:pos x="4" y="4"/>
                  </a:cxn>
                  <a:cxn ang="0">
                    <a:pos x="1" y="6"/>
                  </a:cxn>
                  <a:cxn ang="0">
                    <a:pos x="0" y="9"/>
                  </a:cxn>
                  <a:cxn ang="0">
                    <a:pos x="4" y="20"/>
                  </a:cxn>
                  <a:cxn ang="0">
                    <a:pos x="10" y="25"/>
                  </a:cxn>
                  <a:cxn ang="0">
                    <a:pos x="17" y="30"/>
                  </a:cxn>
                </a:cxnLst>
                <a:rect l="0" t="0" r="0" b="0"/>
                <a:pathLst>
                  <a:path w="36" h="33">
                    <a:moveTo>
                      <a:pt x="17" y="30"/>
                    </a:moveTo>
                    <a:lnTo>
                      <a:pt x="26" y="32"/>
                    </a:lnTo>
                    <a:lnTo>
                      <a:pt x="35" y="18"/>
                    </a:lnTo>
                    <a:lnTo>
                      <a:pt x="29" y="11"/>
                    </a:lnTo>
                    <a:lnTo>
                      <a:pt x="21" y="6"/>
                    </a:lnTo>
                    <a:lnTo>
                      <a:pt x="14" y="1"/>
                    </a:lnTo>
                    <a:lnTo>
                      <a:pt x="5" y="0"/>
                    </a:lnTo>
                    <a:lnTo>
                      <a:pt x="4" y="4"/>
                    </a:lnTo>
                    <a:lnTo>
                      <a:pt x="1" y="6"/>
                    </a:lnTo>
                    <a:lnTo>
                      <a:pt x="0" y="9"/>
                    </a:lnTo>
                    <a:lnTo>
                      <a:pt x="4" y="20"/>
                    </a:lnTo>
                    <a:lnTo>
                      <a:pt x="10" y="25"/>
                    </a:lnTo>
                    <a:lnTo>
                      <a:pt x="17" y="3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86" name="Freeform 157"/>
              <p:cNvSpPr/>
              <p:nvPr/>
            </p:nvSpPr>
            <p:spPr>
              <a:xfrm>
                <a:off x="5025" y="1630"/>
                <a:ext cx="30" cy="38"/>
              </a:xfrm>
              <a:custGeom>
                <a:avLst/>
                <a:gdLst/>
                <a:ahLst/>
                <a:cxnLst>
                  <a:cxn ang="0">
                    <a:pos x="5" y="1"/>
                  </a:cxn>
                  <a:cxn ang="0">
                    <a:pos x="29" y="28"/>
                  </a:cxn>
                  <a:cxn ang="0">
                    <a:pos x="22" y="37"/>
                  </a:cxn>
                  <a:cxn ang="0">
                    <a:pos x="0" y="9"/>
                  </a:cxn>
                  <a:cxn ang="0">
                    <a:pos x="6" y="0"/>
                  </a:cxn>
                  <a:cxn ang="0">
                    <a:pos x="5" y="1"/>
                  </a:cxn>
                </a:cxnLst>
                <a:rect l="0" t="0" r="0" b="0"/>
                <a:pathLst>
                  <a:path w="30" h="38">
                    <a:moveTo>
                      <a:pt x="5" y="1"/>
                    </a:moveTo>
                    <a:lnTo>
                      <a:pt x="29" y="28"/>
                    </a:lnTo>
                    <a:lnTo>
                      <a:pt x="22" y="37"/>
                    </a:lnTo>
                    <a:lnTo>
                      <a:pt x="0" y="9"/>
                    </a:lnTo>
                    <a:lnTo>
                      <a:pt x="6"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287" name="Freeform 158"/>
              <p:cNvSpPr/>
              <p:nvPr/>
            </p:nvSpPr>
            <p:spPr>
              <a:xfrm>
                <a:off x="5035" y="1650"/>
                <a:ext cx="36" cy="31"/>
              </a:xfrm>
              <a:custGeom>
                <a:avLst/>
                <a:gdLst/>
                <a:ahLst/>
                <a:cxnLst>
                  <a:cxn ang="0">
                    <a:pos x="2" y="2"/>
                  </a:cxn>
                  <a:cxn ang="0">
                    <a:pos x="1" y="5"/>
                  </a:cxn>
                  <a:cxn ang="0">
                    <a:pos x="0" y="8"/>
                  </a:cxn>
                  <a:cxn ang="0">
                    <a:pos x="1" y="17"/>
                  </a:cxn>
                  <a:cxn ang="0">
                    <a:pos x="6" y="20"/>
                  </a:cxn>
                  <a:cxn ang="0">
                    <a:pos x="12" y="24"/>
                  </a:cxn>
                  <a:cxn ang="0">
                    <a:pos x="16" y="27"/>
                  </a:cxn>
                  <a:cxn ang="0">
                    <a:pos x="21" y="30"/>
                  </a:cxn>
                  <a:cxn ang="0">
                    <a:pos x="29" y="27"/>
                  </a:cxn>
                  <a:cxn ang="0">
                    <a:pos x="30" y="24"/>
                  </a:cxn>
                  <a:cxn ang="0">
                    <a:pos x="33" y="21"/>
                  </a:cxn>
                  <a:cxn ang="0">
                    <a:pos x="35" y="20"/>
                  </a:cxn>
                  <a:cxn ang="0">
                    <a:pos x="30" y="12"/>
                  </a:cxn>
                  <a:cxn ang="0">
                    <a:pos x="25" y="10"/>
                  </a:cxn>
                  <a:cxn ang="0">
                    <a:pos x="22" y="4"/>
                  </a:cxn>
                  <a:cxn ang="0">
                    <a:pos x="17" y="1"/>
                  </a:cxn>
                  <a:cxn ang="0">
                    <a:pos x="16" y="4"/>
                  </a:cxn>
                  <a:cxn ang="0">
                    <a:pos x="10" y="0"/>
                  </a:cxn>
                  <a:cxn ang="0">
                    <a:pos x="4" y="0"/>
                  </a:cxn>
                  <a:cxn ang="0">
                    <a:pos x="2" y="2"/>
                  </a:cxn>
                </a:cxnLst>
                <a:rect l="0" t="0" r="0" b="0"/>
                <a:pathLst>
                  <a:path w="36" h="31">
                    <a:moveTo>
                      <a:pt x="2" y="2"/>
                    </a:moveTo>
                    <a:lnTo>
                      <a:pt x="1" y="5"/>
                    </a:lnTo>
                    <a:lnTo>
                      <a:pt x="0" y="8"/>
                    </a:lnTo>
                    <a:lnTo>
                      <a:pt x="1" y="17"/>
                    </a:lnTo>
                    <a:lnTo>
                      <a:pt x="6" y="20"/>
                    </a:lnTo>
                    <a:lnTo>
                      <a:pt x="12" y="24"/>
                    </a:lnTo>
                    <a:lnTo>
                      <a:pt x="16" y="27"/>
                    </a:lnTo>
                    <a:lnTo>
                      <a:pt x="21" y="30"/>
                    </a:lnTo>
                    <a:lnTo>
                      <a:pt x="29" y="27"/>
                    </a:lnTo>
                    <a:lnTo>
                      <a:pt x="30" y="24"/>
                    </a:lnTo>
                    <a:lnTo>
                      <a:pt x="33" y="21"/>
                    </a:lnTo>
                    <a:lnTo>
                      <a:pt x="35" y="20"/>
                    </a:lnTo>
                    <a:lnTo>
                      <a:pt x="30" y="12"/>
                    </a:lnTo>
                    <a:lnTo>
                      <a:pt x="25" y="10"/>
                    </a:lnTo>
                    <a:lnTo>
                      <a:pt x="22" y="4"/>
                    </a:lnTo>
                    <a:lnTo>
                      <a:pt x="17" y="1"/>
                    </a:lnTo>
                    <a:lnTo>
                      <a:pt x="16" y="4"/>
                    </a:lnTo>
                    <a:lnTo>
                      <a:pt x="10" y="0"/>
                    </a:lnTo>
                    <a:lnTo>
                      <a:pt x="4" y="0"/>
                    </a:lnTo>
                    <a:lnTo>
                      <a:pt x="2"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8288" name="Group 159"/>
            <p:cNvGrpSpPr/>
            <p:nvPr/>
          </p:nvGrpSpPr>
          <p:grpSpPr>
            <a:xfrm>
              <a:off x="3450" y="859"/>
              <a:ext cx="438" cy="145"/>
              <a:chOff x="3450" y="859"/>
              <a:chExt cx="438" cy="145"/>
            </a:xfrm>
          </p:grpSpPr>
          <p:sp>
            <p:nvSpPr>
              <p:cNvPr id="48289" name="Freeform 160"/>
              <p:cNvSpPr/>
              <p:nvPr/>
            </p:nvSpPr>
            <p:spPr>
              <a:xfrm>
                <a:off x="3770" y="870"/>
                <a:ext cx="118" cy="127"/>
              </a:xfrm>
              <a:custGeom>
                <a:avLst/>
                <a:gdLst/>
                <a:ahLst/>
                <a:cxnLst>
                  <a:cxn ang="0">
                    <a:pos x="117" y="120"/>
                  </a:cxn>
                  <a:cxn ang="0">
                    <a:pos x="117" y="5"/>
                  </a:cxn>
                  <a:cxn ang="0">
                    <a:pos x="0" y="0"/>
                  </a:cxn>
                  <a:cxn ang="0">
                    <a:pos x="0" y="126"/>
                  </a:cxn>
                  <a:cxn ang="0">
                    <a:pos x="117" y="120"/>
                  </a:cxn>
                </a:cxnLst>
                <a:rect l="0" t="0" r="0" b="0"/>
                <a:pathLst>
                  <a:path w="118" h="127">
                    <a:moveTo>
                      <a:pt x="117" y="120"/>
                    </a:moveTo>
                    <a:lnTo>
                      <a:pt x="117" y="5"/>
                    </a:lnTo>
                    <a:lnTo>
                      <a:pt x="0" y="0"/>
                    </a:lnTo>
                    <a:lnTo>
                      <a:pt x="0" y="126"/>
                    </a:lnTo>
                    <a:lnTo>
                      <a:pt x="117" y="12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290" name="Freeform 161"/>
              <p:cNvSpPr/>
              <p:nvPr/>
            </p:nvSpPr>
            <p:spPr>
              <a:xfrm>
                <a:off x="3597" y="887"/>
                <a:ext cx="130" cy="86"/>
              </a:xfrm>
              <a:custGeom>
                <a:avLst/>
                <a:gdLst/>
                <a:ahLst/>
                <a:cxnLst>
                  <a:cxn ang="0">
                    <a:pos x="25" y="0"/>
                  </a:cxn>
                  <a:cxn ang="0">
                    <a:pos x="102" y="0"/>
                  </a:cxn>
                  <a:cxn ang="0">
                    <a:pos x="129" y="12"/>
                  </a:cxn>
                  <a:cxn ang="0">
                    <a:pos x="129" y="72"/>
                  </a:cxn>
                  <a:cxn ang="0">
                    <a:pos x="102" y="85"/>
                  </a:cxn>
                  <a:cxn ang="0">
                    <a:pos x="25" y="85"/>
                  </a:cxn>
                  <a:cxn ang="0">
                    <a:pos x="0" y="72"/>
                  </a:cxn>
                  <a:cxn ang="0">
                    <a:pos x="0" y="12"/>
                  </a:cxn>
                  <a:cxn ang="0">
                    <a:pos x="25" y="0"/>
                  </a:cxn>
                </a:cxnLst>
                <a:rect l="0" t="0" r="0" b="0"/>
                <a:pathLst>
                  <a:path w="130" h="86">
                    <a:moveTo>
                      <a:pt x="25" y="0"/>
                    </a:moveTo>
                    <a:lnTo>
                      <a:pt x="102" y="0"/>
                    </a:lnTo>
                    <a:lnTo>
                      <a:pt x="129" y="12"/>
                    </a:lnTo>
                    <a:lnTo>
                      <a:pt x="129" y="72"/>
                    </a:lnTo>
                    <a:lnTo>
                      <a:pt x="102" y="85"/>
                    </a:lnTo>
                    <a:lnTo>
                      <a:pt x="25" y="85"/>
                    </a:lnTo>
                    <a:lnTo>
                      <a:pt x="0" y="72"/>
                    </a:lnTo>
                    <a:lnTo>
                      <a:pt x="0" y="12"/>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291" name="Freeform 162"/>
              <p:cNvSpPr/>
              <p:nvPr/>
            </p:nvSpPr>
            <p:spPr>
              <a:xfrm>
                <a:off x="3656" y="896"/>
                <a:ext cx="127" cy="86"/>
              </a:xfrm>
              <a:custGeom>
                <a:avLst/>
                <a:gdLst/>
                <a:ahLst/>
                <a:cxnLst>
                  <a:cxn ang="0">
                    <a:pos x="25" y="0"/>
                  </a:cxn>
                  <a:cxn ang="0">
                    <a:pos x="101" y="0"/>
                  </a:cxn>
                  <a:cxn ang="0">
                    <a:pos x="126" y="12"/>
                  </a:cxn>
                  <a:cxn ang="0">
                    <a:pos x="126" y="72"/>
                  </a:cxn>
                  <a:cxn ang="0">
                    <a:pos x="101" y="85"/>
                  </a:cxn>
                  <a:cxn ang="0">
                    <a:pos x="25" y="85"/>
                  </a:cxn>
                  <a:cxn ang="0">
                    <a:pos x="0" y="72"/>
                  </a:cxn>
                  <a:cxn ang="0">
                    <a:pos x="0" y="12"/>
                  </a:cxn>
                  <a:cxn ang="0">
                    <a:pos x="25" y="0"/>
                  </a:cxn>
                </a:cxnLst>
                <a:rect l="0" t="0" r="0" b="0"/>
                <a:pathLst>
                  <a:path w="127" h="86">
                    <a:moveTo>
                      <a:pt x="25" y="0"/>
                    </a:moveTo>
                    <a:lnTo>
                      <a:pt x="101" y="0"/>
                    </a:lnTo>
                    <a:lnTo>
                      <a:pt x="126" y="12"/>
                    </a:lnTo>
                    <a:lnTo>
                      <a:pt x="126" y="72"/>
                    </a:lnTo>
                    <a:lnTo>
                      <a:pt x="101" y="85"/>
                    </a:lnTo>
                    <a:lnTo>
                      <a:pt x="25" y="85"/>
                    </a:lnTo>
                    <a:lnTo>
                      <a:pt x="0" y="72"/>
                    </a:lnTo>
                    <a:lnTo>
                      <a:pt x="0" y="12"/>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292" name="Freeform 163"/>
              <p:cNvSpPr/>
              <p:nvPr/>
            </p:nvSpPr>
            <p:spPr>
              <a:xfrm>
                <a:off x="3627" y="886"/>
                <a:ext cx="130" cy="24"/>
              </a:xfrm>
              <a:custGeom>
                <a:avLst/>
                <a:gdLst/>
                <a:ahLst/>
                <a:cxnLst>
                  <a:cxn ang="0">
                    <a:pos x="74" y="0"/>
                  </a:cxn>
                  <a:cxn ang="0">
                    <a:pos x="129" y="23"/>
                  </a:cxn>
                  <a:cxn ang="0">
                    <a:pos x="54" y="23"/>
                  </a:cxn>
                  <a:cxn ang="0">
                    <a:pos x="0" y="0"/>
                  </a:cxn>
                  <a:cxn ang="0">
                    <a:pos x="74" y="0"/>
                  </a:cxn>
                </a:cxnLst>
                <a:rect l="0" t="0" r="0" b="0"/>
                <a:pathLst>
                  <a:path w="130" h="24">
                    <a:moveTo>
                      <a:pt x="74" y="0"/>
                    </a:moveTo>
                    <a:lnTo>
                      <a:pt x="129" y="23"/>
                    </a:lnTo>
                    <a:lnTo>
                      <a:pt x="54" y="23"/>
                    </a:lnTo>
                    <a:lnTo>
                      <a:pt x="0" y="0"/>
                    </a:lnTo>
                    <a:lnTo>
                      <a:pt x="74"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293" name="Freeform 164"/>
              <p:cNvSpPr/>
              <p:nvPr/>
            </p:nvSpPr>
            <p:spPr>
              <a:xfrm>
                <a:off x="3600" y="960"/>
                <a:ext cx="80" cy="24"/>
              </a:xfrm>
              <a:custGeom>
                <a:avLst/>
                <a:gdLst/>
                <a:ahLst/>
                <a:cxnLst>
                  <a:cxn ang="0">
                    <a:pos x="0" y="0"/>
                  </a:cxn>
                  <a:cxn ang="0">
                    <a:pos x="53" y="8"/>
                  </a:cxn>
                  <a:cxn ang="0">
                    <a:pos x="79" y="23"/>
                  </a:cxn>
                  <a:cxn ang="0">
                    <a:pos x="24" y="14"/>
                  </a:cxn>
                  <a:cxn ang="0">
                    <a:pos x="0" y="0"/>
                  </a:cxn>
                </a:cxnLst>
                <a:rect l="0" t="0" r="0" b="0"/>
                <a:pathLst>
                  <a:path w="80" h="24">
                    <a:moveTo>
                      <a:pt x="0" y="0"/>
                    </a:moveTo>
                    <a:lnTo>
                      <a:pt x="53" y="8"/>
                    </a:lnTo>
                    <a:lnTo>
                      <a:pt x="79" y="23"/>
                    </a:lnTo>
                    <a:lnTo>
                      <a:pt x="24" y="14"/>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294" name="Line 165"/>
              <p:cNvSpPr/>
              <p:nvPr/>
            </p:nvSpPr>
            <p:spPr>
              <a:xfrm>
                <a:off x="3606" y="903"/>
                <a:ext cx="43" cy="5"/>
              </a:xfrm>
              <a:prstGeom prst="line">
                <a:avLst/>
              </a:prstGeom>
              <a:ln w="12700" cap="flat" cmpd="sng">
                <a:solidFill>
                  <a:schemeClr val="tx1"/>
                </a:solidFill>
                <a:prstDash val="solid"/>
                <a:headEnd type="none" w="med" len="med"/>
                <a:tailEnd type="none" w="med" len="med"/>
              </a:ln>
            </p:spPr>
          </p:sp>
          <p:sp>
            <p:nvSpPr>
              <p:cNvPr id="48295" name="Oval 166"/>
              <p:cNvSpPr/>
              <p:nvPr/>
            </p:nvSpPr>
            <p:spPr>
              <a:xfrm>
                <a:off x="3677" y="910"/>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296" name="Line 167"/>
              <p:cNvSpPr/>
              <p:nvPr/>
            </p:nvSpPr>
            <p:spPr>
              <a:xfrm>
                <a:off x="3688" y="905"/>
                <a:ext cx="9" cy="0"/>
              </a:xfrm>
              <a:prstGeom prst="line">
                <a:avLst/>
              </a:prstGeom>
              <a:ln w="12700" cap="flat" cmpd="sng">
                <a:solidFill>
                  <a:schemeClr val="tx1"/>
                </a:solidFill>
                <a:prstDash val="solid"/>
                <a:headEnd type="none" w="med" len="med"/>
                <a:tailEnd type="none" w="med" len="med"/>
              </a:ln>
            </p:spPr>
          </p:sp>
          <p:sp>
            <p:nvSpPr>
              <p:cNvPr id="48297" name="Line 168"/>
              <p:cNvSpPr/>
              <p:nvPr/>
            </p:nvSpPr>
            <p:spPr>
              <a:xfrm>
                <a:off x="3687" y="913"/>
                <a:ext cx="4" cy="5"/>
              </a:xfrm>
              <a:prstGeom prst="line">
                <a:avLst/>
              </a:prstGeom>
              <a:ln w="12700" cap="flat" cmpd="sng">
                <a:solidFill>
                  <a:schemeClr val="tx1"/>
                </a:solidFill>
                <a:prstDash val="solid"/>
                <a:headEnd type="none" w="med" len="med"/>
                <a:tailEnd type="none" w="med" len="med"/>
              </a:ln>
            </p:spPr>
          </p:sp>
          <p:sp>
            <p:nvSpPr>
              <p:cNvPr id="48298" name="Oval 169"/>
              <p:cNvSpPr/>
              <p:nvPr/>
            </p:nvSpPr>
            <p:spPr>
              <a:xfrm>
                <a:off x="3664" y="923"/>
                <a:ext cx="111" cy="54"/>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299" name="Line 170"/>
              <p:cNvSpPr/>
              <p:nvPr/>
            </p:nvSpPr>
            <p:spPr>
              <a:xfrm>
                <a:off x="3755" y="908"/>
                <a:ext cx="47" cy="6"/>
              </a:xfrm>
              <a:prstGeom prst="line">
                <a:avLst/>
              </a:prstGeom>
              <a:ln w="12700" cap="flat" cmpd="sng">
                <a:solidFill>
                  <a:schemeClr val="tx1"/>
                </a:solidFill>
                <a:prstDash val="solid"/>
                <a:headEnd type="none" w="med" len="med"/>
                <a:tailEnd type="none" w="med" len="med"/>
              </a:ln>
            </p:spPr>
          </p:sp>
          <p:sp>
            <p:nvSpPr>
              <p:cNvPr id="48300" name="Freeform 171"/>
              <p:cNvSpPr/>
              <p:nvPr/>
            </p:nvSpPr>
            <p:spPr>
              <a:xfrm>
                <a:off x="3682" y="905"/>
                <a:ext cx="36" cy="24"/>
              </a:xfrm>
              <a:custGeom>
                <a:avLst/>
                <a:gdLst/>
                <a:ahLst/>
                <a:cxnLst>
                  <a:cxn ang="0">
                    <a:pos x="0" y="0"/>
                  </a:cxn>
                  <a:cxn ang="0">
                    <a:pos x="22" y="0"/>
                  </a:cxn>
                  <a:cxn ang="0">
                    <a:pos x="35" y="9"/>
                  </a:cxn>
                  <a:cxn ang="0">
                    <a:pos x="25" y="23"/>
                  </a:cxn>
                  <a:cxn ang="0">
                    <a:pos x="0" y="0"/>
                  </a:cxn>
                </a:cxnLst>
                <a:rect l="0" t="0" r="0" b="0"/>
                <a:pathLst>
                  <a:path w="36" h="24">
                    <a:moveTo>
                      <a:pt x="0" y="0"/>
                    </a:moveTo>
                    <a:lnTo>
                      <a:pt x="22" y="0"/>
                    </a:lnTo>
                    <a:lnTo>
                      <a:pt x="35" y="9"/>
                    </a:lnTo>
                    <a:lnTo>
                      <a:pt x="25" y="23"/>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301" name="Freeform 172"/>
              <p:cNvSpPr/>
              <p:nvPr/>
            </p:nvSpPr>
            <p:spPr>
              <a:xfrm>
                <a:off x="3679" y="909"/>
                <a:ext cx="33" cy="22"/>
              </a:xfrm>
              <a:custGeom>
                <a:avLst/>
                <a:gdLst/>
                <a:ahLst/>
                <a:cxnLst>
                  <a:cxn ang="0">
                    <a:pos x="32" y="0"/>
                  </a:cxn>
                  <a:cxn ang="0">
                    <a:pos x="32" y="18"/>
                  </a:cxn>
                  <a:cxn ang="0">
                    <a:pos x="14" y="21"/>
                  </a:cxn>
                  <a:cxn ang="0">
                    <a:pos x="0" y="6"/>
                  </a:cxn>
                  <a:cxn ang="0">
                    <a:pos x="23" y="3"/>
                  </a:cxn>
                  <a:cxn ang="0">
                    <a:pos x="32" y="0"/>
                  </a:cxn>
                </a:cxnLst>
                <a:rect l="0" t="0" r="0" b="0"/>
                <a:pathLst>
                  <a:path w="33" h="22">
                    <a:moveTo>
                      <a:pt x="32" y="0"/>
                    </a:moveTo>
                    <a:lnTo>
                      <a:pt x="32" y="18"/>
                    </a:lnTo>
                    <a:lnTo>
                      <a:pt x="14" y="21"/>
                    </a:lnTo>
                    <a:lnTo>
                      <a:pt x="0" y="6"/>
                    </a:lnTo>
                    <a:lnTo>
                      <a:pt x="23" y="3"/>
                    </a:lnTo>
                    <a:lnTo>
                      <a:pt x="32"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302" name="Rectangle 173"/>
              <p:cNvSpPr/>
              <p:nvPr/>
            </p:nvSpPr>
            <p:spPr>
              <a:xfrm>
                <a:off x="3594" y="934"/>
                <a:ext cx="28" cy="14"/>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303" name="Freeform 174"/>
              <p:cNvSpPr/>
              <p:nvPr/>
            </p:nvSpPr>
            <p:spPr>
              <a:xfrm>
                <a:off x="3450" y="859"/>
                <a:ext cx="141" cy="145"/>
              </a:xfrm>
              <a:custGeom>
                <a:avLst/>
                <a:gdLst/>
                <a:ahLst/>
                <a:cxnLst>
                  <a:cxn ang="0">
                    <a:pos x="0" y="0"/>
                  </a:cxn>
                  <a:cxn ang="0">
                    <a:pos x="0" y="144"/>
                  </a:cxn>
                  <a:cxn ang="0">
                    <a:pos x="140" y="138"/>
                  </a:cxn>
                  <a:cxn ang="0">
                    <a:pos x="140" y="4"/>
                  </a:cxn>
                  <a:cxn ang="0">
                    <a:pos x="0" y="0"/>
                  </a:cxn>
                </a:cxnLst>
                <a:rect l="0" t="0" r="0" b="0"/>
                <a:pathLst>
                  <a:path w="141" h="145">
                    <a:moveTo>
                      <a:pt x="0" y="0"/>
                    </a:moveTo>
                    <a:lnTo>
                      <a:pt x="0" y="144"/>
                    </a:lnTo>
                    <a:lnTo>
                      <a:pt x="140" y="138"/>
                    </a:lnTo>
                    <a:lnTo>
                      <a:pt x="140" y="4"/>
                    </a:lnTo>
                    <a:lnTo>
                      <a:pt x="0"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304" name="Line 175"/>
              <p:cNvSpPr/>
              <p:nvPr/>
            </p:nvSpPr>
            <p:spPr>
              <a:xfrm>
                <a:off x="3691" y="970"/>
                <a:ext cx="10" cy="2"/>
              </a:xfrm>
              <a:prstGeom prst="line">
                <a:avLst/>
              </a:prstGeom>
              <a:ln w="12700" cap="flat" cmpd="sng">
                <a:solidFill>
                  <a:schemeClr val="tx1"/>
                </a:solidFill>
                <a:prstDash val="solid"/>
                <a:headEnd type="none" w="med" len="med"/>
                <a:tailEnd type="none" w="med" len="med"/>
              </a:ln>
            </p:spPr>
          </p:sp>
          <p:sp>
            <p:nvSpPr>
              <p:cNvPr id="48305" name="Line 176"/>
              <p:cNvSpPr/>
              <p:nvPr/>
            </p:nvSpPr>
            <p:spPr>
              <a:xfrm>
                <a:off x="3691" y="965"/>
                <a:ext cx="10" cy="3"/>
              </a:xfrm>
              <a:prstGeom prst="line">
                <a:avLst/>
              </a:prstGeom>
              <a:ln w="12700" cap="flat" cmpd="sng">
                <a:solidFill>
                  <a:schemeClr val="tx1"/>
                </a:solidFill>
                <a:prstDash val="solid"/>
                <a:headEnd type="none" w="med" len="med"/>
                <a:tailEnd type="none" w="med" len="med"/>
              </a:ln>
            </p:spPr>
          </p:sp>
          <p:sp>
            <p:nvSpPr>
              <p:cNvPr id="48306" name="Freeform 177"/>
              <p:cNvSpPr/>
              <p:nvPr/>
            </p:nvSpPr>
            <p:spPr>
              <a:xfrm>
                <a:off x="3682" y="962"/>
                <a:ext cx="36" cy="24"/>
              </a:xfrm>
              <a:custGeom>
                <a:avLst/>
                <a:gdLst/>
                <a:ahLst/>
                <a:cxnLst>
                  <a:cxn ang="0">
                    <a:pos x="26" y="23"/>
                  </a:cxn>
                  <a:cxn ang="0">
                    <a:pos x="35" y="23"/>
                  </a:cxn>
                  <a:cxn ang="0">
                    <a:pos x="35" y="19"/>
                  </a:cxn>
                  <a:cxn ang="0">
                    <a:pos x="35" y="3"/>
                  </a:cxn>
                  <a:cxn ang="0">
                    <a:pos x="35" y="0"/>
                  </a:cxn>
                  <a:cxn ang="0">
                    <a:pos x="26" y="0"/>
                  </a:cxn>
                  <a:cxn ang="0">
                    <a:pos x="17" y="3"/>
                  </a:cxn>
                  <a:cxn ang="0">
                    <a:pos x="8" y="6"/>
                  </a:cxn>
                  <a:cxn ang="0">
                    <a:pos x="0" y="9"/>
                  </a:cxn>
                  <a:cxn ang="0">
                    <a:pos x="0" y="13"/>
                  </a:cxn>
                  <a:cxn ang="0">
                    <a:pos x="8" y="13"/>
                  </a:cxn>
                  <a:cxn ang="0">
                    <a:pos x="8" y="19"/>
                  </a:cxn>
                  <a:cxn ang="0">
                    <a:pos x="17" y="23"/>
                  </a:cxn>
                  <a:cxn ang="0">
                    <a:pos x="26" y="23"/>
                  </a:cxn>
                </a:cxnLst>
                <a:rect l="0" t="0" r="0" b="0"/>
                <a:pathLst>
                  <a:path w="36" h="24">
                    <a:moveTo>
                      <a:pt x="26" y="23"/>
                    </a:moveTo>
                    <a:lnTo>
                      <a:pt x="35" y="23"/>
                    </a:lnTo>
                    <a:lnTo>
                      <a:pt x="35" y="19"/>
                    </a:lnTo>
                    <a:lnTo>
                      <a:pt x="35" y="3"/>
                    </a:lnTo>
                    <a:lnTo>
                      <a:pt x="35" y="0"/>
                    </a:lnTo>
                    <a:lnTo>
                      <a:pt x="26" y="0"/>
                    </a:lnTo>
                    <a:lnTo>
                      <a:pt x="17" y="3"/>
                    </a:lnTo>
                    <a:lnTo>
                      <a:pt x="8" y="6"/>
                    </a:lnTo>
                    <a:lnTo>
                      <a:pt x="0" y="9"/>
                    </a:lnTo>
                    <a:lnTo>
                      <a:pt x="0" y="13"/>
                    </a:lnTo>
                    <a:lnTo>
                      <a:pt x="8" y="13"/>
                    </a:lnTo>
                    <a:lnTo>
                      <a:pt x="8" y="19"/>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07" name="Freeform 178"/>
              <p:cNvSpPr/>
              <p:nvPr/>
            </p:nvSpPr>
            <p:spPr>
              <a:xfrm>
                <a:off x="3683" y="962"/>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08" name="Freeform 179"/>
              <p:cNvSpPr/>
              <p:nvPr/>
            </p:nvSpPr>
            <p:spPr>
              <a:xfrm>
                <a:off x="3702" y="967"/>
                <a:ext cx="35" cy="22"/>
              </a:xfrm>
              <a:custGeom>
                <a:avLst/>
                <a:gdLst/>
                <a:ahLst/>
                <a:cxnLst>
                  <a:cxn ang="0">
                    <a:pos x="0" y="9"/>
                  </a:cxn>
                  <a:cxn ang="0">
                    <a:pos x="0" y="12"/>
                  </a:cxn>
                  <a:cxn ang="0">
                    <a:pos x="4" y="12"/>
                  </a:cxn>
                  <a:cxn ang="0">
                    <a:pos x="4" y="15"/>
                  </a:cxn>
                  <a:cxn ang="0">
                    <a:pos x="9" y="18"/>
                  </a:cxn>
                  <a:cxn ang="0">
                    <a:pos x="14" y="21"/>
                  </a:cxn>
                  <a:cxn ang="0">
                    <a:pos x="19" y="21"/>
                  </a:cxn>
                  <a:cxn ang="0">
                    <a:pos x="24" y="18"/>
                  </a:cxn>
                  <a:cxn ang="0">
                    <a:pos x="29" y="15"/>
                  </a:cxn>
                  <a:cxn ang="0">
                    <a:pos x="29" y="12"/>
                  </a:cxn>
                  <a:cxn ang="0">
                    <a:pos x="34" y="12"/>
                  </a:cxn>
                  <a:cxn ang="0">
                    <a:pos x="34" y="9"/>
                  </a:cxn>
                  <a:cxn ang="0">
                    <a:pos x="29" y="6"/>
                  </a:cxn>
                  <a:cxn ang="0">
                    <a:pos x="24" y="3"/>
                  </a:cxn>
                  <a:cxn ang="0">
                    <a:pos x="19" y="0"/>
                  </a:cxn>
                  <a:cxn ang="0">
                    <a:pos x="14" y="0"/>
                  </a:cxn>
                  <a:cxn ang="0">
                    <a:pos x="9" y="3"/>
                  </a:cxn>
                  <a:cxn ang="0">
                    <a:pos x="4" y="6"/>
                  </a:cxn>
                  <a:cxn ang="0">
                    <a:pos x="0" y="9"/>
                  </a:cxn>
                </a:cxnLst>
                <a:rect l="0" t="0" r="0" b="0"/>
                <a:pathLst>
                  <a:path w="35" h="22">
                    <a:moveTo>
                      <a:pt x="0" y="9"/>
                    </a:moveTo>
                    <a:lnTo>
                      <a:pt x="0" y="12"/>
                    </a:lnTo>
                    <a:lnTo>
                      <a:pt x="4" y="12"/>
                    </a:lnTo>
                    <a:lnTo>
                      <a:pt x="4" y="15"/>
                    </a:lnTo>
                    <a:lnTo>
                      <a:pt x="9" y="18"/>
                    </a:lnTo>
                    <a:lnTo>
                      <a:pt x="14" y="21"/>
                    </a:lnTo>
                    <a:lnTo>
                      <a:pt x="19" y="21"/>
                    </a:lnTo>
                    <a:lnTo>
                      <a:pt x="24" y="18"/>
                    </a:lnTo>
                    <a:lnTo>
                      <a:pt x="29" y="15"/>
                    </a:lnTo>
                    <a:lnTo>
                      <a:pt x="29" y="12"/>
                    </a:lnTo>
                    <a:lnTo>
                      <a:pt x="34" y="12"/>
                    </a:lnTo>
                    <a:lnTo>
                      <a:pt x="34" y="9"/>
                    </a:lnTo>
                    <a:lnTo>
                      <a:pt x="29" y="6"/>
                    </a:lnTo>
                    <a:lnTo>
                      <a:pt x="24" y="3"/>
                    </a:lnTo>
                    <a:lnTo>
                      <a:pt x="19" y="0"/>
                    </a:lnTo>
                    <a:lnTo>
                      <a:pt x="14" y="0"/>
                    </a:lnTo>
                    <a:lnTo>
                      <a:pt x="9" y="3"/>
                    </a:lnTo>
                    <a:lnTo>
                      <a:pt x="4"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09" name="Line 180"/>
              <p:cNvSpPr/>
              <p:nvPr/>
            </p:nvSpPr>
            <p:spPr>
              <a:xfrm>
                <a:off x="3679" y="952"/>
                <a:ext cx="6" cy="4"/>
              </a:xfrm>
              <a:prstGeom prst="line">
                <a:avLst/>
              </a:prstGeom>
              <a:ln w="12700" cap="flat" cmpd="sng">
                <a:solidFill>
                  <a:schemeClr val="tx1"/>
                </a:solidFill>
                <a:prstDash val="solid"/>
                <a:headEnd type="none" w="med" len="med"/>
                <a:tailEnd type="none" w="med" len="med"/>
              </a:ln>
            </p:spPr>
          </p:sp>
          <p:sp>
            <p:nvSpPr>
              <p:cNvPr id="48310" name="Line 181"/>
              <p:cNvSpPr/>
              <p:nvPr/>
            </p:nvSpPr>
            <p:spPr>
              <a:xfrm>
                <a:off x="3675" y="950"/>
                <a:ext cx="14" cy="2"/>
              </a:xfrm>
              <a:prstGeom prst="line">
                <a:avLst/>
              </a:prstGeom>
              <a:ln w="12700" cap="flat" cmpd="sng">
                <a:solidFill>
                  <a:schemeClr val="tx1"/>
                </a:solidFill>
                <a:prstDash val="solid"/>
                <a:headEnd type="none" w="med" len="med"/>
                <a:tailEnd type="none" w="med" len="med"/>
              </a:ln>
            </p:spPr>
          </p:sp>
          <p:sp>
            <p:nvSpPr>
              <p:cNvPr id="48311" name="Freeform 182"/>
              <p:cNvSpPr/>
              <p:nvPr/>
            </p:nvSpPr>
            <p:spPr>
              <a:xfrm>
                <a:off x="3669" y="947"/>
                <a:ext cx="36" cy="24"/>
              </a:xfrm>
              <a:custGeom>
                <a:avLst/>
                <a:gdLst/>
                <a:ahLst/>
                <a:cxnLst>
                  <a:cxn ang="0">
                    <a:pos x="26" y="23"/>
                  </a:cxn>
                  <a:cxn ang="0">
                    <a:pos x="35" y="23"/>
                  </a:cxn>
                  <a:cxn ang="0">
                    <a:pos x="35" y="19"/>
                  </a:cxn>
                  <a:cxn ang="0">
                    <a:pos x="35" y="3"/>
                  </a:cxn>
                  <a:cxn ang="0">
                    <a:pos x="35" y="0"/>
                  </a:cxn>
                  <a:cxn ang="0">
                    <a:pos x="26" y="0"/>
                  </a:cxn>
                  <a:cxn ang="0">
                    <a:pos x="17" y="0"/>
                  </a:cxn>
                  <a:cxn ang="0">
                    <a:pos x="8" y="3"/>
                  </a:cxn>
                  <a:cxn ang="0">
                    <a:pos x="8" y="6"/>
                  </a:cxn>
                  <a:cxn ang="0">
                    <a:pos x="0" y="6"/>
                  </a:cxn>
                  <a:cxn ang="0">
                    <a:pos x="0" y="9"/>
                  </a:cxn>
                  <a:cxn ang="0">
                    <a:pos x="8" y="13"/>
                  </a:cxn>
                  <a:cxn ang="0">
                    <a:pos x="8" y="16"/>
                  </a:cxn>
                  <a:cxn ang="0">
                    <a:pos x="17" y="19"/>
                  </a:cxn>
                  <a:cxn ang="0">
                    <a:pos x="26" y="23"/>
                  </a:cxn>
                </a:cxnLst>
                <a:rect l="0" t="0" r="0" b="0"/>
                <a:pathLst>
                  <a:path w="36" h="24">
                    <a:moveTo>
                      <a:pt x="26" y="23"/>
                    </a:moveTo>
                    <a:lnTo>
                      <a:pt x="35" y="23"/>
                    </a:lnTo>
                    <a:lnTo>
                      <a:pt x="35" y="19"/>
                    </a:lnTo>
                    <a:lnTo>
                      <a:pt x="35" y="3"/>
                    </a:lnTo>
                    <a:lnTo>
                      <a:pt x="35" y="0"/>
                    </a:lnTo>
                    <a:lnTo>
                      <a:pt x="26" y="0"/>
                    </a:lnTo>
                    <a:lnTo>
                      <a:pt x="17" y="0"/>
                    </a:lnTo>
                    <a:lnTo>
                      <a:pt x="8" y="3"/>
                    </a:lnTo>
                    <a:lnTo>
                      <a:pt x="8" y="6"/>
                    </a:lnTo>
                    <a:lnTo>
                      <a:pt x="0" y="6"/>
                    </a:lnTo>
                    <a:lnTo>
                      <a:pt x="0" y="9"/>
                    </a:lnTo>
                    <a:lnTo>
                      <a:pt x="8" y="13"/>
                    </a:lnTo>
                    <a:lnTo>
                      <a:pt x="8" y="16"/>
                    </a:lnTo>
                    <a:lnTo>
                      <a:pt x="17" y="19"/>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12" name="Freeform 183"/>
              <p:cNvSpPr/>
              <p:nvPr/>
            </p:nvSpPr>
            <p:spPr>
              <a:xfrm>
                <a:off x="3673" y="947"/>
                <a:ext cx="35" cy="24"/>
              </a:xfrm>
              <a:custGeom>
                <a:avLst/>
                <a:gdLst/>
                <a:ahLst/>
                <a:cxnLst>
                  <a:cxn ang="0">
                    <a:pos x="2" y="0"/>
                  </a:cxn>
                  <a:cxn ang="0">
                    <a:pos x="34" y="12"/>
                  </a:cxn>
                  <a:cxn ang="0">
                    <a:pos x="32" y="23"/>
                  </a:cxn>
                  <a:cxn ang="0">
                    <a:pos x="0" y="10"/>
                  </a:cxn>
                  <a:cxn ang="0">
                    <a:pos x="2" y="0"/>
                  </a:cxn>
                </a:cxnLst>
                <a:rect l="0" t="0" r="0" b="0"/>
                <a:pathLst>
                  <a:path w="35" h="24">
                    <a:moveTo>
                      <a:pt x="2" y="0"/>
                    </a:moveTo>
                    <a:lnTo>
                      <a:pt x="34" y="12"/>
                    </a:lnTo>
                    <a:lnTo>
                      <a:pt x="32" y="23"/>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13" name="Freeform 184"/>
              <p:cNvSpPr/>
              <p:nvPr/>
            </p:nvSpPr>
            <p:spPr>
              <a:xfrm>
                <a:off x="3688" y="951"/>
                <a:ext cx="34" cy="23"/>
              </a:xfrm>
              <a:custGeom>
                <a:avLst/>
                <a:gdLst/>
                <a:ahLst/>
                <a:cxnLst>
                  <a:cxn ang="0">
                    <a:pos x="0" y="7"/>
                  </a:cxn>
                  <a:cxn ang="0">
                    <a:pos x="0" y="11"/>
                  </a:cxn>
                  <a:cxn ang="0">
                    <a:pos x="4" y="11"/>
                  </a:cxn>
                  <a:cxn ang="0">
                    <a:pos x="4" y="18"/>
                  </a:cxn>
                  <a:cxn ang="0">
                    <a:pos x="9" y="22"/>
                  </a:cxn>
                  <a:cxn ang="0">
                    <a:pos x="14" y="22"/>
                  </a:cxn>
                  <a:cxn ang="0">
                    <a:pos x="18" y="22"/>
                  </a:cxn>
                  <a:cxn ang="0">
                    <a:pos x="23" y="22"/>
                  </a:cxn>
                  <a:cxn ang="0">
                    <a:pos x="28" y="18"/>
                  </a:cxn>
                  <a:cxn ang="0">
                    <a:pos x="28" y="11"/>
                  </a:cxn>
                  <a:cxn ang="0">
                    <a:pos x="33" y="11"/>
                  </a:cxn>
                  <a:cxn ang="0">
                    <a:pos x="33" y="7"/>
                  </a:cxn>
                  <a:cxn ang="0">
                    <a:pos x="28" y="3"/>
                  </a:cxn>
                  <a:cxn ang="0">
                    <a:pos x="28" y="0"/>
                  </a:cxn>
                  <a:cxn ang="0">
                    <a:pos x="23" y="0"/>
                  </a:cxn>
                  <a:cxn ang="0">
                    <a:pos x="18" y="0"/>
                  </a:cxn>
                  <a:cxn ang="0">
                    <a:pos x="9" y="0"/>
                  </a:cxn>
                  <a:cxn ang="0">
                    <a:pos x="4" y="0"/>
                  </a:cxn>
                  <a:cxn ang="0">
                    <a:pos x="4" y="3"/>
                  </a:cxn>
                  <a:cxn ang="0">
                    <a:pos x="0" y="7"/>
                  </a:cxn>
                </a:cxnLst>
                <a:rect l="0" t="0" r="0" b="0"/>
                <a:pathLst>
                  <a:path w="34" h="23">
                    <a:moveTo>
                      <a:pt x="0" y="7"/>
                    </a:moveTo>
                    <a:lnTo>
                      <a:pt x="0" y="11"/>
                    </a:lnTo>
                    <a:lnTo>
                      <a:pt x="4" y="11"/>
                    </a:lnTo>
                    <a:lnTo>
                      <a:pt x="4" y="18"/>
                    </a:lnTo>
                    <a:lnTo>
                      <a:pt x="9" y="22"/>
                    </a:lnTo>
                    <a:lnTo>
                      <a:pt x="14" y="22"/>
                    </a:lnTo>
                    <a:lnTo>
                      <a:pt x="18" y="22"/>
                    </a:lnTo>
                    <a:lnTo>
                      <a:pt x="23" y="22"/>
                    </a:lnTo>
                    <a:lnTo>
                      <a:pt x="28" y="18"/>
                    </a:lnTo>
                    <a:lnTo>
                      <a:pt x="28" y="11"/>
                    </a:lnTo>
                    <a:lnTo>
                      <a:pt x="33" y="11"/>
                    </a:lnTo>
                    <a:lnTo>
                      <a:pt x="33" y="7"/>
                    </a:lnTo>
                    <a:lnTo>
                      <a:pt x="28" y="3"/>
                    </a:lnTo>
                    <a:lnTo>
                      <a:pt x="28" y="0"/>
                    </a:lnTo>
                    <a:lnTo>
                      <a:pt x="23" y="0"/>
                    </a:lnTo>
                    <a:lnTo>
                      <a:pt x="18" y="0"/>
                    </a:lnTo>
                    <a:lnTo>
                      <a:pt x="9" y="0"/>
                    </a:lnTo>
                    <a:lnTo>
                      <a:pt x="4" y="0"/>
                    </a:lnTo>
                    <a:lnTo>
                      <a:pt x="4" y="3"/>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14" name="Line 185"/>
              <p:cNvSpPr/>
              <p:nvPr/>
            </p:nvSpPr>
            <p:spPr>
              <a:xfrm>
                <a:off x="3687" y="934"/>
                <a:ext cx="11" cy="1"/>
              </a:xfrm>
              <a:prstGeom prst="line">
                <a:avLst/>
              </a:prstGeom>
              <a:ln w="12700" cap="flat" cmpd="sng">
                <a:solidFill>
                  <a:schemeClr val="tx1"/>
                </a:solidFill>
                <a:prstDash val="solid"/>
                <a:headEnd type="none" w="med" len="med"/>
                <a:tailEnd type="none" w="med" len="med"/>
              </a:ln>
            </p:spPr>
          </p:sp>
          <p:sp>
            <p:nvSpPr>
              <p:cNvPr id="48315" name="Line 186"/>
              <p:cNvSpPr/>
              <p:nvPr/>
            </p:nvSpPr>
            <p:spPr>
              <a:xfrm>
                <a:off x="3691" y="934"/>
                <a:ext cx="10" cy="1"/>
              </a:xfrm>
              <a:prstGeom prst="line">
                <a:avLst/>
              </a:prstGeom>
              <a:ln w="12700" cap="flat" cmpd="sng">
                <a:solidFill>
                  <a:schemeClr val="tx1"/>
                </a:solidFill>
                <a:prstDash val="solid"/>
                <a:headEnd type="none" w="med" len="med"/>
                <a:tailEnd type="none" w="med" len="med"/>
              </a:ln>
            </p:spPr>
          </p:sp>
          <p:sp>
            <p:nvSpPr>
              <p:cNvPr id="48316" name="Freeform 187"/>
              <p:cNvSpPr/>
              <p:nvPr/>
            </p:nvSpPr>
            <p:spPr>
              <a:xfrm>
                <a:off x="3682" y="931"/>
                <a:ext cx="36" cy="24"/>
              </a:xfrm>
              <a:custGeom>
                <a:avLst/>
                <a:gdLst/>
                <a:ahLst/>
                <a:cxnLst>
                  <a:cxn ang="0">
                    <a:pos x="26" y="23"/>
                  </a:cxn>
                  <a:cxn ang="0">
                    <a:pos x="26" y="19"/>
                  </a:cxn>
                  <a:cxn ang="0">
                    <a:pos x="35" y="19"/>
                  </a:cxn>
                  <a:cxn ang="0">
                    <a:pos x="35" y="3"/>
                  </a:cxn>
                  <a:cxn ang="0">
                    <a:pos x="26" y="3"/>
                  </a:cxn>
                  <a:cxn ang="0">
                    <a:pos x="26" y="0"/>
                  </a:cxn>
                  <a:cxn ang="0">
                    <a:pos x="17" y="0"/>
                  </a:cxn>
                  <a:cxn ang="0">
                    <a:pos x="17" y="3"/>
                  </a:cxn>
                  <a:cxn ang="0">
                    <a:pos x="8" y="3"/>
                  </a:cxn>
                  <a:cxn ang="0">
                    <a:pos x="0" y="6"/>
                  </a:cxn>
                  <a:cxn ang="0">
                    <a:pos x="0" y="9"/>
                  </a:cxn>
                  <a:cxn ang="0">
                    <a:pos x="0" y="13"/>
                  </a:cxn>
                  <a:cxn ang="0">
                    <a:pos x="0" y="16"/>
                  </a:cxn>
                  <a:cxn ang="0">
                    <a:pos x="8" y="19"/>
                  </a:cxn>
                  <a:cxn ang="0">
                    <a:pos x="17" y="19"/>
                  </a:cxn>
                  <a:cxn ang="0">
                    <a:pos x="17" y="23"/>
                  </a:cxn>
                  <a:cxn ang="0">
                    <a:pos x="26" y="23"/>
                  </a:cxn>
                </a:cxnLst>
                <a:rect l="0" t="0" r="0" b="0"/>
                <a:pathLst>
                  <a:path w="36" h="24">
                    <a:moveTo>
                      <a:pt x="26" y="23"/>
                    </a:moveTo>
                    <a:lnTo>
                      <a:pt x="26" y="19"/>
                    </a:lnTo>
                    <a:lnTo>
                      <a:pt x="35" y="19"/>
                    </a:lnTo>
                    <a:lnTo>
                      <a:pt x="35" y="3"/>
                    </a:lnTo>
                    <a:lnTo>
                      <a:pt x="26" y="3"/>
                    </a:lnTo>
                    <a:lnTo>
                      <a:pt x="26" y="0"/>
                    </a:lnTo>
                    <a:lnTo>
                      <a:pt x="17" y="0"/>
                    </a:lnTo>
                    <a:lnTo>
                      <a:pt x="17" y="3"/>
                    </a:lnTo>
                    <a:lnTo>
                      <a:pt x="8" y="3"/>
                    </a:lnTo>
                    <a:lnTo>
                      <a:pt x="0" y="6"/>
                    </a:lnTo>
                    <a:lnTo>
                      <a:pt x="0" y="9"/>
                    </a:lnTo>
                    <a:lnTo>
                      <a:pt x="0" y="13"/>
                    </a:lnTo>
                    <a:lnTo>
                      <a:pt x="0" y="16"/>
                    </a:lnTo>
                    <a:lnTo>
                      <a:pt x="8" y="19"/>
                    </a:lnTo>
                    <a:lnTo>
                      <a:pt x="17" y="19"/>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17" name="Freeform 188"/>
              <p:cNvSpPr/>
              <p:nvPr/>
            </p:nvSpPr>
            <p:spPr>
              <a:xfrm>
                <a:off x="3682" y="931"/>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18" name="Freeform 189"/>
              <p:cNvSpPr/>
              <p:nvPr/>
            </p:nvSpPr>
            <p:spPr>
              <a:xfrm>
                <a:off x="3702" y="933"/>
                <a:ext cx="35" cy="24"/>
              </a:xfrm>
              <a:custGeom>
                <a:avLst/>
                <a:gdLst/>
                <a:ahLst/>
                <a:cxnLst>
                  <a:cxn ang="0">
                    <a:pos x="0" y="9"/>
                  </a:cxn>
                  <a:cxn ang="0">
                    <a:pos x="0" y="13"/>
                  </a:cxn>
                  <a:cxn ang="0">
                    <a:pos x="0" y="16"/>
                  </a:cxn>
                  <a:cxn ang="0">
                    <a:pos x="11" y="23"/>
                  </a:cxn>
                  <a:cxn ang="0">
                    <a:pos x="17" y="23"/>
                  </a:cxn>
                  <a:cxn ang="0">
                    <a:pos x="17" y="19"/>
                  </a:cxn>
                  <a:cxn ang="0">
                    <a:pos x="22" y="19"/>
                  </a:cxn>
                  <a:cxn ang="0">
                    <a:pos x="28" y="16"/>
                  </a:cxn>
                  <a:cxn ang="0">
                    <a:pos x="28" y="13"/>
                  </a:cxn>
                  <a:cxn ang="0">
                    <a:pos x="34" y="13"/>
                  </a:cxn>
                  <a:cxn ang="0">
                    <a:pos x="34" y="6"/>
                  </a:cxn>
                  <a:cxn ang="0">
                    <a:pos x="28" y="6"/>
                  </a:cxn>
                  <a:cxn ang="0">
                    <a:pos x="28" y="3"/>
                  </a:cxn>
                  <a:cxn ang="0">
                    <a:pos x="22" y="0"/>
                  </a:cxn>
                  <a:cxn ang="0">
                    <a:pos x="17" y="0"/>
                  </a:cxn>
                  <a:cxn ang="0">
                    <a:pos x="11" y="0"/>
                  </a:cxn>
                  <a:cxn ang="0">
                    <a:pos x="0" y="6"/>
                  </a:cxn>
                  <a:cxn ang="0">
                    <a:pos x="0" y="9"/>
                  </a:cxn>
                </a:cxnLst>
                <a:rect l="0" t="0" r="0" b="0"/>
                <a:pathLst>
                  <a:path w="35" h="24">
                    <a:moveTo>
                      <a:pt x="0" y="9"/>
                    </a:moveTo>
                    <a:lnTo>
                      <a:pt x="0" y="13"/>
                    </a:lnTo>
                    <a:lnTo>
                      <a:pt x="0" y="16"/>
                    </a:lnTo>
                    <a:lnTo>
                      <a:pt x="11" y="23"/>
                    </a:lnTo>
                    <a:lnTo>
                      <a:pt x="17" y="23"/>
                    </a:lnTo>
                    <a:lnTo>
                      <a:pt x="17" y="19"/>
                    </a:lnTo>
                    <a:lnTo>
                      <a:pt x="22" y="19"/>
                    </a:lnTo>
                    <a:lnTo>
                      <a:pt x="28" y="16"/>
                    </a:lnTo>
                    <a:lnTo>
                      <a:pt x="28" y="13"/>
                    </a:lnTo>
                    <a:lnTo>
                      <a:pt x="34" y="13"/>
                    </a:lnTo>
                    <a:lnTo>
                      <a:pt x="34" y="6"/>
                    </a:lnTo>
                    <a:lnTo>
                      <a:pt x="28" y="6"/>
                    </a:lnTo>
                    <a:lnTo>
                      <a:pt x="28" y="3"/>
                    </a:lnTo>
                    <a:lnTo>
                      <a:pt x="22" y="0"/>
                    </a:lnTo>
                    <a:lnTo>
                      <a:pt x="17" y="0"/>
                    </a:lnTo>
                    <a:lnTo>
                      <a:pt x="11" y="0"/>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19" name="Line 190"/>
              <p:cNvSpPr/>
              <p:nvPr/>
            </p:nvSpPr>
            <p:spPr>
              <a:xfrm>
                <a:off x="3723" y="928"/>
                <a:ext cx="13" cy="1"/>
              </a:xfrm>
              <a:prstGeom prst="line">
                <a:avLst/>
              </a:prstGeom>
              <a:ln w="12700" cap="flat" cmpd="sng">
                <a:solidFill>
                  <a:schemeClr val="tx1"/>
                </a:solidFill>
                <a:prstDash val="solid"/>
                <a:headEnd type="none" w="med" len="med"/>
                <a:tailEnd type="none" w="med" len="med"/>
              </a:ln>
            </p:spPr>
          </p:sp>
          <p:sp>
            <p:nvSpPr>
              <p:cNvPr id="48320" name="Line 191"/>
              <p:cNvSpPr/>
              <p:nvPr/>
            </p:nvSpPr>
            <p:spPr>
              <a:xfrm>
                <a:off x="3728" y="927"/>
                <a:ext cx="9" cy="1"/>
              </a:xfrm>
              <a:prstGeom prst="line">
                <a:avLst/>
              </a:prstGeom>
              <a:ln w="12700" cap="flat" cmpd="sng">
                <a:solidFill>
                  <a:schemeClr val="tx1"/>
                </a:solidFill>
                <a:prstDash val="solid"/>
                <a:headEnd type="none" w="med" len="med"/>
                <a:tailEnd type="none" w="med" len="med"/>
              </a:ln>
            </p:spPr>
          </p:sp>
          <p:sp>
            <p:nvSpPr>
              <p:cNvPr id="48321" name="Freeform 192"/>
              <p:cNvSpPr/>
              <p:nvPr/>
            </p:nvSpPr>
            <p:spPr>
              <a:xfrm>
                <a:off x="3718" y="926"/>
                <a:ext cx="36" cy="23"/>
              </a:xfrm>
              <a:custGeom>
                <a:avLst/>
                <a:gdLst/>
                <a:ahLst/>
                <a:cxnLst>
                  <a:cxn ang="0">
                    <a:pos x="26" y="22"/>
                  </a:cxn>
                  <a:cxn ang="0">
                    <a:pos x="35" y="22"/>
                  </a:cxn>
                  <a:cxn ang="0">
                    <a:pos x="35" y="18"/>
                  </a:cxn>
                  <a:cxn ang="0">
                    <a:pos x="35" y="3"/>
                  </a:cxn>
                  <a:cxn ang="0">
                    <a:pos x="35" y="0"/>
                  </a:cxn>
                  <a:cxn ang="0">
                    <a:pos x="26" y="0"/>
                  </a:cxn>
                  <a:cxn ang="0">
                    <a:pos x="17" y="3"/>
                  </a:cxn>
                  <a:cxn ang="0">
                    <a:pos x="8" y="6"/>
                  </a:cxn>
                  <a:cxn ang="0">
                    <a:pos x="0" y="9"/>
                  </a:cxn>
                  <a:cxn ang="0">
                    <a:pos x="0" y="12"/>
                  </a:cxn>
                  <a:cxn ang="0">
                    <a:pos x="8" y="15"/>
                  </a:cxn>
                  <a:cxn ang="0">
                    <a:pos x="17" y="18"/>
                  </a:cxn>
                  <a:cxn ang="0">
                    <a:pos x="26" y="22"/>
                  </a:cxn>
                </a:cxnLst>
                <a:rect l="0" t="0" r="0" b="0"/>
                <a:pathLst>
                  <a:path w="36" h="23">
                    <a:moveTo>
                      <a:pt x="26" y="22"/>
                    </a:moveTo>
                    <a:lnTo>
                      <a:pt x="35" y="22"/>
                    </a:lnTo>
                    <a:lnTo>
                      <a:pt x="35" y="18"/>
                    </a:lnTo>
                    <a:lnTo>
                      <a:pt x="35" y="3"/>
                    </a:lnTo>
                    <a:lnTo>
                      <a:pt x="35" y="0"/>
                    </a:lnTo>
                    <a:lnTo>
                      <a:pt x="26" y="0"/>
                    </a:lnTo>
                    <a:lnTo>
                      <a:pt x="17" y="3"/>
                    </a:lnTo>
                    <a:lnTo>
                      <a:pt x="8" y="6"/>
                    </a:lnTo>
                    <a:lnTo>
                      <a:pt x="0" y="9"/>
                    </a:lnTo>
                    <a:lnTo>
                      <a:pt x="0" y="12"/>
                    </a:lnTo>
                    <a:lnTo>
                      <a:pt x="8" y="15"/>
                    </a:lnTo>
                    <a:lnTo>
                      <a:pt x="17" y="18"/>
                    </a:lnTo>
                    <a:lnTo>
                      <a:pt x="26"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22" name="Freeform 193"/>
              <p:cNvSpPr/>
              <p:nvPr/>
            </p:nvSpPr>
            <p:spPr>
              <a:xfrm>
                <a:off x="3718" y="926"/>
                <a:ext cx="36" cy="23"/>
              </a:xfrm>
              <a:custGeom>
                <a:avLst/>
                <a:gdLst/>
                <a:ahLst/>
                <a:cxnLst>
                  <a:cxn ang="0">
                    <a:pos x="2" y="0"/>
                  </a:cxn>
                  <a:cxn ang="0">
                    <a:pos x="35" y="11"/>
                  </a:cxn>
                  <a:cxn ang="0">
                    <a:pos x="33" y="22"/>
                  </a:cxn>
                  <a:cxn ang="0">
                    <a:pos x="0" y="11"/>
                  </a:cxn>
                  <a:cxn ang="0">
                    <a:pos x="2" y="0"/>
                  </a:cxn>
                </a:cxnLst>
                <a:rect l="0" t="0" r="0" b="0"/>
                <a:pathLst>
                  <a:path w="36" h="23">
                    <a:moveTo>
                      <a:pt x="2" y="0"/>
                    </a:moveTo>
                    <a:lnTo>
                      <a:pt x="35" y="11"/>
                    </a:lnTo>
                    <a:lnTo>
                      <a:pt x="33" y="22"/>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23" name="Freeform 194"/>
              <p:cNvSpPr/>
              <p:nvPr/>
            </p:nvSpPr>
            <p:spPr>
              <a:xfrm>
                <a:off x="3735" y="927"/>
                <a:ext cx="34" cy="23"/>
              </a:xfrm>
              <a:custGeom>
                <a:avLst/>
                <a:gdLst/>
                <a:ahLst/>
                <a:cxnLst>
                  <a:cxn ang="0">
                    <a:pos x="0" y="9"/>
                  </a:cxn>
                  <a:cxn ang="0">
                    <a:pos x="4" y="12"/>
                  </a:cxn>
                  <a:cxn ang="0">
                    <a:pos x="4" y="15"/>
                  </a:cxn>
                  <a:cxn ang="0">
                    <a:pos x="9" y="18"/>
                  </a:cxn>
                  <a:cxn ang="0">
                    <a:pos x="14" y="22"/>
                  </a:cxn>
                  <a:cxn ang="0">
                    <a:pos x="18" y="22"/>
                  </a:cxn>
                  <a:cxn ang="0">
                    <a:pos x="18" y="18"/>
                  </a:cxn>
                  <a:cxn ang="0">
                    <a:pos x="23" y="18"/>
                  </a:cxn>
                  <a:cxn ang="0">
                    <a:pos x="28" y="15"/>
                  </a:cxn>
                  <a:cxn ang="0">
                    <a:pos x="28" y="12"/>
                  </a:cxn>
                  <a:cxn ang="0">
                    <a:pos x="33" y="9"/>
                  </a:cxn>
                  <a:cxn ang="0">
                    <a:pos x="33" y="6"/>
                  </a:cxn>
                  <a:cxn ang="0">
                    <a:pos x="28" y="6"/>
                  </a:cxn>
                  <a:cxn ang="0">
                    <a:pos x="28" y="3"/>
                  </a:cxn>
                  <a:cxn ang="0">
                    <a:pos x="23" y="0"/>
                  </a:cxn>
                  <a:cxn ang="0">
                    <a:pos x="18" y="0"/>
                  </a:cxn>
                  <a:cxn ang="0">
                    <a:pos x="14" y="0"/>
                  </a:cxn>
                  <a:cxn ang="0">
                    <a:pos x="9" y="0"/>
                  </a:cxn>
                  <a:cxn ang="0">
                    <a:pos x="4" y="3"/>
                  </a:cxn>
                  <a:cxn ang="0">
                    <a:pos x="4" y="6"/>
                  </a:cxn>
                  <a:cxn ang="0">
                    <a:pos x="0" y="6"/>
                  </a:cxn>
                  <a:cxn ang="0">
                    <a:pos x="0" y="9"/>
                  </a:cxn>
                </a:cxnLst>
                <a:rect l="0" t="0" r="0" b="0"/>
                <a:pathLst>
                  <a:path w="34" h="23">
                    <a:moveTo>
                      <a:pt x="0" y="9"/>
                    </a:moveTo>
                    <a:lnTo>
                      <a:pt x="4" y="12"/>
                    </a:lnTo>
                    <a:lnTo>
                      <a:pt x="4" y="15"/>
                    </a:lnTo>
                    <a:lnTo>
                      <a:pt x="9" y="18"/>
                    </a:lnTo>
                    <a:lnTo>
                      <a:pt x="14" y="22"/>
                    </a:lnTo>
                    <a:lnTo>
                      <a:pt x="18" y="22"/>
                    </a:lnTo>
                    <a:lnTo>
                      <a:pt x="18" y="18"/>
                    </a:lnTo>
                    <a:lnTo>
                      <a:pt x="23" y="18"/>
                    </a:lnTo>
                    <a:lnTo>
                      <a:pt x="28" y="15"/>
                    </a:lnTo>
                    <a:lnTo>
                      <a:pt x="28" y="12"/>
                    </a:lnTo>
                    <a:lnTo>
                      <a:pt x="33" y="9"/>
                    </a:lnTo>
                    <a:lnTo>
                      <a:pt x="33" y="6"/>
                    </a:lnTo>
                    <a:lnTo>
                      <a:pt x="28" y="6"/>
                    </a:lnTo>
                    <a:lnTo>
                      <a:pt x="28" y="3"/>
                    </a:lnTo>
                    <a:lnTo>
                      <a:pt x="23" y="0"/>
                    </a:lnTo>
                    <a:lnTo>
                      <a:pt x="18" y="0"/>
                    </a:lnTo>
                    <a:lnTo>
                      <a:pt x="14" y="0"/>
                    </a:lnTo>
                    <a:lnTo>
                      <a:pt x="9" y="0"/>
                    </a:lnTo>
                    <a:lnTo>
                      <a:pt x="4" y="3"/>
                    </a:lnTo>
                    <a:lnTo>
                      <a:pt x="4" y="6"/>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24" name="Line 195"/>
              <p:cNvSpPr/>
              <p:nvPr/>
            </p:nvSpPr>
            <p:spPr>
              <a:xfrm>
                <a:off x="3759" y="935"/>
                <a:ext cx="7" cy="1"/>
              </a:xfrm>
              <a:prstGeom prst="line">
                <a:avLst/>
              </a:prstGeom>
              <a:ln w="12700" cap="flat" cmpd="sng">
                <a:solidFill>
                  <a:schemeClr val="tx1"/>
                </a:solidFill>
                <a:prstDash val="solid"/>
                <a:headEnd type="none" w="med" len="med"/>
                <a:tailEnd type="none" w="med" len="med"/>
              </a:ln>
            </p:spPr>
          </p:sp>
          <p:sp>
            <p:nvSpPr>
              <p:cNvPr id="48325" name="Line 196"/>
              <p:cNvSpPr/>
              <p:nvPr/>
            </p:nvSpPr>
            <p:spPr>
              <a:xfrm>
                <a:off x="3760" y="933"/>
                <a:ext cx="10" cy="1"/>
              </a:xfrm>
              <a:prstGeom prst="line">
                <a:avLst/>
              </a:prstGeom>
              <a:ln w="12700" cap="flat" cmpd="sng">
                <a:solidFill>
                  <a:schemeClr val="tx1"/>
                </a:solidFill>
                <a:prstDash val="solid"/>
                <a:headEnd type="none" w="med" len="med"/>
                <a:tailEnd type="none" w="med" len="med"/>
              </a:ln>
            </p:spPr>
          </p:sp>
          <p:sp>
            <p:nvSpPr>
              <p:cNvPr id="48326" name="Freeform 197"/>
              <p:cNvSpPr/>
              <p:nvPr/>
            </p:nvSpPr>
            <p:spPr>
              <a:xfrm>
                <a:off x="3749" y="931"/>
                <a:ext cx="35" cy="24"/>
              </a:xfrm>
              <a:custGeom>
                <a:avLst/>
                <a:gdLst/>
                <a:ahLst/>
                <a:cxnLst>
                  <a:cxn ang="0">
                    <a:pos x="25" y="23"/>
                  </a:cxn>
                  <a:cxn ang="0">
                    <a:pos x="34" y="23"/>
                  </a:cxn>
                  <a:cxn ang="0">
                    <a:pos x="34" y="19"/>
                  </a:cxn>
                  <a:cxn ang="0">
                    <a:pos x="34" y="3"/>
                  </a:cxn>
                  <a:cxn ang="0">
                    <a:pos x="34" y="0"/>
                  </a:cxn>
                  <a:cxn ang="0">
                    <a:pos x="25" y="0"/>
                  </a:cxn>
                  <a:cxn ang="0">
                    <a:pos x="17" y="0"/>
                  </a:cxn>
                  <a:cxn ang="0">
                    <a:pos x="8" y="7"/>
                  </a:cxn>
                  <a:cxn ang="0">
                    <a:pos x="0" y="11"/>
                  </a:cxn>
                  <a:cxn ang="0">
                    <a:pos x="0" y="15"/>
                  </a:cxn>
                  <a:cxn ang="0">
                    <a:pos x="8" y="15"/>
                  </a:cxn>
                  <a:cxn ang="0">
                    <a:pos x="8" y="19"/>
                  </a:cxn>
                  <a:cxn ang="0">
                    <a:pos x="17" y="23"/>
                  </a:cxn>
                  <a:cxn ang="0">
                    <a:pos x="25" y="23"/>
                  </a:cxn>
                </a:cxnLst>
                <a:rect l="0" t="0" r="0" b="0"/>
                <a:pathLst>
                  <a:path w="35" h="24">
                    <a:moveTo>
                      <a:pt x="25" y="23"/>
                    </a:moveTo>
                    <a:lnTo>
                      <a:pt x="34" y="23"/>
                    </a:lnTo>
                    <a:lnTo>
                      <a:pt x="34" y="19"/>
                    </a:lnTo>
                    <a:lnTo>
                      <a:pt x="34" y="3"/>
                    </a:lnTo>
                    <a:lnTo>
                      <a:pt x="34" y="0"/>
                    </a:lnTo>
                    <a:lnTo>
                      <a:pt x="25" y="0"/>
                    </a:lnTo>
                    <a:lnTo>
                      <a:pt x="17" y="0"/>
                    </a:lnTo>
                    <a:lnTo>
                      <a:pt x="8" y="7"/>
                    </a:lnTo>
                    <a:lnTo>
                      <a:pt x="0" y="11"/>
                    </a:lnTo>
                    <a:lnTo>
                      <a:pt x="0" y="15"/>
                    </a:lnTo>
                    <a:lnTo>
                      <a:pt x="8" y="15"/>
                    </a:lnTo>
                    <a:lnTo>
                      <a:pt x="8" y="19"/>
                    </a:lnTo>
                    <a:lnTo>
                      <a:pt x="17" y="23"/>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27" name="Freeform 198"/>
              <p:cNvSpPr/>
              <p:nvPr/>
            </p:nvSpPr>
            <p:spPr>
              <a:xfrm>
                <a:off x="3749" y="931"/>
                <a:ext cx="36" cy="24"/>
              </a:xfrm>
              <a:custGeom>
                <a:avLst/>
                <a:gdLst/>
                <a:ahLst/>
                <a:cxnLst>
                  <a:cxn ang="0">
                    <a:pos x="2" y="1"/>
                  </a:cxn>
                  <a:cxn ang="0">
                    <a:pos x="35" y="11"/>
                  </a:cxn>
                  <a:cxn ang="0">
                    <a:pos x="33" y="23"/>
                  </a:cxn>
                  <a:cxn ang="0">
                    <a:pos x="0" y="11"/>
                  </a:cxn>
                  <a:cxn ang="0">
                    <a:pos x="2" y="0"/>
                  </a:cxn>
                  <a:cxn ang="0">
                    <a:pos x="2" y="1"/>
                  </a:cxn>
                </a:cxnLst>
                <a:rect l="0" t="0" r="0" b="0"/>
                <a:pathLst>
                  <a:path w="36" h="24">
                    <a:moveTo>
                      <a:pt x="2" y="1"/>
                    </a:moveTo>
                    <a:lnTo>
                      <a:pt x="35" y="11"/>
                    </a:lnTo>
                    <a:lnTo>
                      <a:pt x="33" y="23"/>
                    </a:lnTo>
                    <a:lnTo>
                      <a:pt x="0" y="11"/>
                    </a:lnTo>
                    <a:lnTo>
                      <a:pt x="2"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28" name="Freeform 199"/>
              <p:cNvSpPr/>
              <p:nvPr/>
            </p:nvSpPr>
            <p:spPr>
              <a:xfrm>
                <a:off x="3766" y="933"/>
                <a:ext cx="34" cy="24"/>
              </a:xfrm>
              <a:custGeom>
                <a:avLst/>
                <a:gdLst/>
                <a:ahLst/>
                <a:cxnLst>
                  <a:cxn ang="0">
                    <a:pos x="0" y="13"/>
                  </a:cxn>
                  <a:cxn ang="0">
                    <a:pos x="4" y="16"/>
                  </a:cxn>
                  <a:cxn ang="0">
                    <a:pos x="4" y="19"/>
                  </a:cxn>
                  <a:cxn ang="0">
                    <a:pos x="9" y="23"/>
                  </a:cxn>
                  <a:cxn ang="0">
                    <a:pos x="14" y="23"/>
                  </a:cxn>
                  <a:cxn ang="0">
                    <a:pos x="18" y="23"/>
                  </a:cxn>
                  <a:cxn ang="0">
                    <a:pos x="23" y="23"/>
                  </a:cxn>
                  <a:cxn ang="0">
                    <a:pos x="28" y="19"/>
                  </a:cxn>
                  <a:cxn ang="0">
                    <a:pos x="28" y="16"/>
                  </a:cxn>
                  <a:cxn ang="0">
                    <a:pos x="33" y="13"/>
                  </a:cxn>
                  <a:cxn ang="0">
                    <a:pos x="33" y="9"/>
                  </a:cxn>
                  <a:cxn ang="0">
                    <a:pos x="28" y="6"/>
                  </a:cxn>
                  <a:cxn ang="0">
                    <a:pos x="23" y="3"/>
                  </a:cxn>
                  <a:cxn ang="0">
                    <a:pos x="18" y="3"/>
                  </a:cxn>
                  <a:cxn ang="0">
                    <a:pos x="18" y="0"/>
                  </a:cxn>
                  <a:cxn ang="0">
                    <a:pos x="14" y="0"/>
                  </a:cxn>
                  <a:cxn ang="0">
                    <a:pos x="9" y="3"/>
                  </a:cxn>
                  <a:cxn ang="0">
                    <a:pos x="4" y="6"/>
                  </a:cxn>
                  <a:cxn ang="0">
                    <a:pos x="0" y="9"/>
                  </a:cxn>
                  <a:cxn ang="0">
                    <a:pos x="0" y="13"/>
                  </a:cxn>
                </a:cxnLst>
                <a:rect l="0" t="0" r="0" b="0"/>
                <a:pathLst>
                  <a:path w="34" h="24">
                    <a:moveTo>
                      <a:pt x="0" y="13"/>
                    </a:moveTo>
                    <a:lnTo>
                      <a:pt x="4" y="16"/>
                    </a:lnTo>
                    <a:lnTo>
                      <a:pt x="4" y="19"/>
                    </a:lnTo>
                    <a:lnTo>
                      <a:pt x="9" y="23"/>
                    </a:lnTo>
                    <a:lnTo>
                      <a:pt x="14" y="23"/>
                    </a:lnTo>
                    <a:lnTo>
                      <a:pt x="18" y="23"/>
                    </a:lnTo>
                    <a:lnTo>
                      <a:pt x="23" y="23"/>
                    </a:lnTo>
                    <a:lnTo>
                      <a:pt x="28" y="19"/>
                    </a:lnTo>
                    <a:lnTo>
                      <a:pt x="28" y="16"/>
                    </a:lnTo>
                    <a:lnTo>
                      <a:pt x="33" y="13"/>
                    </a:lnTo>
                    <a:lnTo>
                      <a:pt x="33" y="9"/>
                    </a:lnTo>
                    <a:lnTo>
                      <a:pt x="28" y="6"/>
                    </a:lnTo>
                    <a:lnTo>
                      <a:pt x="23" y="3"/>
                    </a:lnTo>
                    <a:lnTo>
                      <a:pt x="18" y="3"/>
                    </a:lnTo>
                    <a:lnTo>
                      <a:pt x="18" y="0"/>
                    </a:lnTo>
                    <a:lnTo>
                      <a:pt x="14" y="0"/>
                    </a:lnTo>
                    <a:lnTo>
                      <a:pt x="9" y="3"/>
                    </a:lnTo>
                    <a:lnTo>
                      <a:pt x="4" y="6"/>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29" name="Line 200"/>
              <p:cNvSpPr/>
              <p:nvPr/>
            </p:nvSpPr>
            <p:spPr>
              <a:xfrm>
                <a:off x="3773" y="954"/>
                <a:ext cx="9" cy="1"/>
              </a:xfrm>
              <a:prstGeom prst="line">
                <a:avLst/>
              </a:prstGeom>
              <a:ln w="12700" cap="flat" cmpd="sng">
                <a:solidFill>
                  <a:schemeClr val="tx1"/>
                </a:solidFill>
                <a:prstDash val="solid"/>
                <a:headEnd type="none" w="med" len="med"/>
                <a:tailEnd type="none" w="med" len="med"/>
              </a:ln>
            </p:spPr>
          </p:sp>
          <p:sp>
            <p:nvSpPr>
              <p:cNvPr id="48330" name="Line 201"/>
              <p:cNvSpPr/>
              <p:nvPr/>
            </p:nvSpPr>
            <p:spPr>
              <a:xfrm>
                <a:off x="3773" y="950"/>
                <a:ext cx="9" cy="2"/>
              </a:xfrm>
              <a:prstGeom prst="line">
                <a:avLst/>
              </a:prstGeom>
              <a:ln w="12700" cap="flat" cmpd="sng">
                <a:solidFill>
                  <a:schemeClr val="tx1"/>
                </a:solidFill>
                <a:prstDash val="solid"/>
                <a:headEnd type="none" w="med" len="med"/>
                <a:tailEnd type="none" w="med" len="med"/>
              </a:ln>
            </p:spPr>
          </p:sp>
          <p:sp>
            <p:nvSpPr>
              <p:cNvPr id="48331" name="Freeform 202"/>
              <p:cNvSpPr/>
              <p:nvPr/>
            </p:nvSpPr>
            <p:spPr>
              <a:xfrm>
                <a:off x="3762" y="947"/>
                <a:ext cx="35" cy="24"/>
              </a:xfrm>
              <a:custGeom>
                <a:avLst/>
                <a:gdLst/>
                <a:ahLst/>
                <a:cxnLst>
                  <a:cxn ang="0">
                    <a:pos x="27" y="23"/>
                  </a:cxn>
                  <a:cxn ang="0">
                    <a:pos x="34" y="19"/>
                  </a:cxn>
                  <a:cxn ang="0">
                    <a:pos x="34" y="3"/>
                  </a:cxn>
                  <a:cxn ang="0">
                    <a:pos x="27" y="0"/>
                  </a:cxn>
                  <a:cxn ang="0">
                    <a:pos x="20" y="0"/>
                  </a:cxn>
                  <a:cxn ang="0">
                    <a:pos x="13" y="0"/>
                  </a:cxn>
                  <a:cxn ang="0">
                    <a:pos x="6" y="3"/>
                  </a:cxn>
                  <a:cxn ang="0">
                    <a:pos x="6" y="7"/>
                  </a:cxn>
                  <a:cxn ang="0">
                    <a:pos x="0" y="7"/>
                  </a:cxn>
                  <a:cxn ang="0">
                    <a:pos x="0" y="15"/>
                  </a:cxn>
                  <a:cxn ang="0">
                    <a:pos x="6" y="15"/>
                  </a:cxn>
                  <a:cxn ang="0">
                    <a:pos x="6" y="19"/>
                  </a:cxn>
                  <a:cxn ang="0">
                    <a:pos x="13" y="23"/>
                  </a:cxn>
                  <a:cxn ang="0">
                    <a:pos x="20" y="23"/>
                  </a:cxn>
                  <a:cxn ang="0">
                    <a:pos x="27" y="23"/>
                  </a:cxn>
                </a:cxnLst>
                <a:rect l="0" t="0" r="0" b="0"/>
                <a:pathLst>
                  <a:path w="35" h="24">
                    <a:moveTo>
                      <a:pt x="27" y="23"/>
                    </a:moveTo>
                    <a:lnTo>
                      <a:pt x="34" y="19"/>
                    </a:lnTo>
                    <a:lnTo>
                      <a:pt x="34" y="3"/>
                    </a:lnTo>
                    <a:lnTo>
                      <a:pt x="27" y="0"/>
                    </a:lnTo>
                    <a:lnTo>
                      <a:pt x="20" y="0"/>
                    </a:lnTo>
                    <a:lnTo>
                      <a:pt x="13" y="0"/>
                    </a:lnTo>
                    <a:lnTo>
                      <a:pt x="6" y="3"/>
                    </a:lnTo>
                    <a:lnTo>
                      <a:pt x="6" y="7"/>
                    </a:lnTo>
                    <a:lnTo>
                      <a:pt x="0" y="7"/>
                    </a:lnTo>
                    <a:lnTo>
                      <a:pt x="0" y="15"/>
                    </a:lnTo>
                    <a:lnTo>
                      <a:pt x="6" y="15"/>
                    </a:lnTo>
                    <a:lnTo>
                      <a:pt x="6" y="19"/>
                    </a:lnTo>
                    <a:lnTo>
                      <a:pt x="13" y="23"/>
                    </a:lnTo>
                    <a:lnTo>
                      <a:pt x="20" y="23"/>
                    </a:lnTo>
                    <a:lnTo>
                      <a:pt x="27"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32" name="Freeform 203"/>
              <p:cNvSpPr/>
              <p:nvPr/>
            </p:nvSpPr>
            <p:spPr>
              <a:xfrm>
                <a:off x="3766" y="947"/>
                <a:ext cx="33" cy="24"/>
              </a:xfrm>
              <a:custGeom>
                <a:avLst/>
                <a:gdLst/>
                <a:ahLst/>
                <a:cxnLst>
                  <a:cxn ang="0">
                    <a:pos x="2" y="1"/>
                  </a:cxn>
                  <a:cxn ang="0">
                    <a:pos x="32" y="11"/>
                  </a:cxn>
                  <a:cxn ang="0">
                    <a:pos x="30" y="23"/>
                  </a:cxn>
                  <a:cxn ang="0">
                    <a:pos x="0" y="11"/>
                  </a:cxn>
                  <a:cxn ang="0">
                    <a:pos x="2" y="0"/>
                  </a:cxn>
                  <a:cxn ang="0">
                    <a:pos x="2" y="1"/>
                  </a:cxn>
                </a:cxnLst>
                <a:rect l="0" t="0" r="0" b="0"/>
                <a:pathLst>
                  <a:path w="33" h="24">
                    <a:moveTo>
                      <a:pt x="2" y="1"/>
                    </a:moveTo>
                    <a:lnTo>
                      <a:pt x="32" y="11"/>
                    </a:lnTo>
                    <a:lnTo>
                      <a:pt x="30" y="23"/>
                    </a:lnTo>
                    <a:lnTo>
                      <a:pt x="0" y="11"/>
                    </a:lnTo>
                    <a:lnTo>
                      <a:pt x="2"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33" name="Freeform 204"/>
              <p:cNvSpPr/>
              <p:nvPr/>
            </p:nvSpPr>
            <p:spPr>
              <a:xfrm>
                <a:off x="3783" y="951"/>
                <a:ext cx="34" cy="23"/>
              </a:xfrm>
              <a:custGeom>
                <a:avLst/>
                <a:gdLst/>
                <a:ahLst/>
                <a:cxnLst>
                  <a:cxn ang="0">
                    <a:pos x="0" y="9"/>
                  </a:cxn>
                  <a:cxn ang="0">
                    <a:pos x="0" y="12"/>
                  </a:cxn>
                  <a:cxn ang="0">
                    <a:pos x="4" y="15"/>
                  </a:cxn>
                  <a:cxn ang="0">
                    <a:pos x="4" y="18"/>
                  </a:cxn>
                  <a:cxn ang="0">
                    <a:pos x="9" y="22"/>
                  </a:cxn>
                  <a:cxn ang="0">
                    <a:pos x="14" y="22"/>
                  </a:cxn>
                  <a:cxn ang="0">
                    <a:pos x="18" y="22"/>
                  </a:cxn>
                  <a:cxn ang="0">
                    <a:pos x="23" y="22"/>
                  </a:cxn>
                  <a:cxn ang="0">
                    <a:pos x="28" y="18"/>
                  </a:cxn>
                  <a:cxn ang="0">
                    <a:pos x="28" y="15"/>
                  </a:cxn>
                  <a:cxn ang="0">
                    <a:pos x="33" y="12"/>
                  </a:cxn>
                  <a:cxn ang="0">
                    <a:pos x="33" y="9"/>
                  </a:cxn>
                  <a:cxn ang="0">
                    <a:pos x="28" y="6"/>
                  </a:cxn>
                  <a:cxn ang="0">
                    <a:pos x="23" y="3"/>
                  </a:cxn>
                  <a:cxn ang="0">
                    <a:pos x="18" y="0"/>
                  </a:cxn>
                  <a:cxn ang="0">
                    <a:pos x="14" y="0"/>
                  </a:cxn>
                  <a:cxn ang="0">
                    <a:pos x="14" y="3"/>
                  </a:cxn>
                  <a:cxn ang="0">
                    <a:pos x="9" y="3"/>
                  </a:cxn>
                  <a:cxn ang="0">
                    <a:pos x="4" y="6"/>
                  </a:cxn>
                  <a:cxn ang="0">
                    <a:pos x="0" y="9"/>
                  </a:cxn>
                </a:cxnLst>
                <a:rect l="0" t="0" r="0" b="0"/>
                <a:pathLst>
                  <a:path w="34" h="23">
                    <a:moveTo>
                      <a:pt x="0" y="9"/>
                    </a:moveTo>
                    <a:lnTo>
                      <a:pt x="0" y="12"/>
                    </a:lnTo>
                    <a:lnTo>
                      <a:pt x="4" y="15"/>
                    </a:lnTo>
                    <a:lnTo>
                      <a:pt x="4" y="18"/>
                    </a:lnTo>
                    <a:lnTo>
                      <a:pt x="9" y="22"/>
                    </a:lnTo>
                    <a:lnTo>
                      <a:pt x="14" y="22"/>
                    </a:lnTo>
                    <a:lnTo>
                      <a:pt x="18" y="22"/>
                    </a:lnTo>
                    <a:lnTo>
                      <a:pt x="23" y="22"/>
                    </a:lnTo>
                    <a:lnTo>
                      <a:pt x="28" y="18"/>
                    </a:lnTo>
                    <a:lnTo>
                      <a:pt x="28" y="15"/>
                    </a:lnTo>
                    <a:lnTo>
                      <a:pt x="33" y="12"/>
                    </a:lnTo>
                    <a:lnTo>
                      <a:pt x="33" y="9"/>
                    </a:lnTo>
                    <a:lnTo>
                      <a:pt x="28" y="6"/>
                    </a:lnTo>
                    <a:lnTo>
                      <a:pt x="23" y="3"/>
                    </a:lnTo>
                    <a:lnTo>
                      <a:pt x="18" y="0"/>
                    </a:lnTo>
                    <a:lnTo>
                      <a:pt x="14" y="0"/>
                    </a:lnTo>
                    <a:lnTo>
                      <a:pt x="14" y="3"/>
                    </a:lnTo>
                    <a:lnTo>
                      <a:pt x="9" y="3"/>
                    </a:lnTo>
                    <a:lnTo>
                      <a:pt x="4"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34" name="Line 205"/>
              <p:cNvSpPr/>
              <p:nvPr/>
            </p:nvSpPr>
            <p:spPr>
              <a:xfrm>
                <a:off x="3760" y="967"/>
                <a:ext cx="10" cy="1"/>
              </a:xfrm>
              <a:prstGeom prst="line">
                <a:avLst/>
              </a:prstGeom>
              <a:ln w="12700" cap="flat" cmpd="sng">
                <a:solidFill>
                  <a:schemeClr val="tx1"/>
                </a:solidFill>
                <a:prstDash val="solid"/>
                <a:headEnd type="none" w="med" len="med"/>
                <a:tailEnd type="none" w="med" len="med"/>
              </a:ln>
            </p:spPr>
          </p:sp>
          <p:sp>
            <p:nvSpPr>
              <p:cNvPr id="48335" name="Line 206"/>
              <p:cNvSpPr/>
              <p:nvPr/>
            </p:nvSpPr>
            <p:spPr>
              <a:xfrm>
                <a:off x="3761" y="965"/>
                <a:ext cx="5" cy="3"/>
              </a:xfrm>
              <a:prstGeom prst="line">
                <a:avLst/>
              </a:prstGeom>
              <a:ln w="12700" cap="flat" cmpd="sng">
                <a:solidFill>
                  <a:schemeClr val="tx1"/>
                </a:solidFill>
                <a:prstDash val="solid"/>
                <a:headEnd type="none" w="med" len="med"/>
                <a:tailEnd type="none" w="med" len="med"/>
              </a:ln>
            </p:spPr>
          </p:sp>
          <p:sp>
            <p:nvSpPr>
              <p:cNvPr id="48336" name="Freeform 207"/>
              <p:cNvSpPr/>
              <p:nvPr/>
            </p:nvSpPr>
            <p:spPr>
              <a:xfrm>
                <a:off x="3749" y="962"/>
                <a:ext cx="36" cy="24"/>
              </a:xfrm>
              <a:custGeom>
                <a:avLst/>
                <a:gdLst/>
                <a:ahLst/>
                <a:cxnLst>
                  <a:cxn ang="0">
                    <a:pos x="21" y="23"/>
                  </a:cxn>
                  <a:cxn ang="0">
                    <a:pos x="28" y="23"/>
                  </a:cxn>
                  <a:cxn ang="0">
                    <a:pos x="28" y="19"/>
                  </a:cxn>
                  <a:cxn ang="0">
                    <a:pos x="35" y="16"/>
                  </a:cxn>
                  <a:cxn ang="0">
                    <a:pos x="35" y="3"/>
                  </a:cxn>
                  <a:cxn ang="0">
                    <a:pos x="28" y="0"/>
                  </a:cxn>
                  <a:cxn ang="0">
                    <a:pos x="21" y="0"/>
                  </a:cxn>
                  <a:cxn ang="0">
                    <a:pos x="14" y="0"/>
                  </a:cxn>
                  <a:cxn ang="0">
                    <a:pos x="7" y="3"/>
                  </a:cxn>
                  <a:cxn ang="0">
                    <a:pos x="7" y="6"/>
                  </a:cxn>
                  <a:cxn ang="0">
                    <a:pos x="0" y="6"/>
                  </a:cxn>
                  <a:cxn ang="0">
                    <a:pos x="0" y="9"/>
                  </a:cxn>
                  <a:cxn ang="0">
                    <a:pos x="7" y="13"/>
                  </a:cxn>
                  <a:cxn ang="0">
                    <a:pos x="7" y="16"/>
                  </a:cxn>
                  <a:cxn ang="0">
                    <a:pos x="14" y="19"/>
                  </a:cxn>
                  <a:cxn ang="0">
                    <a:pos x="21" y="23"/>
                  </a:cxn>
                </a:cxnLst>
                <a:rect l="0" t="0" r="0" b="0"/>
                <a:pathLst>
                  <a:path w="36" h="24">
                    <a:moveTo>
                      <a:pt x="21" y="23"/>
                    </a:moveTo>
                    <a:lnTo>
                      <a:pt x="28" y="23"/>
                    </a:lnTo>
                    <a:lnTo>
                      <a:pt x="28" y="19"/>
                    </a:lnTo>
                    <a:lnTo>
                      <a:pt x="35" y="16"/>
                    </a:lnTo>
                    <a:lnTo>
                      <a:pt x="35" y="3"/>
                    </a:lnTo>
                    <a:lnTo>
                      <a:pt x="28" y="0"/>
                    </a:lnTo>
                    <a:lnTo>
                      <a:pt x="21" y="0"/>
                    </a:lnTo>
                    <a:lnTo>
                      <a:pt x="14" y="0"/>
                    </a:lnTo>
                    <a:lnTo>
                      <a:pt x="7" y="3"/>
                    </a:lnTo>
                    <a:lnTo>
                      <a:pt x="7" y="6"/>
                    </a:lnTo>
                    <a:lnTo>
                      <a:pt x="0" y="6"/>
                    </a:lnTo>
                    <a:lnTo>
                      <a:pt x="0" y="9"/>
                    </a:lnTo>
                    <a:lnTo>
                      <a:pt x="7" y="13"/>
                    </a:lnTo>
                    <a:lnTo>
                      <a:pt x="7" y="16"/>
                    </a:lnTo>
                    <a:lnTo>
                      <a:pt x="14" y="19"/>
                    </a:lnTo>
                    <a:lnTo>
                      <a:pt x="21"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37" name="Freeform 208"/>
              <p:cNvSpPr/>
              <p:nvPr/>
            </p:nvSpPr>
            <p:spPr>
              <a:xfrm>
                <a:off x="3752" y="962"/>
                <a:ext cx="33" cy="24"/>
              </a:xfrm>
              <a:custGeom>
                <a:avLst/>
                <a:gdLst/>
                <a:ahLst/>
                <a:cxnLst>
                  <a:cxn ang="0">
                    <a:pos x="1" y="0"/>
                  </a:cxn>
                  <a:cxn ang="0">
                    <a:pos x="32" y="12"/>
                  </a:cxn>
                  <a:cxn ang="0">
                    <a:pos x="29" y="23"/>
                  </a:cxn>
                  <a:cxn ang="0">
                    <a:pos x="0" y="10"/>
                  </a:cxn>
                  <a:cxn ang="0">
                    <a:pos x="1" y="0"/>
                  </a:cxn>
                </a:cxnLst>
                <a:rect l="0" t="0" r="0" b="0"/>
                <a:pathLst>
                  <a:path w="33" h="24">
                    <a:moveTo>
                      <a:pt x="1" y="0"/>
                    </a:moveTo>
                    <a:lnTo>
                      <a:pt x="32" y="12"/>
                    </a:lnTo>
                    <a:lnTo>
                      <a:pt x="29" y="23"/>
                    </a:lnTo>
                    <a:lnTo>
                      <a:pt x="0" y="10"/>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38" name="Freeform 209"/>
              <p:cNvSpPr/>
              <p:nvPr/>
            </p:nvSpPr>
            <p:spPr>
              <a:xfrm>
                <a:off x="3768" y="967"/>
                <a:ext cx="36" cy="22"/>
              </a:xfrm>
              <a:custGeom>
                <a:avLst/>
                <a:gdLst/>
                <a:ahLst/>
                <a:cxnLst>
                  <a:cxn ang="0">
                    <a:pos x="0" y="10"/>
                  </a:cxn>
                  <a:cxn ang="0">
                    <a:pos x="5" y="14"/>
                  </a:cxn>
                  <a:cxn ang="0">
                    <a:pos x="10" y="17"/>
                  </a:cxn>
                  <a:cxn ang="0">
                    <a:pos x="15" y="21"/>
                  </a:cxn>
                  <a:cxn ang="0">
                    <a:pos x="20" y="21"/>
                  </a:cxn>
                  <a:cxn ang="0">
                    <a:pos x="25" y="17"/>
                  </a:cxn>
                  <a:cxn ang="0">
                    <a:pos x="30" y="14"/>
                  </a:cxn>
                  <a:cxn ang="0">
                    <a:pos x="35" y="10"/>
                  </a:cxn>
                  <a:cxn ang="0">
                    <a:pos x="35" y="7"/>
                  </a:cxn>
                  <a:cxn ang="0">
                    <a:pos x="30" y="7"/>
                  </a:cxn>
                  <a:cxn ang="0">
                    <a:pos x="30" y="3"/>
                  </a:cxn>
                  <a:cxn ang="0">
                    <a:pos x="25" y="0"/>
                  </a:cxn>
                  <a:cxn ang="0">
                    <a:pos x="20" y="0"/>
                  </a:cxn>
                  <a:cxn ang="0">
                    <a:pos x="15" y="0"/>
                  </a:cxn>
                  <a:cxn ang="0">
                    <a:pos x="10" y="0"/>
                  </a:cxn>
                  <a:cxn ang="0">
                    <a:pos x="5" y="3"/>
                  </a:cxn>
                  <a:cxn ang="0">
                    <a:pos x="5" y="7"/>
                  </a:cxn>
                  <a:cxn ang="0">
                    <a:pos x="0" y="7"/>
                  </a:cxn>
                  <a:cxn ang="0">
                    <a:pos x="0" y="10"/>
                  </a:cxn>
                </a:cxnLst>
                <a:rect l="0" t="0" r="0" b="0"/>
                <a:pathLst>
                  <a:path w="36" h="22">
                    <a:moveTo>
                      <a:pt x="0" y="10"/>
                    </a:moveTo>
                    <a:lnTo>
                      <a:pt x="5" y="14"/>
                    </a:lnTo>
                    <a:lnTo>
                      <a:pt x="10" y="17"/>
                    </a:lnTo>
                    <a:lnTo>
                      <a:pt x="15" y="21"/>
                    </a:lnTo>
                    <a:lnTo>
                      <a:pt x="20" y="21"/>
                    </a:lnTo>
                    <a:lnTo>
                      <a:pt x="25" y="17"/>
                    </a:lnTo>
                    <a:lnTo>
                      <a:pt x="30" y="14"/>
                    </a:lnTo>
                    <a:lnTo>
                      <a:pt x="35" y="10"/>
                    </a:lnTo>
                    <a:lnTo>
                      <a:pt x="35" y="7"/>
                    </a:lnTo>
                    <a:lnTo>
                      <a:pt x="30" y="7"/>
                    </a:lnTo>
                    <a:lnTo>
                      <a:pt x="30" y="3"/>
                    </a:lnTo>
                    <a:lnTo>
                      <a:pt x="25" y="0"/>
                    </a:lnTo>
                    <a:lnTo>
                      <a:pt x="20" y="0"/>
                    </a:lnTo>
                    <a:lnTo>
                      <a:pt x="15" y="0"/>
                    </a:lnTo>
                    <a:lnTo>
                      <a:pt x="10" y="0"/>
                    </a:lnTo>
                    <a:lnTo>
                      <a:pt x="5" y="3"/>
                    </a:lnTo>
                    <a:lnTo>
                      <a:pt x="5" y="7"/>
                    </a:lnTo>
                    <a:lnTo>
                      <a:pt x="0" y="7"/>
                    </a:lnTo>
                    <a:lnTo>
                      <a:pt x="0" y="1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39" name="Line 210"/>
              <p:cNvSpPr/>
              <p:nvPr/>
            </p:nvSpPr>
            <p:spPr>
              <a:xfrm>
                <a:off x="3723" y="974"/>
                <a:ext cx="13" cy="1"/>
              </a:xfrm>
              <a:prstGeom prst="line">
                <a:avLst/>
              </a:prstGeom>
              <a:ln w="12700" cap="flat" cmpd="sng">
                <a:solidFill>
                  <a:schemeClr val="tx1"/>
                </a:solidFill>
                <a:prstDash val="solid"/>
                <a:headEnd type="none" w="med" len="med"/>
                <a:tailEnd type="none" w="med" len="med"/>
              </a:ln>
            </p:spPr>
          </p:sp>
          <p:sp>
            <p:nvSpPr>
              <p:cNvPr id="48340" name="Line 211"/>
              <p:cNvSpPr/>
              <p:nvPr/>
            </p:nvSpPr>
            <p:spPr>
              <a:xfrm>
                <a:off x="3728" y="972"/>
                <a:ext cx="9" cy="1"/>
              </a:xfrm>
              <a:prstGeom prst="line">
                <a:avLst/>
              </a:prstGeom>
              <a:ln w="12700" cap="flat" cmpd="sng">
                <a:solidFill>
                  <a:schemeClr val="tx1"/>
                </a:solidFill>
                <a:prstDash val="solid"/>
                <a:headEnd type="none" w="med" len="med"/>
                <a:tailEnd type="none" w="med" len="med"/>
              </a:ln>
            </p:spPr>
          </p:sp>
          <p:sp>
            <p:nvSpPr>
              <p:cNvPr id="48341" name="Freeform 212"/>
              <p:cNvSpPr/>
              <p:nvPr/>
            </p:nvSpPr>
            <p:spPr>
              <a:xfrm>
                <a:off x="3718" y="971"/>
                <a:ext cx="36" cy="24"/>
              </a:xfrm>
              <a:custGeom>
                <a:avLst/>
                <a:gdLst/>
                <a:ahLst/>
                <a:cxnLst>
                  <a:cxn ang="0">
                    <a:pos x="26" y="23"/>
                  </a:cxn>
                  <a:cxn ang="0">
                    <a:pos x="26" y="19"/>
                  </a:cxn>
                  <a:cxn ang="0">
                    <a:pos x="35" y="19"/>
                  </a:cxn>
                  <a:cxn ang="0">
                    <a:pos x="35" y="3"/>
                  </a:cxn>
                  <a:cxn ang="0">
                    <a:pos x="26" y="3"/>
                  </a:cxn>
                  <a:cxn ang="0">
                    <a:pos x="26" y="0"/>
                  </a:cxn>
                  <a:cxn ang="0">
                    <a:pos x="17" y="0"/>
                  </a:cxn>
                  <a:cxn ang="0">
                    <a:pos x="17" y="3"/>
                  </a:cxn>
                  <a:cxn ang="0">
                    <a:pos x="8" y="3"/>
                  </a:cxn>
                  <a:cxn ang="0">
                    <a:pos x="0" y="6"/>
                  </a:cxn>
                  <a:cxn ang="0">
                    <a:pos x="0" y="9"/>
                  </a:cxn>
                  <a:cxn ang="0">
                    <a:pos x="0" y="13"/>
                  </a:cxn>
                  <a:cxn ang="0">
                    <a:pos x="0" y="16"/>
                  </a:cxn>
                  <a:cxn ang="0">
                    <a:pos x="8" y="19"/>
                  </a:cxn>
                  <a:cxn ang="0">
                    <a:pos x="17" y="19"/>
                  </a:cxn>
                  <a:cxn ang="0">
                    <a:pos x="17" y="23"/>
                  </a:cxn>
                  <a:cxn ang="0">
                    <a:pos x="26" y="23"/>
                  </a:cxn>
                </a:cxnLst>
                <a:rect l="0" t="0" r="0" b="0"/>
                <a:pathLst>
                  <a:path w="36" h="24">
                    <a:moveTo>
                      <a:pt x="26" y="23"/>
                    </a:moveTo>
                    <a:lnTo>
                      <a:pt x="26" y="19"/>
                    </a:lnTo>
                    <a:lnTo>
                      <a:pt x="35" y="19"/>
                    </a:lnTo>
                    <a:lnTo>
                      <a:pt x="35" y="3"/>
                    </a:lnTo>
                    <a:lnTo>
                      <a:pt x="26" y="3"/>
                    </a:lnTo>
                    <a:lnTo>
                      <a:pt x="26" y="0"/>
                    </a:lnTo>
                    <a:lnTo>
                      <a:pt x="17" y="0"/>
                    </a:lnTo>
                    <a:lnTo>
                      <a:pt x="17" y="3"/>
                    </a:lnTo>
                    <a:lnTo>
                      <a:pt x="8" y="3"/>
                    </a:lnTo>
                    <a:lnTo>
                      <a:pt x="0" y="6"/>
                    </a:lnTo>
                    <a:lnTo>
                      <a:pt x="0" y="9"/>
                    </a:lnTo>
                    <a:lnTo>
                      <a:pt x="0" y="13"/>
                    </a:lnTo>
                    <a:lnTo>
                      <a:pt x="0" y="16"/>
                    </a:lnTo>
                    <a:lnTo>
                      <a:pt x="8" y="19"/>
                    </a:lnTo>
                    <a:lnTo>
                      <a:pt x="17" y="19"/>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42" name="Freeform 213"/>
              <p:cNvSpPr/>
              <p:nvPr/>
            </p:nvSpPr>
            <p:spPr>
              <a:xfrm>
                <a:off x="3718" y="971"/>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43" name="Freeform 214"/>
              <p:cNvSpPr/>
              <p:nvPr/>
            </p:nvSpPr>
            <p:spPr>
              <a:xfrm>
                <a:off x="3737" y="971"/>
                <a:ext cx="35" cy="24"/>
              </a:xfrm>
              <a:custGeom>
                <a:avLst/>
                <a:gdLst/>
                <a:ahLst/>
                <a:cxnLst>
                  <a:cxn ang="0">
                    <a:pos x="0" y="9"/>
                  </a:cxn>
                  <a:cxn ang="0">
                    <a:pos x="0" y="13"/>
                  </a:cxn>
                  <a:cxn ang="0">
                    <a:pos x="0" y="16"/>
                  </a:cxn>
                  <a:cxn ang="0">
                    <a:pos x="5" y="19"/>
                  </a:cxn>
                  <a:cxn ang="0">
                    <a:pos x="11" y="19"/>
                  </a:cxn>
                  <a:cxn ang="0">
                    <a:pos x="11" y="23"/>
                  </a:cxn>
                  <a:cxn ang="0">
                    <a:pos x="17" y="23"/>
                  </a:cxn>
                  <a:cxn ang="0">
                    <a:pos x="28" y="16"/>
                  </a:cxn>
                  <a:cxn ang="0">
                    <a:pos x="34" y="13"/>
                  </a:cxn>
                  <a:cxn ang="0">
                    <a:pos x="34" y="6"/>
                  </a:cxn>
                  <a:cxn ang="0">
                    <a:pos x="17" y="0"/>
                  </a:cxn>
                  <a:cxn ang="0">
                    <a:pos x="11" y="0"/>
                  </a:cxn>
                  <a:cxn ang="0">
                    <a:pos x="5" y="0"/>
                  </a:cxn>
                  <a:cxn ang="0">
                    <a:pos x="0" y="3"/>
                  </a:cxn>
                  <a:cxn ang="0">
                    <a:pos x="0" y="6"/>
                  </a:cxn>
                  <a:cxn ang="0">
                    <a:pos x="0" y="9"/>
                  </a:cxn>
                </a:cxnLst>
                <a:rect l="0" t="0" r="0" b="0"/>
                <a:pathLst>
                  <a:path w="35" h="24">
                    <a:moveTo>
                      <a:pt x="0" y="9"/>
                    </a:moveTo>
                    <a:lnTo>
                      <a:pt x="0" y="13"/>
                    </a:lnTo>
                    <a:lnTo>
                      <a:pt x="0" y="16"/>
                    </a:lnTo>
                    <a:lnTo>
                      <a:pt x="5" y="19"/>
                    </a:lnTo>
                    <a:lnTo>
                      <a:pt x="11" y="19"/>
                    </a:lnTo>
                    <a:lnTo>
                      <a:pt x="11" y="23"/>
                    </a:lnTo>
                    <a:lnTo>
                      <a:pt x="17" y="23"/>
                    </a:lnTo>
                    <a:lnTo>
                      <a:pt x="28" y="16"/>
                    </a:lnTo>
                    <a:lnTo>
                      <a:pt x="34" y="13"/>
                    </a:lnTo>
                    <a:lnTo>
                      <a:pt x="34" y="6"/>
                    </a:lnTo>
                    <a:lnTo>
                      <a:pt x="17" y="0"/>
                    </a:lnTo>
                    <a:lnTo>
                      <a:pt x="11" y="0"/>
                    </a:lnTo>
                    <a:lnTo>
                      <a:pt x="5" y="0"/>
                    </a:lnTo>
                    <a:lnTo>
                      <a:pt x="0"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44" name="Line 215"/>
              <p:cNvSpPr/>
              <p:nvPr/>
            </p:nvSpPr>
            <p:spPr>
              <a:xfrm>
                <a:off x="3723" y="963"/>
                <a:ext cx="13" cy="1"/>
              </a:xfrm>
              <a:prstGeom prst="line">
                <a:avLst/>
              </a:prstGeom>
              <a:ln w="12700" cap="flat" cmpd="sng">
                <a:solidFill>
                  <a:schemeClr val="tx1"/>
                </a:solidFill>
                <a:prstDash val="solid"/>
                <a:headEnd type="none" w="med" len="med"/>
                <a:tailEnd type="none" w="med" len="med"/>
              </a:ln>
            </p:spPr>
          </p:sp>
          <p:sp>
            <p:nvSpPr>
              <p:cNvPr id="48345" name="Line 216"/>
              <p:cNvSpPr/>
              <p:nvPr/>
            </p:nvSpPr>
            <p:spPr>
              <a:xfrm>
                <a:off x="3728" y="959"/>
                <a:ext cx="9" cy="2"/>
              </a:xfrm>
              <a:prstGeom prst="line">
                <a:avLst/>
              </a:prstGeom>
              <a:ln w="12700" cap="flat" cmpd="sng">
                <a:solidFill>
                  <a:schemeClr val="tx1"/>
                </a:solidFill>
                <a:prstDash val="solid"/>
                <a:headEnd type="none" w="med" len="med"/>
                <a:tailEnd type="none" w="med" len="med"/>
              </a:ln>
            </p:spPr>
          </p:sp>
          <p:sp>
            <p:nvSpPr>
              <p:cNvPr id="48346" name="Freeform 217"/>
              <p:cNvSpPr/>
              <p:nvPr/>
            </p:nvSpPr>
            <p:spPr>
              <a:xfrm>
                <a:off x="3718" y="956"/>
                <a:ext cx="36" cy="24"/>
              </a:xfrm>
              <a:custGeom>
                <a:avLst/>
                <a:gdLst/>
                <a:ahLst/>
                <a:cxnLst>
                  <a:cxn ang="0">
                    <a:pos x="26" y="23"/>
                  </a:cxn>
                  <a:cxn ang="0">
                    <a:pos x="35" y="19"/>
                  </a:cxn>
                  <a:cxn ang="0">
                    <a:pos x="35" y="3"/>
                  </a:cxn>
                  <a:cxn ang="0">
                    <a:pos x="26" y="3"/>
                  </a:cxn>
                  <a:cxn ang="0">
                    <a:pos x="26" y="0"/>
                  </a:cxn>
                  <a:cxn ang="0">
                    <a:pos x="17" y="0"/>
                  </a:cxn>
                  <a:cxn ang="0">
                    <a:pos x="17" y="3"/>
                  </a:cxn>
                  <a:cxn ang="0">
                    <a:pos x="8" y="3"/>
                  </a:cxn>
                  <a:cxn ang="0">
                    <a:pos x="0" y="6"/>
                  </a:cxn>
                  <a:cxn ang="0">
                    <a:pos x="0" y="9"/>
                  </a:cxn>
                  <a:cxn ang="0">
                    <a:pos x="0" y="13"/>
                  </a:cxn>
                  <a:cxn ang="0">
                    <a:pos x="0" y="16"/>
                  </a:cxn>
                  <a:cxn ang="0">
                    <a:pos x="8" y="23"/>
                  </a:cxn>
                  <a:cxn ang="0">
                    <a:pos x="17" y="23"/>
                  </a:cxn>
                  <a:cxn ang="0">
                    <a:pos x="26" y="23"/>
                  </a:cxn>
                </a:cxnLst>
                <a:rect l="0" t="0" r="0" b="0"/>
                <a:pathLst>
                  <a:path w="36" h="24">
                    <a:moveTo>
                      <a:pt x="26" y="23"/>
                    </a:moveTo>
                    <a:lnTo>
                      <a:pt x="35" y="19"/>
                    </a:lnTo>
                    <a:lnTo>
                      <a:pt x="35" y="3"/>
                    </a:lnTo>
                    <a:lnTo>
                      <a:pt x="26" y="3"/>
                    </a:lnTo>
                    <a:lnTo>
                      <a:pt x="26" y="0"/>
                    </a:lnTo>
                    <a:lnTo>
                      <a:pt x="17" y="0"/>
                    </a:lnTo>
                    <a:lnTo>
                      <a:pt x="17" y="3"/>
                    </a:lnTo>
                    <a:lnTo>
                      <a:pt x="8" y="3"/>
                    </a:lnTo>
                    <a:lnTo>
                      <a:pt x="0" y="6"/>
                    </a:lnTo>
                    <a:lnTo>
                      <a:pt x="0" y="9"/>
                    </a:lnTo>
                    <a:lnTo>
                      <a:pt x="0" y="13"/>
                    </a:lnTo>
                    <a:lnTo>
                      <a:pt x="0" y="16"/>
                    </a:lnTo>
                    <a:lnTo>
                      <a:pt x="8" y="23"/>
                    </a:lnTo>
                    <a:lnTo>
                      <a:pt x="17"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47" name="Freeform 218"/>
              <p:cNvSpPr/>
              <p:nvPr/>
            </p:nvSpPr>
            <p:spPr>
              <a:xfrm>
                <a:off x="3718" y="956"/>
                <a:ext cx="36" cy="24"/>
              </a:xfrm>
              <a:custGeom>
                <a:avLst/>
                <a:gdLst/>
                <a:ahLst/>
                <a:cxnLst>
                  <a:cxn ang="0">
                    <a:pos x="2" y="0"/>
                  </a:cxn>
                  <a:cxn ang="0">
                    <a:pos x="35" y="11"/>
                  </a:cxn>
                  <a:cxn ang="0">
                    <a:pos x="33" y="23"/>
                  </a:cxn>
                  <a:cxn ang="0">
                    <a:pos x="0" y="11"/>
                  </a:cxn>
                  <a:cxn ang="0">
                    <a:pos x="2" y="0"/>
                  </a:cxn>
                </a:cxnLst>
                <a:rect l="0" t="0" r="0" b="0"/>
                <a:pathLst>
                  <a:path w="36" h="24">
                    <a:moveTo>
                      <a:pt x="2" y="0"/>
                    </a:moveTo>
                    <a:lnTo>
                      <a:pt x="35" y="11"/>
                    </a:lnTo>
                    <a:lnTo>
                      <a:pt x="33"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48" name="Freeform 219"/>
              <p:cNvSpPr/>
              <p:nvPr/>
            </p:nvSpPr>
            <p:spPr>
              <a:xfrm>
                <a:off x="3737" y="960"/>
                <a:ext cx="35" cy="24"/>
              </a:xfrm>
              <a:custGeom>
                <a:avLst/>
                <a:gdLst/>
                <a:ahLst/>
                <a:cxnLst>
                  <a:cxn ang="0">
                    <a:pos x="0" y="9"/>
                  </a:cxn>
                  <a:cxn ang="0">
                    <a:pos x="0" y="13"/>
                  </a:cxn>
                  <a:cxn ang="0">
                    <a:pos x="0" y="16"/>
                  </a:cxn>
                  <a:cxn ang="0">
                    <a:pos x="5" y="19"/>
                  </a:cxn>
                  <a:cxn ang="0">
                    <a:pos x="11" y="19"/>
                  </a:cxn>
                  <a:cxn ang="0">
                    <a:pos x="11" y="23"/>
                  </a:cxn>
                  <a:cxn ang="0">
                    <a:pos x="17" y="23"/>
                  </a:cxn>
                  <a:cxn ang="0">
                    <a:pos x="34" y="13"/>
                  </a:cxn>
                  <a:cxn ang="0">
                    <a:pos x="34" y="6"/>
                  </a:cxn>
                  <a:cxn ang="0">
                    <a:pos x="17" y="0"/>
                  </a:cxn>
                  <a:cxn ang="0">
                    <a:pos x="11" y="0"/>
                  </a:cxn>
                  <a:cxn ang="0">
                    <a:pos x="11" y="3"/>
                  </a:cxn>
                  <a:cxn ang="0">
                    <a:pos x="5" y="3"/>
                  </a:cxn>
                  <a:cxn ang="0">
                    <a:pos x="0" y="6"/>
                  </a:cxn>
                  <a:cxn ang="0">
                    <a:pos x="0" y="9"/>
                  </a:cxn>
                </a:cxnLst>
                <a:rect l="0" t="0" r="0" b="0"/>
                <a:pathLst>
                  <a:path w="35" h="24">
                    <a:moveTo>
                      <a:pt x="0" y="9"/>
                    </a:moveTo>
                    <a:lnTo>
                      <a:pt x="0" y="13"/>
                    </a:lnTo>
                    <a:lnTo>
                      <a:pt x="0" y="16"/>
                    </a:lnTo>
                    <a:lnTo>
                      <a:pt x="5" y="19"/>
                    </a:lnTo>
                    <a:lnTo>
                      <a:pt x="11" y="19"/>
                    </a:lnTo>
                    <a:lnTo>
                      <a:pt x="11" y="23"/>
                    </a:lnTo>
                    <a:lnTo>
                      <a:pt x="17" y="23"/>
                    </a:lnTo>
                    <a:lnTo>
                      <a:pt x="34" y="13"/>
                    </a:lnTo>
                    <a:lnTo>
                      <a:pt x="34" y="6"/>
                    </a:lnTo>
                    <a:lnTo>
                      <a:pt x="17" y="0"/>
                    </a:lnTo>
                    <a:lnTo>
                      <a:pt x="11" y="0"/>
                    </a:lnTo>
                    <a:lnTo>
                      <a:pt x="11" y="3"/>
                    </a:lnTo>
                    <a:lnTo>
                      <a:pt x="5"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49" name="Line 220"/>
              <p:cNvSpPr/>
              <p:nvPr/>
            </p:nvSpPr>
            <p:spPr>
              <a:xfrm>
                <a:off x="3708" y="954"/>
                <a:ext cx="6" cy="1"/>
              </a:xfrm>
              <a:prstGeom prst="line">
                <a:avLst/>
              </a:prstGeom>
              <a:ln w="12700" cap="flat" cmpd="sng">
                <a:solidFill>
                  <a:schemeClr val="tx1"/>
                </a:solidFill>
                <a:prstDash val="solid"/>
                <a:headEnd type="none" w="med" len="med"/>
                <a:tailEnd type="none" w="med" len="med"/>
              </a:ln>
            </p:spPr>
          </p:sp>
          <p:sp>
            <p:nvSpPr>
              <p:cNvPr id="48350" name="Line 221"/>
              <p:cNvSpPr/>
              <p:nvPr/>
            </p:nvSpPr>
            <p:spPr>
              <a:xfrm>
                <a:off x="3705" y="950"/>
                <a:ext cx="12" cy="2"/>
              </a:xfrm>
              <a:prstGeom prst="line">
                <a:avLst/>
              </a:prstGeom>
              <a:ln w="12700" cap="flat" cmpd="sng">
                <a:solidFill>
                  <a:schemeClr val="tx1"/>
                </a:solidFill>
                <a:prstDash val="solid"/>
                <a:headEnd type="none" w="med" len="med"/>
                <a:tailEnd type="none" w="med" len="med"/>
              </a:ln>
            </p:spPr>
          </p:sp>
          <p:sp>
            <p:nvSpPr>
              <p:cNvPr id="48351" name="Freeform 222"/>
              <p:cNvSpPr/>
              <p:nvPr/>
            </p:nvSpPr>
            <p:spPr>
              <a:xfrm>
                <a:off x="3696" y="947"/>
                <a:ext cx="34" cy="24"/>
              </a:xfrm>
              <a:custGeom>
                <a:avLst/>
                <a:gdLst/>
                <a:ahLst/>
                <a:cxnLst>
                  <a:cxn ang="0">
                    <a:pos x="26" y="23"/>
                  </a:cxn>
                  <a:cxn ang="0">
                    <a:pos x="26" y="19"/>
                  </a:cxn>
                  <a:cxn ang="0">
                    <a:pos x="33" y="19"/>
                  </a:cxn>
                  <a:cxn ang="0">
                    <a:pos x="33" y="3"/>
                  </a:cxn>
                  <a:cxn ang="0">
                    <a:pos x="26" y="3"/>
                  </a:cxn>
                  <a:cxn ang="0">
                    <a:pos x="26" y="0"/>
                  </a:cxn>
                  <a:cxn ang="0">
                    <a:pos x="19" y="0"/>
                  </a:cxn>
                  <a:cxn ang="0">
                    <a:pos x="19" y="3"/>
                  </a:cxn>
                  <a:cxn ang="0">
                    <a:pos x="13" y="3"/>
                  </a:cxn>
                  <a:cxn ang="0">
                    <a:pos x="6" y="6"/>
                  </a:cxn>
                  <a:cxn ang="0">
                    <a:pos x="6" y="9"/>
                  </a:cxn>
                  <a:cxn ang="0">
                    <a:pos x="0" y="9"/>
                  </a:cxn>
                  <a:cxn ang="0">
                    <a:pos x="0" y="13"/>
                  </a:cxn>
                  <a:cxn ang="0">
                    <a:pos x="6" y="16"/>
                  </a:cxn>
                  <a:cxn ang="0">
                    <a:pos x="13" y="19"/>
                  </a:cxn>
                  <a:cxn ang="0">
                    <a:pos x="19" y="19"/>
                  </a:cxn>
                  <a:cxn ang="0">
                    <a:pos x="19" y="23"/>
                  </a:cxn>
                  <a:cxn ang="0">
                    <a:pos x="26" y="23"/>
                  </a:cxn>
                </a:cxnLst>
                <a:rect l="0" t="0" r="0" b="0"/>
                <a:pathLst>
                  <a:path w="34" h="24">
                    <a:moveTo>
                      <a:pt x="26" y="23"/>
                    </a:moveTo>
                    <a:lnTo>
                      <a:pt x="26" y="19"/>
                    </a:lnTo>
                    <a:lnTo>
                      <a:pt x="33" y="19"/>
                    </a:lnTo>
                    <a:lnTo>
                      <a:pt x="33" y="3"/>
                    </a:lnTo>
                    <a:lnTo>
                      <a:pt x="26" y="3"/>
                    </a:lnTo>
                    <a:lnTo>
                      <a:pt x="26" y="0"/>
                    </a:lnTo>
                    <a:lnTo>
                      <a:pt x="19" y="0"/>
                    </a:lnTo>
                    <a:lnTo>
                      <a:pt x="19" y="3"/>
                    </a:lnTo>
                    <a:lnTo>
                      <a:pt x="13" y="3"/>
                    </a:lnTo>
                    <a:lnTo>
                      <a:pt x="6" y="6"/>
                    </a:lnTo>
                    <a:lnTo>
                      <a:pt x="6" y="9"/>
                    </a:lnTo>
                    <a:lnTo>
                      <a:pt x="0" y="9"/>
                    </a:lnTo>
                    <a:lnTo>
                      <a:pt x="0" y="13"/>
                    </a:lnTo>
                    <a:lnTo>
                      <a:pt x="6" y="16"/>
                    </a:lnTo>
                    <a:lnTo>
                      <a:pt x="13" y="19"/>
                    </a:lnTo>
                    <a:lnTo>
                      <a:pt x="19" y="19"/>
                    </a:lnTo>
                    <a:lnTo>
                      <a:pt x="19" y="23"/>
                    </a:lnTo>
                    <a:lnTo>
                      <a:pt x="26"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52" name="Freeform 223"/>
              <p:cNvSpPr/>
              <p:nvPr/>
            </p:nvSpPr>
            <p:spPr>
              <a:xfrm>
                <a:off x="3701" y="947"/>
                <a:ext cx="34" cy="24"/>
              </a:xfrm>
              <a:custGeom>
                <a:avLst/>
                <a:gdLst/>
                <a:ahLst/>
                <a:cxnLst>
                  <a:cxn ang="0">
                    <a:pos x="1" y="0"/>
                  </a:cxn>
                  <a:cxn ang="0">
                    <a:pos x="33" y="11"/>
                  </a:cxn>
                  <a:cxn ang="0">
                    <a:pos x="31" y="23"/>
                  </a:cxn>
                  <a:cxn ang="0">
                    <a:pos x="0" y="11"/>
                  </a:cxn>
                  <a:cxn ang="0">
                    <a:pos x="1" y="0"/>
                  </a:cxn>
                </a:cxnLst>
                <a:rect l="0" t="0" r="0" b="0"/>
                <a:pathLst>
                  <a:path w="34" h="24">
                    <a:moveTo>
                      <a:pt x="1" y="0"/>
                    </a:moveTo>
                    <a:lnTo>
                      <a:pt x="33" y="11"/>
                    </a:lnTo>
                    <a:lnTo>
                      <a:pt x="31" y="23"/>
                    </a:lnTo>
                    <a:lnTo>
                      <a:pt x="0" y="11"/>
                    </a:lnTo>
                    <a:lnTo>
                      <a:pt x="1"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53" name="Freeform 224"/>
              <p:cNvSpPr/>
              <p:nvPr/>
            </p:nvSpPr>
            <p:spPr>
              <a:xfrm>
                <a:off x="3718" y="951"/>
                <a:ext cx="36" cy="23"/>
              </a:xfrm>
              <a:custGeom>
                <a:avLst/>
                <a:gdLst/>
                <a:ahLst/>
                <a:cxnLst>
                  <a:cxn ang="0">
                    <a:pos x="0" y="9"/>
                  </a:cxn>
                  <a:cxn ang="0">
                    <a:pos x="0" y="12"/>
                  </a:cxn>
                  <a:cxn ang="0">
                    <a:pos x="0" y="15"/>
                  </a:cxn>
                  <a:cxn ang="0">
                    <a:pos x="5" y="18"/>
                  </a:cxn>
                  <a:cxn ang="0">
                    <a:pos x="11" y="18"/>
                  </a:cxn>
                  <a:cxn ang="0">
                    <a:pos x="11" y="22"/>
                  </a:cxn>
                  <a:cxn ang="0">
                    <a:pos x="17" y="22"/>
                  </a:cxn>
                  <a:cxn ang="0">
                    <a:pos x="23" y="18"/>
                  </a:cxn>
                  <a:cxn ang="0">
                    <a:pos x="29" y="15"/>
                  </a:cxn>
                  <a:cxn ang="0">
                    <a:pos x="29" y="12"/>
                  </a:cxn>
                  <a:cxn ang="0">
                    <a:pos x="35" y="12"/>
                  </a:cxn>
                  <a:cxn ang="0">
                    <a:pos x="35" y="9"/>
                  </a:cxn>
                  <a:cxn ang="0">
                    <a:pos x="29" y="6"/>
                  </a:cxn>
                  <a:cxn ang="0">
                    <a:pos x="29" y="3"/>
                  </a:cxn>
                  <a:cxn ang="0">
                    <a:pos x="23" y="0"/>
                  </a:cxn>
                  <a:cxn ang="0">
                    <a:pos x="17" y="0"/>
                  </a:cxn>
                  <a:cxn ang="0">
                    <a:pos x="11" y="0"/>
                  </a:cxn>
                  <a:cxn ang="0">
                    <a:pos x="5" y="0"/>
                  </a:cxn>
                  <a:cxn ang="0">
                    <a:pos x="0" y="3"/>
                  </a:cxn>
                  <a:cxn ang="0">
                    <a:pos x="0" y="6"/>
                  </a:cxn>
                  <a:cxn ang="0">
                    <a:pos x="0" y="9"/>
                  </a:cxn>
                </a:cxnLst>
                <a:rect l="0" t="0" r="0" b="0"/>
                <a:pathLst>
                  <a:path w="36" h="23">
                    <a:moveTo>
                      <a:pt x="0" y="9"/>
                    </a:moveTo>
                    <a:lnTo>
                      <a:pt x="0" y="12"/>
                    </a:lnTo>
                    <a:lnTo>
                      <a:pt x="0" y="15"/>
                    </a:lnTo>
                    <a:lnTo>
                      <a:pt x="5" y="18"/>
                    </a:lnTo>
                    <a:lnTo>
                      <a:pt x="11" y="18"/>
                    </a:lnTo>
                    <a:lnTo>
                      <a:pt x="11" y="22"/>
                    </a:lnTo>
                    <a:lnTo>
                      <a:pt x="17" y="22"/>
                    </a:lnTo>
                    <a:lnTo>
                      <a:pt x="23" y="18"/>
                    </a:lnTo>
                    <a:lnTo>
                      <a:pt x="29" y="15"/>
                    </a:lnTo>
                    <a:lnTo>
                      <a:pt x="29" y="12"/>
                    </a:lnTo>
                    <a:lnTo>
                      <a:pt x="35" y="12"/>
                    </a:lnTo>
                    <a:lnTo>
                      <a:pt x="35" y="9"/>
                    </a:lnTo>
                    <a:lnTo>
                      <a:pt x="29" y="6"/>
                    </a:lnTo>
                    <a:lnTo>
                      <a:pt x="29" y="3"/>
                    </a:lnTo>
                    <a:lnTo>
                      <a:pt x="23" y="0"/>
                    </a:lnTo>
                    <a:lnTo>
                      <a:pt x="17" y="0"/>
                    </a:lnTo>
                    <a:lnTo>
                      <a:pt x="11" y="0"/>
                    </a:lnTo>
                    <a:lnTo>
                      <a:pt x="5" y="0"/>
                    </a:lnTo>
                    <a:lnTo>
                      <a:pt x="0"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54" name="Line 225"/>
              <p:cNvSpPr/>
              <p:nvPr/>
            </p:nvSpPr>
            <p:spPr>
              <a:xfrm>
                <a:off x="3743" y="954"/>
                <a:ext cx="10" cy="1"/>
              </a:xfrm>
              <a:prstGeom prst="line">
                <a:avLst/>
              </a:prstGeom>
              <a:ln w="12700" cap="flat" cmpd="sng">
                <a:solidFill>
                  <a:schemeClr val="tx1"/>
                </a:solidFill>
                <a:prstDash val="solid"/>
                <a:headEnd type="none" w="med" len="med"/>
                <a:tailEnd type="none" w="med" len="med"/>
              </a:ln>
            </p:spPr>
          </p:sp>
          <p:sp>
            <p:nvSpPr>
              <p:cNvPr id="48355" name="Line 226"/>
              <p:cNvSpPr/>
              <p:nvPr/>
            </p:nvSpPr>
            <p:spPr>
              <a:xfrm>
                <a:off x="3743" y="950"/>
                <a:ext cx="12" cy="2"/>
              </a:xfrm>
              <a:prstGeom prst="line">
                <a:avLst/>
              </a:prstGeom>
              <a:ln w="12700" cap="flat" cmpd="sng">
                <a:solidFill>
                  <a:schemeClr val="tx1"/>
                </a:solidFill>
                <a:prstDash val="solid"/>
                <a:headEnd type="none" w="med" len="med"/>
                <a:tailEnd type="none" w="med" len="med"/>
              </a:ln>
            </p:spPr>
          </p:sp>
          <p:sp>
            <p:nvSpPr>
              <p:cNvPr id="48356" name="Freeform 227"/>
              <p:cNvSpPr/>
              <p:nvPr/>
            </p:nvSpPr>
            <p:spPr>
              <a:xfrm>
                <a:off x="3737" y="947"/>
                <a:ext cx="35" cy="24"/>
              </a:xfrm>
              <a:custGeom>
                <a:avLst/>
                <a:gdLst/>
                <a:ahLst/>
                <a:cxnLst>
                  <a:cxn ang="0">
                    <a:pos x="25" y="23"/>
                  </a:cxn>
                  <a:cxn ang="0">
                    <a:pos x="34" y="23"/>
                  </a:cxn>
                  <a:cxn ang="0">
                    <a:pos x="34" y="19"/>
                  </a:cxn>
                  <a:cxn ang="0">
                    <a:pos x="34" y="3"/>
                  </a:cxn>
                  <a:cxn ang="0">
                    <a:pos x="34" y="0"/>
                  </a:cxn>
                  <a:cxn ang="0">
                    <a:pos x="25" y="0"/>
                  </a:cxn>
                  <a:cxn ang="0">
                    <a:pos x="17" y="3"/>
                  </a:cxn>
                  <a:cxn ang="0">
                    <a:pos x="8" y="6"/>
                  </a:cxn>
                  <a:cxn ang="0">
                    <a:pos x="0" y="9"/>
                  </a:cxn>
                  <a:cxn ang="0">
                    <a:pos x="0" y="13"/>
                  </a:cxn>
                  <a:cxn ang="0">
                    <a:pos x="8" y="16"/>
                  </a:cxn>
                  <a:cxn ang="0">
                    <a:pos x="17" y="19"/>
                  </a:cxn>
                  <a:cxn ang="0">
                    <a:pos x="25" y="23"/>
                  </a:cxn>
                </a:cxnLst>
                <a:rect l="0" t="0" r="0" b="0"/>
                <a:pathLst>
                  <a:path w="35" h="24">
                    <a:moveTo>
                      <a:pt x="25" y="23"/>
                    </a:moveTo>
                    <a:lnTo>
                      <a:pt x="34" y="23"/>
                    </a:lnTo>
                    <a:lnTo>
                      <a:pt x="34" y="19"/>
                    </a:lnTo>
                    <a:lnTo>
                      <a:pt x="34" y="3"/>
                    </a:lnTo>
                    <a:lnTo>
                      <a:pt x="34" y="0"/>
                    </a:lnTo>
                    <a:lnTo>
                      <a:pt x="25" y="0"/>
                    </a:lnTo>
                    <a:lnTo>
                      <a:pt x="17" y="3"/>
                    </a:lnTo>
                    <a:lnTo>
                      <a:pt x="8" y="6"/>
                    </a:lnTo>
                    <a:lnTo>
                      <a:pt x="0" y="9"/>
                    </a:lnTo>
                    <a:lnTo>
                      <a:pt x="0" y="13"/>
                    </a:lnTo>
                    <a:lnTo>
                      <a:pt x="8" y="16"/>
                    </a:lnTo>
                    <a:lnTo>
                      <a:pt x="17" y="19"/>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57" name="Freeform 228"/>
              <p:cNvSpPr/>
              <p:nvPr/>
            </p:nvSpPr>
            <p:spPr>
              <a:xfrm>
                <a:off x="3737" y="947"/>
                <a:ext cx="37" cy="24"/>
              </a:xfrm>
              <a:custGeom>
                <a:avLst/>
                <a:gdLst/>
                <a:ahLst/>
                <a:cxnLst>
                  <a:cxn ang="0">
                    <a:pos x="2" y="0"/>
                  </a:cxn>
                  <a:cxn ang="0">
                    <a:pos x="36" y="11"/>
                  </a:cxn>
                  <a:cxn ang="0">
                    <a:pos x="34" y="23"/>
                  </a:cxn>
                  <a:cxn ang="0">
                    <a:pos x="0" y="11"/>
                  </a:cxn>
                  <a:cxn ang="0">
                    <a:pos x="2" y="0"/>
                  </a:cxn>
                </a:cxnLst>
                <a:rect l="0" t="0" r="0" b="0"/>
                <a:pathLst>
                  <a:path w="37" h="24">
                    <a:moveTo>
                      <a:pt x="2" y="0"/>
                    </a:moveTo>
                    <a:lnTo>
                      <a:pt x="36" y="11"/>
                    </a:lnTo>
                    <a:lnTo>
                      <a:pt x="34" y="23"/>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58" name="Freeform 229"/>
              <p:cNvSpPr/>
              <p:nvPr/>
            </p:nvSpPr>
            <p:spPr>
              <a:xfrm>
                <a:off x="3758" y="951"/>
                <a:ext cx="34" cy="23"/>
              </a:xfrm>
              <a:custGeom>
                <a:avLst/>
                <a:gdLst/>
                <a:ahLst/>
                <a:cxnLst>
                  <a:cxn ang="0">
                    <a:pos x="0" y="9"/>
                  </a:cxn>
                  <a:cxn ang="0">
                    <a:pos x="0" y="12"/>
                  </a:cxn>
                  <a:cxn ang="0">
                    <a:pos x="4" y="12"/>
                  </a:cxn>
                  <a:cxn ang="0">
                    <a:pos x="4" y="15"/>
                  </a:cxn>
                  <a:cxn ang="0">
                    <a:pos x="9" y="18"/>
                  </a:cxn>
                  <a:cxn ang="0">
                    <a:pos x="14" y="22"/>
                  </a:cxn>
                  <a:cxn ang="0">
                    <a:pos x="18" y="22"/>
                  </a:cxn>
                  <a:cxn ang="0">
                    <a:pos x="23" y="18"/>
                  </a:cxn>
                  <a:cxn ang="0">
                    <a:pos x="28" y="15"/>
                  </a:cxn>
                  <a:cxn ang="0">
                    <a:pos x="28" y="12"/>
                  </a:cxn>
                  <a:cxn ang="0">
                    <a:pos x="33" y="12"/>
                  </a:cxn>
                  <a:cxn ang="0">
                    <a:pos x="33" y="6"/>
                  </a:cxn>
                  <a:cxn ang="0">
                    <a:pos x="28" y="6"/>
                  </a:cxn>
                  <a:cxn ang="0">
                    <a:pos x="28" y="3"/>
                  </a:cxn>
                  <a:cxn ang="0">
                    <a:pos x="23" y="0"/>
                  </a:cxn>
                  <a:cxn ang="0">
                    <a:pos x="18" y="0"/>
                  </a:cxn>
                  <a:cxn ang="0">
                    <a:pos x="14" y="0"/>
                  </a:cxn>
                  <a:cxn ang="0">
                    <a:pos x="9" y="0"/>
                  </a:cxn>
                  <a:cxn ang="0">
                    <a:pos x="4" y="3"/>
                  </a:cxn>
                  <a:cxn ang="0">
                    <a:pos x="4" y="6"/>
                  </a:cxn>
                  <a:cxn ang="0">
                    <a:pos x="0" y="6"/>
                  </a:cxn>
                  <a:cxn ang="0">
                    <a:pos x="0" y="9"/>
                  </a:cxn>
                </a:cxnLst>
                <a:rect l="0" t="0" r="0" b="0"/>
                <a:pathLst>
                  <a:path w="34" h="23">
                    <a:moveTo>
                      <a:pt x="0" y="9"/>
                    </a:moveTo>
                    <a:lnTo>
                      <a:pt x="0" y="12"/>
                    </a:lnTo>
                    <a:lnTo>
                      <a:pt x="4" y="12"/>
                    </a:lnTo>
                    <a:lnTo>
                      <a:pt x="4" y="15"/>
                    </a:lnTo>
                    <a:lnTo>
                      <a:pt x="9" y="18"/>
                    </a:lnTo>
                    <a:lnTo>
                      <a:pt x="14" y="22"/>
                    </a:lnTo>
                    <a:lnTo>
                      <a:pt x="18" y="22"/>
                    </a:lnTo>
                    <a:lnTo>
                      <a:pt x="23" y="18"/>
                    </a:lnTo>
                    <a:lnTo>
                      <a:pt x="28" y="15"/>
                    </a:lnTo>
                    <a:lnTo>
                      <a:pt x="28" y="12"/>
                    </a:lnTo>
                    <a:lnTo>
                      <a:pt x="33" y="12"/>
                    </a:lnTo>
                    <a:lnTo>
                      <a:pt x="33" y="6"/>
                    </a:lnTo>
                    <a:lnTo>
                      <a:pt x="28" y="6"/>
                    </a:lnTo>
                    <a:lnTo>
                      <a:pt x="28" y="3"/>
                    </a:lnTo>
                    <a:lnTo>
                      <a:pt x="23" y="0"/>
                    </a:lnTo>
                    <a:lnTo>
                      <a:pt x="18" y="0"/>
                    </a:lnTo>
                    <a:lnTo>
                      <a:pt x="14" y="0"/>
                    </a:lnTo>
                    <a:lnTo>
                      <a:pt x="9" y="0"/>
                    </a:lnTo>
                    <a:lnTo>
                      <a:pt x="4" y="3"/>
                    </a:lnTo>
                    <a:lnTo>
                      <a:pt x="4" y="6"/>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59" name="Line 230"/>
              <p:cNvSpPr/>
              <p:nvPr/>
            </p:nvSpPr>
            <p:spPr>
              <a:xfrm>
                <a:off x="3723" y="944"/>
                <a:ext cx="13" cy="1"/>
              </a:xfrm>
              <a:prstGeom prst="line">
                <a:avLst/>
              </a:prstGeom>
              <a:ln w="12700" cap="flat" cmpd="sng">
                <a:solidFill>
                  <a:schemeClr val="tx1"/>
                </a:solidFill>
                <a:prstDash val="solid"/>
                <a:headEnd type="none" w="med" len="med"/>
                <a:tailEnd type="none" w="med" len="med"/>
              </a:ln>
            </p:spPr>
          </p:sp>
          <p:sp>
            <p:nvSpPr>
              <p:cNvPr id="48360" name="Line 231"/>
              <p:cNvSpPr/>
              <p:nvPr/>
            </p:nvSpPr>
            <p:spPr>
              <a:xfrm>
                <a:off x="3728" y="940"/>
                <a:ext cx="9" cy="2"/>
              </a:xfrm>
              <a:prstGeom prst="line">
                <a:avLst/>
              </a:prstGeom>
              <a:ln w="12700" cap="flat" cmpd="sng">
                <a:solidFill>
                  <a:schemeClr val="tx1"/>
                </a:solidFill>
                <a:prstDash val="solid"/>
                <a:headEnd type="none" w="med" len="med"/>
                <a:tailEnd type="none" w="med" len="med"/>
              </a:ln>
            </p:spPr>
          </p:sp>
          <p:sp>
            <p:nvSpPr>
              <p:cNvPr id="48361" name="Freeform 232"/>
              <p:cNvSpPr/>
              <p:nvPr/>
            </p:nvSpPr>
            <p:spPr>
              <a:xfrm>
                <a:off x="3718" y="937"/>
                <a:ext cx="36" cy="23"/>
              </a:xfrm>
              <a:custGeom>
                <a:avLst/>
                <a:gdLst/>
                <a:ahLst/>
                <a:cxnLst>
                  <a:cxn ang="0">
                    <a:pos x="26" y="22"/>
                  </a:cxn>
                  <a:cxn ang="0">
                    <a:pos x="35" y="18"/>
                  </a:cxn>
                  <a:cxn ang="0">
                    <a:pos x="35" y="3"/>
                  </a:cxn>
                  <a:cxn ang="0">
                    <a:pos x="26" y="0"/>
                  </a:cxn>
                  <a:cxn ang="0">
                    <a:pos x="17" y="0"/>
                  </a:cxn>
                  <a:cxn ang="0">
                    <a:pos x="8" y="0"/>
                  </a:cxn>
                  <a:cxn ang="0">
                    <a:pos x="0" y="3"/>
                  </a:cxn>
                  <a:cxn ang="0">
                    <a:pos x="0" y="7"/>
                  </a:cxn>
                  <a:cxn ang="0">
                    <a:pos x="0" y="11"/>
                  </a:cxn>
                  <a:cxn ang="0">
                    <a:pos x="0" y="14"/>
                  </a:cxn>
                  <a:cxn ang="0">
                    <a:pos x="8" y="22"/>
                  </a:cxn>
                  <a:cxn ang="0">
                    <a:pos x="17" y="22"/>
                  </a:cxn>
                  <a:cxn ang="0">
                    <a:pos x="26" y="22"/>
                  </a:cxn>
                </a:cxnLst>
                <a:rect l="0" t="0" r="0" b="0"/>
                <a:pathLst>
                  <a:path w="36" h="23">
                    <a:moveTo>
                      <a:pt x="26" y="22"/>
                    </a:moveTo>
                    <a:lnTo>
                      <a:pt x="35" y="18"/>
                    </a:lnTo>
                    <a:lnTo>
                      <a:pt x="35" y="3"/>
                    </a:lnTo>
                    <a:lnTo>
                      <a:pt x="26" y="0"/>
                    </a:lnTo>
                    <a:lnTo>
                      <a:pt x="17" y="0"/>
                    </a:lnTo>
                    <a:lnTo>
                      <a:pt x="8" y="0"/>
                    </a:lnTo>
                    <a:lnTo>
                      <a:pt x="0" y="3"/>
                    </a:lnTo>
                    <a:lnTo>
                      <a:pt x="0" y="7"/>
                    </a:lnTo>
                    <a:lnTo>
                      <a:pt x="0" y="11"/>
                    </a:lnTo>
                    <a:lnTo>
                      <a:pt x="0" y="14"/>
                    </a:lnTo>
                    <a:lnTo>
                      <a:pt x="8" y="22"/>
                    </a:lnTo>
                    <a:lnTo>
                      <a:pt x="17" y="22"/>
                    </a:lnTo>
                    <a:lnTo>
                      <a:pt x="26"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62" name="Freeform 233"/>
              <p:cNvSpPr/>
              <p:nvPr/>
            </p:nvSpPr>
            <p:spPr>
              <a:xfrm>
                <a:off x="3720" y="937"/>
                <a:ext cx="37" cy="23"/>
              </a:xfrm>
              <a:custGeom>
                <a:avLst/>
                <a:gdLst/>
                <a:ahLst/>
                <a:cxnLst>
                  <a:cxn ang="0">
                    <a:pos x="1" y="1"/>
                  </a:cxn>
                  <a:cxn ang="0">
                    <a:pos x="36" y="11"/>
                  </a:cxn>
                  <a:cxn ang="0">
                    <a:pos x="34" y="22"/>
                  </a:cxn>
                  <a:cxn ang="0">
                    <a:pos x="0" y="11"/>
                  </a:cxn>
                  <a:cxn ang="0">
                    <a:pos x="1" y="0"/>
                  </a:cxn>
                  <a:cxn ang="0">
                    <a:pos x="1" y="1"/>
                  </a:cxn>
                </a:cxnLst>
                <a:rect l="0" t="0" r="0" b="0"/>
                <a:pathLst>
                  <a:path w="37" h="23">
                    <a:moveTo>
                      <a:pt x="1" y="1"/>
                    </a:moveTo>
                    <a:lnTo>
                      <a:pt x="36" y="11"/>
                    </a:lnTo>
                    <a:lnTo>
                      <a:pt x="34" y="22"/>
                    </a:lnTo>
                    <a:lnTo>
                      <a:pt x="0" y="11"/>
                    </a:lnTo>
                    <a:lnTo>
                      <a:pt x="1" y="0"/>
                    </a:lnTo>
                    <a:lnTo>
                      <a:pt x="1"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63" name="Freeform 234"/>
              <p:cNvSpPr/>
              <p:nvPr/>
            </p:nvSpPr>
            <p:spPr>
              <a:xfrm>
                <a:off x="3737" y="940"/>
                <a:ext cx="37" cy="22"/>
              </a:xfrm>
              <a:custGeom>
                <a:avLst/>
                <a:gdLst/>
                <a:ahLst/>
                <a:cxnLst>
                  <a:cxn ang="0">
                    <a:pos x="0" y="9"/>
                  </a:cxn>
                  <a:cxn ang="0">
                    <a:pos x="0" y="12"/>
                  </a:cxn>
                  <a:cxn ang="0">
                    <a:pos x="0" y="15"/>
                  </a:cxn>
                  <a:cxn ang="0">
                    <a:pos x="6" y="21"/>
                  </a:cxn>
                  <a:cxn ang="0">
                    <a:pos x="12" y="21"/>
                  </a:cxn>
                  <a:cxn ang="0">
                    <a:pos x="18" y="21"/>
                  </a:cxn>
                  <a:cxn ang="0">
                    <a:pos x="24" y="21"/>
                  </a:cxn>
                  <a:cxn ang="0">
                    <a:pos x="30" y="21"/>
                  </a:cxn>
                  <a:cxn ang="0">
                    <a:pos x="36" y="15"/>
                  </a:cxn>
                  <a:cxn ang="0">
                    <a:pos x="36" y="12"/>
                  </a:cxn>
                  <a:cxn ang="0">
                    <a:pos x="36" y="9"/>
                  </a:cxn>
                  <a:cxn ang="0">
                    <a:pos x="36" y="6"/>
                  </a:cxn>
                  <a:cxn ang="0">
                    <a:pos x="30" y="3"/>
                  </a:cxn>
                  <a:cxn ang="0">
                    <a:pos x="24" y="3"/>
                  </a:cxn>
                  <a:cxn ang="0">
                    <a:pos x="18" y="0"/>
                  </a:cxn>
                  <a:cxn ang="0">
                    <a:pos x="12" y="0"/>
                  </a:cxn>
                  <a:cxn ang="0">
                    <a:pos x="12" y="3"/>
                  </a:cxn>
                  <a:cxn ang="0">
                    <a:pos x="6" y="3"/>
                  </a:cxn>
                  <a:cxn ang="0">
                    <a:pos x="0" y="6"/>
                  </a:cxn>
                  <a:cxn ang="0">
                    <a:pos x="0" y="9"/>
                  </a:cxn>
                </a:cxnLst>
                <a:rect l="0" t="0" r="0" b="0"/>
                <a:pathLst>
                  <a:path w="37" h="22">
                    <a:moveTo>
                      <a:pt x="0" y="9"/>
                    </a:moveTo>
                    <a:lnTo>
                      <a:pt x="0" y="12"/>
                    </a:lnTo>
                    <a:lnTo>
                      <a:pt x="0" y="15"/>
                    </a:lnTo>
                    <a:lnTo>
                      <a:pt x="6" y="21"/>
                    </a:lnTo>
                    <a:lnTo>
                      <a:pt x="12" y="21"/>
                    </a:lnTo>
                    <a:lnTo>
                      <a:pt x="18" y="21"/>
                    </a:lnTo>
                    <a:lnTo>
                      <a:pt x="24" y="21"/>
                    </a:lnTo>
                    <a:lnTo>
                      <a:pt x="30" y="21"/>
                    </a:lnTo>
                    <a:lnTo>
                      <a:pt x="36" y="15"/>
                    </a:lnTo>
                    <a:lnTo>
                      <a:pt x="36" y="12"/>
                    </a:lnTo>
                    <a:lnTo>
                      <a:pt x="36" y="9"/>
                    </a:lnTo>
                    <a:lnTo>
                      <a:pt x="36" y="6"/>
                    </a:lnTo>
                    <a:lnTo>
                      <a:pt x="30" y="3"/>
                    </a:lnTo>
                    <a:lnTo>
                      <a:pt x="24" y="3"/>
                    </a:lnTo>
                    <a:lnTo>
                      <a:pt x="18" y="0"/>
                    </a:lnTo>
                    <a:lnTo>
                      <a:pt x="12" y="0"/>
                    </a:lnTo>
                    <a:lnTo>
                      <a:pt x="12" y="3"/>
                    </a:lnTo>
                    <a:lnTo>
                      <a:pt x="6" y="3"/>
                    </a:lnTo>
                    <a:lnTo>
                      <a:pt x="0"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8364" name="Group 235"/>
            <p:cNvGrpSpPr/>
            <p:nvPr/>
          </p:nvGrpSpPr>
          <p:grpSpPr>
            <a:xfrm>
              <a:off x="2107" y="764"/>
              <a:ext cx="442" cy="335"/>
              <a:chOff x="2107" y="764"/>
              <a:chExt cx="442" cy="335"/>
            </a:xfrm>
          </p:grpSpPr>
          <p:sp>
            <p:nvSpPr>
              <p:cNvPr id="48365" name="Freeform 236"/>
              <p:cNvSpPr/>
              <p:nvPr/>
            </p:nvSpPr>
            <p:spPr>
              <a:xfrm>
                <a:off x="2385" y="764"/>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366" name="Freeform 237"/>
              <p:cNvSpPr/>
              <p:nvPr/>
            </p:nvSpPr>
            <p:spPr>
              <a:xfrm>
                <a:off x="2256" y="867"/>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367" name="Freeform 238"/>
              <p:cNvSpPr/>
              <p:nvPr/>
            </p:nvSpPr>
            <p:spPr>
              <a:xfrm>
                <a:off x="2303" y="844"/>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368" name="Freeform 239"/>
              <p:cNvSpPr/>
              <p:nvPr/>
            </p:nvSpPr>
            <p:spPr>
              <a:xfrm>
                <a:off x="2269" y="861"/>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369" name="Freeform 240"/>
              <p:cNvSpPr/>
              <p:nvPr/>
            </p:nvSpPr>
            <p:spPr>
              <a:xfrm>
                <a:off x="2286" y="963"/>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8370" name="Line 241"/>
              <p:cNvSpPr/>
              <p:nvPr/>
            </p:nvSpPr>
            <p:spPr>
              <a:xfrm flipV="1">
                <a:off x="2261" y="909"/>
                <a:ext cx="39" cy="27"/>
              </a:xfrm>
              <a:prstGeom prst="line">
                <a:avLst/>
              </a:prstGeom>
              <a:ln w="12700" cap="flat" cmpd="sng">
                <a:solidFill>
                  <a:schemeClr val="tx1"/>
                </a:solidFill>
                <a:prstDash val="solid"/>
                <a:headEnd type="none" w="med" len="med"/>
                <a:tailEnd type="none" w="med" len="med"/>
              </a:ln>
            </p:spPr>
          </p:sp>
          <p:sp>
            <p:nvSpPr>
              <p:cNvPr id="48371" name="Oval 242"/>
              <p:cNvSpPr/>
              <p:nvPr/>
            </p:nvSpPr>
            <p:spPr>
              <a:xfrm rot="-1860000">
                <a:off x="2328" y="893"/>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372" name="Line 243"/>
              <p:cNvSpPr/>
              <p:nvPr/>
            </p:nvSpPr>
            <p:spPr>
              <a:xfrm flipV="1">
                <a:off x="2331" y="880"/>
                <a:ext cx="5" cy="17"/>
              </a:xfrm>
              <a:prstGeom prst="line">
                <a:avLst/>
              </a:prstGeom>
              <a:ln w="12700" cap="flat" cmpd="sng">
                <a:solidFill>
                  <a:schemeClr val="tx1"/>
                </a:solidFill>
                <a:prstDash val="solid"/>
                <a:headEnd type="none" w="med" len="med"/>
                <a:tailEnd type="none" w="med" len="med"/>
              </a:ln>
            </p:spPr>
          </p:sp>
          <p:sp>
            <p:nvSpPr>
              <p:cNvPr id="48373" name="Line 244"/>
              <p:cNvSpPr/>
              <p:nvPr/>
            </p:nvSpPr>
            <p:spPr>
              <a:xfrm>
                <a:off x="2336" y="900"/>
                <a:ext cx="4" cy="0"/>
              </a:xfrm>
              <a:prstGeom prst="line">
                <a:avLst/>
              </a:prstGeom>
              <a:ln w="12700" cap="flat" cmpd="sng">
                <a:solidFill>
                  <a:schemeClr val="tx1"/>
                </a:solidFill>
                <a:prstDash val="solid"/>
                <a:headEnd type="none" w="med" len="med"/>
                <a:tailEnd type="none" w="med" len="med"/>
              </a:ln>
            </p:spPr>
          </p:sp>
          <p:sp>
            <p:nvSpPr>
              <p:cNvPr id="48374" name="Oval 245"/>
              <p:cNvSpPr/>
              <p:nvPr/>
            </p:nvSpPr>
            <p:spPr>
              <a:xfrm rot="-1860000">
                <a:off x="2328" y="887"/>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375" name="Line 246"/>
              <p:cNvSpPr/>
              <p:nvPr/>
            </p:nvSpPr>
            <p:spPr>
              <a:xfrm flipV="1">
                <a:off x="2389" y="835"/>
                <a:ext cx="43" cy="29"/>
              </a:xfrm>
              <a:prstGeom prst="line">
                <a:avLst/>
              </a:prstGeom>
              <a:ln w="12700" cap="flat" cmpd="sng">
                <a:solidFill>
                  <a:schemeClr val="tx1"/>
                </a:solidFill>
                <a:prstDash val="solid"/>
                <a:headEnd type="none" w="med" len="med"/>
                <a:tailEnd type="none" w="med" len="med"/>
              </a:ln>
            </p:spPr>
          </p:sp>
          <p:sp>
            <p:nvSpPr>
              <p:cNvPr id="48376" name="Freeform 247"/>
              <p:cNvSpPr/>
              <p:nvPr/>
            </p:nvSpPr>
            <p:spPr>
              <a:xfrm>
                <a:off x="2330" y="885"/>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377" name="Freeform 248"/>
              <p:cNvSpPr/>
              <p:nvPr/>
            </p:nvSpPr>
            <p:spPr>
              <a:xfrm>
                <a:off x="2333" y="884"/>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8378" name="Rectangle 249"/>
              <p:cNvSpPr/>
              <p:nvPr/>
            </p:nvSpPr>
            <p:spPr>
              <a:xfrm rot="-1860000">
                <a:off x="2267" y="956"/>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379" name="Freeform 250"/>
              <p:cNvSpPr/>
              <p:nvPr/>
            </p:nvSpPr>
            <p:spPr>
              <a:xfrm>
                <a:off x="2107" y="906"/>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8380" name="Line 251"/>
              <p:cNvSpPr/>
              <p:nvPr/>
            </p:nvSpPr>
            <p:spPr>
              <a:xfrm flipV="1">
                <a:off x="2366" y="936"/>
                <a:ext cx="10" cy="11"/>
              </a:xfrm>
              <a:prstGeom prst="line">
                <a:avLst/>
              </a:prstGeom>
              <a:ln w="12700" cap="flat" cmpd="sng">
                <a:solidFill>
                  <a:schemeClr val="tx1"/>
                </a:solidFill>
                <a:prstDash val="solid"/>
                <a:headEnd type="none" w="med" len="med"/>
                <a:tailEnd type="none" w="med" len="med"/>
              </a:ln>
            </p:spPr>
          </p:sp>
          <p:sp>
            <p:nvSpPr>
              <p:cNvPr id="48381" name="Line 252"/>
              <p:cNvSpPr/>
              <p:nvPr/>
            </p:nvSpPr>
            <p:spPr>
              <a:xfrm flipV="1">
                <a:off x="2365" y="934"/>
                <a:ext cx="10" cy="14"/>
              </a:xfrm>
              <a:prstGeom prst="line">
                <a:avLst/>
              </a:prstGeom>
              <a:ln w="12700" cap="flat" cmpd="sng">
                <a:solidFill>
                  <a:schemeClr val="tx1"/>
                </a:solidFill>
                <a:prstDash val="solid"/>
                <a:headEnd type="none" w="med" len="med"/>
                <a:tailEnd type="none" w="med" len="med"/>
              </a:ln>
            </p:spPr>
          </p:sp>
          <p:sp>
            <p:nvSpPr>
              <p:cNvPr id="48382" name="Freeform 253"/>
              <p:cNvSpPr/>
              <p:nvPr/>
            </p:nvSpPr>
            <p:spPr>
              <a:xfrm>
                <a:off x="2361" y="927"/>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83" name="Freeform 254"/>
              <p:cNvSpPr/>
              <p:nvPr/>
            </p:nvSpPr>
            <p:spPr>
              <a:xfrm>
                <a:off x="2361" y="935"/>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84" name="Freeform 255"/>
              <p:cNvSpPr/>
              <p:nvPr/>
            </p:nvSpPr>
            <p:spPr>
              <a:xfrm>
                <a:off x="2383" y="928"/>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85" name="Line 256"/>
              <p:cNvSpPr/>
              <p:nvPr/>
            </p:nvSpPr>
            <p:spPr>
              <a:xfrm flipV="1">
                <a:off x="2347" y="931"/>
                <a:ext cx="5" cy="11"/>
              </a:xfrm>
              <a:prstGeom prst="line">
                <a:avLst/>
              </a:prstGeom>
              <a:ln w="12700" cap="flat" cmpd="sng">
                <a:solidFill>
                  <a:schemeClr val="tx1"/>
                </a:solidFill>
                <a:prstDash val="solid"/>
                <a:headEnd type="none" w="med" len="med"/>
                <a:tailEnd type="none" w="med" len="med"/>
              </a:ln>
            </p:spPr>
          </p:sp>
          <p:sp>
            <p:nvSpPr>
              <p:cNvPr id="48386" name="Line 257"/>
              <p:cNvSpPr/>
              <p:nvPr/>
            </p:nvSpPr>
            <p:spPr>
              <a:xfrm flipV="1">
                <a:off x="2342" y="925"/>
                <a:ext cx="11" cy="14"/>
              </a:xfrm>
              <a:prstGeom prst="line">
                <a:avLst/>
              </a:prstGeom>
              <a:ln w="12700" cap="flat" cmpd="sng">
                <a:solidFill>
                  <a:schemeClr val="tx1"/>
                </a:solidFill>
                <a:prstDash val="solid"/>
                <a:headEnd type="none" w="med" len="med"/>
                <a:tailEnd type="none" w="med" len="med"/>
              </a:ln>
            </p:spPr>
          </p:sp>
          <p:sp>
            <p:nvSpPr>
              <p:cNvPr id="48387" name="Freeform 258"/>
              <p:cNvSpPr/>
              <p:nvPr/>
            </p:nvSpPr>
            <p:spPr>
              <a:xfrm>
                <a:off x="2343" y="924"/>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88" name="Freeform 259"/>
              <p:cNvSpPr/>
              <p:nvPr/>
            </p:nvSpPr>
            <p:spPr>
              <a:xfrm>
                <a:off x="2345" y="928"/>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89" name="Freeform 260"/>
              <p:cNvSpPr/>
              <p:nvPr/>
            </p:nvSpPr>
            <p:spPr>
              <a:xfrm>
                <a:off x="2361" y="916"/>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90" name="Line 261"/>
              <p:cNvSpPr/>
              <p:nvPr/>
            </p:nvSpPr>
            <p:spPr>
              <a:xfrm flipV="1">
                <a:off x="2346" y="910"/>
                <a:ext cx="7" cy="16"/>
              </a:xfrm>
              <a:prstGeom prst="line">
                <a:avLst/>
              </a:prstGeom>
              <a:ln w="12700" cap="flat" cmpd="sng">
                <a:solidFill>
                  <a:schemeClr val="tx1"/>
                </a:solidFill>
                <a:prstDash val="solid"/>
                <a:headEnd type="none" w="med" len="med"/>
                <a:tailEnd type="none" w="med" len="med"/>
              </a:ln>
            </p:spPr>
          </p:sp>
          <p:sp>
            <p:nvSpPr>
              <p:cNvPr id="48391" name="Line 262"/>
              <p:cNvSpPr/>
              <p:nvPr/>
            </p:nvSpPr>
            <p:spPr>
              <a:xfrm flipV="1">
                <a:off x="2350" y="906"/>
                <a:ext cx="7" cy="14"/>
              </a:xfrm>
              <a:prstGeom prst="line">
                <a:avLst/>
              </a:prstGeom>
              <a:ln w="12700" cap="flat" cmpd="sng">
                <a:solidFill>
                  <a:schemeClr val="tx1"/>
                </a:solidFill>
                <a:prstDash val="solid"/>
                <a:headEnd type="none" w="med" len="med"/>
                <a:tailEnd type="none" w="med" len="med"/>
              </a:ln>
            </p:spPr>
          </p:sp>
          <p:sp>
            <p:nvSpPr>
              <p:cNvPr id="48392" name="Freeform 263"/>
              <p:cNvSpPr/>
              <p:nvPr/>
            </p:nvSpPr>
            <p:spPr>
              <a:xfrm>
                <a:off x="2343" y="903"/>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93" name="Freeform 264"/>
              <p:cNvSpPr/>
              <p:nvPr/>
            </p:nvSpPr>
            <p:spPr>
              <a:xfrm>
                <a:off x="2343" y="911"/>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94" name="Freeform 265"/>
              <p:cNvSpPr/>
              <p:nvPr/>
            </p:nvSpPr>
            <p:spPr>
              <a:xfrm>
                <a:off x="2361" y="901"/>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395" name="Line 266"/>
              <p:cNvSpPr/>
              <p:nvPr/>
            </p:nvSpPr>
            <p:spPr>
              <a:xfrm flipV="1">
                <a:off x="2374" y="884"/>
                <a:ext cx="9" cy="14"/>
              </a:xfrm>
              <a:prstGeom prst="line">
                <a:avLst/>
              </a:prstGeom>
              <a:ln w="12700" cap="flat" cmpd="sng">
                <a:solidFill>
                  <a:schemeClr val="tx1"/>
                </a:solidFill>
                <a:prstDash val="solid"/>
                <a:headEnd type="none" w="med" len="med"/>
                <a:tailEnd type="none" w="med" len="med"/>
              </a:ln>
            </p:spPr>
          </p:sp>
          <p:sp>
            <p:nvSpPr>
              <p:cNvPr id="48396" name="Line 267"/>
              <p:cNvSpPr/>
              <p:nvPr/>
            </p:nvSpPr>
            <p:spPr>
              <a:xfrm flipV="1">
                <a:off x="2375" y="884"/>
                <a:ext cx="7" cy="12"/>
              </a:xfrm>
              <a:prstGeom prst="line">
                <a:avLst/>
              </a:prstGeom>
              <a:ln w="12700" cap="flat" cmpd="sng">
                <a:solidFill>
                  <a:schemeClr val="tx1"/>
                </a:solidFill>
                <a:prstDash val="solid"/>
                <a:headEnd type="none" w="med" len="med"/>
                <a:tailEnd type="none" w="med" len="med"/>
              </a:ln>
            </p:spPr>
          </p:sp>
          <p:sp>
            <p:nvSpPr>
              <p:cNvPr id="48397" name="Freeform 268"/>
              <p:cNvSpPr/>
              <p:nvPr/>
            </p:nvSpPr>
            <p:spPr>
              <a:xfrm>
                <a:off x="2373" y="879"/>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98" name="Freeform 269"/>
              <p:cNvSpPr/>
              <p:nvPr/>
            </p:nvSpPr>
            <p:spPr>
              <a:xfrm>
                <a:off x="2371" y="887"/>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399" name="Freeform 270"/>
              <p:cNvSpPr/>
              <p:nvPr/>
            </p:nvSpPr>
            <p:spPr>
              <a:xfrm>
                <a:off x="2388" y="875"/>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00" name="Line 271"/>
              <p:cNvSpPr/>
              <p:nvPr/>
            </p:nvSpPr>
            <p:spPr>
              <a:xfrm flipV="1">
                <a:off x="2405" y="875"/>
                <a:ext cx="7" cy="14"/>
              </a:xfrm>
              <a:prstGeom prst="line">
                <a:avLst/>
              </a:prstGeom>
              <a:ln w="12700" cap="flat" cmpd="sng">
                <a:solidFill>
                  <a:schemeClr val="tx1"/>
                </a:solidFill>
                <a:prstDash val="solid"/>
                <a:headEnd type="none" w="med" len="med"/>
                <a:tailEnd type="none" w="med" len="med"/>
              </a:ln>
            </p:spPr>
          </p:sp>
          <p:sp>
            <p:nvSpPr>
              <p:cNvPr id="48401" name="Line 272"/>
              <p:cNvSpPr/>
              <p:nvPr/>
            </p:nvSpPr>
            <p:spPr>
              <a:xfrm flipV="1">
                <a:off x="2405" y="870"/>
                <a:ext cx="11" cy="14"/>
              </a:xfrm>
              <a:prstGeom prst="line">
                <a:avLst/>
              </a:prstGeom>
              <a:ln w="12700" cap="flat" cmpd="sng">
                <a:solidFill>
                  <a:schemeClr val="tx1"/>
                </a:solidFill>
                <a:prstDash val="solid"/>
                <a:headEnd type="none" w="med" len="med"/>
                <a:tailEnd type="none" w="med" len="med"/>
              </a:ln>
            </p:spPr>
          </p:sp>
          <p:sp>
            <p:nvSpPr>
              <p:cNvPr id="48402" name="Freeform 273"/>
              <p:cNvSpPr/>
              <p:nvPr/>
            </p:nvSpPr>
            <p:spPr>
              <a:xfrm>
                <a:off x="2404" y="865"/>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03" name="Freeform 274"/>
              <p:cNvSpPr/>
              <p:nvPr/>
            </p:nvSpPr>
            <p:spPr>
              <a:xfrm>
                <a:off x="2400" y="873"/>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04" name="Freeform 275"/>
              <p:cNvSpPr/>
              <p:nvPr/>
            </p:nvSpPr>
            <p:spPr>
              <a:xfrm>
                <a:off x="2423" y="867"/>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05" name="Line 276"/>
              <p:cNvSpPr/>
              <p:nvPr/>
            </p:nvSpPr>
            <p:spPr>
              <a:xfrm flipV="1">
                <a:off x="2429" y="880"/>
                <a:ext cx="6" cy="15"/>
              </a:xfrm>
              <a:prstGeom prst="line">
                <a:avLst/>
              </a:prstGeom>
              <a:ln w="12700" cap="flat" cmpd="sng">
                <a:solidFill>
                  <a:schemeClr val="tx1"/>
                </a:solidFill>
                <a:prstDash val="solid"/>
                <a:headEnd type="none" w="med" len="med"/>
                <a:tailEnd type="none" w="med" len="med"/>
              </a:ln>
            </p:spPr>
          </p:sp>
          <p:sp>
            <p:nvSpPr>
              <p:cNvPr id="48406" name="Line 277"/>
              <p:cNvSpPr/>
              <p:nvPr/>
            </p:nvSpPr>
            <p:spPr>
              <a:xfrm flipV="1">
                <a:off x="2428" y="876"/>
                <a:ext cx="6" cy="13"/>
              </a:xfrm>
              <a:prstGeom prst="line">
                <a:avLst/>
              </a:prstGeom>
              <a:ln w="12700" cap="flat" cmpd="sng">
                <a:solidFill>
                  <a:schemeClr val="tx1"/>
                </a:solidFill>
                <a:prstDash val="solid"/>
                <a:headEnd type="none" w="med" len="med"/>
                <a:tailEnd type="none" w="med" len="med"/>
              </a:ln>
            </p:spPr>
          </p:sp>
          <p:sp>
            <p:nvSpPr>
              <p:cNvPr id="48407" name="Freeform 278"/>
              <p:cNvSpPr/>
              <p:nvPr/>
            </p:nvSpPr>
            <p:spPr>
              <a:xfrm>
                <a:off x="2425" y="874"/>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08" name="Freeform 279"/>
              <p:cNvSpPr/>
              <p:nvPr/>
            </p:nvSpPr>
            <p:spPr>
              <a:xfrm>
                <a:off x="2423" y="881"/>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09" name="Freeform 280"/>
              <p:cNvSpPr/>
              <p:nvPr/>
            </p:nvSpPr>
            <p:spPr>
              <a:xfrm>
                <a:off x="2445" y="874"/>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10" name="Line 281"/>
              <p:cNvSpPr/>
              <p:nvPr/>
            </p:nvSpPr>
            <p:spPr>
              <a:xfrm flipV="1">
                <a:off x="2423" y="900"/>
                <a:ext cx="10" cy="16"/>
              </a:xfrm>
              <a:prstGeom prst="line">
                <a:avLst/>
              </a:prstGeom>
              <a:ln w="12700" cap="flat" cmpd="sng">
                <a:solidFill>
                  <a:schemeClr val="tx1"/>
                </a:solidFill>
                <a:prstDash val="solid"/>
                <a:headEnd type="none" w="med" len="med"/>
                <a:tailEnd type="none" w="med" len="med"/>
              </a:ln>
            </p:spPr>
          </p:sp>
          <p:sp>
            <p:nvSpPr>
              <p:cNvPr id="48411" name="Line 282"/>
              <p:cNvSpPr/>
              <p:nvPr/>
            </p:nvSpPr>
            <p:spPr>
              <a:xfrm flipV="1">
                <a:off x="2424" y="900"/>
                <a:ext cx="6" cy="11"/>
              </a:xfrm>
              <a:prstGeom prst="line">
                <a:avLst/>
              </a:prstGeom>
              <a:ln w="12700" cap="flat" cmpd="sng">
                <a:solidFill>
                  <a:schemeClr val="tx1"/>
                </a:solidFill>
                <a:prstDash val="solid"/>
                <a:headEnd type="none" w="med" len="med"/>
                <a:tailEnd type="none" w="med" len="med"/>
              </a:ln>
            </p:spPr>
          </p:sp>
          <p:sp>
            <p:nvSpPr>
              <p:cNvPr id="48412" name="Freeform 283"/>
              <p:cNvSpPr/>
              <p:nvPr/>
            </p:nvSpPr>
            <p:spPr>
              <a:xfrm>
                <a:off x="2422" y="895"/>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13" name="Freeform 284"/>
              <p:cNvSpPr/>
              <p:nvPr/>
            </p:nvSpPr>
            <p:spPr>
              <a:xfrm>
                <a:off x="2419" y="901"/>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14" name="Freeform 285"/>
              <p:cNvSpPr/>
              <p:nvPr/>
            </p:nvSpPr>
            <p:spPr>
              <a:xfrm>
                <a:off x="2439" y="890"/>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15" name="Line 286"/>
              <p:cNvSpPr/>
              <p:nvPr/>
            </p:nvSpPr>
            <p:spPr>
              <a:xfrm flipV="1">
                <a:off x="2398" y="923"/>
                <a:ext cx="9" cy="14"/>
              </a:xfrm>
              <a:prstGeom prst="line">
                <a:avLst/>
              </a:prstGeom>
              <a:ln w="12700" cap="flat" cmpd="sng">
                <a:solidFill>
                  <a:schemeClr val="tx1"/>
                </a:solidFill>
                <a:prstDash val="solid"/>
                <a:headEnd type="none" w="med" len="med"/>
                <a:tailEnd type="none" w="med" len="med"/>
              </a:ln>
            </p:spPr>
          </p:sp>
          <p:sp>
            <p:nvSpPr>
              <p:cNvPr id="48416" name="Line 287"/>
              <p:cNvSpPr/>
              <p:nvPr/>
            </p:nvSpPr>
            <p:spPr>
              <a:xfrm flipV="1">
                <a:off x="2401" y="919"/>
                <a:ext cx="5" cy="14"/>
              </a:xfrm>
              <a:prstGeom prst="line">
                <a:avLst/>
              </a:prstGeom>
              <a:ln w="12700" cap="flat" cmpd="sng">
                <a:solidFill>
                  <a:schemeClr val="tx1"/>
                </a:solidFill>
                <a:prstDash val="solid"/>
                <a:headEnd type="none" w="med" len="med"/>
                <a:tailEnd type="none" w="med" len="med"/>
              </a:ln>
            </p:spPr>
          </p:sp>
          <p:sp>
            <p:nvSpPr>
              <p:cNvPr id="48417" name="Freeform 288"/>
              <p:cNvSpPr/>
              <p:nvPr/>
            </p:nvSpPr>
            <p:spPr>
              <a:xfrm>
                <a:off x="2396" y="920"/>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18" name="Freeform 289"/>
              <p:cNvSpPr/>
              <p:nvPr/>
            </p:nvSpPr>
            <p:spPr>
              <a:xfrm>
                <a:off x="2395" y="926"/>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19" name="Freeform 290"/>
              <p:cNvSpPr/>
              <p:nvPr/>
            </p:nvSpPr>
            <p:spPr>
              <a:xfrm>
                <a:off x="2411" y="913"/>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20" name="Line 291"/>
              <p:cNvSpPr/>
              <p:nvPr/>
            </p:nvSpPr>
            <p:spPr>
              <a:xfrm flipV="1">
                <a:off x="2392" y="911"/>
                <a:ext cx="12" cy="17"/>
              </a:xfrm>
              <a:prstGeom prst="line">
                <a:avLst/>
              </a:prstGeom>
              <a:ln w="12700" cap="flat" cmpd="sng">
                <a:solidFill>
                  <a:schemeClr val="tx1"/>
                </a:solidFill>
                <a:prstDash val="solid"/>
                <a:headEnd type="none" w="med" len="med"/>
                <a:tailEnd type="none" w="med" len="med"/>
              </a:ln>
            </p:spPr>
          </p:sp>
          <p:sp>
            <p:nvSpPr>
              <p:cNvPr id="48421" name="Line 292"/>
              <p:cNvSpPr/>
              <p:nvPr/>
            </p:nvSpPr>
            <p:spPr>
              <a:xfrm flipV="1">
                <a:off x="2393" y="913"/>
                <a:ext cx="10" cy="10"/>
              </a:xfrm>
              <a:prstGeom prst="line">
                <a:avLst/>
              </a:prstGeom>
              <a:ln w="12700" cap="flat" cmpd="sng">
                <a:solidFill>
                  <a:schemeClr val="tx1"/>
                </a:solidFill>
                <a:prstDash val="solid"/>
                <a:headEnd type="none" w="med" len="med"/>
                <a:tailEnd type="none" w="med" len="med"/>
              </a:ln>
            </p:spPr>
          </p:sp>
          <p:sp>
            <p:nvSpPr>
              <p:cNvPr id="48422" name="Freeform 293"/>
              <p:cNvSpPr/>
              <p:nvPr/>
            </p:nvSpPr>
            <p:spPr>
              <a:xfrm>
                <a:off x="2387" y="909"/>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23" name="Freeform 294"/>
              <p:cNvSpPr/>
              <p:nvPr/>
            </p:nvSpPr>
            <p:spPr>
              <a:xfrm>
                <a:off x="2384" y="913"/>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24" name="Freeform 295"/>
              <p:cNvSpPr/>
              <p:nvPr/>
            </p:nvSpPr>
            <p:spPr>
              <a:xfrm>
                <a:off x="2408" y="903"/>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25" name="Line 296"/>
              <p:cNvSpPr/>
              <p:nvPr/>
            </p:nvSpPr>
            <p:spPr>
              <a:xfrm flipV="1">
                <a:off x="2373" y="916"/>
                <a:ext cx="5" cy="13"/>
              </a:xfrm>
              <a:prstGeom prst="line">
                <a:avLst/>
              </a:prstGeom>
              <a:ln w="12700" cap="flat" cmpd="sng">
                <a:solidFill>
                  <a:schemeClr val="tx1"/>
                </a:solidFill>
                <a:prstDash val="solid"/>
                <a:headEnd type="none" w="med" len="med"/>
                <a:tailEnd type="none" w="med" len="med"/>
              </a:ln>
            </p:spPr>
          </p:sp>
          <p:sp>
            <p:nvSpPr>
              <p:cNvPr id="48426" name="Line 297"/>
              <p:cNvSpPr/>
              <p:nvPr/>
            </p:nvSpPr>
            <p:spPr>
              <a:xfrm flipV="1">
                <a:off x="2369" y="912"/>
                <a:ext cx="10" cy="13"/>
              </a:xfrm>
              <a:prstGeom prst="line">
                <a:avLst/>
              </a:prstGeom>
              <a:ln w="12700" cap="flat" cmpd="sng">
                <a:solidFill>
                  <a:schemeClr val="tx1"/>
                </a:solidFill>
                <a:prstDash val="solid"/>
                <a:headEnd type="none" w="med" len="med"/>
                <a:tailEnd type="none" w="med" len="med"/>
              </a:ln>
            </p:spPr>
          </p:sp>
          <p:sp>
            <p:nvSpPr>
              <p:cNvPr id="48427" name="Freeform 298"/>
              <p:cNvSpPr/>
              <p:nvPr/>
            </p:nvSpPr>
            <p:spPr>
              <a:xfrm>
                <a:off x="2370" y="910"/>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28" name="Freeform 299"/>
              <p:cNvSpPr/>
              <p:nvPr/>
            </p:nvSpPr>
            <p:spPr>
              <a:xfrm>
                <a:off x="2369" y="914"/>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29" name="Freeform 300"/>
              <p:cNvSpPr/>
              <p:nvPr/>
            </p:nvSpPr>
            <p:spPr>
              <a:xfrm>
                <a:off x="2385" y="905"/>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30" name="Line 301"/>
              <p:cNvSpPr/>
              <p:nvPr/>
            </p:nvSpPr>
            <p:spPr>
              <a:xfrm flipV="1">
                <a:off x="2404" y="896"/>
                <a:ext cx="6" cy="15"/>
              </a:xfrm>
              <a:prstGeom prst="line">
                <a:avLst/>
              </a:prstGeom>
              <a:ln w="12700" cap="flat" cmpd="sng">
                <a:solidFill>
                  <a:schemeClr val="tx1"/>
                </a:solidFill>
                <a:prstDash val="solid"/>
                <a:headEnd type="none" w="med" len="med"/>
                <a:tailEnd type="none" w="med" len="med"/>
              </a:ln>
            </p:spPr>
          </p:sp>
          <p:sp>
            <p:nvSpPr>
              <p:cNvPr id="48431" name="Line 302"/>
              <p:cNvSpPr/>
              <p:nvPr/>
            </p:nvSpPr>
            <p:spPr>
              <a:xfrm flipV="1">
                <a:off x="2403" y="892"/>
                <a:ext cx="10" cy="13"/>
              </a:xfrm>
              <a:prstGeom prst="line">
                <a:avLst/>
              </a:prstGeom>
              <a:ln w="12700" cap="flat" cmpd="sng">
                <a:solidFill>
                  <a:schemeClr val="tx1"/>
                </a:solidFill>
                <a:prstDash val="solid"/>
                <a:headEnd type="none" w="med" len="med"/>
                <a:tailEnd type="none" w="med" len="med"/>
              </a:ln>
            </p:spPr>
          </p:sp>
          <p:sp>
            <p:nvSpPr>
              <p:cNvPr id="48432" name="Freeform 303"/>
              <p:cNvSpPr/>
              <p:nvPr/>
            </p:nvSpPr>
            <p:spPr>
              <a:xfrm>
                <a:off x="2401" y="888"/>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33" name="Freeform 304"/>
              <p:cNvSpPr/>
              <p:nvPr/>
            </p:nvSpPr>
            <p:spPr>
              <a:xfrm>
                <a:off x="2398" y="895"/>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34" name="Freeform 305"/>
              <p:cNvSpPr/>
              <p:nvPr/>
            </p:nvSpPr>
            <p:spPr>
              <a:xfrm>
                <a:off x="2422" y="885"/>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8435" name="Line 306"/>
              <p:cNvSpPr/>
              <p:nvPr/>
            </p:nvSpPr>
            <p:spPr>
              <a:xfrm flipV="1">
                <a:off x="2382" y="897"/>
                <a:ext cx="12" cy="15"/>
              </a:xfrm>
              <a:prstGeom prst="line">
                <a:avLst/>
              </a:prstGeom>
              <a:ln w="12700" cap="flat" cmpd="sng">
                <a:solidFill>
                  <a:schemeClr val="tx1"/>
                </a:solidFill>
                <a:prstDash val="solid"/>
                <a:headEnd type="none" w="med" len="med"/>
                <a:tailEnd type="none" w="med" len="med"/>
              </a:ln>
            </p:spPr>
          </p:sp>
          <p:sp>
            <p:nvSpPr>
              <p:cNvPr id="48436" name="Line 307"/>
              <p:cNvSpPr/>
              <p:nvPr/>
            </p:nvSpPr>
            <p:spPr>
              <a:xfrm flipV="1">
                <a:off x="2382" y="895"/>
                <a:ext cx="7" cy="12"/>
              </a:xfrm>
              <a:prstGeom prst="line">
                <a:avLst/>
              </a:prstGeom>
              <a:ln w="12700" cap="flat" cmpd="sng">
                <a:solidFill>
                  <a:schemeClr val="tx1"/>
                </a:solidFill>
                <a:prstDash val="solid"/>
                <a:headEnd type="none" w="med" len="med"/>
                <a:tailEnd type="none" w="med" len="med"/>
              </a:ln>
            </p:spPr>
          </p:sp>
          <p:sp>
            <p:nvSpPr>
              <p:cNvPr id="48437" name="Freeform 308"/>
              <p:cNvSpPr/>
              <p:nvPr/>
            </p:nvSpPr>
            <p:spPr>
              <a:xfrm>
                <a:off x="2375" y="890"/>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38" name="Freeform 309"/>
              <p:cNvSpPr/>
              <p:nvPr/>
            </p:nvSpPr>
            <p:spPr>
              <a:xfrm>
                <a:off x="2376" y="895"/>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8439" name="Freeform 310"/>
              <p:cNvSpPr/>
              <p:nvPr/>
            </p:nvSpPr>
            <p:spPr>
              <a:xfrm>
                <a:off x="2399" y="886"/>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48440" name="Line 311"/>
            <p:cNvSpPr/>
            <p:nvPr/>
          </p:nvSpPr>
          <p:spPr>
            <a:xfrm flipH="1" flipV="1">
              <a:off x="1676" y="1428"/>
              <a:ext cx="1581" cy="811"/>
            </a:xfrm>
            <a:prstGeom prst="line">
              <a:avLst/>
            </a:prstGeom>
            <a:ln w="12700" cap="flat" cmpd="sng">
              <a:solidFill>
                <a:schemeClr val="tx1"/>
              </a:solidFill>
              <a:prstDash val="solid"/>
              <a:headEnd type="none" w="med" len="med"/>
              <a:tailEnd type="none" w="med" len="med"/>
            </a:ln>
          </p:spPr>
        </p:sp>
        <p:sp>
          <p:nvSpPr>
            <p:cNvPr id="33080" name="Freeform 312"/>
            <p:cNvSpPr/>
            <p:nvPr/>
          </p:nvSpPr>
          <p:spPr bwMode="auto">
            <a:xfrm>
              <a:off x="2116" y="2562"/>
              <a:ext cx="2228" cy="328"/>
            </a:xfrm>
            <a:custGeom>
              <a:avLst/>
              <a:gdLst/>
              <a:ahLst/>
              <a:cxnLst>
                <a:cxn ang="0">
                  <a:pos x="355" y="36"/>
                </a:cxn>
                <a:cxn ang="0">
                  <a:pos x="491" y="36"/>
                </a:cxn>
                <a:cxn ang="0">
                  <a:pos x="618" y="9"/>
                </a:cxn>
                <a:cxn ang="0">
                  <a:pos x="727" y="0"/>
                </a:cxn>
                <a:cxn ang="0">
                  <a:pos x="809" y="0"/>
                </a:cxn>
                <a:cxn ang="0">
                  <a:pos x="882" y="0"/>
                </a:cxn>
                <a:cxn ang="0">
                  <a:pos x="964" y="18"/>
                </a:cxn>
                <a:cxn ang="0">
                  <a:pos x="1045" y="36"/>
                </a:cxn>
                <a:cxn ang="0">
                  <a:pos x="1136" y="45"/>
                </a:cxn>
                <a:cxn ang="0">
                  <a:pos x="1236" y="27"/>
                </a:cxn>
                <a:cxn ang="0">
                  <a:pos x="1336" y="9"/>
                </a:cxn>
                <a:cxn ang="0">
                  <a:pos x="1436" y="9"/>
                </a:cxn>
                <a:cxn ang="0">
                  <a:pos x="1518" y="27"/>
                </a:cxn>
                <a:cxn ang="0">
                  <a:pos x="1609" y="55"/>
                </a:cxn>
                <a:cxn ang="0">
                  <a:pos x="1727" y="64"/>
                </a:cxn>
                <a:cxn ang="0">
                  <a:pos x="1864" y="109"/>
                </a:cxn>
                <a:cxn ang="0">
                  <a:pos x="1973" y="154"/>
                </a:cxn>
                <a:cxn ang="0">
                  <a:pos x="2054" y="200"/>
                </a:cxn>
                <a:cxn ang="0">
                  <a:pos x="2136" y="236"/>
                </a:cxn>
                <a:cxn ang="0">
                  <a:pos x="2227" y="282"/>
                </a:cxn>
                <a:cxn ang="0">
                  <a:pos x="2173" y="327"/>
                </a:cxn>
                <a:cxn ang="0">
                  <a:pos x="2091" y="309"/>
                </a:cxn>
                <a:cxn ang="0">
                  <a:pos x="2027" y="273"/>
                </a:cxn>
                <a:cxn ang="0">
                  <a:pos x="1918" y="273"/>
                </a:cxn>
                <a:cxn ang="0">
                  <a:pos x="1827" y="282"/>
                </a:cxn>
                <a:cxn ang="0">
                  <a:pos x="1736" y="291"/>
                </a:cxn>
                <a:cxn ang="0">
                  <a:pos x="1645" y="273"/>
                </a:cxn>
                <a:cxn ang="0">
                  <a:pos x="1555" y="300"/>
                </a:cxn>
                <a:cxn ang="0">
                  <a:pos x="1464" y="282"/>
                </a:cxn>
                <a:cxn ang="0">
                  <a:pos x="1364" y="227"/>
                </a:cxn>
                <a:cxn ang="0">
                  <a:pos x="1273" y="227"/>
                </a:cxn>
                <a:cxn ang="0">
                  <a:pos x="1155" y="173"/>
                </a:cxn>
                <a:cxn ang="0">
                  <a:pos x="1082" y="182"/>
                </a:cxn>
                <a:cxn ang="0">
                  <a:pos x="982" y="227"/>
                </a:cxn>
                <a:cxn ang="0">
                  <a:pos x="873" y="236"/>
                </a:cxn>
                <a:cxn ang="0">
                  <a:pos x="655" y="236"/>
                </a:cxn>
                <a:cxn ang="0">
                  <a:pos x="491" y="254"/>
                </a:cxn>
                <a:cxn ang="0">
                  <a:pos x="409" y="300"/>
                </a:cxn>
                <a:cxn ang="0">
                  <a:pos x="327" y="327"/>
                </a:cxn>
                <a:cxn ang="0">
                  <a:pos x="255" y="273"/>
                </a:cxn>
                <a:cxn ang="0">
                  <a:pos x="182" y="236"/>
                </a:cxn>
                <a:cxn ang="0">
                  <a:pos x="109" y="245"/>
                </a:cxn>
                <a:cxn ang="0">
                  <a:pos x="37" y="245"/>
                </a:cxn>
                <a:cxn ang="0">
                  <a:pos x="37" y="200"/>
                </a:cxn>
                <a:cxn ang="0">
                  <a:pos x="136" y="164"/>
                </a:cxn>
                <a:cxn ang="0">
                  <a:pos x="209" y="118"/>
                </a:cxn>
              </a:cxnLst>
              <a:rect l="0" t="0" r="r" b="b"/>
              <a:pathLst>
                <a:path w="2228" h="328">
                  <a:moveTo>
                    <a:pt x="299" y="77"/>
                  </a:moveTo>
                  <a:lnTo>
                    <a:pt x="327" y="36"/>
                  </a:lnTo>
                  <a:lnTo>
                    <a:pt x="355" y="36"/>
                  </a:lnTo>
                  <a:lnTo>
                    <a:pt x="400" y="27"/>
                  </a:lnTo>
                  <a:lnTo>
                    <a:pt x="491" y="27"/>
                  </a:lnTo>
                  <a:lnTo>
                    <a:pt x="491" y="36"/>
                  </a:lnTo>
                  <a:lnTo>
                    <a:pt x="564" y="36"/>
                  </a:lnTo>
                  <a:lnTo>
                    <a:pt x="591" y="27"/>
                  </a:lnTo>
                  <a:lnTo>
                    <a:pt x="618" y="9"/>
                  </a:lnTo>
                  <a:lnTo>
                    <a:pt x="655" y="0"/>
                  </a:lnTo>
                  <a:lnTo>
                    <a:pt x="691" y="0"/>
                  </a:lnTo>
                  <a:lnTo>
                    <a:pt x="727" y="0"/>
                  </a:lnTo>
                  <a:lnTo>
                    <a:pt x="746" y="0"/>
                  </a:lnTo>
                  <a:lnTo>
                    <a:pt x="782" y="0"/>
                  </a:lnTo>
                  <a:lnTo>
                    <a:pt x="809" y="0"/>
                  </a:lnTo>
                  <a:lnTo>
                    <a:pt x="836" y="0"/>
                  </a:lnTo>
                  <a:lnTo>
                    <a:pt x="855" y="0"/>
                  </a:lnTo>
                  <a:lnTo>
                    <a:pt x="882" y="0"/>
                  </a:lnTo>
                  <a:lnTo>
                    <a:pt x="918" y="9"/>
                  </a:lnTo>
                  <a:lnTo>
                    <a:pt x="945" y="9"/>
                  </a:lnTo>
                  <a:lnTo>
                    <a:pt x="964" y="18"/>
                  </a:lnTo>
                  <a:lnTo>
                    <a:pt x="991" y="27"/>
                  </a:lnTo>
                  <a:lnTo>
                    <a:pt x="1018" y="36"/>
                  </a:lnTo>
                  <a:lnTo>
                    <a:pt x="1045" y="36"/>
                  </a:lnTo>
                  <a:lnTo>
                    <a:pt x="1064" y="36"/>
                  </a:lnTo>
                  <a:lnTo>
                    <a:pt x="1109" y="36"/>
                  </a:lnTo>
                  <a:lnTo>
                    <a:pt x="1136" y="45"/>
                  </a:lnTo>
                  <a:lnTo>
                    <a:pt x="1155" y="45"/>
                  </a:lnTo>
                  <a:lnTo>
                    <a:pt x="1200" y="36"/>
                  </a:lnTo>
                  <a:lnTo>
                    <a:pt x="1236" y="27"/>
                  </a:lnTo>
                  <a:lnTo>
                    <a:pt x="1264" y="27"/>
                  </a:lnTo>
                  <a:lnTo>
                    <a:pt x="1300" y="9"/>
                  </a:lnTo>
                  <a:lnTo>
                    <a:pt x="1336" y="9"/>
                  </a:lnTo>
                  <a:lnTo>
                    <a:pt x="1364" y="9"/>
                  </a:lnTo>
                  <a:lnTo>
                    <a:pt x="1400" y="9"/>
                  </a:lnTo>
                  <a:lnTo>
                    <a:pt x="1436" y="9"/>
                  </a:lnTo>
                  <a:lnTo>
                    <a:pt x="1455" y="27"/>
                  </a:lnTo>
                  <a:lnTo>
                    <a:pt x="1491" y="27"/>
                  </a:lnTo>
                  <a:lnTo>
                    <a:pt x="1518" y="27"/>
                  </a:lnTo>
                  <a:lnTo>
                    <a:pt x="1545" y="45"/>
                  </a:lnTo>
                  <a:lnTo>
                    <a:pt x="1564" y="45"/>
                  </a:lnTo>
                  <a:lnTo>
                    <a:pt x="1609" y="55"/>
                  </a:lnTo>
                  <a:lnTo>
                    <a:pt x="1636" y="64"/>
                  </a:lnTo>
                  <a:lnTo>
                    <a:pt x="1700" y="64"/>
                  </a:lnTo>
                  <a:lnTo>
                    <a:pt x="1727" y="64"/>
                  </a:lnTo>
                  <a:lnTo>
                    <a:pt x="1764" y="73"/>
                  </a:lnTo>
                  <a:lnTo>
                    <a:pt x="1809" y="91"/>
                  </a:lnTo>
                  <a:lnTo>
                    <a:pt x="1864" y="109"/>
                  </a:lnTo>
                  <a:lnTo>
                    <a:pt x="1900" y="109"/>
                  </a:lnTo>
                  <a:lnTo>
                    <a:pt x="1936" y="136"/>
                  </a:lnTo>
                  <a:lnTo>
                    <a:pt x="1973" y="154"/>
                  </a:lnTo>
                  <a:lnTo>
                    <a:pt x="2000" y="173"/>
                  </a:lnTo>
                  <a:lnTo>
                    <a:pt x="2027" y="173"/>
                  </a:lnTo>
                  <a:lnTo>
                    <a:pt x="2054" y="200"/>
                  </a:lnTo>
                  <a:lnTo>
                    <a:pt x="2082" y="218"/>
                  </a:lnTo>
                  <a:lnTo>
                    <a:pt x="2109" y="218"/>
                  </a:lnTo>
                  <a:lnTo>
                    <a:pt x="2136" y="236"/>
                  </a:lnTo>
                  <a:lnTo>
                    <a:pt x="2164" y="254"/>
                  </a:lnTo>
                  <a:lnTo>
                    <a:pt x="2200" y="273"/>
                  </a:lnTo>
                  <a:lnTo>
                    <a:pt x="2227" y="282"/>
                  </a:lnTo>
                  <a:lnTo>
                    <a:pt x="2227" y="309"/>
                  </a:lnTo>
                  <a:lnTo>
                    <a:pt x="2200" y="327"/>
                  </a:lnTo>
                  <a:lnTo>
                    <a:pt x="2173" y="327"/>
                  </a:lnTo>
                  <a:lnTo>
                    <a:pt x="2145" y="327"/>
                  </a:lnTo>
                  <a:lnTo>
                    <a:pt x="2118" y="318"/>
                  </a:lnTo>
                  <a:lnTo>
                    <a:pt x="2091" y="309"/>
                  </a:lnTo>
                  <a:lnTo>
                    <a:pt x="2064" y="300"/>
                  </a:lnTo>
                  <a:lnTo>
                    <a:pt x="2045" y="300"/>
                  </a:lnTo>
                  <a:lnTo>
                    <a:pt x="2027" y="273"/>
                  </a:lnTo>
                  <a:lnTo>
                    <a:pt x="1991" y="254"/>
                  </a:lnTo>
                  <a:lnTo>
                    <a:pt x="1954" y="254"/>
                  </a:lnTo>
                  <a:lnTo>
                    <a:pt x="1918" y="273"/>
                  </a:lnTo>
                  <a:lnTo>
                    <a:pt x="1891" y="273"/>
                  </a:lnTo>
                  <a:lnTo>
                    <a:pt x="1854" y="273"/>
                  </a:lnTo>
                  <a:lnTo>
                    <a:pt x="1827" y="282"/>
                  </a:lnTo>
                  <a:lnTo>
                    <a:pt x="1791" y="291"/>
                  </a:lnTo>
                  <a:lnTo>
                    <a:pt x="1755" y="291"/>
                  </a:lnTo>
                  <a:lnTo>
                    <a:pt x="1736" y="291"/>
                  </a:lnTo>
                  <a:lnTo>
                    <a:pt x="1700" y="282"/>
                  </a:lnTo>
                  <a:lnTo>
                    <a:pt x="1664" y="273"/>
                  </a:lnTo>
                  <a:lnTo>
                    <a:pt x="1645" y="273"/>
                  </a:lnTo>
                  <a:lnTo>
                    <a:pt x="1618" y="273"/>
                  </a:lnTo>
                  <a:lnTo>
                    <a:pt x="1582" y="291"/>
                  </a:lnTo>
                  <a:lnTo>
                    <a:pt x="1555" y="300"/>
                  </a:lnTo>
                  <a:lnTo>
                    <a:pt x="1536" y="300"/>
                  </a:lnTo>
                  <a:lnTo>
                    <a:pt x="1500" y="300"/>
                  </a:lnTo>
                  <a:lnTo>
                    <a:pt x="1464" y="282"/>
                  </a:lnTo>
                  <a:lnTo>
                    <a:pt x="1436" y="264"/>
                  </a:lnTo>
                  <a:lnTo>
                    <a:pt x="1409" y="245"/>
                  </a:lnTo>
                  <a:lnTo>
                    <a:pt x="1364" y="227"/>
                  </a:lnTo>
                  <a:lnTo>
                    <a:pt x="1336" y="218"/>
                  </a:lnTo>
                  <a:lnTo>
                    <a:pt x="1300" y="227"/>
                  </a:lnTo>
                  <a:lnTo>
                    <a:pt x="1273" y="227"/>
                  </a:lnTo>
                  <a:lnTo>
                    <a:pt x="1218" y="209"/>
                  </a:lnTo>
                  <a:lnTo>
                    <a:pt x="1182" y="191"/>
                  </a:lnTo>
                  <a:lnTo>
                    <a:pt x="1155" y="173"/>
                  </a:lnTo>
                  <a:lnTo>
                    <a:pt x="1136" y="173"/>
                  </a:lnTo>
                  <a:lnTo>
                    <a:pt x="1109" y="164"/>
                  </a:lnTo>
                  <a:lnTo>
                    <a:pt x="1082" y="182"/>
                  </a:lnTo>
                  <a:lnTo>
                    <a:pt x="1045" y="200"/>
                  </a:lnTo>
                  <a:lnTo>
                    <a:pt x="1018" y="218"/>
                  </a:lnTo>
                  <a:lnTo>
                    <a:pt x="982" y="227"/>
                  </a:lnTo>
                  <a:lnTo>
                    <a:pt x="955" y="236"/>
                  </a:lnTo>
                  <a:lnTo>
                    <a:pt x="909" y="236"/>
                  </a:lnTo>
                  <a:lnTo>
                    <a:pt x="873" y="236"/>
                  </a:lnTo>
                  <a:lnTo>
                    <a:pt x="836" y="236"/>
                  </a:lnTo>
                  <a:lnTo>
                    <a:pt x="709" y="236"/>
                  </a:lnTo>
                  <a:lnTo>
                    <a:pt x="655" y="236"/>
                  </a:lnTo>
                  <a:lnTo>
                    <a:pt x="618" y="236"/>
                  </a:lnTo>
                  <a:lnTo>
                    <a:pt x="491" y="236"/>
                  </a:lnTo>
                  <a:lnTo>
                    <a:pt x="491" y="254"/>
                  </a:lnTo>
                  <a:lnTo>
                    <a:pt x="491" y="273"/>
                  </a:lnTo>
                  <a:lnTo>
                    <a:pt x="491" y="282"/>
                  </a:lnTo>
                  <a:lnTo>
                    <a:pt x="409" y="300"/>
                  </a:lnTo>
                  <a:lnTo>
                    <a:pt x="382" y="300"/>
                  </a:lnTo>
                  <a:lnTo>
                    <a:pt x="346" y="327"/>
                  </a:lnTo>
                  <a:lnTo>
                    <a:pt x="327" y="327"/>
                  </a:lnTo>
                  <a:lnTo>
                    <a:pt x="300" y="327"/>
                  </a:lnTo>
                  <a:lnTo>
                    <a:pt x="273" y="309"/>
                  </a:lnTo>
                  <a:lnTo>
                    <a:pt x="255" y="273"/>
                  </a:lnTo>
                  <a:lnTo>
                    <a:pt x="236" y="273"/>
                  </a:lnTo>
                  <a:lnTo>
                    <a:pt x="209" y="254"/>
                  </a:lnTo>
                  <a:lnTo>
                    <a:pt x="182" y="236"/>
                  </a:lnTo>
                  <a:lnTo>
                    <a:pt x="155" y="227"/>
                  </a:lnTo>
                  <a:lnTo>
                    <a:pt x="136" y="236"/>
                  </a:lnTo>
                  <a:lnTo>
                    <a:pt x="109" y="245"/>
                  </a:lnTo>
                  <a:lnTo>
                    <a:pt x="91" y="264"/>
                  </a:lnTo>
                  <a:lnTo>
                    <a:pt x="64" y="264"/>
                  </a:lnTo>
                  <a:lnTo>
                    <a:pt x="37" y="245"/>
                  </a:lnTo>
                  <a:lnTo>
                    <a:pt x="18" y="245"/>
                  </a:lnTo>
                  <a:lnTo>
                    <a:pt x="0" y="218"/>
                  </a:lnTo>
                  <a:lnTo>
                    <a:pt x="37" y="200"/>
                  </a:lnTo>
                  <a:lnTo>
                    <a:pt x="73" y="182"/>
                  </a:lnTo>
                  <a:lnTo>
                    <a:pt x="100" y="173"/>
                  </a:lnTo>
                  <a:lnTo>
                    <a:pt x="136" y="164"/>
                  </a:lnTo>
                  <a:lnTo>
                    <a:pt x="155" y="154"/>
                  </a:lnTo>
                  <a:lnTo>
                    <a:pt x="182" y="136"/>
                  </a:lnTo>
                  <a:lnTo>
                    <a:pt x="209" y="118"/>
                  </a:lnTo>
                  <a:lnTo>
                    <a:pt x="236" y="100"/>
                  </a:lnTo>
                  <a:lnTo>
                    <a:pt x="299" y="77"/>
                  </a:lnTo>
                </a:path>
              </a:pathLst>
            </a:custGeom>
            <a:gradFill rotWithShape="0">
              <a:gsLst>
                <a:gs pos="0">
                  <a:srgbClr val="00AE00"/>
                </a:gs>
                <a:gs pos="100000">
                  <a:srgbClr val="00AE00">
                    <a:gamma/>
                    <a:tint val="50196"/>
                    <a:invGamma/>
                  </a:srgbClr>
                </a:gs>
              </a:gsLst>
              <a:lin ang="5400000" scaled="1"/>
            </a:gradFill>
            <a:ln w="12700" cap="rnd" cmpd="sng">
              <a:solidFill>
                <a:schemeClr val="tx1"/>
              </a:solid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latin typeface="Times New Roman" panose="02020603050405020304" pitchFamily="18" charset="0"/>
                <a:ea typeface="宋体" panose="02010600030101010101" pitchFamily="2" charset="-122"/>
              </a:endParaRPr>
            </a:p>
          </p:txBody>
        </p:sp>
        <p:grpSp>
          <p:nvGrpSpPr>
            <p:cNvPr id="48442" name="Group 313"/>
            <p:cNvGrpSpPr/>
            <p:nvPr/>
          </p:nvGrpSpPr>
          <p:grpSpPr>
            <a:xfrm>
              <a:off x="3116" y="2245"/>
              <a:ext cx="284" cy="393"/>
              <a:chOff x="3116" y="2245"/>
              <a:chExt cx="284" cy="393"/>
            </a:xfrm>
          </p:grpSpPr>
          <p:sp>
            <p:nvSpPr>
              <p:cNvPr id="48443" name="Freeform 314"/>
              <p:cNvSpPr/>
              <p:nvPr/>
            </p:nvSpPr>
            <p:spPr>
              <a:xfrm>
                <a:off x="3116" y="2364"/>
                <a:ext cx="284" cy="274"/>
              </a:xfrm>
              <a:custGeom>
                <a:avLst/>
                <a:gdLst/>
                <a:ahLst/>
                <a:cxnLst>
                  <a:cxn ang="0">
                    <a:pos x="105" y="0"/>
                  </a:cxn>
                  <a:cxn ang="0">
                    <a:pos x="166" y="0"/>
                  </a:cxn>
                  <a:cxn ang="0">
                    <a:pos x="283" y="273"/>
                  </a:cxn>
                  <a:cxn ang="0">
                    <a:pos x="161" y="22"/>
                  </a:cxn>
                  <a:cxn ang="0">
                    <a:pos x="144" y="273"/>
                  </a:cxn>
                  <a:cxn ang="0">
                    <a:pos x="111" y="22"/>
                  </a:cxn>
                  <a:cxn ang="0">
                    <a:pos x="0" y="273"/>
                  </a:cxn>
                  <a:cxn ang="0">
                    <a:pos x="105" y="0"/>
                  </a:cxn>
                </a:cxnLst>
                <a:rect l="0" t="0" r="0" b="0"/>
                <a:pathLst>
                  <a:path w="284" h="274">
                    <a:moveTo>
                      <a:pt x="105" y="0"/>
                    </a:moveTo>
                    <a:lnTo>
                      <a:pt x="166" y="0"/>
                    </a:lnTo>
                    <a:lnTo>
                      <a:pt x="283" y="273"/>
                    </a:lnTo>
                    <a:lnTo>
                      <a:pt x="161" y="22"/>
                    </a:lnTo>
                    <a:lnTo>
                      <a:pt x="144" y="273"/>
                    </a:lnTo>
                    <a:lnTo>
                      <a:pt x="111" y="22"/>
                    </a:lnTo>
                    <a:lnTo>
                      <a:pt x="0" y="273"/>
                    </a:lnTo>
                    <a:lnTo>
                      <a:pt x="105"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48444" name="Freeform 315"/>
              <p:cNvSpPr/>
              <p:nvPr/>
            </p:nvSpPr>
            <p:spPr>
              <a:xfrm>
                <a:off x="3296" y="2384"/>
                <a:ext cx="46" cy="38"/>
              </a:xfrm>
              <a:custGeom>
                <a:avLst/>
                <a:gdLst/>
                <a:ahLst/>
                <a:cxnLst>
                  <a:cxn ang="0">
                    <a:pos x="0" y="4"/>
                  </a:cxn>
                  <a:cxn ang="0">
                    <a:pos x="13" y="37"/>
                  </a:cxn>
                  <a:cxn ang="0">
                    <a:pos x="45" y="31"/>
                  </a:cxn>
                  <a:cxn ang="0">
                    <a:pos x="31" y="0"/>
                  </a:cxn>
                  <a:cxn ang="0">
                    <a:pos x="0" y="4"/>
                  </a:cxn>
                </a:cxnLst>
                <a:rect l="0" t="0" r="0" b="0"/>
                <a:pathLst>
                  <a:path w="46" h="38">
                    <a:moveTo>
                      <a:pt x="0" y="4"/>
                    </a:moveTo>
                    <a:lnTo>
                      <a:pt x="13" y="37"/>
                    </a:lnTo>
                    <a:lnTo>
                      <a:pt x="45" y="31"/>
                    </a:lnTo>
                    <a:lnTo>
                      <a:pt x="31"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48445" name="Rectangle 316"/>
              <p:cNvSpPr/>
              <p:nvPr/>
            </p:nvSpPr>
            <p:spPr>
              <a:xfrm>
                <a:off x="3317" y="2332"/>
                <a:ext cx="12" cy="9"/>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46" name="Line 317"/>
              <p:cNvSpPr/>
              <p:nvPr/>
            </p:nvSpPr>
            <p:spPr>
              <a:xfrm>
                <a:off x="3318" y="2330"/>
                <a:ext cx="0" cy="2"/>
              </a:xfrm>
              <a:prstGeom prst="line">
                <a:avLst/>
              </a:prstGeom>
              <a:ln w="12700" cap="flat" cmpd="sng">
                <a:solidFill>
                  <a:srgbClr val="FFFFFF"/>
                </a:solidFill>
                <a:prstDash val="solid"/>
                <a:headEnd type="none" w="med" len="med"/>
                <a:tailEnd type="none" w="med" len="med"/>
              </a:ln>
            </p:spPr>
          </p:sp>
          <p:sp>
            <p:nvSpPr>
              <p:cNvPr id="48447" name="Freeform 318"/>
              <p:cNvSpPr/>
              <p:nvPr/>
            </p:nvSpPr>
            <p:spPr>
              <a:xfrm>
                <a:off x="3309" y="2323"/>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8448" name="Line 319"/>
              <p:cNvSpPr/>
              <p:nvPr/>
            </p:nvSpPr>
            <p:spPr>
              <a:xfrm>
                <a:off x="3317" y="2330"/>
                <a:ext cx="0" cy="2"/>
              </a:xfrm>
              <a:prstGeom prst="line">
                <a:avLst/>
              </a:prstGeom>
              <a:ln w="12700" cap="flat" cmpd="sng">
                <a:solidFill>
                  <a:srgbClr val="FFFFFF"/>
                </a:solidFill>
                <a:prstDash val="solid"/>
                <a:headEnd type="none" w="med" len="med"/>
                <a:tailEnd type="none" w="med" len="med"/>
              </a:ln>
            </p:spPr>
          </p:sp>
          <p:sp>
            <p:nvSpPr>
              <p:cNvPr id="48449" name="Freeform 320"/>
              <p:cNvSpPr/>
              <p:nvPr/>
            </p:nvSpPr>
            <p:spPr>
              <a:xfrm>
                <a:off x="3308" y="2323"/>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8450" name="Line 321"/>
              <p:cNvSpPr/>
              <p:nvPr/>
            </p:nvSpPr>
            <p:spPr>
              <a:xfrm>
                <a:off x="3315" y="2330"/>
                <a:ext cx="0" cy="2"/>
              </a:xfrm>
              <a:prstGeom prst="line">
                <a:avLst/>
              </a:prstGeom>
              <a:ln w="12700" cap="flat" cmpd="sng">
                <a:solidFill>
                  <a:srgbClr val="FFFFFF"/>
                </a:solidFill>
                <a:prstDash val="solid"/>
                <a:headEnd type="none" w="med" len="med"/>
                <a:tailEnd type="none" w="med" len="med"/>
              </a:ln>
            </p:spPr>
          </p:sp>
          <p:sp>
            <p:nvSpPr>
              <p:cNvPr id="48451" name="Freeform 322"/>
              <p:cNvSpPr/>
              <p:nvPr/>
            </p:nvSpPr>
            <p:spPr>
              <a:xfrm>
                <a:off x="3308" y="2323"/>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8452" name="Line 323"/>
              <p:cNvSpPr/>
              <p:nvPr/>
            </p:nvSpPr>
            <p:spPr>
              <a:xfrm>
                <a:off x="3314" y="2330"/>
                <a:ext cx="0" cy="2"/>
              </a:xfrm>
              <a:prstGeom prst="line">
                <a:avLst/>
              </a:prstGeom>
              <a:ln w="12700" cap="flat" cmpd="sng">
                <a:solidFill>
                  <a:srgbClr val="FFFFFF"/>
                </a:solidFill>
                <a:prstDash val="solid"/>
                <a:headEnd type="none" w="med" len="med"/>
                <a:tailEnd type="none" w="med" len="med"/>
              </a:ln>
            </p:spPr>
          </p:sp>
          <p:sp>
            <p:nvSpPr>
              <p:cNvPr id="48453" name="Freeform 324"/>
              <p:cNvSpPr/>
              <p:nvPr/>
            </p:nvSpPr>
            <p:spPr>
              <a:xfrm>
                <a:off x="3308" y="2323"/>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8454" name="Line 325"/>
              <p:cNvSpPr/>
              <p:nvPr/>
            </p:nvSpPr>
            <p:spPr>
              <a:xfrm>
                <a:off x="3313" y="2330"/>
                <a:ext cx="0" cy="2"/>
              </a:xfrm>
              <a:prstGeom prst="line">
                <a:avLst/>
              </a:prstGeom>
              <a:ln w="12700" cap="flat" cmpd="sng">
                <a:solidFill>
                  <a:srgbClr val="FFFFFF"/>
                </a:solidFill>
                <a:prstDash val="solid"/>
                <a:headEnd type="none" w="med" len="med"/>
                <a:tailEnd type="none" w="med" len="med"/>
              </a:ln>
            </p:spPr>
          </p:sp>
          <p:sp>
            <p:nvSpPr>
              <p:cNvPr id="48455" name="Freeform 326"/>
              <p:cNvSpPr/>
              <p:nvPr/>
            </p:nvSpPr>
            <p:spPr>
              <a:xfrm>
                <a:off x="3308" y="2323"/>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8456" name="Line 327"/>
              <p:cNvSpPr/>
              <p:nvPr/>
            </p:nvSpPr>
            <p:spPr>
              <a:xfrm>
                <a:off x="3313" y="2330"/>
                <a:ext cx="0" cy="2"/>
              </a:xfrm>
              <a:prstGeom prst="line">
                <a:avLst/>
              </a:prstGeom>
              <a:ln w="12700" cap="flat" cmpd="sng">
                <a:solidFill>
                  <a:srgbClr val="FFFFFF"/>
                </a:solidFill>
                <a:prstDash val="solid"/>
                <a:headEnd type="none" w="med" len="med"/>
                <a:tailEnd type="none" w="med" len="med"/>
              </a:ln>
            </p:spPr>
          </p:sp>
          <p:sp>
            <p:nvSpPr>
              <p:cNvPr id="48457" name="Freeform 328"/>
              <p:cNvSpPr/>
              <p:nvPr/>
            </p:nvSpPr>
            <p:spPr>
              <a:xfrm>
                <a:off x="3308" y="2323"/>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8458" name="Rectangle 329"/>
              <p:cNvSpPr/>
              <p:nvPr/>
            </p:nvSpPr>
            <p:spPr>
              <a:xfrm>
                <a:off x="3317" y="2323"/>
                <a:ext cx="12"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59" name="Freeform 330"/>
              <p:cNvSpPr/>
              <p:nvPr/>
            </p:nvSpPr>
            <p:spPr>
              <a:xfrm>
                <a:off x="3313" y="2307"/>
                <a:ext cx="21" cy="18"/>
              </a:xfrm>
              <a:custGeom>
                <a:avLst/>
                <a:gdLst/>
                <a:ahLst/>
                <a:cxnLst>
                  <a:cxn ang="0">
                    <a:pos x="20" y="17"/>
                  </a:cxn>
                  <a:cxn ang="0">
                    <a:pos x="15" y="5"/>
                  </a:cxn>
                  <a:cxn ang="0">
                    <a:pos x="15" y="0"/>
                  </a:cxn>
                  <a:cxn ang="0">
                    <a:pos x="8" y="0"/>
                  </a:cxn>
                  <a:cxn ang="0">
                    <a:pos x="8" y="5"/>
                  </a:cxn>
                  <a:cxn ang="0">
                    <a:pos x="0" y="17"/>
                  </a:cxn>
                  <a:cxn ang="0">
                    <a:pos x="20" y="17"/>
                  </a:cxn>
                </a:cxnLst>
                <a:rect l="0" t="0" r="0" b="0"/>
                <a:pathLst>
                  <a:path w="21" h="18">
                    <a:moveTo>
                      <a:pt x="20" y="17"/>
                    </a:moveTo>
                    <a:lnTo>
                      <a:pt x="15" y="5"/>
                    </a:lnTo>
                    <a:lnTo>
                      <a:pt x="15" y="0"/>
                    </a:lnTo>
                    <a:lnTo>
                      <a:pt x="8" y="0"/>
                    </a:lnTo>
                    <a:lnTo>
                      <a:pt x="8" y="5"/>
                    </a:lnTo>
                    <a:lnTo>
                      <a:pt x="0" y="17"/>
                    </a:lnTo>
                    <a:lnTo>
                      <a:pt x="20" y="17"/>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48460" name="Rectangle 331"/>
              <p:cNvSpPr/>
              <p:nvPr/>
            </p:nvSpPr>
            <p:spPr>
              <a:xfrm>
                <a:off x="3319" y="2250"/>
                <a:ext cx="13" cy="5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61" name="Freeform 332"/>
              <p:cNvSpPr/>
              <p:nvPr/>
            </p:nvSpPr>
            <p:spPr>
              <a:xfrm>
                <a:off x="3313" y="2245"/>
                <a:ext cx="21" cy="18"/>
              </a:xfrm>
              <a:custGeom>
                <a:avLst/>
                <a:gdLst/>
                <a:ahLst/>
                <a:cxnLst>
                  <a:cxn ang="0">
                    <a:pos x="16" y="13"/>
                  </a:cxn>
                  <a:cxn ang="0">
                    <a:pos x="20" y="13"/>
                  </a:cxn>
                  <a:cxn ang="0">
                    <a:pos x="20" y="10"/>
                  </a:cxn>
                  <a:cxn ang="0">
                    <a:pos x="20" y="7"/>
                  </a:cxn>
                  <a:cxn ang="0">
                    <a:pos x="20" y="6"/>
                  </a:cxn>
                  <a:cxn ang="0">
                    <a:pos x="20" y="3"/>
                  </a:cxn>
                  <a:cxn ang="0">
                    <a:pos x="20" y="0"/>
                  </a:cxn>
                  <a:cxn ang="0">
                    <a:pos x="16" y="0"/>
                  </a:cxn>
                  <a:cxn ang="0">
                    <a:pos x="8" y="0"/>
                  </a:cxn>
                  <a:cxn ang="0">
                    <a:pos x="0" y="0"/>
                  </a:cxn>
                  <a:cxn ang="0">
                    <a:pos x="0" y="3"/>
                  </a:cxn>
                  <a:cxn ang="0">
                    <a:pos x="0" y="6"/>
                  </a:cxn>
                  <a:cxn ang="0">
                    <a:pos x="0" y="7"/>
                  </a:cxn>
                  <a:cxn ang="0">
                    <a:pos x="0" y="10"/>
                  </a:cxn>
                  <a:cxn ang="0">
                    <a:pos x="8" y="10"/>
                  </a:cxn>
                  <a:cxn ang="0">
                    <a:pos x="8" y="13"/>
                  </a:cxn>
                  <a:cxn ang="0">
                    <a:pos x="8" y="17"/>
                  </a:cxn>
                  <a:cxn ang="0">
                    <a:pos x="16" y="17"/>
                  </a:cxn>
                  <a:cxn ang="0">
                    <a:pos x="16" y="13"/>
                  </a:cxn>
                </a:cxnLst>
                <a:rect l="0" t="0" r="0" b="0"/>
                <a:pathLst>
                  <a:path w="21" h="18">
                    <a:moveTo>
                      <a:pt x="16" y="13"/>
                    </a:moveTo>
                    <a:lnTo>
                      <a:pt x="20" y="13"/>
                    </a:lnTo>
                    <a:lnTo>
                      <a:pt x="20" y="10"/>
                    </a:lnTo>
                    <a:lnTo>
                      <a:pt x="20" y="7"/>
                    </a:lnTo>
                    <a:lnTo>
                      <a:pt x="20" y="6"/>
                    </a:lnTo>
                    <a:lnTo>
                      <a:pt x="20" y="3"/>
                    </a:lnTo>
                    <a:lnTo>
                      <a:pt x="20" y="0"/>
                    </a:lnTo>
                    <a:lnTo>
                      <a:pt x="16" y="0"/>
                    </a:lnTo>
                    <a:lnTo>
                      <a:pt x="8" y="0"/>
                    </a:lnTo>
                    <a:lnTo>
                      <a:pt x="0" y="0"/>
                    </a:lnTo>
                    <a:lnTo>
                      <a:pt x="0" y="3"/>
                    </a:lnTo>
                    <a:lnTo>
                      <a:pt x="0" y="6"/>
                    </a:lnTo>
                    <a:lnTo>
                      <a:pt x="0" y="7"/>
                    </a:lnTo>
                    <a:lnTo>
                      <a:pt x="0" y="10"/>
                    </a:lnTo>
                    <a:lnTo>
                      <a:pt x="8" y="10"/>
                    </a:lnTo>
                    <a:lnTo>
                      <a:pt x="8" y="13"/>
                    </a:lnTo>
                    <a:lnTo>
                      <a:pt x="8" y="17"/>
                    </a:lnTo>
                    <a:lnTo>
                      <a:pt x="16" y="17"/>
                    </a:lnTo>
                    <a:lnTo>
                      <a:pt x="16"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48462" name="Rectangle 333"/>
              <p:cNvSpPr/>
              <p:nvPr/>
            </p:nvSpPr>
            <p:spPr>
              <a:xfrm>
                <a:off x="3317" y="2336"/>
                <a:ext cx="12" cy="66"/>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63" name="Freeform 334"/>
              <p:cNvSpPr/>
              <p:nvPr/>
            </p:nvSpPr>
            <p:spPr>
              <a:xfrm>
                <a:off x="3295" y="2385"/>
                <a:ext cx="30" cy="37"/>
              </a:xfrm>
              <a:custGeom>
                <a:avLst/>
                <a:gdLst/>
                <a:ahLst/>
                <a:cxnLst>
                  <a:cxn ang="0">
                    <a:pos x="0" y="3"/>
                  </a:cxn>
                  <a:cxn ang="0">
                    <a:pos x="12" y="36"/>
                  </a:cxn>
                  <a:cxn ang="0">
                    <a:pos x="29" y="32"/>
                  </a:cxn>
                  <a:cxn ang="0">
                    <a:pos x="17" y="0"/>
                  </a:cxn>
                  <a:cxn ang="0">
                    <a:pos x="0" y="3"/>
                  </a:cxn>
                </a:cxnLst>
                <a:rect l="0" t="0" r="0" b="0"/>
                <a:pathLst>
                  <a:path w="30" h="37">
                    <a:moveTo>
                      <a:pt x="0" y="3"/>
                    </a:moveTo>
                    <a:lnTo>
                      <a:pt x="12" y="36"/>
                    </a:lnTo>
                    <a:lnTo>
                      <a:pt x="29" y="32"/>
                    </a:lnTo>
                    <a:lnTo>
                      <a:pt x="17"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48464" name="Freeform 335"/>
              <p:cNvSpPr/>
              <p:nvPr/>
            </p:nvSpPr>
            <p:spPr>
              <a:xfrm>
                <a:off x="3197" y="2266"/>
                <a:ext cx="107" cy="38"/>
              </a:xfrm>
              <a:custGeom>
                <a:avLst/>
                <a:gdLst/>
                <a:ahLst/>
                <a:cxnLst>
                  <a:cxn ang="0">
                    <a:pos x="0" y="10"/>
                  </a:cxn>
                  <a:cxn ang="0">
                    <a:pos x="53" y="0"/>
                  </a:cxn>
                  <a:cxn ang="0">
                    <a:pos x="106" y="10"/>
                  </a:cxn>
                  <a:cxn ang="0">
                    <a:pos x="106" y="30"/>
                  </a:cxn>
                  <a:cxn ang="0">
                    <a:pos x="102" y="33"/>
                  </a:cxn>
                  <a:cxn ang="0">
                    <a:pos x="73" y="37"/>
                  </a:cxn>
                  <a:cxn ang="0">
                    <a:pos x="70" y="37"/>
                  </a:cxn>
                  <a:cxn ang="0">
                    <a:pos x="37" y="37"/>
                  </a:cxn>
                  <a:cxn ang="0">
                    <a:pos x="32" y="37"/>
                  </a:cxn>
                  <a:cxn ang="0">
                    <a:pos x="4" y="33"/>
                  </a:cxn>
                  <a:cxn ang="0">
                    <a:pos x="0" y="30"/>
                  </a:cxn>
                  <a:cxn ang="0">
                    <a:pos x="0" y="10"/>
                  </a:cxn>
                </a:cxnLst>
                <a:rect l="0" t="0" r="0" b="0"/>
                <a:pathLst>
                  <a:path w="107" h="38">
                    <a:moveTo>
                      <a:pt x="0" y="10"/>
                    </a:moveTo>
                    <a:lnTo>
                      <a:pt x="53" y="0"/>
                    </a:lnTo>
                    <a:lnTo>
                      <a:pt x="106" y="10"/>
                    </a:lnTo>
                    <a:lnTo>
                      <a:pt x="106" y="30"/>
                    </a:lnTo>
                    <a:lnTo>
                      <a:pt x="102" y="33"/>
                    </a:lnTo>
                    <a:lnTo>
                      <a:pt x="73" y="37"/>
                    </a:lnTo>
                    <a:lnTo>
                      <a:pt x="70" y="37"/>
                    </a:lnTo>
                    <a:lnTo>
                      <a:pt x="37" y="37"/>
                    </a:lnTo>
                    <a:lnTo>
                      <a:pt x="32" y="37"/>
                    </a:lnTo>
                    <a:lnTo>
                      <a:pt x="4" y="33"/>
                    </a:lnTo>
                    <a:lnTo>
                      <a:pt x="0" y="30"/>
                    </a:lnTo>
                    <a:lnTo>
                      <a:pt x="0" y="1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8465" name="Rectangle 336"/>
              <p:cNvSpPr/>
              <p:nvPr/>
            </p:nvSpPr>
            <p:spPr>
              <a:xfrm>
                <a:off x="3202" y="2289"/>
                <a:ext cx="99" cy="9"/>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66" name="Freeform 337"/>
              <p:cNvSpPr/>
              <p:nvPr/>
            </p:nvSpPr>
            <p:spPr>
              <a:xfrm>
                <a:off x="3228" y="2303"/>
                <a:ext cx="46" cy="46"/>
              </a:xfrm>
              <a:custGeom>
                <a:avLst/>
                <a:gdLst/>
                <a:ahLst/>
                <a:cxnLst>
                  <a:cxn ang="0">
                    <a:pos x="19" y="6"/>
                  </a:cxn>
                  <a:cxn ang="0">
                    <a:pos x="19" y="17"/>
                  </a:cxn>
                  <a:cxn ang="0">
                    <a:pos x="17" y="17"/>
                  </a:cxn>
                  <a:cxn ang="0">
                    <a:pos x="17" y="26"/>
                  </a:cxn>
                  <a:cxn ang="0">
                    <a:pos x="9" y="26"/>
                  </a:cxn>
                  <a:cxn ang="0">
                    <a:pos x="9" y="34"/>
                  </a:cxn>
                  <a:cxn ang="0">
                    <a:pos x="0" y="34"/>
                  </a:cxn>
                  <a:cxn ang="0">
                    <a:pos x="0" y="45"/>
                  </a:cxn>
                  <a:cxn ang="0">
                    <a:pos x="45" y="45"/>
                  </a:cxn>
                  <a:cxn ang="0">
                    <a:pos x="45" y="34"/>
                  </a:cxn>
                  <a:cxn ang="0">
                    <a:pos x="36" y="34"/>
                  </a:cxn>
                  <a:cxn ang="0">
                    <a:pos x="36" y="26"/>
                  </a:cxn>
                  <a:cxn ang="0">
                    <a:pos x="27" y="26"/>
                  </a:cxn>
                  <a:cxn ang="0">
                    <a:pos x="27" y="17"/>
                  </a:cxn>
                  <a:cxn ang="0">
                    <a:pos x="24" y="17"/>
                  </a:cxn>
                  <a:cxn ang="0">
                    <a:pos x="24" y="6"/>
                  </a:cxn>
                  <a:cxn ang="0">
                    <a:pos x="23" y="3"/>
                  </a:cxn>
                  <a:cxn ang="0">
                    <a:pos x="24" y="3"/>
                  </a:cxn>
                  <a:cxn ang="0">
                    <a:pos x="24" y="0"/>
                  </a:cxn>
                  <a:cxn ang="0">
                    <a:pos x="19" y="0"/>
                  </a:cxn>
                  <a:cxn ang="0">
                    <a:pos x="19" y="3"/>
                  </a:cxn>
                  <a:cxn ang="0">
                    <a:pos x="20" y="4"/>
                  </a:cxn>
                  <a:cxn ang="0">
                    <a:pos x="19" y="6"/>
                  </a:cxn>
                </a:cxnLst>
                <a:rect l="0" t="0" r="0" b="0"/>
                <a:pathLst>
                  <a:path w="46" h="46">
                    <a:moveTo>
                      <a:pt x="19" y="6"/>
                    </a:moveTo>
                    <a:lnTo>
                      <a:pt x="19" y="17"/>
                    </a:lnTo>
                    <a:lnTo>
                      <a:pt x="17" y="17"/>
                    </a:lnTo>
                    <a:lnTo>
                      <a:pt x="17" y="26"/>
                    </a:lnTo>
                    <a:lnTo>
                      <a:pt x="9" y="26"/>
                    </a:lnTo>
                    <a:lnTo>
                      <a:pt x="9" y="34"/>
                    </a:lnTo>
                    <a:lnTo>
                      <a:pt x="0" y="34"/>
                    </a:lnTo>
                    <a:lnTo>
                      <a:pt x="0" y="45"/>
                    </a:lnTo>
                    <a:lnTo>
                      <a:pt x="45" y="45"/>
                    </a:lnTo>
                    <a:lnTo>
                      <a:pt x="45" y="34"/>
                    </a:lnTo>
                    <a:lnTo>
                      <a:pt x="36" y="34"/>
                    </a:lnTo>
                    <a:lnTo>
                      <a:pt x="36" y="26"/>
                    </a:lnTo>
                    <a:lnTo>
                      <a:pt x="27" y="26"/>
                    </a:lnTo>
                    <a:lnTo>
                      <a:pt x="27" y="17"/>
                    </a:lnTo>
                    <a:lnTo>
                      <a:pt x="24" y="17"/>
                    </a:lnTo>
                    <a:lnTo>
                      <a:pt x="24" y="6"/>
                    </a:lnTo>
                    <a:lnTo>
                      <a:pt x="23" y="3"/>
                    </a:lnTo>
                    <a:lnTo>
                      <a:pt x="24" y="3"/>
                    </a:lnTo>
                    <a:lnTo>
                      <a:pt x="24" y="0"/>
                    </a:lnTo>
                    <a:lnTo>
                      <a:pt x="19" y="0"/>
                    </a:lnTo>
                    <a:lnTo>
                      <a:pt x="19" y="3"/>
                    </a:lnTo>
                    <a:lnTo>
                      <a:pt x="20" y="4"/>
                    </a:lnTo>
                    <a:lnTo>
                      <a:pt x="19" y="6"/>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48467" name="Freeform 338"/>
              <p:cNvSpPr/>
              <p:nvPr/>
            </p:nvSpPr>
            <p:spPr>
              <a:xfrm>
                <a:off x="3229" y="2303"/>
                <a:ext cx="43" cy="18"/>
              </a:xfrm>
              <a:custGeom>
                <a:avLst/>
                <a:gdLst/>
                <a:ahLst/>
                <a:cxnLst>
                  <a:cxn ang="0">
                    <a:pos x="0" y="0"/>
                  </a:cxn>
                  <a:cxn ang="0">
                    <a:pos x="1" y="0"/>
                  </a:cxn>
                  <a:cxn ang="0">
                    <a:pos x="7" y="0"/>
                  </a:cxn>
                  <a:cxn ang="0">
                    <a:pos x="7" y="7"/>
                  </a:cxn>
                  <a:cxn ang="0">
                    <a:pos x="12" y="7"/>
                  </a:cxn>
                  <a:cxn ang="0">
                    <a:pos x="12" y="9"/>
                  </a:cxn>
                  <a:cxn ang="0">
                    <a:pos x="7" y="9"/>
                  </a:cxn>
                  <a:cxn ang="0">
                    <a:pos x="7" y="15"/>
                  </a:cxn>
                  <a:cxn ang="0">
                    <a:pos x="12" y="15"/>
                  </a:cxn>
                  <a:cxn ang="0">
                    <a:pos x="12" y="17"/>
                  </a:cxn>
                  <a:cxn ang="0">
                    <a:pos x="28" y="17"/>
                  </a:cxn>
                  <a:cxn ang="0">
                    <a:pos x="28" y="15"/>
                  </a:cxn>
                  <a:cxn ang="0">
                    <a:pos x="33" y="15"/>
                  </a:cxn>
                  <a:cxn ang="0">
                    <a:pos x="33" y="8"/>
                  </a:cxn>
                  <a:cxn ang="0">
                    <a:pos x="28" y="8"/>
                  </a:cxn>
                  <a:cxn ang="0">
                    <a:pos x="28" y="7"/>
                  </a:cxn>
                  <a:cxn ang="0">
                    <a:pos x="33" y="7"/>
                  </a:cxn>
                  <a:cxn ang="0">
                    <a:pos x="33" y="0"/>
                  </a:cxn>
                  <a:cxn ang="0">
                    <a:pos x="40" y="0"/>
                  </a:cxn>
                  <a:cxn ang="0">
                    <a:pos x="42" y="0"/>
                  </a:cxn>
                  <a:cxn ang="0">
                    <a:pos x="0" y="0"/>
                  </a:cxn>
                </a:cxnLst>
                <a:rect l="0" t="0" r="0" b="0"/>
                <a:pathLst>
                  <a:path w="43" h="18">
                    <a:moveTo>
                      <a:pt x="0" y="0"/>
                    </a:moveTo>
                    <a:lnTo>
                      <a:pt x="1" y="0"/>
                    </a:lnTo>
                    <a:lnTo>
                      <a:pt x="7" y="0"/>
                    </a:lnTo>
                    <a:lnTo>
                      <a:pt x="7" y="7"/>
                    </a:lnTo>
                    <a:lnTo>
                      <a:pt x="12" y="7"/>
                    </a:lnTo>
                    <a:lnTo>
                      <a:pt x="12" y="9"/>
                    </a:lnTo>
                    <a:lnTo>
                      <a:pt x="7" y="9"/>
                    </a:lnTo>
                    <a:lnTo>
                      <a:pt x="7" y="15"/>
                    </a:lnTo>
                    <a:lnTo>
                      <a:pt x="12" y="15"/>
                    </a:lnTo>
                    <a:lnTo>
                      <a:pt x="12" y="17"/>
                    </a:lnTo>
                    <a:lnTo>
                      <a:pt x="28" y="17"/>
                    </a:lnTo>
                    <a:lnTo>
                      <a:pt x="28" y="15"/>
                    </a:lnTo>
                    <a:lnTo>
                      <a:pt x="33" y="15"/>
                    </a:lnTo>
                    <a:lnTo>
                      <a:pt x="33" y="8"/>
                    </a:lnTo>
                    <a:lnTo>
                      <a:pt x="28" y="8"/>
                    </a:lnTo>
                    <a:lnTo>
                      <a:pt x="28" y="7"/>
                    </a:lnTo>
                    <a:lnTo>
                      <a:pt x="33" y="7"/>
                    </a:lnTo>
                    <a:lnTo>
                      <a:pt x="33" y="0"/>
                    </a:lnTo>
                    <a:lnTo>
                      <a:pt x="40" y="0"/>
                    </a:lnTo>
                    <a:lnTo>
                      <a:pt x="42"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8468" name="Rectangle 339"/>
              <p:cNvSpPr/>
              <p:nvPr/>
            </p:nvSpPr>
            <p:spPr>
              <a:xfrm>
                <a:off x="3220" y="2352"/>
                <a:ext cx="61" cy="9"/>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69" name="Rectangle 340"/>
              <p:cNvSpPr/>
              <p:nvPr/>
            </p:nvSpPr>
            <p:spPr>
              <a:xfrm>
                <a:off x="3220" y="2365"/>
                <a:ext cx="61"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8470" name="Freeform 341"/>
              <p:cNvSpPr/>
              <p:nvPr/>
            </p:nvSpPr>
            <p:spPr>
              <a:xfrm>
                <a:off x="3271" y="2354"/>
                <a:ext cx="21" cy="18"/>
              </a:xfrm>
              <a:custGeom>
                <a:avLst/>
                <a:gdLst/>
                <a:ahLst/>
                <a:cxnLst>
                  <a:cxn ang="0">
                    <a:pos x="3" y="0"/>
                  </a:cxn>
                  <a:cxn ang="0">
                    <a:pos x="3" y="10"/>
                  </a:cxn>
                  <a:cxn ang="0">
                    <a:pos x="0" y="10"/>
                  </a:cxn>
                  <a:cxn ang="0">
                    <a:pos x="0" y="15"/>
                  </a:cxn>
                  <a:cxn ang="0">
                    <a:pos x="4" y="15"/>
                  </a:cxn>
                  <a:cxn ang="0">
                    <a:pos x="4"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4" y="15"/>
                    </a:lnTo>
                    <a:lnTo>
                      <a:pt x="4"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8471" name="Freeform 342"/>
              <p:cNvSpPr/>
              <p:nvPr/>
            </p:nvSpPr>
            <p:spPr>
              <a:xfrm>
                <a:off x="3215" y="2354"/>
                <a:ext cx="21" cy="18"/>
              </a:xfrm>
              <a:custGeom>
                <a:avLst/>
                <a:gdLst/>
                <a:ahLst/>
                <a:cxnLst>
                  <a:cxn ang="0">
                    <a:pos x="3" y="0"/>
                  </a:cxn>
                  <a:cxn ang="0">
                    <a:pos x="3" y="10"/>
                  </a:cxn>
                  <a:cxn ang="0">
                    <a:pos x="0" y="10"/>
                  </a:cxn>
                  <a:cxn ang="0">
                    <a:pos x="0" y="15"/>
                  </a:cxn>
                  <a:cxn ang="0">
                    <a:pos x="3" y="15"/>
                  </a:cxn>
                  <a:cxn ang="0">
                    <a:pos x="3"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3" y="15"/>
                    </a:lnTo>
                    <a:lnTo>
                      <a:pt x="3"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8472" name="Freeform 343"/>
              <p:cNvSpPr/>
              <p:nvPr/>
            </p:nvSpPr>
            <p:spPr>
              <a:xfrm>
                <a:off x="3228" y="2347"/>
                <a:ext cx="46" cy="18"/>
              </a:xfrm>
              <a:custGeom>
                <a:avLst/>
                <a:gdLst/>
                <a:ahLst/>
                <a:cxnLst>
                  <a:cxn ang="0">
                    <a:pos x="0" y="0"/>
                  </a:cxn>
                  <a:cxn ang="0">
                    <a:pos x="0" y="17"/>
                  </a:cxn>
                  <a:cxn ang="0">
                    <a:pos x="45" y="17"/>
                  </a:cxn>
                  <a:cxn ang="0">
                    <a:pos x="45" y="6"/>
                  </a:cxn>
                </a:cxnLst>
                <a:rect l="0" t="0" r="0" b="0"/>
                <a:pathLst>
                  <a:path w="46" h="18">
                    <a:moveTo>
                      <a:pt x="0" y="0"/>
                    </a:moveTo>
                    <a:lnTo>
                      <a:pt x="0" y="17"/>
                    </a:lnTo>
                    <a:lnTo>
                      <a:pt x="45" y="17"/>
                    </a:lnTo>
                    <a:lnTo>
                      <a:pt x="45" y="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48473" name="Freeform 344"/>
              <p:cNvSpPr/>
              <p:nvPr/>
            </p:nvSpPr>
            <p:spPr>
              <a:xfrm>
                <a:off x="3219" y="2364"/>
                <a:ext cx="67" cy="18"/>
              </a:xfrm>
              <a:custGeom>
                <a:avLst/>
                <a:gdLst/>
                <a:ahLst/>
                <a:cxnLst>
                  <a:cxn ang="0">
                    <a:pos x="1" y="0"/>
                  </a:cxn>
                  <a:cxn ang="0">
                    <a:pos x="63" y="0"/>
                  </a:cxn>
                  <a:cxn ang="0">
                    <a:pos x="66" y="17"/>
                  </a:cxn>
                  <a:cxn ang="0">
                    <a:pos x="0" y="17"/>
                  </a:cxn>
                  <a:cxn ang="0">
                    <a:pos x="1" y="0"/>
                  </a:cxn>
                </a:cxnLst>
                <a:rect l="0" t="0" r="0" b="0"/>
                <a:pathLst>
                  <a:path w="67" h="18">
                    <a:moveTo>
                      <a:pt x="1" y="0"/>
                    </a:moveTo>
                    <a:lnTo>
                      <a:pt x="63" y="0"/>
                    </a:lnTo>
                    <a:lnTo>
                      <a:pt x="66" y="17"/>
                    </a:lnTo>
                    <a:lnTo>
                      <a:pt x="0" y="17"/>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48474" name="Line 345"/>
            <p:cNvSpPr/>
            <p:nvPr/>
          </p:nvSpPr>
          <p:spPr>
            <a:xfrm flipH="1">
              <a:off x="3469" y="2229"/>
              <a:ext cx="748" cy="0"/>
            </a:xfrm>
            <a:prstGeom prst="line">
              <a:avLst/>
            </a:prstGeom>
            <a:ln w="12700" cap="flat" cmpd="sng">
              <a:solidFill>
                <a:schemeClr val="tx1"/>
              </a:solidFill>
              <a:prstDash val="solid"/>
              <a:headEnd type="none" w="med" len="med"/>
              <a:tailEnd type="triangle" w="med" len="med"/>
            </a:ln>
          </p:spPr>
        </p:sp>
        <p:grpSp>
          <p:nvGrpSpPr>
            <p:cNvPr id="48475" name="Group 346"/>
            <p:cNvGrpSpPr/>
            <p:nvPr/>
          </p:nvGrpSpPr>
          <p:grpSpPr>
            <a:xfrm>
              <a:off x="4149" y="2029"/>
              <a:ext cx="1228" cy="401"/>
              <a:chOff x="4149" y="2029"/>
              <a:chExt cx="1228" cy="401"/>
            </a:xfrm>
          </p:grpSpPr>
          <p:sp>
            <p:nvSpPr>
              <p:cNvPr id="33115" name="Rectangle 347"/>
              <p:cNvSpPr>
                <a:spLocks noChangeArrowheads="1"/>
              </p:cNvSpPr>
              <p:nvPr/>
            </p:nvSpPr>
            <p:spPr bwMode="auto">
              <a:xfrm>
                <a:off x="4149" y="2029"/>
                <a:ext cx="1228" cy="401"/>
              </a:xfrm>
              <a:prstGeom prst="rect">
                <a:avLst/>
              </a:prstGeom>
              <a:solidFill>
                <a:srgbClr val="00CCFF"/>
              </a:solidFill>
              <a:ln w="12700">
                <a:solidFill>
                  <a:schemeClr val="tx1"/>
                </a:solidFill>
                <a:miter lim="800000"/>
              </a:ln>
              <a:effectLst>
                <a:outerShdw dist="107763" dir="2700000" algn="ctr" rotWithShape="0">
                  <a:schemeClr val="tx1"/>
                </a:outerShdw>
              </a:effectLst>
            </p:spPr>
            <p:txBody>
              <a:bodyPr wrap="none" anchor="ctr"/>
              <a:lstStyle/>
              <a:p>
                <a:pPr fontAlgn="base">
                  <a:spcBef>
                    <a:spcPct val="0"/>
                  </a:spcBef>
                  <a:spcAft>
                    <a:spcPct val="0"/>
                  </a:spcAft>
                  <a:defRPr/>
                </a:pPr>
                <a:endParaRPr lang="zh-CN" altLang="en-US" sz="3600">
                  <a:latin typeface="Times New Roman" panose="02020603050405020304" pitchFamily="18" charset="0"/>
                  <a:ea typeface="宋体" panose="02010600030101010101" pitchFamily="2" charset="-122"/>
                </a:endParaRPr>
              </a:p>
            </p:txBody>
          </p:sp>
          <p:sp>
            <p:nvSpPr>
              <p:cNvPr id="33116" name="Rectangle 348"/>
              <p:cNvSpPr>
                <a:spLocks noChangeArrowheads="1"/>
              </p:cNvSpPr>
              <p:nvPr/>
            </p:nvSpPr>
            <p:spPr bwMode="auto">
              <a:xfrm>
                <a:off x="4179" y="2136"/>
                <a:ext cx="891" cy="192"/>
              </a:xfrm>
              <a:prstGeom prst="rect">
                <a:avLst/>
              </a:prstGeom>
              <a:solidFill>
                <a:srgbClr val="00CCFF"/>
              </a:solidFill>
              <a:ln w="12700">
                <a:noFill/>
                <a:miter lim="800000"/>
              </a:ln>
              <a:effectLst/>
            </p:spPr>
            <p:txBody>
              <a:bodyPr wrap="none" lIns="90488" tIns="44450" rIns="90488" bIns="44450">
                <a:spAutoFit/>
              </a:bodyPr>
              <a:lstStyle/>
              <a:p>
                <a:pPr marL="390525" indent="-390525" defTabSz="1042670" eaLnBrk="0" fontAlgn="base" hangingPunct="0">
                  <a:spcBef>
                    <a:spcPct val="20000"/>
                  </a:spcBef>
                  <a:spcAft>
                    <a:spcPct val="0"/>
                  </a:spcAft>
                  <a:defRPr/>
                </a:pPr>
                <a:r>
                  <a:rPr kumimoji="1" lang="en-US" altLang="zh-CN" sz="1400" b="1" i="1">
                    <a:effectLst>
                      <a:outerShdw blurRad="38100" dist="38100" dir="2700000" algn="tl">
                        <a:srgbClr val="FFFFFF"/>
                      </a:outerShdw>
                    </a:effectLst>
                    <a:latin typeface="Times New Roman" panose="02020603050405020304" pitchFamily="18" charset="0"/>
                    <a:ea typeface="宋体" panose="02010600030101010101" pitchFamily="2" charset="-122"/>
                  </a:rPr>
                  <a:t> </a:t>
                </a:r>
                <a:r>
                  <a:rPr kumimoji="1" lang="zh-CN" altLang="en-US" sz="1400" b="1" i="1">
                    <a:effectLst>
                      <a:outerShdw blurRad="38100" dist="38100" dir="2700000" algn="tl">
                        <a:srgbClr val="FFFFFF"/>
                      </a:outerShdw>
                    </a:effectLst>
                    <a:latin typeface="Times New Roman" panose="02020603050405020304" pitchFamily="18" charset="0"/>
                    <a:ea typeface="宋体" panose="02010600030101010101" pitchFamily="2" charset="-122"/>
                  </a:rPr>
                  <a:t>精 度  </a:t>
                </a:r>
                <a:r>
                  <a:rPr kumimoji="1" lang="en-US" altLang="zh-CN" sz="1400" b="1" i="1">
                    <a:effectLst>
                      <a:outerShdw blurRad="38100" dist="38100" dir="2700000" algn="tl">
                        <a:srgbClr val="FFFFFF"/>
                      </a:outerShdw>
                    </a:effectLst>
                    <a:latin typeface="Times New Roman" panose="02020603050405020304" pitchFamily="18" charset="0"/>
                    <a:ea typeface="宋体" panose="02010600030101010101" pitchFamily="2" charset="-122"/>
                  </a:rPr>
                  <a:t>10 - 30 m</a:t>
                </a:r>
              </a:p>
            </p:txBody>
          </p:sp>
        </p:grpSp>
      </p:grpSp>
      <mc:AlternateContent xmlns:mc="http://schemas.openxmlformats.org/markup-compatibility/2006">
        <mc:Choice xmlns:p14="http://schemas.microsoft.com/office/powerpoint/2010/main" Requires="p14">
          <p:contentPart p14:bwMode="auto" r:id="rId2">
            <p14:nvContentPartPr>
              <p14:cNvPr id="3" name="墨迹 2"/>
              <p14:cNvContentPartPr/>
              <p14:nvPr/>
            </p14:nvContentPartPr>
            <p14:xfrm>
              <a:off x="4324320" y="5286600"/>
              <a:ext cx="3905640" cy="1219320"/>
            </p14:xfrm>
          </p:contentPart>
        </mc:Choice>
        <mc:Fallback>
          <p:pic>
            <p:nvPicPr>
              <p:cNvPr id="3" name="墨迹 2"/>
              <p:cNvPicPr/>
              <p:nvPr/>
            </p:nvPicPr>
            <p:blipFill>
              <a:blip r:embed="rId3"/>
              <a:stretch>
                <a:fillRect/>
              </a:stretch>
            </p:blipFill>
            <p:spPr>
              <a:xfrm>
                <a:off x="4314960" y="5277240"/>
                <a:ext cx="3924360" cy="12380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 calcmode="lin" valueType="num">
                                      <p:cBhvr additive="base">
                                        <p:cTn id="7" dur="500" fill="hold"/>
                                        <p:tgtEl>
                                          <p:spTgt spid="327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7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70">
                                            <p:txEl>
                                              <p:pRg st="1" end="1"/>
                                            </p:txEl>
                                          </p:spTgt>
                                        </p:tgtEl>
                                        <p:attrNameLst>
                                          <p:attrName>style.visibility</p:attrName>
                                        </p:attrNameLst>
                                      </p:cBhvr>
                                      <p:to>
                                        <p:strVal val="visible"/>
                                      </p:to>
                                    </p:set>
                                    <p:anim calcmode="lin" valueType="num">
                                      <p:cBhvr additive="base">
                                        <p:cTn id="13" dur="500" fill="hold"/>
                                        <p:tgtEl>
                                          <p:spTgt spid="327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7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idx="1"/>
          </p:nvPr>
        </p:nvSpPr>
        <p:spPr>
          <a:xfrm>
            <a:off x="1377538" y="1451914"/>
            <a:ext cx="9488384" cy="2420938"/>
          </a:xfrm>
        </p:spPr>
        <p:txBody>
          <a:bodyPr vert="horz" wrap="square" lIns="91440" tIns="45720" rIns="91440" bIns="45720" anchor="t"/>
          <a:lstStyle/>
          <a:p>
            <a:pPr>
              <a:lnSpc>
                <a:spcPct val="90000"/>
              </a:lnSpc>
            </a:pPr>
            <a:r>
              <a:rPr lang="zh-CN" altLang="en-US" sz="2400" dirty="0" smtClean="0">
                <a:latin typeface="+mn-ea"/>
              </a:rPr>
              <a:t>    相对</a:t>
            </a:r>
            <a:r>
              <a:rPr lang="zh-CN" altLang="en-US" sz="2400" dirty="0">
                <a:latin typeface="+mn-ea"/>
              </a:rPr>
              <a:t>定位是通过测量卫星发送的电波到达</a:t>
            </a:r>
            <a:r>
              <a:rPr lang="zh-CN" altLang="en-US" sz="2400" dirty="0">
                <a:solidFill>
                  <a:srgbClr val="FF0000"/>
                </a:solidFill>
                <a:latin typeface="+mn-ea"/>
              </a:rPr>
              <a:t>两台接收机</a:t>
            </a:r>
            <a:r>
              <a:rPr lang="zh-CN" altLang="en-US" sz="2400" dirty="0">
                <a:latin typeface="+mn-ea"/>
              </a:rPr>
              <a:t>的时间差来完成的，用两台同类型的接收机同步跟踪相同的</a:t>
            </a:r>
            <a:r>
              <a:rPr lang="en-US" altLang="zh-CN" sz="2400" dirty="0">
                <a:latin typeface="+mn-ea"/>
              </a:rPr>
              <a:t>4</a:t>
            </a:r>
            <a:r>
              <a:rPr lang="zh-CN" altLang="en-US" sz="2400" dirty="0">
                <a:latin typeface="+mn-ea"/>
              </a:rPr>
              <a:t>颗卫星信号，对两台接收机接收到的电波信号作合成处理，即可求出接收机之间的相对位置（三维坐标差或基线向量），只要给出了一个站点的坐标，便能求得另一点的坐标。</a:t>
            </a:r>
          </a:p>
        </p:txBody>
      </p:sp>
      <p:grpSp>
        <p:nvGrpSpPr>
          <p:cNvPr id="3" name="Group 462"/>
          <p:cNvGrpSpPr/>
          <p:nvPr/>
        </p:nvGrpSpPr>
        <p:grpSpPr>
          <a:xfrm>
            <a:off x="4373994" y="3075710"/>
            <a:ext cx="5351895" cy="3675413"/>
            <a:chOff x="1655" y="1797"/>
            <a:chExt cx="3173" cy="2253"/>
          </a:xfrm>
        </p:grpSpPr>
        <p:grpSp>
          <p:nvGrpSpPr>
            <p:cNvPr id="49157" name="Group 4"/>
            <p:cNvGrpSpPr/>
            <p:nvPr/>
          </p:nvGrpSpPr>
          <p:grpSpPr>
            <a:xfrm>
              <a:off x="1655" y="2000"/>
              <a:ext cx="442" cy="335"/>
              <a:chOff x="2052" y="1045"/>
              <a:chExt cx="442" cy="335"/>
            </a:xfrm>
          </p:grpSpPr>
          <p:sp>
            <p:nvSpPr>
              <p:cNvPr id="49158" name="Freeform 5"/>
              <p:cNvSpPr/>
              <p:nvPr/>
            </p:nvSpPr>
            <p:spPr>
              <a:xfrm>
                <a:off x="2330" y="1045"/>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159" name="Freeform 6"/>
              <p:cNvSpPr/>
              <p:nvPr/>
            </p:nvSpPr>
            <p:spPr>
              <a:xfrm>
                <a:off x="2201" y="1148"/>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160" name="Freeform 7"/>
              <p:cNvSpPr/>
              <p:nvPr/>
            </p:nvSpPr>
            <p:spPr>
              <a:xfrm>
                <a:off x="2248" y="1125"/>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161" name="Freeform 8"/>
              <p:cNvSpPr/>
              <p:nvPr/>
            </p:nvSpPr>
            <p:spPr>
              <a:xfrm>
                <a:off x="2214" y="1142"/>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162" name="Freeform 9"/>
              <p:cNvSpPr/>
              <p:nvPr/>
            </p:nvSpPr>
            <p:spPr>
              <a:xfrm>
                <a:off x="2231" y="1244"/>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163" name="Line 10"/>
              <p:cNvSpPr/>
              <p:nvPr/>
            </p:nvSpPr>
            <p:spPr>
              <a:xfrm flipV="1">
                <a:off x="2206" y="1190"/>
                <a:ext cx="39" cy="27"/>
              </a:xfrm>
              <a:prstGeom prst="line">
                <a:avLst/>
              </a:prstGeom>
              <a:ln w="12700" cap="flat" cmpd="sng">
                <a:solidFill>
                  <a:schemeClr val="tx1"/>
                </a:solidFill>
                <a:prstDash val="solid"/>
                <a:headEnd type="none" w="med" len="med"/>
                <a:tailEnd type="none" w="med" len="med"/>
              </a:ln>
            </p:spPr>
          </p:sp>
          <p:sp>
            <p:nvSpPr>
              <p:cNvPr id="49164" name="Oval 11"/>
              <p:cNvSpPr/>
              <p:nvPr/>
            </p:nvSpPr>
            <p:spPr>
              <a:xfrm rot="-1860000">
                <a:off x="2273" y="117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165" name="Line 12"/>
              <p:cNvSpPr/>
              <p:nvPr/>
            </p:nvSpPr>
            <p:spPr>
              <a:xfrm flipV="1">
                <a:off x="2276" y="1161"/>
                <a:ext cx="5" cy="17"/>
              </a:xfrm>
              <a:prstGeom prst="line">
                <a:avLst/>
              </a:prstGeom>
              <a:ln w="12700" cap="flat" cmpd="sng">
                <a:solidFill>
                  <a:schemeClr val="tx1"/>
                </a:solidFill>
                <a:prstDash val="solid"/>
                <a:headEnd type="none" w="med" len="med"/>
                <a:tailEnd type="none" w="med" len="med"/>
              </a:ln>
            </p:spPr>
          </p:sp>
          <p:sp>
            <p:nvSpPr>
              <p:cNvPr id="49166" name="Line 13"/>
              <p:cNvSpPr/>
              <p:nvPr/>
            </p:nvSpPr>
            <p:spPr>
              <a:xfrm>
                <a:off x="2281" y="1181"/>
                <a:ext cx="4" cy="0"/>
              </a:xfrm>
              <a:prstGeom prst="line">
                <a:avLst/>
              </a:prstGeom>
              <a:ln w="12700" cap="flat" cmpd="sng">
                <a:solidFill>
                  <a:schemeClr val="tx1"/>
                </a:solidFill>
                <a:prstDash val="solid"/>
                <a:headEnd type="none" w="med" len="med"/>
                <a:tailEnd type="none" w="med" len="med"/>
              </a:ln>
            </p:spPr>
          </p:sp>
          <p:sp>
            <p:nvSpPr>
              <p:cNvPr id="49167" name="Oval 14"/>
              <p:cNvSpPr/>
              <p:nvPr/>
            </p:nvSpPr>
            <p:spPr>
              <a:xfrm rot="-1860000">
                <a:off x="2273" y="1168"/>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168" name="Line 15"/>
              <p:cNvSpPr/>
              <p:nvPr/>
            </p:nvSpPr>
            <p:spPr>
              <a:xfrm flipV="1">
                <a:off x="2334" y="1116"/>
                <a:ext cx="43" cy="29"/>
              </a:xfrm>
              <a:prstGeom prst="line">
                <a:avLst/>
              </a:prstGeom>
              <a:ln w="12700" cap="flat" cmpd="sng">
                <a:solidFill>
                  <a:schemeClr val="tx1"/>
                </a:solidFill>
                <a:prstDash val="solid"/>
                <a:headEnd type="none" w="med" len="med"/>
                <a:tailEnd type="none" w="med" len="med"/>
              </a:ln>
            </p:spPr>
          </p:sp>
          <p:sp>
            <p:nvSpPr>
              <p:cNvPr id="49169" name="Freeform 16"/>
              <p:cNvSpPr/>
              <p:nvPr/>
            </p:nvSpPr>
            <p:spPr>
              <a:xfrm>
                <a:off x="2275" y="1166"/>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170" name="Freeform 17"/>
              <p:cNvSpPr/>
              <p:nvPr/>
            </p:nvSpPr>
            <p:spPr>
              <a:xfrm>
                <a:off x="2278" y="1165"/>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171" name="Rectangle 18"/>
              <p:cNvSpPr/>
              <p:nvPr/>
            </p:nvSpPr>
            <p:spPr>
              <a:xfrm rot="-1860000">
                <a:off x="2212" y="1237"/>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172" name="Freeform 19"/>
              <p:cNvSpPr/>
              <p:nvPr/>
            </p:nvSpPr>
            <p:spPr>
              <a:xfrm>
                <a:off x="2052" y="1187"/>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173" name="Line 20"/>
              <p:cNvSpPr/>
              <p:nvPr/>
            </p:nvSpPr>
            <p:spPr>
              <a:xfrm flipV="1">
                <a:off x="2311" y="1217"/>
                <a:ext cx="10" cy="11"/>
              </a:xfrm>
              <a:prstGeom prst="line">
                <a:avLst/>
              </a:prstGeom>
              <a:ln w="12700" cap="flat" cmpd="sng">
                <a:solidFill>
                  <a:schemeClr val="tx1"/>
                </a:solidFill>
                <a:prstDash val="solid"/>
                <a:headEnd type="none" w="med" len="med"/>
                <a:tailEnd type="none" w="med" len="med"/>
              </a:ln>
            </p:spPr>
          </p:sp>
          <p:sp>
            <p:nvSpPr>
              <p:cNvPr id="49174" name="Line 21"/>
              <p:cNvSpPr/>
              <p:nvPr/>
            </p:nvSpPr>
            <p:spPr>
              <a:xfrm flipV="1">
                <a:off x="2310" y="1215"/>
                <a:ext cx="10" cy="14"/>
              </a:xfrm>
              <a:prstGeom prst="line">
                <a:avLst/>
              </a:prstGeom>
              <a:ln w="12700" cap="flat" cmpd="sng">
                <a:solidFill>
                  <a:schemeClr val="tx1"/>
                </a:solidFill>
                <a:prstDash val="solid"/>
                <a:headEnd type="none" w="med" len="med"/>
                <a:tailEnd type="none" w="med" len="med"/>
              </a:ln>
            </p:spPr>
          </p:sp>
          <p:sp>
            <p:nvSpPr>
              <p:cNvPr id="49175" name="Freeform 22"/>
              <p:cNvSpPr/>
              <p:nvPr/>
            </p:nvSpPr>
            <p:spPr>
              <a:xfrm>
                <a:off x="2306" y="1208"/>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76" name="Freeform 23"/>
              <p:cNvSpPr/>
              <p:nvPr/>
            </p:nvSpPr>
            <p:spPr>
              <a:xfrm>
                <a:off x="2306" y="1216"/>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77" name="Freeform 24"/>
              <p:cNvSpPr/>
              <p:nvPr/>
            </p:nvSpPr>
            <p:spPr>
              <a:xfrm>
                <a:off x="2328" y="120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178" name="Line 25"/>
              <p:cNvSpPr/>
              <p:nvPr/>
            </p:nvSpPr>
            <p:spPr>
              <a:xfrm flipV="1">
                <a:off x="2292" y="1212"/>
                <a:ext cx="5" cy="11"/>
              </a:xfrm>
              <a:prstGeom prst="line">
                <a:avLst/>
              </a:prstGeom>
              <a:ln w="12700" cap="flat" cmpd="sng">
                <a:solidFill>
                  <a:schemeClr val="tx1"/>
                </a:solidFill>
                <a:prstDash val="solid"/>
                <a:headEnd type="none" w="med" len="med"/>
                <a:tailEnd type="none" w="med" len="med"/>
              </a:ln>
            </p:spPr>
          </p:sp>
          <p:sp>
            <p:nvSpPr>
              <p:cNvPr id="49179" name="Line 26"/>
              <p:cNvSpPr/>
              <p:nvPr/>
            </p:nvSpPr>
            <p:spPr>
              <a:xfrm flipV="1">
                <a:off x="2287" y="1206"/>
                <a:ext cx="11" cy="14"/>
              </a:xfrm>
              <a:prstGeom prst="line">
                <a:avLst/>
              </a:prstGeom>
              <a:ln w="12700" cap="flat" cmpd="sng">
                <a:solidFill>
                  <a:schemeClr val="tx1"/>
                </a:solidFill>
                <a:prstDash val="solid"/>
                <a:headEnd type="none" w="med" len="med"/>
                <a:tailEnd type="none" w="med" len="med"/>
              </a:ln>
            </p:spPr>
          </p:sp>
          <p:sp>
            <p:nvSpPr>
              <p:cNvPr id="49180" name="Freeform 27"/>
              <p:cNvSpPr/>
              <p:nvPr/>
            </p:nvSpPr>
            <p:spPr>
              <a:xfrm>
                <a:off x="2288" y="120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81" name="Freeform 28"/>
              <p:cNvSpPr/>
              <p:nvPr/>
            </p:nvSpPr>
            <p:spPr>
              <a:xfrm>
                <a:off x="2290" y="1209"/>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82" name="Freeform 29"/>
              <p:cNvSpPr/>
              <p:nvPr/>
            </p:nvSpPr>
            <p:spPr>
              <a:xfrm>
                <a:off x="2306" y="1197"/>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183" name="Line 30"/>
              <p:cNvSpPr/>
              <p:nvPr/>
            </p:nvSpPr>
            <p:spPr>
              <a:xfrm flipV="1">
                <a:off x="2291" y="1191"/>
                <a:ext cx="7" cy="16"/>
              </a:xfrm>
              <a:prstGeom prst="line">
                <a:avLst/>
              </a:prstGeom>
              <a:ln w="12700" cap="flat" cmpd="sng">
                <a:solidFill>
                  <a:schemeClr val="tx1"/>
                </a:solidFill>
                <a:prstDash val="solid"/>
                <a:headEnd type="none" w="med" len="med"/>
                <a:tailEnd type="none" w="med" len="med"/>
              </a:ln>
            </p:spPr>
          </p:sp>
          <p:sp>
            <p:nvSpPr>
              <p:cNvPr id="49184" name="Line 31"/>
              <p:cNvSpPr/>
              <p:nvPr/>
            </p:nvSpPr>
            <p:spPr>
              <a:xfrm flipV="1">
                <a:off x="2295" y="1187"/>
                <a:ext cx="7" cy="14"/>
              </a:xfrm>
              <a:prstGeom prst="line">
                <a:avLst/>
              </a:prstGeom>
              <a:ln w="12700" cap="flat" cmpd="sng">
                <a:solidFill>
                  <a:schemeClr val="tx1"/>
                </a:solidFill>
                <a:prstDash val="solid"/>
                <a:headEnd type="none" w="med" len="med"/>
                <a:tailEnd type="none" w="med" len="med"/>
              </a:ln>
            </p:spPr>
          </p:sp>
          <p:sp>
            <p:nvSpPr>
              <p:cNvPr id="49185" name="Freeform 32"/>
              <p:cNvSpPr/>
              <p:nvPr/>
            </p:nvSpPr>
            <p:spPr>
              <a:xfrm>
                <a:off x="2288" y="118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86" name="Freeform 33"/>
              <p:cNvSpPr/>
              <p:nvPr/>
            </p:nvSpPr>
            <p:spPr>
              <a:xfrm>
                <a:off x="2288" y="119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87" name="Freeform 34"/>
              <p:cNvSpPr/>
              <p:nvPr/>
            </p:nvSpPr>
            <p:spPr>
              <a:xfrm>
                <a:off x="2306" y="1182"/>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188" name="Line 35"/>
              <p:cNvSpPr/>
              <p:nvPr/>
            </p:nvSpPr>
            <p:spPr>
              <a:xfrm flipV="1">
                <a:off x="2319" y="1165"/>
                <a:ext cx="9" cy="14"/>
              </a:xfrm>
              <a:prstGeom prst="line">
                <a:avLst/>
              </a:prstGeom>
              <a:ln w="12700" cap="flat" cmpd="sng">
                <a:solidFill>
                  <a:schemeClr val="tx1"/>
                </a:solidFill>
                <a:prstDash val="solid"/>
                <a:headEnd type="none" w="med" len="med"/>
                <a:tailEnd type="none" w="med" len="med"/>
              </a:ln>
            </p:spPr>
          </p:sp>
          <p:sp>
            <p:nvSpPr>
              <p:cNvPr id="49189" name="Line 36"/>
              <p:cNvSpPr/>
              <p:nvPr/>
            </p:nvSpPr>
            <p:spPr>
              <a:xfrm flipV="1">
                <a:off x="2320" y="1165"/>
                <a:ext cx="7" cy="12"/>
              </a:xfrm>
              <a:prstGeom prst="line">
                <a:avLst/>
              </a:prstGeom>
              <a:ln w="12700" cap="flat" cmpd="sng">
                <a:solidFill>
                  <a:schemeClr val="tx1"/>
                </a:solidFill>
                <a:prstDash val="solid"/>
                <a:headEnd type="none" w="med" len="med"/>
                <a:tailEnd type="none" w="med" len="med"/>
              </a:ln>
            </p:spPr>
          </p:sp>
          <p:sp>
            <p:nvSpPr>
              <p:cNvPr id="49190" name="Freeform 37"/>
              <p:cNvSpPr/>
              <p:nvPr/>
            </p:nvSpPr>
            <p:spPr>
              <a:xfrm>
                <a:off x="2318" y="116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91" name="Freeform 38"/>
              <p:cNvSpPr/>
              <p:nvPr/>
            </p:nvSpPr>
            <p:spPr>
              <a:xfrm>
                <a:off x="2316" y="116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92" name="Freeform 39"/>
              <p:cNvSpPr/>
              <p:nvPr/>
            </p:nvSpPr>
            <p:spPr>
              <a:xfrm>
                <a:off x="2333" y="1156"/>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193" name="Line 40"/>
              <p:cNvSpPr/>
              <p:nvPr/>
            </p:nvSpPr>
            <p:spPr>
              <a:xfrm flipV="1">
                <a:off x="2350" y="1156"/>
                <a:ext cx="7" cy="14"/>
              </a:xfrm>
              <a:prstGeom prst="line">
                <a:avLst/>
              </a:prstGeom>
              <a:ln w="12700" cap="flat" cmpd="sng">
                <a:solidFill>
                  <a:schemeClr val="tx1"/>
                </a:solidFill>
                <a:prstDash val="solid"/>
                <a:headEnd type="none" w="med" len="med"/>
                <a:tailEnd type="none" w="med" len="med"/>
              </a:ln>
            </p:spPr>
          </p:sp>
          <p:sp>
            <p:nvSpPr>
              <p:cNvPr id="49194" name="Line 41"/>
              <p:cNvSpPr/>
              <p:nvPr/>
            </p:nvSpPr>
            <p:spPr>
              <a:xfrm flipV="1">
                <a:off x="2350" y="1151"/>
                <a:ext cx="11" cy="14"/>
              </a:xfrm>
              <a:prstGeom prst="line">
                <a:avLst/>
              </a:prstGeom>
              <a:ln w="12700" cap="flat" cmpd="sng">
                <a:solidFill>
                  <a:schemeClr val="tx1"/>
                </a:solidFill>
                <a:prstDash val="solid"/>
                <a:headEnd type="none" w="med" len="med"/>
                <a:tailEnd type="none" w="med" len="med"/>
              </a:ln>
            </p:spPr>
          </p:sp>
          <p:sp>
            <p:nvSpPr>
              <p:cNvPr id="49195" name="Freeform 42"/>
              <p:cNvSpPr/>
              <p:nvPr/>
            </p:nvSpPr>
            <p:spPr>
              <a:xfrm>
                <a:off x="2349" y="1146"/>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96" name="Freeform 43"/>
              <p:cNvSpPr/>
              <p:nvPr/>
            </p:nvSpPr>
            <p:spPr>
              <a:xfrm>
                <a:off x="2345" y="1154"/>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197" name="Freeform 44"/>
              <p:cNvSpPr/>
              <p:nvPr/>
            </p:nvSpPr>
            <p:spPr>
              <a:xfrm>
                <a:off x="2368" y="1148"/>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198" name="Line 45"/>
              <p:cNvSpPr/>
              <p:nvPr/>
            </p:nvSpPr>
            <p:spPr>
              <a:xfrm flipV="1">
                <a:off x="2374" y="1161"/>
                <a:ext cx="6" cy="15"/>
              </a:xfrm>
              <a:prstGeom prst="line">
                <a:avLst/>
              </a:prstGeom>
              <a:ln w="12700" cap="flat" cmpd="sng">
                <a:solidFill>
                  <a:schemeClr val="tx1"/>
                </a:solidFill>
                <a:prstDash val="solid"/>
                <a:headEnd type="none" w="med" len="med"/>
                <a:tailEnd type="none" w="med" len="med"/>
              </a:ln>
            </p:spPr>
          </p:sp>
          <p:sp>
            <p:nvSpPr>
              <p:cNvPr id="49199" name="Line 46"/>
              <p:cNvSpPr/>
              <p:nvPr/>
            </p:nvSpPr>
            <p:spPr>
              <a:xfrm flipV="1">
                <a:off x="2373" y="1157"/>
                <a:ext cx="6" cy="13"/>
              </a:xfrm>
              <a:prstGeom prst="line">
                <a:avLst/>
              </a:prstGeom>
              <a:ln w="12700" cap="flat" cmpd="sng">
                <a:solidFill>
                  <a:schemeClr val="tx1"/>
                </a:solidFill>
                <a:prstDash val="solid"/>
                <a:headEnd type="none" w="med" len="med"/>
                <a:tailEnd type="none" w="med" len="med"/>
              </a:ln>
            </p:spPr>
          </p:sp>
          <p:sp>
            <p:nvSpPr>
              <p:cNvPr id="49200" name="Freeform 47"/>
              <p:cNvSpPr/>
              <p:nvPr/>
            </p:nvSpPr>
            <p:spPr>
              <a:xfrm>
                <a:off x="2370" y="1155"/>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01" name="Freeform 48"/>
              <p:cNvSpPr/>
              <p:nvPr/>
            </p:nvSpPr>
            <p:spPr>
              <a:xfrm>
                <a:off x="2368" y="1162"/>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02" name="Freeform 49"/>
              <p:cNvSpPr/>
              <p:nvPr/>
            </p:nvSpPr>
            <p:spPr>
              <a:xfrm>
                <a:off x="2390" y="1155"/>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203" name="Line 50"/>
              <p:cNvSpPr/>
              <p:nvPr/>
            </p:nvSpPr>
            <p:spPr>
              <a:xfrm flipV="1">
                <a:off x="2368" y="1181"/>
                <a:ext cx="10" cy="16"/>
              </a:xfrm>
              <a:prstGeom prst="line">
                <a:avLst/>
              </a:prstGeom>
              <a:ln w="12700" cap="flat" cmpd="sng">
                <a:solidFill>
                  <a:schemeClr val="tx1"/>
                </a:solidFill>
                <a:prstDash val="solid"/>
                <a:headEnd type="none" w="med" len="med"/>
                <a:tailEnd type="none" w="med" len="med"/>
              </a:ln>
            </p:spPr>
          </p:sp>
          <p:sp>
            <p:nvSpPr>
              <p:cNvPr id="49204" name="Line 51"/>
              <p:cNvSpPr/>
              <p:nvPr/>
            </p:nvSpPr>
            <p:spPr>
              <a:xfrm flipV="1">
                <a:off x="2369" y="1181"/>
                <a:ext cx="6" cy="11"/>
              </a:xfrm>
              <a:prstGeom prst="line">
                <a:avLst/>
              </a:prstGeom>
              <a:ln w="12700" cap="flat" cmpd="sng">
                <a:solidFill>
                  <a:schemeClr val="tx1"/>
                </a:solidFill>
                <a:prstDash val="solid"/>
                <a:headEnd type="none" w="med" len="med"/>
                <a:tailEnd type="none" w="med" len="med"/>
              </a:ln>
            </p:spPr>
          </p:sp>
          <p:sp>
            <p:nvSpPr>
              <p:cNvPr id="49205" name="Freeform 52"/>
              <p:cNvSpPr/>
              <p:nvPr/>
            </p:nvSpPr>
            <p:spPr>
              <a:xfrm>
                <a:off x="2367" y="1176"/>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06" name="Freeform 53"/>
              <p:cNvSpPr/>
              <p:nvPr/>
            </p:nvSpPr>
            <p:spPr>
              <a:xfrm>
                <a:off x="2364" y="118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07" name="Freeform 54"/>
              <p:cNvSpPr/>
              <p:nvPr/>
            </p:nvSpPr>
            <p:spPr>
              <a:xfrm>
                <a:off x="2384" y="1171"/>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208" name="Line 55"/>
              <p:cNvSpPr/>
              <p:nvPr/>
            </p:nvSpPr>
            <p:spPr>
              <a:xfrm flipV="1">
                <a:off x="2343" y="1204"/>
                <a:ext cx="9" cy="14"/>
              </a:xfrm>
              <a:prstGeom prst="line">
                <a:avLst/>
              </a:prstGeom>
              <a:ln w="12700" cap="flat" cmpd="sng">
                <a:solidFill>
                  <a:schemeClr val="tx1"/>
                </a:solidFill>
                <a:prstDash val="solid"/>
                <a:headEnd type="none" w="med" len="med"/>
                <a:tailEnd type="none" w="med" len="med"/>
              </a:ln>
            </p:spPr>
          </p:sp>
          <p:sp>
            <p:nvSpPr>
              <p:cNvPr id="49209" name="Line 56"/>
              <p:cNvSpPr/>
              <p:nvPr/>
            </p:nvSpPr>
            <p:spPr>
              <a:xfrm flipV="1">
                <a:off x="2346" y="1200"/>
                <a:ext cx="5" cy="14"/>
              </a:xfrm>
              <a:prstGeom prst="line">
                <a:avLst/>
              </a:prstGeom>
              <a:ln w="12700" cap="flat" cmpd="sng">
                <a:solidFill>
                  <a:schemeClr val="tx1"/>
                </a:solidFill>
                <a:prstDash val="solid"/>
                <a:headEnd type="none" w="med" len="med"/>
                <a:tailEnd type="none" w="med" len="med"/>
              </a:ln>
            </p:spPr>
          </p:sp>
          <p:sp>
            <p:nvSpPr>
              <p:cNvPr id="49210" name="Freeform 57"/>
              <p:cNvSpPr/>
              <p:nvPr/>
            </p:nvSpPr>
            <p:spPr>
              <a:xfrm>
                <a:off x="2341" y="1201"/>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11" name="Freeform 58"/>
              <p:cNvSpPr/>
              <p:nvPr/>
            </p:nvSpPr>
            <p:spPr>
              <a:xfrm>
                <a:off x="2340" y="120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12" name="Freeform 59"/>
              <p:cNvSpPr/>
              <p:nvPr/>
            </p:nvSpPr>
            <p:spPr>
              <a:xfrm>
                <a:off x="2356" y="1194"/>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213" name="Line 60"/>
              <p:cNvSpPr/>
              <p:nvPr/>
            </p:nvSpPr>
            <p:spPr>
              <a:xfrm flipV="1">
                <a:off x="2337" y="1192"/>
                <a:ext cx="12" cy="17"/>
              </a:xfrm>
              <a:prstGeom prst="line">
                <a:avLst/>
              </a:prstGeom>
              <a:ln w="12700" cap="flat" cmpd="sng">
                <a:solidFill>
                  <a:schemeClr val="tx1"/>
                </a:solidFill>
                <a:prstDash val="solid"/>
                <a:headEnd type="none" w="med" len="med"/>
                <a:tailEnd type="none" w="med" len="med"/>
              </a:ln>
            </p:spPr>
          </p:sp>
          <p:sp>
            <p:nvSpPr>
              <p:cNvPr id="49214" name="Line 61"/>
              <p:cNvSpPr/>
              <p:nvPr/>
            </p:nvSpPr>
            <p:spPr>
              <a:xfrm flipV="1">
                <a:off x="2338" y="1194"/>
                <a:ext cx="10" cy="10"/>
              </a:xfrm>
              <a:prstGeom prst="line">
                <a:avLst/>
              </a:prstGeom>
              <a:ln w="12700" cap="flat" cmpd="sng">
                <a:solidFill>
                  <a:schemeClr val="tx1"/>
                </a:solidFill>
                <a:prstDash val="solid"/>
                <a:headEnd type="none" w="med" len="med"/>
                <a:tailEnd type="none" w="med" len="med"/>
              </a:ln>
            </p:spPr>
          </p:sp>
          <p:sp>
            <p:nvSpPr>
              <p:cNvPr id="49215" name="Freeform 62"/>
              <p:cNvSpPr/>
              <p:nvPr/>
            </p:nvSpPr>
            <p:spPr>
              <a:xfrm>
                <a:off x="2332" y="1190"/>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16" name="Freeform 63"/>
              <p:cNvSpPr/>
              <p:nvPr/>
            </p:nvSpPr>
            <p:spPr>
              <a:xfrm>
                <a:off x="2329" y="1194"/>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17" name="Freeform 64"/>
              <p:cNvSpPr/>
              <p:nvPr/>
            </p:nvSpPr>
            <p:spPr>
              <a:xfrm>
                <a:off x="2353" y="1184"/>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218" name="Line 65"/>
              <p:cNvSpPr/>
              <p:nvPr/>
            </p:nvSpPr>
            <p:spPr>
              <a:xfrm flipV="1">
                <a:off x="2318" y="1197"/>
                <a:ext cx="5" cy="13"/>
              </a:xfrm>
              <a:prstGeom prst="line">
                <a:avLst/>
              </a:prstGeom>
              <a:ln w="12700" cap="flat" cmpd="sng">
                <a:solidFill>
                  <a:schemeClr val="tx1"/>
                </a:solidFill>
                <a:prstDash val="solid"/>
                <a:headEnd type="none" w="med" len="med"/>
                <a:tailEnd type="none" w="med" len="med"/>
              </a:ln>
            </p:spPr>
          </p:sp>
          <p:sp>
            <p:nvSpPr>
              <p:cNvPr id="49219" name="Line 66"/>
              <p:cNvSpPr/>
              <p:nvPr/>
            </p:nvSpPr>
            <p:spPr>
              <a:xfrm flipV="1">
                <a:off x="2314" y="1193"/>
                <a:ext cx="10" cy="13"/>
              </a:xfrm>
              <a:prstGeom prst="line">
                <a:avLst/>
              </a:prstGeom>
              <a:ln w="12700" cap="flat" cmpd="sng">
                <a:solidFill>
                  <a:schemeClr val="tx1"/>
                </a:solidFill>
                <a:prstDash val="solid"/>
                <a:headEnd type="none" w="med" len="med"/>
                <a:tailEnd type="none" w="med" len="med"/>
              </a:ln>
            </p:spPr>
          </p:sp>
          <p:sp>
            <p:nvSpPr>
              <p:cNvPr id="49220" name="Freeform 67"/>
              <p:cNvSpPr/>
              <p:nvPr/>
            </p:nvSpPr>
            <p:spPr>
              <a:xfrm>
                <a:off x="2315" y="1191"/>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21" name="Freeform 68"/>
              <p:cNvSpPr/>
              <p:nvPr/>
            </p:nvSpPr>
            <p:spPr>
              <a:xfrm>
                <a:off x="2314" y="1195"/>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22" name="Freeform 69"/>
              <p:cNvSpPr/>
              <p:nvPr/>
            </p:nvSpPr>
            <p:spPr>
              <a:xfrm>
                <a:off x="2330" y="1186"/>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223" name="Line 70"/>
              <p:cNvSpPr/>
              <p:nvPr/>
            </p:nvSpPr>
            <p:spPr>
              <a:xfrm flipV="1">
                <a:off x="2349" y="1177"/>
                <a:ext cx="6" cy="15"/>
              </a:xfrm>
              <a:prstGeom prst="line">
                <a:avLst/>
              </a:prstGeom>
              <a:ln w="12700" cap="flat" cmpd="sng">
                <a:solidFill>
                  <a:schemeClr val="tx1"/>
                </a:solidFill>
                <a:prstDash val="solid"/>
                <a:headEnd type="none" w="med" len="med"/>
                <a:tailEnd type="none" w="med" len="med"/>
              </a:ln>
            </p:spPr>
          </p:sp>
          <p:sp>
            <p:nvSpPr>
              <p:cNvPr id="49224" name="Line 71"/>
              <p:cNvSpPr/>
              <p:nvPr/>
            </p:nvSpPr>
            <p:spPr>
              <a:xfrm flipV="1">
                <a:off x="2348" y="1173"/>
                <a:ext cx="10" cy="13"/>
              </a:xfrm>
              <a:prstGeom prst="line">
                <a:avLst/>
              </a:prstGeom>
              <a:ln w="12700" cap="flat" cmpd="sng">
                <a:solidFill>
                  <a:schemeClr val="tx1"/>
                </a:solidFill>
                <a:prstDash val="solid"/>
                <a:headEnd type="none" w="med" len="med"/>
                <a:tailEnd type="none" w="med" len="med"/>
              </a:ln>
            </p:spPr>
          </p:sp>
          <p:sp>
            <p:nvSpPr>
              <p:cNvPr id="49225" name="Freeform 72"/>
              <p:cNvSpPr/>
              <p:nvPr/>
            </p:nvSpPr>
            <p:spPr>
              <a:xfrm>
                <a:off x="2346" y="1169"/>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26" name="Freeform 73"/>
              <p:cNvSpPr/>
              <p:nvPr/>
            </p:nvSpPr>
            <p:spPr>
              <a:xfrm>
                <a:off x="2343" y="117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27" name="Freeform 74"/>
              <p:cNvSpPr/>
              <p:nvPr/>
            </p:nvSpPr>
            <p:spPr>
              <a:xfrm>
                <a:off x="2367" y="116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228" name="Line 75"/>
              <p:cNvSpPr/>
              <p:nvPr/>
            </p:nvSpPr>
            <p:spPr>
              <a:xfrm flipV="1">
                <a:off x="2327" y="1178"/>
                <a:ext cx="12" cy="15"/>
              </a:xfrm>
              <a:prstGeom prst="line">
                <a:avLst/>
              </a:prstGeom>
              <a:ln w="12700" cap="flat" cmpd="sng">
                <a:solidFill>
                  <a:schemeClr val="tx1"/>
                </a:solidFill>
                <a:prstDash val="solid"/>
                <a:headEnd type="none" w="med" len="med"/>
                <a:tailEnd type="none" w="med" len="med"/>
              </a:ln>
            </p:spPr>
          </p:sp>
          <p:sp>
            <p:nvSpPr>
              <p:cNvPr id="49229" name="Line 76"/>
              <p:cNvSpPr/>
              <p:nvPr/>
            </p:nvSpPr>
            <p:spPr>
              <a:xfrm flipV="1">
                <a:off x="2327" y="1176"/>
                <a:ext cx="7" cy="12"/>
              </a:xfrm>
              <a:prstGeom prst="line">
                <a:avLst/>
              </a:prstGeom>
              <a:ln w="12700" cap="flat" cmpd="sng">
                <a:solidFill>
                  <a:schemeClr val="tx1"/>
                </a:solidFill>
                <a:prstDash val="solid"/>
                <a:headEnd type="none" w="med" len="med"/>
                <a:tailEnd type="none" w="med" len="med"/>
              </a:ln>
            </p:spPr>
          </p:sp>
          <p:sp>
            <p:nvSpPr>
              <p:cNvPr id="49230" name="Freeform 77"/>
              <p:cNvSpPr/>
              <p:nvPr/>
            </p:nvSpPr>
            <p:spPr>
              <a:xfrm>
                <a:off x="2320" y="1171"/>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31" name="Freeform 78"/>
              <p:cNvSpPr/>
              <p:nvPr/>
            </p:nvSpPr>
            <p:spPr>
              <a:xfrm>
                <a:off x="2321" y="117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232" name="Freeform 79"/>
              <p:cNvSpPr/>
              <p:nvPr/>
            </p:nvSpPr>
            <p:spPr>
              <a:xfrm>
                <a:off x="2344" y="1167"/>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49233" name="Line 80"/>
            <p:cNvSpPr/>
            <p:nvPr/>
          </p:nvSpPr>
          <p:spPr>
            <a:xfrm>
              <a:off x="1937" y="2233"/>
              <a:ext cx="1124" cy="1424"/>
            </a:xfrm>
            <a:prstGeom prst="line">
              <a:avLst/>
            </a:prstGeom>
            <a:ln w="12700" cap="flat" cmpd="sng">
              <a:solidFill>
                <a:srgbClr val="3333FF"/>
              </a:solidFill>
              <a:prstDash val="dash"/>
              <a:headEnd type="none" w="med" len="med"/>
              <a:tailEnd type="triangle" w="med" len="med"/>
            </a:ln>
          </p:spPr>
        </p:sp>
        <p:grpSp>
          <p:nvGrpSpPr>
            <p:cNvPr id="49234" name="Group 81"/>
            <p:cNvGrpSpPr/>
            <p:nvPr/>
          </p:nvGrpSpPr>
          <p:grpSpPr>
            <a:xfrm>
              <a:off x="2925" y="3612"/>
              <a:ext cx="284" cy="393"/>
              <a:chOff x="3061" y="2526"/>
              <a:chExt cx="284" cy="393"/>
            </a:xfrm>
          </p:grpSpPr>
          <p:sp>
            <p:nvSpPr>
              <p:cNvPr id="49235" name="Freeform 82"/>
              <p:cNvSpPr/>
              <p:nvPr/>
            </p:nvSpPr>
            <p:spPr>
              <a:xfrm>
                <a:off x="3061" y="2645"/>
                <a:ext cx="284" cy="274"/>
              </a:xfrm>
              <a:custGeom>
                <a:avLst/>
                <a:gdLst/>
                <a:ahLst/>
                <a:cxnLst>
                  <a:cxn ang="0">
                    <a:pos x="105" y="0"/>
                  </a:cxn>
                  <a:cxn ang="0">
                    <a:pos x="166" y="0"/>
                  </a:cxn>
                  <a:cxn ang="0">
                    <a:pos x="283" y="273"/>
                  </a:cxn>
                  <a:cxn ang="0">
                    <a:pos x="161" y="22"/>
                  </a:cxn>
                  <a:cxn ang="0">
                    <a:pos x="144" y="273"/>
                  </a:cxn>
                  <a:cxn ang="0">
                    <a:pos x="111" y="22"/>
                  </a:cxn>
                  <a:cxn ang="0">
                    <a:pos x="0" y="273"/>
                  </a:cxn>
                  <a:cxn ang="0">
                    <a:pos x="105" y="0"/>
                  </a:cxn>
                </a:cxnLst>
                <a:rect l="0" t="0" r="0" b="0"/>
                <a:pathLst>
                  <a:path w="284" h="274">
                    <a:moveTo>
                      <a:pt x="105" y="0"/>
                    </a:moveTo>
                    <a:lnTo>
                      <a:pt x="166" y="0"/>
                    </a:lnTo>
                    <a:lnTo>
                      <a:pt x="283" y="273"/>
                    </a:lnTo>
                    <a:lnTo>
                      <a:pt x="161" y="22"/>
                    </a:lnTo>
                    <a:lnTo>
                      <a:pt x="144" y="273"/>
                    </a:lnTo>
                    <a:lnTo>
                      <a:pt x="111" y="22"/>
                    </a:lnTo>
                    <a:lnTo>
                      <a:pt x="0" y="273"/>
                    </a:lnTo>
                    <a:lnTo>
                      <a:pt x="105"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49236" name="Freeform 83"/>
              <p:cNvSpPr/>
              <p:nvPr/>
            </p:nvSpPr>
            <p:spPr>
              <a:xfrm>
                <a:off x="3241" y="2665"/>
                <a:ext cx="46" cy="38"/>
              </a:xfrm>
              <a:custGeom>
                <a:avLst/>
                <a:gdLst/>
                <a:ahLst/>
                <a:cxnLst>
                  <a:cxn ang="0">
                    <a:pos x="0" y="4"/>
                  </a:cxn>
                  <a:cxn ang="0">
                    <a:pos x="13" y="37"/>
                  </a:cxn>
                  <a:cxn ang="0">
                    <a:pos x="45" y="31"/>
                  </a:cxn>
                  <a:cxn ang="0">
                    <a:pos x="31" y="0"/>
                  </a:cxn>
                  <a:cxn ang="0">
                    <a:pos x="0" y="4"/>
                  </a:cxn>
                </a:cxnLst>
                <a:rect l="0" t="0" r="0" b="0"/>
                <a:pathLst>
                  <a:path w="46" h="38">
                    <a:moveTo>
                      <a:pt x="0" y="4"/>
                    </a:moveTo>
                    <a:lnTo>
                      <a:pt x="13" y="37"/>
                    </a:lnTo>
                    <a:lnTo>
                      <a:pt x="45" y="31"/>
                    </a:lnTo>
                    <a:lnTo>
                      <a:pt x="31"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49237" name="Rectangle 84"/>
              <p:cNvSpPr/>
              <p:nvPr/>
            </p:nvSpPr>
            <p:spPr>
              <a:xfrm>
                <a:off x="3262" y="2613"/>
                <a:ext cx="12" cy="9"/>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38" name="Line 85"/>
              <p:cNvSpPr/>
              <p:nvPr/>
            </p:nvSpPr>
            <p:spPr>
              <a:xfrm>
                <a:off x="3263" y="2611"/>
                <a:ext cx="0" cy="2"/>
              </a:xfrm>
              <a:prstGeom prst="line">
                <a:avLst/>
              </a:prstGeom>
              <a:ln w="12700" cap="flat" cmpd="sng">
                <a:solidFill>
                  <a:srgbClr val="FFFFFF"/>
                </a:solidFill>
                <a:prstDash val="solid"/>
                <a:headEnd type="none" w="med" len="med"/>
                <a:tailEnd type="none" w="med" len="med"/>
              </a:ln>
            </p:spPr>
          </p:sp>
          <p:sp>
            <p:nvSpPr>
              <p:cNvPr id="49239" name="Freeform 86"/>
              <p:cNvSpPr/>
              <p:nvPr/>
            </p:nvSpPr>
            <p:spPr>
              <a:xfrm>
                <a:off x="3254"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40" name="Line 87"/>
              <p:cNvSpPr/>
              <p:nvPr/>
            </p:nvSpPr>
            <p:spPr>
              <a:xfrm>
                <a:off x="3262" y="2611"/>
                <a:ext cx="0" cy="2"/>
              </a:xfrm>
              <a:prstGeom prst="line">
                <a:avLst/>
              </a:prstGeom>
              <a:ln w="12700" cap="flat" cmpd="sng">
                <a:solidFill>
                  <a:srgbClr val="FFFFFF"/>
                </a:solidFill>
                <a:prstDash val="solid"/>
                <a:headEnd type="none" w="med" len="med"/>
                <a:tailEnd type="none" w="med" len="med"/>
              </a:ln>
            </p:spPr>
          </p:sp>
          <p:sp>
            <p:nvSpPr>
              <p:cNvPr id="49241" name="Freeform 88"/>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42" name="Line 89"/>
              <p:cNvSpPr/>
              <p:nvPr/>
            </p:nvSpPr>
            <p:spPr>
              <a:xfrm>
                <a:off x="3260" y="2611"/>
                <a:ext cx="0" cy="2"/>
              </a:xfrm>
              <a:prstGeom prst="line">
                <a:avLst/>
              </a:prstGeom>
              <a:ln w="12700" cap="flat" cmpd="sng">
                <a:solidFill>
                  <a:srgbClr val="FFFFFF"/>
                </a:solidFill>
                <a:prstDash val="solid"/>
                <a:headEnd type="none" w="med" len="med"/>
                <a:tailEnd type="none" w="med" len="med"/>
              </a:ln>
            </p:spPr>
          </p:sp>
          <p:sp>
            <p:nvSpPr>
              <p:cNvPr id="49243" name="Freeform 90"/>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44" name="Line 91"/>
              <p:cNvSpPr/>
              <p:nvPr/>
            </p:nvSpPr>
            <p:spPr>
              <a:xfrm>
                <a:off x="3259" y="2611"/>
                <a:ext cx="0" cy="2"/>
              </a:xfrm>
              <a:prstGeom prst="line">
                <a:avLst/>
              </a:prstGeom>
              <a:ln w="12700" cap="flat" cmpd="sng">
                <a:solidFill>
                  <a:srgbClr val="FFFFFF"/>
                </a:solidFill>
                <a:prstDash val="solid"/>
                <a:headEnd type="none" w="med" len="med"/>
                <a:tailEnd type="none" w="med" len="med"/>
              </a:ln>
            </p:spPr>
          </p:sp>
          <p:sp>
            <p:nvSpPr>
              <p:cNvPr id="49245" name="Freeform 92"/>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46" name="Line 93"/>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49247" name="Freeform 94"/>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48" name="Line 95"/>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49249" name="Freeform 96"/>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50" name="Rectangle 97"/>
              <p:cNvSpPr/>
              <p:nvPr/>
            </p:nvSpPr>
            <p:spPr>
              <a:xfrm>
                <a:off x="3262" y="2604"/>
                <a:ext cx="12"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51" name="Freeform 98"/>
              <p:cNvSpPr/>
              <p:nvPr/>
            </p:nvSpPr>
            <p:spPr>
              <a:xfrm>
                <a:off x="3258" y="2588"/>
                <a:ext cx="21" cy="18"/>
              </a:xfrm>
              <a:custGeom>
                <a:avLst/>
                <a:gdLst/>
                <a:ahLst/>
                <a:cxnLst>
                  <a:cxn ang="0">
                    <a:pos x="20" y="17"/>
                  </a:cxn>
                  <a:cxn ang="0">
                    <a:pos x="15" y="5"/>
                  </a:cxn>
                  <a:cxn ang="0">
                    <a:pos x="15" y="0"/>
                  </a:cxn>
                  <a:cxn ang="0">
                    <a:pos x="8" y="0"/>
                  </a:cxn>
                  <a:cxn ang="0">
                    <a:pos x="8" y="5"/>
                  </a:cxn>
                  <a:cxn ang="0">
                    <a:pos x="0" y="17"/>
                  </a:cxn>
                  <a:cxn ang="0">
                    <a:pos x="20" y="17"/>
                  </a:cxn>
                </a:cxnLst>
                <a:rect l="0" t="0" r="0" b="0"/>
                <a:pathLst>
                  <a:path w="21" h="18">
                    <a:moveTo>
                      <a:pt x="20" y="17"/>
                    </a:moveTo>
                    <a:lnTo>
                      <a:pt x="15" y="5"/>
                    </a:lnTo>
                    <a:lnTo>
                      <a:pt x="15" y="0"/>
                    </a:lnTo>
                    <a:lnTo>
                      <a:pt x="8" y="0"/>
                    </a:lnTo>
                    <a:lnTo>
                      <a:pt x="8" y="5"/>
                    </a:lnTo>
                    <a:lnTo>
                      <a:pt x="0" y="17"/>
                    </a:lnTo>
                    <a:lnTo>
                      <a:pt x="20" y="17"/>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49252" name="Rectangle 99"/>
              <p:cNvSpPr/>
              <p:nvPr/>
            </p:nvSpPr>
            <p:spPr>
              <a:xfrm>
                <a:off x="3264" y="2531"/>
                <a:ext cx="13" cy="5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53" name="Freeform 100"/>
              <p:cNvSpPr/>
              <p:nvPr/>
            </p:nvSpPr>
            <p:spPr>
              <a:xfrm>
                <a:off x="3258" y="2526"/>
                <a:ext cx="21" cy="18"/>
              </a:xfrm>
              <a:custGeom>
                <a:avLst/>
                <a:gdLst/>
                <a:ahLst/>
                <a:cxnLst>
                  <a:cxn ang="0">
                    <a:pos x="16" y="13"/>
                  </a:cxn>
                  <a:cxn ang="0">
                    <a:pos x="20" y="13"/>
                  </a:cxn>
                  <a:cxn ang="0">
                    <a:pos x="20" y="10"/>
                  </a:cxn>
                  <a:cxn ang="0">
                    <a:pos x="20" y="7"/>
                  </a:cxn>
                  <a:cxn ang="0">
                    <a:pos x="20" y="6"/>
                  </a:cxn>
                  <a:cxn ang="0">
                    <a:pos x="20" y="3"/>
                  </a:cxn>
                  <a:cxn ang="0">
                    <a:pos x="20" y="0"/>
                  </a:cxn>
                  <a:cxn ang="0">
                    <a:pos x="16" y="0"/>
                  </a:cxn>
                  <a:cxn ang="0">
                    <a:pos x="8" y="0"/>
                  </a:cxn>
                  <a:cxn ang="0">
                    <a:pos x="0" y="0"/>
                  </a:cxn>
                  <a:cxn ang="0">
                    <a:pos x="0" y="3"/>
                  </a:cxn>
                  <a:cxn ang="0">
                    <a:pos x="0" y="6"/>
                  </a:cxn>
                  <a:cxn ang="0">
                    <a:pos x="0" y="7"/>
                  </a:cxn>
                  <a:cxn ang="0">
                    <a:pos x="0" y="10"/>
                  </a:cxn>
                  <a:cxn ang="0">
                    <a:pos x="8" y="10"/>
                  </a:cxn>
                  <a:cxn ang="0">
                    <a:pos x="8" y="13"/>
                  </a:cxn>
                  <a:cxn ang="0">
                    <a:pos x="8" y="17"/>
                  </a:cxn>
                  <a:cxn ang="0">
                    <a:pos x="16" y="17"/>
                  </a:cxn>
                  <a:cxn ang="0">
                    <a:pos x="16" y="13"/>
                  </a:cxn>
                </a:cxnLst>
                <a:rect l="0" t="0" r="0" b="0"/>
                <a:pathLst>
                  <a:path w="21" h="18">
                    <a:moveTo>
                      <a:pt x="16" y="13"/>
                    </a:moveTo>
                    <a:lnTo>
                      <a:pt x="20" y="13"/>
                    </a:lnTo>
                    <a:lnTo>
                      <a:pt x="20" y="10"/>
                    </a:lnTo>
                    <a:lnTo>
                      <a:pt x="20" y="7"/>
                    </a:lnTo>
                    <a:lnTo>
                      <a:pt x="20" y="6"/>
                    </a:lnTo>
                    <a:lnTo>
                      <a:pt x="20" y="3"/>
                    </a:lnTo>
                    <a:lnTo>
                      <a:pt x="20" y="0"/>
                    </a:lnTo>
                    <a:lnTo>
                      <a:pt x="16" y="0"/>
                    </a:lnTo>
                    <a:lnTo>
                      <a:pt x="8" y="0"/>
                    </a:lnTo>
                    <a:lnTo>
                      <a:pt x="0" y="0"/>
                    </a:lnTo>
                    <a:lnTo>
                      <a:pt x="0" y="3"/>
                    </a:lnTo>
                    <a:lnTo>
                      <a:pt x="0" y="6"/>
                    </a:lnTo>
                    <a:lnTo>
                      <a:pt x="0" y="7"/>
                    </a:lnTo>
                    <a:lnTo>
                      <a:pt x="0" y="10"/>
                    </a:lnTo>
                    <a:lnTo>
                      <a:pt x="8" y="10"/>
                    </a:lnTo>
                    <a:lnTo>
                      <a:pt x="8" y="13"/>
                    </a:lnTo>
                    <a:lnTo>
                      <a:pt x="8" y="17"/>
                    </a:lnTo>
                    <a:lnTo>
                      <a:pt x="16" y="17"/>
                    </a:lnTo>
                    <a:lnTo>
                      <a:pt x="16"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49254" name="Rectangle 101"/>
              <p:cNvSpPr/>
              <p:nvPr/>
            </p:nvSpPr>
            <p:spPr>
              <a:xfrm>
                <a:off x="3262" y="2617"/>
                <a:ext cx="12" cy="66"/>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55" name="Freeform 102"/>
              <p:cNvSpPr/>
              <p:nvPr/>
            </p:nvSpPr>
            <p:spPr>
              <a:xfrm>
                <a:off x="3240" y="2666"/>
                <a:ext cx="30" cy="37"/>
              </a:xfrm>
              <a:custGeom>
                <a:avLst/>
                <a:gdLst/>
                <a:ahLst/>
                <a:cxnLst>
                  <a:cxn ang="0">
                    <a:pos x="0" y="3"/>
                  </a:cxn>
                  <a:cxn ang="0">
                    <a:pos x="12" y="36"/>
                  </a:cxn>
                  <a:cxn ang="0">
                    <a:pos x="29" y="32"/>
                  </a:cxn>
                  <a:cxn ang="0">
                    <a:pos x="17" y="0"/>
                  </a:cxn>
                  <a:cxn ang="0">
                    <a:pos x="0" y="3"/>
                  </a:cxn>
                </a:cxnLst>
                <a:rect l="0" t="0" r="0" b="0"/>
                <a:pathLst>
                  <a:path w="30" h="37">
                    <a:moveTo>
                      <a:pt x="0" y="3"/>
                    </a:moveTo>
                    <a:lnTo>
                      <a:pt x="12" y="36"/>
                    </a:lnTo>
                    <a:lnTo>
                      <a:pt x="29" y="32"/>
                    </a:lnTo>
                    <a:lnTo>
                      <a:pt x="17"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49256" name="Freeform 103"/>
              <p:cNvSpPr/>
              <p:nvPr/>
            </p:nvSpPr>
            <p:spPr>
              <a:xfrm>
                <a:off x="3142" y="2547"/>
                <a:ext cx="107" cy="38"/>
              </a:xfrm>
              <a:custGeom>
                <a:avLst/>
                <a:gdLst/>
                <a:ahLst/>
                <a:cxnLst>
                  <a:cxn ang="0">
                    <a:pos x="0" y="10"/>
                  </a:cxn>
                  <a:cxn ang="0">
                    <a:pos x="53" y="0"/>
                  </a:cxn>
                  <a:cxn ang="0">
                    <a:pos x="106" y="10"/>
                  </a:cxn>
                  <a:cxn ang="0">
                    <a:pos x="106" y="30"/>
                  </a:cxn>
                  <a:cxn ang="0">
                    <a:pos x="102" y="33"/>
                  </a:cxn>
                  <a:cxn ang="0">
                    <a:pos x="73" y="37"/>
                  </a:cxn>
                  <a:cxn ang="0">
                    <a:pos x="70" y="37"/>
                  </a:cxn>
                  <a:cxn ang="0">
                    <a:pos x="37" y="37"/>
                  </a:cxn>
                  <a:cxn ang="0">
                    <a:pos x="32" y="37"/>
                  </a:cxn>
                  <a:cxn ang="0">
                    <a:pos x="4" y="33"/>
                  </a:cxn>
                  <a:cxn ang="0">
                    <a:pos x="0" y="30"/>
                  </a:cxn>
                  <a:cxn ang="0">
                    <a:pos x="0" y="10"/>
                  </a:cxn>
                </a:cxnLst>
                <a:rect l="0" t="0" r="0" b="0"/>
                <a:pathLst>
                  <a:path w="107" h="38">
                    <a:moveTo>
                      <a:pt x="0" y="10"/>
                    </a:moveTo>
                    <a:lnTo>
                      <a:pt x="53" y="0"/>
                    </a:lnTo>
                    <a:lnTo>
                      <a:pt x="106" y="10"/>
                    </a:lnTo>
                    <a:lnTo>
                      <a:pt x="106" y="30"/>
                    </a:lnTo>
                    <a:lnTo>
                      <a:pt x="102" y="33"/>
                    </a:lnTo>
                    <a:lnTo>
                      <a:pt x="73" y="37"/>
                    </a:lnTo>
                    <a:lnTo>
                      <a:pt x="70" y="37"/>
                    </a:lnTo>
                    <a:lnTo>
                      <a:pt x="37" y="37"/>
                    </a:lnTo>
                    <a:lnTo>
                      <a:pt x="32" y="37"/>
                    </a:lnTo>
                    <a:lnTo>
                      <a:pt x="4" y="33"/>
                    </a:lnTo>
                    <a:lnTo>
                      <a:pt x="0" y="30"/>
                    </a:lnTo>
                    <a:lnTo>
                      <a:pt x="0" y="1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9257" name="Rectangle 104"/>
              <p:cNvSpPr/>
              <p:nvPr/>
            </p:nvSpPr>
            <p:spPr>
              <a:xfrm>
                <a:off x="3147" y="2570"/>
                <a:ext cx="99" cy="9"/>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58" name="Freeform 105"/>
              <p:cNvSpPr/>
              <p:nvPr/>
            </p:nvSpPr>
            <p:spPr>
              <a:xfrm>
                <a:off x="3173" y="2584"/>
                <a:ext cx="46" cy="46"/>
              </a:xfrm>
              <a:custGeom>
                <a:avLst/>
                <a:gdLst/>
                <a:ahLst/>
                <a:cxnLst>
                  <a:cxn ang="0">
                    <a:pos x="19" y="6"/>
                  </a:cxn>
                  <a:cxn ang="0">
                    <a:pos x="19" y="17"/>
                  </a:cxn>
                  <a:cxn ang="0">
                    <a:pos x="17" y="17"/>
                  </a:cxn>
                  <a:cxn ang="0">
                    <a:pos x="17" y="26"/>
                  </a:cxn>
                  <a:cxn ang="0">
                    <a:pos x="9" y="26"/>
                  </a:cxn>
                  <a:cxn ang="0">
                    <a:pos x="9" y="34"/>
                  </a:cxn>
                  <a:cxn ang="0">
                    <a:pos x="0" y="34"/>
                  </a:cxn>
                  <a:cxn ang="0">
                    <a:pos x="0" y="45"/>
                  </a:cxn>
                  <a:cxn ang="0">
                    <a:pos x="45" y="45"/>
                  </a:cxn>
                  <a:cxn ang="0">
                    <a:pos x="45" y="34"/>
                  </a:cxn>
                  <a:cxn ang="0">
                    <a:pos x="36" y="34"/>
                  </a:cxn>
                  <a:cxn ang="0">
                    <a:pos x="36" y="26"/>
                  </a:cxn>
                  <a:cxn ang="0">
                    <a:pos x="27" y="26"/>
                  </a:cxn>
                  <a:cxn ang="0">
                    <a:pos x="27" y="17"/>
                  </a:cxn>
                  <a:cxn ang="0">
                    <a:pos x="24" y="17"/>
                  </a:cxn>
                  <a:cxn ang="0">
                    <a:pos x="24" y="6"/>
                  </a:cxn>
                  <a:cxn ang="0">
                    <a:pos x="23" y="3"/>
                  </a:cxn>
                  <a:cxn ang="0">
                    <a:pos x="24" y="3"/>
                  </a:cxn>
                  <a:cxn ang="0">
                    <a:pos x="24" y="0"/>
                  </a:cxn>
                  <a:cxn ang="0">
                    <a:pos x="19" y="0"/>
                  </a:cxn>
                  <a:cxn ang="0">
                    <a:pos x="19" y="3"/>
                  </a:cxn>
                  <a:cxn ang="0">
                    <a:pos x="20" y="4"/>
                  </a:cxn>
                  <a:cxn ang="0">
                    <a:pos x="19" y="6"/>
                  </a:cxn>
                </a:cxnLst>
                <a:rect l="0" t="0" r="0" b="0"/>
                <a:pathLst>
                  <a:path w="46" h="46">
                    <a:moveTo>
                      <a:pt x="19" y="6"/>
                    </a:moveTo>
                    <a:lnTo>
                      <a:pt x="19" y="17"/>
                    </a:lnTo>
                    <a:lnTo>
                      <a:pt x="17" y="17"/>
                    </a:lnTo>
                    <a:lnTo>
                      <a:pt x="17" y="26"/>
                    </a:lnTo>
                    <a:lnTo>
                      <a:pt x="9" y="26"/>
                    </a:lnTo>
                    <a:lnTo>
                      <a:pt x="9" y="34"/>
                    </a:lnTo>
                    <a:lnTo>
                      <a:pt x="0" y="34"/>
                    </a:lnTo>
                    <a:lnTo>
                      <a:pt x="0" y="45"/>
                    </a:lnTo>
                    <a:lnTo>
                      <a:pt x="45" y="45"/>
                    </a:lnTo>
                    <a:lnTo>
                      <a:pt x="45" y="34"/>
                    </a:lnTo>
                    <a:lnTo>
                      <a:pt x="36" y="34"/>
                    </a:lnTo>
                    <a:lnTo>
                      <a:pt x="36" y="26"/>
                    </a:lnTo>
                    <a:lnTo>
                      <a:pt x="27" y="26"/>
                    </a:lnTo>
                    <a:lnTo>
                      <a:pt x="27" y="17"/>
                    </a:lnTo>
                    <a:lnTo>
                      <a:pt x="24" y="17"/>
                    </a:lnTo>
                    <a:lnTo>
                      <a:pt x="24" y="6"/>
                    </a:lnTo>
                    <a:lnTo>
                      <a:pt x="23" y="3"/>
                    </a:lnTo>
                    <a:lnTo>
                      <a:pt x="24" y="3"/>
                    </a:lnTo>
                    <a:lnTo>
                      <a:pt x="24" y="0"/>
                    </a:lnTo>
                    <a:lnTo>
                      <a:pt x="19" y="0"/>
                    </a:lnTo>
                    <a:lnTo>
                      <a:pt x="19" y="3"/>
                    </a:lnTo>
                    <a:lnTo>
                      <a:pt x="20" y="4"/>
                    </a:lnTo>
                    <a:lnTo>
                      <a:pt x="19" y="6"/>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49259" name="Freeform 106"/>
              <p:cNvSpPr/>
              <p:nvPr/>
            </p:nvSpPr>
            <p:spPr>
              <a:xfrm>
                <a:off x="3174" y="2584"/>
                <a:ext cx="43" cy="18"/>
              </a:xfrm>
              <a:custGeom>
                <a:avLst/>
                <a:gdLst/>
                <a:ahLst/>
                <a:cxnLst>
                  <a:cxn ang="0">
                    <a:pos x="0" y="0"/>
                  </a:cxn>
                  <a:cxn ang="0">
                    <a:pos x="1" y="0"/>
                  </a:cxn>
                  <a:cxn ang="0">
                    <a:pos x="7" y="0"/>
                  </a:cxn>
                  <a:cxn ang="0">
                    <a:pos x="7" y="7"/>
                  </a:cxn>
                  <a:cxn ang="0">
                    <a:pos x="12" y="7"/>
                  </a:cxn>
                  <a:cxn ang="0">
                    <a:pos x="12" y="9"/>
                  </a:cxn>
                  <a:cxn ang="0">
                    <a:pos x="7" y="9"/>
                  </a:cxn>
                  <a:cxn ang="0">
                    <a:pos x="7" y="15"/>
                  </a:cxn>
                  <a:cxn ang="0">
                    <a:pos x="12" y="15"/>
                  </a:cxn>
                  <a:cxn ang="0">
                    <a:pos x="12" y="17"/>
                  </a:cxn>
                  <a:cxn ang="0">
                    <a:pos x="28" y="17"/>
                  </a:cxn>
                  <a:cxn ang="0">
                    <a:pos x="28" y="15"/>
                  </a:cxn>
                  <a:cxn ang="0">
                    <a:pos x="33" y="15"/>
                  </a:cxn>
                  <a:cxn ang="0">
                    <a:pos x="33" y="8"/>
                  </a:cxn>
                  <a:cxn ang="0">
                    <a:pos x="28" y="8"/>
                  </a:cxn>
                  <a:cxn ang="0">
                    <a:pos x="28" y="7"/>
                  </a:cxn>
                  <a:cxn ang="0">
                    <a:pos x="33" y="7"/>
                  </a:cxn>
                  <a:cxn ang="0">
                    <a:pos x="33" y="0"/>
                  </a:cxn>
                  <a:cxn ang="0">
                    <a:pos x="40" y="0"/>
                  </a:cxn>
                  <a:cxn ang="0">
                    <a:pos x="42" y="0"/>
                  </a:cxn>
                  <a:cxn ang="0">
                    <a:pos x="0" y="0"/>
                  </a:cxn>
                </a:cxnLst>
                <a:rect l="0" t="0" r="0" b="0"/>
                <a:pathLst>
                  <a:path w="43" h="18">
                    <a:moveTo>
                      <a:pt x="0" y="0"/>
                    </a:moveTo>
                    <a:lnTo>
                      <a:pt x="1" y="0"/>
                    </a:lnTo>
                    <a:lnTo>
                      <a:pt x="7" y="0"/>
                    </a:lnTo>
                    <a:lnTo>
                      <a:pt x="7" y="7"/>
                    </a:lnTo>
                    <a:lnTo>
                      <a:pt x="12" y="7"/>
                    </a:lnTo>
                    <a:lnTo>
                      <a:pt x="12" y="9"/>
                    </a:lnTo>
                    <a:lnTo>
                      <a:pt x="7" y="9"/>
                    </a:lnTo>
                    <a:lnTo>
                      <a:pt x="7" y="15"/>
                    </a:lnTo>
                    <a:lnTo>
                      <a:pt x="12" y="15"/>
                    </a:lnTo>
                    <a:lnTo>
                      <a:pt x="12" y="17"/>
                    </a:lnTo>
                    <a:lnTo>
                      <a:pt x="28" y="17"/>
                    </a:lnTo>
                    <a:lnTo>
                      <a:pt x="28" y="15"/>
                    </a:lnTo>
                    <a:lnTo>
                      <a:pt x="33" y="15"/>
                    </a:lnTo>
                    <a:lnTo>
                      <a:pt x="33" y="8"/>
                    </a:lnTo>
                    <a:lnTo>
                      <a:pt x="28" y="8"/>
                    </a:lnTo>
                    <a:lnTo>
                      <a:pt x="28" y="7"/>
                    </a:lnTo>
                    <a:lnTo>
                      <a:pt x="33" y="7"/>
                    </a:lnTo>
                    <a:lnTo>
                      <a:pt x="33" y="0"/>
                    </a:lnTo>
                    <a:lnTo>
                      <a:pt x="40" y="0"/>
                    </a:lnTo>
                    <a:lnTo>
                      <a:pt x="42"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9260" name="Rectangle 107"/>
              <p:cNvSpPr/>
              <p:nvPr/>
            </p:nvSpPr>
            <p:spPr>
              <a:xfrm>
                <a:off x="3165" y="2633"/>
                <a:ext cx="61" cy="9"/>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61" name="Rectangle 108"/>
              <p:cNvSpPr/>
              <p:nvPr/>
            </p:nvSpPr>
            <p:spPr>
              <a:xfrm>
                <a:off x="3165" y="2646"/>
                <a:ext cx="61"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62" name="Freeform 109"/>
              <p:cNvSpPr/>
              <p:nvPr/>
            </p:nvSpPr>
            <p:spPr>
              <a:xfrm>
                <a:off x="3216" y="2635"/>
                <a:ext cx="21" cy="18"/>
              </a:xfrm>
              <a:custGeom>
                <a:avLst/>
                <a:gdLst/>
                <a:ahLst/>
                <a:cxnLst>
                  <a:cxn ang="0">
                    <a:pos x="3" y="0"/>
                  </a:cxn>
                  <a:cxn ang="0">
                    <a:pos x="3" y="10"/>
                  </a:cxn>
                  <a:cxn ang="0">
                    <a:pos x="0" y="10"/>
                  </a:cxn>
                  <a:cxn ang="0">
                    <a:pos x="0" y="15"/>
                  </a:cxn>
                  <a:cxn ang="0">
                    <a:pos x="4" y="15"/>
                  </a:cxn>
                  <a:cxn ang="0">
                    <a:pos x="4"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4" y="15"/>
                    </a:lnTo>
                    <a:lnTo>
                      <a:pt x="4"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9263" name="Freeform 110"/>
              <p:cNvSpPr/>
              <p:nvPr/>
            </p:nvSpPr>
            <p:spPr>
              <a:xfrm>
                <a:off x="3160" y="2635"/>
                <a:ext cx="21" cy="18"/>
              </a:xfrm>
              <a:custGeom>
                <a:avLst/>
                <a:gdLst/>
                <a:ahLst/>
                <a:cxnLst>
                  <a:cxn ang="0">
                    <a:pos x="3" y="0"/>
                  </a:cxn>
                  <a:cxn ang="0">
                    <a:pos x="3" y="10"/>
                  </a:cxn>
                  <a:cxn ang="0">
                    <a:pos x="0" y="10"/>
                  </a:cxn>
                  <a:cxn ang="0">
                    <a:pos x="0" y="15"/>
                  </a:cxn>
                  <a:cxn ang="0">
                    <a:pos x="3" y="15"/>
                  </a:cxn>
                  <a:cxn ang="0">
                    <a:pos x="3"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3" y="15"/>
                    </a:lnTo>
                    <a:lnTo>
                      <a:pt x="3"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9264" name="Freeform 111"/>
              <p:cNvSpPr/>
              <p:nvPr/>
            </p:nvSpPr>
            <p:spPr>
              <a:xfrm>
                <a:off x="3173" y="2628"/>
                <a:ext cx="46" cy="18"/>
              </a:xfrm>
              <a:custGeom>
                <a:avLst/>
                <a:gdLst/>
                <a:ahLst/>
                <a:cxnLst>
                  <a:cxn ang="0">
                    <a:pos x="0" y="0"/>
                  </a:cxn>
                  <a:cxn ang="0">
                    <a:pos x="0" y="17"/>
                  </a:cxn>
                  <a:cxn ang="0">
                    <a:pos x="45" y="17"/>
                  </a:cxn>
                  <a:cxn ang="0">
                    <a:pos x="45" y="6"/>
                  </a:cxn>
                </a:cxnLst>
                <a:rect l="0" t="0" r="0" b="0"/>
                <a:pathLst>
                  <a:path w="46" h="18">
                    <a:moveTo>
                      <a:pt x="0" y="0"/>
                    </a:moveTo>
                    <a:lnTo>
                      <a:pt x="0" y="17"/>
                    </a:lnTo>
                    <a:lnTo>
                      <a:pt x="45" y="17"/>
                    </a:lnTo>
                    <a:lnTo>
                      <a:pt x="45" y="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49265" name="Freeform 112"/>
              <p:cNvSpPr/>
              <p:nvPr/>
            </p:nvSpPr>
            <p:spPr>
              <a:xfrm>
                <a:off x="3164" y="2645"/>
                <a:ext cx="67" cy="18"/>
              </a:xfrm>
              <a:custGeom>
                <a:avLst/>
                <a:gdLst/>
                <a:ahLst/>
                <a:cxnLst>
                  <a:cxn ang="0">
                    <a:pos x="1" y="0"/>
                  </a:cxn>
                  <a:cxn ang="0">
                    <a:pos x="63" y="0"/>
                  </a:cxn>
                  <a:cxn ang="0">
                    <a:pos x="66" y="17"/>
                  </a:cxn>
                  <a:cxn ang="0">
                    <a:pos x="0" y="17"/>
                  </a:cxn>
                  <a:cxn ang="0">
                    <a:pos x="1" y="0"/>
                  </a:cxn>
                </a:cxnLst>
                <a:rect l="0" t="0" r="0" b="0"/>
                <a:pathLst>
                  <a:path w="67" h="18">
                    <a:moveTo>
                      <a:pt x="1" y="0"/>
                    </a:moveTo>
                    <a:lnTo>
                      <a:pt x="63" y="0"/>
                    </a:lnTo>
                    <a:lnTo>
                      <a:pt x="66" y="17"/>
                    </a:lnTo>
                    <a:lnTo>
                      <a:pt x="0" y="17"/>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49266" name="Text Box 113"/>
            <p:cNvSpPr txBox="1"/>
            <p:nvPr/>
          </p:nvSpPr>
          <p:spPr>
            <a:xfrm>
              <a:off x="2517" y="3657"/>
              <a:ext cx="270" cy="233"/>
            </a:xfrm>
            <a:prstGeom prst="rect">
              <a:avLst/>
            </a:prstGeom>
            <a:noFill/>
            <a:ln w="9525">
              <a:noFill/>
            </a:ln>
          </p:spPr>
          <p:txBody>
            <a:bodyPr wrap="none">
              <a:spAutoFit/>
            </a:bodyPr>
            <a:lstStyle/>
            <a:p>
              <a:r>
                <a:rPr lang="en-US" altLang="zh-CN">
                  <a:latin typeface="Times New Roman" panose="02020603050405020304" pitchFamily="18" charset="0"/>
                </a:rPr>
                <a:t>P1</a:t>
              </a:r>
            </a:p>
          </p:txBody>
        </p:sp>
        <p:grpSp>
          <p:nvGrpSpPr>
            <p:cNvPr id="49267" name="Group 115"/>
            <p:cNvGrpSpPr/>
            <p:nvPr/>
          </p:nvGrpSpPr>
          <p:grpSpPr>
            <a:xfrm>
              <a:off x="4150" y="3657"/>
              <a:ext cx="284" cy="393"/>
              <a:chOff x="3061" y="2526"/>
              <a:chExt cx="284" cy="393"/>
            </a:xfrm>
          </p:grpSpPr>
          <p:sp>
            <p:nvSpPr>
              <p:cNvPr id="49268" name="Freeform 116"/>
              <p:cNvSpPr/>
              <p:nvPr/>
            </p:nvSpPr>
            <p:spPr>
              <a:xfrm>
                <a:off x="3061" y="2645"/>
                <a:ext cx="284" cy="274"/>
              </a:xfrm>
              <a:custGeom>
                <a:avLst/>
                <a:gdLst/>
                <a:ahLst/>
                <a:cxnLst>
                  <a:cxn ang="0">
                    <a:pos x="105" y="0"/>
                  </a:cxn>
                  <a:cxn ang="0">
                    <a:pos x="166" y="0"/>
                  </a:cxn>
                  <a:cxn ang="0">
                    <a:pos x="283" y="273"/>
                  </a:cxn>
                  <a:cxn ang="0">
                    <a:pos x="161" y="22"/>
                  </a:cxn>
                  <a:cxn ang="0">
                    <a:pos x="144" y="273"/>
                  </a:cxn>
                  <a:cxn ang="0">
                    <a:pos x="111" y="22"/>
                  </a:cxn>
                  <a:cxn ang="0">
                    <a:pos x="0" y="273"/>
                  </a:cxn>
                  <a:cxn ang="0">
                    <a:pos x="105" y="0"/>
                  </a:cxn>
                </a:cxnLst>
                <a:rect l="0" t="0" r="0" b="0"/>
                <a:pathLst>
                  <a:path w="284" h="274">
                    <a:moveTo>
                      <a:pt x="105" y="0"/>
                    </a:moveTo>
                    <a:lnTo>
                      <a:pt x="166" y="0"/>
                    </a:lnTo>
                    <a:lnTo>
                      <a:pt x="283" y="273"/>
                    </a:lnTo>
                    <a:lnTo>
                      <a:pt x="161" y="22"/>
                    </a:lnTo>
                    <a:lnTo>
                      <a:pt x="144" y="273"/>
                    </a:lnTo>
                    <a:lnTo>
                      <a:pt x="111" y="22"/>
                    </a:lnTo>
                    <a:lnTo>
                      <a:pt x="0" y="273"/>
                    </a:lnTo>
                    <a:lnTo>
                      <a:pt x="105"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49269" name="Freeform 117"/>
              <p:cNvSpPr/>
              <p:nvPr/>
            </p:nvSpPr>
            <p:spPr>
              <a:xfrm>
                <a:off x="3241" y="2665"/>
                <a:ext cx="46" cy="38"/>
              </a:xfrm>
              <a:custGeom>
                <a:avLst/>
                <a:gdLst/>
                <a:ahLst/>
                <a:cxnLst>
                  <a:cxn ang="0">
                    <a:pos x="0" y="4"/>
                  </a:cxn>
                  <a:cxn ang="0">
                    <a:pos x="13" y="37"/>
                  </a:cxn>
                  <a:cxn ang="0">
                    <a:pos x="45" y="31"/>
                  </a:cxn>
                  <a:cxn ang="0">
                    <a:pos x="31" y="0"/>
                  </a:cxn>
                  <a:cxn ang="0">
                    <a:pos x="0" y="4"/>
                  </a:cxn>
                </a:cxnLst>
                <a:rect l="0" t="0" r="0" b="0"/>
                <a:pathLst>
                  <a:path w="46" h="38">
                    <a:moveTo>
                      <a:pt x="0" y="4"/>
                    </a:moveTo>
                    <a:lnTo>
                      <a:pt x="13" y="37"/>
                    </a:lnTo>
                    <a:lnTo>
                      <a:pt x="45" y="31"/>
                    </a:lnTo>
                    <a:lnTo>
                      <a:pt x="31"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49270" name="Rectangle 118"/>
              <p:cNvSpPr/>
              <p:nvPr/>
            </p:nvSpPr>
            <p:spPr>
              <a:xfrm>
                <a:off x="3262" y="2613"/>
                <a:ext cx="12" cy="9"/>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71" name="Line 119"/>
              <p:cNvSpPr/>
              <p:nvPr/>
            </p:nvSpPr>
            <p:spPr>
              <a:xfrm>
                <a:off x="3263" y="2611"/>
                <a:ext cx="0" cy="2"/>
              </a:xfrm>
              <a:prstGeom prst="line">
                <a:avLst/>
              </a:prstGeom>
              <a:ln w="12700" cap="flat" cmpd="sng">
                <a:solidFill>
                  <a:srgbClr val="FFFFFF"/>
                </a:solidFill>
                <a:prstDash val="solid"/>
                <a:headEnd type="none" w="med" len="med"/>
                <a:tailEnd type="none" w="med" len="med"/>
              </a:ln>
            </p:spPr>
          </p:sp>
          <p:sp>
            <p:nvSpPr>
              <p:cNvPr id="49272" name="Freeform 120"/>
              <p:cNvSpPr/>
              <p:nvPr/>
            </p:nvSpPr>
            <p:spPr>
              <a:xfrm>
                <a:off x="3254"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73" name="Line 121"/>
              <p:cNvSpPr/>
              <p:nvPr/>
            </p:nvSpPr>
            <p:spPr>
              <a:xfrm>
                <a:off x="3262" y="2611"/>
                <a:ext cx="0" cy="2"/>
              </a:xfrm>
              <a:prstGeom prst="line">
                <a:avLst/>
              </a:prstGeom>
              <a:ln w="12700" cap="flat" cmpd="sng">
                <a:solidFill>
                  <a:srgbClr val="FFFFFF"/>
                </a:solidFill>
                <a:prstDash val="solid"/>
                <a:headEnd type="none" w="med" len="med"/>
                <a:tailEnd type="none" w="med" len="med"/>
              </a:ln>
            </p:spPr>
          </p:sp>
          <p:sp>
            <p:nvSpPr>
              <p:cNvPr id="49274" name="Freeform 122"/>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75" name="Line 123"/>
              <p:cNvSpPr/>
              <p:nvPr/>
            </p:nvSpPr>
            <p:spPr>
              <a:xfrm>
                <a:off x="3260" y="2611"/>
                <a:ext cx="0" cy="2"/>
              </a:xfrm>
              <a:prstGeom prst="line">
                <a:avLst/>
              </a:prstGeom>
              <a:ln w="12700" cap="flat" cmpd="sng">
                <a:solidFill>
                  <a:srgbClr val="FFFFFF"/>
                </a:solidFill>
                <a:prstDash val="solid"/>
                <a:headEnd type="none" w="med" len="med"/>
                <a:tailEnd type="none" w="med" len="med"/>
              </a:ln>
            </p:spPr>
          </p:sp>
          <p:sp>
            <p:nvSpPr>
              <p:cNvPr id="49276" name="Freeform 124"/>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77" name="Line 125"/>
              <p:cNvSpPr/>
              <p:nvPr/>
            </p:nvSpPr>
            <p:spPr>
              <a:xfrm>
                <a:off x="3259" y="2611"/>
                <a:ext cx="0" cy="2"/>
              </a:xfrm>
              <a:prstGeom prst="line">
                <a:avLst/>
              </a:prstGeom>
              <a:ln w="12700" cap="flat" cmpd="sng">
                <a:solidFill>
                  <a:srgbClr val="FFFFFF"/>
                </a:solidFill>
                <a:prstDash val="solid"/>
                <a:headEnd type="none" w="med" len="med"/>
                <a:tailEnd type="none" w="med" len="med"/>
              </a:ln>
            </p:spPr>
          </p:sp>
          <p:sp>
            <p:nvSpPr>
              <p:cNvPr id="49278" name="Freeform 126"/>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79" name="Line 127"/>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49280" name="Freeform 128"/>
              <p:cNvSpPr/>
              <p:nvPr/>
            </p:nvSpPr>
            <p:spPr>
              <a:xfrm>
                <a:off x="3253" y="2604"/>
                <a:ext cx="21" cy="18"/>
              </a:xfrm>
              <a:custGeom>
                <a:avLst/>
                <a:gdLst/>
                <a:ahLst/>
                <a:cxnLst>
                  <a:cxn ang="0">
                    <a:pos x="20" y="0"/>
                  </a:cxn>
                  <a:cxn ang="0">
                    <a:pos x="9" y="17"/>
                  </a:cxn>
                  <a:cxn ang="0">
                    <a:pos x="0" y="0"/>
                  </a:cxn>
                </a:cxnLst>
                <a:rect l="0" t="0" r="0" b="0"/>
                <a:pathLst>
                  <a:path w="21" h="18">
                    <a:moveTo>
                      <a:pt x="20" y="0"/>
                    </a:moveTo>
                    <a:lnTo>
                      <a:pt x="9"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81" name="Line 129"/>
              <p:cNvSpPr/>
              <p:nvPr/>
            </p:nvSpPr>
            <p:spPr>
              <a:xfrm>
                <a:off x="3258" y="2611"/>
                <a:ext cx="0" cy="2"/>
              </a:xfrm>
              <a:prstGeom prst="line">
                <a:avLst/>
              </a:prstGeom>
              <a:ln w="12700" cap="flat" cmpd="sng">
                <a:solidFill>
                  <a:srgbClr val="FFFFFF"/>
                </a:solidFill>
                <a:prstDash val="solid"/>
                <a:headEnd type="none" w="med" len="med"/>
                <a:tailEnd type="none" w="med" len="med"/>
              </a:ln>
            </p:spPr>
          </p:sp>
          <p:sp>
            <p:nvSpPr>
              <p:cNvPr id="49282" name="Freeform 130"/>
              <p:cNvSpPr/>
              <p:nvPr/>
            </p:nvSpPr>
            <p:spPr>
              <a:xfrm>
                <a:off x="3253" y="2604"/>
                <a:ext cx="21" cy="18"/>
              </a:xfrm>
              <a:custGeom>
                <a:avLst/>
                <a:gdLst/>
                <a:ahLst/>
                <a:cxnLst>
                  <a:cxn ang="0">
                    <a:pos x="20" y="0"/>
                  </a:cxn>
                  <a:cxn ang="0">
                    <a:pos x="10" y="17"/>
                  </a:cxn>
                  <a:cxn ang="0">
                    <a:pos x="0" y="0"/>
                  </a:cxn>
                </a:cxnLst>
                <a:rect l="0" t="0" r="0" b="0"/>
                <a:pathLst>
                  <a:path w="21" h="18">
                    <a:moveTo>
                      <a:pt x="20" y="0"/>
                    </a:moveTo>
                    <a:lnTo>
                      <a:pt x="10" y="17"/>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49283" name="Rectangle 131"/>
              <p:cNvSpPr/>
              <p:nvPr/>
            </p:nvSpPr>
            <p:spPr>
              <a:xfrm>
                <a:off x="3262" y="2604"/>
                <a:ext cx="12"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84" name="Freeform 132"/>
              <p:cNvSpPr/>
              <p:nvPr/>
            </p:nvSpPr>
            <p:spPr>
              <a:xfrm>
                <a:off x="3258" y="2588"/>
                <a:ext cx="21" cy="18"/>
              </a:xfrm>
              <a:custGeom>
                <a:avLst/>
                <a:gdLst/>
                <a:ahLst/>
                <a:cxnLst>
                  <a:cxn ang="0">
                    <a:pos x="20" y="17"/>
                  </a:cxn>
                  <a:cxn ang="0">
                    <a:pos x="15" y="5"/>
                  </a:cxn>
                  <a:cxn ang="0">
                    <a:pos x="15" y="0"/>
                  </a:cxn>
                  <a:cxn ang="0">
                    <a:pos x="8" y="0"/>
                  </a:cxn>
                  <a:cxn ang="0">
                    <a:pos x="8" y="5"/>
                  </a:cxn>
                  <a:cxn ang="0">
                    <a:pos x="0" y="17"/>
                  </a:cxn>
                  <a:cxn ang="0">
                    <a:pos x="20" y="17"/>
                  </a:cxn>
                </a:cxnLst>
                <a:rect l="0" t="0" r="0" b="0"/>
                <a:pathLst>
                  <a:path w="21" h="18">
                    <a:moveTo>
                      <a:pt x="20" y="17"/>
                    </a:moveTo>
                    <a:lnTo>
                      <a:pt x="15" y="5"/>
                    </a:lnTo>
                    <a:lnTo>
                      <a:pt x="15" y="0"/>
                    </a:lnTo>
                    <a:lnTo>
                      <a:pt x="8" y="0"/>
                    </a:lnTo>
                    <a:lnTo>
                      <a:pt x="8" y="5"/>
                    </a:lnTo>
                    <a:lnTo>
                      <a:pt x="0" y="17"/>
                    </a:lnTo>
                    <a:lnTo>
                      <a:pt x="20" y="17"/>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49285" name="Rectangle 133"/>
              <p:cNvSpPr/>
              <p:nvPr/>
            </p:nvSpPr>
            <p:spPr>
              <a:xfrm>
                <a:off x="3264" y="2531"/>
                <a:ext cx="13" cy="53"/>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86" name="Freeform 134"/>
              <p:cNvSpPr/>
              <p:nvPr/>
            </p:nvSpPr>
            <p:spPr>
              <a:xfrm>
                <a:off x="3258" y="2526"/>
                <a:ext cx="21" cy="18"/>
              </a:xfrm>
              <a:custGeom>
                <a:avLst/>
                <a:gdLst/>
                <a:ahLst/>
                <a:cxnLst>
                  <a:cxn ang="0">
                    <a:pos x="16" y="13"/>
                  </a:cxn>
                  <a:cxn ang="0">
                    <a:pos x="20" y="13"/>
                  </a:cxn>
                  <a:cxn ang="0">
                    <a:pos x="20" y="10"/>
                  </a:cxn>
                  <a:cxn ang="0">
                    <a:pos x="20" y="7"/>
                  </a:cxn>
                  <a:cxn ang="0">
                    <a:pos x="20" y="6"/>
                  </a:cxn>
                  <a:cxn ang="0">
                    <a:pos x="20" y="3"/>
                  </a:cxn>
                  <a:cxn ang="0">
                    <a:pos x="20" y="0"/>
                  </a:cxn>
                  <a:cxn ang="0">
                    <a:pos x="16" y="0"/>
                  </a:cxn>
                  <a:cxn ang="0">
                    <a:pos x="8" y="0"/>
                  </a:cxn>
                  <a:cxn ang="0">
                    <a:pos x="0" y="0"/>
                  </a:cxn>
                  <a:cxn ang="0">
                    <a:pos x="0" y="3"/>
                  </a:cxn>
                  <a:cxn ang="0">
                    <a:pos x="0" y="6"/>
                  </a:cxn>
                  <a:cxn ang="0">
                    <a:pos x="0" y="7"/>
                  </a:cxn>
                  <a:cxn ang="0">
                    <a:pos x="0" y="10"/>
                  </a:cxn>
                  <a:cxn ang="0">
                    <a:pos x="8" y="10"/>
                  </a:cxn>
                  <a:cxn ang="0">
                    <a:pos x="8" y="13"/>
                  </a:cxn>
                  <a:cxn ang="0">
                    <a:pos x="8" y="17"/>
                  </a:cxn>
                  <a:cxn ang="0">
                    <a:pos x="16" y="17"/>
                  </a:cxn>
                  <a:cxn ang="0">
                    <a:pos x="16" y="13"/>
                  </a:cxn>
                </a:cxnLst>
                <a:rect l="0" t="0" r="0" b="0"/>
                <a:pathLst>
                  <a:path w="21" h="18">
                    <a:moveTo>
                      <a:pt x="16" y="13"/>
                    </a:moveTo>
                    <a:lnTo>
                      <a:pt x="20" y="13"/>
                    </a:lnTo>
                    <a:lnTo>
                      <a:pt x="20" y="10"/>
                    </a:lnTo>
                    <a:lnTo>
                      <a:pt x="20" y="7"/>
                    </a:lnTo>
                    <a:lnTo>
                      <a:pt x="20" y="6"/>
                    </a:lnTo>
                    <a:lnTo>
                      <a:pt x="20" y="3"/>
                    </a:lnTo>
                    <a:lnTo>
                      <a:pt x="20" y="0"/>
                    </a:lnTo>
                    <a:lnTo>
                      <a:pt x="16" y="0"/>
                    </a:lnTo>
                    <a:lnTo>
                      <a:pt x="8" y="0"/>
                    </a:lnTo>
                    <a:lnTo>
                      <a:pt x="0" y="0"/>
                    </a:lnTo>
                    <a:lnTo>
                      <a:pt x="0" y="3"/>
                    </a:lnTo>
                    <a:lnTo>
                      <a:pt x="0" y="6"/>
                    </a:lnTo>
                    <a:lnTo>
                      <a:pt x="0" y="7"/>
                    </a:lnTo>
                    <a:lnTo>
                      <a:pt x="0" y="10"/>
                    </a:lnTo>
                    <a:lnTo>
                      <a:pt x="8" y="10"/>
                    </a:lnTo>
                    <a:lnTo>
                      <a:pt x="8" y="13"/>
                    </a:lnTo>
                    <a:lnTo>
                      <a:pt x="8" y="17"/>
                    </a:lnTo>
                    <a:lnTo>
                      <a:pt x="16" y="17"/>
                    </a:lnTo>
                    <a:lnTo>
                      <a:pt x="16"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49287" name="Rectangle 135"/>
              <p:cNvSpPr/>
              <p:nvPr/>
            </p:nvSpPr>
            <p:spPr>
              <a:xfrm>
                <a:off x="3262" y="2617"/>
                <a:ext cx="12" cy="66"/>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88" name="Freeform 136"/>
              <p:cNvSpPr/>
              <p:nvPr/>
            </p:nvSpPr>
            <p:spPr>
              <a:xfrm>
                <a:off x="3240" y="2666"/>
                <a:ext cx="30" cy="37"/>
              </a:xfrm>
              <a:custGeom>
                <a:avLst/>
                <a:gdLst/>
                <a:ahLst/>
                <a:cxnLst>
                  <a:cxn ang="0">
                    <a:pos x="0" y="3"/>
                  </a:cxn>
                  <a:cxn ang="0">
                    <a:pos x="12" y="36"/>
                  </a:cxn>
                  <a:cxn ang="0">
                    <a:pos x="29" y="32"/>
                  </a:cxn>
                  <a:cxn ang="0">
                    <a:pos x="17" y="0"/>
                  </a:cxn>
                  <a:cxn ang="0">
                    <a:pos x="0" y="3"/>
                  </a:cxn>
                </a:cxnLst>
                <a:rect l="0" t="0" r="0" b="0"/>
                <a:pathLst>
                  <a:path w="30" h="37">
                    <a:moveTo>
                      <a:pt x="0" y="3"/>
                    </a:moveTo>
                    <a:lnTo>
                      <a:pt x="12" y="36"/>
                    </a:lnTo>
                    <a:lnTo>
                      <a:pt x="29" y="32"/>
                    </a:lnTo>
                    <a:lnTo>
                      <a:pt x="17" y="0"/>
                    </a:lnTo>
                    <a:lnTo>
                      <a:pt x="0" y="3"/>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49289" name="Freeform 137"/>
              <p:cNvSpPr/>
              <p:nvPr/>
            </p:nvSpPr>
            <p:spPr>
              <a:xfrm>
                <a:off x="3142" y="2547"/>
                <a:ext cx="107" cy="38"/>
              </a:xfrm>
              <a:custGeom>
                <a:avLst/>
                <a:gdLst/>
                <a:ahLst/>
                <a:cxnLst>
                  <a:cxn ang="0">
                    <a:pos x="0" y="10"/>
                  </a:cxn>
                  <a:cxn ang="0">
                    <a:pos x="53" y="0"/>
                  </a:cxn>
                  <a:cxn ang="0">
                    <a:pos x="106" y="10"/>
                  </a:cxn>
                  <a:cxn ang="0">
                    <a:pos x="106" y="30"/>
                  </a:cxn>
                  <a:cxn ang="0">
                    <a:pos x="102" y="33"/>
                  </a:cxn>
                  <a:cxn ang="0">
                    <a:pos x="73" y="37"/>
                  </a:cxn>
                  <a:cxn ang="0">
                    <a:pos x="70" y="37"/>
                  </a:cxn>
                  <a:cxn ang="0">
                    <a:pos x="37" y="37"/>
                  </a:cxn>
                  <a:cxn ang="0">
                    <a:pos x="32" y="37"/>
                  </a:cxn>
                  <a:cxn ang="0">
                    <a:pos x="4" y="33"/>
                  </a:cxn>
                  <a:cxn ang="0">
                    <a:pos x="0" y="30"/>
                  </a:cxn>
                  <a:cxn ang="0">
                    <a:pos x="0" y="10"/>
                  </a:cxn>
                </a:cxnLst>
                <a:rect l="0" t="0" r="0" b="0"/>
                <a:pathLst>
                  <a:path w="107" h="38">
                    <a:moveTo>
                      <a:pt x="0" y="10"/>
                    </a:moveTo>
                    <a:lnTo>
                      <a:pt x="53" y="0"/>
                    </a:lnTo>
                    <a:lnTo>
                      <a:pt x="106" y="10"/>
                    </a:lnTo>
                    <a:lnTo>
                      <a:pt x="106" y="30"/>
                    </a:lnTo>
                    <a:lnTo>
                      <a:pt x="102" y="33"/>
                    </a:lnTo>
                    <a:lnTo>
                      <a:pt x="73" y="37"/>
                    </a:lnTo>
                    <a:lnTo>
                      <a:pt x="70" y="37"/>
                    </a:lnTo>
                    <a:lnTo>
                      <a:pt x="37" y="37"/>
                    </a:lnTo>
                    <a:lnTo>
                      <a:pt x="32" y="37"/>
                    </a:lnTo>
                    <a:lnTo>
                      <a:pt x="4" y="33"/>
                    </a:lnTo>
                    <a:lnTo>
                      <a:pt x="0" y="30"/>
                    </a:lnTo>
                    <a:lnTo>
                      <a:pt x="0" y="1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9290" name="Rectangle 138"/>
              <p:cNvSpPr/>
              <p:nvPr/>
            </p:nvSpPr>
            <p:spPr>
              <a:xfrm>
                <a:off x="3147" y="2570"/>
                <a:ext cx="99" cy="9"/>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91" name="Freeform 139"/>
              <p:cNvSpPr/>
              <p:nvPr/>
            </p:nvSpPr>
            <p:spPr>
              <a:xfrm>
                <a:off x="3173" y="2584"/>
                <a:ext cx="46" cy="46"/>
              </a:xfrm>
              <a:custGeom>
                <a:avLst/>
                <a:gdLst/>
                <a:ahLst/>
                <a:cxnLst>
                  <a:cxn ang="0">
                    <a:pos x="19" y="6"/>
                  </a:cxn>
                  <a:cxn ang="0">
                    <a:pos x="19" y="17"/>
                  </a:cxn>
                  <a:cxn ang="0">
                    <a:pos x="17" y="17"/>
                  </a:cxn>
                  <a:cxn ang="0">
                    <a:pos x="17" y="26"/>
                  </a:cxn>
                  <a:cxn ang="0">
                    <a:pos x="9" y="26"/>
                  </a:cxn>
                  <a:cxn ang="0">
                    <a:pos x="9" y="34"/>
                  </a:cxn>
                  <a:cxn ang="0">
                    <a:pos x="0" y="34"/>
                  </a:cxn>
                  <a:cxn ang="0">
                    <a:pos x="0" y="45"/>
                  </a:cxn>
                  <a:cxn ang="0">
                    <a:pos x="45" y="45"/>
                  </a:cxn>
                  <a:cxn ang="0">
                    <a:pos x="45" y="34"/>
                  </a:cxn>
                  <a:cxn ang="0">
                    <a:pos x="36" y="34"/>
                  </a:cxn>
                  <a:cxn ang="0">
                    <a:pos x="36" y="26"/>
                  </a:cxn>
                  <a:cxn ang="0">
                    <a:pos x="27" y="26"/>
                  </a:cxn>
                  <a:cxn ang="0">
                    <a:pos x="27" y="17"/>
                  </a:cxn>
                  <a:cxn ang="0">
                    <a:pos x="24" y="17"/>
                  </a:cxn>
                  <a:cxn ang="0">
                    <a:pos x="24" y="6"/>
                  </a:cxn>
                  <a:cxn ang="0">
                    <a:pos x="23" y="3"/>
                  </a:cxn>
                  <a:cxn ang="0">
                    <a:pos x="24" y="3"/>
                  </a:cxn>
                  <a:cxn ang="0">
                    <a:pos x="24" y="0"/>
                  </a:cxn>
                  <a:cxn ang="0">
                    <a:pos x="19" y="0"/>
                  </a:cxn>
                  <a:cxn ang="0">
                    <a:pos x="19" y="3"/>
                  </a:cxn>
                  <a:cxn ang="0">
                    <a:pos x="20" y="4"/>
                  </a:cxn>
                  <a:cxn ang="0">
                    <a:pos x="19" y="6"/>
                  </a:cxn>
                </a:cxnLst>
                <a:rect l="0" t="0" r="0" b="0"/>
                <a:pathLst>
                  <a:path w="46" h="46">
                    <a:moveTo>
                      <a:pt x="19" y="6"/>
                    </a:moveTo>
                    <a:lnTo>
                      <a:pt x="19" y="17"/>
                    </a:lnTo>
                    <a:lnTo>
                      <a:pt x="17" y="17"/>
                    </a:lnTo>
                    <a:lnTo>
                      <a:pt x="17" y="26"/>
                    </a:lnTo>
                    <a:lnTo>
                      <a:pt x="9" y="26"/>
                    </a:lnTo>
                    <a:lnTo>
                      <a:pt x="9" y="34"/>
                    </a:lnTo>
                    <a:lnTo>
                      <a:pt x="0" y="34"/>
                    </a:lnTo>
                    <a:lnTo>
                      <a:pt x="0" y="45"/>
                    </a:lnTo>
                    <a:lnTo>
                      <a:pt x="45" y="45"/>
                    </a:lnTo>
                    <a:lnTo>
                      <a:pt x="45" y="34"/>
                    </a:lnTo>
                    <a:lnTo>
                      <a:pt x="36" y="34"/>
                    </a:lnTo>
                    <a:lnTo>
                      <a:pt x="36" y="26"/>
                    </a:lnTo>
                    <a:lnTo>
                      <a:pt x="27" y="26"/>
                    </a:lnTo>
                    <a:lnTo>
                      <a:pt x="27" y="17"/>
                    </a:lnTo>
                    <a:lnTo>
                      <a:pt x="24" y="17"/>
                    </a:lnTo>
                    <a:lnTo>
                      <a:pt x="24" y="6"/>
                    </a:lnTo>
                    <a:lnTo>
                      <a:pt x="23" y="3"/>
                    </a:lnTo>
                    <a:lnTo>
                      <a:pt x="24" y="3"/>
                    </a:lnTo>
                    <a:lnTo>
                      <a:pt x="24" y="0"/>
                    </a:lnTo>
                    <a:lnTo>
                      <a:pt x="19" y="0"/>
                    </a:lnTo>
                    <a:lnTo>
                      <a:pt x="19" y="3"/>
                    </a:lnTo>
                    <a:lnTo>
                      <a:pt x="20" y="4"/>
                    </a:lnTo>
                    <a:lnTo>
                      <a:pt x="19" y="6"/>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49292" name="Freeform 140"/>
              <p:cNvSpPr/>
              <p:nvPr/>
            </p:nvSpPr>
            <p:spPr>
              <a:xfrm>
                <a:off x="3174" y="2584"/>
                <a:ext cx="43" cy="18"/>
              </a:xfrm>
              <a:custGeom>
                <a:avLst/>
                <a:gdLst/>
                <a:ahLst/>
                <a:cxnLst>
                  <a:cxn ang="0">
                    <a:pos x="0" y="0"/>
                  </a:cxn>
                  <a:cxn ang="0">
                    <a:pos x="1" y="0"/>
                  </a:cxn>
                  <a:cxn ang="0">
                    <a:pos x="7" y="0"/>
                  </a:cxn>
                  <a:cxn ang="0">
                    <a:pos x="7" y="7"/>
                  </a:cxn>
                  <a:cxn ang="0">
                    <a:pos x="12" y="7"/>
                  </a:cxn>
                  <a:cxn ang="0">
                    <a:pos x="12" y="9"/>
                  </a:cxn>
                  <a:cxn ang="0">
                    <a:pos x="7" y="9"/>
                  </a:cxn>
                  <a:cxn ang="0">
                    <a:pos x="7" y="15"/>
                  </a:cxn>
                  <a:cxn ang="0">
                    <a:pos x="12" y="15"/>
                  </a:cxn>
                  <a:cxn ang="0">
                    <a:pos x="12" y="17"/>
                  </a:cxn>
                  <a:cxn ang="0">
                    <a:pos x="28" y="17"/>
                  </a:cxn>
                  <a:cxn ang="0">
                    <a:pos x="28" y="15"/>
                  </a:cxn>
                  <a:cxn ang="0">
                    <a:pos x="33" y="15"/>
                  </a:cxn>
                  <a:cxn ang="0">
                    <a:pos x="33" y="8"/>
                  </a:cxn>
                  <a:cxn ang="0">
                    <a:pos x="28" y="8"/>
                  </a:cxn>
                  <a:cxn ang="0">
                    <a:pos x="28" y="7"/>
                  </a:cxn>
                  <a:cxn ang="0">
                    <a:pos x="33" y="7"/>
                  </a:cxn>
                  <a:cxn ang="0">
                    <a:pos x="33" y="0"/>
                  </a:cxn>
                  <a:cxn ang="0">
                    <a:pos x="40" y="0"/>
                  </a:cxn>
                  <a:cxn ang="0">
                    <a:pos x="42" y="0"/>
                  </a:cxn>
                  <a:cxn ang="0">
                    <a:pos x="0" y="0"/>
                  </a:cxn>
                </a:cxnLst>
                <a:rect l="0" t="0" r="0" b="0"/>
                <a:pathLst>
                  <a:path w="43" h="18">
                    <a:moveTo>
                      <a:pt x="0" y="0"/>
                    </a:moveTo>
                    <a:lnTo>
                      <a:pt x="1" y="0"/>
                    </a:lnTo>
                    <a:lnTo>
                      <a:pt x="7" y="0"/>
                    </a:lnTo>
                    <a:lnTo>
                      <a:pt x="7" y="7"/>
                    </a:lnTo>
                    <a:lnTo>
                      <a:pt x="12" y="7"/>
                    </a:lnTo>
                    <a:lnTo>
                      <a:pt x="12" y="9"/>
                    </a:lnTo>
                    <a:lnTo>
                      <a:pt x="7" y="9"/>
                    </a:lnTo>
                    <a:lnTo>
                      <a:pt x="7" y="15"/>
                    </a:lnTo>
                    <a:lnTo>
                      <a:pt x="12" y="15"/>
                    </a:lnTo>
                    <a:lnTo>
                      <a:pt x="12" y="17"/>
                    </a:lnTo>
                    <a:lnTo>
                      <a:pt x="28" y="17"/>
                    </a:lnTo>
                    <a:lnTo>
                      <a:pt x="28" y="15"/>
                    </a:lnTo>
                    <a:lnTo>
                      <a:pt x="33" y="15"/>
                    </a:lnTo>
                    <a:lnTo>
                      <a:pt x="33" y="8"/>
                    </a:lnTo>
                    <a:lnTo>
                      <a:pt x="28" y="8"/>
                    </a:lnTo>
                    <a:lnTo>
                      <a:pt x="28" y="7"/>
                    </a:lnTo>
                    <a:lnTo>
                      <a:pt x="33" y="7"/>
                    </a:lnTo>
                    <a:lnTo>
                      <a:pt x="33" y="0"/>
                    </a:lnTo>
                    <a:lnTo>
                      <a:pt x="40" y="0"/>
                    </a:lnTo>
                    <a:lnTo>
                      <a:pt x="42"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49293" name="Rectangle 141"/>
              <p:cNvSpPr/>
              <p:nvPr/>
            </p:nvSpPr>
            <p:spPr>
              <a:xfrm>
                <a:off x="3165" y="2633"/>
                <a:ext cx="61" cy="9"/>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94" name="Rectangle 142"/>
              <p:cNvSpPr/>
              <p:nvPr/>
            </p:nvSpPr>
            <p:spPr>
              <a:xfrm>
                <a:off x="3165" y="2646"/>
                <a:ext cx="61"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295" name="Freeform 143"/>
              <p:cNvSpPr/>
              <p:nvPr/>
            </p:nvSpPr>
            <p:spPr>
              <a:xfrm>
                <a:off x="3216" y="2635"/>
                <a:ext cx="21" cy="18"/>
              </a:xfrm>
              <a:custGeom>
                <a:avLst/>
                <a:gdLst/>
                <a:ahLst/>
                <a:cxnLst>
                  <a:cxn ang="0">
                    <a:pos x="3" y="0"/>
                  </a:cxn>
                  <a:cxn ang="0">
                    <a:pos x="3" y="10"/>
                  </a:cxn>
                  <a:cxn ang="0">
                    <a:pos x="0" y="10"/>
                  </a:cxn>
                  <a:cxn ang="0">
                    <a:pos x="0" y="15"/>
                  </a:cxn>
                  <a:cxn ang="0">
                    <a:pos x="4" y="15"/>
                  </a:cxn>
                  <a:cxn ang="0">
                    <a:pos x="4"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4" y="15"/>
                    </a:lnTo>
                    <a:lnTo>
                      <a:pt x="4"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9296" name="Freeform 144"/>
              <p:cNvSpPr/>
              <p:nvPr/>
            </p:nvSpPr>
            <p:spPr>
              <a:xfrm>
                <a:off x="3160" y="2635"/>
                <a:ext cx="21" cy="18"/>
              </a:xfrm>
              <a:custGeom>
                <a:avLst/>
                <a:gdLst/>
                <a:ahLst/>
                <a:cxnLst>
                  <a:cxn ang="0">
                    <a:pos x="3" y="0"/>
                  </a:cxn>
                  <a:cxn ang="0">
                    <a:pos x="3" y="10"/>
                  </a:cxn>
                  <a:cxn ang="0">
                    <a:pos x="0" y="10"/>
                  </a:cxn>
                  <a:cxn ang="0">
                    <a:pos x="0" y="15"/>
                  </a:cxn>
                  <a:cxn ang="0">
                    <a:pos x="3" y="15"/>
                  </a:cxn>
                  <a:cxn ang="0">
                    <a:pos x="3" y="17"/>
                  </a:cxn>
                  <a:cxn ang="0">
                    <a:pos x="15" y="17"/>
                  </a:cxn>
                  <a:cxn ang="0">
                    <a:pos x="15" y="15"/>
                  </a:cxn>
                  <a:cxn ang="0">
                    <a:pos x="20" y="15"/>
                  </a:cxn>
                  <a:cxn ang="0">
                    <a:pos x="20" y="10"/>
                  </a:cxn>
                  <a:cxn ang="0">
                    <a:pos x="15" y="10"/>
                  </a:cxn>
                  <a:cxn ang="0">
                    <a:pos x="15" y="0"/>
                  </a:cxn>
                  <a:cxn ang="0">
                    <a:pos x="3" y="0"/>
                  </a:cxn>
                </a:cxnLst>
                <a:rect l="0" t="0" r="0" b="0"/>
                <a:pathLst>
                  <a:path w="21" h="18">
                    <a:moveTo>
                      <a:pt x="3" y="0"/>
                    </a:moveTo>
                    <a:lnTo>
                      <a:pt x="3" y="10"/>
                    </a:lnTo>
                    <a:lnTo>
                      <a:pt x="0" y="10"/>
                    </a:lnTo>
                    <a:lnTo>
                      <a:pt x="0" y="15"/>
                    </a:lnTo>
                    <a:lnTo>
                      <a:pt x="3" y="15"/>
                    </a:lnTo>
                    <a:lnTo>
                      <a:pt x="3" y="17"/>
                    </a:lnTo>
                    <a:lnTo>
                      <a:pt x="15" y="17"/>
                    </a:lnTo>
                    <a:lnTo>
                      <a:pt x="15" y="15"/>
                    </a:lnTo>
                    <a:lnTo>
                      <a:pt x="20" y="15"/>
                    </a:lnTo>
                    <a:lnTo>
                      <a:pt x="20" y="10"/>
                    </a:lnTo>
                    <a:lnTo>
                      <a:pt x="15" y="10"/>
                    </a:lnTo>
                    <a:lnTo>
                      <a:pt x="15" y="0"/>
                    </a:lnTo>
                    <a:lnTo>
                      <a:pt x="3"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49297" name="Freeform 145"/>
              <p:cNvSpPr/>
              <p:nvPr/>
            </p:nvSpPr>
            <p:spPr>
              <a:xfrm>
                <a:off x="3173" y="2628"/>
                <a:ext cx="46" cy="18"/>
              </a:xfrm>
              <a:custGeom>
                <a:avLst/>
                <a:gdLst/>
                <a:ahLst/>
                <a:cxnLst>
                  <a:cxn ang="0">
                    <a:pos x="0" y="0"/>
                  </a:cxn>
                  <a:cxn ang="0">
                    <a:pos x="0" y="17"/>
                  </a:cxn>
                  <a:cxn ang="0">
                    <a:pos x="45" y="17"/>
                  </a:cxn>
                  <a:cxn ang="0">
                    <a:pos x="45" y="6"/>
                  </a:cxn>
                </a:cxnLst>
                <a:rect l="0" t="0" r="0" b="0"/>
                <a:pathLst>
                  <a:path w="46" h="18">
                    <a:moveTo>
                      <a:pt x="0" y="0"/>
                    </a:moveTo>
                    <a:lnTo>
                      <a:pt x="0" y="17"/>
                    </a:lnTo>
                    <a:lnTo>
                      <a:pt x="45" y="17"/>
                    </a:lnTo>
                    <a:lnTo>
                      <a:pt x="45" y="6"/>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49298" name="Freeform 146"/>
              <p:cNvSpPr/>
              <p:nvPr/>
            </p:nvSpPr>
            <p:spPr>
              <a:xfrm>
                <a:off x="3164" y="2645"/>
                <a:ext cx="67" cy="18"/>
              </a:xfrm>
              <a:custGeom>
                <a:avLst/>
                <a:gdLst/>
                <a:ahLst/>
                <a:cxnLst>
                  <a:cxn ang="0">
                    <a:pos x="1" y="0"/>
                  </a:cxn>
                  <a:cxn ang="0">
                    <a:pos x="63" y="0"/>
                  </a:cxn>
                  <a:cxn ang="0">
                    <a:pos x="66" y="17"/>
                  </a:cxn>
                  <a:cxn ang="0">
                    <a:pos x="0" y="17"/>
                  </a:cxn>
                  <a:cxn ang="0">
                    <a:pos x="1" y="0"/>
                  </a:cxn>
                </a:cxnLst>
                <a:rect l="0" t="0" r="0" b="0"/>
                <a:pathLst>
                  <a:path w="67" h="18">
                    <a:moveTo>
                      <a:pt x="1" y="0"/>
                    </a:moveTo>
                    <a:lnTo>
                      <a:pt x="63" y="0"/>
                    </a:lnTo>
                    <a:lnTo>
                      <a:pt x="66" y="17"/>
                    </a:lnTo>
                    <a:lnTo>
                      <a:pt x="0" y="17"/>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49299" name="Line 147"/>
            <p:cNvSpPr/>
            <p:nvPr/>
          </p:nvSpPr>
          <p:spPr>
            <a:xfrm>
              <a:off x="1973" y="2251"/>
              <a:ext cx="2313" cy="1451"/>
            </a:xfrm>
            <a:prstGeom prst="line">
              <a:avLst/>
            </a:prstGeom>
            <a:ln w="12700" cap="flat" cmpd="sng">
              <a:solidFill>
                <a:srgbClr val="3333FF"/>
              </a:solidFill>
              <a:prstDash val="dash"/>
              <a:headEnd type="none" w="med" len="med"/>
              <a:tailEnd type="triangle" w="med" len="med"/>
            </a:ln>
          </p:spPr>
        </p:sp>
        <p:sp>
          <p:nvSpPr>
            <p:cNvPr id="49300" name="Text Box 148"/>
            <p:cNvSpPr txBox="1"/>
            <p:nvPr/>
          </p:nvSpPr>
          <p:spPr>
            <a:xfrm>
              <a:off x="4558" y="3702"/>
              <a:ext cx="270" cy="233"/>
            </a:xfrm>
            <a:prstGeom prst="rect">
              <a:avLst/>
            </a:prstGeom>
            <a:noFill/>
            <a:ln w="9525">
              <a:noFill/>
            </a:ln>
          </p:spPr>
          <p:txBody>
            <a:bodyPr wrap="none">
              <a:spAutoFit/>
            </a:bodyPr>
            <a:lstStyle/>
            <a:p>
              <a:r>
                <a:rPr lang="en-US" altLang="zh-CN">
                  <a:latin typeface="Times New Roman" panose="02020603050405020304" pitchFamily="18" charset="0"/>
                </a:rPr>
                <a:t>P2</a:t>
              </a:r>
            </a:p>
          </p:txBody>
        </p:sp>
        <p:sp>
          <p:nvSpPr>
            <p:cNvPr id="49301" name="Line 149"/>
            <p:cNvSpPr/>
            <p:nvPr/>
          </p:nvSpPr>
          <p:spPr>
            <a:xfrm>
              <a:off x="3061" y="3657"/>
              <a:ext cx="1225" cy="45"/>
            </a:xfrm>
            <a:prstGeom prst="line">
              <a:avLst/>
            </a:prstGeom>
            <a:ln w="38100" cap="flat" cmpd="sng">
              <a:solidFill>
                <a:srgbClr val="FF3300"/>
              </a:solidFill>
              <a:prstDash val="solid"/>
              <a:headEnd type="none" w="med" len="med"/>
              <a:tailEnd type="none" w="med" len="med"/>
            </a:ln>
          </p:spPr>
        </p:sp>
        <p:sp>
          <p:nvSpPr>
            <p:cNvPr id="49302" name="Text Box 151"/>
            <p:cNvSpPr txBox="1"/>
            <p:nvPr/>
          </p:nvSpPr>
          <p:spPr>
            <a:xfrm>
              <a:off x="3560" y="3702"/>
              <a:ext cx="197" cy="233"/>
            </a:xfrm>
            <a:prstGeom prst="rect">
              <a:avLst/>
            </a:prstGeom>
            <a:noFill/>
            <a:ln w="9525">
              <a:noFill/>
            </a:ln>
          </p:spPr>
          <p:txBody>
            <a:bodyPr wrap="none">
              <a:spAutoFit/>
            </a:bodyPr>
            <a:lstStyle/>
            <a:p>
              <a:r>
                <a:rPr lang="en-US" altLang="zh-CN">
                  <a:latin typeface="Times New Roman" panose="02020603050405020304" pitchFamily="18" charset="0"/>
                </a:rPr>
                <a:t>S</a:t>
              </a:r>
            </a:p>
          </p:txBody>
        </p:sp>
        <p:grpSp>
          <p:nvGrpSpPr>
            <p:cNvPr id="49303" name="Group 152"/>
            <p:cNvGrpSpPr/>
            <p:nvPr/>
          </p:nvGrpSpPr>
          <p:grpSpPr>
            <a:xfrm rot="1209456">
              <a:off x="2608" y="1797"/>
              <a:ext cx="442" cy="335"/>
              <a:chOff x="2052" y="1045"/>
              <a:chExt cx="442" cy="335"/>
            </a:xfrm>
          </p:grpSpPr>
          <p:sp>
            <p:nvSpPr>
              <p:cNvPr id="49304" name="Freeform 153"/>
              <p:cNvSpPr/>
              <p:nvPr/>
            </p:nvSpPr>
            <p:spPr>
              <a:xfrm>
                <a:off x="2330" y="1045"/>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305" name="Freeform 154"/>
              <p:cNvSpPr/>
              <p:nvPr/>
            </p:nvSpPr>
            <p:spPr>
              <a:xfrm>
                <a:off x="2201" y="1148"/>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06" name="Freeform 155"/>
              <p:cNvSpPr/>
              <p:nvPr/>
            </p:nvSpPr>
            <p:spPr>
              <a:xfrm>
                <a:off x="2248" y="1125"/>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07" name="Freeform 156"/>
              <p:cNvSpPr/>
              <p:nvPr/>
            </p:nvSpPr>
            <p:spPr>
              <a:xfrm>
                <a:off x="2214" y="1142"/>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308" name="Freeform 157"/>
              <p:cNvSpPr/>
              <p:nvPr/>
            </p:nvSpPr>
            <p:spPr>
              <a:xfrm>
                <a:off x="2231" y="1244"/>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309" name="Line 158"/>
              <p:cNvSpPr/>
              <p:nvPr/>
            </p:nvSpPr>
            <p:spPr>
              <a:xfrm flipV="1">
                <a:off x="2206" y="1190"/>
                <a:ext cx="39" cy="27"/>
              </a:xfrm>
              <a:prstGeom prst="line">
                <a:avLst/>
              </a:prstGeom>
              <a:ln w="12700" cap="flat" cmpd="sng">
                <a:solidFill>
                  <a:schemeClr val="tx1"/>
                </a:solidFill>
                <a:prstDash val="solid"/>
                <a:headEnd type="none" w="med" len="med"/>
                <a:tailEnd type="none" w="med" len="med"/>
              </a:ln>
            </p:spPr>
          </p:sp>
          <p:sp>
            <p:nvSpPr>
              <p:cNvPr id="49310" name="Oval 159"/>
              <p:cNvSpPr/>
              <p:nvPr/>
            </p:nvSpPr>
            <p:spPr>
              <a:xfrm rot="-1860000">
                <a:off x="2273" y="117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311" name="Line 160"/>
              <p:cNvSpPr/>
              <p:nvPr/>
            </p:nvSpPr>
            <p:spPr>
              <a:xfrm flipV="1">
                <a:off x="2276" y="1161"/>
                <a:ext cx="5" cy="17"/>
              </a:xfrm>
              <a:prstGeom prst="line">
                <a:avLst/>
              </a:prstGeom>
              <a:ln w="12700" cap="flat" cmpd="sng">
                <a:solidFill>
                  <a:schemeClr val="tx1"/>
                </a:solidFill>
                <a:prstDash val="solid"/>
                <a:headEnd type="none" w="med" len="med"/>
                <a:tailEnd type="none" w="med" len="med"/>
              </a:ln>
            </p:spPr>
          </p:sp>
          <p:sp>
            <p:nvSpPr>
              <p:cNvPr id="49312" name="Line 161"/>
              <p:cNvSpPr/>
              <p:nvPr/>
            </p:nvSpPr>
            <p:spPr>
              <a:xfrm>
                <a:off x="2281" y="1181"/>
                <a:ext cx="4" cy="0"/>
              </a:xfrm>
              <a:prstGeom prst="line">
                <a:avLst/>
              </a:prstGeom>
              <a:ln w="12700" cap="flat" cmpd="sng">
                <a:solidFill>
                  <a:schemeClr val="tx1"/>
                </a:solidFill>
                <a:prstDash val="solid"/>
                <a:headEnd type="none" w="med" len="med"/>
                <a:tailEnd type="none" w="med" len="med"/>
              </a:ln>
            </p:spPr>
          </p:sp>
          <p:sp>
            <p:nvSpPr>
              <p:cNvPr id="49313" name="Oval 162"/>
              <p:cNvSpPr/>
              <p:nvPr/>
            </p:nvSpPr>
            <p:spPr>
              <a:xfrm rot="-1860000">
                <a:off x="2273" y="1168"/>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314" name="Line 163"/>
              <p:cNvSpPr/>
              <p:nvPr/>
            </p:nvSpPr>
            <p:spPr>
              <a:xfrm flipV="1">
                <a:off x="2334" y="1116"/>
                <a:ext cx="43" cy="29"/>
              </a:xfrm>
              <a:prstGeom prst="line">
                <a:avLst/>
              </a:prstGeom>
              <a:ln w="12700" cap="flat" cmpd="sng">
                <a:solidFill>
                  <a:schemeClr val="tx1"/>
                </a:solidFill>
                <a:prstDash val="solid"/>
                <a:headEnd type="none" w="med" len="med"/>
                <a:tailEnd type="none" w="med" len="med"/>
              </a:ln>
            </p:spPr>
          </p:sp>
          <p:sp>
            <p:nvSpPr>
              <p:cNvPr id="49315" name="Freeform 164"/>
              <p:cNvSpPr/>
              <p:nvPr/>
            </p:nvSpPr>
            <p:spPr>
              <a:xfrm>
                <a:off x="2275" y="1166"/>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16" name="Freeform 165"/>
              <p:cNvSpPr/>
              <p:nvPr/>
            </p:nvSpPr>
            <p:spPr>
              <a:xfrm>
                <a:off x="2278" y="1165"/>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17" name="Rectangle 166"/>
              <p:cNvSpPr/>
              <p:nvPr/>
            </p:nvSpPr>
            <p:spPr>
              <a:xfrm rot="-1860000">
                <a:off x="2212" y="1237"/>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318" name="Freeform 167"/>
              <p:cNvSpPr/>
              <p:nvPr/>
            </p:nvSpPr>
            <p:spPr>
              <a:xfrm>
                <a:off x="2052" y="1187"/>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319" name="Line 168"/>
              <p:cNvSpPr/>
              <p:nvPr/>
            </p:nvSpPr>
            <p:spPr>
              <a:xfrm flipV="1">
                <a:off x="2311" y="1217"/>
                <a:ext cx="10" cy="11"/>
              </a:xfrm>
              <a:prstGeom prst="line">
                <a:avLst/>
              </a:prstGeom>
              <a:ln w="12700" cap="flat" cmpd="sng">
                <a:solidFill>
                  <a:schemeClr val="tx1"/>
                </a:solidFill>
                <a:prstDash val="solid"/>
                <a:headEnd type="none" w="med" len="med"/>
                <a:tailEnd type="none" w="med" len="med"/>
              </a:ln>
            </p:spPr>
          </p:sp>
          <p:sp>
            <p:nvSpPr>
              <p:cNvPr id="49320" name="Line 169"/>
              <p:cNvSpPr/>
              <p:nvPr/>
            </p:nvSpPr>
            <p:spPr>
              <a:xfrm flipV="1">
                <a:off x="2310" y="1215"/>
                <a:ext cx="10" cy="14"/>
              </a:xfrm>
              <a:prstGeom prst="line">
                <a:avLst/>
              </a:prstGeom>
              <a:ln w="12700" cap="flat" cmpd="sng">
                <a:solidFill>
                  <a:schemeClr val="tx1"/>
                </a:solidFill>
                <a:prstDash val="solid"/>
                <a:headEnd type="none" w="med" len="med"/>
                <a:tailEnd type="none" w="med" len="med"/>
              </a:ln>
            </p:spPr>
          </p:sp>
          <p:sp>
            <p:nvSpPr>
              <p:cNvPr id="49321" name="Freeform 170"/>
              <p:cNvSpPr/>
              <p:nvPr/>
            </p:nvSpPr>
            <p:spPr>
              <a:xfrm>
                <a:off x="2306" y="1208"/>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22" name="Freeform 171"/>
              <p:cNvSpPr/>
              <p:nvPr/>
            </p:nvSpPr>
            <p:spPr>
              <a:xfrm>
                <a:off x="2306" y="1216"/>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23" name="Freeform 172"/>
              <p:cNvSpPr/>
              <p:nvPr/>
            </p:nvSpPr>
            <p:spPr>
              <a:xfrm>
                <a:off x="2328" y="120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24" name="Line 173"/>
              <p:cNvSpPr/>
              <p:nvPr/>
            </p:nvSpPr>
            <p:spPr>
              <a:xfrm flipV="1">
                <a:off x="2292" y="1212"/>
                <a:ext cx="5" cy="11"/>
              </a:xfrm>
              <a:prstGeom prst="line">
                <a:avLst/>
              </a:prstGeom>
              <a:ln w="12700" cap="flat" cmpd="sng">
                <a:solidFill>
                  <a:schemeClr val="tx1"/>
                </a:solidFill>
                <a:prstDash val="solid"/>
                <a:headEnd type="none" w="med" len="med"/>
                <a:tailEnd type="none" w="med" len="med"/>
              </a:ln>
            </p:spPr>
          </p:sp>
          <p:sp>
            <p:nvSpPr>
              <p:cNvPr id="49325" name="Line 174"/>
              <p:cNvSpPr/>
              <p:nvPr/>
            </p:nvSpPr>
            <p:spPr>
              <a:xfrm flipV="1">
                <a:off x="2287" y="1206"/>
                <a:ext cx="11" cy="14"/>
              </a:xfrm>
              <a:prstGeom prst="line">
                <a:avLst/>
              </a:prstGeom>
              <a:ln w="12700" cap="flat" cmpd="sng">
                <a:solidFill>
                  <a:schemeClr val="tx1"/>
                </a:solidFill>
                <a:prstDash val="solid"/>
                <a:headEnd type="none" w="med" len="med"/>
                <a:tailEnd type="none" w="med" len="med"/>
              </a:ln>
            </p:spPr>
          </p:sp>
          <p:sp>
            <p:nvSpPr>
              <p:cNvPr id="49326" name="Freeform 175"/>
              <p:cNvSpPr/>
              <p:nvPr/>
            </p:nvSpPr>
            <p:spPr>
              <a:xfrm>
                <a:off x="2288" y="120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27" name="Freeform 176"/>
              <p:cNvSpPr/>
              <p:nvPr/>
            </p:nvSpPr>
            <p:spPr>
              <a:xfrm>
                <a:off x="2290" y="1209"/>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28" name="Freeform 177"/>
              <p:cNvSpPr/>
              <p:nvPr/>
            </p:nvSpPr>
            <p:spPr>
              <a:xfrm>
                <a:off x="2306" y="1197"/>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29" name="Line 178"/>
              <p:cNvSpPr/>
              <p:nvPr/>
            </p:nvSpPr>
            <p:spPr>
              <a:xfrm flipV="1">
                <a:off x="2291" y="1191"/>
                <a:ext cx="7" cy="16"/>
              </a:xfrm>
              <a:prstGeom prst="line">
                <a:avLst/>
              </a:prstGeom>
              <a:ln w="12700" cap="flat" cmpd="sng">
                <a:solidFill>
                  <a:schemeClr val="tx1"/>
                </a:solidFill>
                <a:prstDash val="solid"/>
                <a:headEnd type="none" w="med" len="med"/>
                <a:tailEnd type="none" w="med" len="med"/>
              </a:ln>
            </p:spPr>
          </p:sp>
          <p:sp>
            <p:nvSpPr>
              <p:cNvPr id="49330" name="Line 179"/>
              <p:cNvSpPr/>
              <p:nvPr/>
            </p:nvSpPr>
            <p:spPr>
              <a:xfrm flipV="1">
                <a:off x="2295" y="1187"/>
                <a:ext cx="7" cy="14"/>
              </a:xfrm>
              <a:prstGeom prst="line">
                <a:avLst/>
              </a:prstGeom>
              <a:ln w="12700" cap="flat" cmpd="sng">
                <a:solidFill>
                  <a:schemeClr val="tx1"/>
                </a:solidFill>
                <a:prstDash val="solid"/>
                <a:headEnd type="none" w="med" len="med"/>
                <a:tailEnd type="none" w="med" len="med"/>
              </a:ln>
            </p:spPr>
          </p:sp>
          <p:sp>
            <p:nvSpPr>
              <p:cNvPr id="49331" name="Freeform 180"/>
              <p:cNvSpPr/>
              <p:nvPr/>
            </p:nvSpPr>
            <p:spPr>
              <a:xfrm>
                <a:off x="2288" y="118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32" name="Freeform 181"/>
              <p:cNvSpPr/>
              <p:nvPr/>
            </p:nvSpPr>
            <p:spPr>
              <a:xfrm>
                <a:off x="2288" y="119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33" name="Freeform 182"/>
              <p:cNvSpPr/>
              <p:nvPr/>
            </p:nvSpPr>
            <p:spPr>
              <a:xfrm>
                <a:off x="2306" y="1182"/>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34" name="Line 183"/>
              <p:cNvSpPr/>
              <p:nvPr/>
            </p:nvSpPr>
            <p:spPr>
              <a:xfrm flipV="1">
                <a:off x="2319" y="1165"/>
                <a:ext cx="9" cy="14"/>
              </a:xfrm>
              <a:prstGeom prst="line">
                <a:avLst/>
              </a:prstGeom>
              <a:ln w="12700" cap="flat" cmpd="sng">
                <a:solidFill>
                  <a:schemeClr val="tx1"/>
                </a:solidFill>
                <a:prstDash val="solid"/>
                <a:headEnd type="none" w="med" len="med"/>
                <a:tailEnd type="none" w="med" len="med"/>
              </a:ln>
            </p:spPr>
          </p:sp>
          <p:sp>
            <p:nvSpPr>
              <p:cNvPr id="49335" name="Line 184"/>
              <p:cNvSpPr/>
              <p:nvPr/>
            </p:nvSpPr>
            <p:spPr>
              <a:xfrm flipV="1">
                <a:off x="2320" y="1165"/>
                <a:ext cx="7" cy="12"/>
              </a:xfrm>
              <a:prstGeom prst="line">
                <a:avLst/>
              </a:prstGeom>
              <a:ln w="12700" cap="flat" cmpd="sng">
                <a:solidFill>
                  <a:schemeClr val="tx1"/>
                </a:solidFill>
                <a:prstDash val="solid"/>
                <a:headEnd type="none" w="med" len="med"/>
                <a:tailEnd type="none" w="med" len="med"/>
              </a:ln>
            </p:spPr>
          </p:sp>
          <p:sp>
            <p:nvSpPr>
              <p:cNvPr id="49336" name="Freeform 185"/>
              <p:cNvSpPr/>
              <p:nvPr/>
            </p:nvSpPr>
            <p:spPr>
              <a:xfrm>
                <a:off x="2318" y="116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37" name="Freeform 186"/>
              <p:cNvSpPr/>
              <p:nvPr/>
            </p:nvSpPr>
            <p:spPr>
              <a:xfrm>
                <a:off x="2316" y="116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38" name="Freeform 187"/>
              <p:cNvSpPr/>
              <p:nvPr/>
            </p:nvSpPr>
            <p:spPr>
              <a:xfrm>
                <a:off x="2333" y="1156"/>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39" name="Line 188"/>
              <p:cNvSpPr/>
              <p:nvPr/>
            </p:nvSpPr>
            <p:spPr>
              <a:xfrm flipV="1">
                <a:off x="2350" y="1156"/>
                <a:ext cx="7" cy="14"/>
              </a:xfrm>
              <a:prstGeom prst="line">
                <a:avLst/>
              </a:prstGeom>
              <a:ln w="12700" cap="flat" cmpd="sng">
                <a:solidFill>
                  <a:schemeClr val="tx1"/>
                </a:solidFill>
                <a:prstDash val="solid"/>
                <a:headEnd type="none" w="med" len="med"/>
                <a:tailEnd type="none" w="med" len="med"/>
              </a:ln>
            </p:spPr>
          </p:sp>
          <p:sp>
            <p:nvSpPr>
              <p:cNvPr id="49340" name="Line 189"/>
              <p:cNvSpPr/>
              <p:nvPr/>
            </p:nvSpPr>
            <p:spPr>
              <a:xfrm flipV="1">
                <a:off x="2350" y="1151"/>
                <a:ext cx="11" cy="14"/>
              </a:xfrm>
              <a:prstGeom prst="line">
                <a:avLst/>
              </a:prstGeom>
              <a:ln w="12700" cap="flat" cmpd="sng">
                <a:solidFill>
                  <a:schemeClr val="tx1"/>
                </a:solidFill>
                <a:prstDash val="solid"/>
                <a:headEnd type="none" w="med" len="med"/>
                <a:tailEnd type="none" w="med" len="med"/>
              </a:ln>
            </p:spPr>
          </p:sp>
          <p:sp>
            <p:nvSpPr>
              <p:cNvPr id="49341" name="Freeform 190"/>
              <p:cNvSpPr/>
              <p:nvPr/>
            </p:nvSpPr>
            <p:spPr>
              <a:xfrm>
                <a:off x="2349" y="1146"/>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42" name="Freeform 191"/>
              <p:cNvSpPr/>
              <p:nvPr/>
            </p:nvSpPr>
            <p:spPr>
              <a:xfrm>
                <a:off x="2345" y="1154"/>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43" name="Freeform 192"/>
              <p:cNvSpPr/>
              <p:nvPr/>
            </p:nvSpPr>
            <p:spPr>
              <a:xfrm>
                <a:off x="2368" y="1148"/>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44" name="Line 193"/>
              <p:cNvSpPr/>
              <p:nvPr/>
            </p:nvSpPr>
            <p:spPr>
              <a:xfrm flipV="1">
                <a:off x="2374" y="1161"/>
                <a:ext cx="6" cy="15"/>
              </a:xfrm>
              <a:prstGeom prst="line">
                <a:avLst/>
              </a:prstGeom>
              <a:ln w="12700" cap="flat" cmpd="sng">
                <a:solidFill>
                  <a:schemeClr val="tx1"/>
                </a:solidFill>
                <a:prstDash val="solid"/>
                <a:headEnd type="none" w="med" len="med"/>
                <a:tailEnd type="none" w="med" len="med"/>
              </a:ln>
            </p:spPr>
          </p:sp>
          <p:sp>
            <p:nvSpPr>
              <p:cNvPr id="49345" name="Line 194"/>
              <p:cNvSpPr/>
              <p:nvPr/>
            </p:nvSpPr>
            <p:spPr>
              <a:xfrm flipV="1">
                <a:off x="2373" y="1157"/>
                <a:ext cx="6" cy="13"/>
              </a:xfrm>
              <a:prstGeom prst="line">
                <a:avLst/>
              </a:prstGeom>
              <a:ln w="12700" cap="flat" cmpd="sng">
                <a:solidFill>
                  <a:schemeClr val="tx1"/>
                </a:solidFill>
                <a:prstDash val="solid"/>
                <a:headEnd type="none" w="med" len="med"/>
                <a:tailEnd type="none" w="med" len="med"/>
              </a:ln>
            </p:spPr>
          </p:sp>
          <p:sp>
            <p:nvSpPr>
              <p:cNvPr id="49346" name="Freeform 195"/>
              <p:cNvSpPr/>
              <p:nvPr/>
            </p:nvSpPr>
            <p:spPr>
              <a:xfrm>
                <a:off x="2370" y="1155"/>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47" name="Freeform 196"/>
              <p:cNvSpPr/>
              <p:nvPr/>
            </p:nvSpPr>
            <p:spPr>
              <a:xfrm>
                <a:off x="2368" y="1162"/>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48" name="Freeform 197"/>
              <p:cNvSpPr/>
              <p:nvPr/>
            </p:nvSpPr>
            <p:spPr>
              <a:xfrm>
                <a:off x="2390" y="1155"/>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49" name="Line 198"/>
              <p:cNvSpPr/>
              <p:nvPr/>
            </p:nvSpPr>
            <p:spPr>
              <a:xfrm flipV="1">
                <a:off x="2368" y="1181"/>
                <a:ext cx="10" cy="16"/>
              </a:xfrm>
              <a:prstGeom prst="line">
                <a:avLst/>
              </a:prstGeom>
              <a:ln w="12700" cap="flat" cmpd="sng">
                <a:solidFill>
                  <a:schemeClr val="tx1"/>
                </a:solidFill>
                <a:prstDash val="solid"/>
                <a:headEnd type="none" w="med" len="med"/>
                <a:tailEnd type="none" w="med" len="med"/>
              </a:ln>
            </p:spPr>
          </p:sp>
          <p:sp>
            <p:nvSpPr>
              <p:cNvPr id="49350" name="Line 199"/>
              <p:cNvSpPr/>
              <p:nvPr/>
            </p:nvSpPr>
            <p:spPr>
              <a:xfrm flipV="1">
                <a:off x="2369" y="1181"/>
                <a:ext cx="6" cy="11"/>
              </a:xfrm>
              <a:prstGeom prst="line">
                <a:avLst/>
              </a:prstGeom>
              <a:ln w="12700" cap="flat" cmpd="sng">
                <a:solidFill>
                  <a:schemeClr val="tx1"/>
                </a:solidFill>
                <a:prstDash val="solid"/>
                <a:headEnd type="none" w="med" len="med"/>
                <a:tailEnd type="none" w="med" len="med"/>
              </a:ln>
            </p:spPr>
          </p:sp>
          <p:sp>
            <p:nvSpPr>
              <p:cNvPr id="49351" name="Freeform 200"/>
              <p:cNvSpPr/>
              <p:nvPr/>
            </p:nvSpPr>
            <p:spPr>
              <a:xfrm>
                <a:off x="2367" y="1176"/>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52" name="Freeform 201"/>
              <p:cNvSpPr/>
              <p:nvPr/>
            </p:nvSpPr>
            <p:spPr>
              <a:xfrm>
                <a:off x="2364" y="118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53" name="Freeform 202"/>
              <p:cNvSpPr/>
              <p:nvPr/>
            </p:nvSpPr>
            <p:spPr>
              <a:xfrm>
                <a:off x="2384" y="1171"/>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54" name="Line 203"/>
              <p:cNvSpPr/>
              <p:nvPr/>
            </p:nvSpPr>
            <p:spPr>
              <a:xfrm flipV="1">
                <a:off x="2343" y="1204"/>
                <a:ext cx="9" cy="14"/>
              </a:xfrm>
              <a:prstGeom prst="line">
                <a:avLst/>
              </a:prstGeom>
              <a:ln w="12700" cap="flat" cmpd="sng">
                <a:solidFill>
                  <a:schemeClr val="tx1"/>
                </a:solidFill>
                <a:prstDash val="solid"/>
                <a:headEnd type="none" w="med" len="med"/>
                <a:tailEnd type="none" w="med" len="med"/>
              </a:ln>
            </p:spPr>
          </p:sp>
          <p:sp>
            <p:nvSpPr>
              <p:cNvPr id="49355" name="Line 204"/>
              <p:cNvSpPr/>
              <p:nvPr/>
            </p:nvSpPr>
            <p:spPr>
              <a:xfrm flipV="1">
                <a:off x="2346" y="1200"/>
                <a:ext cx="5" cy="14"/>
              </a:xfrm>
              <a:prstGeom prst="line">
                <a:avLst/>
              </a:prstGeom>
              <a:ln w="12700" cap="flat" cmpd="sng">
                <a:solidFill>
                  <a:schemeClr val="tx1"/>
                </a:solidFill>
                <a:prstDash val="solid"/>
                <a:headEnd type="none" w="med" len="med"/>
                <a:tailEnd type="none" w="med" len="med"/>
              </a:ln>
            </p:spPr>
          </p:sp>
          <p:sp>
            <p:nvSpPr>
              <p:cNvPr id="49356" name="Freeform 205"/>
              <p:cNvSpPr/>
              <p:nvPr/>
            </p:nvSpPr>
            <p:spPr>
              <a:xfrm>
                <a:off x="2341" y="1201"/>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57" name="Freeform 206"/>
              <p:cNvSpPr/>
              <p:nvPr/>
            </p:nvSpPr>
            <p:spPr>
              <a:xfrm>
                <a:off x="2340" y="120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58" name="Freeform 207"/>
              <p:cNvSpPr/>
              <p:nvPr/>
            </p:nvSpPr>
            <p:spPr>
              <a:xfrm>
                <a:off x="2356" y="1194"/>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59" name="Line 208"/>
              <p:cNvSpPr/>
              <p:nvPr/>
            </p:nvSpPr>
            <p:spPr>
              <a:xfrm flipV="1">
                <a:off x="2337" y="1192"/>
                <a:ext cx="12" cy="17"/>
              </a:xfrm>
              <a:prstGeom prst="line">
                <a:avLst/>
              </a:prstGeom>
              <a:ln w="12700" cap="flat" cmpd="sng">
                <a:solidFill>
                  <a:schemeClr val="tx1"/>
                </a:solidFill>
                <a:prstDash val="solid"/>
                <a:headEnd type="none" w="med" len="med"/>
                <a:tailEnd type="none" w="med" len="med"/>
              </a:ln>
            </p:spPr>
          </p:sp>
          <p:sp>
            <p:nvSpPr>
              <p:cNvPr id="49360" name="Line 209"/>
              <p:cNvSpPr/>
              <p:nvPr/>
            </p:nvSpPr>
            <p:spPr>
              <a:xfrm flipV="1">
                <a:off x="2338" y="1194"/>
                <a:ext cx="10" cy="10"/>
              </a:xfrm>
              <a:prstGeom prst="line">
                <a:avLst/>
              </a:prstGeom>
              <a:ln w="12700" cap="flat" cmpd="sng">
                <a:solidFill>
                  <a:schemeClr val="tx1"/>
                </a:solidFill>
                <a:prstDash val="solid"/>
                <a:headEnd type="none" w="med" len="med"/>
                <a:tailEnd type="none" w="med" len="med"/>
              </a:ln>
            </p:spPr>
          </p:sp>
          <p:sp>
            <p:nvSpPr>
              <p:cNvPr id="49361" name="Freeform 210"/>
              <p:cNvSpPr/>
              <p:nvPr/>
            </p:nvSpPr>
            <p:spPr>
              <a:xfrm>
                <a:off x="2332" y="1190"/>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62" name="Freeform 211"/>
              <p:cNvSpPr/>
              <p:nvPr/>
            </p:nvSpPr>
            <p:spPr>
              <a:xfrm>
                <a:off x="2329" y="1194"/>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63" name="Freeform 212"/>
              <p:cNvSpPr/>
              <p:nvPr/>
            </p:nvSpPr>
            <p:spPr>
              <a:xfrm>
                <a:off x="2353" y="1184"/>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64" name="Line 213"/>
              <p:cNvSpPr/>
              <p:nvPr/>
            </p:nvSpPr>
            <p:spPr>
              <a:xfrm flipV="1">
                <a:off x="2318" y="1197"/>
                <a:ext cx="5" cy="13"/>
              </a:xfrm>
              <a:prstGeom prst="line">
                <a:avLst/>
              </a:prstGeom>
              <a:ln w="12700" cap="flat" cmpd="sng">
                <a:solidFill>
                  <a:schemeClr val="tx1"/>
                </a:solidFill>
                <a:prstDash val="solid"/>
                <a:headEnd type="none" w="med" len="med"/>
                <a:tailEnd type="none" w="med" len="med"/>
              </a:ln>
            </p:spPr>
          </p:sp>
          <p:sp>
            <p:nvSpPr>
              <p:cNvPr id="49365" name="Line 214"/>
              <p:cNvSpPr/>
              <p:nvPr/>
            </p:nvSpPr>
            <p:spPr>
              <a:xfrm flipV="1">
                <a:off x="2314" y="1193"/>
                <a:ext cx="10" cy="13"/>
              </a:xfrm>
              <a:prstGeom prst="line">
                <a:avLst/>
              </a:prstGeom>
              <a:ln w="12700" cap="flat" cmpd="sng">
                <a:solidFill>
                  <a:schemeClr val="tx1"/>
                </a:solidFill>
                <a:prstDash val="solid"/>
                <a:headEnd type="none" w="med" len="med"/>
                <a:tailEnd type="none" w="med" len="med"/>
              </a:ln>
            </p:spPr>
          </p:sp>
          <p:sp>
            <p:nvSpPr>
              <p:cNvPr id="49366" name="Freeform 215"/>
              <p:cNvSpPr/>
              <p:nvPr/>
            </p:nvSpPr>
            <p:spPr>
              <a:xfrm>
                <a:off x="2315" y="1191"/>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67" name="Freeform 216"/>
              <p:cNvSpPr/>
              <p:nvPr/>
            </p:nvSpPr>
            <p:spPr>
              <a:xfrm>
                <a:off x="2314" y="1195"/>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68" name="Freeform 217"/>
              <p:cNvSpPr/>
              <p:nvPr/>
            </p:nvSpPr>
            <p:spPr>
              <a:xfrm>
                <a:off x="2330" y="1186"/>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69" name="Line 218"/>
              <p:cNvSpPr/>
              <p:nvPr/>
            </p:nvSpPr>
            <p:spPr>
              <a:xfrm flipV="1">
                <a:off x="2349" y="1177"/>
                <a:ext cx="6" cy="15"/>
              </a:xfrm>
              <a:prstGeom prst="line">
                <a:avLst/>
              </a:prstGeom>
              <a:ln w="12700" cap="flat" cmpd="sng">
                <a:solidFill>
                  <a:schemeClr val="tx1"/>
                </a:solidFill>
                <a:prstDash val="solid"/>
                <a:headEnd type="none" w="med" len="med"/>
                <a:tailEnd type="none" w="med" len="med"/>
              </a:ln>
            </p:spPr>
          </p:sp>
          <p:sp>
            <p:nvSpPr>
              <p:cNvPr id="49370" name="Line 219"/>
              <p:cNvSpPr/>
              <p:nvPr/>
            </p:nvSpPr>
            <p:spPr>
              <a:xfrm flipV="1">
                <a:off x="2348" y="1173"/>
                <a:ext cx="10" cy="13"/>
              </a:xfrm>
              <a:prstGeom prst="line">
                <a:avLst/>
              </a:prstGeom>
              <a:ln w="12700" cap="flat" cmpd="sng">
                <a:solidFill>
                  <a:schemeClr val="tx1"/>
                </a:solidFill>
                <a:prstDash val="solid"/>
                <a:headEnd type="none" w="med" len="med"/>
                <a:tailEnd type="none" w="med" len="med"/>
              </a:ln>
            </p:spPr>
          </p:sp>
          <p:sp>
            <p:nvSpPr>
              <p:cNvPr id="49371" name="Freeform 220"/>
              <p:cNvSpPr/>
              <p:nvPr/>
            </p:nvSpPr>
            <p:spPr>
              <a:xfrm>
                <a:off x="2346" y="1169"/>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72" name="Freeform 221"/>
              <p:cNvSpPr/>
              <p:nvPr/>
            </p:nvSpPr>
            <p:spPr>
              <a:xfrm>
                <a:off x="2343" y="117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73" name="Freeform 222"/>
              <p:cNvSpPr/>
              <p:nvPr/>
            </p:nvSpPr>
            <p:spPr>
              <a:xfrm>
                <a:off x="2367" y="116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374" name="Line 223"/>
              <p:cNvSpPr/>
              <p:nvPr/>
            </p:nvSpPr>
            <p:spPr>
              <a:xfrm flipV="1">
                <a:off x="2327" y="1178"/>
                <a:ext cx="12" cy="15"/>
              </a:xfrm>
              <a:prstGeom prst="line">
                <a:avLst/>
              </a:prstGeom>
              <a:ln w="12700" cap="flat" cmpd="sng">
                <a:solidFill>
                  <a:schemeClr val="tx1"/>
                </a:solidFill>
                <a:prstDash val="solid"/>
                <a:headEnd type="none" w="med" len="med"/>
                <a:tailEnd type="none" w="med" len="med"/>
              </a:ln>
            </p:spPr>
          </p:sp>
          <p:sp>
            <p:nvSpPr>
              <p:cNvPr id="49375" name="Line 224"/>
              <p:cNvSpPr/>
              <p:nvPr/>
            </p:nvSpPr>
            <p:spPr>
              <a:xfrm flipV="1">
                <a:off x="2327" y="1176"/>
                <a:ext cx="7" cy="12"/>
              </a:xfrm>
              <a:prstGeom prst="line">
                <a:avLst/>
              </a:prstGeom>
              <a:ln w="12700" cap="flat" cmpd="sng">
                <a:solidFill>
                  <a:schemeClr val="tx1"/>
                </a:solidFill>
                <a:prstDash val="solid"/>
                <a:headEnd type="none" w="med" len="med"/>
                <a:tailEnd type="none" w="med" len="med"/>
              </a:ln>
            </p:spPr>
          </p:sp>
          <p:sp>
            <p:nvSpPr>
              <p:cNvPr id="49376" name="Freeform 225"/>
              <p:cNvSpPr/>
              <p:nvPr/>
            </p:nvSpPr>
            <p:spPr>
              <a:xfrm>
                <a:off x="2320" y="1171"/>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77" name="Freeform 226"/>
              <p:cNvSpPr/>
              <p:nvPr/>
            </p:nvSpPr>
            <p:spPr>
              <a:xfrm>
                <a:off x="2321" y="117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78" name="Freeform 227"/>
              <p:cNvSpPr/>
              <p:nvPr/>
            </p:nvSpPr>
            <p:spPr>
              <a:xfrm>
                <a:off x="2344" y="1167"/>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9379" name="Group 228"/>
            <p:cNvGrpSpPr/>
            <p:nvPr/>
          </p:nvGrpSpPr>
          <p:grpSpPr>
            <a:xfrm rot="3136615">
              <a:off x="3467" y="1931"/>
              <a:ext cx="442" cy="335"/>
              <a:chOff x="2052" y="1045"/>
              <a:chExt cx="442" cy="335"/>
            </a:xfrm>
          </p:grpSpPr>
          <p:sp>
            <p:nvSpPr>
              <p:cNvPr id="49380" name="Freeform 229"/>
              <p:cNvSpPr/>
              <p:nvPr/>
            </p:nvSpPr>
            <p:spPr>
              <a:xfrm>
                <a:off x="2330" y="1045"/>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381" name="Freeform 230"/>
              <p:cNvSpPr/>
              <p:nvPr/>
            </p:nvSpPr>
            <p:spPr>
              <a:xfrm>
                <a:off x="2201" y="1148"/>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82" name="Freeform 231"/>
              <p:cNvSpPr/>
              <p:nvPr/>
            </p:nvSpPr>
            <p:spPr>
              <a:xfrm>
                <a:off x="2248" y="1125"/>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83" name="Freeform 232"/>
              <p:cNvSpPr/>
              <p:nvPr/>
            </p:nvSpPr>
            <p:spPr>
              <a:xfrm>
                <a:off x="2214" y="1142"/>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384" name="Freeform 233"/>
              <p:cNvSpPr/>
              <p:nvPr/>
            </p:nvSpPr>
            <p:spPr>
              <a:xfrm>
                <a:off x="2231" y="1244"/>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385" name="Line 234"/>
              <p:cNvSpPr/>
              <p:nvPr/>
            </p:nvSpPr>
            <p:spPr>
              <a:xfrm flipV="1">
                <a:off x="2206" y="1190"/>
                <a:ext cx="39" cy="27"/>
              </a:xfrm>
              <a:prstGeom prst="line">
                <a:avLst/>
              </a:prstGeom>
              <a:ln w="12700" cap="flat" cmpd="sng">
                <a:solidFill>
                  <a:schemeClr val="tx1"/>
                </a:solidFill>
                <a:prstDash val="solid"/>
                <a:headEnd type="none" w="med" len="med"/>
                <a:tailEnd type="none" w="med" len="med"/>
              </a:ln>
            </p:spPr>
          </p:sp>
          <p:sp>
            <p:nvSpPr>
              <p:cNvPr id="49386" name="Oval 235"/>
              <p:cNvSpPr/>
              <p:nvPr/>
            </p:nvSpPr>
            <p:spPr>
              <a:xfrm rot="-1860000">
                <a:off x="2273" y="117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387" name="Line 236"/>
              <p:cNvSpPr/>
              <p:nvPr/>
            </p:nvSpPr>
            <p:spPr>
              <a:xfrm flipV="1">
                <a:off x="2276" y="1161"/>
                <a:ext cx="5" cy="17"/>
              </a:xfrm>
              <a:prstGeom prst="line">
                <a:avLst/>
              </a:prstGeom>
              <a:ln w="12700" cap="flat" cmpd="sng">
                <a:solidFill>
                  <a:schemeClr val="tx1"/>
                </a:solidFill>
                <a:prstDash val="solid"/>
                <a:headEnd type="none" w="med" len="med"/>
                <a:tailEnd type="none" w="med" len="med"/>
              </a:ln>
            </p:spPr>
          </p:sp>
          <p:sp>
            <p:nvSpPr>
              <p:cNvPr id="49388" name="Line 237"/>
              <p:cNvSpPr/>
              <p:nvPr/>
            </p:nvSpPr>
            <p:spPr>
              <a:xfrm>
                <a:off x="2281" y="1181"/>
                <a:ext cx="4" cy="0"/>
              </a:xfrm>
              <a:prstGeom prst="line">
                <a:avLst/>
              </a:prstGeom>
              <a:ln w="12700" cap="flat" cmpd="sng">
                <a:solidFill>
                  <a:schemeClr val="tx1"/>
                </a:solidFill>
                <a:prstDash val="solid"/>
                <a:headEnd type="none" w="med" len="med"/>
                <a:tailEnd type="none" w="med" len="med"/>
              </a:ln>
            </p:spPr>
          </p:sp>
          <p:sp>
            <p:nvSpPr>
              <p:cNvPr id="49389" name="Oval 238"/>
              <p:cNvSpPr/>
              <p:nvPr/>
            </p:nvSpPr>
            <p:spPr>
              <a:xfrm rot="-1860000">
                <a:off x="2273" y="1168"/>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390" name="Line 239"/>
              <p:cNvSpPr/>
              <p:nvPr/>
            </p:nvSpPr>
            <p:spPr>
              <a:xfrm flipV="1">
                <a:off x="2334" y="1116"/>
                <a:ext cx="43" cy="29"/>
              </a:xfrm>
              <a:prstGeom prst="line">
                <a:avLst/>
              </a:prstGeom>
              <a:ln w="12700" cap="flat" cmpd="sng">
                <a:solidFill>
                  <a:schemeClr val="tx1"/>
                </a:solidFill>
                <a:prstDash val="solid"/>
                <a:headEnd type="none" w="med" len="med"/>
                <a:tailEnd type="none" w="med" len="med"/>
              </a:ln>
            </p:spPr>
          </p:sp>
          <p:sp>
            <p:nvSpPr>
              <p:cNvPr id="49391" name="Freeform 240"/>
              <p:cNvSpPr/>
              <p:nvPr/>
            </p:nvSpPr>
            <p:spPr>
              <a:xfrm>
                <a:off x="2275" y="1166"/>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92" name="Freeform 241"/>
              <p:cNvSpPr/>
              <p:nvPr/>
            </p:nvSpPr>
            <p:spPr>
              <a:xfrm>
                <a:off x="2278" y="1165"/>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393" name="Rectangle 242"/>
              <p:cNvSpPr/>
              <p:nvPr/>
            </p:nvSpPr>
            <p:spPr>
              <a:xfrm rot="-1860000">
                <a:off x="2212" y="1237"/>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394" name="Freeform 243"/>
              <p:cNvSpPr/>
              <p:nvPr/>
            </p:nvSpPr>
            <p:spPr>
              <a:xfrm>
                <a:off x="2052" y="1187"/>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395" name="Line 244"/>
              <p:cNvSpPr/>
              <p:nvPr/>
            </p:nvSpPr>
            <p:spPr>
              <a:xfrm flipV="1">
                <a:off x="2311" y="1217"/>
                <a:ext cx="10" cy="11"/>
              </a:xfrm>
              <a:prstGeom prst="line">
                <a:avLst/>
              </a:prstGeom>
              <a:ln w="12700" cap="flat" cmpd="sng">
                <a:solidFill>
                  <a:schemeClr val="tx1"/>
                </a:solidFill>
                <a:prstDash val="solid"/>
                <a:headEnd type="none" w="med" len="med"/>
                <a:tailEnd type="none" w="med" len="med"/>
              </a:ln>
            </p:spPr>
          </p:sp>
          <p:sp>
            <p:nvSpPr>
              <p:cNvPr id="49396" name="Line 245"/>
              <p:cNvSpPr/>
              <p:nvPr/>
            </p:nvSpPr>
            <p:spPr>
              <a:xfrm flipV="1">
                <a:off x="2310" y="1215"/>
                <a:ext cx="10" cy="14"/>
              </a:xfrm>
              <a:prstGeom prst="line">
                <a:avLst/>
              </a:prstGeom>
              <a:ln w="12700" cap="flat" cmpd="sng">
                <a:solidFill>
                  <a:schemeClr val="tx1"/>
                </a:solidFill>
                <a:prstDash val="solid"/>
                <a:headEnd type="none" w="med" len="med"/>
                <a:tailEnd type="none" w="med" len="med"/>
              </a:ln>
            </p:spPr>
          </p:sp>
          <p:sp>
            <p:nvSpPr>
              <p:cNvPr id="49397" name="Freeform 246"/>
              <p:cNvSpPr/>
              <p:nvPr/>
            </p:nvSpPr>
            <p:spPr>
              <a:xfrm>
                <a:off x="2306" y="1208"/>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98" name="Freeform 247"/>
              <p:cNvSpPr/>
              <p:nvPr/>
            </p:nvSpPr>
            <p:spPr>
              <a:xfrm>
                <a:off x="2306" y="1216"/>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399" name="Freeform 248"/>
              <p:cNvSpPr/>
              <p:nvPr/>
            </p:nvSpPr>
            <p:spPr>
              <a:xfrm>
                <a:off x="2328" y="120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00" name="Line 249"/>
              <p:cNvSpPr/>
              <p:nvPr/>
            </p:nvSpPr>
            <p:spPr>
              <a:xfrm flipV="1">
                <a:off x="2292" y="1212"/>
                <a:ext cx="5" cy="11"/>
              </a:xfrm>
              <a:prstGeom prst="line">
                <a:avLst/>
              </a:prstGeom>
              <a:ln w="12700" cap="flat" cmpd="sng">
                <a:solidFill>
                  <a:schemeClr val="tx1"/>
                </a:solidFill>
                <a:prstDash val="solid"/>
                <a:headEnd type="none" w="med" len="med"/>
                <a:tailEnd type="none" w="med" len="med"/>
              </a:ln>
            </p:spPr>
          </p:sp>
          <p:sp>
            <p:nvSpPr>
              <p:cNvPr id="49401" name="Line 250"/>
              <p:cNvSpPr/>
              <p:nvPr/>
            </p:nvSpPr>
            <p:spPr>
              <a:xfrm flipV="1">
                <a:off x="2287" y="1206"/>
                <a:ext cx="11" cy="14"/>
              </a:xfrm>
              <a:prstGeom prst="line">
                <a:avLst/>
              </a:prstGeom>
              <a:ln w="12700" cap="flat" cmpd="sng">
                <a:solidFill>
                  <a:schemeClr val="tx1"/>
                </a:solidFill>
                <a:prstDash val="solid"/>
                <a:headEnd type="none" w="med" len="med"/>
                <a:tailEnd type="none" w="med" len="med"/>
              </a:ln>
            </p:spPr>
          </p:sp>
          <p:sp>
            <p:nvSpPr>
              <p:cNvPr id="49402" name="Freeform 251"/>
              <p:cNvSpPr/>
              <p:nvPr/>
            </p:nvSpPr>
            <p:spPr>
              <a:xfrm>
                <a:off x="2288" y="120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03" name="Freeform 252"/>
              <p:cNvSpPr/>
              <p:nvPr/>
            </p:nvSpPr>
            <p:spPr>
              <a:xfrm>
                <a:off x="2290" y="1209"/>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04" name="Freeform 253"/>
              <p:cNvSpPr/>
              <p:nvPr/>
            </p:nvSpPr>
            <p:spPr>
              <a:xfrm>
                <a:off x="2306" y="1197"/>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05" name="Line 254"/>
              <p:cNvSpPr/>
              <p:nvPr/>
            </p:nvSpPr>
            <p:spPr>
              <a:xfrm flipV="1">
                <a:off x="2291" y="1191"/>
                <a:ext cx="7" cy="16"/>
              </a:xfrm>
              <a:prstGeom prst="line">
                <a:avLst/>
              </a:prstGeom>
              <a:ln w="12700" cap="flat" cmpd="sng">
                <a:solidFill>
                  <a:schemeClr val="tx1"/>
                </a:solidFill>
                <a:prstDash val="solid"/>
                <a:headEnd type="none" w="med" len="med"/>
                <a:tailEnd type="none" w="med" len="med"/>
              </a:ln>
            </p:spPr>
          </p:sp>
          <p:sp>
            <p:nvSpPr>
              <p:cNvPr id="49406" name="Line 255"/>
              <p:cNvSpPr/>
              <p:nvPr/>
            </p:nvSpPr>
            <p:spPr>
              <a:xfrm flipV="1">
                <a:off x="2295" y="1187"/>
                <a:ext cx="7" cy="14"/>
              </a:xfrm>
              <a:prstGeom prst="line">
                <a:avLst/>
              </a:prstGeom>
              <a:ln w="12700" cap="flat" cmpd="sng">
                <a:solidFill>
                  <a:schemeClr val="tx1"/>
                </a:solidFill>
                <a:prstDash val="solid"/>
                <a:headEnd type="none" w="med" len="med"/>
                <a:tailEnd type="none" w="med" len="med"/>
              </a:ln>
            </p:spPr>
          </p:sp>
          <p:sp>
            <p:nvSpPr>
              <p:cNvPr id="49407" name="Freeform 256"/>
              <p:cNvSpPr/>
              <p:nvPr/>
            </p:nvSpPr>
            <p:spPr>
              <a:xfrm>
                <a:off x="2288" y="118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08" name="Freeform 257"/>
              <p:cNvSpPr/>
              <p:nvPr/>
            </p:nvSpPr>
            <p:spPr>
              <a:xfrm>
                <a:off x="2288" y="119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09" name="Freeform 258"/>
              <p:cNvSpPr/>
              <p:nvPr/>
            </p:nvSpPr>
            <p:spPr>
              <a:xfrm>
                <a:off x="2306" y="1182"/>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10" name="Line 259"/>
              <p:cNvSpPr/>
              <p:nvPr/>
            </p:nvSpPr>
            <p:spPr>
              <a:xfrm flipV="1">
                <a:off x="2319" y="1165"/>
                <a:ext cx="9" cy="14"/>
              </a:xfrm>
              <a:prstGeom prst="line">
                <a:avLst/>
              </a:prstGeom>
              <a:ln w="12700" cap="flat" cmpd="sng">
                <a:solidFill>
                  <a:schemeClr val="tx1"/>
                </a:solidFill>
                <a:prstDash val="solid"/>
                <a:headEnd type="none" w="med" len="med"/>
                <a:tailEnd type="none" w="med" len="med"/>
              </a:ln>
            </p:spPr>
          </p:sp>
          <p:sp>
            <p:nvSpPr>
              <p:cNvPr id="49411" name="Line 260"/>
              <p:cNvSpPr/>
              <p:nvPr/>
            </p:nvSpPr>
            <p:spPr>
              <a:xfrm flipV="1">
                <a:off x="2320" y="1165"/>
                <a:ext cx="7" cy="12"/>
              </a:xfrm>
              <a:prstGeom prst="line">
                <a:avLst/>
              </a:prstGeom>
              <a:ln w="12700" cap="flat" cmpd="sng">
                <a:solidFill>
                  <a:schemeClr val="tx1"/>
                </a:solidFill>
                <a:prstDash val="solid"/>
                <a:headEnd type="none" w="med" len="med"/>
                <a:tailEnd type="none" w="med" len="med"/>
              </a:ln>
            </p:spPr>
          </p:sp>
          <p:sp>
            <p:nvSpPr>
              <p:cNvPr id="49412" name="Freeform 261"/>
              <p:cNvSpPr/>
              <p:nvPr/>
            </p:nvSpPr>
            <p:spPr>
              <a:xfrm>
                <a:off x="2318" y="116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13" name="Freeform 262"/>
              <p:cNvSpPr/>
              <p:nvPr/>
            </p:nvSpPr>
            <p:spPr>
              <a:xfrm>
                <a:off x="2316" y="116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14" name="Freeform 263"/>
              <p:cNvSpPr/>
              <p:nvPr/>
            </p:nvSpPr>
            <p:spPr>
              <a:xfrm>
                <a:off x="2333" y="1156"/>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15" name="Line 264"/>
              <p:cNvSpPr/>
              <p:nvPr/>
            </p:nvSpPr>
            <p:spPr>
              <a:xfrm flipV="1">
                <a:off x="2350" y="1156"/>
                <a:ext cx="7" cy="14"/>
              </a:xfrm>
              <a:prstGeom prst="line">
                <a:avLst/>
              </a:prstGeom>
              <a:ln w="12700" cap="flat" cmpd="sng">
                <a:solidFill>
                  <a:schemeClr val="tx1"/>
                </a:solidFill>
                <a:prstDash val="solid"/>
                <a:headEnd type="none" w="med" len="med"/>
                <a:tailEnd type="none" w="med" len="med"/>
              </a:ln>
            </p:spPr>
          </p:sp>
          <p:sp>
            <p:nvSpPr>
              <p:cNvPr id="49416" name="Line 265"/>
              <p:cNvSpPr/>
              <p:nvPr/>
            </p:nvSpPr>
            <p:spPr>
              <a:xfrm flipV="1">
                <a:off x="2350" y="1151"/>
                <a:ext cx="11" cy="14"/>
              </a:xfrm>
              <a:prstGeom prst="line">
                <a:avLst/>
              </a:prstGeom>
              <a:ln w="12700" cap="flat" cmpd="sng">
                <a:solidFill>
                  <a:schemeClr val="tx1"/>
                </a:solidFill>
                <a:prstDash val="solid"/>
                <a:headEnd type="none" w="med" len="med"/>
                <a:tailEnd type="none" w="med" len="med"/>
              </a:ln>
            </p:spPr>
          </p:sp>
          <p:sp>
            <p:nvSpPr>
              <p:cNvPr id="49417" name="Freeform 266"/>
              <p:cNvSpPr/>
              <p:nvPr/>
            </p:nvSpPr>
            <p:spPr>
              <a:xfrm>
                <a:off x="2349" y="1146"/>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18" name="Freeform 267"/>
              <p:cNvSpPr/>
              <p:nvPr/>
            </p:nvSpPr>
            <p:spPr>
              <a:xfrm>
                <a:off x="2345" y="1154"/>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19" name="Freeform 268"/>
              <p:cNvSpPr/>
              <p:nvPr/>
            </p:nvSpPr>
            <p:spPr>
              <a:xfrm>
                <a:off x="2368" y="1148"/>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20" name="Line 269"/>
              <p:cNvSpPr/>
              <p:nvPr/>
            </p:nvSpPr>
            <p:spPr>
              <a:xfrm flipV="1">
                <a:off x="2374" y="1161"/>
                <a:ext cx="6" cy="15"/>
              </a:xfrm>
              <a:prstGeom prst="line">
                <a:avLst/>
              </a:prstGeom>
              <a:ln w="12700" cap="flat" cmpd="sng">
                <a:solidFill>
                  <a:schemeClr val="tx1"/>
                </a:solidFill>
                <a:prstDash val="solid"/>
                <a:headEnd type="none" w="med" len="med"/>
                <a:tailEnd type="none" w="med" len="med"/>
              </a:ln>
            </p:spPr>
          </p:sp>
          <p:sp>
            <p:nvSpPr>
              <p:cNvPr id="49421" name="Line 270"/>
              <p:cNvSpPr/>
              <p:nvPr/>
            </p:nvSpPr>
            <p:spPr>
              <a:xfrm flipV="1">
                <a:off x="2373" y="1157"/>
                <a:ext cx="6" cy="13"/>
              </a:xfrm>
              <a:prstGeom prst="line">
                <a:avLst/>
              </a:prstGeom>
              <a:ln w="12700" cap="flat" cmpd="sng">
                <a:solidFill>
                  <a:schemeClr val="tx1"/>
                </a:solidFill>
                <a:prstDash val="solid"/>
                <a:headEnd type="none" w="med" len="med"/>
                <a:tailEnd type="none" w="med" len="med"/>
              </a:ln>
            </p:spPr>
          </p:sp>
          <p:sp>
            <p:nvSpPr>
              <p:cNvPr id="49422" name="Freeform 271"/>
              <p:cNvSpPr/>
              <p:nvPr/>
            </p:nvSpPr>
            <p:spPr>
              <a:xfrm>
                <a:off x="2370" y="1155"/>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23" name="Freeform 272"/>
              <p:cNvSpPr/>
              <p:nvPr/>
            </p:nvSpPr>
            <p:spPr>
              <a:xfrm>
                <a:off x="2368" y="1162"/>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24" name="Freeform 273"/>
              <p:cNvSpPr/>
              <p:nvPr/>
            </p:nvSpPr>
            <p:spPr>
              <a:xfrm>
                <a:off x="2390" y="1155"/>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25" name="Line 274"/>
              <p:cNvSpPr/>
              <p:nvPr/>
            </p:nvSpPr>
            <p:spPr>
              <a:xfrm flipV="1">
                <a:off x="2368" y="1181"/>
                <a:ext cx="10" cy="16"/>
              </a:xfrm>
              <a:prstGeom prst="line">
                <a:avLst/>
              </a:prstGeom>
              <a:ln w="12700" cap="flat" cmpd="sng">
                <a:solidFill>
                  <a:schemeClr val="tx1"/>
                </a:solidFill>
                <a:prstDash val="solid"/>
                <a:headEnd type="none" w="med" len="med"/>
                <a:tailEnd type="none" w="med" len="med"/>
              </a:ln>
            </p:spPr>
          </p:sp>
          <p:sp>
            <p:nvSpPr>
              <p:cNvPr id="49426" name="Line 275"/>
              <p:cNvSpPr/>
              <p:nvPr/>
            </p:nvSpPr>
            <p:spPr>
              <a:xfrm flipV="1">
                <a:off x="2369" y="1181"/>
                <a:ext cx="6" cy="11"/>
              </a:xfrm>
              <a:prstGeom prst="line">
                <a:avLst/>
              </a:prstGeom>
              <a:ln w="12700" cap="flat" cmpd="sng">
                <a:solidFill>
                  <a:schemeClr val="tx1"/>
                </a:solidFill>
                <a:prstDash val="solid"/>
                <a:headEnd type="none" w="med" len="med"/>
                <a:tailEnd type="none" w="med" len="med"/>
              </a:ln>
            </p:spPr>
          </p:sp>
          <p:sp>
            <p:nvSpPr>
              <p:cNvPr id="49427" name="Freeform 276"/>
              <p:cNvSpPr/>
              <p:nvPr/>
            </p:nvSpPr>
            <p:spPr>
              <a:xfrm>
                <a:off x="2367" y="1176"/>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28" name="Freeform 277"/>
              <p:cNvSpPr/>
              <p:nvPr/>
            </p:nvSpPr>
            <p:spPr>
              <a:xfrm>
                <a:off x="2364" y="118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29" name="Freeform 278"/>
              <p:cNvSpPr/>
              <p:nvPr/>
            </p:nvSpPr>
            <p:spPr>
              <a:xfrm>
                <a:off x="2384" y="1171"/>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30" name="Line 279"/>
              <p:cNvSpPr/>
              <p:nvPr/>
            </p:nvSpPr>
            <p:spPr>
              <a:xfrm flipV="1">
                <a:off x="2343" y="1204"/>
                <a:ext cx="9" cy="14"/>
              </a:xfrm>
              <a:prstGeom prst="line">
                <a:avLst/>
              </a:prstGeom>
              <a:ln w="12700" cap="flat" cmpd="sng">
                <a:solidFill>
                  <a:schemeClr val="tx1"/>
                </a:solidFill>
                <a:prstDash val="solid"/>
                <a:headEnd type="none" w="med" len="med"/>
                <a:tailEnd type="none" w="med" len="med"/>
              </a:ln>
            </p:spPr>
          </p:sp>
          <p:sp>
            <p:nvSpPr>
              <p:cNvPr id="49431" name="Line 280"/>
              <p:cNvSpPr/>
              <p:nvPr/>
            </p:nvSpPr>
            <p:spPr>
              <a:xfrm flipV="1">
                <a:off x="2346" y="1200"/>
                <a:ext cx="5" cy="14"/>
              </a:xfrm>
              <a:prstGeom prst="line">
                <a:avLst/>
              </a:prstGeom>
              <a:ln w="12700" cap="flat" cmpd="sng">
                <a:solidFill>
                  <a:schemeClr val="tx1"/>
                </a:solidFill>
                <a:prstDash val="solid"/>
                <a:headEnd type="none" w="med" len="med"/>
                <a:tailEnd type="none" w="med" len="med"/>
              </a:ln>
            </p:spPr>
          </p:sp>
          <p:sp>
            <p:nvSpPr>
              <p:cNvPr id="49432" name="Freeform 281"/>
              <p:cNvSpPr/>
              <p:nvPr/>
            </p:nvSpPr>
            <p:spPr>
              <a:xfrm>
                <a:off x="2341" y="1201"/>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33" name="Freeform 282"/>
              <p:cNvSpPr/>
              <p:nvPr/>
            </p:nvSpPr>
            <p:spPr>
              <a:xfrm>
                <a:off x="2340" y="120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34" name="Freeform 283"/>
              <p:cNvSpPr/>
              <p:nvPr/>
            </p:nvSpPr>
            <p:spPr>
              <a:xfrm>
                <a:off x="2356" y="1194"/>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35" name="Line 284"/>
              <p:cNvSpPr/>
              <p:nvPr/>
            </p:nvSpPr>
            <p:spPr>
              <a:xfrm flipV="1">
                <a:off x="2337" y="1192"/>
                <a:ext cx="12" cy="17"/>
              </a:xfrm>
              <a:prstGeom prst="line">
                <a:avLst/>
              </a:prstGeom>
              <a:ln w="12700" cap="flat" cmpd="sng">
                <a:solidFill>
                  <a:schemeClr val="tx1"/>
                </a:solidFill>
                <a:prstDash val="solid"/>
                <a:headEnd type="none" w="med" len="med"/>
                <a:tailEnd type="none" w="med" len="med"/>
              </a:ln>
            </p:spPr>
          </p:sp>
          <p:sp>
            <p:nvSpPr>
              <p:cNvPr id="49436" name="Line 285"/>
              <p:cNvSpPr/>
              <p:nvPr/>
            </p:nvSpPr>
            <p:spPr>
              <a:xfrm flipV="1">
                <a:off x="2338" y="1194"/>
                <a:ext cx="10" cy="10"/>
              </a:xfrm>
              <a:prstGeom prst="line">
                <a:avLst/>
              </a:prstGeom>
              <a:ln w="12700" cap="flat" cmpd="sng">
                <a:solidFill>
                  <a:schemeClr val="tx1"/>
                </a:solidFill>
                <a:prstDash val="solid"/>
                <a:headEnd type="none" w="med" len="med"/>
                <a:tailEnd type="none" w="med" len="med"/>
              </a:ln>
            </p:spPr>
          </p:sp>
          <p:sp>
            <p:nvSpPr>
              <p:cNvPr id="49437" name="Freeform 286"/>
              <p:cNvSpPr/>
              <p:nvPr/>
            </p:nvSpPr>
            <p:spPr>
              <a:xfrm>
                <a:off x="2332" y="1190"/>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38" name="Freeform 287"/>
              <p:cNvSpPr/>
              <p:nvPr/>
            </p:nvSpPr>
            <p:spPr>
              <a:xfrm>
                <a:off x="2329" y="1194"/>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39" name="Freeform 288"/>
              <p:cNvSpPr/>
              <p:nvPr/>
            </p:nvSpPr>
            <p:spPr>
              <a:xfrm>
                <a:off x="2353" y="1184"/>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40" name="Line 289"/>
              <p:cNvSpPr/>
              <p:nvPr/>
            </p:nvSpPr>
            <p:spPr>
              <a:xfrm flipV="1">
                <a:off x="2318" y="1197"/>
                <a:ext cx="5" cy="13"/>
              </a:xfrm>
              <a:prstGeom prst="line">
                <a:avLst/>
              </a:prstGeom>
              <a:ln w="12700" cap="flat" cmpd="sng">
                <a:solidFill>
                  <a:schemeClr val="tx1"/>
                </a:solidFill>
                <a:prstDash val="solid"/>
                <a:headEnd type="none" w="med" len="med"/>
                <a:tailEnd type="none" w="med" len="med"/>
              </a:ln>
            </p:spPr>
          </p:sp>
          <p:sp>
            <p:nvSpPr>
              <p:cNvPr id="49441" name="Line 290"/>
              <p:cNvSpPr/>
              <p:nvPr/>
            </p:nvSpPr>
            <p:spPr>
              <a:xfrm flipV="1">
                <a:off x="2314" y="1193"/>
                <a:ext cx="10" cy="13"/>
              </a:xfrm>
              <a:prstGeom prst="line">
                <a:avLst/>
              </a:prstGeom>
              <a:ln w="12700" cap="flat" cmpd="sng">
                <a:solidFill>
                  <a:schemeClr val="tx1"/>
                </a:solidFill>
                <a:prstDash val="solid"/>
                <a:headEnd type="none" w="med" len="med"/>
                <a:tailEnd type="none" w="med" len="med"/>
              </a:ln>
            </p:spPr>
          </p:sp>
          <p:sp>
            <p:nvSpPr>
              <p:cNvPr id="49442" name="Freeform 291"/>
              <p:cNvSpPr/>
              <p:nvPr/>
            </p:nvSpPr>
            <p:spPr>
              <a:xfrm>
                <a:off x="2315" y="1191"/>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43" name="Freeform 292"/>
              <p:cNvSpPr/>
              <p:nvPr/>
            </p:nvSpPr>
            <p:spPr>
              <a:xfrm>
                <a:off x="2314" y="1195"/>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44" name="Freeform 293"/>
              <p:cNvSpPr/>
              <p:nvPr/>
            </p:nvSpPr>
            <p:spPr>
              <a:xfrm>
                <a:off x="2330" y="1186"/>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45" name="Line 294"/>
              <p:cNvSpPr/>
              <p:nvPr/>
            </p:nvSpPr>
            <p:spPr>
              <a:xfrm flipV="1">
                <a:off x="2349" y="1177"/>
                <a:ext cx="6" cy="15"/>
              </a:xfrm>
              <a:prstGeom prst="line">
                <a:avLst/>
              </a:prstGeom>
              <a:ln w="12700" cap="flat" cmpd="sng">
                <a:solidFill>
                  <a:schemeClr val="tx1"/>
                </a:solidFill>
                <a:prstDash val="solid"/>
                <a:headEnd type="none" w="med" len="med"/>
                <a:tailEnd type="none" w="med" len="med"/>
              </a:ln>
            </p:spPr>
          </p:sp>
          <p:sp>
            <p:nvSpPr>
              <p:cNvPr id="49446" name="Line 295"/>
              <p:cNvSpPr/>
              <p:nvPr/>
            </p:nvSpPr>
            <p:spPr>
              <a:xfrm flipV="1">
                <a:off x="2348" y="1173"/>
                <a:ext cx="10" cy="13"/>
              </a:xfrm>
              <a:prstGeom prst="line">
                <a:avLst/>
              </a:prstGeom>
              <a:ln w="12700" cap="flat" cmpd="sng">
                <a:solidFill>
                  <a:schemeClr val="tx1"/>
                </a:solidFill>
                <a:prstDash val="solid"/>
                <a:headEnd type="none" w="med" len="med"/>
                <a:tailEnd type="none" w="med" len="med"/>
              </a:ln>
            </p:spPr>
          </p:sp>
          <p:sp>
            <p:nvSpPr>
              <p:cNvPr id="49447" name="Freeform 296"/>
              <p:cNvSpPr/>
              <p:nvPr/>
            </p:nvSpPr>
            <p:spPr>
              <a:xfrm>
                <a:off x="2346" y="1169"/>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48" name="Freeform 297"/>
              <p:cNvSpPr/>
              <p:nvPr/>
            </p:nvSpPr>
            <p:spPr>
              <a:xfrm>
                <a:off x="2343" y="117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49" name="Freeform 298"/>
              <p:cNvSpPr/>
              <p:nvPr/>
            </p:nvSpPr>
            <p:spPr>
              <a:xfrm>
                <a:off x="2367" y="116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50" name="Line 299"/>
              <p:cNvSpPr/>
              <p:nvPr/>
            </p:nvSpPr>
            <p:spPr>
              <a:xfrm flipV="1">
                <a:off x="2327" y="1178"/>
                <a:ext cx="12" cy="15"/>
              </a:xfrm>
              <a:prstGeom prst="line">
                <a:avLst/>
              </a:prstGeom>
              <a:ln w="12700" cap="flat" cmpd="sng">
                <a:solidFill>
                  <a:schemeClr val="tx1"/>
                </a:solidFill>
                <a:prstDash val="solid"/>
                <a:headEnd type="none" w="med" len="med"/>
                <a:tailEnd type="none" w="med" len="med"/>
              </a:ln>
            </p:spPr>
          </p:sp>
          <p:sp>
            <p:nvSpPr>
              <p:cNvPr id="49451" name="Line 300"/>
              <p:cNvSpPr/>
              <p:nvPr/>
            </p:nvSpPr>
            <p:spPr>
              <a:xfrm flipV="1">
                <a:off x="2327" y="1176"/>
                <a:ext cx="7" cy="12"/>
              </a:xfrm>
              <a:prstGeom prst="line">
                <a:avLst/>
              </a:prstGeom>
              <a:ln w="12700" cap="flat" cmpd="sng">
                <a:solidFill>
                  <a:schemeClr val="tx1"/>
                </a:solidFill>
                <a:prstDash val="solid"/>
                <a:headEnd type="none" w="med" len="med"/>
                <a:tailEnd type="none" w="med" len="med"/>
              </a:ln>
            </p:spPr>
          </p:sp>
          <p:sp>
            <p:nvSpPr>
              <p:cNvPr id="49452" name="Freeform 301"/>
              <p:cNvSpPr/>
              <p:nvPr/>
            </p:nvSpPr>
            <p:spPr>
              <a:xfrm>
                <a:off x="2320" y="1171"/>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53" name="Freeform 302"/>
              <p:cNvSpPr/>
              <p:nvPr/>
            </p:nvSpPr>
            <p:spPr>
              <a:xfrm>
                <a:off x="2321" y="117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54" name="Freeform 303"/>
              <p:cNvSpPr/>
              <p:nvPr/>
            </p:nvSpPr>
            <p:spPr>
              <a:xfrm>
                <a:off x="2344" y="1167"/>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49455" name="Group 304"/>
            <p:cNvGrpSpPr/>
            <p:nvPr/>
          </p:nvGrpSpPr>
          <p:grpSpPr>
            <a:xfrm rot="4801899">
              <a:off x="4192" y="2249"/>
              <a:ext cx="442" cy="335"/>
              <a:chOff x="2052" y="1045"/>
              <a:chExt cx="442" cy="335"/>
            </a:xfrm>
          </p:grpSpPr>
          <p:sp>
            <p:nvSpPr>
              <p:cNvPr id="49456" name="Freeform 305"/>
              <p:cNvSpPr/>
              <p:nvPr/>
            </p:nvSpPr>
            <p:spPr>
              <a:xfrm>
                <a:off x="2330" y="1045"/>
                <a:ext cx="164" cy="164"/>
              </a:xfrm>
              <a:custGeom>
                <a:avLst/>
                <a:gdLst/>
                <a:ahLst/>
                <a:cxnLst>
                  <a:cxn ang="0">
                    <a:pos x="163" y="98"/>
                  </a:cxn>
                  <a:cxn ang="0">
                    <a:pos x="103" y="0"/>
                  </a:cxn>
                  <a:cxn ang="0">
                    <a:pos x="0" y="55"/>
                  </a:cxn>
                  <a:cxn ang="0">
                    <a:pos x="65" y="163"/>
                  </a:cxn>
                  <a:cxn ang="0">
                    <a:pos x="163" y="98"/>
                  </a:cxn>
                </a:cxnLst>
                <a:rect l="0" t="0" r="0" b="0"/>
                <a:pathLst>
                  <a:path w="164" h="164">
                    <a:moveTo>
                      <a:pt x="163" y="98"/>
                    </a:moveTo>
                    <a:lnTo>
                      <a:pt x="103" y="0"/>
                    </a:lnTo>
                    <a:lnTo>
                      <a:pt x="0" y="55"/>
                    </a:lnTo>
                    <a:lnTo>
                      <a:pt x="65" y="163"/>
                    </a:lnTo>
                    <a:lnTo>
                      <a:pt x="163" y="9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457" name="Freeform 306"/>
              <p:cNvSpPr/>
              <p:nvPr/>
            </p:nvSpPr>
            <p:spPr>
              <a:xfrm>
                <a:off x="2201" y="1148"/>
                <a:ext cx="139" cy="118"/>
              </a:xfrm>
              <a:custGeom>
                <a:avLst/>
                <a:gdLst/>
                <a:ahLst/>
                <a:cxnLst>
                  <a:cxn ang="0">
                    <a:pos x="13" y="40"/>
                  </a:cxn>
                  <a:cxn ang="0">
                    <a:pos x="79" y="1"/>
                  </a:cxn>
                  <a:cxn ang="0">
                    <a:pos x="107" y="0"/>
                  </a:cxn>
                  <a:cxn ang="0">
                    <a:pos x="138" y="52"/>
                  </a:cxn>
                  <a:cxn ang="0">
                    <a:pos x="122" y="76"/>
                  </a:cxn>
                  <a:cxn ang="0">
                    <a:pos x="58" y="115"/>
                  </a:cxn>
                  <a:cxn ang="0">
                    <a:pos x="30" y="117"/>
                  </a:cxn>
                  <a:cxn ang="0">
                    <a:pos x="0" y="64"/>
                  </a:cxn>
                  <a:cxn ang="0">
                    <a:pos x="13" y="40"/>
                  </a:cxn>
                </a:cxnLst>
                <a:rect l="0" t="0" r="0" b="0"/>
                <a:pathLst>
                  <a:path w="139" h="118">
                    <a:moveTo>
                      <a:pt x="13" y="40"/>
                    </a:moveTo>
                    <a:lnTo>
                      <a:pt x="79" y="1"/>
                    </a:lnTo>
                    <a:lnTo>
                      <a:pt x="107" y="0"/>
                    </a:lnTo>
                    <a:lnTo>
                      <a:pt x="138" y="52"/>
                    </a:lnTo>
                    <a:lnTo>
                      <a:pt x="122" y="76"/>
                    </a:lnTo>
                    <a:lnTo>
                      <a:pt x="58" y="115"/>
                    </a:lnTo>
                    <a:lnTo>
                      <a:pt x="30" y="117"/>
                    </a:lnTo>
                    <a:lnTo>
                      <a:pt x="0" y="64"/>
                    </a:lnTo>
                    <a:lnTo>
                      <a:pt x="13" y="4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458" name="Freeform 307"/>
              <p:cNvSpPr/>
              <p:nvPr/>
            </p:nvSpPr>
            <p:spPr>
              <a:xfrm>
                <a:off x="2248" y="1125"/>
                <a:ext cx="140" cy="118"/>
              </a:xfrm>
              <a:custGeom>
                <a:avLst/>
                <a:gdLst/>
                <a:ahLst/>
                <a:cxnLst>
                  <a:cxn ang="0">
                    <a:pos x="15" y="41"/>
                  </a:cxn>
                  <a:cxn ang="0">
                    <a:pos x="80" y="2"/>
                  </a:cxn>
                  <a:cxn ang="0">
                    <a:pos x="108" y="0"/>
                  </a:cxn>
                  <a:cxn ang="0">
                    <a:pos x="139" y="52"/>
                  </a:cxn>
                  <a:cxn ang="0">
                    <a:pos x="123" y="75"/>
                  </a:cxn>
                  <a:cxn ang="0">
                    <a:pos x="59" y="114"/>
                  </a:cxn>
                  <a:cxn ang="0">
                    <a:pos x="30" y="117"/>
                  </a:cxn>
                  <a:cxn ang="0">
                    <a:pos x="0" y="65"/>
                  </a:cxn>
                  <a:cxn ang="0">
                    <a:pos x="15" y="41"/>
                  </a:cxn>
                </a:cxnLst>
                <a:rect l="0" t="0" r="0" b="0"/>
                <a:pathLst>
                  <a:path w="140" h="118">
                    <a:moveTo>
                      <a:pt x="15" y="41"/>
                    </a:moveTo>
                    <a:lnTo>
                      <a:pt x="80" y="2"/>
                    </a:lnTo>
                    <a:lnTo>
                      <a:pt x="108" y="0"/>
                    </a:lnTo>
                    <a:lnTo>
                      <a:pt x="139" y="52"/>
                    </a:lnTo>
                    <a:lnTo>
                      <a:pt x="123" y="75"/>
                    </a:lnTo>
                    <a:lnTo>
                      <a:pt x="59" y="114"/>
                    </a:lnTo>
                    <a:lnTo>
                      <a:pt x="30" y="117"/>
                    </a:lnTo>
                    <a:lnTo>
                      <a:pt x="0" y="65"/>
                    </a:lnTo>
                    <a:lnTo>
                      <a:pt x="15" y="4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459" name="Freeform 308"/>
              <p:cNvSpPr/>
              <p:nvPr/>
            </p:nvSpPr>
            <p:spPr>
              <a:xfrm>
                <a:off x="2214" y="1142"/>
                <a:ext cx="124" cy="49"/>
              </a:xfrm>
              <a:custGeom>
                <a:avLst/>
                <a:gdLst/>
                <a:ahLst/>
                <a:cxnLst>
                  <a:cxn ang="0">
                    <a:pos x="64" y="8"/>
                  </a:cxn>
                  <a:cxn ang="0">
                    <a:pos x="123" y="0"/>
                  </a:cxn>
                  <a:cxn ang="0">
                    <a:pos x="58" y="38"/>
                  </a:cxn>
                  <a:cxn ang="0">
                    <a:pos x="0" y="48"/>
                  </a:cxn>
                  <a:cxn ang="0">
                    <a:pos x="64" y="8"/>
                  </a:cxn>
                </a:cxnLst>
                <a:rect l="0" t="0" r="0" b="0"/>
                <a:pathLst>
                  <a:path w="124" h="49">
                    <a:moveTo>
                      <a:pt x="64" y="8"/>
                    </a:moveTo>
                    <a:lnTo>
                      <a:pt x="123" y="0"/>
                    </a:lnTo>
                    <a:lnTo>
                      <a:pt x="58" y="38"/>
                    </a:lnTo>
                    <a:lnTo>
                      <a:pt x="0" y="48"/>
                    </a:lnTo>
                    <a:lnTo>
                      <a:pt x="64" y="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460" name="Freeform 309"/>
              <p:cNvSpPr/>
              <p:nvPr/>
            </p:nvSpPr>
            <p:spPr>
              <a:xfrm>
                <a:off x="2231" y="1244"/>
                <a:ext cx="80" cy="24"/>
              </a:xfrm>
              <a:custGeom>
                <a:avLst/>
                <a:gdLst/>
                <a:ahLst/>
                <a:cxnLst>
                  <a:cxn ang="0">
                    <a:pos x="0" y="23"/>
                  </a:cxn>
                  <a:cxn ang="0">
                    <a:pos x="50" y="0"/>
                  </a:cxn>
                  <a:cxn ang="0">
                    <a:pos x="79" y="0"/>
                  </a:cxn>
                  <a:cxn ang="0">
                    <a:pos x="28" y="23"/>
                  </a:cxn>
                  <a:cxn ang="0">
                    <a:pos x="0" y="23"/>
                  </a:cxn>
                </a:cxnLst>
                <a:rect l="0" t="0" r="0" b="0"/>
                <a:pathLst>
                  <a:path w="80" h="24">
                    <a:moveTo>
                      <a:pt x="0" y="23"/>
                    </a:moveTo>
                    <a:lnTo>
                      <a:pt x="50" y="0"/>
                    </a:lnTo>
                    <a:lnTo>
                      <a:pt x="79" y="0"/>
                    </a:lnTo>
                    <a:lnTo>
                      <a:pt x="28" y="23"/>
                    </a:lnTo>
                    <a:lnTo>
                      <a:pt x="0" y="23"/>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49461" name="Line 310"/>
              <p:cNvSpPr/>
              <p:nvPr/>
            </p:nvSpPr>
            <p:spPr>
              <a:xfrm flipV="1">
                <a:off x="2206" y="1190"/>
                <a:ext cx="39" cy="27"/>
              </a:xfrm>
              <a:prstGeom prst="line">
                <a:avLst/>
              </a:prstGeom>
              <a:ln w="12700" cap="flat" cmpd="sng">
                <a:solidFill>
                  <a:schemeClr val="tx1"/>
                </a:solidFill>
                <a:prstDash val="solid"/>
                <a:headEnd type="none" w="med" len="med"/>
                <a:tailEnd type="none" w="med" len="med"/>
              </a:ln>
            </p:spPr>
          </p:sp>
          <p:sp>
            <p:nvSpPr>
              <p:cNvPr id="49462" name="Oval 311"/>
              <p:cNvSpPr/>
              <p:nvPr/>
            </p:nvSpPr>
            <p:spPr>
              <a:xfrm rot="-1860000">
                <a:off x="2273" y="1174"/>
                <a:ext cx="28" cy="15"/>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463" name="Line 312"/>
              <p:cNvSpPr/>
              <p:nvPr/>
            </p:nvSpPr>
            <p:spPr>
              <a:xfrm flipV="1">
                <a:off x="2276" y="1161"/>
                <a:ext cx="5" cy="17"/>
              </a:xfrm>
              <a:prstGeom prst="line">
                <a:avLst/>
              </a:prstGeom>
              <a:ln w="12700" cap="flat" cmpd="sng">
                <a:solidFill>
                  <a:schemeClr val="tx1"/>
                </a:solidFill>
                <a:prstDash val="solid"/>
                <a:headEnd type="none" w="med" len="med"/>
                <a:tailEnd type="none" w="med" len="med"/>
              </a:ln>
            </p:spPr>
          </p:sp>
          <p:sp>
            <p:nvSpPr>
              <p:cNvPr id="49464" name="Line 313"/>
              <p:cNvSpPr/>
              <p:nvPr/>
            </p:nvSpPr>
            <p:spPr>
              <a:xfrm>
                <a:off x="2281" y="1181"/>
                <a:ext cx="4" cy="0"/>
              </a:xfrm>
              <a:prstGeom prst="line">
                <a:avLst/>
              </a:prstGeom>
              <a:ln w="12700" cap="flat" cmpd="sng">
                <a:solidFill>
                  <a:schemeClr val="tx1"/>
                </a:solidFill>
                <a:prstDash val="solid"/>
                <a:headEnd type="none" w="med" len="med"/>
                <a:tailEnd type="none" w="med" len="med"/>
              </a:ln>
            </p:spPr>
          </p:sp>
          <p:sp>
            <p:nvSpPr>
              <p:cNvPr id="49465" name="Oval 314"/>
              <p:cNvSpPr/>
              <p:nvPr/>
            </p:nvSpPr>
            <p:spPr>
              <a:xfrm rot="-1860000">
                <a:off x="2273" y="1168"/>
                <a:ext cx="110" cy="5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466" name="Line 315"/>
              <p:cNvSpPr/>
              <p:nvPr/>
            </p:nvSpPr>
            <p:spPr>
              <a:xfrm flipV="1">
                <a:off x="2334" y="1116"/>
                <a:ext cx="43" cy="29"/>
              </a:xfrm>
              <a:prstGeom prst="line">
                <a:avLst/>
              </a:prstGeom>
              <a:ln w="12700" cap="flat" cmpd="sng">
                <a:solidFill>
                  <a:schemeClr val="tx1"/>
                </a:solidFill>
                <a:prstDash val="solid"/>
                <a:headEnd type="none" w="med" len="med"/>
                <a:tailEnd type="none" w="med" len="med"/>
              </a:ln>
            </p:spPr>
          </p:sp>
          <p:sp>
            <p:nvSpPr>
              <p:cNvPr id="49467" name="Freeform 316"/>
              <p:cNvSpPr/>
              <p:nvPr/>
            </p:nvSpPr>
            <p:spPr>
              <a:xfrm>
                <a:off x="2275" y="1166"/>
                <a:ext cx="36" cy="22"/>
              </a:xfrm>
              <a:custGeom>
                <a:avLst/>
                <a:gdLst/>
                <a:ahLst/>
                <a:cxnLst>
                  <a:cxn ang="0">
                    <a:pos x="0" y="14"/>
                  </a:cxn>
                  <a:cxn ang="0">
                    <a:pos x="18" y="0"/>
                  </a:cxn>
                  <a:cxn ang="0">
                    <a:pos x="35" y="3"/>
                  </a:cxn>
                  <a:cxn ang="0">
                    <a:pos x="32" y="21"/>
                  </a:cxn>
                  <a:cxn ang="0">
                    <a:pos x="0" y="14"/>
                  </a:cxn>
                </a:cxnLst>
                <a:rect l="0" t="0" r="0" b="0"/>
                <a:pathLst>
                  <a:path w="36" h="22">
                    <a:moveTo>
                      <a:pt x="0" y="14"/>
                    </a:moveTo>
                    <a:lnTo>
                      <a:pt x="18" y="0"/>
                    </a:lnTo>
                    <a:lnTo>
                      <a:pt x="35" y="3"/>
                    </a:lnTo>
                    <a:lnTo>
                      <a:pt x="32" y="21"/>
                    </a:lnTo>
                    <a:lnTo>
                      <a:pt x="0" y="1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468" name="Freeform 317"/>
              <p:cNvSpPr/>
              <p:nvPr/>
            </p:nvSpPr>
            <p:spPr>
              <a:xfrm>
                <a:off x="2278" y="1165"/>
                <a:ext cx="37" cy="28"/>
              </a:xfrm>
              <a:custGeom>
                <a:avLst/>
                <a:gdLst/>
                <a:ahLst/>
                <a:cxnLst>
                  <a:cxn ang="0">
                    <a:pos x="25" y="0"/>
                  </a:cxn>
                  <a:cxn ang="0">
                    <a:pos x="36" y="14"/>
                  </a:cxn>
                  <a:cxn ang="0">
                    <a:pos x="21" y="27"/>
                  </a:cxn>
                  <a:cxn ang="0">
                    <a:pos x="0" y="21"/>
                  </a:cxn>
                  <a:cxn ang="0">
                    <a:pos x="18" y="6"/>
                  </a:cxn>
                  <a:cxn ang="0">
                    <a:pos x="25" y="0"/>
                  </a:cxn>
                </a:cxnLst>
                <a:rect l="0" t="0" r="0" b="0"/>
                <a:pathLst>
                  <a:path w="37" h="28">
                    <a:moveTo>
                      <a:pt x="25" y="0"/>
                    </a:moveTo>
                    <a:lnTo>
                      <a:pt x="36" y="14"/>
                    </a:lnTo>
                    <a:lnTo>
                      <a:pt x="21" y="27"/>
                    </a:lnTo>
                    <a:lnTo>
                      <a:pt x="0" y="21"/>
                    </a:lnTo>
                    <a:lnTo>
                      <a:pt x="1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49469" name="Rectangle 318"/>
              <p:cNvSpPr/>
              <p:nvPr/>
            </p:nvSpPr>
            <p:spPr>
              <a:xfrm rot="-1860000">
                <a:off x="2212" y="1237"/>
                <a:ext cx="29" cy="15"/>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9470" name="Freeform 319"/>
              <p:cNvSpPr/>
              <p:nvPr/>
            </p:nvSpPr>
            <p:spPr>
              <a:xfrm>
                <a:off x="2052" y="1187"/>
                <a:ext cx="193" cy="193"/>
              </a:xfrm>
              <a:custGeom>
                <a:avLst/>
                <a:gdLst/>
                <a:ahLst/>
                <a:cxnLst>
                  <a:cxn ang="0">
                    <a:pos x="0" y="68"/>
                  </a:cxn>
                  <a:cxn ang="0">
                    <a:pos x="74" y="192"/>
                  </a:cxn>
                  <a:cxn ang="0">
                    <a:pos x="192" y="115"/>
                  </a:cxn>
                  <a:cxn ang="0">
                    <a:pos x="121" y="0"/>
                  </a:cxn>
                  <a:cxn ang="0">
                    <a:pos x="0" y="68"/>
                  </a:cxn>
                </a:cxnLst>
                <a:rect l="0" t="0" r="0" b="0"/>
                <a:pathLst>
                  <a:path w="193" h="193">
                    <a:moveTo>
                      <a:pt x="0" y="68"/>
                    </a:moveTo>
                    <a:lnTo>
                      <a:pt x="74" y="192"/>
                    </a:lnTo>
                    <a:lnTo>
                      <a:pt x="192" y="115"/>
                    </a:lnTo>
                    <a:lnTo>
                      <a:pt x="121" y="0"/>
                    </a:lnTo>
                    <a:lnTo>
                      <a:pt x="0" y="68"/>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49471" name="Line 320"/>
              <p:cNvSpPr/>
              <p:nvPr/>
            </p:nvSpPr>
            <p:spPr>
              <a:xfrm flipV="1">
                <a:off x="2311" y="1217"/>
                <a:ext cx="10" cy="11"/>
              </a:xfrm>
              <a:prstGeom prst="line">
                <a:avLst/>
              </a:prstGeom>
              <a:ln w="12700" cap="flat" cmpd="sng">
                <a:solidFill>
                  <a:schemeClr val="tx1"/>
                </a:solidFill>
                <a:prstDash val="solid"/>
                <a:headEnd type="none" w="med" len="med"/>
                <a:tailEnd type="none" w="med" len="med"/>
              </a:ln>
            </p:spPr>
          </p:sp>
          <p:sp>
            <p:nvSpPr>
              <p:cNvPr id="49472" name="Line 321"/>
              <p:cNvSpPr/>
              <p:nvPr/>
            </p:nvSpPr>
            <p:spPr>
              <a:xfrm flipV="1">
                <a:off x="2310" y="1215"/>
                <a:ext cx="10" cy="14"/>
              </a:xfrm>
              <a:prstGeom prst="line">
                <a:avLst/>
              </a:prstGeom>
              <a:ln w="12700" cap="flat" cmpd="sng">
                <a:solidFill>
                  <a:schemeClr val="tx1"/>
                </a:solidFill>
                <a:prstDash val="solid"/>
                <a:headEnd type="none" w="med" len="med"/>
                <a:tailEnd type="none" w="med" len="med"/>
              </a:ln>
            </p:spPr>
          </p:sp>
          <p:sp>
            <p:nvSpPr>
              <p:cNvPr id="49473" name="Freeform 322"/>
              <p:cNvSpPr/>
              <p:nvPr/>
            </p:nvSpPr>
            <p:spPr>
              <a:xfrm>
                <a:off x="2306" y="1208"/>
                <a:ext cx="38" cy="32"/>
              </a:xfrm>
              <a:custGeom>
                <a:avLst/>
                <a:gdLst/>
                <a:ahLst/>
                <a:cxnLst>
                  <a:cxn ang="0">
                    <a:pos x="29" y="23"/>
                  </a:cxn>
                  <a:cxn ang="0">
                    <a:pos x="37" y="19"/>
                  </a:cxn>
                  <a:cxn ang="0">
                    <a:pos x="35" y="16"/>
                  </a:cxn>
                  <a:cxn ang="0">
                    <a:pos x="27" y="2"/>
                  </a:cxn>
                  <a:cxn ang="0">
                    <a:pos x="25" y="0"/>
                  </a:cxn>
                  <a:cxn ang="0">
                    <a:pos x="18" y="5"/>
                  </a:cxn>
                  <a:cxn ang="0">
                    <a:pos x="12" y="12"/>
                  </a:cxn>
                  <a:cxn ang="0">
                    <a:pos x="5" y="19"/>
                  </a:cxn>
                  <a:cxn ang="0">
                    <a:pos x="0" y="26"/>
                  </a:cxn>
                  <a:cxn ang="0">
                    <a:pos x="1" y="29"/>
                  </a:cxn>
                  <a:cxn ang="0">
                    <a:pos x="9" y="25"/>
                  </a:cxn>
                  <a:cxn ang="0">
                    <a:pos x="12" y="31"/>
                  </a:cxn>
                  <a:cxn ang="0">
                    <a:pos x="22" y="29"/>
                  </a:cxn>
                  <a:cxn ang="0">
                    <a:pos x="29" y="23"/>
                  </a:cxn>
                </a:cxnLst>
                <a:rect l="0" t="0" r="0" b="0"/>
                <a:pathLst>
                  <a:path w="38" h="32">
                    <a:moveTo>
                      <a:pt x="29" y="23"/>
                    </a:moveTo>
                    <a:lnTo>
                      <a:pt x="37" y="19"/>
                    </a:lnTo>
                    <a:lnTo>
                      <a:pt x="35" y="16"/>
                    </a:lnTo>
                    <a:lnTo>
                      <a:pt x="27" y="2"/>
                    </a:lnTo>
                    <a:lnTo>
                      <a:pt x="25" y="0"/>
                    </a:lnTo>
                    <a:lnTo>
                      <a:pt x="18" y="5"/>
                    </a:lnTo>
                    <a:lnTo>
                      <a:pt x="12" y="12"/>
                    </a:lnTo>
                    <a:lnTo>
                      <a:pt x="5" y="19"/>
                    </a:lnTo>
                    <a:lnTo>
                      <a:pt x="0" y="26"/>
                    </a:lnTo>
                    <a:lnTo>
                      <a:pt x="1" y="29"/>
                    </a:lnTo>
                    <a:lnTo>
                      <a:pt x="9" y="25"/>
                    </a:lnTo>
                    <a:lnTo>
                      <a:pt x="12" y="31"/>
                    </a:lnTo>
                    <a:lnTo>
                      <a:pt x="22" y="29"/>
                    </a:lnTo>
                    <a:lnTo>
                      <a:pt x="29"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74" name="Freeform 323"/>
              <p:cNvSpPr/>
              <p:nvPr/>
            </p:nvSpPr>
            <p:spPr>
              <a:xfrm>
                <a:off x="2306" y="1216"/>
                <a:ext cx="39" cy="24"/>
              </a:xfrm>
              <a:custGeom>
                <a:avLst/>
                <a:gdLst/>
                <a:ahLst/>
                <a:cxnLst>
                  <a:cxn ang="0">
                    <a:pos x="0" y="8"/>
                  </a:cxn>
                  <a:cxn ang="0">
                    <a:pos x="33" y="0"/>
                  </a:cxn>
                  <a:cxn ang="0">
                    <a:pos x="38" y="12"/>
                  </a:cxn>
                  <a:cxn ang="0">
                    <a:pos x="2" y="23"/>
                  </a:cxn>
                  <a:cxn ang="0">
                    <a:pos x="0" y="8"/>
                  </a:cxn>
                </a:cxnLst>
                <a:rect l="0" t="0" r="0" b="0"/>
                <a:pathLst>
                  <a:path w="39" h="24">
                    <a:moveTo>
                      <a:pt x="0" y="8"/>
                    </a:moveTo>
                    <a:lnTo>
                      <a:pt x="33" y="0"/>
                    </a:lnTo>
                    <a:lnTo>
                      <a:pt x="38" y="12"/>
                    </a:lnTo>
                    <a:lnTo>
                      <a:pt x="2" y="23"/>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75" name="Freeform 324"/>
              <p:cNvSpPr/>
              <p:nvPr/>
            </p:nvSpPr>
            <p:spPr>
              <a:xfrm>
                <a:off x="2328" y="1209"/>
                <a:ext cx="32" cy="23"/>
              </a:xfrm>
              <a:custGeom>
                <a:avLst/>
                <a:gdLst/>
                <a:ahLst/>
                <a:cxnLst>
                  <a:cxn ang="0">
                    <a:pos x="0" y="19"/>
                  </a:cxn>
                  <a:cxn ang="0">
                    <a:pos x="2" y="22"/>
                  </a:cxn>
                  <a:cxn ang="0">
                    <a:pos x="6" y="19"/>
                  </a:cxn>
                  <a:cxn ang="0">
                    <a:pos x="8" y="22"/>
                  </a:cxn>
                  <a:cxn ang="0">
                    <a:pos x="13" y="22"/>
                  </a:cxn>
                  <a:cxn ang="0">
                    <a:pos x="18" y="22"/>
                  </a:cxn>
                  <a:cxn ang="0">
                    <a:pos x="22" y="19"/>
                  </a:cxn>
                  <a:cxn ang="0">
                    <a:pos x="25" y="13"/>
                  </a:cxn>
                  <a:cxn ang="0">
                    <a:pos x="28" y="9"/>
                  </a:cxn>
                  <a:cxn ang="0">
                    <a:pos x="26" y="6"/>
                  </a:cxn>
                  <a:cxn ang="0">
                    <a:pos x="31" y="4"/>
                  </a:cxn>
                  <a:cxn ang="0">
                    <a:pos x="29" y="1"/>
                  </a:cxn>
                  <a:cxn ang="0">
                    <a:pos x="24" y="1"/>
                  </a:cxn>
                  <a:cxn ang="0">
                    <a:pos x="17" y="1"/>
                  </a:cxn>
                  <a:cxn ang="0">
                    <a:pos x="12" y="0"/>
                  </a:cxn>
                  <a:cxn ang="0">
                    <a:pos x="8" y="2"/>
                  </a:cxn>
                  <a:cxn ang="0">
                    <a:pos x="5" y="8"/>
                  </a:cxn>
                  <a:cxn ang="0">
                    <a:pos x="2" y="13"/>
                  </a:cxn>
                  <a:cxn ang="0">
                    <a:pos x="0" y="19"/>
                  </a:cxn>
                </a:cxnLst>
                <a:rect l="0" t="0" r="0" b="0"/>
                <a:pathLst>
                  <a:path w="32" h="23">
                    <a:moveTo>
                      <a:pt x="0" y="19"/>
                    </a:moveTo>
                    <a:lnTo>
                      <a:pt x="2" y="22"/>
                    </a:lnTo>
                    <a:lnTo>
                      <a:pt x="6" y="19"/>
                    </a:lnTo>
                    <a:lnTo>
                      <a:pt x="8" y="22"/>
                    </a:lnTo>
                    <a:lnTo>
                      <a:pt x="13" y="22"/>
                    </a:lnTo>
                    <a:lnTo>
                      <a:pt x="18" y="22"/>
                    </a:lnTo>
                    <a:lnTo>
                      <a:pt x="22" y="19"/>
                    </a:lnTo>
                    <a:lnTo>
                      <a:pt x="25" y="13"/>
                    </a:lnTo>
                    <a:lnTo>
                      <a:pt x="28" y="9"/>
                    </a:lnTo>
                    <a:lnTo>
                      <a:pt x="26" y="6"/>
                    </a:lnTo>
                    <a:lnTo>
                      <a:pt x="31" y="4"/>
                    </a:lnTo>
                    <a:lnTo>
                      <a:pt x="29" y="1"/>
                    </a:lnTo>
                    <a:lnTo>
                      <a:pt x="24" y="1"/>
                    </a:lnTo>
                    <a:lnTo>
                      <a:pt x="17" y="1"/>
                    </a:lnTo>
                    <a:lnTo>
                      <a:pt x="12" y="0"/>
                    </a:lnTo>
                    <a:lnTo>
                      <a:pt x="8" y="2"/>
                    </a:lnTo>
                    <a:lnTo>
                      <a:pt x="5" y="8"/>
                    </a:lnTo>
                    <a:lnTo>
                      <a:pt x="2" y="13"/>
                    </a:lnTo>
                    <a:lnTo>
                      <a:pt x="0"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76" name="Line 325"/>
              <p:cNvSpPr/>
              <p:nvPr/>
            </p:nvSpPr>
            <p:spPr>
              <a:xfrm flipV="1">
                <a:off x="2292" y="1212"/>
                <a:ext cx="5" cy="11"/>
              </a:xfrm>
              <a:prstGeom prst="line">
                <a:avLst/>
              </a:prstGeom>
              <a:ln w="12700" cap="flat" cmpd="sng">
                <a:solidFill>
                  <a:schemeClr val="tx1"/>
                </a:solidFill>
                <a:prstDash val="solid"/>
                <a:headEnd type="none" w="med" len="med"/>
                <a:tailEnd type="none" w="med" len="med"/>
              </a:ln>
            </p:spPr>
          </p:sp>
          <p:sp>
            <p:nvSpPr>
              <p:cNvPr id="49477" name="Line 326"/>
              <p:cNvSpPr/>
              <p:nvPr/>
            </p:nvSpPr>
            <p:spPr>
              <a:xfrm flipV="1">
                <a:off x="2287" y="1206"/>
                <a:ext cx="11" cy="14"/>
              </a:xfrm>
              <a:prstGeom prst="line">
                <a:avLst/>
              </a:prstGeom>
              <a:ln w="12700" cap="flat" cmpd="sng">
                <a:solidFill>
                  <a:schemeClr val="tx1"/>
                </a:solidFill>
                <a:prstDash val="solid"/>
                <a:headEnd type="none" w="med" len="med"/>
                <a:tailEnd type="none" w="med" len="med"/>
              </a:ln>
            </p:spPr>
          </p:sp>
          <p:sp>
            <p:nvSpPr>
              <p:cNvPr id="49478" name="Freeform 327"/>
              <p:cNvSpPr/>
              <p:nvPr/>
            </p:nvSpPr>
            <p:spPr>
              <a:xfrm>
                <a:off x="2288" y="1205"/>
                <a:ext cx="39" cy="27"/>
              </a:xfrm>
              <a:custGeom>
                <a:avLst/>
                <a:gdLst/>
                <a:ahLst/>
                <a:cxnLst>
                  <a:cxn ang="0">
                    <a:pos x="30" y="23"/>
                  </a:cxn>
                  <a:cxn ang="0">
                    <a:pos x="38" y="17"/>
                  </a:cxn>
                  <a:cxn ang="0">
                    <a:pos x="36" y="15"/>
                  </a:cxn>
                  <a:cxn ang="0">
                    <a:pos x="28" y="2"/>
                  </a:cxn>
                  <a:cxn ang="0">
                    <a:pos x="26" y="0"/>
                  </a:cxn>
                  <a:cxn ang="0">
                    <a:pos x="18" y="4"/>
                  </a:cxn>
                  <a:cxn ang="0">
                    <a:pos x="11" y="8"/>
                  </a:cxn>
                  <a:cxn ang="0">
                    <a:pos x="5" y="15"/>
                  </a:cxn>
                  <a:cxn ang="0">
                    <a:pos x="7" y="17"/>
                  </a:cxn>
                  <a:cxn ang="0">
                    <a:pos x="0" y="21"/>
                  </a:cxn>
                  <a:cxn ang="0">
                    <a:pos x="1" y="24"/>
                  </a:cxn>
                  <a:cxn ang="0">
                    <a:pos x="9" y="23"/>
                  </a:cxn>
                  <a:cxn ang="0">
                    <a:pos x="12" y="26"/>
                  </a:cxn>
                  <a:cxn ang="0">
                    <a:pos x="21" y="24"/>
                  </a:cxn>
                  <a:cxn ang="0">
                    <a:pos x="30" y="23"/>
                  </a:cxn>
                </a:cxnLst>
                <a:rect l="0" t="0" r="0" b="0"/>
                <a:pathLst>
                  <a:path w="39" h="27">
                    <a:moveTo>
                      <a:pt x="30" y="23"/>
                    </a:moveTo>
                    <a:lnTo>
                      <a:pt x="38" y="17"/>
                    </a:lnTo>
                    <a:lnTo>
                      <a:pt x="36" y="15"/>
                    </a:lnTo>
                    <a:lnTo>
                      <a:pt x="28" y="2"/>
                    </a:lnTo>
                    <a:lnTo>
                      <a:pt x="26" y="0"/>
                    </a:lnTo>
                    <a:lnTo>
                      <a:pt x="18" y="4"/>
                    </a:lnTo>
                    <a:lnTo>
                      <a:pt x="11" y="8"/>
                    </a:lnTo>
                    <a:lnTo>
                      <a:pt x="5" y="15"/>
                    </a:lnTo>
                    <a:lnTo>
                      <a:pt x="7" y="17"/>
                    </a:lnTo>
                    <a:lnTo>
                      <a:pt x="0" y="21"/>
                    </a:lnTo>
                    <a:lnTo>
                      <a:pt x="1" y="24"/>
                    </a:lnTo>
                    <a:lnTo>
                      <a:pt x="9" y="23"/>
                    </a:lnTo>
                    <a:lnTo>
                      <a:pt x="12" y="26"/>
                    </a:lnTo>
                    <a:lnTo>
                      <a:pt x="21" y="24"/>
                    </a:lnTo>
                    <a:lnTo>
                      <a:pt x="30"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79" name="Freeform 328"/>
              <p:cNvSpPr/>
              <p:nvPr/>
            </p:nvSpPr>
            <p:spPr>
              <a:xfrm>
                <a:off x="2290" y="1209"/>
                <a:ext cx="37" cy="24"/>
              </a:xfrm>
              <a:custGeom>
                <a:avLst/>
                <a:gdLst/>
                <a:ahLst/>
                <a:cxnLst>
                  <a:cxn ang="0">
                    <a:pos x="0" y="7"/>
                  </a:cxn>
                  <a:cxn ang="0">
                    <a:pos x="31" y="0"/>
                  </a:cxn>
                  <a:cxn ang="0">
                    <a:pos x="36" y="13"/>
                  </a:cxn>
                  <a:cxn ang="0">
                    <a:pos x="2" y="23"/>
                  </a:cxn>
                  <a:cxn ang="0">
                    <a:pos x="0" y="7"/>
                  </a:cxn>
                </a:cxnLst>
                <a:rect l="0" t="0" r="0" b="0"/>
                <a:pathLst>
                  <a:path w="37" h="24">
                    <a:moveTo>
                      <a:pt x="0" y="7"/>
                    </a:moveTo>
                    <a:lnTo>
                      <a:pt x="31" y="0"/>
                    </a:lnTo>
                    <a:lnTo>
                      <a:pt x="36" y="13"/>
                    </a:lnTo>
                    <a:lnTo>
                      <a:pt x="2" y="23"/>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80" name="Freeform 329"/>
              <p:cNvSpPr/>
              <p:nvPr/>
            </p:nvSpPr>
            <p:spPr>
              <a:xfrm>
                <a:off x="2306" y="1197"/>
                <a:ext cx="33" cy="31"/>
              </a:xfrm>
              <a:custGeom>
                <a:avLst/>
                <a:gdLst/>
                <a:ahLst/>
                <a:cxnLst>
                  <a:cxn ang="0">
                    <a:pos x="0" y="21"/>
                  </a:cxn>
                  <a:cxn ang="0">
                    <a:pos x="2" y="25"/>
                  </a:cxn>
                  <a:cxn ang="0">
                    <a:pos x="7" y="22"/>
                  </a:cxn>
                  <a:cxn ang="0">
                    <a:pos x="10" y="30"/>
                  </a:cxn>
                  <a:cxn ang="0">
                    <a:pos x="17" y="30"/>
                  </a:cxn>
                  <a:cxn ang="0">
                    <a:pos x="21" y="27"/>
                  </a:cxn>
                  <a:cxn ang="0">
                    <a:pos x="26" y="25"/>
                  </a:cxn>
                  <a:cxn ang="0">
                    <a:pos x="30" y="22"/>
                  </a:cxn>
                  <a:cxn ang="0">
                    <a:pos x="32" y="17"/>
                  </a:cxn>
                  <a:cxn ang="0">
                    <a:pos x="27" y="10"/>
                  </a:cxn>
                  <a:cxn ang="0">
                    <a:pos x="32" y="7"/>
                  </a:cxn>
                  <a:cxn ang="0">
                    <a:pos x="30" y="4"/>
                  </a:cxn>
                  <a:cxn ang="0">
                    <a:pos x="24" y="4"/>
                  </a:cxn>
                  <a:cxn ang="0">
                    <a:pos x="21" y="0"/>
                  </a:cxn>
                  <a:cxn ang="0">
                    <a:pos x="17" y="2"/>
                  </a:cxn>
                  <a:cxn ang="0">
                    <a:pos x="13" y="5"/>
                  </a:cxn>
                  <a:cxn ang="0">
                    <a:pos x="5" y="10"/>
                  </a:cxn>
                  <a:cxn ang="0">
                    <a:pos x="1" y="12"/>
                  </a:cxn>
                  <a:cxn ang="0">
                    <a:pos x="2" y="15"/>
                  </a:cxn>
                  <a:cxn ang="0">
                    <a:pos x="0" y="21"/>
                  </a:cxn>
                </a:cxnLst>
                <a:rect l="0" t="0" r="0" b="0"/>
                <a:pathLst>
                  <a:path w="33" h="31">
                    <a:moveTo>
                      <a:pt x="0" y="21"/>
                    </a:moveTo>
                    <a:lnTo>
                      <a:pt x="2" y="25"/>
                    </a:lnTo>
                    <a:lnTo>
                      <a:pt x="7" y="22"/>
                    </a:lnTo>
                    <a:lnTo>
                      <a:pt x="10" y="30"/>
                    </a:lnTo>
                    <a:lnTo>
                      <a:pt x="17" y="30"/>
                    </a:lnTo>
                    <a:lnTo>
                      <a:pt x="21" y="27"/>
                    </a:lnTo>
                    <a:lnTo>
                      <a:pt x="26" y="25"/>
                    </a:lnTo>
                    <a:lnTo>
                      <a:pt x="30" y="22"/>
                    </a:lnTo>
                    <a:lnTo>
                      <a:pt x="32" y="17"/>
                    </a:lnTo>
                    <a:lnTo>
                      <a:pt x="27" y="10"/>
                    </a:lnTo>
                    <a:lnTo>
                      <a:pt x="32" y="7"/>
                    </a:lnTo>
                    <a:lnTo>
                      <a:pt x="30" y="4"/>
                    </a:lnTo>
                    <a:lnTo>
                      <a:pt x="24" y="4"/>
                    </a:lnTo>
                    <a:lnTo>
                      <a:pt x="21" y="0"/>
                    </a:lnTo>
                    <a:lnTo>
                      <a:pt x="17" y="2"/>
                    </a:lnTo>
                    <a:lnTo>
                      <a:pt x="13" y="5"/>
                    </a:lnTo>
                    <a:lnTo>
                      <a:pt x="5" y="10"/>
                    </a:lnTo>
                    <a:lnTo>
                      <a:pt x="1" y="12"/>
                    </a:lnTo>
                    <a:lnTo>
                      <a:pt x="2" y="15"/>
                    </a:lnTo>
                    <a:lnTo>
                      <a:pt x="0"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81" name="Line 330"/>
              <p:cNvSpPr/>
              <p:nvPr/>
            </p:nvSpPr>
            <p:spPr>
              <a:xfrm flipV="1">
                <a:off x="2291" y="1191"/>
                <a:ext cx="7" cy="16"/>
              </a:xfrm>
              <a:prstGeom prst="line">
                <a:avLst/>
              </a:prstGeom>
              <a:ln w="12700" cap="flat" cmpd="sng">
                <a:solidFill>
                  <a:schemeClr val="tx1"/>
                </a:solidFill>
                <a:prstDash val="solid"/>
                <a:headEnd type="none" w="med" len="med"/>
                <a:tailEnd type="none" w="med" len="med"/>
              </a:ln>
            </p:spPr>
          </p:sp>
          <p:sp>
            <p:nvSpPr>
              <p:cNvPr id="49482" name="Line 331"/>
              <p:cNvSpPr/>
              <p:nvPr/>
            </p:nvSpPr>
            <p:spPr>
              <a:xfrm flipV="1">
                <a:off x="2295" y="1187"/>
                <a:ext cx="7" cy="14"/>
              </a:xfrm>
              <a:prstGeom prst="line">
                <a:avLst/>
              </a:prstGeom>
              <a:ln w="12700" cap="flat" cmpd="sng">
                <a:solidFill>
                  <a:schemeClr val="tx1"/>
                </a:solidFill>
                <a:prstDash val="solid"/>
                <a:headEnd type="none" w="med" len="med"/>
                <a:tailEnd type="none" w="med" len="med"/>
              </a:ln>
            </p:spPr>
          </p:sp>
          <p:sp>
            <p:nvSpPr>
              <p:cNvPr id="49483" name="Freeform 332"/>
              <p:cNvSpPr/>
              <p:nvPr/>
            </p:nvSpPr>
            <p:spPr>
              <a:xfrm>
                <a:off x="2288" y="1184"/>
                <a:ext cx="38" cy="30"/>
              </a:xfrm>
              <a:custGeom>
                <a:avLst/>
                <a:gdLst/>
                <a:ahLst/>
                <a:cxnLst>
                  <a:cxn ang="0">
                    <a:pos x="31" y="21"/>
                  </a:cxn>
                  <a:cxn ang="0">
                    <a:pos x="29" y="18"/>
                  </a:cxn>
                  <a:cxn ang="0">
                    <a:pos x="37" y="13"/>
                  </a:cxn>
                  <a:cxn ang="0">
                    <a:pos x="28" y="0"/>
                  </a:cxn>
                  <a:cxn ang="0">
                    <a:pos x="21" y="4"/>
                  </a:cxn>
                  <a:cxn ang="0">
                    <a:pos x="19" y="1"/>
                  </a:cxn>
                  <a:cxn ang="0">
                    <a:pos x="12" y="5"/>
                  </a:cxn>
                  <a:cxn ang="0">
                    <a:pos x="14" y="8"/>
                  </a:cxn>
                  <a:cxn ang="0">
                    <a:pos x="5" y="13"/>
                  </a:cxn>
                  <a:cxn ang="0">
                    <a:pos x="0" y="21"/>
                  </a:cxn>
                  <a:cxn ang="0">
                    <a:pos x="1" y="23"/>
                  </a:cxn>
                  <a:cxn ang="0">
                    <a:pos x="4" y="26"/>
                  </a:cxn>
                  <a:cxn ang="0">
                    <a:pos x="5" y="29"/>
                  </a:cxn>
                  <a:cxn ang="0">
                    <a:pos x="14" y="27"/>
                  </a:cxn>
                  <a:cxn ang="0">
                    <a:pos x="22" y="23"/>
                  </a:cxn>
                  <a:cxn ang="0">
                    <a:pos x="24" y="26"/>
                  </a:cxn>
                  <a:cxn ang="0">
                    <a:pos x="31" y="21"/>
                  </a:cxn>
                </a:cxnLst>
                <a:rect l="0" t="0" r="0" b="0"/>
                <a:pathLst>
                  <a:path w="38" h="30">
                    <a:moveTo>
                      <a:pt x="31" y="21"/>
                    </a:moveTo>
                    <a:lnTo>
                      <a:pt x="29" y="18"/>
                    </a:lnTo>
                    <a:lnTo>
                      <a:pt x="37" y="13"/>
                    </a:lnTo>
                    <a:lnTo>
                      <a:pt x="28" y="0"/>
                    </a:lnTo>
                    <a:lnTo>
                      <a:pt x="21" y="4"/>
                    </a:lnTo>
                    <a:lnTo>
                      <a:pt x="19" y="1"/>
                    </a:lnTo>
                    <a:lnTo>
                      <a:pt x="12" y="5"/>
                    </a:lnTo>
                    <a:lnTo>
                      <a:pt x="14" y="8"/>
                    </a:lnTo>
                    <a:lnTo>
                      <a:pt x="5" y="13"/>
                    </a:lnTo>
                    <a:lnTo>
                      <a:pt x="0" y="21"/>
                    </a:lnTo>
                    <a:lnTo>
                      <a:pt x="1" y="23"/>
                    </a:lnTo>
                    <a:lnTo>
                      <a:pt x="4" y="26"/>
                    </a:lnTo>
                    <a:lnTo>
                      <a:pt x="5" y="29"/>
                    </a:lnTo>
                    <a:lnTo>
                      <a:pt x="14" y="27"/>
                    </a:lnTo>
                    <a:lnTo>
                      <a:pt x="22" y="23"/>
                    </a:lnTo>
                    <a:lnTo>
                      <a:pt x="24" y="26"/>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84" name="Freeform 333"/>
              <p:cNvSpPr/>
              <p:nvPr/>
            </p:nvSpPr>
            <p:spPr>
              <a:xfrm>
                <a:off x="2288" y="1192"/>
                <a:ext cx="39" cy="23"/>
              </a:xfrm>
              <a:custGeom>
                <a:avLst/>
                <a:gdLst/>
                <a:ahLst/>
                <a:cxnLst>
                  <a:cxn ang="0">
                    <a:pos x="0" y="9"/>
                  </a:cxn>
                  <a:cxn ang="0">
                    <a:pos x="33" y="0"/>
                  </a:cxn>
                  <a:cxn ang="0">
                    <a:pos x="38" y="12"/>
                  </a:cxn>
                  <a:cxn ang="0">
                    <a:pos x="2" y="22"/>
                  </a:cxn>
                  <a:cxn ang="0">
                    <a:pos x="0" y="9"/>
                  </a:cxn>
                </a:cxnLst>
                <a:rect l="0" t="0" r="0" b="0"/>
                <a:pathLst>
                  <a:path w="39" h="23">
                    <a:moveTo>
                      <a:pt x="0" y="9"/>
                    </a:moveTo>
                    <a:lnTo>
                      <a:pt x="33" y="0"/>
                    </a:lnTo>
                    <a:lnTo>
                      <a:pt x="38" y="12"/>
                    </a:lnTo>
                    <a:lnTo>
                      <a:pt x="2"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85" name="Freeform 334"/>
              <p:cNvSpPr/>
              <p:nvPr/>
            </p:nvSpPr>
            <p:spPr>
              <a:xfrm>
                <a:off x="2306" y="1182"/>
                <a:ext cx="35" cy="27"/>
              </a:xfrm>
              <a:custGeom>
                <a:avLst/>
                <a:gdLst/>
                <a:ahLst/>
                <a:cxnLst>
                  <a:cxn ang="0">
                    <a:pos x="1" y="20"/>
                  </a:cxn>
                  <a:cxn ang="0">
                    <a:pos x="4" y="23"/>
                  </a:cxn>
                  <a:cxn ang="0">
                    <a:pos x="5" y="26"/>
                  </a:cxn>
                  <a:cxn ang="0">
                    <a:pos x="18" y="26"/>
                  </a:cxn>
                  <a:cxn ang="0">
                    <a:pos x="24" y="21"/>
                  </a:cxn>
                  <a:cxn ang="0">
                    <a:pos x="22" y="19"/>
                  </a:cxn>
                  <a:cxn ang="0">
                    <a:pos x="26" y="16"/>
                  </a:cxn>
                  <a:cxn ang="0">
                    <a:pos x="31" y="10"/>
                  </a:cxn>
                  <a:cxn ang="0">
                    <a:pos x="28" y="8"/>
                  </a:cxn>
                  <a:cxn ang="0">
                    <a:pos x="34" y="5"/>
                  </a:cxn>
                  <a:cxn ang="0">
                    <a:pos x="31" y="0"/>
                  </a:cxn>
                  <a:cxn ang="0">
                    <a:pos x="25" y="2"/>
                  </a:cxn>
                  <a:cxn ang="0">
                    <a:pos x="24" y="0"/>
                  </a:cxn>
                  <a:cxn ang="0">
                    <a:pos x="17" y="1"/>
                  </a:cxn>
                  <a:cxn ang="0">
                    <a:pos x="12" y="4"/>
                  </a:cxn>
                  <a:cxn ang="0">
                    <a:pos x="7" y="6"/>
                  </a:cxn>
                  <a:cxn ang="0">
                    <a:pos x="0" y="17"/>
                  </a:cxn>
                  <a:cxn ang="0">
                    <a:pos x="1" y="20"/>
                  </a:cxn>
                </a:cxnLst>
                <a:rect l="0" t="0" r="0" b="0"/>
                <a:pathLst>
                  <a:path w="35" h="27">
                    <a:moveTo>
                      <a:pt x="1" y="20"/>
                    </a:moveTo>
                    <a:lnTo>
                      <a:pt x="4" y="23"/>
                    </a:lnTo>
                    <a:lnTo>
                      <a:pt x="5" y="26"/>
                    </a:lnTo>
                    <a:lnTo>
                      <a:pt x="18" y="26"/>
                    </a:lnTo>
                    <a:lnTo>
                      <a:pt x="24" y="21"/>
                    </a:lnTo>
                    <a:lnTo>
                      <a:pt x="22" y="19"/>
                    </a:lnTo>
                    <a:lnTo>
                      <a:pt x="26" y="16"/>
                    </a:lnTo>
                    <a:lnTo>
                      <a:pt x="31" y="10"/>
                    </a:lnTo>
                    <a:lnTo>
                      <a:pt x="28" y="8"/>
                    </a:lnTo>
                    <a:lnTo>
                      <a:pt x="34" y="5"/>
                    </a:lnTo>
                    <a:lnTo>
                      <a:pt x="31" y="0"/>
                    </a:lnTo>
                    <a:lnTo>
                      <a:pt x="25" y="2"/>
                    </a:lnTo>
                    <a:lnTo>
                      <a:pt x="24" y="0"/>
                    </a:lnTo>
                    <a:lnTo>
                      <a:pt x="17" y="1"/>
                    </a:lnTo>
                    <a:lnTo>
                      <a:pt x="12" y="4"/>
                    </a:lnTo>
                    <a:lnTo>
                      <a:pt x="7" y="6"/>
                    </a:lnTo>
                    <a:lnTo>
                      <a:pt x="0" y="17"/>
                    </a:lnTo>
                    <a:lnTo>
                      <a:pt x="1"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86" name="Line 335"/>
              <p:cNvSpPr/>
              <p:nvPr/>
            </p:nvSpPr>
            <p:spPr>
              <a:xfrm flipV="1">
                <a:off x="2319" y="1165"/>
                <a:ext cx="9" cy="14"/>
              </a:xfrm>
              <a:prstGeom prst="line">
                <a:avLst/>
              </a:prstGeom>
              <a:ln w="12700" cap="flat" cmpd="sng">
                <a:solidFill>
                  <a:schemeClr val="tx1"/>
                </a:solidFill>
                <a:prstDash val="solid"/>
                <a:headEnd type="none" w="med" len="med"/>
                <a:tailEnd type="none" w="med" len="med"/>
              </a:ln>
            </p:spPr>
          </p:sp>
          <p:sp>
            <p:nvSpPr>
              <p:cNvPr id="49487" name="Line 336"/>
              <p:cNvSpPr/>
              <p:nvPr/>
            </p:nvSpPr>
            <p:spPr>
              <a:xfrm flipV="1">
                <a:off x="2320" y="1165"/>
                <a:ext cx="7" cy="12"/>
              </a:xfrm>
              <a:prstGeom prst="line">
                <a:avLst/>
              </a:prstGeom>
              <a:ln w="12700" cap="flat" cmpd="sng">
                <a:solidFill>
                  <a:schemeClr val="tx1"/>
                </a:solidFill>
                <a:prstDash val="solid"/>
                <a:headEnd type="none" w="med" len="med"/>
                <a:tailEnd type="none" w="med" len="med"/>
              </a:ln>
            </p:spPr>
          </p:sp>
          <p:sp>
            <p:nvSpPr>
              <p:cNvPr id="49488" name="Freeform 337"/>
              <p:cNvSpPr/>
              <p:nvPr/>
            </p:nvSpPr>
            <p:spPr>
              <a:xfrm>
                <a:off x="2318" y="1160"/>
                <a:ext cx="38" cy="31"/>
              </a:xfrm>
              <a:custGeom>
                <a:avLst/>
                <a:gdLst/>
                <a:ahLst/>
                <a:cxnLst>
                  <a:cxn ang="0">
                    <a:pos x="28" y="24"/>
                  </a:cxn>
                  <a:cxn ang="0">
                    <a:pos x="37" y="20"/>
                  </a:cxn>
                  <a:cxn ang="0">
                    <a:pos x="35" y="17"/>
                  </a:cxn>
                  <a:cxn ang="0">
                    <a:pos x="27" y="2"/>
                  </a:cxn>
                  <a:cxn ang="0">
                    <a:pos x="25" y="0"/>
                  </a:cxn>
                  <a:cxn ang="0">
                    <a:pos x="17" y="4"/>
                  </a:cxn>
                  <a:cxn ang="0">
                    <a:pos x="11" y="11"/>
                  </a:cxn>
                  <a:cxn ang="0">
                    <a:pos x="5" y="18"/>
                  </a:cxn>
                  <a:cxn ang="0">
                    <a:pos x="0" y="27"/>
                  </a:cxn>
                  <a:cxn ang="0">
                    <a:pos x="1" y="30"/>
                  </a:cxn>
                  <a:cxn ang="0">
                    <a:pos x="9" y="27"/>
                  </a:cxn>
                  <a:cxn ang="0">
                    <a:pos x="19" y="25"/>
                  </a:cxn>
                  <a:cxn ang="0">
                    <a:pos x="28" y="24"/>
                  </a:cxn>
                </a:cxnLst>
                <a:rect l="0" t="0" r="0" b="0"/>
                <a:pathLst>
                  <a:path w="38" h="31">
                    <a:moveTo>
                      <a:pt x="28" y="24"/>
                    </a:moveTo>
                    <a:lnTo>
                      <a:pt x="37" y="20"/>
                    </a:lnTo>
                    <a:lnTo>
                      <a:pt x="35" y="17"/>
                    </a:lnTo>
                    <a:lnTo>
                      <a:pt x="27" y="2"/>
                    </a:lnTo>
                    <a:lnTo>
                      <a:pt x="25" y="0"/>
                    </a:lnTo>
                    <a:lnTo>
                      <a:pt x="17" y="4"/>
                    </a:lnTo>
                    <a:lnTo>
                      <a:pt x="11" y="11"/>
                    </a:lnTo>
                    <a:lnTo>
                      <a:pt x="5" y="18"/>
                    </a:lnTo>
                    <a:lnTo>
                      <a:pt x="0" y="27"/>
                    </a:lnTo>
                    <a:lnTo>
                      <a:pt x="1" y="30"/>
                    </a:lnTo>
                    <a:lnTo>
                      <a:pt x="9" y="27"/>
                    </a:lnTo>
                    <a:lnTo>
                      <a:pt x="19" y="25"/>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89" name="Freeform 338"/>
              <p:cNvSpPr/>
              <p:nvPr/>
            </p:nvSpPr>
            <p:spPr>
              <a:xfrm>
                <a:off x="2316" y="1168"/>
                <a:ext cx="39" cy="23"/>
              </a:xfrm>
              <a:custGeom>
                <a:avLst/>
                <a:gdLst/>
                <a:ahLst/>
                <a:cxnLst>
                  <a:cxn ang="0">
                    <a:pos x="0" y="8"/>
                  </a:cxn>
                  <a:cxn ang="0">
                    <a:pos x="33" y="0"/>
                  </a:cxn>
                  <a:cxn ang="0">
                    <a:pos x="38" y="11"/>
                  </a:cxn>
                  <a:cxn ang="0">
                    <a:pos x="4" y="22"/>
                  </a:cxn>
                  <a:cxn ang="0">
                    <a:pos x="0" y="8"/>
                  </a:cxn>
                </a:cxnLst>
                <a:rect l="0" t="0" r="0" b="0"/>
                <a:pathLst>
                  <a:path w="39" h="23">
                    <a:moveTo>
                      <a:pt x="0" y="8"/>
                    </a:moveTo>
                    <a:lnTo>
                      <a:pt x="33" y="0"/>
                    </a:lnTo>
                    <a:lnTo>
                      <a:pt x="38"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90" name="Freeform 339"/>
              <p:cNvSpPr/>
              <p:nvPr/>
            </p:nvSpPr>
            <p:spPr>
              <a:xfrm>
                <a:off x="2333" y="1156"/>
                <a:ext cx="34" cy="25"/>
              </a:xfrm>
              <a:custGeom>
                <a:avLst/>
                <a:gdLst/>
                <a:ahLst/>
                <a:cxnLst>
                  <a:cxn ang="0">
                    <a:pos x="1" y="21"/>
                  </a:cxn>
                  <a:cxn ang="0">
                    <a:pos x="7" y="21"/>
                  </a:cxn>
                  <a:cxn ang="0">
                    <a:pos x="9" y="24"/>
                  </a:cxn>
                  <a:cxn ang="0">
                    <a:pos x="16" y="24"/>
                  </a:cxn>
                  <a:cxn ang="0">
                    <a:pos x="22" y="24"/>
                  </a:cxn>
                  <a:cxn ang="0">
                    <a:pos x="27" y="21"/>
                  </a:cxn>
                  <a:cxn ang="0">
                    <a:pos x="24" y="18"/>
                  </a:cxn>
                  <a:cxn ang="0">
                    <a:pos x="28" y="16"/>
                  </a:cxn>
                  <a:cxn ang="0">
                    <a:pos x="31" y="11"/>
                  </a:cxn>
                  <a:cxn ang="0">
                    <a:pos x="30" y="8"/>
                  </a:cxn>
                  <a:cxn ang="0">
                    <a:pos x="33" y="2"/>
                  </a:cxn>
                  <a:cxn ang="0">
                    <a:pos x="31" y="0"/>
                  </a:cxn>
                  <a:cxn ang="0">
                    <a:pos x="27" y="2"/>
                  </a:cxn>
                  <a:cxn ang="0">
                    <a:pos x="24" y="0"/>
                  </a:cxn>
                  <a:cxn ang="0">
                    <a:pos x="18" y="0"/>
                  </a:cxn>
                  <a:cxn ang="0">
                    <a:pos x="13" y="2"/>
                  </a:cxn>
                  <a:cxn ang="0">
                    <a:pos x="9" y="5"/>
                  </a:cxn>
                  <a:cxn ang="0">
                    <a:pos x="6" y="7"/>
                  </a:cxn>
                  <a:cxn ang="0">
                    <a:pos x="3" y="12"/>
                  </a:cxn>
                  <a:cxn ang="0">
                    <a:pos x="4" y="15"/>
                  </a:cxn>
                  <a:cxn ang="0">
                    <a:pos x="0" y="18"/>
                  </a:cxn>
                  <a:cxn ang="0">
                    <a:pos x="1" y="21"/>
                  </a:cxn>
                </a:cxnLst>
                <a:rect l="0" t="0" r="0" b="0"/>
                <a:pathLst>
                  <a:path w="34" h="25">
                    <a:moveTo>
                      <a:pt x="1" y="21"/>
                    </a:moveTo>
                    <a:lnTo>
                      <a:pt x="7" y="21"/>
                    </a:lnTo>
                    <a:lnTo>
                      <a:pt x="9" y="24"/>
                    </a:lnTo>
                    <a:lnTo>
                      <a:pt x="16" y="24"/>
                    </a:lnTo>
                    <a:lnTo>
                      <a:pt x="22" y="24"/>
                    </a:lnTo>
                    <a:lnTo>
                      <a:pt x="27" y="21"/>
                    </a:lnTo>
                    <a:lnTo>
                      <a:pt x="24" y="18"/>
                    </a:lnTo>
                    <a:lnTo>
                      <a:pt x="28" y="16"/>
                    </a:lnTo>
                    <a:lnTo>
                      <a:pt x="31" y="11"/>
                    </a:lnTo>
                    <a:lnTo>
                      <a:pt x="30" y="8"/>
                    </a:lnTo>
                    <a:lnTo>
                      <a:pt x="33" y="2"/>
                    </a:lnTo>
                    <a:lnTo>
                      <a:pt x="31" y="0"/>
                    </a:lnTo>
                    <a:lnTo>
                      <a:pt x="27" y="2"/>
                    </a:lnTo>
                    <a:lnTo>
                      <a:pt x="24" y="0"/>
                    </a:lnTo>
                    <a:lnTo>
                      <a:pt x="18" y="0"/>
                    </a:lnTo>
                    <a:lnTo>
                      <a:pt x="13" y="2"/>
                    </a:lnTo>
                    <a:lnTo>
                      <a:pt x="9" y="5"/>
                    </a:lnTo>
                    <a:lnTo>
                      <a:pt x="6" y="7"/>
                    </a:lnTo>
                    <a:lnTo>
                      <a:pt x="3" y="12"/>
                    </a:lnTo>
                    <a:lnTo>
                      <a:pt x="4" y="15"/>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91" name="Line 340"/>
              <p:cNvSpPr/>
              <p:nvPr/>
            </p:nvSpPr>
            <p:spPr>
              <a:xfrm flipV="1">
                <a:off x="2350" y="1156"/>
                <a:ext cx="7" cy="14"/>
              </a:xfrm>
              <a:prstGeom prst="line">
                <a:avLst/>
              </a:prstGeom>
              <a:ln w="12700" cap="flat" cmpd="sng">
                <a:solidFill>
                  <a:schemeClr val="tx1"/>
                </a:solidFill>
                <a:prstDash val="solid"/>
                <a:headEnd type="none" w="med" len="med"/>
                <a:tailEnd type="none" w="med" len="med"/>
              </a:ln>
            </p:spPr>
          </p:sp>
          <p:sp>
            <p:nvSpPr>
              <p:cNvPr id="49492" name="Line 341"/>
              <p:cNvSpPr/>
              <p:nvPr/>
            </p:nvSpPr>
            <p:spPr>
              <a:xfrm flipV="1">
                <a:off x="2350" y="1151"/>
                <a:ext cx="11" cy="14"/>
              </a:xfrm>
              <a:prstGeom prst="line">
                <a:avLst/>
              </a:prstGeom>
              <a:ln w="12700" cap="flat" cmpd="sng">
                <a:solidFill>
                  <a:schemeClr val="tx1"/>
                </a:solidFill>
                <a:prstDash val="solid"/>
                <a:headEnd type="none" w="med" len="med"/>
                <a:tailEnd type="none" w="med" len="med"/>
              </a:ln>
            </p:spPr>
          </p:sp>
          <p:sp>
            <p:nvSpPr>
              <p:cNvPr id="49493" name="Freeform 342"/>
              <p:cNvSpPr/>
              <p:nvPr/>
            </p:nvSpPr>
            <p:spPr>
              <a:xfrm>
                <a:off x="2349" y="1146"/>
                <a:ext cx="36" cy="33"/>
              </a:xfrm>
              <a:custGeom>
                <a:avLst/>
                <a:gdLst/>
                <a:ahLst/>
                <a:cxnLst>
                  <a:cxn ang="0">
                    <a:pos x="28" y="24"/>
                  </a:cxn>
                  <a:cxn ang="0">
                    <a:pos x="35" y="20"/>
                  </a:cxn>
                  <a:cxn ang="0">
                    <a:pos x="33" y="16"/>
                  </a:cxn>
                  <a:cxn ang="0">
                    <a:pos x="25" y="2"/>
                  </a:cxn>
                  <a:cxn ang="0">
                    <a:pos x="23" y="0"/>
                  </a:cxn>
                  <a:cxn ang="0">
                    <a:pos x="15" y="4"/>
                  </a:cxn>
                  <a:cxn ang="0">
                    <a:pos x="8" y="8"/>
                  </a:cxn>
                  <a:cxn ang="0">
                    <a:pos x="5" y="20"/>
                  </a:cxn>
                  <a:cxn ang="0">
                    <a:pos x="0" y="29"/>
                  </a:cxn>
                  <a:cxn ang="0">
                    <a:pos x="1" y="32"/>
                  </a:cxn>
                  <a:cxn ang="0">
                    <a:pos x="8" y="27"/>
                  </a:cxn>
                  <a:cxn ang="0">
                    <a:pos x="11" y="30"/>
                  </a:cxn>
                  <a:cxn ang="0">
                    <a:pos x="19" y="29"/>
                  </a:cxn>
                  <a:cxn ang="0">
                    <a:pos x="28" y="24"/>
                  </a:cxn>
                </a:cxnLst>
                <a:rect l="0" t="0" r="0" b="0"/>
                <a:pathLst>
                  <a:path w="36" h="33">
                    <a:moveTo>
                      <a:pt x="28" y="24"/>
                    </a:moveTo>
                    <a:lnTo>
                      <a:pt x="35" y="20"/>
                    </a:lnTo>
                    <a:lnTo>
                      <a:pt x="33" y="16"/>
                    </a:lnTo>
                    <a:lnTo>
                      <a:pt x="25" y="2"/>
                    </a:lnTo>
                    <a:lnTo>
                      <a:pt x="23" y="0"/>
                    </a:lnTo>
                    <a:lnTo>
                      <a:pt x="15" y="4"/>
                    </a:lnTo>
                    <a:lnTo>
                      <a:pt x="8" y="8"/>
                    </a:lnTo>
                    <a:lnTo>
                      <a:pt x="5" y="20"/>
                    </a:lnTo>
                    <a:lnTo>
                      <a:pt x="0" y="29"/>
                    </a:lnTo>
                    <a:lnTo>
                      <a:pt x="1" y="32"/>
                    </a:lnTo>
                    <a:lnTo>
                      <a:pt x="8" y="27"/>
                    </a:lnTo>
                    <a:lnTo>
                      <a:pt x="11" y="30"/>
                    </a:lnTo>
                    <a:lnTo>
                      <a:pt x="19" y="29"/>
                    </a:lnTo>
                    <a:lnTo>
                      <a:pt x="28" y="2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94" name="Freeform 343"/>
              <p:cNvSpPr/>
              <p:nvPr/>
            </p:nvSpPr>
            <p:spPr>
              <a:xfrm>
                <a:off x="2345" y="1154"/>
                <a:ext cx="40" cy="24"/>
              </a:xfrm>
              <a:custGeom>
                <a:avLst/>
                <a:gdLst/>
                <a:ahLst/>
                <a:cxnLst>
                  <a:cxn ang="0">
                    <a:pos x="1" y="10"/>
                  </a:cxn>
                  <a:cxn ang="0">
                    <a:pos x="34" y="0"/>
                  </a:cxn>
                  <a:cxn ang="0">
                    <a:pos x="39" y="12"/>
                  </a:cxn>
                  <a:cxn ang="0">
                    <a:pos x="4" y="23"/>
                  </a:cxn>
                  <a:cxn ang="0">
                    <a:pos x="0" y="8"/>
                  </a:cxn>
                  <a:cxn ang="0">
                    <a:pos x="1" y="10"/>
                  </a:cxn>
                </a:cxnLst>
                <a:rect l="0" t="0" r="0" b="0"/>
                <a:pathLst>
                  <a:path w="40" h="24">
                    <a:moveTo>
                      <a:pt x="1" y="10"/>
                    </a:moveTo>
                    <a:lnTo>
                      <a:pt x="34" y="0"/>
                    </a:lnTo>
                    <a:lnTo>
                      <a:pt x="39" y="12"/>
                    </a:lnTo>
                    <a:lnTo>
                      <a:pt x="4" y="23"/>
                    </a:lnTo>
                    <a:lnTo>
                      <a:pt x="0" y="8"/>
                    </a:lnTo>
                    <a:lnTo>
                      <a:pt x="1"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95" name="Freeform 344"/>
              <p:cNvSpPr/>
              <p:nvPr/>
            </p:nvSpPr>
            <p:spPr>
              <a:xfrm>
                <a:off x="2368" y="1148"/>
                <a:ext cx="33" cy="25"/>
              </a:xfrm>
              <a:custGeom>
                <a:avLst/>
                <a:gdLst/>
                <a:ahLst/>
                <a:cxnLst>
                  <a:cxn ang="0">
                    <a:pos x="1" y="21"/>
                  </a:cxn>
                  <a:cxn ang="0">
                    <a:pos x="8" y="21"/>
                  </a:cxn>
                  <a:cxn ang="0">
                    <a:pos x="9" y="24"/>
                  </a:cxn>
                  <a:cxn ang="0">
                    <a:pos x="15" y="24"/>
                  </a:cxn>
                  <a:cxn ang="0">
                    <a:pos x="19" y="21"/>
                  </a:cxn>
                  <a:cxn ang="0">
                    <a:pos x="23" y="18"/>
                  </a:cxn>
                  <a:cxn ang="0">
                    <a:pos x="27" y="15"/>
                  </a:cxn>
                  <a:cxn ang="0">
                    <a:pos x="30" y="11"/>
                  </a:cxn>
                  <a:cxn ang="0">
                    <a:pos x="29" y="8"/>
                  </a:cxn>
                  <a:cxn ang="0">
                    <a:pos x="32" y="2"/>
                  </a:cxn>
                  <a:cxn ang="0">
                    <a:pos x="30" y="0"/>
                  </a:cxn>
                  <a:cxn ang="0">
                    <a:pos x="23" y="0"/>
                  </a:cxn>
                  <a:cxn ang="0">
                    <a:pos x="18" y="0"/>
                  </a:cxn>
                  <a:cxn ang="0">
                    <a:pos x="13" y="2"/>
                  </a:cxn>
                  <a:cxn ang="0">
                    <a:pos x="12" y="0"/>
                  </a:cxn>
                  <a:cxn ang="0">
                    <a:pos x="8" y="1"/>
                  </a:cxn>
                  <a:cxn ang="0">
                    <a:pos x="5" y="7"/>
                  </a:cxn>
                  <a:cxn ang="0">
                    <a:pos x="2" y="12"/>
                  </a:cxn>
                  <a:cxn ang="0">
                    <a:pos x="0" y="18"/>
                  </a:cxn>
                  <a:cxn ang="0">
                    <a:pos x="1" y="21"/>
                  </a:cxn>
                </a:cxnLst>
                <a:rect l="0" t="0" r="0" b="0"/>
                <a:pathLst>
                  <a:path w="33" h="25">
                    <a:moveTo>
                      <a:pt x="1" y="21"/>
                    </a:moveTo>
                    <a:lnTo>
                      <a:pt x="8" y="21"/>
                    </a:lnTo>
                    <a:lnTo>
                      <a:pt x="9" y="24"/>
                    </a:lnTo>
                    <a:lnTo>
                      <a:pt x="15" y="24"/>
                    </a:lnTo>
                    <a:lnTo>
                      <a:pt x="19" y="21"/>
                    </a:lnTo>
                    <a:lnTo>
                      <a:pt x="23" y="18"/>
                    </a:lnTo>
                    <a:lnTo>
                      <a:pt x="27" y="15"/>
                    </a:lnTo>
                    <a:lnTo>
                      <a:pt x="30" y="11"/>
                    </a:lnTo>
                    <a:lnTo>
                      <a:pt x="29" y="8"/>
                    </a:lnTo>
                    <a:lnTo>
                      <a:pt x="32" y="2"/>
                    </a:lnTo>
                    <a:lnTo>
                      <a:pt x="30" y="0"/>
                    </a:lnTo>
                    <a:lnTo>
                      <a:pt x="23" y="0"/>
                    </a:lnTo>
                    <a:lnTo>
                      <a:pt x="18" y="0"/>
                    </a:lnTo>
                    <a:lnTo>
                      <a:pt x="13" y="2"/>
                    </a:lnTo>
                    <a:lnTo>
                      <a:pt x="12" y="0"/>
                    </a:lnTo>
                    <a:lnTo>
                      <a:pt x="8" y="1"/>
                    </a:lnTo>
                    <a:lnTo>
                      <a:pt x="5" y="7"/>
                    </a:lnTo>
                    <a:lnTo>
                      <a:pt x="2" y="12"/>
                    </a:lnTo>
                    <a:lnTo>
                      <a:pt x="0" y="18"/>
                    </a:lnTo>
                    <a:lnTo>
                      <a:pt x="1" y="2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496" name="Line 345"/>
              <p:cNvSpPr/>
              <p:nvPr/>
            </p:nvSpPr>
            <p:spPr>
              <a:xfrm flipV="1">
                <a:off x="2374" y="1161"/>
                <a:ext cx="6" cy="15"/>
              </a:xfrm>
              <a:prstGeom prst="line">
                <a:avLst/>
              </a:prstGeom>
              <a:ln w="12700" cap="flat" cmpd="sng">
                <a:solidFill>
                  <a:schemeClr val="tx1"/>
                </a:solidFill>
                <a:prstDash val="solid"/>
                <a:headEnd type="none" w="med" len="med"/>
                <a:tailEnd type="none" w="med" len="med"/>
              </a:ln>
            </p:spPr>
          </p:sp>
          <p:sp>
            <p:nvSpPr>
              <p:cNvPr id="49497" name="Line 346"/>
              <p:cNvSpPr/>
              <p:nvPr/>
            </p:nvSpPr>
            <p:spPr>
              <a:xfrm flipV="1">
                <a:off x="2373" y="1157"/>
                <a:ext cx="6" cy="13"/>
              </a:xfrm>
              <a:prstGeom prst="line">
                <a:avLst/>
              </a:prstGeom>
              <a:ln w="12700" cap="flat" cmpd="sng">
                <a:solidFill>
                  <a:schemeClr val="tx1"/>
                </a:solidFill>
                <a:prstDash val="solid"/>
                <a:headEnd type="none" w="med" len="med"/>
                <a:tailEnd type="none" w="med" len="med"/>
              </a:ln>
            </p:spPr>
          </p:sp>
          <p:sp>
            <p:nvSpPr>
              <p:cNvPr id="49498" name="Freeform 347"/>
              <p:cNvSpPr/>
              <p:nvPr/>
            </p:nvSpPr>
            <p:spPr>
              <a:xfrm>
                <a:off x="2370" y="1155"/>
                <a:ext cx="36" cy="29"/>
              </a:xfrm>
              <a:custGeom>
                <a:avLst/>
                <a:gdLst/>
                <a:ahLst/>
                <a:cxnLst>
                  <a:cxn ang="0">
                    <a:pos x="30" y="19"/>
                  </a:cxn>
                  <a:cxn ang="0">
                    <a:pos x="35" y="14"/>
                  </a:cxn>
                  <a:cxn ang="0">
                    <a:pos x="28" y="0"/>
                  </a:cxn>
                  <a:cxn ang="0">
                    <a:pos x="19" y="1"/>
                  </a:cxn>
                  <a:cxn ang="0">
                    <a:pos x="14" y="4"/>
                  </a:cxn>
                  <a:cxn ang="0">
                    <a:pos x="8" y="8"/>
                  </a:cxn>
                  <a:cxn ang="0">
                    <a:pos x="4" y="14"/>
                  </a:cxn>
                  <a:cxn ang="0">
                    <a:pos x="7" y="18"/>
                  </a:cxn>
                  <a:cxn ang="0">
                    <a:pos x="0" y="21"/>
                  </a:cxn>
                  <a:cxn ang="0">
                    <a:pos x="4" y="28"/>
                  </a:cxn>
                  <a:cxn ang="0">
                    <a:pos x="9" y="23"/>
                  </a:cxn>
                  <a:cxn ang="0">
                    <a:pos x="12" y="26"/>
                  </a:cxn>
                  <a:cxn ang="0">
                    <a:pos x="19" y="26"/>
                  </a:cxn>
                  <a:cxn ang="0">
                    <a:pos x="25" y="23"/>
                  </a:cxn>
                  <a:cxn ang="0">
                    <a:pos x="30" y="19"/>
                  </a:cxn>
                </a:cxnLst>
                <a:rect l="0" t="0" r="0" b="0"/>
                <a:pathLst>
                  <a:path w="36" h="29">
                    <a:moveTo>
                      <a:pt x="30" y="19"/>
                    </a:moveTo>
                    <a:lnTo>
                      <a:pt x="35" y="14"/>
                    </a:lnTo>
                    <a:lnTo>
                      <a:pt x="28" y="0"/>
                    </a:lnTo>
                    <a:lnTo>
                      <a:pt x="19" y="1"/>
                    </a:lnTo>
                    <a:lnTo>
                      <a:pt x="14" y="4"/>
                    </a:lnTo>
                    <a:lnTo>
                      <a:pt x="8" y="8"/>
                    </a:lnTo>
                    <a:lnTo>
                      <a:pt x="4" y="14"/>
                    </a:lnTo>
                    <a:lnTo>
                      <a:pt x="7" y="18"/>
                    </a:lnTo>
                    <a:lnTo>
                      <a:pt x="0" y="21"/>
                    </a:lnTo>
                    <a:lnTo>
                      <a:pt x="4" y="28"/>
                    </a:lnTo>
                    <a:lnTo>
                      <a:pt x="9" y="23"/>
                    </a:lnTo>
                    <a:lnTo>
                      <a:pt x="12" y="26"/>
                    </a:lnTo>
                    <a:lnTo>
                      <a:pt x="19" y="26"/>
                    </a:lnTo>
                    <a:lnTo>
                      <a:pt x="25" y="23"/>
                    </a:lnTo>
                    <a:lnTo>
                      <a:pt x="30"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499" name="Freeform 348"/>
              <p:cNvSpPr/>
              <p:nvPr/>
            </p:nvSpPr>
            <p:spPr>
              <a:xfrm>
                <a:off x="2368" y="1162"/>
                <a:ext cx="36" cy="23"/>
              </a:xfrm>
              <a:custGeom>
                <a:avLst/>
                <a:gdLst/>
                <a:ahLst/>
                <a:cxnLst>
                  <a:cxn ang="0">
                    <a:pos x="0" y="9"/>
                  </a:cxn>
                  <a:cxn ang="0">
                    <a:pos x="30" y="0"/>
                  </a:cxn>
                  <a:cxn ang="0">
                    <a:pos x="35" y="12"/>
                  </a:cxn>
                  <a:cxn ang="0">
                    <a:pos x="2" y="22"/>
                  </a:cxn>
                  <a:cxn ang="0">
                    <a:pos x="0" y="7"/>
                  </a:cxn>
                  <a:cxn ang="0">
                    <a:pos x="0" y="9"/>
                  </a:cxn>
                </a:cxnLst>
                <a:rect l="0" t="0" r="0" b="0"/>
                <a:pathLst>
                  <a:path w="36" h="23">
                    <a:moveTo>
                      <a:pt x="0" y="9"/>
                    </a:moveTo>
                    <a:lnTo>
                      <a:pt x="30" y="0"/>
                    </a:lnTo>
                    <a:lnTo>
                      <a:pt x="35" y="12"/>
                    </a:lnTo>
                    <a:lnTo>
                      <a:pt x="2" y="22"/>
                    </a:lnTo>
                    <a:lnTo>
                      <a:pt x="0" y="7"/>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00" name="Freeform 349"/>
              <p:cNvSpPr/>
              <p:nvPr/>
            </p:nvSpPr>
            <p:spPr>
              <a:xfrm>
                <a:off x="2390" y="1155"/>
                <a:ext cx="28" cy="25"/>
              </a:xfrm>
              <a:custGeom>
                <a:avLst/>
                <a:gdLst/>
                <a:ahLst/>
                <a:cxnLst>
                  <a:cxn ang="0">
                    <a:pos x="0" y="18"/>
                  </a:cxn>
                  <a:cxn ang="0">
                    <a:pos x="1" y="21"/>
                  </a:cxn>
                  <a:cxn ang="0">
                    <a:pos x="6" y="21"/>
                  </a:cxn>
                  <a:cxn ang="0">
                    <a:pos x="8" y="24"/>
                  </a:cxn>
                  <a:cxn ang="0">
                    <a:pos x="13" y="24"/>
                  </a:cxn>
                  <a:cxn ang="0">
                    <a:pos x="17" y="22"/>
                  </a:cxn>
                  <a:cxn ang="0">
                    <a:pos x="21" y="19"/>
                  </a:cxn>
                  <a:cxn ang="0">
                    <a:pos x="24" y="16"/>
                  </a:cxn>
                  <a:cxn ang="0">
                    <a:pos x="27" y="12"/>
                  </a:cxn>
                  <a:cxn ang="0">
                    <a:pos x="25" y="9"/>
                  </a:cxn>
                  <a:cxn ang="0">
                    <a:pos x="27" y="4"/>
                  </a:cxn>
                  <a:cxn ang="0">
                    <a:pos x="25" y="1"/>
                  </a:cxn>
                  <a:cxn ang="0">
                    <a:pos x="20" y="1"/>
                  </a:cxn>
                  <a:cxn ang="0">
                    <a:pos x="14" y="1"/>
                  </a:cxn>
                  <a:cxn ang="0">
                    <a:pos x="9" y="0"/>
                  </a:cxn>
                  <a:cxn ang="0">
                    <a:pos x="6" y="2"/>
                  </a:cxn>
                  <a:cxn ang="0">
                    <a:pos x="8" y="5"/>
                  </a:cxn>
                  <a:cxn ang="0">
                    <a:pos x="4" y="8"/>
                  </a:cxn>
                  <a:cxn ang="0">
                    <a:pos x="1" y="12"/>
                  </a:cxn>
                  <a:cxn ang="0">
                    <a:pos x="0" y="18"/>
                  </a:cxn>
                </a:cxnLst>
                <a:rect l="0" t="0" r="0" b="0"/>
                <a:pathLst>
                  <a:path w="28" h="25">
                    <a:moveTo>
                      <a:pt x="0" y="18"/>
                    </a:moveTo>
                    <a:lnTo>
                      <a:pt x="1" y="21"/>
                    </a:lnTo>
                    <a:lnTo>
                      <a:pt x="6" y="21"/>
                    </a:lnTo>
                    <a:lnTo>
                      <a:pt x="8" y="24"/>
                    </a:lnTo>
                    <a:lnTo>
                      <a:pt x="13" y="24"/>
                    </a:lnTo>
                    <a:lnTo>
                      <a:pt x="17" y="22"/>
                    </a:lnTo>
                    <a:lnTo>
                      <a:pt x="21" y="19"/>
                    </a:lnTo>
                    <a:lnTo>
                      <a:pt x="24" y="16"/>
                    </a:lnTo>
                    <a:lnTo>
                      <a:pt x="27" y="12"/>
                    </a:lnTo>
                    <a:lnTo>
                      <a:pt x="25" y="9"/>
                    </a:lnTo>
                    <a:lnTo>
                      <a:pt x="27" y="4"/>
                    </a:lnTo>
                    <a:lnTo>
                      <a:pt x="25" y="1"/>
                    </a:lnTo>
                    <a:lnTo>
                      <a:pt x="20" y="1"/>
                    </a:lnTo>
                    <a:lnTo>
                      <a:pt x="14" y="1"/>
                    </a:lnTo>
                    <a:lnTo>
                      <a:pt x="9" y="0"/>
                    </a:lnTo>
                    <a:lnTo>
                      <a:pt x="6" y="2"/>
                    </a:lnTo>
                    <a:lnTo>
                      <a:pt x="8" y="5"/>
                    </a:lnTo>
                    <a:lnTo>
                      <a:pt x="4" y="8"/>
                    </a:lnTo>
                    <a:lnTo>
                      <a:pt x="1" y="12"/>
                    </a:lnTo>
                    <a:lnTo>
                      <a:pt x="0"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501" name="Line 350"/>
              <p:cNvSpPr/>
              <p:nvPr/>
            </p:nvSpPr>
            <p:spPr>
              <a:xfrm flipV="1">
                <a:off x="2368" y="1181"/>
                <a:ext cx="10" cy="16"/>
              </a:xfrm>
              <a:prstGeom prst="line">
                <a:avLst/>
              </a:prstGeom>
              <a:ln w="12700" cap="flat" cmpd="sng">
                <a:solidFill>
                  <a:schemeClr val="tx1"/>
                </a:solidFill>
                <a:prstDash val="solid"/>
                <a:headEnd type="none" w="med" len="med"/>
                <a:tailEnd type="none" w="med" len="med"/>
              </a:ln>
            </p:spPr>
          </p:sp>
          <p:sp>
            <p:nvSpPr>
              <p:cNvPr id="49502" name="Line 351"/>
              <p:cNvSpPr/>
              <p:nvPr/>
            </p:nvSpPr>
            <p:spPr>
              <a:xfrm flipV="1">
                <a:off x="2369" y="1181"/>
                <a:ext cx="6" cy="11"/>
              </a:xfrm>
              <a:prstGeom prst="line">
                <a:avLst/>
              </a:prstGeom>
              <a:ln w="12700" cap="flat" cmpd="sng">
                <a:solidFill>
                  <a:schemeClr val="tx1"/>
                </a:solidFill>
                <a:prstDash val="solid"/>
                <a:headEnd type="none" w="med" len="med"/>
                <a:tailEnd type="none" w="med" len="med"/>
              </a:ln>
            </p:spPr>
          </p:sp>
          <p:sp>
            <p:nvSpPr>
              <p:cNvPr id="49503" name="Freeform 352"/>
              <p:cNvSpPr/>
              <p:nvPr/>
            </p:nvSpPr>
            <p:spPr>
              <a:xfrm>
                <a:off x="2367" y="1176"/>
                <a:ext cx="36" cy="27"/>
              </a:xfrm>
              <a:custGeom>
                <a:avLst/>
                <a:gdLst/>
                <a:ahLst/>
                <a:cxnLst>
                  <a:cxn ang="0">
                    <a:pos x="25" y="23"/>
                  </a:cxn>
                  <a:cxn ang="0">
                    <a:pos x="30" y="19"/>
                  </a:cxn>
                  <a:cxn ang="0">
                    <a:pos x="29" y="17"/>
                  </a:cxn>
                  <a:cxn ang="0">
                    <a:pos x="35" y="10"/>
                  </a:cxn>
                  <a:cxn ang="0">
                    <a:pos x="28" y="0"/>
                  </a:cxn>
                  <a:cxn ang="0">
                    <a:pos x="20" y="1"/>
                  </a:cxn>
                  <a:cxn ang="0">
                    <a:pos x="14" y="4"/>
                  </a:cxn>
                  <a:cxn ang="0">
                    <a:pos x="8" y="8"/>
                  </a:cxn>
                  <a:cxn ang="0">
                    <a:pos x="4" y="15"/>
                  </a:cxn>
                  <a:cxn ang="0">
                    <a:pos x="5" y="17"/>
                  </a:cxn>
                  <a:cxn ang="0">
                    <a:pos x="0" y="20"/>
                  </a:cxn>
                  <a:cxn ang="0">
                    <a:pos x="1" y="23"/>
                  </a:cxn>
                  <a:cxn ang="0">
                    <a:pos x="9" y="23"/>
                  </a:cxn>
                  <a:cxn ang="0">
                    <a:pos x="10" y="26"/>
                  </a:cxn>
                  <a:cxn ang="0">
                    <a:pos x="17" y="24"/>
                  </a:cxn>
                  <a:cxn ang="0">
                    <a:pos x="25" y="23"/>
                  </a:cxn>
                </a:cxnLst>
                <a:rect l="0" t="0" r="0" b="0"/>
                <a:pathLst>
                  <a:path w="36" h="27">
                    <a:moveTo>
                      <a:pt x="25" y="23"/>
                    </a:moveTo>
                    <a:lnTo>
                      <a:pt x="30" y="19"/>
                    </a:lnTo>
                    <a:lnTo>
                      <a:pt x="29" y="17"/>
                    </a:lnTo>
                    <a:lnTo>
                      <a:pt x="35" y="10"/>
                    </a:lnTo>
                    <a:lnTo>
                      <a:pt x="28" y="0"/>
                    </a:lnTo>
                    <a:lnTo>
                      <a:pt x="20" y="1"/>
                    </a:lnTo>
                    <a:lnTo>
                      <a:pt x="14" y="4"/>
                    </a:lnTo>
                    <a:lnTo>
                      <a:pt x="8" y="8"/>
                    </a:lnTo>
                    <a:lnTo>
                      <a:pt x="4" y="15"/>
                    </a:lnTo>
                    <a:lnTo>
                      <a:pt x="5" y="17"/>
                    </a:lnTo>
                    <a:lnTo>
                      <a:pt x="0" y="20"/>
                    </a:lnTo>
                    <a:lnTo>
                      <a:pt x="1" y="23"/>
                    </a:lnTo>
                    <a:lnTo>
                      <a:pt x="9" y="23"/>
                    </a:lnTo>
                    <a:lnTo>
                      <a:pt x="10" y="26"/>
                    </a:lnTo>
                    <a:lnTo>
                      <a:pt x="17" y="24"/>
                    </a:lnTo>
                    <a:lnTo>
                      <a:pt x="25" y="2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04" name="Freeform 353"/>
              <p:cNvSpPr/>
              <p:nvPr/>
            </p:nvSpPr>
            <p:spPr>
              <a:xfrm>
                <a:off x="2364" y="1182"/>
                <a:ext cx="39" cy="24"/>
              </a:xfrm>
              <a:custGeom>
                <a:avLst/>
                <a:gdLst/>
                <a:ahLst/>
                <a:cxnLst>
                  <a:cxn ang="0">
                    <a:pos x="0" y="9"/>
                  </a:cxn>
                  <a:cxn ang="0">
                    <a:pos x="35" y="0"/>
                  </a:cxn>
                  <a:cxn ang="0">
                    <a:pos x="38" y="15"/>
                  </a:cxn>
                  <a:cxn ang="0">
                    <a:pos x="4" y="23"/>
                  </a:cxn>
                  <a:cxn ang="0">
                    <a:pos x="0" y="9"/>
                  </a:cxn>
                </a:cxnLst>
                <a:rect l="0" t="0" r="0" b="0"/>
                <a:pathLst>
                  <a:path w="39" h="24">
                    <a:moveTo>
                      <a:pt x="0" y="9"/>
                    </a:moveTo>
                    <a:lnTo>
                      <a:pt x="35" y="0"/>
                    </a:lnTo>
                    <a:lnTo>
                      <a:pt x="38" y="15"/>
                    </a:lnTo>
                    <a:lnTo>
                      <a:pt x="4" y="23"/>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05" name="Freeform 354"/>
              <p:cNvSpPr/>
              <p:nvPr/>
            </p:nvSpPr>
            <p:spPr>
              <a:xfrm>
                <a:off x="2384" y="1171"/>
                <a:ext cx="33" cy="26"/>
              </a:xfrm>
              <a:custGeom>
                <a:avLst/>
                <a:gdLst/>
                <a:ahLst/>
                <a:cxnLst>
                  <a:cxn ang="0">
                    <a:pos x="1" y="23"/>
                  </a:cxn>
                  <a:cxn ang="0">
                    <a:pos x="8" y="23"/>
                  </a:cxn>
                  <a:cxn ang="0">
                    <a:pos x="13" y="25"/>
                  </a:cxn>
                  <a:cxn ang="0">
                    <a:pos x="20" y="25"/>
                  </a:cxn>
                  <a:cxn ang="0">
                    <a:pos x="25" y="22"/>
                  </a:cxn>
                  <a:cxn ang="0">
                    <a:pos x="27" y="16"/>
                  </a:cxn>
                  <a:cxn ang="0">
                    <a:pos x="29" y="10"/>
                  </a:cxn>
                  <a:cxn ang="0">
                    <a:pos x="32" y="4"/>
                  </a:cxn>
                  <a:cxn ang="0">
                    <a:pos x="30" y="1"/>
                  </a:cxn>
                  <a:cxn ang="0">
                    <a:pos x="25" y="4"/>
                  </a:cxn>
                  <a:cxn ang="0">
                    <a:pos x="23" y="0"/>
                  </a:cxn>
                  <a:cxn ang="0">
                    <a:pos x="18" y="0"/>
                  </a:cxn>
                  <a:cxn ang="0">
                    <a:pos x="13" y="2"/>
                  </a:cxn>
                  <a:cxn ang="0">
                    <a:pos x="9" y="5"/>
                  </a:cxn>
                  <a:cxn ang="0">
                    <a:pos x="4" y="7"/>
                  </a:cxn>
                  <a:cxn ang="0">
                    <a:pos x="2" y="14"/>
                  </a:cxn>
                  <a:cxn ang="0">
                    <a:pos x="4" y="17"/>
                  </a:cxn>
                  <a:cxn ang="0">
                    <a:pos x="0" y="20"/>
                  </a:cxn>
                  <a:cxn ang="0">
                    <a:pos x="1" y="23"/>
                  </a:cxn>
                </a:cxnLst>
                <a:rect l="0" t="0" r="0" b="0"/>
                <a:pathLst>
                  <a:path w="33" h="26">
                    <a:moveTo>
                      <a:pt x="1" y="23"/>
                    </a:moveTo>
                    <a:lnTo>
                      <a:pt x="8" y="23"/>
                    </a:lnTo>
                    <a:lnTo>
                      <a:pt x="13" y="25"/>
                    </a:lnTo>
                    <a:lnTo>
                      <a:pt x="20" y="25"/>
                    </a:lnTo>
                    <a:lnTo>
                      <a:pt x="25" y="22"/>
                    </a:lnTo>
                    <a:lnTo>
                      <a:pt x="27" y="16"/>
                    </a:lnTo>
                    <a:lnTo>
                      <a:pt x="29" y="10"/>
                    </a:lnTo>
                    <a:lnTo>
                      <a:pt x="32" y="4"/>
                    </a:lnTo>
                    <a:lnTo>
                      <a:pt x="30" y="1"/>
                    </a:lnTo>
                    <a:lnTo>
                      <a:pt x="25" y="4"/>
                    </a:lnTo>
                    <a:lnTo>
                      <a:pt x="23" y="0"/>
                    </a:lnTo>
                    <a:lnTo>
                      <a:pt x="18" y="0"/>
                    </a:lnTo>
                    <a:lnTo>
                      <a:pt x="13" y="2"/>
                    </a:lnTo>
                    <a:lnTo>
                      <a:pt x="9" y="5"/>
                    </a:lnTo>
                    <a:lnTo>
                      <a:pt x="4" y="7"/>
                    </a:lnTo>
                    <a:lnTo>
                      <a:pt x="2" y="14"/>
                    </a:lnTo>
                    <a:lnTo>
                      <a:pt x="4" y="17"/>
                    </a:lnTo>
                    <a:lnTo>
                      <a:pt x="0" y="20"/>
                    </a:lnTo>
                    <a:lnTo>
                      <a:pt x="1" y="2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506" name="Line 355"/>
              <p:cNvSpPr/>
              <p:nvPr/>
            </p:nvSpPr>
            <p:spPr>
              <a:xfrm flipV="1">
                <a:off x="2343" y="1204"/>
                <a:ext cx="9" cy="14"/>
              </a:xfrm>
              <a:prstGeom prst="line">
                <a:avLst/>
              </a:prstGeom>
              <a:ln w="12700" cap="flat" cmpd="sng">
                <a:solidFill>
                  <a:schemeClr val="tx1"/>
                </a:solidFill>
                <a:prstDash val="solid"/>
                <a:headEnd type="none" w="med" len="med"/>
                <a:tailEnd type="none" w="med" len="med"/>
              </a:ln>
            </p:spPr>
          </p:sp>
          <p:sp>
            <p:nvSpPr>
              <p:cNvPr id="49507" name="Line 356"/>
              <p:cNvSpPr/>
              <p:nvPr/>
            </p:nvSpPr>
            <p:spPr>
              <a:xfrm flipV="1">
                <a:off x="2346" y="1200"/>
                <a:ext cx="5" cy="14"/>
              </a:xfrm>
              <a:prstGeom prst="line">
                <a:avLst/>
              </a:prstGeom>
              <a:ln w="12700" cap="flat" cmpd="sng">
                <a:solidFill>
                  <a:schemeClr val="tx1"/>
                </a:solidFill>
                <a:prstDash val="solid"/>
                <a:headEnd type="none" w="med" len="med"/>
                <a:tailEnd type="none" w="med" len="med"/>
              </a:ln>
            </p:spPr>
          </p:sp>
          <p:sp>
            <p:nvSpPr>
              <p:cNvPr id="49508" name="Freeform 357"/>
              <p:cNvSpPr/>
              <p:nvPr/>
            </p:nvSpPr>
            <p:spPr>
              <a:xfrm>
                <a:off x="2341" y="1201"/>
                <a:ext cx="38" cy="30"/>
              </a:xfrm>
              <a:custGeom>
                <a:avLst/>
                <a:gdLst/>
                <a:ahLst/>
                <a:cxnLst>
                  <a:cxn ang="0">
                    <a:pos x="30" y="20"/>
                  </a:cxn>
                  <a:cxn ang="0">
                    <a:pos x="28" y="17"/>
                  </a:cxn>
                  <a:cxn ang="0">
                    <a:pos x="37" y="13"/>
                  </a:cxn>
                  <a:cxn ang="0">
                    <a:pos x="28" y="0"/>
                  </a:cxn>
                  <a:cxn ang="0">
                    <a:pos x="20" y="4"/>
                  </a:cxn>
                  <a:cxn ang="0">
                    <a:pos x="19" y="1"/>
                  </a:cxn>
                  <a:cxn ang="0">
                    <a:pos x="12" y="6"/>
                  </a:cxn>
                  <a:cxn ang="0">
                    <a:pos x="13" y="9"/>
                  </a:cxn>
                  <a:cxn ang="0">
                    <a:pos x="6" y="13"/>
                  </a:cxn>
                  <a:cxn ang="0">
                    <a:pos x="0" y="20"/>
                  </a:cxn>
                  <a:cxn ang="0">
                    <a:pos x="2" y="23"/>
                  </a:cxn>
                  <a:cxn ang="0">
                    <a:pos x="4" y="26"/>
                  </a:cxn>
                  <a:cxn ang="0">
                    <a:pos x="5" y="29"/>
                  </a:cxn>
                  <a:cxn ang="0">
                    <a:pos x="15" y="27"/>
                  </a:cxn>
                  <a:cxn ang="0">
                    <a:pos x="21" y="22"/>
                  </a:cxn>
                  <a:cxn ang="0">
                    <a:pos x="23" y="24"/>
                  </a:cxn>
                  <a:cxn ang="0">
                    <a:pos x="30" y="20"/>
                  </a:cxn>
                </a:cxnLst>
                <a:rect l="0" t="0" r="0" b="0"/>
                <a:pathLst>
                  <a:path w="38" h="30">
                    <a:moveTo>
                      <a:pt x="30" y="20"/>
                    </a:moveTo>
                    <a:lnTo>
                      <a:pt x="28" y="17"/>
                    </a:lnTo>
                    <a:lnTo>
                      <a:pt x="37" y="13"/>
                    </a:lnTo>
                    <a:lnTo>
                      <a:pt x="28" y="0"/>
                    </a:lnTo>
                    <a:lnTo>
                      <a:pt x="20" y="4"/>
                    </a:lnTo>
                    <a:lnTo>
                      <a:pt x="19" y="1"/>
                    </a:lnTo>
                    <a:lnTo>
                      <a:pt x="12" y="6"/>
                    </a:lnTo>
                    <a:lnTo>
                      <a:pt x="13" y="9"/>
                    </a:lnTo>
                    <a:lnTo>
                      <a:pt x="6" y="13"/>
                    </a:lnTo>
                    <a:lnTo>
                      <a:pt x="0" y="20"/>
                    </a:lnTo>
                    <a:lnTo>
                      <a:pt x="2" y="23"/>
                    </a:lnTo>
                    <a:lnTo>
                      <a:pt x="4" y="26"/>
                    </a:lnTo>
                    <a:lnTo>
                      <a:pt x="5" y="29"/>
                    </a:lnTo>
                    <a:lnTo>
                      <a:pt x="15" y="27"/>
                    </a:lnTo>
                    <a:lnTo>
                      <a:pt x="21" y="22"/>
                    </a:lnTo>
                    <a:lnTo>
                      <a:pt x="23" y="24"/>
                    </a:lnTo>
                    <a:lnTo>
                      <a:pt x="30"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09" name="Freeform 358"/>
              <p:cNvSpPr/>
              <p:nvPr/>
            </p:nvSpPr>
            <p:spPr>
              <a:xfrm>
                <a:off x="2340" y="1207"/>
                <a:ext cx="38" cy="23"/>
              </a:xfrm>
              <a:custGeom>
                <a:avLst/>
                <a:gdLst/>
                <a:ahLst/>
                <a:cxnLst>
                  <a:cxn ang="0">
                    <a:pos x="0" y="8"/>
                  </a:cxn>
                  <a:cxn ang="0">
                    <a:pos x="32" y="0"/>
                  </a:cxn>
                  <a:cxn ang="0">
                    <a:pos x="37" y="11"/>
                  </a:cxn>
                  <a:cxn ang="0">
                    <a:pos x="4" y="22"/>
                  </a:cxn>
                  <a:cxn ang="0">
                    <a:pos x="0" y="8"/>
                  </a:cxn>
                </a:cxnLst>
                <a:rect l="0" t="0" r="0" b="0"/>
                <a:pathLst>
                  <a:path w="38" h="23">
                    <a:moveTo>
                      <a:pt x="0" y="8"/>
                    </a:moveTo>
                    <a:lnTo>
                      <a:pt x="32" y="0"/>
                    </a:lnTo>
                    <a:lnTo>
                      <a:pt x="37"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10" name="Freeform 359"/>
              <p:cNvSpPr/>
              <p:nvPr/>
            </p:nvSpPr>
            <p:spPr>
              <a:xfrm>
                <a:off x="2356" y="1194"/>
                <a:ext cx="35" cy="27"/>
              </a:xfrm>
              <a:custGeom>
                <a:avLst/>
                <a:gdLst/>
                <a:ahLst/>
                <a:cxnLst>
                  <a:cxn ang="0">
                    <a:pos x="2" y="20"/>
                  </a:cxn>
                  <a:cxn ang="0">
                    <a:pos x="4" y="23"/>
                  </a:cxn>
                  <a:cxn ang="0">
                    <a:pos x="5" y="26"/>
                  </a:cxn>
                  <a:cxn ang="0">
                    <a:pos x="12" y="26"/>
                  </a:cxn>
                  <a:cxn ang="0">
                    <a:pos x="17" y="23"/>
                  </a:cxn>
                  <a:cxn ang="0">
                    <a:pos x="19" y="26"/>
                  </a:cxn>
                  <a:cxn ang="0">
                    <a:pos x="24" y="23"/>
                  </a:cxn>
                  <a:cxn ang="0">
                    <a:pos x="31" y="11"/>
                  </a:cxn>
                  <a:cxn ang="0">
                    <a:pos x="34" y="5"/>
                  </a:cxn>
                  <a:cxn ang="0">
                    <a:pos x="29" y="0"/>
                  </a:cxn>
                  <a:cxn ang="0">
                    <a:pos x="12" y="2"/>
                  </a:cxn>
                  <a:cxn ang="0">
                    <a:pos x="7" y="5"/>
                  </a:cxn>
                  <a:cxn ang="0">
                    <a:pos x="2" y="10"/>
                  </a:cxn>
                  <a:cxn ang="0">
                    <a:pos x="0" y="15"/>
                  </a:cxn>
                  <a:cxn ang="0">
                    <a:pos x="1" y="18"/>
                  </a:cxn>
                  <a:cxn ang="0">
                    <a:pos x="2" y="20"/>
                  </a:cxn>
                </a:cxnLst>
                <a:rect l="0" t="0" r="0" b="0"/>
                <a:pathLst>
                  <a:path w="35" h="27">
                    <a:moveTo>
                      <a:pt x="2" y="20"/>
                    </a:moveTo>
                    <a:lnTo>
                      <a:pt x="4" y="23"/>
                    </a:lnTo>
                    <a:lnTo>
                      <a:pt x="5" y="26"/>
                    </a:lnTo>
                    <a:lnTo>
                      <a:pt x="12" y="26"/>
                    </a:lnTo>
                    <a:lnTo>
                      <a:pt x="17" y="23"/>
                    </a:lnTo>
                    <a:lnTo>
                      <a:pt x="19" y="26"/>
                    </a:lnTo>
                    <a:lnTo>
                      <a:pt x="24" y="23"/>
                    </a:lnTo>
                    <a:lnTo>
                      <a:pt x="31" y="11"/>
                    </a:lnTo>
                    <a:lnTo>
                      <a:pt x="34" y="5"/>
                    </a:lnTo>
                    <a:lnTo>
                      <a:pt x="29" y="0"/>
                    </a:lnTo>
                    <a:lnTo>
                      <a:pt x="12" y="2"/>
                    </a:lnTo>
                    <a:lnTo>
                      <a:pt x="7" y="5"/>
                    </a:lnTo>
                    <a:lnTo>
                      <a:pt x="2" y="10"/>
                    </a:lnTo>
                    <a:lnTo>
                      <a:pt x="0" y="15"/>
                    </a:lnTo>
                    <a:lnTo>
                      <a:pt x="1" y="18"/>
                    </a:lnTo>
                    <a:lnTo>
                      <a:pt x="2" y="2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511" name="Line 360"/>
              <p:cNvSpPr/>
              <p:nvPr/>
            </p:nvSpPr>
            <p:spPr>
              <a:xfrm flipV="1">
                <a:off x="2337" y="1192"/>
                <a:ext cx="12" cy="17"/>
              </a:xfrm>
              <a:prstGeom prst="line">
                <a:avLst/>
              </a:prstGeom>
              <a:ln w="12700" cap="flat" cmpd="sng">
                <a:solidFill>
                  <a:schemeClr val="tx1"/>
                </a:solidFill>
                <a:prstDash val="solid"/>
                <a:headEnd type="none" w="med" len="med"/>
                <a:tailEnd type="none" w="med" len="med"/>
              </a:ln>
            </p:spPr>
          </p:sp>
          <p:sp>
            <p:nvSpPr>
              <p:cNvPr id="49512" name="Line 361"/>
              <p:cNvSpPr/>
              <p:nvPr/>
            </p:nvSpPr>
            <p:spPr>
              <a:xfrm flipV="1">
                <a:off x="2338" y="1194"/>
                <a:ext cx="10" cy="10"/>
              </a:xfrm>
              <a:prstGeom prst="line">
                <a:avLst/>
              </a:prstGeom>
              <a:ln w="12700" cap="flat" cmpd="sng">
                <a:solidFill>
                  <a:schemeClr val="tx1"/>
                </a:solidFill>
                <a:prstDash val="solid"/>
                <a:headEnd type="none" w="med" len="med"/>
                <a:tailEnd type="none" w="med" len="med"/>
              </a:ln>
            </p:spPr>
          </p:sp>
          <p:sp>
            <p:nvSpPr>
              <p:cNvPr id="49513" name="Freeform 362"/>
              <p:cNvSpPr/>
              <p:nvPr/>
            </p:nvSpPr>
            <p:spPr>
              <a:xfrm>
                <a:off x="2332" y="1190"/>
                <a:ext cx="38" cy="29"/>
              </a:xfrm>
              <a:custGeom>
                <a:avLst/>
                <a:gdLst/>
                <a:ahLst/>
                <a:cxnLst>
                  <a:cxn ang="0">
                    <a:pos x="31" y="20"/>
                  </a:cxn>
                  <a:cxn ang="0">
                    <a:pos x="37" y="13"/>
                  </a:cxn>
                  <a:cxn ang="0">
                    <a:pos x="28" y="0"/>
                  </a:cxn>
                  <a:cxn ang="0">
                    <a:pos x="21" y="4"/>
                  </a:cxn>
                  <a:cxn ang="0">
                    <a:pos x="19" y="1"/>
                  </a:cxn>
                  <a:cxn ang="0">
                    <a:pos x="11" y="5"/>
                  </a:cxn>
                  <a:cxn ang="0">
                    <a:pos x="12" y="8"/>
                  </a:cxn>
                  <a:cxn ang="0">
                    <a:pos x="5" y="12"/>
                  </a:cxn>
                  <a:cxn ang="0">
                    <a:pos x="0" y="20"/>
                  </a:cxn>
                  <a:cxn ang="0">
                    <a:pos x="1" y="22"/>
                  </a:cxn>
                  <a:cxn ang="0">
                    <a:pos x="2" y="24"/>
                  </a:cxn>
                  <a:cxn ang="0">
                    <a:pos x="4" y="26"/>
                  </a:cxn>
                  <a:cxn ang="0">
                    <a:pos x="15" y="28"/>
                  </a:cxn>
                  <a:cxn ang="0">
                    <a:pos x="22" y="24"/>
                  </a:cxn>
                  <a:cxn ang="0">
                    <a:pos x="31" y="20"/>
                  </a:cxn>
                </a:cxnLst>
                <a:rect l="0" t="0" r="0" b="0"/>
                <a:pathLst>
                  <a:path w="38" h="29">
                    <a:moveTo>
                      <a:pt x="31" y="20"/>
                    </a:moveTo>
                    <a:lnTo>
                      <a:pt x="37" y="13"/>
                    </a:lnTo>
                    <a:lnTo>
                      <a:pt x="28" y="0"/>
                    </a:lnTo>
                    <a:lnTo>
                      <a:pt x="21" y="4"/>
                    </a:lnTo>
                    <a:lnTo>
                      <a:pt x="19" y="1"/>
                    </a:lnTo>
                    <a:lnTo>
                      <a:pt x="11" y="5"/>
                    </a:lnTo>
                    <a:lnTo>
                      <a:pt x="12" y="8"/>
                    </a:lnTo>
                    <a:lnTo>
                      <a:pt x="5" y="12"/>
                    </a:lnTo>
                    <a:lnTo>
                      <a:pt x="0" y="20"/>
                    </a:lnTo>
                    <a:lnTo>
                      <a:pt x="1" y="22"/>
                    </a:lnTo>
                    <a:lnTo>
                      <a:pt x="2" y="24"/>
                    </a:lnTo>
                    <a:lnTo>
                      <a:pt x="4" y="26"/>
                    </a:lnTo>
                    <a:lnTo>
                      <a:pt x="15" y="28"/>
                    </a:lnTo>
                    <a:lnTo>
                      <a:pt x="22" y="24"/>
                    </a:lnTo>
                    <a:lnTo>
                      <a:pt x="3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14" name="Freeform 363"/>
              <p:cNvSpPr/>
              <p:nvPr/>
            </p:nvSpPr>
            <p:spPr>
              <a:xfrm>
                <a:off x="2329" y="1194"/>
                <a:ext cx="40" cy="23"/>
              </a:xfrm>
              <a:custGeom>
                <a:avLst/>
                <a:gdLst/>
                <a:ahLst/>
                <a:cxnLst>
                  <a:cxn ang="0">
                    <a:pos x="0" y="8"/>
                  </a:cxn>
                  <a:cxn ang="0">
                    <a:pos x="33" y="0"/>
                  </a:cxn>
                  <a:cxn ang="0">
                    <a:pos x="39" y="11"/>
                  </a:cxn>
                  <a:cxn ang="0">
                    <a:pos x="4" y="22"/>
                  </a:cxn>
                  <a:cxn ang="0">
                    <a:pos x="0" y="8"/>
                  </a:cxn>
                </a:cxnLst>
                <a:rect l="0" t="0" r="0" b="0"/>
                <a:pathLst>
                  <a:path w="40" h="23">
                    <a:moveTo>
                      <a:pt x="0" y="8"/>
                    </a:moveTo>
                    <a:lnTo>
                      <a:pt x="33" y="0"/>
                    </a:lnTo>
                    <a:lnTo>
                      <a:pt x="39" y="11"/>
                    </a:lnTo>
                    <a:lnTo>
                      <a:pt x="4"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15" name="Freeform 364"/>
              <p:cNvSpPr/>
              <p:nvPr/>
            </p:nvSpPr>
            <p:spPr>
              <a:xfrm>
                <a:off x="2353" y="1184"/>
                <a:ext cx="32" cy="26"/>
              </a:xfrm>
              <a:custGeom>
                <a:avLst/>
                <a:gdLst/>
                <a:ahLst/>
                <a:cxnLst>
                  <a:cxn ang="0">
                    <a:pos x="1" y="19"/>
                  </a:cxn>
                  <a:cxn ang="0">
                    <a:pos x="4" y="22"/>
                  </a:cxn>
                  <a:cxn ang="0">
                    <a:pos x="5" y="25"/>
                  </a:cxn>
                  <a:cxn ang="0">
                    <a:pos x="10" y="25"/>
                  </a:cxn>
                  <a:cxn ang="0">
                    <a:pos x="16" y="22"/>
                  </a:cxn>
                  <a:cxn ang="0">
                    <a:pos x="17" y="25"/>
                  </a:cxn>
                  <a:cxn ang="0">
                    <a:pos x="21" y="22"/>
                  </a:cxn>
                  <a:cxn ang="0">
                    <a:pos x="31" y="5"/>
                  </a:cxn>
                  <a:cxn ang="0">
                    <a:pos x="28" y="0"/>
                  </a:cxn>
                  <a:cxn ang="0">
                    <a:pos x="10" y="2"/>
                  </a:cxn>
                  <a:cxn ang="0">
                    <a:pos x="6" y="5"/>
                  </a:cxn>
                  <a:cxn ang="0">
                    <a:pos x="8" y="8"/>
                  </a:cxn>
                  <a:cxn ang="0">
                    <a:pos x="4" y="11"/>
                  </a:cxn>
                  <a:cxn ang="0">
                    <a:pos x="0" y="18"/>
                  </a:cxn>
                  <a:cxn ang="0">
                    <a:pos x="1" y="19"/>
                  </a:cxn>
                </a:cxnLst>
                <a:rect l="0" t="0" r="0" b="0"/>
                <a:pathLst>
                  <a:path w="32" h="26">
                    <a:moveTo>
                      <a:pt x="1" y="19"/>
                    </a:moveTo>
                    <a:lnTo>
                      <a:pt x="4" y="22"/>
                    </a:lnTo>
                    <a:lnTo>
                      <a:pt x="5" y="25"/>
                    </a:lnTo>
                    <a:lnTo>
                      <a:pt x="10" y="25"/>
                    </a:lnTo>
                    <a:lnTo>
                      <a:pt x="16" y="22"/>
                    </a:lnTo>
                    <a:lnTo>
                      <a:pt x="17" y="25"/>
                    </a:lnTo>
                    <a:lnTo>
                      <a:pt x="21" y="22"/>
                    </a:lnTo>
                    <a:lnTo>
                      <a:pt x="31" y="5"/>
                    </a:lnTo>
                    <a:lnTo>
                      <a:pt x="28" y="0"/>
                    </a:lnTo>
                    <a:lnTo>
                      <a:pt x="10" y="2"/>
                    </a:lnTo>
                    <a:lnTo>
                      <a:pt x="6" y="5"/>
                    </a:lnTo>
                    <a:lnTo>
                      <a:pt x="8" y="8"/>
                    </a:lnTo>
                    <a:lnTo>
                      <a:pt x="4" y="11"/>
                    </a:lnTo>
                    <a:lnTo>
                      <a:pt x="0" y="18"/>
                    </a:lnTo>
                    <a:lnTo>
                      <a:pt x="1" y="1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516" name="Line 365"/>
              <p:cNvSpPr/>
              <p:nvPr/>
            </p:nvSpPr>
            <p:spPr>
              <a:xfrm flipV="1">
                <a:off x="2318" y="1197"/>
                <a:ext cx="5" cy="13"/>
              </a:xfrm>
              <a:prstGeom prst="line">
                <a:avLst/>
              </a:prstGeom>
              <a:ln w="12700" cap="flat" cmpd="sng">
                <a:solidFill>
                  <a:schemeClr val="tx1"/>
                </a:solidFill>
                <a:prstDash val="solid"/>
                <a:headEnd type="none" w="med" len="med"/>
                <a:tailEnd type="none" w="med" len="med"/>
              </a:ln>
            </p:spPr>
          </p:sp>
          <p:sp>
            <p:nvSpPr>
              <p:cNvPr id="49517" name="Line 366"/>
              <p:cNvSpPr/>
              <p:nvPr/>
            </p:nvSpPr>
            <p:spPr>
              <a:xfrm flipV="1">
                <a:off x="2314" y="1193"/>
                <a:ext cx="10" cy="13"/>
              </a:xfrm>
              <a:prstGeom prst="line">
                <a:avLst/>
              </a:prstGeom>
              <a:ln w="12700" cap="flat" cmpd="sng">
                <a:solidFill>
                  <a:schemeClr val="tx1"/>
                </a:solidFill>
                <a:prstDash val="solid"/>
                <a:headEnd type="none" w="med" len="med"/>
                <a:tailEnd type="none" w="med" len="med"/>
              </a:ln>
            </p:spPr>
          </p:sp>
          <p:sp>
            <p:nvSpPr>
              <p:cNvPr id="49518" name="Freeform 367"/>
              <p:cNvSpPr/>
              <p:nvPr/>
            </p:nvSpPr>
            <p:spPr>
              <a:xfrm>
                <a:off x="2315" y="1191"/>
                <a:ext cx="34" cy="27"/>
              </a:xfrm>
              <a:custGeom>
                <a:avLst/>
                <a:gdLst/>
                <a:ahLst/>
                <a:cxnLst>
                  <a:cxn ang="0">
                    <a:pos x="28" y="20"/>
                  </a:cxn>
                  <a:cxn ang="0">
                    <a:pos x="26" y="17"/>
                  </a:cxn>
                  <a:cxn ang="0">
                    <a:pos x="33" y="13"/>
                  </a:cxn>
                  <a:cxn ang="0">
                    <a:pos x="24" y="0"/>
                  </a:cxn>
                  <a:cxn ang="0">
                    <a:pos x="19" y="4"/>
                  </a:cxn>
                  <a:cxn ang="0">
                    <a:pos x="16" y="1"/>
                  </a:cxn>
                  <a:cxn ang="0">
                    <a:pos x="11" y="4"/>
                  </a:cxn>
                  <a:cxn ang="0">
                    <a:pos x="12" y="6"/>
                  </a:cxn>
                  <a:cxn ang="0">
                    <a:pos x="6" y="10"/>
                  </a:cxn>
                  <a:cxn ang="0">
                    <a:pos x="2" y="16"/>
                  </a:cxn>
                  <a:cxn ang="0">
                    <a:pos x="5" y="19"/>
                  </a:cxn>
                  <a:cxn ang="0">
                    <a:pos x="0" y="23"/>
                  </a:cxn>
                  <a:cxn ang="0">
                    <a:pos x="1" y="26"/>
                  </a:cxn>
                  <a:cxn ang="0">
                    <a:pos x="8" y="24"/>
                  </a:cxn>
                  <a:cxn ang="0">
                    <a:pos x="15" y="24"/>
                  </a:cxn>
                  <a:cxn ang="0">
                    <a:pos x="20" y="20"/>
                  </a:cxn>
                  <a:cxn ang="0">
                    <a:pos x="23" y="23"/>
                  </a:cxn>
                  <a:cxn ang="0">
                    <a:pos x="28" y="20"/>
                  </a:cxn>
                </a:cxnLst>
                <a:rect l="0" t="0" r="0" b="0"/>
                <a:pathLst>
                  <a:path w="34" h="27">
                    <a:moveTo>
                      <a:pt x="28" y="20"/>
                    </a:moveTo>
                    <a:lnTo>
                      <a:pt x="26" y="17"/>
                    </a:lnTo>
                    <a:lnTo>
                      <a:pt x="33" y="13"/>
                    </a:lnTo>
                    <a:lnTo>
                      <a:pt x="24" y="0"/>
                    </a:lnTo>
                    <a:lnTo>
                      <a:pt x="19" y="4"/>
                    </a:lnTo>
                    <a:lnTo>
                      <a:pt x="16" y="1"/>
                    </a:lnTo>
                    <a:lnTo>
                      <a:pt x="11" y="4"/>
                    </a:lnTo>
                    <a:lnTo>
                      <a:pt x="12" y="6"/>
                    </a:lnTo>
                    <a:lnTo>
                      <a:pt x="6" y="10"/>
                    </a:lnTo>
                    <a:lnTo>
                      <a:pt x="2" y="16"/>
                    </a:lnTo>
                    <a:lnTo>
                      <a:pt x="5" y="19"/>
                    </a:lnTo>
                    <a:lnTo>
                      <a:pt x="0" y="23"/>
                    </a:lnTo>
                    <a:lnTo>
                      <a:pt x="1" y="26"/>
                    </a:lnTo>
                    <a:lnTo>
                      <a:pt x="8" y="24"/>
                    </a:lnTo>
                    <a:lnTo>
                      <a:pt x="15" y="24"/>
                    </a:lnTo>
                    <a:lnTo>
                      <a:pt x="20" y="20"/>
                    </a:lnTo>
                    <a:lnTo>
                      <a:pt x="23" y="23"/>
                    </a:lnTo>
                    <a:lnTo>
                      <a:pt x="2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19" name="Freeform 368"/>
              <p:cNvSpPr/>
              <p:nvPr/>
            </p:nvSpPr>
            <p:spPr>
              <a:xfrm>
                <a:off x="2314" y="1195"/>
                <a:ext cx="38" cy="23"/>
              </a:xfrm>
              <a:custGeom>
                <a:avLst/>
                <a:gdLst/>
                <a:ahLst/>
                <a:cxnLst>
                  <a:cxn ang="0">
                    <a:pos x="0" y="9"/>
                  </a:cxn>
                  <a:cxn ang="0">
                    <a:pos x="32" y="0"/>
                  </a:cxn>
                  <a:cxn ang="0">
                    <a:pos x="37" y="12"/>
                  </a:cxn>
                  <a:cxn ang="0">
                    <a:pos x="4" y="22"/>
                  </a:cxn>
                  <a:cxn ang="0">
                    <a:pos x="0" y="9"/>
                  </a:cxn>
                </a:cxnLst>
                <a:rect l="0" t="0" r="0" b="0"/>
                <a:pathLst>
                  <a:path w="38" h="23">
                    <a:moveTo>
                      <a:pt x="0" y="9"/>
                    </a:moveTo>
                    <a:lnTo>
                      <a:pt x="32" y="0"/>
                    </a:lnTo>
                    <a:lnTo>
                      <a:pt x="37" y="12"/>
                    </a:lnTo>
                    <a:lnTo>
                      <a:pt x="4" y="22"/>
                    </a:lnTo>
                    <a:lnTo>
                      <a:pt x="0" y="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20" name="Freeform 369"/>
              <p:cNvSpPr/>
              <p:nvPr/>
            </p:nvSpPr>
            <p:spPr>
              <a:xfrm>
                <a:off x="2330" y="1186"/>
                <a:ext cx="35" cy="29"/>
              </a:xfrm>
              <a:custGeom>
                <a:avLst/>
                <a:gdLst/>
                <a:ahLst/>
                <a:cxnLst>
                  <a:cxn ang="0">
                    <a:pos x="2" y="22"/>
                  </a:cxn>
                  <a:cxn ang="0">
                    <a:pos x="4" y="25"/>
                  </a:cxn>
                  <a:cxn ang="0">
                    <a:pos x="5" y="28"/>
                  </a:cxn>
                  <a:cxn ang="0">
                    <a:pos x="12" y="28"/>
                  </a:cxn>
                  <a:cxn ang="0">
                    <a:pos x="17" y="25"/>
                  </a:cxn>
                  <a:cxn ang="0">
                    <a:pos x="19" y="28"/>
                  </a:cxn>
                  <a:cxn ang="0">
                    <a:pos x="23" y="23"/>
                  </a:cxn>
                  <a:cxn ang="0">
                    <a:pos x="27" y="17"/>
                  </a:cxn>
                  <a:cxn ang="0">
                    <a:pos x="29" y="11"/>
                  </a:cxn>
                  <a:cxn ang="0">
                    <a:pos x="28" y="8"/>
                  </a:cxn>
                  <a:cxn ang="0">
                    <a:pos x="34" y="5"/>
                  </a:cxn>
                  <a:cxn ang="0">
                    <a:pos x="31" y="2"/>
                  </a:cxn>
                  <a:cxn ang="0">
                    <a:pos x="25" y="2"/>
                  </a:cxn>
                  <a:cxn ang="0">
                    <a:pos x="23" y="0"/>
                  </a:cxn>
                  <a:cxn ang="0">
                    <a:pos x="17" y="1"/>
                  </a:cxn>
                  <a:cxn ang="0">
                    <a:pos x="12" y="4"/>
                  </a:cxn>
                  <a:cxn ang="0">
                    <a:pos x="8" y="7"/>
                  </a:cxn>
                  <a:cxn ang="0">
                    <a:pos x="2" y="10"/>
                  </a:cxn>
                  <a:cxn ang="0">
                    <a:pos x="0" y="16"/>
                  </a:cxn>
                  <a:cxn ang="0">
                    <a:pos x="1" y="19"/>
                  </a:cxn>
                  <a:cxn ang="0">
                    <a:pos x="2" y="22"/>
                  </a:cxn>
                </a:cxnLst>
                <a:rect l="0" t="0" r="0" b="0"/>
                <a:pathLst>
                  <a:path w="35" h="29">
                    <a:moveTo>
                      <a:pt x="2" y="22"/>
                    </a:moveTo>
                    <a:lnTo>
                      <a:pt x="4" y="25"/>
                    </a:lnTo>
                    <a:lnTo>
                      <a:pt x="5" y="28"/>
                    </a:lnTo>
                    <a:lnTo>
                      <a:pt x="12" y="28"/>
                    </a:lnTo>
                    <a:lnTo>
                      <a:pt x="17" y="25"/>
                    </a:lnTo>
                    <a:lnTo>
                      <a:pt x="19" y="28"/>
                    </a:lnTo>
                    <a:lnTo>
                      <a:pt x="23" y="23"/>
                    </a:lnTo>
                    <a:lnTo>
                      <a:pt x="27" y="17"/>
                    </a:lnTo>
                    <a:lnTo>
                      <a:pt x="29" y="11"/>
                    </a:lnTo>
                    <a:lnTo>
                      <a:pt x="28" y="8"/>
                    </a:lnTo>
                    <a:lnTo>
                      <a:pt x="34" y="5"/>
                    </a:lnTo>
                    <a:lnTo>
                      <a:pt x="31" y="2"/>
                    </a:lnTo>
                    <a:lnTo>
                      <a:pt x="25" y="2"/>
                    </a:lnTo>
                    <a:lnTo>
                      <a:pt x="23" y="0"/>
                    </a:lnTo>
                    <a:lnTo>
                      <a:pt x="17" y="1"/>
                    </a:lnTo>
                    <a:lnTo>
                      <a:pt x="12" y="4"/>
                    </a:lnTo>
                    <a:lnTo>
                      <a:pt x="8" y="7"/>
                    </a:lnTo>
                    <a:lnTo>
                      <a:pt x="2" y="10"/>
                    </a:lnTo>
                    <a:lnTo>
                      <a:pt x="0" y="16"/>
                    </a:lnTo>
                    <a:lnTo>
                      <a:pt x="1" y="19"/>
                    </a:lnTo>
                    <a:lnTo>
                      <a:pt x="2"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521" name="Line 370"/>
              <p:cNvSpPr/>
              <p:nvPr/>
            </p:nvSpPr>
            <p:spPr>
              <a:xfrm flipV="1">
                <a:off x="2349" y="1177"/>
                <a:ext cx="6" cy="15"/>
              </a:xfrm>
              <a:prstGeom prst="line">
                <a:avLst/>
              </a:prstGeom>
              <a:ln w="12700" cap="flat" cmpd="sng">
                <a:solidFill>
                  <a:schemeClr val="tx1"/>
                </a:solidFill>
                <a:prstDash val="solid"/>
                <a:headEnd type="none" w="med" len="med"/>
                <a:tailEnd type="none" w="med" len="med"/>
              </a:ln>
            </p:spPr>
          </p:sp>
          <p:sp>
            <p:nvSpPr>
              <p:cNvPr id="49522" name="Line 371"/>
              <p:cNvSpPr/>
              <p:nvPr/>
            </p:nvSpPr>
            <p:spPr>
              <a:xfrm flipV="1">
                <a:off x="2348" y="1173"/>
                <a:ext cx="10" cy="13"/>
              </a:xfrm>
              <a:prstGeom prst="line">
                <a:avLst/>
              </a:prstGeom>
              <a:ln w="12700" cap="flat" cmpd="sng">
                <a:solidFill>
                  <a:schemeClr val="tx1"/>
                </a:solidFill>
                <a:prstDash val="solid"/>
                <a:headEnd type="none" w="med" len="med"/>
                <a:tailEnd type="none" w="med" len="med"/>
              </a:ln>
            </p:spPr>
          </p:sp>
          <p:sp>
            <p:nvSpPr>
              <p:cNvPr id="49523" name="Freeform 372"/>
              <p:cNvSpPr/>
              <p:nvPr/>
            </p:nvSpPr>
            <p:spPr>
              <a:xfrm>
                <a:off x="2346" y="1169"/>
                <a:ext cx="38" cy="29"/>
              </a:xfrm>
              <a:custGeom>
                <a:avLst/>
                <a:gdLst/>
                <a:ahLst/>
                <a:cxnLst>
                  <a:cxn ang="0">
                    <a:pos x="28" y="22"/>
                  </a:cxn>
                  <a:cxn ang="0">
                    <a:pos x="37" y="18"/>
                  </a:cxn>
                  <a:cxn ang="0">
                    <a:pos x="34" y="15"/>
                  </a:cxn>
                  <a:cxn ang="0">
                    <a:pos x="27" y="2"/>
                  </a:cxn>
                  <a:cxn ang="0">
                    <a:pos x="24" y="0"/>
                  </a:cxn>
                  <a:cxn ang="0">
                    <a:pos x="17" y="4"/>
                  </a:cxn>
                  <a:cxn ang="0">
                    <a:pos x="11" y="11"/>
                  </a:cxn>
                  <a:cxn ang="0">
                    <a:pos x="5" y="18"/>
                  </a:cxn>
                  <a:cxn ang="0">
                    <a:pos x="0" y="25"/>
                  </a:cxn>
                  <a:cxn ang="0">
                    <a:pos x="1" y="28"/>
                  </a:cxn>
                  <a:cxn ang="0">
                    <a:pos x="11" y="26"/>
                  </a:cxn>
                  <a:cxn ang="0">
                    <a:pos x="19" y="25"/>
                  </a:cxn>
                  <a:cxn ang="0">
                    <a:pos x="28" y="22"/>
                  </a:cxn>
                </a:cxnLst>
                <a:rect l="0" t="0" r="0" b="0"/>
                <a:pathLst>
                  <a:path w="38" h="29">
                    <a:moveTo>
                      <a:pt x="28" y="22"/>
                    </a:moveTo>
                    <a:lnTo>
                      <a:pt x="37" y="18"/>
                    </a:lnTo>
                    <a:lnTo>
                      <a:pt x="34" y="15"/>
                    </a:lnTo>
                    <a:lnTo>
                      <a:pt x="27" y="2"/>
                    </a:lnTo>
                    <a:lnTo>
                      <a:pt x="24" y="0"/>
                    </a:lnTo>
                    <a:lnTo>
                      <a:pt x="17" y="4"/>
                    </a:lnTo>
                    <a:lnTo>
                      <a:pt x="11" y="11"/>
                    </a:lnTo>
                    <a:lnTo>
                      <a:pt x="5" y="18"/>
                    </a:lnTo>
                    <a:lnTo>
                      <a:pt x="0" y="25"/>
                    </a:lnTo>
                    <a:lnTo>
                      <a:pt x="1" y="28"/>
                    </a:lnTo>
                    <a:lnTo>
                      <a:pt x="11" y="26"/>
                    </a:lnTo>
                    <a:lnTo>
                      <a:pt x="19" y="25"/>
                    </a:lnTo>
                    <a:lnTo>
                      <a:pt x="28" y="2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24" name="Freeform 373"/>
              <p:cNvSpPr/>
              <p:nvPr/>
            </p:nvSpPr>
            <p:spPr>
              <a:xfrm>
                <a:off x="2343" y="1176"/>
                <a:ext cx="40" cy="23"/>
              </a:xfrm>
              <a:custGeom>
                <a:avLst/>
                <a:gdLst/>
                <a:ahLst/>
                <a:cxnLst>
                  <a:cxn ang="0">
                    <a:pos x="0" y="8"/>
                  </a:cxn>
                  <a:cxn ang="0">
                    <a:pos x="34" y="0"/>
                  </a:cxn>
                  <a:cxn ang="0">
                    <a:pos x="39" y="11"/>
                  </a:cxn>
                  <a:cxn ang="0">
                    <a:pos x="2" y="22"/>
                  </a:cxn>
                  <a:cxn ang="0">
                    <a:pos x="0" y="8"/>
                  </a:cxn>
                </a:cxnLst>
                <a:rect l="0" t="0" r="0" b="0"/>
                <a:pathLst>
                  <a:path w="40" h="23">
                    <a:moveTo>
                      <a:pt x="0" y="8"/>
                    </a:moveTo>
                    <a:lnTo>
                      <a:pt x="34" y="0"/>
                    </a:lnTo>
                    <a:lnTo>
                      <a:pt x="39" y="11"/>
                    </a:lnTo>
                    <a:lnTo>
                      <a:pt x="2" y="22"/>
                    </a:lnTo>
                    <a:lnTo>
                      <a:pt x="0" y="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25" name="Freeform 374"/>
              <p:cNvSpPr/>
              <p:nvPr/>
            </p:nvSpPr>
            <p:spPr>
              <a:xfrm>
                <a:off x="2367" y="1166"/>
                <a:ext cx="31" cy="24"/>
              </a:xfrm>
              <a:custGeom>
                <a:avLst/>
                <a:gdLst/>
                <a:ahLst/>
                <a:cxnLst>
                  <a:cxn ang="0">
                    <a:pos x="1" y="18"/>
                  </a:cxn>
                  <a:cxn ang="0">
                    <a:pos x="2" y="21"/>
                  </a:cxn>
                  <a:cxn ang="0">
                    <a:pos x="6" y="20"/>
                  </a:cxn>
                  <a:cxn ang="0">
                    <a:pos x="8" y="23"/>
                  </a:cxn>
                  <a:cxn ang="0">
                    <a:pos x="13" y="23"/>
                  </a:cxn>
                  <a:cxn ang="0">
                    <a:pos x="19" y="23"/>
                  </a:cxn>
                  <a:cxn ang="0">
                    <a:pos x="23" y="20"/>
                  </a:cxn>
                  <a:cxn ang="0">
                    <a:pos x="25" y="16"/>
                  </a:cxn>
                  <a:cxn ang="0">
                    <a:pos x="27" y="10"/>
                  </a:cxn>
                  <a:cxn ang="0">
                    <a:pos x="25" y="8"/>
                  </a:cxn>
                  <a:cxn ang="0">
                    <a:pos x="30" y="5"/>
                  </a:cxn>
                  <a:cxn ang="0">
                    <a:pos x="27" y="1"/>
                  </a:cxn>
                  <a:cxn ang="0">
                    <a:pos x="23" y="2"/>
                  </a:cxn>
                  <a:cxn ang="0">
                    <a:pos x="21" y="0"/>
                  </a:cxn>
                  <a:cxn ang="0">
                    <a:pos x="16" y="0"/>
                  </a:cxn>
                  <a:cxn ang="0">
                    <a:pos x="12" y="2"/>
                  </a:cxn>
                  <a:cxn ang="0">
                    <a:pos x="8" y="4"/>
                  </a:cxn>
                  <a:cxn ang="0">
                    <a:pos x="4" y="6"/>
                  </a:cxn>
                  <a:cxn ang="0">
                    <a:pos x="2" y="12"/>
                  </a:cxn>
                  <a:cxn ang="0">
                    <a:pos x="4" y="14"/>
                  </a:cxn>
                  <a:cxn ang="0">
                    <a:pos x="0" y="16"/>
                  </a:cxn>
                  <a:cxn ang="0">
                    <a:pos x="1" y="18"/>
                  </a:cxn>
                </a:cxnLst>
                <a:rect l="0" t="0" r="0" b="0"/>
                <a:pathLst>
                  <a:path w="31" h="24">
                    <a:moveTo>
                      <a:pt x="1" y="18"/>
                    </a:moveTo>
                    <a:lnTo>
                      <a:pt x="2" y="21"/>
                    </a:lnTo>
                    <a:lnTo>
                      <a:pt x="6" y="20"/>
                    </a:lnTo>
                    <a:lnTo>
                      <a:pt x="8" y="23"/>
                    </a:lnTo>
                    <a:lnTo>
                      <a:pt x="13" y="23"/>
                    </a:lnTo>
                    <a:lnTo>
                      <a:pt x="19" y="23"/>
                    </a:lnTo>
                    <a:lnTo>
                      <a:pt x="23" y="20"/>
                    </a:lnTo>
                    <a:lnTo>
                      <a:pt x="25" y="16"/>
                    </a:lnTo>
                    <a:lnTo>
                      <a:pt x="27" y="10"/>
                    </a:lnTo>
                    <a:lnTo>
                      <a:pt x="25" y="8"/>
                    </a:lnTo>
                    <a:lnTo>
                      <a:pt x="30" y="5"/>
                    </a:lnTo>
                    <a:lnTo>
                      <a:pt x="27" y="1"/>
                    </a:lnTo>
                    <a:lnTo>
                      <a:pt x="23" y="2"/>
                    </a:lnTo>
                    <a:lnTo>
                      <a:pt x="21" y="0"/>
                    </a:lnTo>
                    <a:lnTo>
                      <a:pt x="16" y="0"/>
                    </a:lnTo>
                    <a:lnTo>
                      <a:pt x="12" y="2"/>
                    </a:lnTo>
                    <a:lnTo>
                      <a:pt x="8" y="4"/>
                    </a:lnTo>
                    <a:lnTo>
                      <a:pt x="4" y="6"/>
                    </a:lnTo>
                    <a:lnTo>
                      <a:pt x="2" y="12"/>
                    </a:lnTo>
                    <a:lnTo>
                      <a:pt x="4" y="14"/>
                    </a:lnTo>
                    <a:lnTo>
                      <a:pt x="0" y="16"/>
                    </a:lnTo>
                    <a:lnTo>
                      <a:pt x="1" y="1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49526" name="Line 375"/>
              <p:cNvSpPr/>
              <p:nvPr/>
            </p:nvSpPr>
            <p:spPr>
              <a:xfrm flipV="1">
                <a:off x="2327" y="1178"/>
                <a:ext cx="12" cy="15"/>
              </a:xfrm>
              <a:prstGeom prst="line">
                <a:avLst/>
              </a:prstGeom>
              <a:ln w="12700" cap="flat" cmpd="sng">
                <a:solidFill>
                  <a:schemeClr val="tx1"/>
                </a:solidFill>
                <a:prstDash val="solid"/>
                <a:headEnd type="none" w="med" len="med"/>
                <a:tailEnd type="none" w="med" len="med"/>
              </a:ln>
            </p:spPr>
          </p:sp>
          <p:sp>
            <p:nvSpPr>
              <p:cNvPr id="49527" name="Line 376"/>
              <p:cNvSpPr/>
              <p:nvPr/>
            </p:nvSpPr>
            <p:spPr>
              <a:xfrm flipV="1">
                <a:off x="2327" y="1176"/>
                <a:ext cx="7" cy="12"/>
              </a:xfrm>
              <a:prstGeom prst="line">
                <a:avLst/>
              </a:prstGeom>
              <a:ln w="12700" cap="flat" cmpd="sng">
                <a:solidFill>
                  <a:schemeClr val="tx1"/>
                </a:solidFill>
                <a:prstDash val="solid"/>
                <a:headEnd type="none" w="med" len="med"/>
                <a:tailEnd type="none" w="med" len="med"/>
              </a:ln>
            </p:spPr>
          </p:sp>
          <p:sp>
            <p:nvSpPr>
              <p:cNvPr id="49528" name="Freeform 377"/>
              <p:cNvSpPr/>
              <p:nvPr/>
            </p:nvSpPr>
            <p:spPr>
              <a:xfrm>
                <a:off x="2320" y="1171"/>
                <a:ext cx="38" cy="31"/>
              </a:xfrm>
              <a:custGeom>
                <a:avLst/>
                <a:gdLst/>
                <a:ahLst/>
                <a:cxnLst>
                  <a:cxn ang="0">
                    <a:pos x="31" y="21"/>
                  </a:cxn>
                  <a:cxn ang="0">
                    <a:pos x="37" y="12"/>
                  </a:cxn>
                  <a:cxn ang="0">
                    <a:pos x="28" y="0"/>
                  </a:cxn>
                  <a:cxn ang="0">
                    <a:pos x="20" y="1"/>
                  </a:cxn>
                  <a:cxn ang="0">
                    <a:pos x="12" y="5"/>
                  </a:cxn>
                  <a:cxn ang="0">
                    <a:pos x="5" y="10"/>
                  </a:cxn>
                  <a:cxn ang="0">
                    <a:pos x="0" y="18"/>
                  </a:cxn>
                  <a:cxn ang="0">
                    <a:pos x="1" y="21"/>
                  </a:cxn>
                  <a:cxn ang="0">
                    <a:pos x="4" y="25"/>
                  </a:cxn>
                  <a:cxn ang="0">
                    <a:pos x="5" y="28"/>
                  </a:cxn>
                  <a:cxn ang="0">
                    <a:pos x="16" y="30"/>
                  </a:cxn>
                  <a:cxn ang="0">
                    <a:pos x="24" y="25"/>
                  </a:cxn>
                  <a:cxn ang="0">
                    <a:pos x="31" y="21"/>
                  </a:cxn>
                </a:cxnLst>
                <a:rect l="0" t="0" r="0" b="0"/>
                <a:pathLst>
                  <a:path w="38" h="31">
                    <a:moveTo>
                      <a:pt x="31" y="21"/>
                    </a:moveTo>
                    <a:lnTo>
                      <a:pt x="37" y="12"/>
                    </a:lnTo>
                    <a:lnTo>
                      <a:pt x="28" y="0"/>
                    </a:lnTo>
                    <a:lnTo>
                      <a:pt x="20" y="1"/>
                    </a:lnTo>
                    <a:lnTo>
                      <a:pt x="12" y="5"/>
                    </a:lnTo>
                    <a:lnTo>
                      <a:pt x="5" y="10"/>
                    </a:lnTo>
                    <a:lnTo>
                      <a:pt x="0" y="18"/>
                    </a:lnTo>
                    <a:lnTo>
                      <a:pt x="1" y="21"/>
                    </a:lnTo>
                    <a:lnTo>
                      <a:pt x="4" y="25"/>
                    </a:lnTo>
                    <a:lnTo>
                      <a:pt x="5" y="28"/>
                    </a:lnTo>
                    <a:lnTo>
                      <a:pt x="16" y="30"/>
                    </a:lnTo>
                    <a:lnTo>
                      <a:pt x="24" y="25"/>
                    </a:lnTo>
                    <a:lnTo>
                      <a:pt x="31" y="2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29" name="Freeform 378"/>
              <p:cNvSpPr/>
              <p:nvPr/>
            </p:nvSpPr>
            <p:spPr>
              <a:xfrm>
                <a:off x="2321" y="1176"/>
                <a:ext cx="40" cy="23"/>
              </a:xfrm>
              <a:custGeom>
                <a:avLst/>
                <a:gdLst/>
                <a:ahLst/>
                <a:cxnLst>
                  <a:cxn ang="0">
                    <a:pos x="0" y="10"/>
                  </a:cxn>
                  <a:cxn ang="0">
                    <a:pos x="33" y="0"/>
                  </a:cxn>
                  <a:cxn ang="0">
                    <a:pos x="39" y="11"/>
                  </a:cxn>
                  <a:cxn ang="0">
                    <a:pos x="4" y="22"/>
                  </a:cxn>
                  <a:cxn ang="0">
                    <a:pos x="0" y="8"/>
                  </a:cxn>
                  <a:cxn ang="0">
                    <a:pos x="0" y="10"/>
                  </a:cxn>
                </a:cxnLst>
                <a:rect l="0" t="0" r="0" b="0"/>
                <a:pathLst>
                  <a:path w="40" h="23">
                    <a:moveTo>
                      <a:pt x="0" y="10"/>
                    </a:moveTo>
                    <a:lnTo>
                      <a:pt x="33" y="0"/>
                    </a:lnTo>
                    <a:lnTo>
                      <a:pt x="39" y="11"/>
                    </a:lnTo>
                    <a:lnTo>
                      <a:pt x="4" y="22"/>
                    </a:lnTo>
                    <a:lnTo>
                      <a:pt x="0" y="8"/>
                    </a:lnTo>
                    <a:lnTo>
                      <a:pt x="0" y="1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49530" name="Freeform 379"/>
              <p:cNvSpPr/>
              <p:nvPr/>
            </p:nvSpPr>
            <p:spPr>
              <a:xfrm>
                <a:off x="2344" y="1167"/>
                <a:ext cx="35" cy="30"/>
              </a:xfrm>
              <a:custGeom>
                <a:avLst/>
                <a:gdLst/>
                <a:ahLst/>
                <a:cxnLst>
                  <a:cxn ang="0">
                    <a:pos x="1" y="22"/>
                  </a:cxn>
                  <a:cxn ang="0">
                    <a:pos x="2" y="24"/>
                  </a:cxn>
                  <a:cxn ang="0">
                    <a:pos x="4" y="27"/>
                  </a:cxn>
                  <a:cxn ang="0">
                    <a:pos x="12" y="29"/>
                  </a:cxn>
                  <a:cxn ang="0">
                    <a:pos x="17" y="26"/>
                  </a:cxn>
                  <a:cxn ang="0">
                    <a:pos x="23" y="23"/>
                  </a:cxn>
                  <a:cxn ang="0">
                    <a:pos x="27" y="20"/>
                  </a:cxn>
                  <a:cxn ang="0">
                    <a:pos x="32" y="16"/>
                  </a:cxn>
                  <a:cxn ang="0">
                    <a:pos x="34" y="8"/>
                  </a:cxn>
                  <a:cxn ang="0">
                    <a:pos x="32" y="5"/>
                  </a:cxn>
                  <a:cxn ang="0">
                    <a:pos x="31" y="2"/>
                  </a:cxn>
                  <a:cxn ang="0">
                    <a:pos x="29" y="0"/>
                  </a:cxn>
                  <a:cxn ang="0">
                    <a:pos x="23" y="1"/>
                  </a:cxn>
                  <a:cxn ang="0">
                    <a:pos x="17" y="4"/>
                  </a:cxn>
                  <a:cxn ang="0">
                    <a:pos x="10" y="4"/>
                  </a:cxn>
                  <a:cxn ang="0">
                    <a:pos x="6" y="6"/>
                  </a:cxn>
                  <a:cxn ang="0">
                    <a:pos x="8" y="9"/>
                  </a:cxn>
                  <a:cxn ang="0">
                    <a:pos x="2" y="12"/>
                  </a:cxn>
                  <a:cxn ang="0">
                    <a:pos x="0" y="19"/>
                  </a:cxn>
                  <a:cxn ang="0">
                    <a:pos x="1" y="22"/>
                  </a:cxn>
                </a:cxnLst>
                <a:rect l="0" t="0" r="0" b="0"/>
                <a:pathLst>
                  <a:path w="35" h="30">
                    <a:moveTo>
                      <a:pt x="1" y="22"/>
                    </a:moveTo>
                    <a:lnTo>
                      <a:pt x="2" y="24"/>
                    </a:lnTo>
                    <a:lnTo>
                      <a:pt x="4" y="27"/>
                    </a:lnTo>
                    <a:lnTo>
                      <a:pt x="12" y="29"/>
                    </a:lnTo>
                    <a:lnTo>
                      <a:pt x="17" y="26"/>
                    </a:lnTo>
                    <a:lnTo>
                      <a:pt x="23" y="23"/>
                    </a:lnTo>
                    <a:lnTo>
                      <a:pt x="27" y="20"/>
                    </a:lnTo>
                    <a:lnTo>
                      <a:pt x="32" y="16"/>
                    </a:lnTo>
                    <a:lnTo>
                      <a:pt x="34" y="8"/>
                    </a:lnTo>
                    <a:lnTo>
                      <a:pt x="32" y="5"/>
                    </a:lnTo>
                    <a:lnTo>
                      <a:pt x="31" y="2"/>
                    </a:lnTo>
                    <a:lnTo>
                      <a:pt x="29" y="0"/>
                    </a:lnTo>
                    <a:lnTo>
                      <a:pt x="23" y="1"/>
                    </a:lnTo>
                    <a:lnTo>
                      <a:pt x="17" y="4"/>
                    </a:lnTo>
                    <a:lnTo>
                      <a:pt x="10" y="4"/>
                    </a:lnTo>
                    <a:lnTo>
                      <a:pt x="6" y="6"/>
                    </a:lnTo>
                    <a:lnTo>
                      <a:pt x="8" y="9"/>
                    </a:lnTo>
                    <a:lnTo>
                      <a:pt x="2" y="12"/>
                    </a:lnTo>
                    <a:lnTo>
                      <a:pt x="0" y="19"/>
                    </a:lnTo>
                    <a:lnTo>
                      <a:pt x="1" y="2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49531" name="Line 456"/>
            <p:cNvSpPr/>
            <p:nvPr/>
          </p:nvSpPr>
          <p:spPr>
            <a:xfrm>
              <a:off x="3696" y="2160"/>
              <a:ext cx="545" cy="1497"/>
            </a:xfrm>
            <a:prstGeom prst="line">
              <a:avLst/>
            </a:prstGeom>
            <a:ln w="12700" cap="flat" cmpd="sng">
              <a:solidFill>
                <a:srgbClr val="FF3300"/>
              </a:solidFill>
              <a:prstDash val="dash"/>
              <a:headEnd type="none" w="med" len="med"/>
              <a:tailEnd type="triangle" w="med" len="med"/>
            </a:ln>
          </p:spPr>
        </p:sp>
        <p:sp>
          <p:nvSpPr>
            <p:cNvPr id="49532" name="Line 457"/>
            <p:cNvSpPr/>
            <p:nvPr/>
          </p:nvSpPr>
          <p:spPr>
            <a:xfrm>
              <a:off x="2880" y="2024"/>
              <a:ext cx="181" cy="1633"/>
            </a:xfrm>
            <a:prstGeom prst="line">
              <a:avLst/>
            </a:prstGeom>
            <a:ln w="12700" cap="flat" cmpd="sng">
              <a:solidFill>
                <a:srgbClr val="FF3300"/>
              </a:solidFill>
              <a:prstDash val="dash"/>
              <a:headEnd type="none" w="med" len="med"/>
              <a:tailEnd type="triangle" w="med" len="med"/>
            </a:ln>
          </p:spPr>
        </p:sp>
        <p:sp>
          <p:nvSpPr>
            <p:cNvPr id="49533" name="Line 458"/>
            <p:cNvSpPr/>
            <p:nvPr/>
          </p:nvSpPr>
          <p:spPr>
            <a:xfrm>
              <a:off x="2880" y="2024"/>
              <a:ext cx="1406" cy="1678"/>
            </a:xfrm>
            <a:prstGeom prst="line">
              <a:avLst/>
            </a:prstGeom>
            <a:ln w="12700" cap="flat" cmpd="sng">
              <a:solidFill>
                <a:srgbClr val="FF3300"/>
              </a:solidFill>
              <a:prstDash val="dash"/>
              <a:headEnd type="none" w="med" len="med"/>
              <a:tailEnd type="triangle" w="med" len="med"/>
            </a:ln>
          </p:spPr>
        </p:sp>
        <p:sp>
          <p:nvSpPr>
            <p:cNvPr id="49534" name="Line 459"/>
            <p:cNvSpPr/>
            <p:nvPr/>
          </p:nvSpPr>
          <p:spPr>
            <a:xfrm flipH="1">
              <a:off x="3016" y="2478"/>
              <a:ext cx="1361" cy="1134"/>
            </a:xfrm>
            <a:prstGeom prst="line">
              <a:avLst/>
            </a:prstGeom>
            <a:ln w="12700" cap="flat" cmpd="sng">
              <a:solidFill>
                <a:srgbClr val="FF3300"/>
              </a:solidFill>
              <a:prstDash val="dash"/>
              <a:headEnd type="none" w="med" len="med"/>
              <a:tailEnd type="triangle" w="med" len="med"/>
            </a:ln>
          </p:spPr>
        </p:sp>
        <p:sp>
          <p:nvSpPr>
            <p:cNvPr id="49535" name="Line 460"/>
            <p:cNvSpPr/>
            <p:nvPr/>
          </p:nvSpPr>
          <p:spPr>
            <a:xfrm flipH="1">
              <a:off x="4241" y="2478"/>
              <a:ext cx="136" cy="1224"/>
            </a:xfrm>
            <a:prstGeom prst="line">
              <a:avLst/>
            </a:prstGeom>
            <a:ln w="12700" cap="flat" cmpd="sng">
              <a:solidFill>
                <a:srgbClr val="FF3300"/>
              </a:solidFill>
              <a:prstDash val="dash"/>
              <a:headEnd type="none" w="med" len="med"/>
              <a:tailEnd type="triangle" w="med" len="med"/>
            </a:ln>
          </p:spPr>
        </p:sp>
        <p:sp>
          <p:nvSpPr>
            <p:cNvPr id="49536" name="Line 461"/>
            <p:cNvSpPr/>
            <p:nvPr/>
          </p:nvSpPr>
          <p:spPr>
            <a:xfrm flipH="1">
              <a:off x="3016" y="2160"/>
              <a:ext cx="680" cy="1497"/>
            </a:xfrm>
            <a:prstGeom prst="line">
              <a:avLst/>
            </a:prstGeom>
            <a:ln w="12700" cap="flat" cmpd="sng">
              <a:solidFill>
                <a:srgbClr val="FF3300"/>
              </a:solidFill>
              <a:prstDash val="dash"/>
              <a:headEnd type="none" w="med" len="med"/>
              <a:tailEnd type="triangle" w="med" len="med"/>
            </a:ln>
          </p:spPr>
        </p:sp>
      </p:grpSp>
      <p:sp>
        <p:nvSpPr>
          <p:cNvPr id="4" name="矩形 3"/>
          <p:cNvSpPr/>
          <p:nvPr/>
        </p:nvSpPr>
        <p:spPr>
          <a:xfrm>
            <a:off x="4462268" y="612372"/>
            <a:ext cx="2236510" cy="646331"/>
          </a:xfrm>
          <a:prstGeom prst="rect">
            <a:avLst/>
          </a:prstGeom>
        </p:spPr>
        <p:txBody>
          <a:bodyPr wrap="none">
            <a:spAutoFit/>
          </a:bodyPr>
          <a:lstStyle/>
          <a:p>
            <a:pPr>
              <a:lnSpc>
                <a:spcPct val="90000"/>
              </a:lnSpc>
            </a:pPr>
            <a:r>
              <a:rPr lang="zh-CN" altLang="en-US" sz="4000" dirty="0">
                <a:latin typeface="+mj-ea"/>
                <a:ea typeface="+mj-ea"/>
              </a:rPr>
              <a:t>相对定位</a:t>
            </a:r>
          </a:p>
        </p:txBody>
      </p:sp>
      <mc:AlternateContent xmlns:mc="http://schemas.openxmlformats.org/markup-compatibility/2006">
        <mc:Choice xmlns:p14="http://schemas.microsoft.com/office/powerpoint/2010/main" Requires="p14">
          <p:contentPart p14:bwMode="auto" r:id="rId2">
            <p14:nvContentPartPr>
              <p14:cNvPr id="5" name="墨迹 4"/>
              <p14:cNvContentPartPr/>
              <p14:nvPr/>
            </p14:nvContentPartPr>
            <p14:xfrm>
              <a:off x="7134120" y="1067040"/>
              <a:ext cx="1095840" cy="1038600"/>
            </p14:xfrm>
          </p:contentPart>
        </mc:Choice>
        <mc:Fallback>
          <p:pic>
            <p:nvPicPr>
              <p:cNvPr id="5" name="墨迹 4"/>
              <p:cNvPicPr/>
              <p:nvPr/>
            </p:nvPicPr>
            <p:blipFill>
              <a:blip r:embed="rId3"/>
              <a:stretch>
                <a:fillRect/>
              </a:stretch>
            </p:blipFill>
            <p:spPr>
              <a:xfrm>
                <a:off x="7124760" y="1057680"/>
                <a:ext cx="1114560" cy="105732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idx="1"/>
          </p:nvPr>
        </p:nvSpPr>
        <p:spPr>
          <a:xfrm>
            <a:off x="2208214" y="1484313"/>
            <a:ext cx="7704137" cy="3573462"/>
          </a:xfrm>
        </p:spPr>
        <p:txBody>
          <a:bodyPr vert="horz" wrap="square" lIns="91440" tIns="45720" rIns="91440" bIns="45720" anchor="t"/>
          <a:lstStyle/>
          <a:p>
            <a:r>
              <a:rPr lang="zh-CN" altLang="en-US" sz="2400" dirty="0"/>
              <a:t>    </a:t>
            </a:r>
            <a:r>
              <a:rPr lang="zh-CN" altLang="en-US" sz="2400" dirty="0" smtClean="0"/>
              <a:t>    当</a:t>
            </a:r>
            <a:r>
              <a:rPr lang="zh-CN" altLang="en-US" sz="2400" dirty="0"/>
              <a:t>两点相隔较近（如</a:t>
            </a:r>
            <a:r>
              <a:rPr lang="en-US" altLang="zh-CN" sz="2400" dirty="0"/>
              <a:t>10</a:t>
            </a:r>
            <a:r>
              <a:rPr lang="zh-CN" altLang="en-US" sz="2400" dirty="0"/>
              <a:t>公里以内），由于两机同步观测相同的卫星时的卫星星历误差、时钟误差以及电波在大气中传播的误差是相等或大致相同的，因而在相对定位过程中可以有效地抵消或大幅度削弱这些误差的影响，使定位精度得以大大地提高。一般相对定位的精度可达</a:t>
            </a:r>
            <a:r>
              <a:rPr lang="en-US" altLang="zh-CN" sz="2400" dirty="0"/>
              <a:t>±</a:t>
            </a:r>
            <a:r>
              <a:rPr lang="zh-CN" altLang="en-US" sz="2400" dirty="0"/>
              <a:t>（</a:t>
            </a:r>
            <a:r>
              <a:rPr lang="en-US" altLang="zh-CN" sz="2400" dirty="0">
                <a:highlight>
                  <a:srgbClr val="FFFF00"/>
                </a:highlight>
              </a:rPr>
              <a:t>5mm</a:t>
            </a:r>
            <a:r>
              <a:rPr lang="en-US" altLang="zh-CN" sz="2400" dirty="0"/>
              <a:t> +1ppm.D</a:t>
            </a:r>
            <a:r>
              <a:rPr lang="zh-CN" altLang="en-US" sz="2400" dirty="0"/>
              <a:t>），完全可用于大地测量和工程测量之中。</a:t>
            </a:r>
          </a:p>
          <a:p>
            <a:r>
              <a:rPr lang="zh-CN" altLang="en-US" sz="1800" dirty="0">
                <a:solidFill>
                  <a:srgbClr val="93CDDD"/>
                </a:solidFill>
              </a:rPr>
              <a:t>【</a:t>
            </a:r>
            <a:r>
              <a:rPr lang="zh-CN" altLang="en-US" sz="1800" i="1" dirty="0">
                <a:solidFill>
                  <a:srgbClr val="93CDDD"/>
                </a:solidFill>
              </a:rPr>
              <a:t>定位误差不超过</a:t>
            </a:r>
            <a:r>
              <a:rPr lang="en-US" altLang="zh-CN" sz="1800" i="1" dirty="0">
                <a:solidFill>
                  <a:srgbClr val="93CDDD"/>
                </a:solidFill>
              </a:rPr>
              <a:t> </a:t>
            </a:r>
            <a:r>
              <a:rPr lang="en-US" altLang="en-US" sz="1800" i="1" dirty="0">
                <a:solidFill>
                  <a:srgbClr val="93CDDD"/>
                </a:solidFill>
              </a:rPr>
              <a:t>±</a:t>
            </a:r>
            <a:r>
              <a:rPr lang="en-US" altLang="zh-CN" sz="1800" i="1" dirty="0">
                <a:solidFill>
                  <a:srgbClr val="93CDDD"/>
                </a:solidFill>
              </a:rPr>
              <a:t>(5 </a:t>
            </a:r>
            <a:r>
              <a:rPr lang="zh-CN" altLang="en-US" sz="1800" i="1" dirty="0">
                <a:solidFill>
                  <a:srgbClr val="93CDDD"/>
                </a:solidFill>
              </a:rPr>
              <a:t>毫米</a:t>
            </a:r>
            <a:r>
              <a:rPr lang="en-US" altLang="zh-CN" sz="1800" i="1" dirty="0">
                <a:solidFill>
                  <a:srgbClr val="93CDDD"/>
                </a:solidFill>
              </a:rPr>
              <a:t> + 1ppm </a:t>
            </a:r>
            <a:r>
              <a:rPr lang="en-US" altLang="en-US" sz="1800" i="1" dirty="0">
                <a:solidFill>
                  <a:srgbClr val="93CDDD"/>
                </a:solidFill>
              </a:rPr>
              <a:t>×</a:t>
            </a:r>
            <a:r>
              <a:rPr lang="en-US" altLang="zh-CN" sz="1800" i="1" dirty="0">
                <a:solidFill>
                  <a:srgbClr val="93CDDD"/>
                </a:solidFill>
              </a:rPr>
              <a:t> </a:t>
            </a:r>
            <a:r>
              <a:rPr lang="zh-CN" altLang="en-US" sz="1800" i="1" dirty="0">
                <a:solidFill>
                  <a:srgbClr val="93CDDD"/>
                </a:solidFill>
              </a:rPr>
              <a:t>距离</a:t>
            </a:r>
            <a:r>
              <a:rPr lang="en-US" altLang="zh-CN" sz="1800" i="1" dirty="0">
                <a:solidFill>
                  <a:srgbClr val="93CDDD"/>
                </a:solidFill>
              </a:rPr>
              <a:t>)</a:t>
            </a:r>
          </a:p>
          <a:p>
            <a:r>
              <a:rPr lang="en-US" altLang="zh-CN" sz="1800" i="1" dirty="0">
                <a:solidFill>
                  <a:srgbClr val="93CDDD"/>
                </a:solidFill>
              </a:rPr>
              <a:t>1ppm·D</a:t>
            </a:r>
          </a:p>
          <a:p>
            <a:r>
              <a:rPr lang="en-US" altLang="zh-CN" sz="1800" i="1" dirty="0">
                <a:solidFill>
                  <a:srgbClr val="93CDDD"/>
                </a:solidFill>
              </a:rPr>
              <a:t>ppm = part per million = </a:t>
            </a:r>
            <a:r>
              <a:rPr lang="zh-CN" altLang="en-US" sz="1800" i="1" dirty="0">
                <a:solidFill>
                  <a:srgbClr val="93CDDD"/>
                </a:solidFill>
              </a:rPr>
              <a:t>百万分之一</a:t>
            </a:r>
          </a:p>
          <a:p>
            <a:r>
              <a:rPr lang="en-US" altLang="zh-CN" sz="1800" i="1" dirty="0">
                <a:solidFill>
                  <a:srgbClr val="93CDDD"/>
                </a:solidFill>
              </a:rPr>
              <a:t>D = </a:t>
            </a:r>
            <a:r>
              <a:rPr lang="zh-CN" altLang="en-US" sz="1800" i="1" dirty="0">
                <a:solidFill>
                  <a:srgbClr val="93CDDD"/>
                </a:solidFill>
              </a:rPr>
              <a:t>两台接收机之间的距离（单位：</a:t>
            </a:r>
            <a:r>
              <a:rPr lang="en-US" altLang="zh-CN" sz="1800" i="1" dirty="0">
                <a:solidFill>
                  <a:srgbClr val="93CDDD"/>
                </a:solidFill>
              </a:rPr>
              <a:t>km</a:t>
            </a:r>
            <a:r>
              <a:rPr lang="zh-CN" altLang="en-US" sz="1800" dirty="0">
                <a:solidFill>
                  <a:srgbClr val="93CDDD"/>
                </a:solidFill>
              </a:rPr>
              <a:t>】</a:t>
            </a:r>
          </a:p>
          <a:p>
            <a:endParaRPr lang="en-US" altLang="zh-CN" sz="2400" dirty="0" smtClean="0"/>
          </a:p>
          <a:p>
            <a:r>
              <a:rPr lang="en-US" altLang="zh-CN" sz="2400" dirty="0"/>
              <a:t> </a:t>
            </a:r>
            <a:r>
              <a:rPr lang="en-US" altLang="zh-CN" sz="2400" dirty="0" smtClean="0"/>
              <a:t>       </a:t>
            </a:r>
            <a:r>
              <a:rPr lang="zh-CN" altLang="en-US" sz="2400" dirty="0" smtClean="0"/>
              <a:t>相对</a:t>
            </a:r>
            <a:r>
              <a:rPr lang="zh-CN" altLang="en-US" sz="2400" dirty="0"/>
              <a:t>定位分为</a:t>
            </a:r>
            <a:r>
              <a:rPr lang="zh-CN" altLang="en-US" sz="2400" dirty="0">
                <a:highlight>
                  <a:srgbClr val="FFFF00"/>
                </a:highlight>
              </a:rPr>
              <a:t>单差法</a:t>
            </a:r>
            <a:r>
              <a:rPr lang="zh-CN" altLang="en-US" sz="2400" dirty="0"/>
              <a:t>、</a:t>
            </a:r>
            <a:r>
              <a:rPr lang="zh-CN" altLang="en-US" sz="2400" dirty="0">
                <a:highlight>
                  <a:srgbClr val="FFFF00"/>
                </a:highlight>
              </a:rPr>
              <a:t>双差法</a:t>
            </a:r>
            <a:r>
              <a:rPr lang="zh-CN" altLang="en-US" sz="2400" dirty="0"/>
              <a:t>和</a:t>
            </a:r>
            <a:r>
              <a:rPr lang="zh-CN" altLang="en-US" sz="2400" dirty="0">
                <a:highlight>
                  <a:srgbClr val="FFFF00"/>
                </a:highlight>
              </a:rPr>
              <a:t>三差法</a:t>
            </a:r>
            <a:r>
              <a:rPr lang="zh-CN" altLang="en-US" sz="2400" dirty="0"/>
              <a:t>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8">
                                            <p:txEl>
                                              <p:pRg st="0" end="0"/>
                                            </p:txEl>
                                          </p:spTgt>
                                        </p:tgtEl>
                                        <p:attrNameLst>
                                          <p:attrName>style.visibility</p:attrName>
                                        </p:attrNameLst>
                                      </p:cBhvr>
                                      <p:to>
                                        <p:strVal val="visible"/>
                                      </p:to>
                                    </p:set>
                                    <p:anim calcmode="lin" valueType="num">
                                      <p:cBhvr additive="base">
                                        <p:cTn id="7" dur="500" fill="hold"/>
                                        <p:tgtEl>
                                          <p:spTgt spid="706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6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58">
                                            <p:txEl>
                                              <p:pRg st="1" end="1"/>
                                            </p:txEl>
                                          </p:spTgt>
                                        </p:tgtEl>
                                        <p:attrNameLst>
                                          <p:attrName>style.visibility</p:attrName>
                                        </p:attrNameLst>
                                      </p:cBhvr>
                                      <p:to>
                                        <p:strVal val="visible"/>
                                      </p:to>
                                    </p:set>
                                    <p:anim calcmode="lin" valueType="num">
                                      <p:cBhvr additive="base">
                                        <p:cTn id="13" dur="500" fill="hold"/>
                                        <p:tgtEl>
                                          <p:spTgt spid="7065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65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658">
                                            <p:txEl>
                                              <p:pRg st="2" end="2"/>
                                            </p:txEl>
                                          </p:spTgt>
                                        </p:tgtEl>
                                        <p:attrNameLst>
                                          <p:attrName>style.visibility</p:attrName>
                                        </p:attrNameLst>
                                      </p:cBhvr>
                                      <p:to>
                                        <p:strVal val="visible"/>
                                      </p:to>
                                    </p:set>
                                    <p:anim calcmode="lin" valueType="num">
                                      <p:cBhvr additive="base">
                                        <p:cTn id="19" dur="500" fill="hold"/>
                                        <p:tgtEl>
                                          <p:spTgt spid="7065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065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0658">
                                            <p:txEl>
                                              <p:pRg st="3" end="3"/>
                                            </p:txEl>
                                          </p:spTgt>
                                        </p:tgtEl>
                                        <p:attrNameLst>
                                          <p:attrName>style.visibility</p:attrName>
                                        </p:attrNameLst>
                                      </p:cBhvr>
                                      <p:to>
                                        <p:strVal val="visible"/>
                                      </p:to>
                                    </p:set>
                                    <p:anim calcmode="lin" valueType="num">
                                      <p:cBhvr additive="base">
                                        <p:cTn id="25" dur="500" fill="hold"/>
                                        <p:tgtEl>
                                          <p:spTgt spid="7065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065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0658">
                                            <p:txEl>
                                              <p:pRg st="4" end="4"/>
                                            </p:txEl>
                                          </p:spTgt>
                                        </p:tgtEl>
                                        <p:attrNameLst>
                                          <p:attrName>style.visibility</p:attrName>
                                        </p:attrNameLst>
                                      </p:cBhvr>
                                      <p:to>
                                        <p:strVal val="visible"/>
                                      </p:to>
                                    </p:set>
                                    <p:anim calcmode="lin" valueType="num">
                                      <p:cBhvr additive="base">
                                        <p:cTn id="31" dur="500" fill="hold"/>
                                        <p:tgtEl>
                                          <p:spTgt spid="7065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065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0658">
                                            <p:txEl>
                                              <p:pRg st="6" end="6"/>
                                            </p:txEl>
                                          </p:spTgt>
                                        </p:tgtEl>
                                        <p:attrNameLst>
                                          <p:attrName>style.visibility</p:attrName>
                                        </p:attrNameLst>
                                      </p:cBhvr>
                                      <p:to>
                                        <p:strVal val="visible"/>
                                      </p:to>
                                    </p:set>
                                    <p:anim calcmode="lin" valueType="num">
                                      <p:cBhvr additive="base">
                                        <p:cTn id="37" dur="500" fill="hold"/>
                                        <p:tgtEl>
                                          <p:spTgt spid="70658">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065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idx="1"/>
          </p:nvPr>
        </p:nvSpPr>
        <p:spPr>
          <a:xfrm>
            <a:off x="1524000" y="581875"/>
            <a:ext cx="9144000" cy="692150"/>
          </a:xfrm>
        </p:spPr>
        <p:txBody>
          <a:bodyPr vert="horz" wrap="square" lIns="91440" tIns="45720" rIns="91440" bIns="45720" anchor="t"/>
          <a:lstStyle/>
          <a:p>
            <a:pPr algn="ctr"/>
            <a:r>
              <a:rPr lang="zh-CN" altLang="en-US" sz="4000" dirty="0">
                <a:latin typeface="+mj-ea"/>
                <a:ea typeface="+mj-ea"/>
              </a:rPr>
              <a:t>相对定位</a:t>
            </a:r>
            <a:r>
              <a:rPr lang="zh-CN" altLang="en-US" sz="4000" dirty="0" smtClean="0">
                <a:latin typeface="+mj-ea"/>
                <a:ea typeface="+mj-ea"/>
              </a:rPr>
              <a:t>示意图</a:t>
            </a:r>
            <a:endParaRPr lang="zh-CN" altLang="en-US" sz="4000" dirty="0">
              <a:latin typeface="+mj-ea"/>
              <a:ea typeface="+mj-ea"/>
            </a:endParaRPr>
          </a:p>
        </p:txBody>
      </p:sp>
      <p:grpSp>
        <p:nvGrpSpPr>
          <p:cNvPr id="2" name="Group 774"/>
          <p:cNvGrpSpPr/>
          <p:nvPr/>
        </p:nvGrpSpPr>
        <p:grpSpPr>
          <a:xfrm>
            <a:off x="2429328" y="1965615"/>
            <a:ext cx="6229852" cy="4786312"/>
            <a:chOff x="1338" y="663"/>
            <a:chExt cx="2879" cy="3015"/>
          </a:xfrm>
        </p:grpSpPr>
        <p:sp>
          <p:nvSpPr>
            <p:cNvPr id="51203" name="Line 3"/>
            <p:cNvSpPr/>
            <p:nvPr/>
          </p:nvSpPr>
          <p:spPr>
            <a:xfrm>
              <a:off x="1705" y="1997"/>
              <a:ext cx="416" cy="1050"/>
            </a:xfrm>
            <a:prstGeom prst="line">
              <a:avLst/>
            </a:prstGeom>
            <a:ln w="12700" cap="flat" cmpd="sng">
              <a:solidFill>
                <a:schemeClr val="hlink"/>
              </a:solidFill>
              <a:prstDash val="solid"/>
              <a:headEnd type="none" w="med" len="med"/>
              <a:tailEnd type="none" w="med" len="med"/>
            </a:ln>
          </p:spPr>
        </p:sp>
        <p:sp>
          <p:nvSpPr>
            <p:cNvPr id="51204" name="Line 4"/>
            <p:cNvSpPr/>
            <p:nvPr/>
          </p:nvSpPr>
          <p:spPr>
            <a:xfrm flipH="1">
              <a:off x="2123" y="1083"/>
              <a:ext cx="1010" cy="1964"/>
            </a:xfrm>
            <a:prstGeom prst="line">
              <a:avLst/>
            </a:prstGeom>
            <a:ln w="12700" cap="flat" cmpd="sng">
              <a:solidFill>
                <a:schemeClr val="hlink"/>
              </a:solidFill>
              <a:prstDash val="solid"/>
              <a:headEnd type="none" w="med" len="med"/>
              <a:tailEnd type="none" w="med" len="med"/>
            </a:ln>
          </p:spPr>
        </p:sp>
        <p:sp>
          <p:nvSpPr>
            <p:cNvPr id="51205" name="Line 5"/>
            <p:cNvSpPr/>
            <p:nvPr/>
          </p:nvSpPr>
          <p:spPr>
            <a:xfrm flipH="1">
              <a:off x="2123" y="1385"/>
              <a:ext cx="1745" cy="1662"/>
            </a:xfrm>
            <a:prstGeom prst="line">
              <a:avLst/>
            </a:prstGeom>
            <a:ln w="12700" cap="flat" cmpd="sng">
              <a:solidFill>
                <a:schemeClr val="hlink"/>
              </a:solidFill>
              <a:prstDash val="solid"/>
              <a:headEnd type="none" w="med" len="med"/>
              <a:tailEnd type="none" w="med" len="med"/>
            </a:ln>
          </p:spPr>
        </p:sp>
        <p:sp>
          <p:nvSpPr>
            <p:cNvPr id="51206" name="Line 6"/>
            <p:cNvSpPr/>
            <p:nvPr/>
          </p:nvSpPr>
          <p:spPr>
            <a:xfrm flipH="1">
              <a:off x="2124" y="1169"/>
              <a:ext cx="102" cy="1878"/>
            </a:xfrm>
            <a:prstGeom prst="line">
              <a:avLst/>
            </a:prstGeom>
            <a:ln w="12700" cap="flat" cmpd="sng">
              <a:solidFill>
                <a:schemeClr val="hlink"/>
              </a:solidFill>
              <a:prstDash val="solid"/>
              <a:headEnd type="none" w="med" len="med"/>
              <a:tailEnd type="none" w="med" len="med"/>
            </a:ln>
          </p:spPr>
        </p:sp>
        <p:grpSp>
          <p:nvGrpSpPr>
            <p:cNvPr id="51207" name="Group 7"/>
            <p:cNvGrpSpPr/>
            <p:nvPr/>
          </p:nvGrpSpPr>
          <p:grpSpPr>
            <a:xfrm>
              <a:off x="1519" y="1796"/>
              <a:ext cx="281" cy="226"/>
              <a:chOff x="2664" y="1810"/>
              <a:chExt cx="281" cy="226"/>
            </a:xfrm>
          </p:grpSpPr>
          <p:sp>
            <p:nvSpPr>
              <p:cNvPr id="51208" name="Freeform 8"/>
              <p:cNvSpPr/>
              <p:nvPr/>
            </p:nvSpPr>
            <p:spPr>
              <a:xfrm>
                <a:off x="2840" y="1810"/>
                <a:ext cx="105" cy="112"/>
              </a:xfrm>
              <a:custGeom>
                <a:avLst/>
                <a:gdLst/>
                <a:ahLst/>
                <a:cxnLst>
                  <a:cxn ang="0">
                    <a:pos x="104" y="67"/>
                  </a:cxn>
                  <a:cxn ang="0">
                    <a:pos x="65" y="0"/>
                  </a:cxn>
                  <a:cxn ang="0">
                    <a:pos x="0" y="37"/>
                  </a:cxn>
                  <a:cxn ang="0">
                    <a:pos x="41" y="111"/>
                  </a:cxn>
                  <a:cxn ang="0">
                    <a:pos x="104" y="67"/>
                  </a:cxn>
                </a:cxnLst>
                <a:rect l="0" t="0" r="0" b="0"/>
                <a:pathLst>
                  <a:path w="105" h="112">
                    <a:moveTo>
                      <a:pt x="104" y="67"/>
                    </a:moveTo>
                    <a:lnTo>
                      <a:pt x="65" y="0"/>
                    </a:lnTo>
                    <a:lnTo>
                      <a:pt x="0" y="37"/>
                    </a:lnTo>
                    <a:lnTo>
                      <a:pt x="41" y="111"/>
                    </a:lnTo>
                    <a:lnTo>
                      <a:pt x="104" y="6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209" name="Freeform 9"/>
              <p:cNvSpPr/>
              <p:nvPr/>
            </p:nvSpPr>
            <p:spPr>
              <a:xfrm>
                <a:off x="2759" y="1881"/>
                <a:ext cx="88" cy="79"/>
              </a:xfrm>
              <a:custGeom>
                <a:avLst/>
                <a:gdLst/>
                <a:ahLst/>
                <a:cxnLst>
                  <a:cxn ang="0">
                    <a:pos x="8" y="27"/>
                  </a:cxn>
                  <a:cxn ang="0">
                    <a:pos x="50" y="0"/>
                  </a:cxn>
                  <a:cxn ang="0">
                    <a:pos x="67" y="0"/>
                  </a:cxn>
                  <a:cxn ang="0">
                    <a:pos x="87" y="34"/>
                  </a:cxn>
                  <a:cxn ang="0">
                    <a:pos x="77" y="50"/>
                  </a:cxn>
                  <a:cxn ang="0">
                    <a:pos x="36" y="77"/>
                  </a:cxn>
                  <a:cxn ang="0">
                    <a:pos x="19" y="78"/>
                  </a:cxn>
                  <a:cxn ang="0">
                    <a:pos x="0" y="43"/>
                  </a:cxn>
                  <a:cxn ang="0">
                    <a:pos x="8" y="27"/>
                  </a:cxn>
                </a:cxnLst>
                <a:rect l="0" t="0" r="0" b="0"/>
                <a:pathLst>
                  <a:path w="88" h="79">
                    <a:moveTo>
                      <a:pt x="8" y="27"/>
                    </a:moveTo>
                    <a:lnTo>
                      <a:pt x="50" y="0"/>
                    </a:lnTo>
                    <a:lnTo>
                      <a:pt x="67" y="0"/>
                    </a:lnTo>
                    <a:lnTo>
                      <a:pt x="87" y="34"/>
                    </a:lnTo>
                    <a:lnTo>
                      <a:pt x="77" y="50"/>
                    </a:lnTo>
                    <a:lnTo>
                      <a:pt x="36" y="77"/>
                    </a:lnTo>
                    <a:lnTo>
                      <a:pt x="19" y="78"/>
                    </a:lnTo>
                    <a:lnTo>
                      <a:pt x="0" y="43"/>
                    </a:lnTo>
                    <a:lnTo>
                      <a:pt x="8" y="27"/>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10" name="Freeform 10"/>
              <p:cNvSpPr/>
              <p:nvPr/>
            </p:nvSpPr>
            <p:spPr>
              <a:xfrm>
                <a:off x="2789" y="1864"/>
                <a:ext cx="90" cy="80"/>
              </a:xfrm>
              <a:custGeom>
                <a:avLst/>
                <a:gdLst/>
                <a:ahLst/>
                <a:cxnLst>
                  <a:cxn ang="0">
                    <a:pos x="9" y="28"/>
                  </a:cxn>
                  <a:cxn ang="0">
                    <a:pos x="51" y="1"/>
                  </a:cxn>
                  <a:cxn ang="0">
                    <a:pos x="69" y="0"/>
                  </a:cxn>
                  <a:cxn ang="0">
                    <a:pos x="89" y="35"/>
                  </a:cxn>
                  <a:cxn ang="0">
                    <a:pos x="79" y="50"/>
                  </a:cxn>
                  <a:cxn ang="0">
                    <a:pos x="38" y="77"/>
                  </a:cxn>
                  <a:cxn ang="0">
                    <a:pos x="19" y="79"/>
                  </a:cxn>
                  <a:cxn ang="0">
                    <a:pos x="0" y="44"/>
                  </a:cxn>
                  <a:cxn ang="0">
                    <a:pos x="9" y="28"/>
                  </a:cxn>
                </a:cxnLst>
                <a:rect l="0" t="0" r="0" b="0"/>
                <a:pathLst>
                  <a:path w="90" h="80">
                    <a:moveTo>
                      <a:pt x="9" y="28"/>
                    </a:moveTo>
                    <a:lnTo>
                      <a:pt x="51" y="1"/>
                    </a:lnTo>
                    <a:lnTo>
                      <a:pt x="69" y="0"/>
                    </a:lnTo>
                    <a:lnTo>
                      <a:pt x="89" y="35"/>
                    </a:lnTo>
                    <a:lnTo>
                      <a:pt x="79" y="50"/>
                    </a:lnTo>
                    <a:lnTo>
                      <a:pt x="38" y="77"/>
                    </a:lnTo>
                    <a:lnTo>
                      <a:pt x="19" y="79"/>
                    </a:lnTo>
                    <a:lnTo>
                      <a:pt x="0" y="44"/>
                    </a:lnTo>
                    <a:lnTo>
                      <a:pt x="9" y="28"/>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11" name="Freeform 11"/>
              <p:cNvSpPr/>
              <p:nvPr/>
            </p:nvSpPr>
            <p:spPr>
              <a:xfrm>
                <a:off x="2767" y="1875"/>
                <a:ext cx="79" cy="34"/>
              </a:xfrm>
              <a:custGeom>
                <a:avLst/>
                <a:gdLst/>
                <a:ahLst/>
                <a:cxnLst>
                  <a:cxn ang="0">
                    <a:pos x="40" y="5"/>
                  </a:cxn>
                  <a:cxn ang="0">
                    <a:pos x="78" y="0"/>
                  </a:cxn>
                  <a:cxn ang="0">
                    <a:pos x="37" y="26"/>
                  </a:cxn>
                  <a:cxn ang="0">
                    <a:pos x="0" y="33"/>
                  </a:cxn>
                  <a:cxn ang="0">
                    <a:pos x="40" y="5"/>
                  </a:cxn>
                </a:cxnLst>
                <a:rect l="0" t="0" r="0" b="0"/>
                <a:pathLst>
                  <a:path w="79" h="34">
                    <a:moveTo>
                      <a:pt x="40" y="5"/>
                    </a:moveTo>
                    <a:lnTo>
                      <a:pt x="78" y="0"/>
                    </a:lnTo>
                    <a:lnTo>
                      <a:pt x="37" y="26"/>
                    </a:lnTo>
                    <a:lnTo>
                      <a:pt x="0" y="33"/>
                    </a:lnTo>
                    <a:lnTo>
                      <a:pt x="40" y="5"/>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212" name="Freeform 12"/>
              <p:cNvSpPr/>
              <p:nvPr/>
            </p:nvSpPr>
            <p:spPr>
              <a:xfrm>
                <a:off x="2779" y="1945"/>
                <a:ext cx="51" cy="17"/>
              </a:xfrm>
              <a:custGeom>
                <a:avLst/>
                <a:gdLst/>
                <a:ahLst/>
                <a:cxnLst>
                  <a:cxn ang="0">
                    <a:pos x="0" y="16"/>
                  </a:cxn>
                  <a:cxn ang="0">
                    <a:pos x="32" y="0"/>
                  </a:cxn>
                  <a:cxn ang="0">
                    <a:pos x="50" y="0"/>
                  </a:cxn>
                  <a:cxn ang="0">
                    <a:pos x="17" y="16"/>
                  </a:cxn>
                  <a:cxn ang="0">
                    <a:pos x="0" y="16"/>
                  </a:cxn>
                </a:cxnLst>
                <a:rect l="0" t="0" r="0" b="0"/>
                <a:pathLst>
                  <a:path w="51" h="17">
                    <a:moveTo>
                      <a:pt x="0" y="16"/>
                    </a:moveTo>
                    <a:lnTo>
                      <a:pt x="32" y="0"/>
                    </a:lnTo>
                    <a:lnTo>
                      <a:pt x="50" y="0"/>
                    </a:lnTo>
                    <a:lnTo>
                      <a:pt x="17" y="16"/>
                    </a:lnTo>
                    <a:lnTo>
                      <a:pt x="0" y="1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213" name="Line 13"/>
              <p:cNvSpPr/>
              <p:nvPr/>
            </p:nvSpPr>
            <p:spPr>
              <a:xfrm flipV="1">
                <a:off x="2764" y="1907"/>
                <a:ext cx="21" cy="20"/>
              </a:xfrm>
              <a:prstGeom prst="line">
                <a:avLst/>
              </a:prstGeom>
              <a:ln w="12700" cap="flat" cmpd="sng">
                <a:solidFill>
                  <a:schemeClr val="tx1"/>
                </a:solidFill>
                <a:prstDash val="solid"/>
                <a:headEnd type="none" w="med" len="med"/>
                <a:tailEnd type="none" w="med" len="med"/>
              </a:ln>
            </p:spPr>
          </p:sp>
          <p:sp>
            <p:nvSpPr>
              <p:cNvPr id="51214" name="Oval 14"/>
              <p:cNvSpPr/>
              <p:nvPr/>
            </p:nvSpPr>
            <p:spPr>
              <a:xfrm rot="-1860000">
                <a:off x="2806" y="1899"/>
                <a:ext cx="16"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215" name="Line 15"/>
              <p:cNvSpPr/>
              <p:nvPr/>
            </p:nvSpPr>
            <p:spPr>
              <a:xfrm flipV="1">
                <a:off x="2808" y="1887"/>
                <a:ext cx="0" cy="14"/>
              </a:xfrm>
              <a:prstGeom prst="line">
                <a:avLst/>
              </a:prstGeom>
              <a:ln w="12700" cap="flat" cmpd="sng">
                <a:solidFill>
                  <a:schemeClr val="tx1"/>
                </a:solidFill>
                <a:prstDash val="solid"/>
                <a:headEnd type="none" w="med" len="med"/>
                <a:tailEnd type="none" w="med" len="med"/>
              </a:ln>
            </p:spPr>
          </p:sp>
          <p:sp>
            <p:nvSpPr>
              <p:cNvPr id="51216" name="Line 16"/>
              <p:cNvSpPr/>
              <p:nvPr/>
            </p:nvSpPr>
            <p:spPr>
              <a:xfrm>
                <a:off x="2808" y="1902"/>
                <a:ext cx="6" cy="0"/>
              </a:xfrm>
              <a:prstGeom prst="line">
                <a:avLst/>
              </a:prstGeom>
              <a:ln w="12700" cap="flat" cmpd="sng">
                <a:solidFill>
                  <a:schemeClr val="tx1"/>
                </a:solidFill>
                <a:prstDash val="solid"/>
                <a:headEnd type="none" w="med" len="med"/>
                <a:tailEnd type="none" w="med" len="med"/>
              </a:ln>
            </p:spPr>
          </p:sp>
          <p:sp>
            <p:nvSpPr>
              <p:cNvPr id="51217" name="Oval 17"/>
              <p:cNvSpPr/>
              <p:nvPr/>
            </p:nvSpPr>
            <p:spPr>
              <a:xfrm rot="-1860000">
                <a:off x="2806" y="1894"/>
                <a:ext cx="68" cy="3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218" name="Line 18"/>
              <p:cNvSpPr/>
              <p:nvPr/>
            </p:nvSpPr>
            <p:spPr>
              <a:xfrm flipV="1">
                <a:off x="2845" y="1858"/>
                <a:ext cx="24" cy="20"/>
              </a:xfrm>
              <a:prstGeom prst="line">
                <a:avLst/>
              </a:prstGeom>
              <a:ln w="12700" cap="flat" cmpd="sng">
                <a:solidFill>
                  <a:schemeClr val="tx1"/>
                </a:solidFill>
                <a:prstDash val="solid"/>
                <a:headEnd type="none" w="med" len="med"/>
                <a:tailEnd type="none" w="med" len="med"/>
              </a:ln>
            </p:spPr>
          </p:sp>
          <p:sp>
            <p:nvSpPr>
              <p:cNvPr id="51219" name="Freeform 19"/>
              <p:cNvSpPr/>
              <p:nvPr/>
            </p:nvSpPr>
            <p:spPr>
              <a:xfrm>
                <a:off x="2807" y="1892"/>
                <a:ext cx="23" cy="17"/>
              </a:xfrm>
              <a:custGeom>
                <a:avLst/>
                <a:gdLst/>
                <a:ahLst/>
                <a:cxnLst>
                  <a:cxn ang="0">
                    <a:pos x="0" y="11"/>
                  </a:cxn>
                  <a:cxn ang="0">
                    <a:pos x="11" y="0"/>
                  </a:cxn>
                  <a:cxn ang="0">
                    <a:pos x="22" y="2"/>
                  </a:cxn>
                  <a:cxn ang="0">
                    <a:pos x="20" y="16"/>
                  </a:cxn>
                  <a:cxn ang="0">
                    <a:pos x="0" y="11"/>
                  </a:cxn>
                </a:cxnLst>
                <a:rect l="0" t="0" r="0" b="0"/>
                <a:pathLst>
                  <a:path w="23" h="17">
                    <a:moveTo>
                      <a:pt x="0" y="11"/>
                    </a:moveTo>
                    <a:lnTo>
                      <a:pt x="11" y="0"/>
                    </a:lnTo>
                    <a:lnTo>
                      <a:pt x="22" y="2"/>
                    </a:lnTo>
                    <a:lnTo>
                      <a:pt x="20" y="16"/>
                    </a:lnTo>
                    <a:lnTo>
                      <a:pt x="0" y="1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20" name="Freeform 20"/>
              <p:cNvSpPr/>
              <p:nvPr/>
            </p:nvSpPr>
            <p:spPr>
              <a:xfrm>
                <a:off x="2809" y="1891"/>
                <a:ext cx="23" cy="19"/>
              </a:xfrm>
              <a:custGeom>
                <a:avLst/>
                <a:gdLst/>
                <a:ahLst/>
                <a:cxnLst>
                  <a:cxn ang="0">
                    <a:pos x="15" y="0"/>
                  </a:cxn>
                  <a:cxn ang="0">
                    <a:pos x="22" y="9"/>
                  </a:cxn>
                  <a:cxn ang="0">
                    <a:pos x="13" y="18"/>
                  </a:cxn>
                  <a:cxn ang="0">
                    <a:pos x="0" y="14"/>
                  </a:cxn>
                  <a:cxn ang="0">
                    <a:pos x="11" y="4"/>
                  </a:cxn>
                  <a:cxn ang="0">
                    <a:pos x="15" y="0"/>
                  </a:cxn>
                </a:cxnLst>
                <a:rect l="0" t="0" r="0" b="0"/>
                <a:pathLst>
                  <a:path w="23" h="19">
                    <a:moveTo>
                      <a:pt x="15" y="0"/>
                    </a:moveTo>
                    <a:lnTo>
                      <a:pt x="22" y="9"/>
                    </a:lnTo>
                    <a:lnTo>
                      <a:pt x="13" y="18"/>
                    </a:lnTo>
                    <a:lnTo>
                      <a:pt x="0" y="14"/>
                    </a:lnTo>
                    <a:lnTo>
                      <a:pt x="11" y="4"/>
                    </a:lnTo>
                    <a:lnTo>
                      <a:pt x="1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21" name="Rectangle 21"/>
              <p:cNvSpPr/>
              <p:nvPr/>
            </p:nvSpPr>
            <p:spPr>
              <a:xfrm rot="-1860000">
                <a:off x="2768" y="1941"/>
                <a:ext cx="15" cy="8"/>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1222" name="Freeform 22"/>
              <p:cNvSpPr/>
              <p:nvPr/>
            </p:nvSpPr>
            <p:spPr>
              <a:xfrm>
                <a:off x="2664" y="1905"/>
                <a:ext cx="122" cy="131"/>
              </a:xfrm>
              <a:custGeom>
                <a:avLst/>
                <a:gdLst/>
                <a:ahLst/>
                <a:cxnLst>
                  <a:cxn ang="0">
                    <a:pos x="0" y="46"/>
                  </a:cxn>
                  <a:cxn ang="0">
                    <a:pos x="46" y="130"/>
                  </a:cxn>
                  <a:cxn ang="0">
                    <a:pos x="121" y="78"/>
                  </a:cxn>
                  <a:cxn ang="0">
                    <a:pos x="76" y="0"/>
                  </a:cxn>
                  <a:cxn ang="0">
                    <a:pos x="0" y="46"/>
                  </a:cxn>
                </a:cxnLst>
                <a:rect l="0" t="0" r="0" b="0"/>
                <a:pathLst>
                  <a:path w="122" h="131">
                    <a:moveTo>
                      <a:pt x="0" y="46"/>
                    </a:moveTo>
                    <a:lnTo>
                      <a:pt x="46" y="130"/>
                    </a:lnTo>
                    <a:lnTo>
                      <a:pt x="121" y="78"/>
                    </a:lnTo>
                    <a:lnTo>
                      <a:pt x="76" y="0"/>
                    </a:lnTo>
                    <a:lnTo>
                      <a:pt x="0" y="46"/>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223" name="Line 23"/>
              <p:cNvSpPr/>
              <p:nvPr/>
            </p:nvSpPr>
            <p:spPr>
              <a:xfrm flipV="1">
                <a:off x="2831" y="1925"/>
                <a:ext cx="3" cy="9"/>
              </a:xfrm>
              <a:prstGeom prst="line">
                <a:avLst/>
              </a:prstGeom>
              <a:ln w="12700" cap="flat" cmpd="sng">
                <a:solidFill>
                  <a:schemeClr val="tx1"/>
                </a:solidFill>
                <a:prstDash val="solid"/>
                <a:headEnd type="none" w="med" len="med"/>
                <a:tailEnd type="none" w="med" len="med"/>
              </a:ln>
            </p:spPr>
          </p:sp>
          <p:sp>
            <p:nvSpPr>
              <p:cNvPr id="51224" name="Line 24"/>
              <p:cNvSpPr/>
              <p:nvPr/>
            </p:nvSpPr>
            <p:spPr>
              <a:xfrm flipV="1">
                <a:off x="2830" y="1923"/>
                <a:ext cx="3" cy="11"/>
              </a:xfrm>
              <a:prstGeom prst="line">
                <a:avLst/>
              </a:prstGeom>
              <a:ln w="12700" cap="flat" cmpd="sng">
                <a:solidFill>
                  <a:schemeClr val="tx1"/>
                </a:solidFill>
                <a:prstDash val="solid"/>
                <a:headEnd type="none" w="med" len="med"/>
                <a:tailEnd type="none" w="med" len="med"/>
              </a:ln>
            </p:spPr>
          </p:sp>
          <p:sp>
            <p:nvSpPr>
              <p:cNvPr id="51225" name="Freeform 25"/>
              <p:cNvSpPr/>
              <p:nvPr/>
            </p:nvSpPr>
            <p:spPr>
              <a:xfrm>
                <a:off x="2826" y="1921"/>
                <a:ext cx="23" cy="22"/>
              </a:xfrm>
              <a:custGeom>
                <a:avLst/>
                <a:gdLst/>
                <a:ahLst/>
                <a:cxnLst>
                  <a:cxn ang="0">
                    <a:pos x="17" y="16"/>
                  </a:cxn>
                  <a:cxn ang="0">
                    <a:pos x="22" y="13"/>
                  </a:cxn>
                  <a:cxn ang="0">
                    <a:pos x="21" y="11"/>
                  </a:cxn>
                  <a:cxn ang="0">
                    <a:pos x="16" y="1"/>
                  </a:cxn>
                  <a:cxn ang="0">
                    <a:pos x="15" y="0"/>
                  </a:cxn>
                  <a:cxn ang="0">
                    <a:pos x="11" y="3"/>
                  </a:cxn>
                  <a:cxn ang="0">
                    <a:pos x="7" y="8"/>
                  </a:cxn>
                  <a:cxn ang="0">
                    <a:pos x="3" y="13"/>
                  </a:cxn>
                  <a:cxn ang="0">
                    <a:pos x="0" y="18"/>
                  </a:cxn>
                  <a:cxn ang="0">
                    <a:pos x="0" y="20"/>
                  </a:cxn>
                  <a:cxn ang="0">
                    <a:pos x="5" y="17"/>
                  </a:cxn>
                  <a:cxn ang="0">
                    <a:pos x="7" y="21"/>
                  </a:cxn>
                  <a:cxn ang="0">
                    <a:pos x="13" y="20"/>
                  </a:cxn>
                  <a:cxn ang="0">
                    <a:pos x="17" y="16"/>
                  </a:cxn>
                </a:cxnLst>
                <a:rect l="0" t="0" r="0" b="0"/>
                <a:pathLst>
                  <a:path w="23" h="22">
                    <a:moveTo>
                      <a:pt x="17" y="16"/>
                    </a:moveTo>
                    <a:lnTo>
                      <a:pt x="22" y="13"/>
                    </a:lnTo>
                    <a:lnTo>
                      <a:pt x="21" y="11"/>
                    </a:lnTo>
                    <a:lnTo>
                      <a:pt x="16" y="1"/>
                    </a:lnTo>
                    <a:lnTo>
                      <a:pt x="15" y="0"/>
                    </a:lnTo>
                    <a:lnTo>
                      <a:pt x="11" y="3"/>
                    </a:lnTo>
                    <a:lnTo>
                      <a:pt x="7" y="8"/>
                    </a:lnTo>
                    <a:lnTo>
                      <a:pt x="3" y="13"/>
                    </a:lnTo>
                    <a:lnTo>
                      <a:pt x="0" y="18"/>
                    </a:lnTo>
                    <a:lnTo>
                      <a:pt x="0" y="20"/>
                    </a:lnTo>
                    <a:lnTo>
                      <a:pt x="5" y="17"/>
                    </a:lnTo>
                    <a:lnTo>
                      <a:pt x="7" y="21"/>
                    </a:lnTo>
                    <a:lnTo>
                      <a:pt x="13" y="20"/>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26" name="Freeform 26"/>
              <p:cNvSpPr/>
              <p:nvPr/>
            </p:nvSpPr>
            <p:spPr>
              <a:xfrm>
                <a:off x="2826" y="1926"/>
                <a:ext cx="25" cy="17"/>
              </a:xfrm>
              <a:custGeom>
                <a:avLst/>
                <a:gdLst/>
                <a:ahLst/>
                <a:cxnLst>
                  <a:cxn ang="0">
                    <a:pos x="0" y="6"/>
                  </a:cxn>
                  <a:cxn ang="0">
                    <a:pos x="21" y="0"/>
                  </a:cxn>
                  <a:cxn ang="0">
                    <a:pos x="24" y="8"/>
                  </a:cxn>
                  <a:cxn ang="0">
                    <a:pos x="1" y="16"/>
                  </a:cxn>
                  <a:cxn ang="0">
                    <a:pos x="0" y="6"/>
                  </a:cxn>
                </a:cxnLst>
                <a:rect l="0" t="0" r="0" b="0"/>
                <a:pathLst>
                  <a:path w="25" h="17">
                    <a:moveTo>
                      <a:pt x="0" y="6"/>
                    </a:moveTo>
                    <a:lnTo>
                      <a:pt x="21" y="0"/>
                    </a:lnTo>
                    <a:lnTo>
                      <a:pt x="24" y="8"/>
                    </a:lnTo>
                    <a:lnTo>
                      <a:pt x="1"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27" name="Freeform 27"/>
              <p:cNvSpPr/>
              <p:nvPr/>
            </p:nvSpPr>
            <p:spPr>
              <a:xfrm>
                <a:off x="2840" y="1921"/>
                <a:ext cx="20" cy="17"/>
              </a:xfrm>
              <a:custGeom>
                <a:avLst/>
                <a:gdLst/>
                <a:ahLst/>
                <a:cxnLst>
                  <a:cxn ang="0">
                    <a:pos x="0" y="14"/>
                  </a:cxn>
                  <a:cxn ang="0">
                    <a:pos x="1" y="16"/>
                  </a:cxn>
                  <a:cxn ang="0">
                    <a:pos x="4" y="14"/>
                  </a:cxn>
                  <a:cxn ang="0">
                    <a:pos x="4" y="16"/>
                  </a:cxn>
                  <a:cxn ang="0">
                    <a:pos x="8" y="16"/>
                  </a:cxn>
                  <a:cxn ang="0">
                    <a:pos x="11" y="16"/>
                  </a:cxn>
                  <a:cxn ang="0">
                    <a:pos x="14" y="14"/>
                  </a:cxn>
                  <a:cxn ang="0">
                    <a:pos x="15" y="10"/>
                  </a:cxn>
                  <a:cxn ang="0">
                    <a:pos x="17" y="7"/>
                  </a:cxn>
                  <a:cxn ang="0">
                    <a:pos x="16" y="5"/>
                  </a:cxn>
                  <a:cxn ang="0">
                    <a:pos x="19" y="3"/>
                  </a:cxn>
                  <a:cxn ang="0">
                    <a:pos x="18" y="1"/>
                  </a:cxn>
                  <a:cxn ang="0">
                    <a:pos x="14" y="1"/>
                  </a:cxn>
                  <a:cxn ang="0">
                    <a:pos x="10" y="1"/>
                  </a:cxn>
                  <a:cxn ang="0">
                    <a:pos x="7" y="0"/>
                  </a:cxn>
                  <a:cxn ang="0">
                    <a:pos x="4" y="2"/>
                  </a:cxn>
                  <a:cxn ang="0">
                    <a:pos x="3" y="6"/>
                  </a:cxn>
                  <a:cxn ang="0">
                    <a:pos x="1" y="10"/>
                  </a:cxn>
                  <a:cxn ang="0">
                    <a:pos x="0" y="14"/>
                  </a:cxn>
                </a:cxnLst>
                <a:rect l="0" t="0" r="0" b="0"/>
                <a:pathLst>
                  <a:path w="20" h="17">
                    <a:moveTo>
                      <a:pt x="0" y="14"/>
                    </a:moveTo>
                    <a:lnTo>
                      <a:pt x="1" y="16"/>
                    </a:lnTo>
                    <a:lnTo>
                      <a:pt x="4" y="14"/>
                    </a:lnTo>
                    <a:lnTo>
                      <a:pt x="4" y="16"/>
                    </a:lnTo>
                    <a:lnTo>
                      <a:pt x="8" y="16"/>
                    </a:lnTo>
                    <a:lnTo>
                      <a:pt x="11" y="16"/>
                    </a:lnTo>
                    <a:lnTo>
                      <a:pt x="14" y="14"/>
                    </a:lnTo>
                    <a:lnTo>
                      <a:pt x="15" y="10"/>
                    </a:lnTo>
                    <a:lnTo>
                      <a:pt x="17" y="7"/>
                    </a:lnTo>
                    <a:lnTo>
                      <a:pt x="16" y="5"/>
                    </a:lnTo>
                    <a:lnTo>
                      <a:pt x="19" y="3"/>
                    </a:lnTo>
                    <a:lnTo>
                      <a:pt x="18" y="1"/>
                    </a:lnTo>
                    <a:lnTo>
                      <a:pt x="14" y="1"/>
                    </a:lnTo>
                    <a:lnTo>
                      <a:pt x="10" y="1"/>
                    </a:lnTo>
                    <a:lnTo>
                      <a:pt x="7" y="0"/>
                    </a:lnTo>
                    <a:lnTo>
                      <a:pt x="4" y="2"/>
                    </a:lnTo>
                    <a:lnTo>
                      <a:pt x="3" y="6"/>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28" name="Line 28"/>
              <p:cNvSpPr/>
              <p:nvPr/>
            </p:nvSpPr>
            <p:spPr>
              <a:xfrm flipV="1">
                <a:off x="2819" y="1922"/>
                <a:ext cx="0" cy="10"/>
              </a:xfrm>
              <a:prstGeom prst="line">
                <a:avLst/>
              </a:prstGeom>
              <a:ln w="12700" cap="flat" cmpd="sng">
                <a:solidFill>
                  <a:schemeClr val="tx1"/>
                </a:solidFill>
                <a:prstDash val="solid"/>
                <a:headEnd type="none" w="med" len="med"/>
                <a:tailEnd type="none" w="med" len="med"/>
              </a:ln>
            </p:spPr>
          </p:sp>
          <p:sp>
            <p:nvSpPr>
              <p:cNvPr id="51229" name="Line 29"/>
              <p:cNvSpPr/>
              <p:nvPr/>
            </p:nvSpPr>
            <p:spPr>
              <a:xfrm flipV="1">
                <a:off x="2817" y="1918"/>
                <a:ext cx="4" cy="10"/>
              </a:xfrm>
              <a:prstGeom prst="line">
                <a:avLst/>
              </a:prstGeom>
              <a:ln w="12700" cap="flat" cmpd="sng">
                <a:solidFill>
                  <a:schemeClr val="tx1"/>
                </a:solidFill>
                <a:prstDash val="solid"/>
                <a:headEnd type="none" w="med" len="med"/>
                <a:tailEnd type="none" w="med" len="med"/>
              </a:ln>
            </p:spPr>
          </p:sp>
          <p:sp>
            <p:nvSpPr>
              <p:cNvPr id="51230" name="Freeform 30"/>
              <p:cNvSpPr/>
              <p:nvPr/>
            </p:nvSpPr>
            <p:spPr>
              <a:xfrm>
                <a:off x="2814" y="1918"/>
                <a:ext cx="27" cy="19"/>
              </a:xfrm>
              <a:custGeom>
                <a:avLst/>
                <a:gdLst/>
                <a:ahLst/>
                <a:cxnLst>
                  <a:cxn ang="0">
                    <a:pos x="21" y="16"/>
                  </a:cxn>
                  <a:cxn ang="0">
                    <a:pos x="26" y="12"/>
                  </a:cxn>
                  <a:cxn ang="0">
                    <a:pos x="25" y="10"/>
                  </a:cxn>
                  <a:cxn ang="0">
                    <a:pos x="19" y="1"/>
                  </a:cxn>
                  <a:cxn ang="0">
                    <a:pos x="18" y="0"/>
                  </a:cxn>
                  <a:cxn ang="0">
                    <a:pos x="12" y="2"/>
                  </a:cxn>
                  <a:cxn ang="0">
                    <a:pos x="7" y="5"/>
                  </a:cxn>
                  <a:cxn ang="0">
                    <a:pos x="3" y="10"/>
                  </a:cxn>
                  <a:cxn ang="0">
                    <a:pos x="4" y="12"/>
                  </a:cxn>
                  <a:cxn ang="0">
                    <a:pos x="0" y="15"/>
                  </a:cxn>
                  <a:cxn ang="0">
                    <a:pos x="0" y="17"/>
                  </a:cxn>
                  <a:cxn ang="0">
                    <a:pos x="6" y="16"/>
                  </a:cxn>
                  <a:cxn ang="0">
                    <a:pos x="8" y="18"/>
                  </a:cxn>
                  <a:cxn ang="0">
                    <a:pos x="14" y="17"/>
                  </a:cxn>
                  <a:cxn ang="0">
                    <a:pos x="21" y="16"/>
                  </a:cxn>
                </a:cxnLst>
                <a:rect l="0" t="0" r="0" b="0"/>
                <a:pathLst>
                  <a:path w="27" h="19">
                    <a:moveTo>
                      <a:pt x="21" y="16"/>
                    </a:moveTo>
                    <a:lnTo>
                      <a:pt x="26" y="12"/>
                    </a:lnTo>
                    <a:lnTo>
                      <a:pt x="25" y="10"/>
                    </a:lnTo>
                    <a:lnTo>
                      <a:pt x="19" y="1"/>
                    </a:lnTo>
                    <a:lnTo>
                      <a:pt x="18" y="0"/>
                    </a:lnTo>
                    <a:lnTo>
                      <a:pt x="12" y="2"/>
                    </a:lnTo>
                    <a:lnTo>
                      <a:pt x="7" y="5"/>
                    </a:lnTo>
                    <a:lnTo>
                      <a:pt x="3" y="10"/>
                    </a:lnTo>
                    <a:lnTo>
                      <a:pt x="4" y="12"/>
                    </a:lnTo>
                    <a:lnTo>
                      <a:pt x="0" y="15"/>
                    </a:lnTo>
                    <a:lnTo>
                      <a:pt x="0" y="17"/>
                    </a:lnTo>
                    <a:lnTo>
                      <a:pt x="6" y="16"/>
                    </a:lnTo>
                    <a:lnTo>
                      <a:pt x="8" y="18"/>
                    </a:lnTo>
                    <a:lnTo>
                      <a:pt x="14" y="17"/>
                    </a:lnTo>
                    <a:lnTo>
                      <a:pt x="21"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31" name="Freeform 31"/>
              <p:cNvSpPr/>
              <p:nvPr/>
            </p:nvSpPr>
            <p:spPr>
              <a:xfrm>
                <a:off x="2814" y="1922"/>
                <a:ext cx="26" cy="17"/>
              </a:xfrm>
              <a:custGeom>
                <a:avLst/>
                <a:gdLst/>
                <a:ahLst/>
                <a:cxnLst>
                  <a:cxn ang="0">
                    <a:pos x="0" y="5"/>
                  </a:cxn>
                  <a:cxn ang="0">
                    <a:pos x="22" y="0"/>
                  </a:cxn>
                  <a:cxn ang="0">
                    <a:pos x="25" y="9"/>
                  </a:cxn>
                  <a:cxn ang="0">
                    <a:pos x="1" y="16"/>
                  </a:cxn>
                  <a:cxn ang="0">
                    <a:pos x="0" y="5"/>
                  </a:cxn>
                </a:cxnLst>
                <a:rect l="0" t="0" r="0" b="0"/>
                <a:pathLst>
                  <a:path w="26" h="17">
                    <a:moveTo>
                      <a:pt x="0" y="5"/>
                    </a:moveTo>
                    <a:lnTo>
                      <a:pt x="22" y="0"/>
                    </a:lnTo>
                    <a:lnTo>
                      <a:pt x="25" y="9"/>
                    </a:lnTo>
                    <a:lnTo>
                      <a:pt x="1" y="16"/>
                    </a:lnTo>
                    <a:lnTo>
                      <a:pt x="0" y="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32" name="Freeform 32"/>
              <p:cNvSpPr/>
              <p:nvPr/>
            </p:nvSpPr>
            <p:spPr>
              <a:xfrm>
                <a:off x="2826" y="1912"/>
                <a:ext cx="21" cy="21"/>
              </a:xfrm>
              <a:custGeom>
                <a:avLst/>
                <a:gdLst/>
                <a:ahLst/>
                <a:cxnLst>
                  <a:cxn ang="0">
                    <a:pos x="0" y="14"/>
                  </a:cxn>
                  <a:cxn ang="0">
                    <a:pos x="1" y="17"/>
                  </a:cxn>
                  <a:cxn ang="0">
                    <a:pos x="4" y="15"/>
                  </a:cxn>
                  <a:cxn ang="0">
                    <a:pos x="6" y="20"/>
                  </a:cxn>
                  <a:cxn ang="0">
                    <a:pos x="10" y="20"/>
                  </a:cxn>
                  <a:cxn ang="0">
                    <a:pos x="13" y="18"/>
                  </a:cxn>
                  <a:cxn ang="0">
                    <a:pos x="16" y="17"/>
                  </a:cxn>
                  <a:cxn ang="0">
                    <a:pos x="19" y="15"/>
                  </a:cxn>
                  <a:cxn ang="0">
                    <a:pos x="20" y="11"/>
                  </a:cxn>
                  <a:cxn ang="0">
                    <a:pos x="17" y="6"/>
                  </a:cxn>
                  <a:cxn ang="0">
                    <a:pos x="20" y="4"/>
                  </a:cxn>
                  <a:cxn ang="0">
                    <a:pos x="19" y="2"/>
                  </a:cxn>
                  <a:cxn ang="0">
                    <a:pos x="15" y="2"/>
                  </a:cxn>
                  <a:cxn ang="0">
                    <a:pos x="13" y="0"/>
                  </a:cxn>
                  <a:cxn ang="0">
                    <a:pos x="10" y="1"/>
                  </a:cxn>
                  <a:cxn ang="0">
                    <a:pos x="8" y="3"/>
                  </a:cxn>
                  <a:cxn ang="0">
                    <a:pos x="3" y="6"/>
                  </a:cxn>
                  <a:cxn ang="0">
                    <a:pos x="0" y="8"/>
                  </a:cxn>
                  <a:cxn ang="0">
                    <a:pos x="1" y="10"/>
                  </a:cxn>
                  <a:cxn ang="0">
                    <a:pos x="0" y="14"/>
                  </a:cxn>
                </a:cxnLst>
                <a:rect l="0" t="0" r="0" b="0"/>
                <a:pathLst>
                  <a:path w="21" h="21">
                    <a:moveTo>
                      <a:pt x="0" y="14"/>
                    </a:moveTo>
                    <a:lnTo>
                      <a:pt x="1" y="17"/>
                    </a:lnTo>
                    <a:lnTo>
                      <a:pt x="4" y="15"/>
                    </a:lnTo>
                    <a:lnTo>
                      <a:pt x="6" y="20"/>
                    </a:lnTo>
                    <a:lnTo>
                      <a:pt x="10" y="20"/>
                    </a:lnTo>
                    <a:lnTo>
                      <a:pt x="13" y="18"/>
                    </a:lnTo>
                    <a:lnTo>
                      <a:pt x="16" y="17"/>
                    </a:lnTo>
                    <a:lnTo>
                      <a:pt x="19" y="15"/>
                    </a:lnTo>
                    <a:lnTo>
                      <a:pt x="20" y="11"/>
                    </a:lnTo>
                    <a:lnTo>
                      <a:pt x="17" y="6"/>
                    </a:lnTo>
                    <a:lnTo>
                      <a:pt x="20" y="4"/>
                    </a:lnTo>
                    <a:lnTo>
                      <a:pt x="19" y="2"/>
                    </a:lnTo>
                    <a:lnTo>
                      <a:pt x="15" y="2"/>
                    </a:lnTo>
                    <a:lnTo>
                      <a:pt x="13" y="0"/>
                    </a:lnTo>
                    <a:lnTo>
                      <a:pt x="10" y="1"/>
                    </a:lnTo>
                    <a:lnTo>
                      <a:pt x="8" y="3"/>
                    </a:lnTo>
                    <a:lnTo>
                      <a:pt x="3" y="6"/>
                    </a:lnTo>
                    <a:lnTo>
                      <a:pt x="0" y="8"/>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33" name="Line 33"/>
              <p:cNvSpPr/>
              <p:nvPr/>
            </p:nvSpPr>
            <p:spPr>
              <a:xfrm flipV="1">
                <a:off x="2819" y="1907"/>
                <a:ext cx="2" cy="13"/>
              </a:xfrm>
              <a:prstGeom prst="line">
                <a:avLst/>
              </a:prstGeom>
              <a:ln w="12700" cap="flat" cmpd="sng">
                <a:solidFill>
                  <a:schemeClr val="tx1"/>
                </a:solidFill>
                <a:prstDash val="solid"/>
                <a:headEnd type="none" w="med" len="med"/>
                <a:tailEnd type="none" w="med" len="med"/>
              </a:ln>
            </p:spPr>
          </p:sp>
          <p:sp>
            <p:nvSpPr>
              <p:cNvPr id="51234" name="Line 34"/>
              <p:cNvSpPr/>
              <p:nvPr/>
            </p:nvSpPr>
            <p:spPr>
              <a:xfrm flipV="1">
                <a:off x="2820" y="1904"/>
                <a:ext cx="2" cy="12"/>
              </a:xfrm>
              <a:prstGeom prst="line">
                <a:avLst/>
              </a:prstGeom>
              <a:ln w="12700" cap="flat" cmpd="sng">
                <a:solidFill>
                  <a:schemeClr val="tx1"/>
                </a:solidFill>
                <a:prstDash val="solid"/>
                <a:headEnd type="none" w="med" len="med"/>
                <a:tailEnd type="none" w="med" len="med"/>
              </a:ln>
            </p:spPr>
          </p:sp>
          <p:sp>
            <p:nvSpPr>
              <p:cNvPr id="51235" name="Freeform 35"/>
              <p:cNvSpPr/>
              <p:nvPr/>
            </p:nvSpPr>
            <p:spPr>
              <a:xfrm>
                <a:off x="2814" y="1903"/>
                <a:ext cx="25" cy="21"/>
              </a:xfrm>
              <a:custGeom>
                <a:avLst/>
                <a:gdLst/>
                <a:ahLst/>
                <a:cxnLst>
                  <a:cxn ang="0">
                    <a:pos x="20" y="15"/>
                  </a:cxn>
                  <a:cxn ang="0">
                    <a:pos x="19" y="13"/>
                  </a:cxn>
                  <a:cxn ang="0">
                    <a:pos x="24" y="9"/>
                  </a:cxn>
                  <a:cxn ang="0">
                    <a:pos x="18" y="0"/>
                  </a:cxn>
                  <a:cxn ang="0">
                    <a:pos x="13" y="3"/>
                  </a:cxn>
                  <a:cxn ang="0">
                    <a:pos x="12" y="1"/>
                  </a:cxn>
                  <a:cxn ang="0">
                    <a:pos x="8" y="4"/>
                  </a:cxn>
                  <a:cxn ang="0">
                    <a:pos x="9" y="6"/>
                  </a:cxn>
                  <a:cxn ang="0">
                    <a:pos x="3" y="9"/>
                  </a:cxn>
                  <a:cxn ang="0">
                    <a:pos x="0" y="15"/>
                  </a:cxn>
                  <a:cxn ang="0">
                    <a:pos x="0" y="16"/>
                  </a:cxn>
                  <a:cxn ang="0">
                    <a:pos x="2" y="18"/>
                  </a:cxn>
                  <a:cxn ang="0">
                    <a:pos x="3" y="20"/>
                  </a:cxn>
                  <a:cxn ang="0">
                    <a:pos x="9" y="19"/>
                  </a:cxn>
                  <a:cxn ang="0">
                    <a:pos x="14" y="16"/>
                  </a:cxn>
                  <a:cxn ang="0">
                    <a:pos x="15" y="18"/>
                  </a:cxn>
                  <a:cxn ang="0">
                    <a:pos x="20" y="15"/>
                  </a:cxn>
                </a:cxnLst>
                <a:rect l="0" t="0" r="0" b="0"/>
                <a:pathLst>
                  <a:path w="25" h="21">
                    <a:moveTo>
                      <a:pt x="20" y="15"/>
                    </a:moveTo>
                    <a:lnTo>
                      <a:pt x="19" y="13"/>
                    </a:lnTo>
                    <a:lnTo>
                      <a:pt x="24" y="9"/>
                    </a:lnTo>
                    <a:lnTo>
                      <a:pt x="18" y="0"/>
                    </a:lnTo>
                    <a:lnTo>
                      <a:pt x="13" y="3"/>
                    </a:lnTo>
                    <a:lnTo>
                      <a:pt x="12" y="1"/>
                    </a:lnTo>
                    <a:lnTo>
                      <a:pt x="8" y="4"/>
                    </a:lnTo>
                    <a:lnTo>
                      <a:pt x="9" y="6"/>
                    </a:lnTo>
                    <a:lnTo>
                      <a:pt x="3" y="9"/>
                    </a:lnTo>
                    <a:lnTo>
                      <a:pt x="0" y="15"/>
                    </a:lnTo>
                    <a:lnTo>
                      <a:pt x="0" y="16"/>
                    </a:lnTo>
                    <a:lnTo>
                      <a:pt x="2" y="18"/>
                    </a:lnTo>
                    <a:lnTo>
                      <a:pt x="3" y="20"/>
                    </a:lnTo>
                    <a:lnTo>
                      <a:pt x="9" y="19"/>
                    </a:lnTo>
                    <a:lnTo>
                      <a:pt x="14" y="16"/>
                    </a:lnTo>
                    <a:lnTo>
                      <a:pt x="15" y="18"/>
                    </a:lnTo>
                    <a:lnTo>
                      <a:pt x="20"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36" name="Freeform 36"/>
              <p:cNvSpPr/>
              <p:nvPr/>
            </p:nvSpPr>
            <p:spPr>
              <a:xfrm>
                <a:off x="2814" y="1909"/>
                <a:ext cx="27" cy="17"/>
              </a:xfrm>
              <a:custGeom>
                <a:avLst/>
                <a:gdLst/>
                <a:ahLst/>
                <a:cxnLst>
                  <a:cxn ang="0">
                    <a:pos x="0" y="6"/>
                  </a:cxn>
                  <a:cxn ang="0">
                    <a:pos x="23" y="0"/>
                  </a:cxn>
                  <a:cxn ang="0">
                    <a:pos x="26" y="9"/>
                  </a:cxn>
                  <a:cxn ang="0">
                    <a:pos x="1" y="16"/>
                  </a:cxn>
                  <a:cxn ang="0">
                    <a:pos x="0" y="6"/>
                  </a:cxn>
                </a:cxnLst>
                <a:rect l="0" t="0" r="0" b="0"/>
                <a:pathLst>
                  <a:path w="27" h="17">
                    <a:moveTo>
                      <a:pt x="0" y="6"/>
                    </a:moveTo>
                    <a:lnTo>
                      <a:pt x="23" y="0"/>
                    </a:lnTo>
                    <a:lnTo>
                      <a:pt x="26" y="9"/>
                    </a:lnTo>
                    <a:lnTo>
                      <a:pt x="1"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37" name="Freeform 37"/>
              <p:cNvSpPr/>
              <p:nvPr/>
            </p:nvSpPr>
            <p:spPr>
              <a:xfrm>
                <a:off x="2826" y="1902"/>
                <a:ext cx="22" cy="20"/>
              </a:xfrm>
              <a:custGeom>
                <a:avLst/>
                <a:gdLst/>
                <a:ahLst/>
                <a:cxnLst>
                  <a:cxn ang="0">
                    <a:pos x="0" y="15"/>
                  </a:cxn>
                  <a:cxn ang="0">
                    <a:pos x="2" y="17"/>
                  </a:cxn>
                  <a:cxn ang="0">
                    <a:pos x="3" y="19"/>
                  </a:cxn>
                  <a:cxn ang="0">
                    <a:pos x="11" y="19"/>
                  </a:cxn>
                  <a:cxn ang="0">
                    <a:pos x="14" y="16"/>
                  </a:cxn>
                  <a:cxn ang="0">
                    <a:pos x="14" y="14"/>
                  </a:cxn>
                  <a:cxn ang="0">
                    <a:pos x="16" y="12"/>
                  </a:cxn>
                  <a:cxn ang="0">
                    <a:pos x="19" y="8"/>
                  </a:cxn>
                  <a:cxn ang="0">
                    <a:pos x="17" y="6"/>
                  </a:cxn>
                  <a:cxn ang="0">
                    <a:pos x="21" y="4"/>
                  </a:cxn>
                  <a:cxn ang="0">
                    <a:pos x="19" y="0"/>
                  </a:cxn>
                  <a:cxn ang="0">
                    <a:pos x="15" y="2"/>
                  </a:cxn>
                  <a:cxn ang="0">
                    <a:pos x="14" y="0"/>
                  </a:cxn>
                  <a:cxn ang="0">
                    <a:pos x="10" y="1"/>
                  </a:cxn>
                  <a:cxn ang="0">
                    <a:pos x="7" y="3"/>
                  </a:cxn>
                  <a:cxn ang="0">
                    <a:pos x="4" y="5"/>
                  </a:cxn>
                  <a:cxn ang="0">
                    <a:pos x="0" y="13"/>
                  </a:cxn>
                  <a:cxn ang="0">
                    <a:pos x="0" y="15"/>
                  </a:cxn>
                </a:cxnLst>
                <a:rect l="0" t="0" r="0" b="0"/>
                <a:pathLst>
                  <a:path w="22" h="20">
                    <a:moveTo>
                      <a:pt x="0" y="15"/>
                    </a:moveTo>
                    <a:lnTo>
                      <a:pt x="2" y="17"/>
                    </a:lnTo>
                    <a:lnTo>
                      <a:pt x="3" y="19"/>
                    </a:lnTo>
                    <a:lnTo>
                      <a:pt x="11" y="19"/>
                    </a:lnTo>
                    <a:lnTo>
                      <a:pt x="14" y="16"/>
                    </a:lnTo>
                    <a:lnTo>
                      <a:pt x="14" y="14"/>
                    </a:lnTo>
                    <a:lnTo>
                      <a:pt x="16" y="12"/>
                    </a:lnTo>
                    <a:lnTo>
                      <a:pt x="19" y="8"/>
                    </a:lnTo>
                    <a:lnTo>
                      <a:pt x="17" y="6"/>
                    </a:lnTo>
                    <a:lnTo>
                      <a:pt x="21" y="4"/>
                    </a:lnTo>
                    <a:lnTo>
                      <a:pt x="19" y="0"/>
                    </a:lnTo>
                    <a:lnTo>
                      <a:pt x="15" y="2"/>
                    </a:lnTo>
                    <a:lnTo>
                      <a:pt x="14" y="0"/>
                    </a:lnTo>
                    <a:lnTo>
                      <a:pt x="10" y="1"/>
                    </a:lnTo>
                    <a:lnTo>
                      <a:pt x="7" y="3"/>
                    </a:lnTo>
                    <a:lnTo>
                      <a:pt x="4" y="5"/>
                    </a:lnTo>
                    <a:lnTo>
                      <a:pt x="0" y="13"/>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38" name="Line 38"/>
              <p:cNvSpPr/>
              <p:nvPr/>
            </p:nvSpPr>
            <p:spPr>
              <a:xfrm flipV="1">
                <a:off x="2836" y="1890"/>
                <a:ext cx="3" cy="11"/>
              </a:xfrm>
              <a:prstGeom prst="line">
                <a:avLst/>
              </a:prstGeom>
              <a:ln w="12700" cap="flat" cmpd="sng">
                <a:solidFill>
                  <a:schemeClr val="tx1"/>
                </a:solidFill>
                <a:prstDash val="solid"/>
                <a:headEnd type="none" w="med" len="med"/>
                <a:tailEnd type="none" w="med" len="med"/>
              </a:ln>
            </p:spPr>
          </p:sp>
          <p:sp>
            <p:nvSpPr>
              <p:cNvPr id="51239" name="Line 39"/>
              <p:cNvSpPr/>
              <p:nvPr/>
            </p:nvSpPr>
            <p:spPr>
              <a:xfrm flipV="1">
                <a:off x="2836" y="1890"/>
                <a:ext cx="2" cy="9"/>
              </a:xfrm>
              <a:prstGeom prst="line">
                <a:avLst/>
              </a:prstGeom>
              <a:ln w="12700" cap="flat" cmpd="sng">
                <a:solidFill>
                  <a:schemeClr val="tx1"/>
                </a:solidFill>
                <a:prstDash val="solid"/>
                <a:headEnd type="none" w="med" len="med"/>
                <a:tailEnd type="none" w="med" len="med"/>
              </a:ln>
            </p:spPr>
          </p:sp>
          <p:sp>
            <p:nvSpPr>
              <p:cNvPr id="51240" name="Freeform 40"/>
              <p:cNvSpPr/>
              <p:nvPr/>
            </p:nvSpPr>
            <p:spPr>
              <a:xfrm>
                <a:off x="2834" y="1887"/>
                <a:ext cx="24" cy="21"/>
              </a:xfrm>
              <a:custGeom>
                <a:avLst/>
                <a:gdLst/>
                <a:ahLst/>
                <a:cxnLst>
                  <a:cxn ang="0">
                    <a:pos x="17" y="16"/>
                  </a:cxn>
                  <a:cxn ang="0">
                    <a:pos x="23" y="13"/>
                  </a:cxn>
                  <a:cxn ang="0">
                    <a:pos x="22" y="11"/>
                  </a:cxn>
                  <a:cxn ang="0">
                    <a:pos x="16" y="1"/>
                  </a:cxn>
                  <a:cxn ang="0">
                    <a:pos x="15" y="0"/>
                  </a:cxn>
                  <a:cxn ang="0">
                    <a:pos x="10" y="2"/>
                  </a:cxn>
                  <a:cxn ang="0">
                    <a:pos x="7" y="7"/>
                  </a:cxn>
                  <a:cxn ang="0">
                    <a:pos x="3" y="12"/>
                  </a:cxn>
                  <a:cxn ang="0">
                    <a:pos x="0" y="18"/>
                  </a:cxn>
                  <a:cxn ang="0">
                    <a:pos x="0" y="20"/>
                  </a:cxn>
                  <a:cxn ang="0">
                    <a:pos x="6" y="18"/>
                  </a:cxn>
                  <a:cxn ang="0">
                    <a:pos x="12" y="17"/>
                  </a:cxn>
                  <a:cxn ang="0">
                    <a:pos x="17" y="16"/>
                  </a:cxn>
                </a:cxnLst>
                <a:rect l="0" t="0" r="0" b="0"/>
                <a:pathLst>
                  <a:path w="24" h="21">
                    <a:moveTo>
                      <a:pt x="17" y="16"/>
                    </a:moveTo>
                    <a:lnTo>
                      <a:pt x="23" y="13"/>
                    </a:lnTo>
                    <a:lnTo>
                      <a:pt x="22" y="11"/>
                    </a:lnTo>
                    <a:lnTo>
                      <a:pt x="16" y="1"/>
                    </a:lnTo>
                    <a:lnTo>
                      <a:pt x="15" y="0"/>
                    </a:lnTo>
                    <a:lnTo>
                      <a:pt x="10" y="2"/>
                    </a:lnTo>
                    <a:lnTo>
                      <a:pt x="7" y="7"/>
                    </a:lnTo>
                    <a:lnTo>
                      <a:pt x="3" y="12"/>
                    </a:lnTo>
                    <a:lnTo>
                      <a:pt x="0" y="18"/>
                    </a:lnTo>
                    <a:lnTo>
                      <a:pt x="0" y="20"/>
                    </a:lnTo>
                    <a:lnTo>
                      <a:pt x="6" y="18"/>
                    </a:lnTo>
                    <a:lnTo>
                      <a:pt x="12" y="17"/>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41" name="Freeform 41"/>
              <p:cNvSpPr/>
              <p:nvPr/>
            </p:nvSpPr>
            <p:spPr>
              <a:xfrm>
                <a:off x="2832" y="1893"/>
                <a:ext cx="26" cy="17"/>
              </a:xfrm>
              <a:custGeom>
                <a:avLst/>
                <a:gdLst/>
                <a:ahLst/>
                <a:cxnLst>
                  <a:cxn ang="0">
                    <a:pos x="0" y="6"/>
                  </a:cxn>
                  <a:cxn ang="0">
                    <a:pos x="22" y="0"/>
                  </a:cxn>
                  <a:cxn ang="0">
                    <a:pos x="25" y="8"/>
                  </a:cxn>
                  <a:cxn ang="0">
                    <a:pos x="2" y="16"/>
                  </a:cxn>
                  <a:cxn ang="0">
                    <a:pos x="0" y="6"/>
                  </a:cxn>
                </a:cxnLst>
                <a:rect l="0" t="0" r="0" b="0"/>
                <a:pathLst>
                  <a:path w="26" h="17">
                    <a:moveTo>
                      <a:pt x="0" y="6"/>
                    </a:moveTo>
                    <a:lnTo>
                      <a:pt x="22" y="0"/>
                    </a:lnTo>
                    <a:lnTo>
                      <a:pt x="25" y="8"/>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42" name="Freeform 42"/>
              <p:cNvSpPr/>
              <p:nvPr/>
            </p:nvSpPr>
            <p:spPr>
              <a:xfrm>
                <a:off x="2844" y="1885"/>
                <a:ext cx="22" cy="18"/>
              </a:xfrm>
              <a:custGeom>
                <a:avLst/>
                <a:gdLst/>
                <a:ahLst/>
                <a:cxnLst>
                  <a:cxn ang="0">
                    <a:pos x="0" y="15"/>
                  </a:cxn>
                  <a:cxn ang="0">
                    <a:pos x="4" y="15"/>
                  </a:cxn>
                  <a:cxn ang="0">
                    <a:pos x="5" y="17"/>
                  </a:cxn>
                  <a:cxn ang="0">
                    <a:pos x="10" y="17"/>
                  </a:cxn>
                  <a:cxn ang="0">
                    <a:pos x="14" y="17"/>
                  </a:cxn>
                  <a:cxn ang="0">
                    <a:pos x="17" y="15"/>
                  </a:cxn>
                  <a:cxn ang="0">
                    <a:pos x="15" y="13"/>
                  </a:cxn>
                  <a:cxn ang="0">
                    <a:pos x="18" y="12"/>
                  </a:cxn>
                  <a:cxn ang="0">
                    <a:pos x="20" y="8"/>
                  </a:cxn>
                  <a:cxn ang="0">
                    <a:pos x="19" y="6"/>
                  </a:cxn>
                  <a:cxn ang="0">
                    <a:pos x="21" y="2"/>
                  </a:cxn>
                  <a:cxn ang="0">
                    <a:pos x="20" y="0"/>
                  </a:cxn>
                  <a:cxn ang="0">
                    <a:pos x="17" y="2"/>
                  </a:cxn>
                  <a:cxn ang="0">
                    <a:pos x="15" y="0"/>
                  </a:cxn>
                  <a:cxn ang="0">
                    <a:pos x="11" y="0"/>
                  </a:cxn>
                  <a:cxn ang="0">
                    <a:pos x="8" y="2"/>
                  </a:cxn>
                  <a:cxn ang="0">
                    <a:pos x="5" y="4"/>
                  </a:cxn>
                  <a:cxn ang="0">
                    <a:pos x="3" y="5"/>
                  </a:cxn>
                  <a:cxn ang="0">
                    <a:pos x="1" y="9"/>
                  </a:cxn>
                  <a:cxn ang="0">
                    <a:pos x="2" y="11"/>
                  </a:cxn>
                  <a:cxn ang="0">
                    <a:pos x="0" y="13"/>
                  </a:cxn>
                  <a:cxn ang="0">
                    <a:pos x="0" y="15"/>
                  </a:cxn>
                </a:cxnLst>
                <a:rect l="0" t="0" r="0" b="0"/>
                <a:pathLst>
                  <a:path w="22" h="18">
                    <a:moveTo>
                      <a:pt x="0" y="15"/>
                    </a:moveTo>
                    <a:lnTo>
                      <a:pt x="4" y="15"/>
                    </a:lnTo>
                    <a:lnTo>
                      <a:pt x="5" y="17"/>
                    </a:lnTo>
                    <a:lnTo>
                      <a:pt x="10" y="17"/>
                    </a:lnTo>
                    <a:lnTo>
                      <a:pt x="14" y="17"/>
                    </a:lnTo>
                    <a:lnTo>
                      <a:pt x="17" y="15"/>
                    </a:lnTo>
                    <a:lnTo>
                      <a:pt x="15" y="13"/>
                    </a:lnTo>
                    <a:lnTo>
                      <a:pt x="18" y="12"/>
                    </a:lnTo>
                    <a:lnTo>
                      <a:pt x="20" y="8"/>
                    </a:lnTo>
                    <a:lnTo>
                      <a:pt x="19" y="6"/>
                    </a:lnTo>
                    <a:lnTo>
                      <a:pt x="21" y="2"/>
                    </a:lnTo>
                    <a:lnTo>
                      <a:pt x="20" y="0"/>
                    </a:lnTo>
                    <a:lnTo>
                      <a:pt x="17" y="2"/>
                    </a:lnTo>
                    <a:lnTo>
                      <a:pt x="15" y="0"/>
                    </a:lnTo>
                    <a:lnTo>
                      <a:pt x="11" y="0"/>
                    </a:lnTo>
                    <a:lnTo>
                      <a:pt x="8" y="2"/>
                    </a:lnTo>
                    <a:lnTo>
                      <a:pt x="5" y="4"/>
                    </a:lnTo>
                    <a:lnTo>
                      <a:pt x="3" y="5"/>
                    </a:lnTo>
                    <a:lnTo>
                      <a:pt x="1" y="9"/>
                    </a:lnTo>
                    <a:lnTo>
                      <a:pt x="2" y="11"/>
                    </a:lnTo>
                    <a:lnTo>
                      <a:pt x="0" y="13"/>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43" name="Line 43"/>
              <p:cNvSpPr/>
              <p:nvPr/>
            </p:nvSpPr>
            <p:spPr>
              <a:xfrm flipV="1">
                <a:off x="2856" y="1883"/>
                <a:ext cx="0" cy="12"/>
              </a:xfrm>
              <a:prstGeom prst="line">
                <a:avLst/>
              </a:prstGeom>
              <a:ln w="12700" cap="flat" cmpd="sng">
                <a:solidFill>
                  <a:schemeClr val="tx1"/>
                </a:solidFill>
                <a:prstDash val="solid"/>
                <a:headEnd type="none" w="med" len="med"/>
                <a:tailEnd type="none" w="med" len="med"/>
              </a:ln>
            </p:spPr>
          </p:sp>
          <p:sp>
            <p:nvSpPr>
              <p:cNvPr id="51244" name="Line 44"/>
              <p:cNvSpPr/>
              <p:nvPr/>
            </p:nvSpPr>
            <p:spPr>
              <a:xfrm flipV="1">
                <a:off x="2855" y="1879"/>
                <a:ext cx="3" cy="12"/>
              </a:xfrm>
              <a:prstGeom prst="line">
                <a:avLst/>
              </a:prstGeom>
              <a:ln w="12700" cap="flat" cmpd="sng">
                <a:solidFill>
                  <a:schemeClr val="tx1"/>
                </a:solidFill>
                <a:prstDash val="solid"/>
                <a:headEnd type="none" w="med" len="med"/>
                <a:tailEnd type="none" w="med" len="med"/>
              </a:ln>
            </p:spPr>
          </p:sp>
          <p:sp>
            <p:nvSpPr>
              <p:cNvPr id="51245" name="Freeform 45"/>
              <p:cNvSpPr/>
              <p:nvPr/>
            </p:nvSpPr>
            <p:spPr>
              <a:xfrm>
                <a:off x="2854" y="1878"/>
                <a:ext cx="22" cy="23"/>
              </a:xfrm>
              <a:custGeom>
                <a:avLst/>
                <a:gdLst/>
                <a:ahLst/>
                <a:cxnLst>
                  <a:cxn ang="0">
                    <a:pos x="16" y="17"/>
                  </a:cxn>
                  <a:cxn ang="0">
                    <a:pos x="21" y="14"/>
                  </a:cxn>
                  <a:cxn ang="0">
                    <a:pos x="20" y="11"/>
                  </a:cxn>
                  <a:cxn ang="0">
                    <a:pos x="15" y="2"/>
                  </a:cxn>
                  <a:cxn ang="0">
                    <a:pos x="14" y="0"/>
                  </a:cxn>
                  <a:cxn ang="0">
                    <a:pos x="9" y="3"/>
                  </a:cxn>
                  <a:cxn ang="0">
                    <a:pos x="5" y="6"/>
                  </a:cxn>
                  <a:cxn ang="0">
                    <a:pos x="3" y="14"/>
                  </a:cxn>
                  <a:cxn ang="0">
                    <a:pos x="0" y="20"/>
                  </a:cxn>
                  <a:cxn ang="0">
                    <a:pos x="0" y="22"/>
                  </a:cxn>
                  <a:cxn ang="0">
                    <a:pos x="5" y="19"/>
                  </a:cxn>
                  <a:cxn ang="0">
                    <a:pos x="6" y="21"/>
                  </a:cxn>
                  <a:cxn ang="0">
                    <a:pos x="11" y="20"/>
                  </a:cxn>
                  <a:cxn ang="0">
                    <a:pos x="16" y="17"/>
                  </a:cxn>
                </a:cxnLst>
                <a:rect l="0" t="0" r="0" b="0"/>
                <a:pathLst>
                  <a:path w="22" h="23">
                    <a:moveTo>
                      <a:pt x="16" y="17"/>
                    </a:moveTo>
                    <a:lnTo>
                      <a:pt x="21" y="14"/>
                    </a:lnTo>
                    <a:lnTo>
                      <a:pt x="20" y="11"/>
                    </a:lnTo>
                    <a:lnTo>
                      <a:pt x="15" y="2"/>
                    </a:lnTo>
                    <a:lnTo>
                      <a:pt x="14" y="0"/>
                    </a:lnTo>
                    <a:lnTo>
                      <a:pt x="9" y="3"/>
                    </a:lnTo>
                    <a:lnTo>
                      <a:pt x="5" y="6"/>
                    </a:lnTo>
                    <a:lnTo>
                      <a:pt x="3" y="14"/>
                    </a:lnTo>
                    <a:lnTo>
                      <a:pt x="0" y="20"/>
                    </a:lnTo>
                    <a:lnTo>
                      <a:pt x="0" y="22"/>
                    </a:lnTo>
                    <a:lnTo>
                      <a:pt x="5" y="19"/>
                    </a:lnTo>
                    <a:lnTo>
                      <a:pt x="6" y="21"/>
                    </a:lnTo>
                    <a:lnTo>
                      <a:pt x="11" y="20"/>
                    </a:lnTo>
                    <a:lnTo>
                      <a:pt x="1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46" name="Freeform 46"/>
              <p:cNvSpPr/>
              <p:nvPr/>
            </p:nvSpPr>
            <p:spPr>
              <a:xfrm>
                <a:off x="2850" y="1883"/>
                <a:ext cx="25" cy="18"/>
              </a:xfrm>
              <a:custGeom>
                <a:avLst/>
                <a:gdLst/>
                <a:ahLst/>
                <a:cxnLst>
                  <a:cxn ang="0">
                    <a:pos x="0" y="7"/>
                  </a:cxn>
                  <a:cxn ang="0">
                    <a:pos x="21" y="0"/>
                  </a:cxn>
                  <a:cxn ang="0">
                    <a:pos x="24" y="9"/>
                  </a:cxn>
                  <a:cxn ang="0">
                    <a:pos x="2" y="17"/>
                  </a:cxn>
                  <a:cxn ang="0">
                    <a:pos x="0" y="6"/>
                  </a:cxn>
                  <a:cxn ang="0">
                    <a:pos x="0" y="7"/>
                  </a:cxn>
                </a:cxnLst>
                <a:rect l="0" t="0" r="0" b="0"/>
                <a:pathLst>
                  <a:path w="25" h="18">
                    <a:moveTo>
                      <a:pt x="0" y="7"/>
                    </a:moveTo>
                    <a:lnTo>
                      <a:pt x="21" y="0"/>
                    </a:lnTo>
                    <a:lnTo>
                      <a:pt x="24" y="9"/>
                    </a:lnTo>
                    <a:lnTo>
                      <a:pt x="2" y="17"/>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47" name="Freeform 47"/>
              <p:cNvSpPr/>
              <p:nvPr/>
            </p:nvSpPr>
            <p:spPr>
              <a:xfrm>
                <a:off x="2865" y="1879"/>
                <a:ext cx="22" cy="17"/>
              </a:xfrm>
              <a:custGeom>
                <a:avLst/>
                <a:gdLst/>
                <a:ahLst/>
                <a:cxnLst>
                  <a:cxn ang="0">
                    <a:pos x="0" y="14"/>
                  </a:cxn>
                  <a:cxn ang="0">
                    <a:pos x="5" y="14"/>
                  </a:cxn>
                  <a:cxn ang="0">
                    <a:pos x="6" y="16"/>
                  </a:cxn>
                  <a:cxn ang="0">
                    <a:pos x="10" y="16"/>
                  </a:cxn>
                  <a:cxn ang="0">
                    <a:pos x="12" y="14"/>
                  </a:cxn>
                  <a:cxn ang="0">
                    <a:pos x="15" y="12"/>
                  </a:cxn>
                  <a:cxn ang="0">
                    <a:pos x="18" y="10"/>
                  </a:cxn>
                  <a:cxn ang="0">
                    <a:pos x="20" y="7"/>
                  </a:cxn>
                  <a:cxn ang="0">
                    <a:pos x="19" y="5"/>
                  </a:cxn>
                  <a:cxn ang="0">
                    <a:pos x="21" y="1"/>
                  </a:cxn>
                  <a:cxn ang="0">
                    <a:pos x="20" y="0"/>
                  </a:cxn>
                  <a:cxn ang="0">
                    <a:pos x="15" y="0"/>
                  </a:cxn>
                  <a:cxn ang="0">
                    <a:pos x="11" y="0"/>
                  </a:cxn>
                  <a:cxn ang="0">
                    <a:pos x="9" y="1"/>
                  </a:cxn>
                  <a:cxn ang="0">
                    <a:pos x="8" y="0"/>
                  </a:cxn>
                  <a:cxn ang="0">
                    <a:pos x="5" y="0"/>
                  </a:cxn>
                  <a:cxn ang="0">
                    <a:pos x="3" y="4"/>
                  </a:cxn>
                  <a:cxn ang="0">
                    <a:pos x="1" y="8"/>
                  </a:cxn>
                  <a:cxn ang="0">
                    <a:pos x="0" y="12"/>
                  </a:cxn>
                  <a:cxn ang="0">
                    <a:pos x="0" y="14"/>
                  </a:cxn>
                </a:cxnLst>
                <a:rect l="0" t="0" r="0" b="0"/>
                <a:pathLst>
                  <a:path w="22" h="17">
                    <a:moveTo>
                      <a:pt x="0" y="14"/>
                    </a:moveTo>
                    <a:lnTo>
                      <a:pt x="5" y="14"/>
                    </a:lnTo>
                    <a:lnTo>
                      <a:pt x="6" y="16"/>
                    </a:lnTo>
                    <a:lnTo>
                      <a:pt x="10" y="16"/>
                    </a:lnTo>
                    <a:lnTo>
                      <a:pt x="12" y="14"/>
                    </a:lnTo>
                    <a:lnTo>
                      <a:pt x="15" y="12"/>
                    </a:lnTo>
                    <a:lnTo>
                      <a:pt x="18" y="10"/>
                    </a:lnTo>
                    <a:lnTo>
                      <a:pt x="20" y="7"/>
                    </a:lnTo>
                    <a:lnTo>
                      <a:pt x="19" y="5"/>
                    </a:lnTo>
                    <a:lnTo>
                      <a:pt x="21" y="1"/>
                    </a:lnTo>
                    <a:lnTo>
                      <a:pt x="20" y="0"/>
                    </a:lnTo>
                    <a:lnTo>
                      <a:pt x="15" y="0"/>
                    </a:lnTo>
                    <a:lnTo>
                      <a:pt x="11" y="0"/>
                    </a:lnTo>
                    <a:lnTo>
                      <a:pt x="9" y="1"/>
                    </a:lnTo>
                    <a:lnTo>
                      <a:pt x="8" y="0"/>
                    </a:lnTo>
                    <a:lnTo>
                      <a:pt x="5" y="0"/>
                    </a:lnTo>
                    <a:lnTo>
                      <a:pt x="3" y="4"/>
                    </a:lnTo>
                    <a:lnTo>
                      <a:pt x="1" y="8"/>
                    </a:lnTo>
                    <a:lnTo>
                      <a:pt x="0" y="12"/>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48" name="Line 48"/>
              <p:cNvSpPr/>
              <p:nvPr/>
            </p:nvSpPr>
            <p:spPr>
              <a:xfrm flipV="1">
                <a:off x="2870" y="1887"/>
                <a:ext cx="1" cy="12"/>
              </a:xfrm>
              <a:prstGeom prst="line">
                <a:avLst/>
              </a:prstGeom>
              <a:ln w="12700" cap="flat" cmpd="sng">
                <a:solidFill>
                  <a:schemeClr val="tx1"/>
                </a:solidFill>
                <a:prstDash val="solid"/>
                <a:headEnd type="none" w="med" len="med"/>
                <a:tailEnd type="none" w="med" len="med"/>
              </a:ln>
            </p:spPr>
          </p:sp>
          <p:sp>
            <p:nvSpPr>
              <p:cNvPr id="51249" name="Line 49"/>
              <p:cNvSpPr/>
              <p:nvPr/>
            </p:nvSpPr>
            <p:spPr>
              <a:xfrm flipV="1">
                <a:off x="2870" y="1885"/>
                <a:ext cx="0" cy="11"/>
              </a:xfrm>
              <a:prstGeom prst="line">
                <a:avLst/>
              </a:prstGeom>
              <a:ln w="12700" cap="flat" cmpd="sng">
                <a:solidFill>
                  <a:schemeClr val="tx1"/>
                </a:solidFill>
                <a:prstDash val="solid"/>
                <a:headEnd type="none" w="med" len="med"/>
                <a:tailEnd type="none" w="med" len="med"/>
              </a:ln>
            </p:spPr>
          </p:sp>
          <p:sp>
            <p:nvSpPr>
              <p:cNvPr id="51250" name="Freeform 50"/>
              <p:cNvSpPr/>
              <p:nvPr/>
            </p:nvSpPr>
            <p:spPr>
              <a:xfrm>
                <a:off x="2865" y="1883"/>
                <a:ext cx="25" cy="20"/>
              </a:xfrm>
              <a:custGeom>
                <a:avLst/>
                <a:gdLst/>
                <a:ahLst/>
                <a:cxnLst>
                  <a:cxn ang="0">
                    <a:pos x="21" y="13"/>
                  </a:cxn>
                  <a:cxn ang="0">
                    <a:pos x="24" y="9"/>
                  </a:cxn>
                  <a:cxn ang="0">
                    <a:pos x="19" y="0"/>
                  </a:cxn>
                  <a:cxn ang="0">
                    <a:pos x="13" y="0"/>
                  </a:cxn>
                  <a:cxn ang="0">
                    <a:pos x="9" y="2"/>
                  </a:cxn>
                  <a:cxn ang="0">
                    <a:pos x="5" y="5"/>
                  </a:cxn>
                  <a:cxn ang="0">
                    <a:pos x="2" y="9"/>
                  </a:cxn>
                  <a:cxn ang="0">
                    <a:pos x="4" y="12"/>
                  </a:cxn>
                  <a:cxn ang="0">
                    <a:pos x="0" y="14"/>
                  </a:cxn>
                  <a:cxn ang="0">
                    <a:pos x="2" y="19"/>
                  </a:cxn>
                  <a:cxn ang="0">
                    <a:pos x="6" y="16"/>
                  </a:cxn>
                  <a:cxn ang="0">
                    <a:pos x="8" y="18"/>
                  </a:cxn>
                  <a:cxn ang="0">
                    <a:pos x="13" y="18"/>
                  </a:cxn>
                  <a:cxn ang="0">
                    <a:pos x="17" y="16"/>
                  </a:cxn>
                  <a:cxn ang="0">
                    <a:pos x="21" y="13"/>
                  </a:cxn>
                </a:cxnLst>
                <a:rect l="0" t="0" r="0" b="0"/>
                <a:pathLst>
                  <a:path w="25" h="20">
                    <a:moveTo>
                      <a:pt x="21" y="13"/>
                    </a:moveTo>
                    <a:lnTo>
                      <a:pt x="24" y="9"/>
                    </a:lnTo>
                    <a:lnTo>
                      <a:pt x="19" y="0"/>
                    </a:lnTo>
                    <a:lnTo>
                      <a:pt x="13" y="0"/>
                    </a:lnTo>
                    <a:lnTo>
                      <a:pt x="9" y="2"/>
                    </a:lnTo>
                    <a:lnTo>
                      <a:pt x="5" y="5"/>
                    </a:lnTo>
                    <a:lnTo>
                      <a:pt x="2" y="9"/>
                    </a:lnTo>
                    <a:lnTo>
                      <a:pt x="4" y="12"/>
                    </a:lnTo>
                    <a:lnTo>
                      <a:pt x="0" y="14"/>
                    </a:lnTo>
                    <a:lnTo>
                      <a:pt x="2" y="19"/>
                    </a:lnTo>
                    <a:lnTo>
                      <a:pt x="6" y="16"/>
                    </a:lnTo>
                    <a:lnTo>
                      <a:pt x="8" y="18"/>
                    </a:lnTo>
                    <a:lnTo>
                      <a:pt x="13" y="18"/>
                    </a:lnTo>
                    <a:lnTo>
                      <a:pt x="17" y="16"/>
                    </a:lnTo>
                    <a:lnTo>
                      <a:pt x="21"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51" name="Freeform 51"/>
              <p:cNvSpPr/>
              <p:nvPr/>
            </p:nvSpPr>
            <p:spPr>
              <a:xfrm>
                <a:off x="2865" y="1889"/>
                <a:ext cx="25" cy="17"/>
              </a:xfrm>
              <a:custGeom>
                <a:avLst/>
                <a:gdLst/>
                <a:ahLst/>
                <a:cxnLst>
                  <a:cxn ang="0">
                    <a:pos x="0" y="6"/>
                  </a:cxn>
                  <a:cxn ang="0">
                    <a:pos x="21" y="0"/>
                  </a:cxn>
                  <a:cxn ang="0">
                    <a:pos x="24" y="9"/>
                  </a:cxn>
                  <a:cxn ang="0">
                    <a:pos x="1" y="16"/>
                  </a:cxn>
                  <a:cxn ang="0">
                    <a:pos x="0" y="5"/>
                  </a:cxn>
                  <a:cxn ang="0">
                    <a:pos x="0" y="6"/>
                  </a:cxn>
                </a:cxnLst>
                <a:rect l="0" t="0" r="0" b="0"/>
                <a:pathLst>
                  <a:path w="25" h="17">
                    <a:moveTo>
                      <a:pt x="0" y="6"/>
                    </a:moveTo>
                    <a:lnTo>
                      <a:pt x="21" y="0"/>
                    </a:lnTo>
                    <a:lnTo>
                      <a:pt x="24" y="9"/>
                    </a:lnTo>
                    <a:lnTo>
                      <a:pt x="1" y="16"/>
                    </a:lnTo>
                    <a:lnTo>
                      <a:pt x="0" y="5"/>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52" name="Freeform 52"/>
              <p:cNvSpPr/>
              <p:nvPr/>
            </p:nvSpPr>
            <p:spPr>
              <a:xfrm>
                <a:off x="2879" y="1884"/>
                <a:ext cx="19" cy="18"/>
              </a:xfrm>
              <a:custGeom>
                <a:avLst/>
                <a:gdLst/>
                <a:ahLst/>
                <a:cxnLst>
                  <a:cxn ang="0">
                    <a:pos x="0" y="13"/>
                  </a:cxn>
                  <a:cxn ang="0">
                    <a:pos x="0" y="15"/>
                  </a:cxn>
                  <a:cxn ang="0">
                    <a:pos x="4" y="15"/>
                  </a:cxn>
                  <a:cxn ang="0">
                    <a:pos x="5" y="17"/>
                  </a:cxn>
                  <a:cxn ang="0">
                    <a:pos x="9" y="17"/>
                  </a:cxn>
                  <a:cxn ang="0">
                    <a:pos x="11" y="16"/>
                  </a:cxn>
                  <a:cxn ang="0">
                    <a:pos x="14" y="14"/>
                  </a:cxn>
                  <a:cxn ang="0">
                    <a:pos x="16" y="12"/>
                  </a:cxn>
                  <a:cxn ang="0">
                    <a:pos x="18" y="9"/>
                  </a:cxn>
                  <a:cxn ang="0">
                    <a:pos x="17" y="7"/>
                  </a:cxn>
                  <a:cxn ang="0">
                    <a:pos x="18" y="3"/>
                  </a:cxn>
                  <a:cxn ang="0">
                    <a:pos x="17" y="1"/>
                  </a:cxn>
                  <a:cxn ang="0">
                    <a:pos x="13" y="1"/>
                  </a:cxn>
                  <a:cxn ang="0">
                    <a:pos x="9" y="1"/>
                  </a:cxn>
                  <a:cxn ang="0">
                    <a:pos x="6" y="0"/>
                  </a:cxn>
                  <a:cxn ang="0">
                    <a:pos x="4" y="2"/>
                  </a:cxn>
                  <a:cxn ang="0">
                    <a:pos x="5" y="4"/>
                  </a:cxn>
                  <a:cxn ang="0">
                    <a:pos x="2" y="6"/>
                  </a:cxn>
                  <a:cxn ang="0">
                    <a:pos x="0" y="9"/>
                  </a:cxn>
                  <a:cxn ang="0">
                    <a:pos x="0" y="13"/>
                  </a:cxn>
                </a:cxnLst>
                <a:rect l="0" t="0" r="0" b="0"/>
                <a:pathLst>
                  <a:path w="19" h="18">
                    <a:moveTo>
                      <a:pt x="0" y="13"/>
                    </a:moveTo>
                    <a:lnTo>
                      <a:pt x="0" y="15"/>
                    </a:lnTo>
                    <a:lnTo>
                      <a:pt x="4" y="15"/>
                    </a:lnTo>
                    <a:lnTo>
                      <a:pt x="5" y="17"/>
                    </a:lnTo>
                    <a:lnTo>
                      <a:pt x="9" y="17"/>
                    </a:lnTo>
                    <a:lnTo>
                      <a:pt x="11" y="16"/>
                    </a:lnTo>
                    <a:lnTo>
                      <a:pt x="14" y="14"/>
                    </a:lnTo>
                    <a:lnTo>
                      <a:pt x="16" y="12"/>
                    </a:lnTo>
                    <a:lnTo>
                      <a:pt x="18" y="9"/>
                    </a:lnTo>
                    <a:lnTo>
                      <a:pt x="17" y="7"/>
                    </a:lnTo>
                    <a:lnTo>
                      <a:pt x="18" y="3"/>
                    </a:lnTo>
                    <a:lnTo>
                      <a:pt x="17" y="1"/>
                    </a:lnTo>
                    <a:lnTo>
                      <a:pt x="13" y="1"/>
                    </a:lnTo>
                    <a:lnTo>
                      <a:pt x="9" y="1"/>
                    </a:lnTo>
                    <a:lnTo>
                      <a:pt x="6" y="0"/>
                    </a:lnTo>
                    <a:lnTo>
                      <a:pt x="4" y="2"/>
                    </a:lnTo>
                    <a:lnTo>
                      <a:pt x="5" y="4"/>
                    </a:lnTo>
                    <a:lnTo>
                      <a:pt x="2" y="6"/>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53" name="Line 53"/>
              <p:cNvSpPr/>
              <p:nvPr/>
            </p:nvSpPr>
            <p:spPr>
              <a:xfrm flipV="1">
                <a:off x="2867" y="1900"/>
                <a:ext cx="2" cy="13"/>
              </a:xfrm>
              <a:prstGeom prst="line">
                <a:avLst/>
              </a:prstGeom>
              <a:ln w="12700" cap="flat" cmpd="sng">
                <a:solidFill>
                  <a:schemeClr val="tx1"/>
                </a:solidFill>
                <a:prstDash val="solid"/>
                <a:headEnd type="none" w="med" len="med"/>
                <a:tailEnd type="none" w="med" len="med"/>
              </a:ln>
            </p:spPr>
          </p:sp>
          <p:sp>
            <p:nvSpPr>
              <p:cNvPr id="51254" name="Line 54"/>
              <p:cNvSpPr/>
              <p:nvPr/>
            </p:nvSpPr>
            <p:spPr>
              <a:xfrm flipV="1">
                <a:off x="2868" y="1900"/>
                <a:ext cx="1" cy="10"/>
              </a:xfrm>
              <a:prstGeom prst="line">
                <a:avLst/>
              </a:prstGeom>
              <a:ln w="12700" cap="flat" cmpd="sng">
                <a:solidFill>
                  <a:schemeClr val="tx1"/>
                </a:solidFill>
                <a:prstDash val="solid"/>
                <a:headEnd type="none" w="med" len="med"/>
                <a:tailEnd type="none" w="med" len="med"/>
              </a:ln>
            </p:spPr>
          </p:sp>
          <p:sp>
            <p:nvSpPr>
              <p:cNvPr id="51255" name="Freeform 55"/>
              <p:cNvSpPr/>
              <p:nvPr/>
            </p:nvSpPr>
            <p:spPr>
              <a:xfrm>
                <a:off x="2865" y="1898"/>
                <a:ext cx="25" cy="18"/>
              </a:xfrm>
              <a:custGeom>
                <a:avLst/>
                <a:gdLst/>
                <a:ahLst/>
                <a:cxnLst>
                  <a:cxn ang="0">
                    <a:pos x="17" y="15"/>
                  </a:cxn>
                  <a:cxn ang="0">
                    <a:pos x="21" y="12"/>
                  </a:cxn>
                  <a:cxn ang="0">
                    <a:pos x="20" y="11"/>
                  </a:cxn>
                  <a:cxn ang="0">
                    <a:pos x="24" y="7"/>
                  </a:cxn>
                  <a:cxn ang="0">
                    <a:pos x="19" y="0"/>
                  </a:cxn>
                  <a:cxn ang="0">
                    <a:pos x="13" y="0"/>
                  </a:cxn>
                  <a:cxn ang="0">
                    <a:pos x="10" y="2"/>
                  </a:cxn>
                  <a:cxn ang="0">
                    <a:pos x="5" y="5"/>
                  </a:cxn>
                  <a:cxn ang="0">
                    <a:pos x="2" y="9"/>
                  </a:cxn>
                  <a:cxn ang="0">
                    <a:pos x="3" y="11"/>
                  </a:cxn>
                  <a:cxn ang="0">
                    <a:pos x="0" y="13"/>
                  </a:cxn>
                  <a:cxn ang="0">
                    <a:pos x="0" y="15"/>
                  </a:cxn>
                  <a:cxn ang="0">
                    <a:pos x="6" y="15"/>
                  </a:cxn>
                  <a:cxn ang="0">
                    <a:pos x="7" y="17"/>
                  </a:cxn>
                  <a:cxn ang="0">
                    <a:pos x="12" y="16"/>
                  </a:cxn>
                  <a:cxn ang="0">
                    <a:pos x="17" y="15"/>
                  </a:cxn>
                </a:cxnLst>
                <a:rect l="0" t="0" r="0" b="0"/>
                <a:pathLst>
                  <a:path w="25" h="18">
                    <a:moveTo>
                      <a:pt x="17" y="15"/>
                    </a:moveTo>
                    <a:lnTo>
                      <a:pt x="21" y="12"/>
                    </a:lnTo>
                    <a:lnTo>
                      <a:pt x="20" y="11"/>
                    </a:lnTo>
                    <a:lnTo>
                      <a:pt x="24" y="7"/>
                    </a:lnTo>
                    <a:lnTo>
                      <a:pt x="19" y="0"/>
                    </a:lnTo>
                    <a:lnTo>
                      <a:pt x="13" y="0"/>
                    </a:lnTo>
                    <a:lnTo>
                      <a:pt x="10" y="2"/>
                    </a:lnTo>
                    <a:lnTo>
                      <a:pt x="5" y="5"/>
                    </a:lnTo>
                    <a:lnTo>
                      <a:pt x="2" y="9"/>
                    </a:lnTo>
                    <a:lnTo>
                      <a:pt x="3" y="11"/>
                    </a:lnTo>
                    <a:lnTo>
                      <a:pt x="0" y="13"/>
                    </a:lnTo>
                    <a:lnTo>
                      <a:pt x="0" y="15"/>
                    </a:lnTo>
                    <a:lnTo>
                      <a:pt x="6" y="15"/>
                    </a:lnTo>
                    <a:lnTo>
                      <a:pt x="7" y="17"/>
                    </a:lnTo>
                    <a:lnTo>
                      <a:pt x="12" y="16"/>
                    </a:lnTo>
                    <a:lnTo>
                      <a:pt x="17"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56" name="Freeform 56"/>
              <p:cNvSpPr/>
              <p:nvPr/>
            </p:nvSpPr>
            <p:spPr>
              <a:xfrm>
                <a:off x="2862" y="1902"/>
                <a:ext cx="26" cy="17"/>
              </a:xfrm>
              <a:custGeom>
                <a:avLst/>
                <a:gdLst/>
                <a:ahLst/>
                <a:cxnLst>
                  <a:cxn ang="0">
                    <a:pos x="0" y="6"/>
                  </a:cxn>
                  <a:cxn ang="0">
                    <a:pos x="23" y="0"/>
                  </a:cxn>
                  <a:cxn ang="0">
                    <a:pos x="25" y="10"/>
                  </a:cxn>
                  <a:cxn ang="0">
                    <a:pos x="2" y="16"/>
                  </a:cxn>
                  <a:cxn ang="0">
                    <a:pos x="0" y="6"/>
                  </a:cxn>
                </a:cxnLst>
                <a:rect l="0" t="0" r="0" b="0"/>
                <a:pathLst>
                  <a:path w="26" h="17">
                    <a:moveTo>
                      <a:pt x="0" y="6"/>
                    </a:moveTo>
                    <a:lnTo>
                      <a:pt x="23" y="0"/>
                    </a:lnTo>
                    <a:lnTo>
                      <a:pt x="25" y="10"/>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57" name="Freeform 57"/>
              <p:cNvSpPr/>
              <p:nvPr/>
            </p:nvSpPr>
            <p:spPr>
              <a:xfrm>
                <a:off x="2875" y="1896"/>
                <a:ext cx="22" cy="17"/>
              </a:xfrm>
              <a:custGeom>
                <a:avLst/>
                <a:gdLst/>
                <a:ahLst/>
                <a:cxnLst>
                  <a:cxn ang="0">
                    <a:pos x="0" y="15"/>
                  </a:cxn>
                  <a:cxn ang="0">
                    <a:pos x="5" y="15"/>
                  </a:cxn>
                  <a:cxn ang="0">
                    <a:pos x="9" y="16"/>
                  </a:cxn>
                  <a:cxn ang="0">
                    <a:pos x="13" y="16"/>
                  </a:cxn>
                  <a:cxn ang="0">
                    <a:pos x="16" y="14"/>
                  </a:cxn>
                  <a:cxn ang="0">
                    <a:pos x="18" y="10"/>
                  </a:cxn>
                  <a:cxn ang="0">
                    <a:pos x="19" y="6"/>
                  </a:cxn>
                  <a:cxn ang="0">
                    <a:pos x="21" y="2"/>
                  </a:cxn>
                  <a:cxn ang="0">
                    <a:pos x="20" y="0"/>
                  </a:cxn>
                  <a:cxn ang="0">
                    <a:pos x="16" y="2"/>
                  </a:cxn>
                  <a:cxn ang="0">
                    <a:pos x="15" y="0"/>
                  </a:cxn>
                  <a:cxn ang="0">
                    <a:pos x="11" y="0"/>
                  </a:cxn>
                  <a:cxn ang="0">
                    <a:pos x="9" y="1"/>
                  </a:cxn>
                  <a:cxn ang="0">
                    <a:pos x="6" y="3"/>
                  </a:cxn>
                  <a:cxn ang="0">
                    <a:pos x="2" y="4"/>
                  </a:cxn>
                  <a:cxn ang="0">
                    <a:pos x="1" y="9"/>
                  </a:cxn>
                  <a:cxn ang="0">
                    <a:pos x="2" y="11"/>
                  </a:cxn>
                  <a:cxn ang="0">
                    <a:pos x="0" y="13"/>
                  </a:cxn>
                  <a:cxn ang="0">
                    <a:pos x="0" y="15"/>
                  </a:cxn>
                </a:cxnLst>
                <a:rect l="0" t="0" r="0" b="0"/>
                <a:pathLst>
                  <a:path w="22" h="17">
                    <a:moveTo>
                      <a:pt x="0" y="15"/>
                    </a:moveTo>
                    <a:lnTo>
                      <a:pt x="5" y="15"/>
                    </a:lnTo>
                    <a:lnTo>
                      <a:pt x="9" y="16"/>
                    </a:lnTo>
                    <a:lnTo>
                      <a:pt x="13" y="16"/>
                    </a:lnTo>
                    <a:lnTo>
                      <a:pt x="16" y="14"/>
                    </a:lnTo>
                    <a:lnTo>
                      <a:pt x="18" y="10"/>
                    </a:lnTo>
                    <a:lnTo>
                      <a:pt x="19" y="6"/>
                    </a:lnTo>
                    <a:lnTo>
                      <a:pt x="21" y="2"/>
                    </a:lnTo>
                    <a:lnTo>
                      <a:pt x="20" y="0"/>
                    </a:lnTo>
                    <a:lnTo>
                      <a:pt x="16" y="2"/>
                    </a:lnTo>
                    <a:lnTo>
                      <a:pt x="15" y="0"/>
                    </a:lnTo>
                    <a:lnTo>
                      <a:pt x="11" y="0"/>
                    </a:lnTo>
                    <a:lnTo>
                      <a:pt x="9" y="1"/>
                    </a:lnTo>
                    <a:lnTo>
                      <a:pt x="6" y="3"/>
                    </a:lnTo>
                    <a:lnTo>
                      <a:pt x="2" y="4"/>
                    </a:lnTo>
                    <a:lnTo>
                      <a:pt x="1" y="9"/>
                    </a:lnTo>
                    <a:lnTo>
                      <a:pt x="2" y="11"/>
                    </a:lnTo>
                    <a:lnTo>
                      <a:pt x="0" y="13"/>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58" name="Line 58"/>
              <p:cNvSpPr/>
              <p:nvPr/>
            </p:nvSpPr>
            <p:spPr>
              <a:xfrm flipV="1">
                <a:off x="2851" y="1916"/>
                <a:ext cx="3" cy="11"/>
              </a:xfrm>
              <a:prstGeom prst="line">
                <a:avLst/>
              </a:prstGeom>
              <a:ln w="12700" cap="flat" cmpd="sng">
                <a:solidFill>
                  <a:schemeClr val="tx1"/>
                </a:solidFill>
                <a:prstDash val="solid"/>
                <a:headEnd type="none" w="med" len="med"/>
                <a:tailEnd type="none" w="med" len="med"/>
              </a:ln>
            </p:spPr>
          </p:sp>
          <p:sp>
            <p:nvSpPr>
              <p:cNvPr id="51259" name="Line 59"/>
              <p:cNvSpPr/>
              <p:nvPr/>
            </p:nvSpPr>
            <p:spPr>
              <a:xfrm flipV="1">
                <a:off x="2853" y="1914"/>
                <a:ext cx="0" cy="11"/>
              </a:xfrm>
              <a:prstGeom prst="line">
                <a:avLst/>
              </a:prstGeom>
              <a:ln w="12700" cap="flat" cmpd="sng">
                <a:solidFill>
                  <a:schemeClr val="tx1"/>
                </a:solidFill>
                <a:prstDash val="solid"/>
                <a:headEnd type="none" w="med" len="med"/>
                <a:tailEnd type="none" w="med" len="med"/>
              </a:ln>
            </p:spPr>
          </p:sp>
          <p:sp>
            <p:nvSpPr>
              <p:cNvPr id="51260" name="Freeform 60"/>
              <p:cNvSpPr/>
              <p:nvPr/>
            </p:nvSpPr>
            <p:spPr>
              <a:xfrm>
                <a:off x="2848" y="1916"/>
                <a:ext cx="25" cy="20"/>
              </a:xfrm>
              <a:custGeom>
                <a:avLst/>
                <a:gdLst/>
                <a:ahLst/>
                <a:cxnLst>
                  <a:cxn ang="0">
                    <a:pos x="19" y="13"/>
                  </a:cxn>
                  <a:cxn ang="0">
                    <a:pos x="18" y="11"/>
                  </a:cxn>
                  <a:cxn ang="0">
                    <a:pos x="24" y="9"/>
                  </a:cxn>
                  <a:cxn ang="0">
                    <a:pos x="18" y="0"/>
                  </a:cxn>
                  <a:cxn ang="0">
                    <a:pos x="13" y="2"/>
                  </a:cxn>
                  <a:cxn ang="0">
                    <a:pos x="12" y="0"/>
                  </a:cxn>
                  <a:cxn ang="0">
                    <a:pos x="8" y="4"/>
                  </a:cxn>
                  <a:cxn ang="0">
                    <a:pos x="8" y="6"/>
                  </a:cxn>
                  <a:cxn ang="0">
                    <a:pos x="4" y="9"/>
                  </a:cxn>
                  <a:cxn ang="0">
                    <a:pos x="0" y="13"/>
                  </a:cxn>
                  <a:cxn ang="0">
                    <a:pos x="1" y="15"/>
                  </a:cxn>
                  <a:cxn ang="0">
                    <a:pos x="2" y="17"/>
                  </a:cxn>
                  <a:cxn ang="0">
                    <a:pos x="3" y="19"/>
                  </a:cxn>
                  <a:cxn ang="0">
                    <a:pos x="9" y="18"/>
                  </a:cxn>
                  <a:cxn ang="0">
                    <a:pos x="14" y="14"/>
                  </a:cxn>
                  <a:cxn ang="0">
                    <a:pos x="15" y="16"/>
                  </a:cxn>
                  <a:cxn ang="0">
                    <a:pos x="19" y="13"/>
                  </a:cxn>
                </a:cxnLst>
                <a:rect l="0" t="0" r="0" b="0"/>
                <a:pathLst>
                  <a:path w="25" h="20">
                    <a:moveTo>
                      <a:pt x="19" y="13"/>
                    </a:moveTo>
                    <a:lnTo>
                      <a:pt x="18" y="11"/>
                    </a:lnTo>
                    <a:lnTo>
                      <a:pt x="24" y="9"/>
                    </a:lnTo>
                    <a:lnTo>
                      <a:pt x="18" y="0"/>
                    </a:lnTo>
                    <a:lnTo>
                      <a:pt x="13" y="2"/>
                    </a:lnTo>
                    <a:lnTo>
                      <a:pt x="12" y="0"/>
                    </a:lnTo>
                    <a:lnTo>
                      <a:pt x="8" y="4"/>
                    </a:lnTo>
                    <a:lnTo>
                      <a:pt x="8" y="6"/>
                    </a:lnTo>
                    <a:lnTo>
                      <a:pt x="4" y="9"/>
                    </a:lnTo>
                    <a:lnTo>
                      <a:pt x="0" y="13"/>
                    </a:lnTo>
                    <a:lnTo>
                      <a:pt x="1" y="15"/>
                    </a:lnTo>
                    <a:lnTo>
                      <a:pt x="2" y="17"/>
                    </a:lnTo>
                    <a:lnTo>
                      <a:pt x="3" y="19"/>
                    </a:lnTo>
                    <a:lnTo>
                      <a:pt x="9" y="18"/>
                    </a:lnTo>
                    <a:lnTo>
                      <a:pt x="14" y="14"/>
                    </a:lnTo>
                    <a:lnTo>
                      <a:pt x="15" y="16"/>
                    </a:lnTo>
                    <a:lnTo>
                      <a:pt x="19"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61" name="Freeform 61"/>
              <p:cNvSpPr/>
              <p:nvPr/>
            </p:nvSpPr>
            <p:spPr>
              <a:xfrm>
                <a:off x="2846" y="1920"/>
                <a:ext cx="26" cy="17"/>
              </a:xfrm>
              <a:custGeom>
                <a:avLst/>
                <a:gdLst/>
                <a:ahLst/>
                <a:cxnLst>
                  <a:cxn ang="0">
                    <a:pos x="0" y="6"/>
                  </a:cxn>
                  <a:cxn ang="0">
                    <a:pos x="22" y="0"/>
                  </a:cxn>
                  <a:cxn ang="0">
                    <a:pos x="25" y="8"/>
                  </a:cxn>
                  <a:cxn ang="0">
                    <a:pos x="2" y="16"/>
                  </a:cxn>
                  <a:cxn ang="0">
                    <a:pos x="0" y="6"/>
                  </a:cxn>
                </a:cxnLst>
                <a:rect l="0" t="0" r="0" b="0"/>
                <a:pathLst>
                  <a:path w="26" h="17">
                    <a:moveTo>
                      <a:pt x="0" y="6"/>
                    </a:moveTo>
                    <a:lnTo>
                      <a:pt x="22" y="0"/>
                    </a:lnTo>
                    <a:lnTo>
                      <a:pt x="25" y="8"/>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62" name="Freeform 62"/>
              <p:cNvSpPr/>
              <p:nvPr/>
            </p:nvSpPr>
            <p:spPr>
              <a:xfrm>
                <a:off x="2858" y="1910"/>
                <a:ext cx="22" cy="19"/>
              </a:xfrm>
              <a:custGeom>
                <a:avLst/>
                <a:gdLst/>
                <a:ahLst/>
                <a:cxnLst>
                  <a:cxn ang="0">
                    <a:pos x="1" y="14"/>
                  </a:cxn>
                  <a:cxn ang="0">
                    <a:pos x="2" y="16"/>
                  </a:cxn>
                  <a:cxn ang="0">
                    <a:pos x="3" y="18"/>
                  </a:cxn>
                  <a:cxn ang="0">
                    <a:pos x="7" y="18"/>
                  </a:cxn>
                  <a:cxn ang="0">
                    <a:pos x="10" y="16"/>
                  </a:cxn>
                  <a:cxn ang="0">
                    <a:pos x="12" y="18"/>
                  </a:cxn>
                  <a:cxn ang="0">
                    <a:pos x="14" y="16"/>
                  </a:cxn>
                  <a:cxn ang="0">
                    <a:pos x="19" y="8"/>
                  </a:cxn>
                  <a:cxn ang="0">
                    <a:pos x="21" y="4"/>
                  </a:cxn>
                  <a:cxn ang="0">
                    <a:pos x="18" y="0"/>
                  </a:cxn>
                  <a:cxn ang="0">
                    <a:pos x="7" y="2"/>
                  </a:cxn>
                  <a:cxn ang="0">
                    <a:pos x="4" y="4"/>
                  </a:cxn>
                  <a:cxn ang="0">
                    <a:pos x="1" y="7"/>
                  </a:cxn>
                  <a:cxn ang="0">
                    <a:pos x="0" y="11"/>
                  </a:cxn>
                  <a:cxn ang="0">
                    <a:pos x="0" y="13"/>
                  </a:cxn>
                  <a:cxn ang="0">
                    <a:pos x="1" y="14"/>
                  </a:cxn>
                </a:cxnLst>
                <a:rect l="0" t="0" r="0" b="0"/>
                <a:pathLst>
                  <a:path w="22" h="19">
                    <a:moveTo>
                      <a:pt x="1" y="14"/>
                    </a:moveTo>
                    <a:lnTo>
                      <a:pt x="2" y="16"/>
                    </a:lnTo>
                    <a:lnTo>
                      <a:pt x="3" y="18"/>
                    </a:lnTo>
                    <a:lnTo>
                      <a:pt x="7" y="18"/>
                    </a:lnTo>
                    <a:lnTo>
                      <a:pt x="10" y="16"/>
                    </a:lnTo>
                    <a:lnTo>
                      <a:pt x="12" y="18"/>
                    </a:lnTo>
                    <a:lnTo>
                      <a:pt x="14" y="16"/>
                    </a:lnTo>
                    <a:lnTo>
                      <a:pt x="19" y="8"/>
                    </a:lnTo>
                    <a:lnTo>
                      <a:pt x="21" y="4"/>
                    </a:lnTo>
                    <a:lnTo>
                      <a:pt x="18" y="0"/>
                    </a:lnTo>
                    <a:lnTo>
                      <a:pt x="7" y="2"/>
                    </a:lnTo>
                    <a:lnTo>
                      <a:pt x="4" y="4"/>
                    </a:lnTo>
                    <a:lnTo>
                      <a:pt x="1" y="7"/>
                    </a:lnTo>
                    <a:lnTo>
                      <a:pt x="0" y="11"/>
                    </a:lnTo>
                    <a:lnTo>
                      <a:pt x="0" y="13"/>
                    </a:lnTo>
                    <a:lnTo>
                      <a:pt x="1"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63" name="Line 63"/>
              <p:cNvSpPr/>
              <p:nvPr/>
            </p:nvSpPr>
            <p:spPr>
              <a:xfrm flipV="1">
                <a:off x="2848" y="1907"/>
                <a:ext cx="4" cy="15"/>
              </a:xfrm>
              <a:prstGeom prst="line">
                <a:avLst/>
              </a:prstGeom>
              <a:ln w="12700" cap="flat" cmpd="sng">
                <a:solidFill>
                  <a:schemeClr val="tx1"/>
                </a:solidFill>
                <a:prstDash val="solid"/>
                <a:headEnd type="none" w="med" len="med"/>
                <a:tailEnd type="none" w="med" len="med"/>
              </a:ln>
            </p:spPr>
          </p:sp>
          <p:sp>
            <p:nvSpPr>
              <p:cNvPr id="51264" name="Line 64"/>
              <p:cNvSpPr/>
              <p:nvPr/>
            </p:nvSpPr>
            <p:spPr>
              <a:xfrm flipV="1">
                <a:off x="2848" y="1910"/>
                <a:ext cx="3" cy="9"/>
              </a:xfrm>
              <a:prstGeom prst="line">
                <a:avLst/>
              </a:prstGeom>
              <a:ln w="12700" cap="flat" cmpd="sng">
                <a:solidFill>
                  <a:schemeClr val="tx1"/>
                </a:solidFill>
                <a:prstDash val="solid"/>
                <a:headEnd type="none" w="med" len="med"/>
                <a:tailEnd type="none" w="med" len="med"/>
              </a:ln>
            </p:spPr>
          </p:sp>
          <p:sp>
            <p:nvSpPr>
              <p:cNvPr id="51265" name="Freeform 65"/>
              <p:cNvSpPr/>
              <p:nvPr/>
            </p:nvSpPr>
            <p:spPr>
              <a:xfrm>
                <a:off x="2842" y="1907"/>
                <a:ext cx="24" cy="20"/>
              </a:xfrm>
              <a:custGeom>
                <a:avLst/>
                <a:gdLst/>
                <a:ahLst/>
                <a:cxnLst>
                  <a:cxn ang="0">
                    <a:pos x="19" y="13"/>
                  </a:cxn>
                  <a:cxn ang="0">
                    <a:pos x="23" y="9"/>
                  </a:cxn>
                  <a:cxn ang="0">
                    <a:pos x="17" y="0"/>
                  </a:cxn>
                  <a:cxn ang="0">
                    <a:pos x="13" y="2"/>
                  </a:cxn>
                  <a:cxn ang="0">
                    <a:pos x="12" y="0"/>
                  </a:cxn>
                  <a:cxn ang="0">
                    <a:pos x="7" y="3"/>
                  </a:cxn>
                  <a:cxn ang="0">
                    <a:pos x="7" y="5"/>
                  </a:cxn>
                  <a:cxn ang="0">
                    <a:pos x="3" y="8"/>
                  </a:cxn>
                  <a:cxn ang="0">
                    <a:pos x="0" y="13"/>
                  </a:cxn>
                  <a:cxn ang="0">
                    <a:pos x="0" y="15"/>
                  </a:cxn>
                  <a:cxn ang="0">
                    <a:pos x="1" y="16"/>
                  </a:cxn>
                  <a:cxn ang="0">
                    <a:pos x="2" y="18"/>
                  </a:cxn>
                  <a:cxn ang="0">
                    <a:pos x="9" y="19"/>
                  </a:cxn>
                  <a:cxn ang="0">
                    <a:pos x="14" y="16"/>
                  </a:cxn>
                  <a:cxn ang="0">
                    <a:pos x="19" y="13"/>
                  </a:cxn>
                </a:cxnLst>
                <a:rect l="0" t="0" r="0" b="0"/>
                <a:pathLst>
                  <a:path w="24" h="20">
                    <a:moveTo>
                      <a:pt x="19" y="13"/>
                    </a:moveTo>
                    <a:lnTo>
                      <a:pt x="23" y="9"/>
                    </a:lnTo>
                    <a:lnTo>
                      <a:pt x="17" y="0"/>
                    </a:lnTo>
                    <a:lnTo>
                      <a:pt x="13" y="2"/>
                    </a:lnTo>
                    <a:lnTo>
                      <a:pt x="12" y="0"/>
                    </a:lnTo>
                    <a:lnTo>
                      <a:pt x="7" y="3"/>
                    </a:lnTo>
                    <a:lnTo>
                      <a:pt x="7" y="5"/>
                    </a:lnTo>
                    <a:lnTo>
                      <a:pt x="3" y="8"/>
                    </a:lnTo>
                    <a:lnTo>
                      <a:pt x="0" y="13"/>
                    </a:lnTo>
                    <a:lnTo>
                      <a:pt x="0" y="15"/>
                    </a:lnTo>
                    <a:lnTo>
                      <a:pt x="1" y="16"/>
                    </a:lnTo>
                    <a:lnTo>
                      <a:pt x="2" y="18"/>
                    </a:lnTo>
                    <a:lnTo>
                      <a:pt x="9" y="19"/>
                    </a:lnTo>
                    <a:lnTo>
                      <a:pt x="14" y="16"/>
                    </a:lnTo>
                    <a:lnTo>
                      <a:pt x="19"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66" name="Freeform 66"/>
              <p:cNvSpPr/>
              <p:nvPr/>
            </p:nvSpPr>
            <p:spPr>
              <a:xfrm>
                <a:off x="2840" y="1910"/>
                <a:ext cx="26" cy="17"/>
              </a:xfrm>
              <a:custGeom>
                <a:avLst/>
                <a:gdLst/>
                <a:ahLst/>
                <a:cxnLst>
                  <a:cxn ang="0">
                    <a:pos x="0" y="6"/>
                  </a:cxn>
                  <a:cxn ang="0">
                    <a:pos x="21" y="0"/>
                  </a:cxn>
                  <a:cxn ang="0">
                    <a:pos x="25" y="8"/>
                  </a:cxn>
                  <a:cxn ang="0">
                    <a:pos x="2" y="16"/>
                  </a:cxn>
                  <a:cxn ang="0">
                    <a:pos x="0" y="6"/>
                  </a:cxn>
                </a:cxnLst>
                <a:rect l="0" t="0" r="0" b="0"/>
                <a:pathLst>
                  <a:path w="26" h="17">
                    <a:moveTo>
                      <a:pt x="0" y="6"/>
                    </a:moveTo>
                    <a:lnTo>
                      <a:pt x="21" y="0"/>
                    </a:lnTo>
                    <a:lnTo>
                      <a:pt x="25" y="8"/>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67" name="Freeform 67"/>
              <p:cNvSpPr/>
              <p:nvPr/>
            </p:nvSpPr>
            <p:spPr>
              <a:xfrm>
                <a:off x="2856" y="1903"/>
                <a:ext cx="20" cy="20"/>
              </a:xfrm>
              <a:custGeom>
                <a:avLst/>
                <a:gdLst/>
                <a:ahLst/>
                <a:cxnLst>
                  <a:cxn ang="0">
                    <a:pos x="0" y="14"/>
                  </a:cxn>
                  <a:cxn ang="0">
                    <a:pos x="2" y="16"/>
                  </a:cxn>
                  <a:cxn ang="0">
                    <a:pos x="3" y="19"/>
                  </a:cxn>
                  <a:cxn ang="0">
                    <a:pos x="6" y="19"/>
                  </a:cxn>
                  <a:cxn ang="0">
                    <a:pos x="9" y="16"/>
                  </a:cxn>
                  <a:cxn ang="0">
                    <a:pos x="10" y="19"/>
                  </a:cxn>
                  <a:cxn ang="0">
                    <a:pos x="13" y="16"/>
                  </a:cxn>
                  <a:cxn ang="0">
                    <a:pos x="19" y="4"/>
                  </a:cxn>
                  <a:cxn ang="0">
                    <a:pos x="17" y="0"/>
                  </a:cxn>
                  <a:cxn ang="0">
                    <a:pos x="6" y="2"/>
                  </a:cxn>
                  <a:cxn ang="0">
                    <a:pos x="4" y="4"/>
                  </a:cxn>
                  <a:cxn ang="0">
                    <a:pos x="4" y="6"/>
                  </a:cxn>
                  <a:cxn ang="0">
                    <a:pos x="2" y="8"/>
                  </a:cxn>
                  <a:cxn ang="0">
                    <a:pos x="0" y="13"/>
                  </a:cxn>
                  <a:cxn ang="0">
                    <a:pos x="0" y="14"/>
                  </a:cxn>
                </a:cxnLst>
                <a:rect l="0" t="0" r="0" b="0"/>
                <a:pathLst>
                  <a:path w="20" h="20">
                    <a:moveTo>
                      <a:pt x="0" y="14"/>
                    </a:moveTo>
                    <a:lnTo>
                      <a:pt x="2" y="16"/>
                    </a:lnTo>
                    <a:lnTo>
                      <a:pt x="3" y="19"/>
                    </a:lnTo>
                    <a:lnTo>
                      <a:pt x="6" y="19"/>
                    </a:lnTo>
                    <a:lnTo>
                      <a:pt x="9" y="16"/>
                    </a:lnTo>
                    <a:lnTo>
                      <a:pt x="10" y="19"/>
                    </a:lnTo>
                    <a:lnTo>
                      <a:pt x="13" y="16"/>
                    </a:lnTo>
                    <a:lnTo>
                      <a:pt x="19" y="4"/>
                    </a:lnTo>
                    <a:lnTo>
                      <a:pt x="17" y="0"/>
                    </a:lnTo>
                    <a:lnTo>
                      <a:pt x="6" y="2"/>
                    </a:lnTo>
                    <a:lnTo>
                      <a:pt x="4" y="4"/>
                    </a:lnTo>
                    <a:lnTo>
                      <a:pt x="4" y="6"/>
                    </a:lnTo>
                    <a:lnTo>
                      <a:pt x="2" y="8"/>
                    </a:lnTo>
                    <a:lnTo>
                      <a:pt x="0" y="13"/>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68" name="Line 68"/>
              <p:cNvSpPr/>
              <p:nvPr/>
            </p:nvSpPr>
            <p:spPr>
              <a:xfrm flipV="1">
                <a:off x="2835" y="1913"/>
                <a:ext cx="0" cy="11"/>
              </a:xfrm>
              <a:prstGeom prst="line">
                <a:avLst/>
              </a:prstGeom>
              <a:ln w="12700" cap="flat" cmpd="sng">
                <a:solidFill>
                  <a:schemeClr val="tx1"/>
                </a:solidFill>
                <a:prstDash val="solid"/>
                <a:headEnd type="none" w="med" len="med"/>
                <a:tailEnd type="none" w="med" len="med"/>
              </a:ln>
            </p:spPr>
          </p:sp>
          <p:sp>
            <p:nvSpPr>
              <p:cNvPr id="51269" name="Line 69"/>
              <p:cNvSpPr/>
              <p:nvPr/>
            </p:nvSpPr>
            <p:spPr>
              <a:xfrm flipV="1">
                <a:off x="2832" y="1910"/>
                <a:ext cx="3" cy="10"/>
              </a:xfrm>
              <a:prstGeom prst="line">
                <a:avLst/>
              </a:prstGeom>
              <a:ln w="12700" cap="flat" cmpd="sng">
                <a:solidFill>
                  <a:schemeClr val="tx1"/>
                </a:solidFill>
                <a:prstDash val="solid"/>
                <a:headEnd type="none" w="med" len="med"/>
                <a:tailEnd type="none" w="med" len="med"/>
              </a:ln>
            </p:spPr>
          </p:sp>
          <p:sp>
            <p:nvSpPr>
              <p:cNvPr id="51270" name="Freeform 70"/>
              <p:cNvSpPr/>
              <p:nvPr/>
            </p:nvSpPr>
            <p:spPr>
              <a:xfrm>
                <a:off x="2832" y="1908"/>
                <a:ext cx="23" cy="18"/>
              </a:xfrm>
              <a:custGeom>
                <a:avLst/>
                <a:gdLst/>
                <a:ahLst/>
                <a:cxnLst>
                  <a:cxn ang="0">
                    <a:pos x="19" y="13"/>
                  </a:cxn>
                  <a:cxn ang="0">
                    <a:pos x="17" y="11"/>
                  </a:cxn>
                  <a:cxn ang="0">
                    <a:pos x="22" y="8"/>
                  </a:cxn>
                  <a:cxn ang="0">
                    <a:pos x="16" y="0"/>
                  </a:cxn>
                  <a:cxn ang="0">
                    <a:pos x="12" y="2"/>
                  </a:cxn>
                  <a:cxn ang="0">
                    <a:pos x="11" y="0"/>
                  </a:cxn>
                  <a:cxn ang="0">
                    <a:pos x="7" y="2"/>
                  </a:cxn>
                  <a:cxn ang="0">
                    <a:pos x="8" y="4"/>
                  </a:cxn>
                  <a:cxn ang="0">
                    <a:pos x="4" y="7"/>
                  </a:cxn>
                  <a:cxn ang="0">
                    <a:pos x="1" y="10"/>
                  </a:cxn>
                  <a:cxn ang="0">
                    <a:pos x="3" y="12"/>
                  </a:cxn>
                  <a:cxn ang="0">
                    <a:pos x="0" y="15"/>
                  </a:cxn>
                  <a:cxn ang="0">
                    <a:pos x="0" y="17"/>
                  </a:cxn>
                  <a:cxn ang="0">
                    <a:pos x="5" y="16"/>
                  </a:cxn>
                  <a:cxn ang="0">
                    <a:pos x="10" y="16"/>
                  </a:cxn>
                  <a:cxn ang="0">
                    <a:pos x="13" y="13"/>
                  </a:cxn>
                  <a:cxn ang="0">
                    <a:pos x="15" y="15"/>
                  </a:cxn>
                  <a:cxn ang="0">
                    <a:pos x="19" y="13"/>
                  </a:cxn>
                </a:cxnLst>
                <a:rect l="0" t="0" r="0" b="0"/>
                <a:pathLst>
                  <a:path w="23" h="18">
                    <a:moveTo>
                      <a:pt x="19" y="13"/>
                    </a:moveTo>
                    <a:lnTo>
                      <a:pt x="17" y="11"/>
                    </a:lnTo>
                    <a:lnTo>
                      <a:pt x="22" y="8"/>
                    </a:lnTo>
                    <a:lnTo>
                      <a:pt x="16" y="0"/>
                    </a:lnTo>
                    <a:lnTo>
                      <a:pt x="12" y="2"/>
                    </a:lnTo>
                    <a:lnTo>
                      <a:pt x="11" y="0"/>
                    </a:lnTo>
                    <a:lnTo>
                      <a:pt x="7" y="2"/>
                    </a:lnTo>
                    <a:lnTo>
                      <a:pt x="8" y="4"/>
                    </a:lnTo>
                    <a:lnTo>
                      <a:pt x="4" y="7"/>
                    </a:lnTo>
                    <a:lnTo>
                      <a:pt x="1" y="10"/>
                    </a:lnTo>
                    <a:lnTo>
                      <a:pt x="3" y="12"/>
                    </a:lnTo>
                    <a:lnTo>
                      <a:pt x="0" y="15"/>
                    </a:lnTo>
                    <a:lnTo>
                      <a:pt x="0" y="17"/>
                    </a:lnTo>
                    <a:lnTo>
                      <a:pt x="5" y="16"/>
                    </a:lnTo>
                    <a:lnTo>
                      <a:pt x="10" y="16"/>
                    </a:lnTo>
                    <a:lnTo>
                      <a:pt x="13" y="13"/>
                    </a:lnTo>
                    <a:lnTo>
                      <a:pt x="15" y="15"/>
                    </a:lnTo>
                    <a:lnTo>
                      <a:pt x="19"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71" name="Freeform 71"/>
              <p:cNvSpPr/>
              <p:nvPr/>
            </p:nvSpPr>
            <p:spPr>
              <a:xfrm>
                <a:off x="2830" y="1911"/>
                <a:ext cx="25" cy="17"/>
              </a:xfrm>
              <a:custGeom>
                <a:avLst/>
                <a:gdLst/>
                <a:ahLst/>
                <a:cxnLst>
                  <a:cxn ang="0">
                    <a:pos x="0" y="6"/>
                  </a:cxn>
                  <a:cxn ang="0">
                    <a:pos x="21" y="0"/>
                  </a:cxn>
                  <a:cxn ang="0">
                    <a:pos x="24" y="9"/>
                  </a:cxn>
                  <a:cxn ang="0">
                    <a:pos x="2" y="16"/>
                  </a:cxn>
                  <a:cxn ang="0">
                    <a:pos x="0" y="6"/>
                  </a:cxn>
                </a:cxnLst>
                <a:rect l="0" t="0" r="0" b="0"/>
                <a:pathLst>
                  <a:path w="25" h="17">
                    <a:moveTo>
                      <a:pt x="0" y="6"/>
                    </a:moveTo>
                    <a:lnTo>
                      <a:pt x="21" y="0"/>
                    </a:lnTo>
                    <a:lnTo>
                      <a:pt x="24" y="9"/>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72" name="Freeform 72"/>
              <p:cNvSpPr/>
              <p:nvPr/>
            </p:nvSpPr>
            <p:spPr>
              <a:xfrm>
                <a:off x="2840" y="1904"/>
                <a:ext cx="23" cy="21"/>
              </a:xfrm>
              <a:custGeom>
                <a:avLst/>
                <a:gdLst/>
                <a:ahLst/>
                <a:cxnLst>
                  <a:cxn ang="0">
                    <a:pos x="1" y="15"/>
                  </a:cxn>
                  <a:cxn ang="0">
                    <a:pos x="2" y="17"/>
                  </a:cxn>
                  <a:cxn ang="0">
                    <a:pos x="3" y="20"/>
                  </a:cxn>
                  <a:cxn ang="0">
                    <a:pos x="7" y="20"/>
                  </a:cxn>
                  <a:cxn ang="0">
                    <a:pos x="11" y="17"/>
                  </a:cxn>
                  <a:cxn ang="0">
                    <a:pos x="12" y="20"/>
                  </a:cxn>
                  <a:cxn ang="0">
                    <a:pos x="14" y="16"/>
                  </a:cxn>
                  <a:cxn ang="0">
                    <a:pos x="17" y="12"/>
                  </a:cxn>
                  <a:cxn ang="0">
                    <a:pos x="19" y="8"/>
                  </a:cxn>
                  <a:cxn ang="0">
                    <a:pos x="18" y="6"/>
                  </a:cxn>
                  <a:cxn ang="0">
                    <a:pos x="22" y="4"/>
                  </a:cxn>
                  <a:cxn ang="0">
                    <a:pos x="20" y="2"/>
                  </a:cxn>
                  <a:cxn ang="0">
                    <a:pos x="16" y="2"/>
                  </a:cxn>
                  <a:cxn ang="0">
                    <a:pos x="14" y="0"/>
                  </a:cxn>
                  <a:cxn ang="0">
                    <a:pos x="11" y="1"/>
                  </a:cxn>
                  <a:cxn ang="0">
                    <a:pos x="7" y="3"/>
                  </a:cxn>
                  <a:cxn ang="0">
                    <a:pos x="5" y="5"/>
                  </a:cxn>
                  <a:cxn ang="0">
                    <a:pos x="1" y="7"/>
                  </a:cxn>
                  <a:cxn ang="0">
                    <a:pos x="0" y="11"/>
                  </a:cxn>
                  <a:cxn ang="0">
                    <a:pos x="0" y="13"/>
                  </a:cxn>
                  <a:cxn ang="0">
                    <a:pos x="1" y="15"/>
                  </a:cxn>
                </a:cxnLst>
                <a:rect l="0" t="0" r="0" b="0"/>
                <a:pathLst>
                  <a:path w="23" h="21">
                    <a:moveTo>
                      <a:pt x="1" y="15"/>
                    </a:moveTo>
                    <a:lnTo>
                      <a:pt x="2" y="17"/>
                    </a:lnTo>
                    <a:lnTo>
                      <a:pt x="3" y="20"/>
                    </a:lnTo>
                    <a:lnTo>
                      <a:pt x="7" y="20"/>
                    </a:lnTo>
                    <a:lnTo>
                      <a:pt x="11" y="17"/>
                    </a:lnTo>
                    <a:lnTo>
                      <a:pt x="12" y="20"/>
                    </a:lnTo>
                    <a:lnTo>
                      <a:pt x="14" y="16"/>
                    </a:lnTo>
                    <a:lnTo>
                      <a:pt x="17" y="12"/>
                    </a:lnTo>
                    <a:lnTo>
                      <a:pt x="19" y="8"/>
                    </a:lnTo>
                    <a:lnTo>
                      <a:pt x="18" y="6"/>
                    </a:lnTo>
                    <a:lnTo>
                      <a:pt x="22" y="4"/>
                    </a:lnTo>
                    <a:lnTo>
                      <a:pt x="20" y="2"/>
                    </a:lnTo>
                    <a:lnTo>
                      <a:pt x="16" y="2"/>
                    </a:lnTo>
                    <a:lnTo>
                      <a:pt x="14" y="0"/>
                    </a:lnTo>
                    <a:lnTo>
                      <a:pt x="11" y="1"/>
                    </a:lnTo>
                    <a:lnTo>
                      <a:pt x="7" y="3"/>
                    </a:lnTo>
                    <a:lnTo>
                      <a:pt x="5" y="5"/>
                    </a:lnTo>
                    <a:lnTo>
                      <a:pt x="1" y="7"/>
                    </a:lnTo>
                    <a:lnTo>
                      <a:pt x="0" y="11"/>
                    </a:lnTo>
                    <a:lnTo>
                      <a:pt x="0" y="13"/>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73" name="Line 73"/>
              <p:cNvSpPr/>
              <p:nvPr/>
            </p:nvSpPr>
            <p:spPr>
              <a:xfrm flipV="1">
                <a:off x="2851" y="1899"/>
                <a:ext cx="7" cy="11"/>
              </a:xfrm>
              <a:prstGeom prst="line">
                <a:avLst/>
              </a:prstGeom>
              <a:ln w="12700" cap="flat" cmpd="sng">
                <a:solidFill>
                  <a:schemeClr val="tx1"/>
                </a:solidFill>
                <a:prstDash val="solid"/>
                <a:headEnd type="none" w="med" len="med"/>
                <a:tailEnd type="none" w="med" len="med"/>
              </a:ln>
            </p:spPr>
          </p:sp>
          <p:sp>
            <p:nvSpPr>
              <p:cNvPr id="51274" name="Line 74"/>
              <p:cNvSpPr/>
              <p:nvPr/>
            </p:nvSpPr>
            <p:spPr>
              <a:xfrm flipV="1">
                <a:off x="2854" y="1897"/>
                <a:ext cx="3" cy="9"/>
              </a:xfrm>
              <a:prstGeom prst="line">
                <a:avLst/>
              </a:prstGeom>
              <a:ln w="12700" cap="flat" cmpd="sng">
                <a:solidFill>
                  <a:schemeClr val="tx1"/>
                </a:solidFill>
                <a:prstDash val="solid"/>
                <a:headEnd type="none" w="med" len="med"/>
                <a:tailEnd type="none" w="med" len="med"/>
              </a:ln>
            </p:spPr>
          </p:sp>
          <p:sp>
            <p:nvSpPr>
              <p:cNvPr id="51275" name="Freeform 75"/>
              <p:cNvSpPr/>
              <p:nvPr/>
            </p:nvSpPr>
            <p:spPr>
              <a:xfrm>
                <a:off x="2851" y="1893"/>
                <a:ext cx="24" cy="20"/>
              </a:xfrm>
              <a:custGeom>
                <a:avLst/>
                <a:gdLst/>
                <a:ahLst/>
                <a:cxnLst>
                  <a:cxn ang="0">
                    <a:pos x="17" y="15"/>
                  </a:cxn>
                  <a:cxn ang="0">
                    <a:pos x="23" y="12"/>
                  </a:cxn>
                  <a:cxn ang="0">
                    <a:pos x="21" y="10"/>
                  </a:cxn>
                  <a:cxn ang="0">
                    <a:pos x="16" y="1"/>
                  </a:cxn>
                  <a:cxn ang="0">
                    <a:pos x="15" y="0"/>
                  </a:cxn>
                  <a:cxn ang="0">
                    <a:pos x="10" y="2"/>
                  </a:cxn>
                  <a:cxn ang="0">
                    <a:pos x="7" y="7"/>
                  </a:cxn>
                  <a:cxn ang="0">
                    <a:pos x="3" y="12"/>
                  </a:cxn>
                  <a:cxn ang="0">
                    <a:pos x="0" y="17"/>
                  </a:cxn>
                  <a:cxn ang="0">
                    <a:pos x="0" y="19"/>
                  </a:cxn>
                  <a:cxn ang="0">
                    <a:pos x="7" y="18"/>
                  </a:cxn>
                  <a:cxn ang="0">
                    <a:pos x="12" y="17"/>
                  </a:cxn>
                  <a:cxn ang="0">
                    <a:pos x="17" y="15"/>
                  </a:cxn>
                </a:cxnLst>
                <a:rect l="0" t="0" r="0" b="0"/>
                <a:pathLst>
                  <a:path w="24" h="20">
                    <a:moveTo>
                      <a:pt x="17" y="15"/>
                    </a:moveTo>
                    <a:lnTo>
                      <a:pt x="23" y="12"/>
                    </a:lnTo>
                    <a:lnTo>
                      <a:pt x="21" y="10"/>
                    </a:lnTo>
                    <a:lnTo>
                      <a:pt x="16" y="1"/>
                    </a:lnTo>
                    <a:lnTo>
                      <a:pt x="15" y="0"/>
                    </a:lnTo>
                    <a:lnTo>
                      <a:pt x="10" y="2"/>
                    </a:lnTo>
                    <a:lnTo>
                      <a:pt x="7" y="7"/>
                    </a:lnTo>
                    <a:lnTo>
                      <a:pt x="3" y="12"/>
                    </a:lnTo>
                    <a:lnTo>
                      <a:pt x="0" y="17"/>
                    </a:lnTo>
                    <a:lnTo>
                      <a:pt x="0" y="19"/>
                    </a:lnTo>
                    <a:lnTo>
                      <a:pt x="7" y="18"/>
                    </a:lnTo>
                    <a:lnTo>
                      <a:pt x="12" y="17"/>
                    </a:lnTo>
                    <a:lnTo>
                      <a:pt x="17"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76" name="Freeform 76"/>
              <p:cNvSpPr/>
              <p:nvPr/>
            </p:nvSpPr>
            <p:spPr>
              <a:xfrm>
                <a:off x="2849" y="1899"/>
                <a:ext cx="26" cy="17"/>
              </a:xfrm>
              <a:custGeom>
                <a:avLst/>
                <a:gdLst/>
                <a:ahLst/>
                <a:cxnLst>
                  <a:cxn ang="0">
                    <a:pos x="0" y="6"/>
                  </a:cxn>
                  <a:cxn ang="0">
                    <a:pos x="22" y="0"/>
                  </a:cxn>
                  <a:cxn ang="0">
                    <a:pos x="25" y="8"/>
                  </a:cxn>
                  <a:cxn ang="0">
                    <a:pos x="1" y="16"/>
                  </a:cxn>
                  <a:cxn ang="0">
                    <a:pos x="0" y="6"/>
                  </a:cxn>
                </a:cxnLst>
                <a:rect l="0" t="0" r="0" b="0"/>
                <a:pathLst>
                  <a:path w="26" h="17">
                    <a:moveTo>
                      <a:pt x="0" y="6"/>
                    </a:moveTo>
                    <a:lnTo>
                      <a:pt x="22" y="0"/>
                    </a:lnTo>
                    <a:lnTo>
                      <a:pt x="25" y="8"/>
                    </a:lnTo>
                    <a:lnTo>
                      <a:pt x="1"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77" name="Freeform 77"/>
              <p:cNvSpPr/>
              <p:nvPr/>
            </p:nvSpPr>
            <p:spPr>
              <a:xfrm>
                <a:off x="2865" y="1892"/>
                <a:ext cx="20" cy="17"/>
              </a:xfrm>
              <a:custGeom>
                <a:avLst/>
                <a:gdLst/>
                <a:ahLst/>
                <a:cxnLst>
                  <a:cxn ang="0">
                    <a:pos x="0" y="13"/>
                  </a:cxn>
                  <a:cxn ang="0">
                    <a:pos x="1" y="15"/>
                  </a:cxn>
                  <a:cxn ang="0">
                    <a:pos x="4" y="14"/>
                  </a:cxn>
                  <a:cxn ang="0">
                    <a:pos x="5" y="16"/>
                  </a:cxn>
                  <a:cxn ang="0">
                    <a:pos x="8" y="16"/>
                  </a:cxn>
                  <a:cxn ang="0">
                    <a:pos x="12" y="16"/>
                  </a:cxn>
                  <a:cxn ang="0">
                    <a:pos x="14" y="14"/>
                  </a:cxn>
                  <a:cxn ang="0">
                    <a:pos x="16" y="11"/>
                  </a:cxn>
                  <a:cxn ang="0">
                    <a:pos x="17" y="7"/>
                  </a:cxn>
                  <a:cxn ang="0">
                    <a:pos x="16" y="5"/>
                  </a:cxn>
                  <a:cxn ang="0">
                    <a:pos x="19" y="3"/>
                  </a:cxn>
                  <a:cxn ang="0">
                    <a:pos x="17" y="0"/>
                  </a:cxn>
                  <a:cxn ang="0">
                    <a:pos x="14" y="1"/>
                  </a:cxn>
                  <a:cxn ang="0">
                    <a:pos x="13" y="0"/>
                  </a:cxn>
                  <a:cxn ang="0">
                    <a:pos x="10" y="0"/>
                  </a:cxn>
                  <a:cxn ang="0">
                    <a:pos x="7" y="1"/>
                  </a:cxn>
                  <a:cxn ang="0">
                    <a:pos x="5" y="2"/>
                  </a:cxn>
                  <a:cxn ang="0">
                    <a:pos x="2" y="4"/>
                  </a:cxn>
                  <a:cxn ang="0">
                    <a:pos x="1" y="8"/>
                  </a:cxn>
                  <a:cxn ang="0">
                    <a:pos x="2" y="10"/>
                  </a:cxn>
                  <a:cxn ang="0">
                    <a:pos x="0" y="11"/>
                  </a:cxn>
                  <a:cxn ang="0">
                    <a:pos x="0" y="13"/>
                  </a:cxn>
                </a:cxnLst>
                <a:rect l="0" t="0" r="0" b="0"/>
                <a:pathLst>
                  <a:path w="20" h="17">
                    <a:moveTo>
                      <a:pt x="0" y="13"/>
                    </a:moveTo>
                    <a:lnTo>
                      <a:pt x="1" y="15"/>
                    </a:lnTo>
                    <a:lnTo>
                      <a:pt x="4" y="14"/>
                    </a:lnTo>
                    <a:lnTo>
                      <a:pt x="5" y="16"/>
                    </a:lnTo>
                    <a:lnTo>
                      <a:pt x="8" y="16"/>
                    </a:lnTo>
                    <a:lnTo>
                      <a:pt x="12" y="16"/>
                    </a:lnTo>
                    <a:lnTo>
                      <a:pt x="14" y="14"/>
                    </a:lnTo>
                    <a:lnTo>
                      <a:pt x="16" y="11"/>
                    </a:lnTo>
                    <a:lnTo>
                      <a:pt x="17" y="7"/>
                    </a:lnTo>
                    <a:lnTo>
                      <a:pt x="16" y="5"/>
                    </a:lnTo>
                    <a:lnTo>
                      <a:pt x="19" y="3"/>
                    </a:lnTo>
                    <a:lnTo>
                      <a:pt x="17" y="0"/>
                    </a:lnTo>
                    <a:lnTo>
                      <a:pt x="14" y="1"/>
                    </a:lnTo>
                    <a:lnTo>
                      <a:pt x="13" y="0"/>
                    </a:lnTo>
                    <a:lnTo>
                      <a:pt x="10" y="0"/>
                    </a:lnTo>
                    <a:lnTo>
                      <a:pt x="7" y="1"/>
                    </a:lnTo>
                    <a:lnTo>
                      <a:pt x="5" y="2"/>
                    </a:lnTo>
                    <a:lnTo>
                      <a:pt x="2" y="4"/>
                    </a:lnTo>
                    <a:lnTo>
                      <a:pt x="1" y="8"/>
                    </a:lnTo>
                    <a:lnTo>
                      <a:pt x="2" y="10"/>
                    </a:lnTo>
                    <a:lnTo>
                      <a:pt x="0" y="11"/>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278" name="Line 78"/>
              <p:cNvSpPr/>
              <p:nvPr/>
            </p:nvSpPr>
            <p:spPr>
              <a:xfrm flipV="1">
                <a:off x="2841" y="1899"/>
                <a:ext cx="4" cy="12"/>
              </a:xfrm>
              <a:prstGeom prst="line">
                <a:avLst/>
              </a:prstGeom>
              <a:ln w="12700" cap="flat" cmpd="sng">
                <a:solidFill>
                  <a:schemeClr val="tx1"/>
                </a:solidFill>
                <a:prstDash val="solid"/>
                <a:headEnd type="none" w="med" len="med"/>
                <a:tailEnd type="none" w="med" len="med"/>
              </a:ln>
            </p:spPr>
          </p:sp>
          <p:sp>
            <p:nvSpPr>
              <p:cNvPr id="51279" name="Line 79"/>
              <p:cNvSpPr/>
              <p:nvPr/>
            </p:nvSpPr>
            <p:spPr>
              <a:xfrm flipV="1">
                <a:off x="2841" y="1897"/>
                <a:ext cx="0" cy="9"/>
              </a:xfrm>
              <a:prstGeom prst="line">
                <a:avLst/>
              </a:prstGeom>
              <a:ln w="12700" cap="flat" cmpd="sng">
                <a:solidFill>
                  <a:schemeClr val="tx1"/>
                </a:solidFill>
                <a:prstDash val="solid"/>
                <a:headEnd type="none" w="med" len="med"/>
                <a:tailEnd type="none" w="med" len="med"/>
              </a:ln>
            </p:spPr>
          </p:sp>
          <p:sp>
            <p:nvSpPr>
              <p:cNvPr id="51280" name="Freeform 80"/>
              <p:cNvSpPr/>
              <p:nvPr/>
            </p:nvSpPr>
            <p:spPr>
              <a:xfrm>
                <a:off x="2835" y="1895"/>
                <a:ext cx="25" cy="21"/>
              </a:xfrm>
              <a:custGeom>
                <a:avLst/>
                <a:gdLst/>
                <a:ahLst/>
                <a:cxnLst>
                  <a:cxn ang="0">
                    <a:pos x="20" y="14"/>
                  </a:cxn>
                  <a:cxn ang="0">
                    <a:pos x="24" y="8"/>
                  </a:cxn>
                  <a:cxn ang="0">
                    <a:pos x="18" y="0"/>
                  </a:cxn>
                  <a:cxn ang="0">
                    <a:pos x="13" y="0"/>
                  </a:cxn>
                  <a:cxn ang="0">
                    <a:pos x="8" y="3"/>
                  </a:cxn>
                  <a:cxn ang="0">
                    <a:pos x="3" y="6"/>
                  </a:cxn>
                  <a:cxn ang="0">
                    <a:pos x="0" y="12"/>
                  </a:cxn>
                  <a:cxn ang="0">
                    <a:pos x="0" y="14"/>
                  </a:cxn>
                  <a:cxn ang="0">
                    <a:pos x="2" y="17"/>
                  </a:cxn>
                  <a:cxn ang="0">
                    <a:pos x="3" y="19"/>
                  </a:cxn>
                  <a:cxn ang="0">
                    <a:pos x="10" y="20"/>
                  </a:cxn>
                  <a:cxn ang="0">
                    <a:pos x="16" y="17"/>
                  </a:cxn>
                  <a:cxn ang="0">
                    <a:pos x="20" y="14"/>
                  </a:cxn>
                </a:cxnLst>
                <a:rect l="0" t="0" r="0" b="0"/>
                <a:pathLst>
                  <a:path w="25" h="21">
                    <a:moveTo>
                      <a:pt x="20" y="14"/>
                    </a:moveTo>
                    <a:lnTo>
                      <a:pt x="24" y="8"/>
                    </a:lnTo>
                    <a:lnTo>
                      <a:pt x="18" y="0"/>
                    </a:lnTo>
                    <a:lnTo>
                      <a:pt x="13" y="0"/>
                    </a:lnTo>
                    <a:lnTo>
                      <a:pt x="8" y="3"/>
                    </a:lnTo>
                    <a:lnTo>
                      <a:pt x="3" y="6"/>
                    </a:lnTo>
                    <a:lnTo>
                      <a:pt x="0" y="12"/>
                    </a:lnTo>
                    <a:lnTo>
                      <a:pt x="0" y="14"/>
                    </a:lnTo>
                    <a:lnTo>
                      <a:pt x="2" y="17"/>
                    </a:lnTo>
                    <a:lnTo>
                      <a:pt x="3" y="19"/>
                    </a:lnTo>
                    <a:lnTo>
                      <a:pt x="10" y="20"/>
                    </a:lnTo>
                    <a:lnTo>
                      <a:pt x="16" y="17"/>
                    </a:lnTo>
                    <a:lnTo>
                      <a:pt x="20"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81" name="Freeform 81"/>
              <p:cNvSpPr/>
              <p:nvPr/>
            </p:nvSpPr>
            <p:spPr>
              <a:xfrm>
                <a:off x="2834" y="1899"/>
                <a:ext cx="26" cy="17"/>
              </a:xfrm>
              <a:custGeom>
                <a:avLst/>
                <a:gdLst/>
                <a:ahLst/>
                <a:cxnLst>
                  <a:cxn ang="0">
                    <a:pos x="0" y="7"/>
                  </a:cxn>
                  <a:cxn ang="0">
                    <a:pos x="21" y="0"/>
                  </a:cxn>
                  <a:cxn ang="0">
                    <a:pos x="25" y="8"/>
                  </a:cxn>
                  <a:cxn ang="0">
                    <a:pos x="2" y="16"/>
                  </a:cxn>
                  <a:cxn ang="0">
                    <a:pos x="0" y="6"/>
                  </a:cxn>
                  <a:cxn ang="0">
                    <a:pos x="0" y="7"/>
                  </a:cxn>
                </a:cxnLst>
                <a:rect l="0" t="0" r="0" b="0"/>
                <a:pathLst>
                  <a:path w="26" h="17">
                    <a:moveTo>
                      <a:pt x="0" y="7"/>
                    </a:moveTo>
                    <a:lnTo>
                      <a:pt x="21" y="0"/>
                    </a:lnTo>
                    <a:lnTo>
                      <a:pt x="25" y="8"/>
                    </a:lnTo>
                    <a:lnTo>
                      <a:pt x="2" y="16"/>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282" name="Freeform 82"/>
              <p:cNvSpPr/>
              <p:nvPr/>
            </p:nvSpPr>
            <p:spPr>
              <a:xfrm>
                <a:off x="2850" y="1893"/>
                <a:ext cx="23" cy="19"/>
              </a:xfrm>
              <a:custGeom>
                <a:avLst/>
                <a:gdLst/>
                <a:ahLst/>
                <a:cxnLst>
                  <a:cxn ang="0">
                    <a:pos x="0" y="13"/>
                  </a:cxn>
                  <a:cxn ang="0">
                    <a:pos x="1" y="15"/>
                  </a:cxn>
                  <a:cxn ang="0">
                    <a:pos x="2" y="17"/>
                  </a:cxn>
                  <a:cxn ang="0">
                    <a:pos x="7" y="18"/>
                  </a:cxn>
                  <a:cxn ang="0">
                    <a:pos x="11" y="16"/>
                  </a:cxn>
                  <a:cxn ang="0">
                    <a:pos x="14" y="14"/>
                  </a:cxn>
                  <a:cxn ang="0">
                    <a:pos x="17" y="12"/>
                  </a:cxn>
                  <a:cxn ang="0">
                    <a:pos x="21" y="10"/>
                  </a:cxn>
                  <a:cxn ang="0">
                    <a:pos x="22" y="5"/>
                  </a:cxn>
                  <a:cxn ang="0">
                    <a:pos x="21" y="3"/>
                  </a:cxn>
                  <a:cxn ang="0">
                    <a:pos x="20" y="1"/>
                  </a:cxn>
                  <a:cxn ang="0">
                    <a:pos x="19" y="0"/>
                  </a:cxn>
                  <a:cxn ang="0">
                    <a:pos x="14" y="0"/>
                  </a:cxn>
                  <a:cxn ang="0">
                    <a:pos x="11" y="2"/>
                  </a:cxn>
                  <a:cxn ang="0">
                    <a:pos x="7" y="2"/>
                  </a:cxn>
                  <a:cxn ang="0">
                    <a:pos x="4" y="4"/>
                  </a:cxn>
                  <a:cxn ang="0">
                    <a:pos x="5" y="6"/>
                  </a:cxn>
                  <a:cxn ang="0">
                    <a:pos x="1" y="7"/>
                  </a:cxn>
                  <a:cxn ang="0">
                    <a:pos x="0" y="12"/>
                  </a:cxn>
                  <a:cxn ang="0">
                    <a:pos x="0" y="13"/>
                  </a:cxn>
                </a:cxnLst>
                <a:rect l="0" t="0" r="0" b="0"/>
                <a:pathLst>
                  <a:path w="23" h="19">
                    <a:moveTo>
                      <a:pt x="0" y="13"/>
                    </a:moveTo>
                    <a:lnTo>
                      <a:pt x="1" y="15"/>
                    </a:lnTo>
                    <a:lnTo>
                      <a:pt x="2" y="17"/>
                    </a:lnTo>
                    <a:lnTo>
                      <a:pt x="7" y="18"/>
                    </a:lnTo>
                    <a:lnTo>
                      <a:pt x="11" y="16"/>
                    </a:lnTo>
                    <a:lnTo>
                      <a:pt x="14" y="14"/>
                    </a:lnTo>
                    <a:lnTo>
                      <a:pt x="17" y="12"/>
                    </a:lnTo>
                    <a:lnTo>
                      <a:pt x="21" y="10"/>
                    </a:lnTo>
                    <a:lnTo>
                      <a:pt x="22" y="5"/>
                    </a:lnTo>
                    <a:lnTo>
                      <a:pt x="21" y="3"/>
                    </a:lnTo>
                    <a:lnTo>
                      <a:pt x="20" y="1"/>
                    </a:lnTo>
                    <a:lnTo>
                      <a:pt x="19" y="0"/>
                    </a:lnTo>
                    <a:lnTo>
                      <a:pt x="14" y="0"/>
                    </a:lnTo>
                    <a:lnTo>
                      <a:pt x="11" y="2"/>
                    </a:lnTo>
                    <a:lnTo>
                      <a:pt x="7" y="2"/>
                    </a:lnTo>
                    <a:lnTo>
                      <a:pt x="4" y="4"/>
                    </a:lnTo>
                    <a:lnTo>
                      <a:pt x="5" y="6"/>
                    </a:lnTo>
                    <a:lnTo>
                      <a:pt x="1" y="7"/>
                    </a:lnTo>
                    <a:lnTo>
                      <a:pt x="0" y="12"/>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51283" name="Group 83"/>
            <p:cNvGrpSpPr/>
            <p:nvPr/>
          </p:nvGrpSpPr>
          <p:grpSpPr>
            <a:xfrm>
              <a:off x="2079" y="1051"/>
              <a:ext cx="284" cy="112"/>
              <a:chOff x="3224" y="1065"/>
              <a:chExt cx="284" cy="112"/>
            </a:xfrm>
          </p:grpSpPr>
          <p:sp>
            <p:nvSpPr>
              <p:cNvPr id="51284" name="Freeform 84"/>
              <p:cNvSpPr/>
              <p:nvPr/>
            </p:nvSpPr>
            <p:spPr>
              <a:xfrm>
                <a:off x="3428" y="1065"/>
                <a:ext cx="80" cy="89"/>
              </a:xfrm>
              <a:custGeom>
                <a:avLst/>
                <a:gdLst/>
                <a:ahLst/>
                <a:cxnLst>
                  <a:cxn ang="0">
                    <a:pos x="79" y="77"/>
                  </a:cxn>
                  <a:cxn ang="0">
                    <a:pos x="76" y="0"/>
                  </a:cxn>
                  <a:cxn ang="0">
                    <a:pos x="0" y="4"/>
                  </a:cxn>
                  <a:cxn ang="0">
                    <a:pos x="4" y="88"/>
                  </a:cxn>
                  <a:cxn ang="0">
                    <a:pos x="79" y="77"/>
                  </a:cxn>
                </a:cxnLst>
                <a:rect l="0" t="0" r="0" b="0"/>
                <a:pathLst>
                  <a:path w="80" h="89">
                    <a:moveTo>
                      <a:pt x="79" y="77"/>
                    </a:moveTo>
                    <a:lnTo>
                      <a:pt x="76" y="0"/>
                    </a:lnTo>
                    <a:lnTo>
                      <a:pt x="0" y="4"/>
                    </a:lnTo>
                    <a:lnTo>
                      <a:pt x="4" y="88"/>
                    </a:lnTo>
                    <a:lnTo>
                      <a:pt x="79" y="7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285" name="Freeform 85"/>
              <p:cNvSpPr/>
              <p:nvPr/>
            </p:nvSpPr>
            <p:spPr>
              <a:xfrm>
                <a:off x="3321" y="1085"/>
                <a:ext cx="82" cy="63"/>
              </a:xfrm>
              <a:custGeom>
                <a:avLst/>
                <a:gdLst/>
                <a:ahLst/>
                <a:cxnLst>
                  <a:cxn ang="0">
                    <a:pos x="15" y="5"/>
                  </a:cxn>
                  <a:cxn ang="0">
                    <a:pos x="63" y="0"/>
                  </a:cxn>
                  <a:cxn ang="0">
                    <a:pos x="80" y="7"/>
                  </a:cxn>
                  <a:cxn ang="0">
                    <a:pos x="81" y="47"/>
                  </a:cxn>
                  <a:cxn ang="0">
                    <a:pos x="65" y="57"/>
                  </a:cxn>
                  <a:cxn ang="0">
                    <a:pos x="17" y="62"/>
                  </a:cxn>
                  <a:cxn ang="0">
                    <a:pos x="1" y="55"/>
                  </a:cxn>
                  <a:cxn ang="0">
                    <a:pos x="0" y="15"/>
                  </a:cxn>
                  <a:cxn ang="0">
                    <a:pos x="15" y="5"/>
                  </a:cxn>
                </a:cxnLst>
                <a:rect l="0" t="0" r="0" b="0"/>
                <a:pathLst>
                  <a:path w="82" h="63">
                    <a:moveTo>
                      <a:pt x="15" y="5"/>
                    </a:moveTo>
                    <a:lnTo>
                      <a:pt x="63" y="0"/>
                    </a:lnTo>
                    <a:lnTo>
                      <a:pt x="80" y="7"/>
                    </a:lnTo>
                    <a:lnTo>
                      <a:pt x="81" y="47"/>
                    </a:lnTo>
                    <a:lnTo>
                      <a:pt x="65" y="57"/>
                    </a:lnTo>
                    <a:lnTo>
                      <a:pt x="17" y="62"/>
                    </a:lnTo>
                    <a:lnTo>
                      <a:pt x="1" y="55"/>
                    </a:lnTo>
                    <a:lnTo>
                      <a:pt x="0" y="15"/>
                    </a:lnTo>
                    <a:lnTo>
                      <a:pt x="15" y="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86" name="Freeform 86"/>
              <p:cNvSpPr/>
              <p:nvPr/>
            </p:nvSpPr>
            <p:spPr>
              <a:xfrm>
                <a:off x="3355" y="1084"/>
                <a:ext cx="84" cy="62"/>
              </a:xfrm>
              <a:custGeom>
                <a:avLst/>
                <a:gdLst/>
                <a:ahLst/>
                <a:cxnLst>
                  <a:cxn ang="0">
                    <a:pos x="16" y="4"/>
                  </a:cxn>
                  <a:cxn ang="0">
                    <a:pos x="65" y="0"/>
                  </a:cxn>
                  <a:cxn ang="0">
                    <a:pos x="82" y="6"/>
                  </a:cxn>
                  <a:cxn ang="0">
                    <a:pos x="83" y="47"/>
                  </a:cxn>
                  <a:cxn ang="0">
                    <a:pos x="67" y="56"/>
                  </a:cxn>
                  <a:cxn ang="0">
                    <a:pos x="19" y="61"/>
                  </a:cxn>
                  <a:cxn ang="0">
                    <a:pos x="1" y="54"/>
                  </a:cxn>
                  <a:cxn ang="0">
                    <a:pos x="0" y="14"/>
                  </a:cxn>
                  <a:cxn ang="0">
                    <a:pos x="16" y="4"/>
                  </a:cxn>
                </a:cxnLst>
                <a:rect l="0" t="0" r="0" b="0"/>
                <a:pathLst>
                  <a:path w="84" h="62">
                    <a:moveTo>
                      <a:pt x="16" y="4"/>
                    </a:moveTo>
                    <a:lnTo>
                      <a:pt x="65" y="0"/>
                    </a:lnTo>
                    <a:lnTo>
                      <a:pt x="82" y="6"/>
                    </a:lnTo>
                    <a:lnTo>
                      <a:pt x="83" y="47"/>
                    </a:lnTo>
                    <a:lnTo>
                      <a:pt x="67" y="56"/>
                    </a:lnTo>
                    <a:lnTo>
                      <a:pt x="19" y="61"/>
                    </a:lnTo>
                    <a:lnTo>
                      <a:pt x="1" y="54"/>
                    </a:lnTo>
                    <a:lnTo>
                      <a:pt x="0" y="14"/>
                    </a:lnTo>
                    <a:lnTo>
                      <a:pt x="16" y="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87" name="Freeform 87"/>
              <p:cNvSpPr/>
              <p:nvPr/>
            </p:nvSpPr>
            <p:spPr>
              <a:xfrm>
                <a:off x="3336" y="1083"/>
                <a:ext cx="85" cy="17"/>
              </a:xfrm>
              <a:custGeom>
                <a:avLst/>
                <a:gdLst/>
                <a:ahLst/>
                <a:cxnLst>
                  <a:cxn ang="0">
                    <a:pos x="48" y="0"/>
                  </a:cxn>
                  <a:cxn ang="0">
                    <a:pos x="84" y="11"/>
                  </a:cxn>
                  <a:cxn ang="0">
                    <a:pos x="36" y="16"/>
                  </a:cxn>
                  <a:cxn ang="0">
                    <a:pos x="0" y="5"/>
                  </a:cxn>
                  <a:cxn ang="0">
                    <a:pos x="48" y="0"/>
                  </a:cxn>
                </a:cxnLst>
                <a:rect l="0" t="0" r="0" b="0"/>
                <a:pathLst>
                  <a:path w="85" h="17">
                    <a:moveTo>
                      <a:pt x="48" y="0"/>
                    </a:moveTo>
                    <a:lnTo>
                      <a:pt x="84" y="11"/>
                    </a:lnTo>
                    <a:lnTo>
                      <a:pt x="36" y="16"/>
                    </a:lnTo>
                    <a:lnTo>
                      <a:pt x="0" y="5"/>
                    </a:lnTo>
                    <a:lnTo>
                      <a:pt x="48"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288" name="Freeform 88"/>
              <p:cNvSpPr/>
              <p:nvPr/>
            </p:nvSpPr>
            <p:spPr>
              <a:xfrm>
                <a:off x="3322" y="1142"/>
                <a:ext cx="53" cy="17"/>
              </a:xfrm>
              <a:custGeom>
                <a:avLst/>
                <a:gdLst/>
                <a:ahLst/>
                <a:cxnLst>
                  <a:cxn ang="0">
                    <a:pos x="0" y="0"/>
                  </a:cxn>
                  <a:cxn ang="0">
                    <a:pos x="36" y="0"/>
                  </a:cxn>
                  <a:cxn ang="0">
                    <a:pos x="52" y="16"/>
                  </a:cxn>
                  <a:cxn ang="0">
                    <a:pos x="16" y="16"/>
                  </a:cxn>
                  <a:cxn ang="0">
                    <a:pos x="0" y="0"/>
                  </a:cxn>
                </a:cxnLst>
                <a:rect l="0" t="0" r="0" b="0"/>
                <a:pathLst>
                  <a:path w="53" h="17">
                    <a:moveTo>
                      <a:pt x="0" y="0"/>
                    </a:moveTo>
                    <a:lnTo>
                      <a:pt x="36" y="0"/>
                    </a:lnTo>
                    <a:lnTo>
                      <a:pt x="52" y="16"/>
                    </a:lnTo>
                    <a:lnTo>
                      <a:pt x="16" y="16"/>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289" name="Line 89"/>
              <p:cNvSpPr/>
              <p:nvPr/>
            </p:nvSpPr>
            <p:spPr>
              <a:xfrm>
                <a:off x="3327" y="1100"/>
                <a:ext cx="24" cy="1"/>
              </a:xfrm>
              <a:prstGeom prst="line">
                <a:avLst/>
              </a:prstGeom>
              <a:ln w="12700" cap="flat" cmpd="sng">
                <a:solidFill>
                  <a:schemeClr val="tx1"/>
                </a:solidFill>
                <a:prstDash val="solid"/>
                <a:headEnd type="none" w="med" len="med"/>
                <a:tailEnd type="none" w="med" len="med"/>
              </a:ln>
            </p:spPr>
          </p:sp>
          <p:sp>
            <p:nvSpPr>
              <p:cNvPr id="51290" name="Oval 90"/>
              <p:cNvSpPr/>
              <p:nvPr/>
            </p:nvSpPr>
            <p:spPr>
              <a:xfrm rot="-240000">
                <a:off x="3371" y="1101"/>
                <a:ext cx="17"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291" name="Line 91"/>
              <p:cNvSpPr/>
              <p:nvPr/>
            </p:nvSpPr>
            <p:spPr>
              <a:xfrm>
                <a:off x="3377" y="1095"/>
                <a:ext cx="3" cy="0"/>
              </a:xfrm>
              <a:prstGeom prst="line">
                <a:avLst/>
              </a:prstGeom>
              <a:ln w="12700" cap="flat" cmpd="sng">
                <a:solidFill>
                  <a:schemeClr val="tx1"/>
                </a:solidFill>
                <a:prstDash val="solid"/>
                <a:headEnd type="none" w="med" len="med"/>
                <a:tailEnd type="none" w="med" len="med"/>
              </a:ln>
            </p:spPr>
          </p:sp>
          <p:sp>
            <p:nvSpPr>
              <p:cNvPr id="51292" name="Line 92"/>
              <p:cNvSpPr/>
              <p:nvPr/>
            </p:nvSpPr>
            <p:spPr>
              <a:xfrm>
                <a:off x="3375" y="1103"/>
                <a:ext cx="5" cy="2"/>
              </a:xfrm>
              <a:prstGeom prst="line">
                <a:avLst/>
              </a:prstGeom>
              <a:ln w="12700" cap="flat" cmpd="sng">
                <a:solidFill>
                  <a:schemeClr val="tx1"/>
                </a:solidFill>
                <a:prstDash val="solid"/>
                <a:headEnd type="none" w="med" len="med"/>
                <a:tailEnd type="none" w="med" len="med"/>
              </a:ln>
            </p:spPr>
          </p:sp>
          <p:sp>
            <p:nvSpPr>
              <p:cNvPr id="51293" name="Oval 93"/>
              <p:cNvSpPr/>
              <p:nvPr/>
            </p:nvSpPr>
            <p:spPr>
              <a:xfrm rot="-240000">
                <a:off x="3365" y="1107"/>
                <a:ext cx="68" cy="3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294" name="Line 94"/>
              <p:cNvSpPr/>
              <p:nvPr/>
            </p:nvSpPr>
            <p:spPr>
              <a:xfrm>
                <a:off x="3421" y="1094"/>
                <a:ext cx="27" cy="1"/>
              </a:xfrm>
              <a:prstGeom prst="line">
                <a:avLst/>
              </a:prstGeom>
              <a:ln w="12700" cap="flat" cmpd="sng">
                <a:solidFill>
                  <a:schemeClr val="tx1"/>
                </a:solidFill>
                <a:prstDash val="solid"/>
                <a:headEnd type="none" w="med" len="med"/>
                <a:tailEnd type="none" w="med" len="med"/>
              </a:ln>
            </p:spPr>
          </p:sp>
          <p:sp>
            <p:nvSpPr>
              <p:cNvPr id="51295" name="Freeform 95"/>
              <p:cNvSpPr/>
              <p:nvPr/>
            </p:nvSpPr>
            <p:spPr>
              <a:xfrm>
                <a:off x="3373" y="1099"/>
                <a:ext cx="25" cy="19"/>
              </a:xfrm>
              <a:custGeom>
                <a:avLst/>
                <a:gdLst/>
                <a:ahLst/>
                <a:cxnLst>
                  <a:cxn ang="0">
                    <a:pos x="0" y="4"/>
                  </a:cxn>
                  <a:cxn ang="0">
                    <a:pos x="16" y="0"/>
                  </a:cxn>
                  <a:cxn ang="0">
                    <a:pos x="24" y="7"/>
                  </a:cxn>
                  <a:cxn ang="0">
                    <a:pos x="16" y="18"/>
                  </a:cxn>
                  <a:cxn ang="0">
                    <a:pos x="0" y="4"/>
                  </a:cxn>
                </a:cxnLst>
                <a:rect l="0" t="0" r="0" b="0"/>
                <a:pathLst>
                  <a:path w="25" h="19">
                    <a:moveTo>
                      <a:pt x="0" y="4"/>
                    </a:moveTo>
                    <a:lnTo>
                      <a:pt x="16" y="0"/>
                    </a:lnTo>
                    <a:lnTo>
                      <a:pt x="24" y="7"/>
                    </a:lnTo>
                    <a:lnTo>
                      <a:pt x="16" y="18"/>
                    </a:lnTo>
                    <a:lnTo>
                      <a:pt x="0" y="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96" name="Freeform 96"/>
              <p:cNvSpPr/>
              <p:nvPr/>
            </p:nvSpPr>
            <p:spPr>
              <a:xfrm>
                <a:off x="3374" y="1100"/>
                <a:ext cx="23" cy="17"/>
              </a:xfrm>
              <a:custGeom>
                <a:avLst/>
                <a:gdLst/>
                <a:ahLst/>
                <a:cxnLst>
                  <a:cxn ang="0">
                    <a:pos x="21" y="0"/>
                  </a:cxn>
                  <a:cxn ang="0">
                    <a:pos x="22" y="12"/>
                  </a:cxn>
                  <a:cxn ang="0">
                    <a:pos x="11" y="16"/>
                  </a:cxn>
                  <a:cxn ang="0">
                    <a:pos x="0" y="6"/>
                  </a:cxn>
                  <a:cxn ang="0">
                    <a:pos x="15" y="2"/>
                  </a:cxn>
                  <a:cxn ang="0">
                    <a:pos x="21" y="0"/>
                  </a:cxn>
                </a:cxnLst>
                <a:rect l="0" t="0" r="0" b="0"/>
                <a:pathLst>
                  <a:path w="23" h="17">
                    <a:moveTo>
                      <a:pt x="21" y="0"/>
                    </a:moveTo>
                    <a:lnTo>
                      <a:pt x="22" y="12"/>
                    </a:lnTo>
                    <a:lnTo>
                      <a:pt x="11" y="16"/>
                    </a:lnTo>
                    <a:lnTo>
                      <a:pt x="0" y="6"/>
                    </a:lnTo>
                    <a:lnTo>
                      <a:pt x="15" y="2"/>
                    </a:lnTo>
                    <a:lnTo>
                      <a:pt x="2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297" name="Rectangle 97"/>
              <p:cNvSpPr/>
              <p:nvPr/>
            </p:nvSpPr>
            <p:spPr>
              <a:xfrm rot="-240000">
                <a:off x="3318" y="1121"/>
                <a:ext cx="16" cy="8"/>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1298" name="Freeform 98"/>
              <p:cNvSpPr/>
              <p:nvPr/>
            </p:nvSpPr>
            <p:spPr>
              <a:xfrm>
                <a:off x="3224" y="1074"/>
                <a:ext cx="94" cy="103"/>
              </a:xfrm>
              <a:custGeom>
                <a:avLst/>
                <a:gdLst/>
                <a:ahLst/>
                <a:cxnLst>
                  <a:cxn ang="0">
                    <a:pos x="0" y="6"/>
                  </a:cxn>
                  <a:cxn ang="0">
                    <a:pos x="4" y="102"/>
                  </a:cxn>
                  <a:cxn ang="0">
                    <a:pos x="93" y="90"/>
                  </a:cxn>
                  <a:cxn ang="0">
                    <a:pos x="89" y="0"/>
                  </a:cxn>
                  <a:cxn ang="0">
                    <a:pos x="0" y="6"/>
                  </a:cxn>
                </a:cxnLst>
                <a:rect l="0" t="0" r="0" b="0"/>
                <a:pathLst>
                  <a:path w="94" h="103">
                    <a:moveTo>
                      <a:pt x="0" y="6"/>
                    </a:moveTo>
                    <a:lnTo>
                      <a:pt x="4" y="102"/>
                    </a:lnTo>
                    <a:lnTo>
                      <a:pt x="93" y="90"/>
                    </a:lnTo>
                    <a:lnTo>
                      <a:pt x="89" y="0"/>
                    </a:lnTo>
                    <a:lnTo>
                      <a:pt x="0" y="6"/>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299" name="Line 99"/>
              <p:cNvSpPr/>
              <p:nvPr/>
            </p:nvSpPr>
            <p:spPr>
              <a:xfrm>
                <a:off x="3384" y="1138"/>
                <a:ext cx="2" cy="1"/>
              </a:xfrm>
              <a:prstGeom prst="line">
                <a:avLst/>
              </a:prstGeom>
              <a:ln w="12700" cap="flat" cmpd="sng">
                <a:solidFill>
                  <a:schemeClr val="tx1"/>
                </a:solidFill>
                <a:prstDash val="solid"/>
                <a:headEnd type="none" w="med" len="med"/>
                <a:tailEnd type="none" w="med" len="med"/>
              </a:ln>
            </p:spPr>
          </p:sp>
          <p:sp>
            <p:nvSpPr>
              <p:cNvPr id="51300" name="Line 100"/>
              <p:cNvSpPr/>
              <p:nvPr/>
            </p:nvSpPr>
            <p:spPr>
              <a:xfrm>
                <a:off x="3383" y="1136"/>
                <a:ext cx="3" cy="1"/>
              </a:xfrm>
              <a:prstGeom prst="line">
                <a:avLst/>
              </a:prstGeom>
              <a:ln w="12700" cap="flat" cmpd="sng">
                <a:solidFill>
                  <a:schemeClr val="tx1"/>
                </a:solidFill>
                <a:prstDash val="solid"/>
                <a:headEnd type="none" w="med" len="med"/>
                <a:tailEnd type="none" w="med" len="med"/>
              </a:ln>
            </p:spPr>
          </p:sp>
          <p:sp>
            <p:nvSpPr>
              <p:cNvPr id="51301" name="Freeform 101"/>
              <p:cNvSpPr/>
              <p:nvPr/>
            </p:nvSpPr>
            <p:spPr>
              <a:xfrm>
                <a:off x="3374" y="1134"/>
                <a:ext cx="23" cy="18"/>
              </a:xfrm>
              <a:custGeom>
                <a:avLst/>
                <a:gdLst/>
                <a:ahLst/>
                <a:cxnLst>
                  <a:cxn ang="0">
                    <a:pos x="17" y="15"/>
                  </a:cxn>
                  <a:cxn ang="0">
                    <a:pos x="22" y="15"/>
                  </a:cxn>
                  <a:cxn ang="0">
                    <a:pos x="22" y="12"/>
                  </a:cxn>
                  <a:cxn ang="0">
                    <a:pos x="22" y="2"/>
                  </a:cxn>
                  <a:cxn ang="0">
                    <a:pos x="22" y="0"/>
                  </a:cxn>
                  <a:cxn ang="0">
                    <a:pos x="16" y="1"/>
                  </a:cxn>
                  <a:cxn ang="0">
                    <a:pos x="11" y="4"/>
                  </a:cxn>
                  <a:cxn ang="0">
                    <a:pos x="5" y="6"/>
                  </a:cxn>
                  <a:cxn ang="0">
                    <a:pos x="0" y="9"/>
                  </a:cxn>
                  <a:cxn ang="0">
                    <a:pos x="0" y="11"/>
                  </a:cxn>
                  <a:cxn ang="0">
                    <a:pos x="6" y="11"/>
                  </a:cxn>
                  <a:cxn ang="0">
                    <a:pos x="6" y="15"/>
                  </a:cxn>
                  <a:cxn ang="0">
                    <a:pos x="11" y="17"/>
                  </a:cxn>
                  <a:cxn ang="0">
                    <a:pos x="17" y="15"/>
                  </a:cxn>
                </a:cxnLst>
                <a:rect l="0" t="0" r="0" b="0"/>
                <a:pathLst>
                  <a:path w="23" h="18">
                    <a:moveTo>
                      <a:pt x="17" y="15"/>
                    </a:moveTo>
                    <a:lnTo>
                      <a:pt x="22" y="15"/>
                    </a:lnTo>
                    <a:lnTo>
                      <a:pt x="22" y="12"/>
                    </a:lnTo>
                    <a:lnTo>
                      <a:pt x="22" y="2"/>
                    </a:lnTo>
                    <a:lnTo>
                      <a:pt x="22" y="0"/>
                    </a:lnTo>
                    <a:lnTo>
                      <a:pt x="16" y="1"/>
                    </a:lnTo>
                    <a:lnTo>
                      <a:pt x="11" y="4"/>
                    </a:lnTo>
                    <a:lnTo>
                      <a:pt x="5" y="6"/>
                    </a:lnTo>
                    <a:lnTo>
                      <a:pt x="0" y="9"/>
                    </a:lnTo>
                    <a:lnTo>
                      <a:pt x="0" y="11"/>
                    </a:lnTo>
                    <a:lnTo>
                      <a:pt x="6" y="11"/>
                    </a:lnTo>
                    <a:lnTo>
                      <a:pt x="6" y="15"/>
                    </a:lnTo>
                    <a:lnTo>
                      <a:pt x="11" y="17"/>
                    </a:lnTo>
                    <a:lnTo>
                      <a:pt x="17"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02" name="Freeform 102"/>
              <p:cNvSpPr/>
              <p:nvPr/>
            </p:nvSpPr>
            <p:spPr>
              <a:xfrm>
                <a:off x="3374" y="1138"/>
                <a:ext cx="26" cy="17"/>
              </a:xfrm>
              <a:custGeom>
                <a:avLst/>
                <a:gdLst/>
                <a:ahLst/>
                <a:cxnLst>
                  <a:cxn ang="0">
                    <a:pos x="3" y="0"/>
                  </a:cxn>
                  <a:cxn ang="0">
                    <a:pos x="25" y="4"/>
                  </a:cxn>
                  <a:cxn ang="0">
                    <a:pos x="23" y="16"/>
                  </a:cxn>
                  <a:cxn ang="0">
                    <a:pos x="0" y="11"/>
                  </a:cxn>
                  <a:cxn ang="0">
                    <a:pos x="3" y="0"/>
                  </a:cxn>
                </a:cxnLst>
                <a:rect l="0" t="0" r="0" b="0"/>
                <a:pathLst>
                  <a:path w="26" h="17">
                    <a:moveTo>
                      <a:pt x="3" y="0"/>
                    </a:moveTo>
                    <a:lnTo>
                      <a:pt x="25" y="4"/>
                    </a:lnTo>
                    <a:lnTo>
                      <a:pt x="23" y="16"/>
                    </a:lnTo>
                    <a:lnTo>
                      <a:pt x="0" y="11"/>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03" name="Freeform 103"/>
              <p:cNvSpPr/>
              <p:nvPr/>
            </p:nvSpPr>
            <p:spPr>
              <a:xfrm>
                <a:off x="3388" y="1137"/>
                <a:ext cx="23" cy="17"/>
              </a:xfrm>
              <a:custGeom>
                <a:avLst/>
                <a:gdLst/>
                <a:ahLst/>
                <a:cxnLst>
                  <a:cxn ang="0">
                    <a:pos x="0" y="9"/>
                  </a:cxn>
                  <a:cxn ang="0">
                    <a:pos x="1" y="11"/>
                  </a:cxn>
                  <a:cxn ang="0">
                    <a:pos x="4" y="11"/>
                  </a:cxn>
                  <a:cxn ang="0">
                    <a:pos x="4" y="13"/>
                  </a:cxn>
                  <a:cxn ang="0">
                    <a:pos x="7" y="14"/>
                  </a:cxn>
                  <a:cxn ang="0">
                    <a:pos x="9" y="16"/>
                  </a:cxn>
                  <a:cxn ang="0">
                    <a:pos x="13" y="15"/>
                  </a:cxn>
                  <a:cxn ang="0">
                    <a:pos x="16" y="12"/>
                  </a:cxn>
                  <a:cxn ang="0">
                    <a:pos x="19" y="11"/>
                  </a:cxn>
                  <a:cxn ang="0">
                    <a:pos x="19" y="8"/>
                  </a:cxn>
                  <a:cxn ang="0">
                    <a:pos x="22" y="8"/>
                  </a:cxn>
                  <a:cxn ang="0">
                    <a:pos x="22" y="6"/>
                  </a:cxn>
                  <a:cxn ang="0">
                    <a:pos x="19" y="4"/>
                  </a:cxn>
                  <a:cxn ang="0">
                    <a:pos x="16" y="2"/>
                  </a:cxn>
                  <a:cxn ang="0">
                    <a:pos x="13" y="0"/>
                  </a:cxn>
                  <a:cxn ang="0">
                    <a:pos x="10" y="0"/>
                  </a:cxn>
                  <a:cxn ang="0">
                    <a:pos x="7" y="3"/>
                  </a:cxn>
                  <a:cxn ang="0">
                    <a:pos x="3" y="6"/>
                  </a:cxn>
                  <a:cxn ang="0">
                    <a:pos x="0" y="9"/>
                  </a:cxn>
                </a:cxnLst>
                <a:rect l="0" t="0" r="0" b="0"/>
                <a:pathLst>
                  <a:path w="23" h="17">
                    <a:moveTo>
                      <a:pt x="0" y="9"/>
                    </a:moveTo>
                    <a:lnTo>
                      <a:pt x="1" y="11"/>
                    </a:lnTo>
                    <a:lnTo>
                      <a:pt x="4" y="11"/>
                    </a:lnTo>
                    <a:lnTo>
                      <a:pt x="4" y="13"/>
                    </a:lnTo>
                    <a:lnTo>
                      <a:pt x="7" y="14"/>
                    </a:lnTo>
                    <a:lnTo>
                      <a:pt x="9" y="16"/>
                    </a:lnTo>
                    <a:lnTo>
                      <a:pt x="13" y="15"/>
                    </a:lnTo>
                    <a:lnTo>
                      <a:pt x="16" y="12"/>
                    </a:lnTo>
                    <a:lnTo>
                      <a:pt x="19" y="11"/>
                    </a:lnTo>
                    <a:lnTo>
                      <a:pt x="19" y="8"/>
                    </a:lnTo>
                    <a:lnTo>
                      <a:pt x="22" y="8"/>
                    </a:lnTo>
                    <a:lnTo>
                      <a:pt x="22" y="6"/>
                    </a:lnTo>
                    <a:lnTo>
                      <a:pt x="19" y="4"/>
                    </a:lnTo>
                    <a:lnTo>
                      <a:pt x="16" y="2"/>
                    </a:lnTo>
                    <a:lnTo>
                      <a:pt x="13" y="0"/>
                    </a:lnTo>
                    <a:lnTo>
                      <a:pt x="10" y="0"/>
                    </a:lnTo>
                    <a:lnTo>
                      <a:pt x="7" y="3"/>
                    </a:lnTo>
                    <a:lnTo>
                      <a:pt x="3"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04" name="Line 104"/>
              <p:cNvSpPr/>
              <p:nvPr/>
            </p:nvSpPr>
            <p:spPr>
              <a:xfrm>
                <a:off x="3374" y="1129"/>
                <a:ext cx="0" cy="1"/>
              </a:xfrm>
              <a:prstGeom prst="line">
                <a:avLst/>
              </a:prstGeom>
              <a:ln w="12700" cap="flat" cmpd="sng">
                <a:solidFill>
                  <a:schemeClr val="tx1"/>
                </a:solidFill>
                <a:prstDash val="solid"/>
                <a:headEnd type="none" w="med" len="med"/>
                <a:tailEnd type="none" w="med" len="med"/>
              </a:ln>
            </p:spPr>
          </p:sp>
          <p:sp>
            <p:nvSpPr>
              <p:cNvPr id="51305" name="Line 105"/>
              <p:cNvSpPr/>
              <p:nvPr/>
            </p:nvSpPr>
            <p:spPr>
              <a:xfrm>
                <a:off x="3374" y="1126"/>
                <a:ext cx="4" cy="1"/>
              </a:xfrm>
              <a:prstGeom prst="line">
                <a:avLst/>
              </a:prstGeom>
              <a:ln w="12700" cap="flat" cmpd="sng">
                <a:solidFill>
                  <a:schemeClr val="tx1"/>
                </a:solidFill>
                <a:prstDash val="solid"/>
                <a:headEnd type="none" w="med" len="med"/>
                <a:tailEnd type="none" w="med" len="med"/>
              </a:ln>
            </p:spPr>
          </p:sp>
          <p:sp>
            <p:nvSpPr>
              <p:cNvPr id="51306" name="Freeform 106"/>
              <p:cNvSpPr/>
              <p:nvPr/>
            </p:nvSpPr>
            <p:spPr>
              <a:xfrm>
                <a:off x="3366" y="1128"/>
                <a:ext cx="26" cy="17"/>
              </a:xfrm>
              <a:custGeom>
                <a:avLst/>
                <a:gdLst/>
                <a:ahLst/>
                <a:cxnLst>
                  <a:cxn ang="0">
                    <a:pos x="19" y="16"/>
                  </a:cxn>
                  <a:cxn ang="0">
                    <a:pos x="25" y="14"/>
                  </a:cxn>
                  <a:cxn ang="0">
                    <a:pos x="25" y="12"/>
                  </a:cxn>
                  <a:cxn ang="0">
                    <a:pos x="23" y="2"/>
                  </a:cxn>
                  <a:cxn ang="0">
                    <a:pos x="23" y="0"/>
                  </a:cxn>
                  <a:cxn ang="0">
                    <a:pos x="17" y="0"/>
                  </a:cxn>
                  <a:cxn ang="0">
                    <a:pos x="11" y="0"/>
                  </a:cxn>
                  <a:cxn ang="0">
                    <a:pos x="6" y="3"/>
                  </a:cxn>
                  <a:cxn ang="0">
                    <a:pos x="6" y="5"/>
                  </a:cxn>
                  <a:cxn ang="0">
                    <a:pos x="0" y="5"/>
                  </a:cxn>
                  <a:cxn ang="0">
                    <a:pos x="0" y="7"/>
                  </a:cxn>
                  <a:cxn ang="0">
                    <a:pos x="6" y="9"/>
                  </a:cxn>
                  <a:cxn ang="0">
                    <a:pos x="6" y="12"/>
                  </a:cxn>
                  <a:cxn ang="0">
                    <a:pos x="12" y="13"/>
                  </a:cxn>
                  <a:cxn ang="0">
                    <a:pos x="19" y="16"/>
                  </a:cxn>
                </a:cxnLst>
                <a:rect l="0" t="0" r="0" b="0"/>
                <a:pathLst>
                  <a:path w="26" h="17">
                    <a:moveTo>
                      <a:pt x="19" y="16"/>
                    </a:moveTo>
                    <a:lnTo>
                      <a:pt x="25" y="14"/>
                    </a:lnTo>
                    <a:lnTo>
                      <a:pt x="25" y="12"/>
                    </a:lnTo>
                    <a:lnTo>
                      <a:pt x="23" y="2"/>
                    </a:lnTo>
                    <a:lnTo>
                      <a:pt x="23" y="0"/>
                    </a:lnTo>
                    <a:lnTo>
                      <a:pt x="17" y="0"/>
                    </a:lnTo>
                    <a:lnTo>
                      <a:pt x="11" y="0"/>
                    </a:lnTo>
                    <a:lnTo>
                      <a:pt x="6" y="3"/>
                    </a:lnTo>
                    <a:lnTo>
                      <a:pt x="6" y="5"/>
                    </a:lnTo>
                    <a:lnTo>
                      <a:pt x="0" y="5"/>
                    </a:lnTo>
                    <a:lnTo>
                      <a:pt x="0" y="7"/>
                    </a:lnTo>
                    <a:lnTo>
                      <a:pt x="6" y="9"/>
                    </a:lnTo>
                    <a:lnTo>
                      <a:pt x="6" y="12"/>
                    </a:lnTo>
                    <a:lnTo>
                      <a:pt x="12" y="13"/>
                    </a:lnTo>
                    <a:lnTo>
                      <a:pt x="19"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07" name="Freeform 107"/>
              <p:cNvSpPr/>
              <p:nvPr/>
            </p:nvSpPr>
            <p:spPr>
              <a:xfrm>
                <a:off x="3365" y="1127"/>
                <a:ext cx="26" cy="17"/>
              </a:xfrm>
              <a:custGeom>
                <a:avLst/>
                <a:gdLst/>
                <a:ahLst/>
                <a:cxnLst>
                  <a:cxn ang="0">
                    <a:pos x="3" y="0"/>
                  </a:cxn>
                  <a:cxn ang="0">
                    <a:pos x="25" y="5"/>
                  </a:cxn>
                  <a:cxn ang="0">
                    <a:pos x="24" y="16"/>
                  </a:cxn>
                  <a:cxn ang="0">
                    <a:pos x="0" y="10"/>
                  </a:cxn>
                  <a:cxn ang="0">
                    <a:pos x="3" y="0"/>
                  </a:cxn>
                </a:cxnLst>
                <a:rect l="0" t="0" r="0" b="0"/>
                <a:pathLst>
                  <a:path w="26" h="17">
                    <a:moveTo>
                      <a:pt x="3" y="0"/>
                    </a:moveTo>
                    <a:lnTo>
                      <a:pt x="25" y="5"/>
                    </a:lnTo>
                    <a:lnTo>
                      <a:pt x="24" y="16"/>
                    </a:lnTo>
                    <a:lnTo>
                      <a:pt x="0" y="10"/>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08" name="Freeform 108"/>
              <p:cNvSpPr/>
              <p:nvPr/>
            </p:nvSpPr>
            <p:spPr>
              <a:xfrm>
                <a:off x="3379" y="1126"/>
                <a:ext cx="24" cy="17"/>
              </a:xfrm>
              <a:custGeom>
                <a:avLst/>
                <a:gdLst/>
                <a:ahLst/>
                <a:cxnLst>
                  <a:cxn ang="0">
                    <a:pos x="0" y="6"/>
                  </a:cxn>
                  <a:cxn ang="0">
                    <a:pos x="1" y="10"/>
                  </a:cxn>
                  <a:cxn ang="0">
                    <a:pos x="4" y="9"/>
                  </a:cxn>
                  <a:cxn ang="0">
                    <a:pos x="4" y="14"/>
                  </a:cxn>
                  <a:cxn ang="0">
                    <a:pos x="8" y="16"/>
                  </a:cxn>
                  <a:cxn ang="0">
                    <a:pos x="11" y="16"/>
                  </a:cxn>
                  <a:cxn ang="0">
                    <a:pos x="14" y="16"/>
                  </a:cxn>
                  <a:cxn ang="0">
                    <a:pos x="17" y="16"/>
                  </a:cxn>
                  <a:cxn ang="0">
                    <a:pos x="20" y="13"/>
                  </a:cxn>
                  <a:cxn ang="0">
                    <a:pos x="19" y="7"/>
                  </a:cxn>
                  <a:cxn ang="0">
                    <a:pos x="23" y="7"/>
                  </a:cxn>
                  <a:cxn ang="0">
                    <a:pos x="23" y="5"/>
                  </a:cxn>
                  <a:cxn ang="0">
                    <a:pos x="19" y="3"/>
                  </a:cxn>
                  <a:cxn ang="0">
                    <a:pos x="19" y="0"/>
                  </a:cxn>
                  <a:cxn ang="0">
                    <a:pos x="16" y="0"/>
                  </a:cxn>
                  <a:cxn ang="0">
                    <a:pos x="12" y="1"/>
                  </a:cxn>
                  <a:cxn ang="0">
                    <a:pos x="7" y="1"/>
                  </a:cxn>
                  <a:cxn ang="0">
                    <a:pos x="4" y="2"/>
                  </a:cxn>
                  <a:cxn ang="0">
                    <a:pos x="4" y="4"/>
                  </a:cxn>
                  <a:cxn ang="0">
                    <a:pos x="0" y="6"/>
                  </a:cxn>
                </a:cxnLst>
                <a:rect l="0" t="0" r="0" b="0"/>
                <a:pathLst>
                  <a:path w="24" h="17">
                    <a:moveTo>
                      <a:pt x="0" y="6"/>
                    </a:moveTo>
                    <a:lnTo>
                      <a:pt x="1" y="10"/>
                    </a:lnTo>
                    <a:lnTo>
                      <a:pt x="4" y="9"/>
                    </a:lnTo>
                    <a:lnTo>
                      <a:pt x="4" y="14"/>
                    </a:lnTo>
                    <a:lnTo>
                      <a:pt x="8" y="16"/>
                    </a:lnTo>
                    <a:lnTo>
                      <a:pt x="11" y="16"/>
                    </a:lnTo>
                    <a:lnTo>
                      <a:pt x="14" y="16"/>
                    </a:lnTo>
                    <a:lnTo>
                      <a:pt x="17" y="16"/>
                    </a:lnTo>
                    <a:lnTo>
                      <a:pt x="20" y="13"/>
                    </a:lnTo>
                    <a:lnTo>
                      <a:pt x="19" y="7"/>
                    </a:lnTo>
                    <a:lnTo>
                      <a:pt x="23" y="7"/>
                    </a:lnTo>
                    <a:lnTo>
                      <a:pt x="23" y="5"/>
                    </a:lnTo>
                    <a:lnTo>
                      <a:pt x="19" y="3"/>
                    </a:lnTo>
                    <a:lnTo>
                      <a:pt x="19" y="0"/>
                    </a:lnTo>
                    <a:lnTo>
                      <a:pt x="16" y="0"/>
                    </a:lnTo>
                    <a:lnTo>
                      <a:pt x="12" y="1"/>
                    </a:lnTo>
                    <a:lnTo>
                      <a:pt x="7" y="1"/>
                    </a:lnTo>
                    <a:lnTo>
                      <a:pt x="4" y="2"/>
                    </a:lnTo>
                    <a:lnTo>
                      <a:pt x="4" y="4"/>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09" name="Line 109"/>
              <p:cNvSpPr/>
              <p:nvPr/>
            </p:nvSpPr>
            <p:spPr>
              <a:xfrm>
                <a:off x="3379" y="1117"/>
                <a:ext cx="4" cy="0"/>
              </a:xfrm>
              <a:prstGeom prst="line">
                <a:avLst/>
              </a:prstGeom>
              <a:ln w="12700" cap="flat" cmpd="sng">
                <a:solidFill>
                  <a:schemeClr val="tx1"/>
                </a:solidFill>
                <a:prstDash val="solid"/>
                <a:headEnd type="none" w="med" len="med"/>
                <a:tailEnd type="none" w="med" len="med"/>
              </a:ln>
            </p:spPr>
          </p:sp>
          <p:sp>
            <p:nvSpPr>
              <p:cNvPr id="51310" name="Line 110"/>
              <p:cNvSpPr/>
              <p:nvPr/>
            </p:nvSpPr>
            <p:spPr>
              <a:xfrm>
                <a:off x="3382" y="1115"/>
                <a:ext cx="3" cy="0"/>
              </a:xfrm>
              <a:prstGeom prst="line">
                <a:avLst/>
              </a:prstGeom>
              <a:ln w="12700" cap="flat" cmpd="sng">
                <a:solidFill>
                  <a:schemeClr val="tx1"/>
                </a:solidFill>
                <a:prstDash val="solid"/>
                <a:headEnd type="none" w="med" len="med"/>
                <a:tailEnd type="none" w="med" len="med"/>
              </a:ln>
            </p:spPr>
          </p:sp>
          <p:sp>
            <p:nvSpPr>
              <p:cNvPr id="51311" name="Freeform 111"/>
              <p:cNvSpPr/>
              <p:nvPr/>
            </p:nvSpPr>
            <p:spPr>
              <a:xfrm>
                <a:off x="3373" y="1112"/>
                <a:ext cx="25" cy="18"/>
              </a:xfrm>
              <a:custGeom>
                <a:avLst/>
                <a:gdLst/>
                <a:ahLst/>
                <a:cxnLst>
                  <a:cxn ang="0">
                    <a:pos x="18" y="16"/>
                  </a:cxn>
                  <a:cxn ang="0">
                    <a:pos x="18" y="14"/>
                  </a:cxn>
                  <a:cxn ang="0">
                    <a:pos x="24" y="13"/>
                  </a:cxn>
                  <a:cxn ang="0">
                    <a:pos x="23" y="2"/>
                  </a:cxn>
                  <a:cxn ang="0">
                    <a:pos x="18" y="3"/>
                  </a:cxn>
                  <a:cxn ang="0">
                    <a:pos x="18" y="0"/>
                  </a:cxn>
                  <a:cxn ang="0">
                    <a:pos x="12" y="1"/>
                  </a:cxn>
                  <a:cxn ang="0">
                    <a:pos x="12" y="3"/>
                  </a:cxn>
                  <a:cxn ang="0">
                    <a:pos x="6" y="3"/>
                  </a:cxn>
                  <a:cxn ang="0">
                    <a:pos x="0" y="7"/>
                  </a:cxn>
                  <a:cxn ang="0">
                    <a:pos x="0" y="8"/>
                  </a:cxn>
                  <a:cxn ang="0">
                    <a:pos x="1" y="11"/>
                  </a:cxn>
                  <a:cxn ang="0">
                    <a:pos x="1" y="13"/>
                  </a:cxn>
                  <a:cxn ang="0">
                    <a:pos x="6" y="15"/>
                  </a:cxn>
                  <a:cxn ang="0">
                    <a:pos x="12" y="15"/>
                  </a:cxn>
                  <a:cxn ang="0">
                    <a:pos x="12" y="17"/>
                  </a:cxn>
                  <a:cxn ang="0">
                    <a:pos x="18" y="16"/>
                  </a:cxn>
                </a:cxnLst>
                <a:rect l="0" t="0" r="0" b="0"/>
                <a:pathLst>
                  <a:path w="25" h="18">
                    <a:moveTo>
                      <a:pt x="18" y="16"/>
                    </a:moveTo>
                    <a:lnTo>
                      <a:pt x="18" y="14"/>
                    </a:lnTo>
                    <a:lnTo>
                      <a:pt x="24" y="13"/>
                    </a:lnTo>
                    <a:lnTo>
                      <a:pt x="23" y="2"/>
                    </a:lnTo>
                    <a:lnTo>
                      <a:pt x="18" y="3"/>
                    </a:lnTo>
                    <a:lnTo>
                      <a:pt x="18" y="0"/>
                    </a:lnTo>
                    <a:lnTo>
                      <a:pt x="12" y="1"/>
                    </a:lnTo>
                    <a:lnTo>
                      <a:pt x="12" y="3"/>
                    </a:lnTo>
                    <a:lnTo>
                      <a:pt x="6" y="3"/>
                    </a:lnTo>
                    <a:lnTo>
                      <a:pt x="0" y="7"/>
                    </a:lnTo>
                    <a:lnTo>
                      <a:pt x="0" y="8"/>
                    </a:lnTo>
                    <a:lnTo>
                      <a:pt x="1" y="11"/>
                    </a:lnTo>
                    <a:lnTo>
                      <a:pt x="1" y="13"/>
                    </a:lnTo>
                    <a:lnTo>
                      <a:pt x="6" y="15"/>
                    </a:lnTo>
                    <a:lnTo>
                      <a:pt x="12" y="15"/>
                    </a:lnTo>
                    <a:lnTo>
                      <a:pt x="12" y="17"/>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12" name="Freeform 112"/>
              <p:cNvSpPr/>
              <p:nvPr/>
            </p:nvSpPr>
            <p:spPr>
              <a:xfrm>
                <a:off x="3372" y="1117"/>
                <a:ext cx="27" cy="17"/>
              </a:xfrm>
              <a:custGeom>
                <a:avLst/>
                <a:gdLst/>
                <a:ahLst/>
                <a:cxnLst>
                  <a:cxn ang="0">
                    <a:pos x="2" y="0"/>
                  </a:cxn>
                  <a:cxn ang="0">
                    <a:pos x="26" y="5"/>
                  </a:cxn>
                  <a:cxn ang="0">
                    <a:pos x="24" y="16"/>
                  </a:cxn>
                  <a:cxn ang="0">
                    <a:pos x="0" y="10"/>
                  </a:cxn>
                  <a:cxn ang="0">
                    <a:pos x="2" y="0"/>
                  </a:cxn>
                </a:cxnLst>
                <a:rect l="0" t="0" r="0" b="0"/>
                <a:pathLst>
                  <a:path w="27" h="17">
                    <a:moveTo>
                      <a:pt x="2" y="0"/>
                    </a:moveTo>
                    <a:lnTo>
                      <a:pt x="26" y="5"/>
                    </a:lnTo>
                    <a:lnTo>
                      <a:pt x="24" y="16"/>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13" name="Freeform 113"/>
              <p:cNvSpPr/>
              <p:nvPr/>
            </p:nvSpPr>
            <p:spPr>
              <a:xfrm>
                <a:off x="3384" y="1116"/>
                <a:ext cx="24" cy="17"/>
              </a:xfrm>
              <a:custGeom>
                <a:avLst/>
                <a:gdLst/>
                <a:ahLst/>
                <a:cxnLst>
                  <a:cxn ang="0">
                    <a:pos x="0" y="8"/>
                  </a:cxn>
                  <a:cxn ang="0">
                    <a:pos x="1" y="10"/>
                  </a:cxn>
                  <a:cxn ang="0">
                    <a:pos x="1" y="12"/>
                  </a:cxn>
                  <a:cxn ang="0">
                    <a:pos x="8" y="16"/>
                  </a:cxn>
                  <a:cxn ang="0">
                    <a:pos x="12" y="15"/>
                  </a:cxn>
                  <a:cxn ang="0">
                    <a:pos x="12" y="13"/>
                  </a:cxn>
                  <a:cxn ang="0">
                    <a:pos x="16" y="12"/>
                  </a:cxn>
                  <a:cxn ang="0">
                    <a:pos x="20" y="10"/>
                  </a:cxn>
                  <a:cxn ang="0">
                    <a:pos x="19" y="7"/>
                  </a:cxn>
                  <a:cxn ang="0">
                    <a:pos x="23" y="7"/>
                  </a:cxn>
                  <a:cxn ang="0">
                    <a:pos x="23" y="3"/>
                  </a:cxn>
                  <a:cxn ang="0">
                    <a:pos x="19" y="3"/>
                  </a:cxn>
                  <a:cxn ang="0">
                    <a:pos x="19" y="1"/>
                  </a:cxn>
                  <a:cxn ang="0">
                    <a:pos x="15" y="0"/>
                  </a:cxn>
                  <a:cxn ang="0">
                    <a:pos x="12" y="0"/>
                  </a:cxn>
                  <a:cxn ang="0">
                    <a:pos x="8" y="0"/>
                  </a:cxn>
                  <a:cxn ang="0">
                    <a:pos x="0" y="6"/>
                  </a:cxn>
                  <a:cxn ang="0">
                    <a:pos x="0" y="8"/>
                  </a:cxn>
                </a:cxnLst>
                <a:rect l="0" t="0" r="0" b="0"/>
                <a:pathLst>
                  <a:path w="24" h="17">
                    <a:moveTo>
                      <a:pt x="0" y="8"/>
                    </a:moveTo>
                    <a:lnTo>
                      <a:pt x="1" y="10"/>
                    </a:lnTo>
                    <a:lnTo>
                      <a:pt x="1" y="12"/>
                    </a:lnTo>
                    <a:lnTo>
                      <a:pt x="8" y="16"/>
                    </a:lnTo>
                    <a:lnTo>
                      <a:pt x="12" y="15"/>
                    </a:lnTo>
                    <a:lnTo>
                      <a:pt x="12" y="13"/>
                    </a:lnTo>
                    <a:lnTo>
                      <a:pt x="16" y="12"/>
                    </a:lnTo>
                    <a:lnTo>
                      <a:pt x="20" y="10"/>
                    </a:lnTo>
                    <a:lnTo>
                      <a:pt x="19" y="7"/>
                    </a:lnTo>
                    <a:lnTo>
                      <a:pt x="23" y="7"/>
                    </a:lnTo>
                    <a:lnTo>
                      <a:pt x="23" y="3"/>
                    </a:lnTo>
                    <a:lnTo>
                      <a:pt x="19" y="3"/>
                    </a:lnTo>
                    <a:lnTo>
                      <a:pt x="19" y="1"/>
                    </a:lnTo>
                    <a:lnTo>
                      <a:pt x="15" y="0"/>
                    </a:lnTo>
                    <a:lnTo>
                      <a:pt x="12" y="0"/>
                    </a:lnTo>
                    <a:lnTo>
                      <a:pt x="8" y="0"/>
                    </a:lnTo>
                    <a:lnTo>
                      <a:pt x="0" y="6"/>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14" name="Line 114"/>
              <p:cNvSpPr/>
              <p:nvPr/>
            </p:nvSpPr>
            <p:spPr>
              <a:xfrm>
                <a:off x="3403" y="1109"/>
                <a:ext cx="4" cy="1"/>
              </a:xfrm>
              <a:prstGeom prst="line">
                <a:avLst/>
              </a:prstGeom>
              <a:ln w="12700" cap="flat" cmpd="sng">
                <a:solidFill>
                  <a:schemeClr val="tx1"/>
                </a:solidFill>
                <a:prstDash val="solid"/>
                <a:headEnd type="none" w="med" len="med"/>
                <a:tailEnd type="none" w="med" len="med"/>
              </a:ln>
            </p:spPr>
          </p:sp>
          <p:sp>
            <p:nvSpPr>
              <p:cNvPr id="51315" name="Line 115"/>
              <p:cNvSpPr/>
              <p:nvPr/>
            </p:nvSpPr>
            <p:spPr>
              <a:xfrm>
                <a:off x="3404" y="1109"/>
                <a:ext cx="2" cy="1"/>
              </a:xfrm>
              <a:prstGeom prst="line">
                <a:avLst/>
              </a:prstGeom>
              <a:ln w="12700" cap="flat" cmpd="sng">
                <a:solidFill>
                  <a:schemeClr val="tx1"/>
                </a:solidFill>
                <a:prstDash val="solid"/>
                <a:headEnd type="none" w="med" len="med"/>
                <a:tailEnd type="none" w="med" len="med"/>
              </a:ln>
            </p:spPr>
          </p:sp>
          <p:sp>
            <p:nvSpPr>
              <p:cNvPr id="51316" name="Freeform 116"/>
              <p:cNvSpPr/>
              <p:nvPr/>
            </p:nvSpPr>
            <p:spPr>
              <a:xfrm>
                <a:off x="3396" y="1108"/>
                <a:ext cx="23" cy="17"/>
              </a:xfrm>
              <a:custGeom>
                <a:avLst/>
                <a:gdLst/>
                <a:ahLst/>
                <a:cxnLst>
                  <a:cxn ang="0">
                    <a:pos x="16" y="16"/>
                  </a:cxn>
                  <a:cxn ang="0">
                    <a:pos x="22" y="16"/>
                  </a:cxn>
                  <a:cxn ang="0">
                    <a:pos x="22" y="13"/>
                  </a:cxn>
                  <a:cxn ang="0">
                    <a:pos x="22" y="2"/>
                  </a:cxn>
                  <a:cxn ang="0">
                    <a:pos x="22" y="0"/>
                  </a:cxn>
                  <a:cxn ang="0">
                    <a:pos x="16" y="0"/>
                  </a:cxn>
                  <a:cxn ang="0">
                    <a:pos x="11" y="3"/>
                  </a:cxn>
                  <a:cxn ang="0">
                    <a:pos x="5" y="5"/>
                  </a:cxn>
                  <a:cxn ang="0">
                    <a:pos x="0" y="9"/>
                  </a:cxn>
                  <a:cxn ang="0">
                    <a:pos x="0" y="11"/>
                  </a:cxn>
                  <a:cxn ang="0">
                    <a:pos x="5" y="12"/>
                  </a:cxn>
                  <a:cxn ang="0">
                    <a:pos x="11" y="14"/>
                  </a:cxn>
                  <a:cxn ang="0">
                    <a:pos x="16" y="16"/>
                  </a:cxn>
                </a:cxnLst>
                <a:rect l="0" t="0" r="0" b="0"/>
                <a:pathLst>
                  <a:path w="23" h="17">
                    <a:moveTo>
                      <a:pt x="16" y="16"/>
                    </a:moveTo>
                    <a:lnTo>
                      <a:pt x="22" y="16"/>
                    </a:lnTo>
                    <a:lnTo>
                      <a:pt x="22" y="13"/>
                    </a:lnTo>
                    <a:lnTo>
                      <a:pt x="22" y="2"/>
                    </a:lnTo>
                    <a:lnTo>
                      <a:pt x="22" y="0"/>
                    </a:lnTo>
                    <a:lnTo>
                      <a:pt x="16" y="0"/>
                    </a:lnTo>
                    <a:lnTo>
                      <a:pt x="11" y="3"/>
                    </a:lnTo>
                    <a:lnTo>
                      <a:pt x="5" y="5"/>
                    </a:lnTo>
                    <a:lnTo>
                      <a:pt x="0" y="9"/>
                    </a:lnTo>
                    <a:lnTo>
                      <a:pt x="0" y="11"/>
                    </a:lnTo>
                    <a:lnTo>
                      <a:pt x="5" y="12"/>
                    </a:lnTo>
                    <a:lnTo>
                      <a:pt x="11" y="14"/>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17" name="Freeform 117"/>
              <p:cNvSpPr/>
              <p:nvPr/>
            </p:nvSpPr>
            <p:spPr>
              <a:xfrm>
                <a:off x="3395" y="1111"/>
                <a:ext cx="26" cy="17"/>
              </a:xfrm>
              <a:custGeom>
                <a:avLst/>
                <a:gdLst/>
                <a:ahLst/>
                <a:cxnLst>
                  <a:cxn ang="0">
                    <a:pos x="2" y="0"/>
                  </a:cxn>
                  <a:cxn ang="0">
                    <a:pos x="25" y="4"/>
                  </a:cxn>
                  <a:cxn ang="0">
                    <a:pos x="23" y="16"/>
                  </a:cxn>
                  <a:cxn ang="0">
                    <a:pos x="0" y="12"/>
                  </a:cxn>
                  <a:cxn ang="0">
                    <a:pos x="2" y="0"/>
                  </a:cxn>
                </a:cxnLst>
                <a:rect l="0" t="0" r="0" b="0"/>
                <a:pathLst>
                  <a:path w="26" h="17">
                    <a:moveTo>
                      <a:pt x="2" y="0"/>
                    </a:moveTo>
                    <a:lnTo>
                      <a:pt x="25" y="4"/>
                    </a:lnTo>
                    <a:lnTo>
                      <a:pt x="23" y="16"/>
                    </a:lnTo>
                    <a:lnTo>
                      <a:pt x="0" y="12"/>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18" name="Freeform 118"/>
              <p:cNvSpPr/>
              <p:nvPr/>
            </p:nvSpPr>
            <p:spPr>
              <a:xfrm>
                <a:off x="3408" y="1108"/>
                <a:ext cx="25" cy="18"/>
              </a:xfrm>
              <a:custGeom>
                <a:avLst/>
                <a:gdLst/>
                <a:ahLst/>
                <a:cxnLst>
                  <a:cxn ang="0">
                    <a:pos x="0" y="9"/>
                  </a:cxn>
                  <a:cxn ang="0">
                    <a:pos x="3" y="10"/>
                  </a:cxn>
                  <a:cxn ang="0">
                    <a:pos x="3" y="13"/>
                  </a:cxn>
                  <a:cxn ang="0">
                    <a:pos x="8" y="15"/>
                  </a:cxn>
                  <a:cxn ang="0">
                    <a:pos x="11" y="17"/>
                  </a:cxn>
                  <a:cxn ang="0">
                    <a:pos x="14" y="16"/>
                  </a:cxn>
                  <a:cxn ang="0">
                    <a:pos x="14" y="13"/>
                  </a:cxn>
                  <a:cxn ang="0">
                    <a:pos x="17" y="14"/>
                  </a:cxn>
                  <a:cxn ang="0">
                    <a:pos x="20" y="11"/>
                  </a:cxn>
                  <a:cxn ang="0">
                    <a:pos x="20" y="9"/>
                  </a:cxn>
                  <a:cxn ang="0">
                    <a:pos x="24" y="6"/>
                  </a:cxn>
                  <a:cxn ang="0">
                    <a:pos x="24" y="4"/>
                  </a:cxn>
                  <a:cxn ang="0">
                    <a:pos x="20" y="5"/>
                  </a:cxn>
                  <a:cxn ang="0">
                    <a:pos x="20" y="2"/>
                  </a:cxn>
                  <a:cxn ang="0">
                    <a:pos x="16" y="0"/>
                  </a:cxn>
                  <a:cxn ang="0">
                    <a:pos x="13" y="1"/>
                  </a:cxn>
                  <a:cxn ang="0">
                    <a:pos x="9" y="1"/>
                  </a:cxn>
                  <a:cxn ang="0">
                    <a:pos x="7" y="1"/>
                  </a:cxn>
                  <a:cxn ang="0">
                    <a:pos x="4" y="4"/>
                  </a:cxn>
                  <a:cxn ang="0">
                    <a:pos x="4" y="6"/>
                  </a:cxn>
                  <a:cxn ang="0">
                    <a:pos x="0" y="7"/>
                  </a:cxn>
                  <a:cxn ang="0">
                    <a:pos x="0" y="9"/>
                  </a:cxn>
                </a:cxnLst>
                <a:rect l="0" t="0" r="0" b="0"/>
                <a:pathLst>
                  <a:path w="25" h="18">
                    <a:moveTo>
                      <a:pt x="0" y="9"/>
                    </a:moveTo>
                    <a:lnTo>
                      <a:pt x="3" y="10"/>
                    </a:lnTo>
                    <a:lnTo>
                      <a:pt x="3" y="13"/>
                    </a:lnTo>
                    <a:lnTo>
                      <a:pt x="8" y="15"/>
                    </a:lnTo>
                    <a:lnTo>
                      <a:pt x="11" y="17"/>
                    </a:lnTo>
                    <a:lnTo>
                      <a:pt x="14" y="16"/>
                    </a:lnTo>
                    <a:lnTo>
                      <a:pt x="14" y="13"/>
                    </a:lnTo>
                    <a:lnTo>
                      <a:pt x="17" y="14"/>
                    </a:lnTo>
                    <a:lnTo>
                      <a:pt x="20" y="11"/>
                    </a:lnTo>
                    <a:lnTo>
                      <a:pt x="20" y="9"/>
                    </a:lnTo>
                    <a:lnTo>
                      <a:pt x="24" y="6"/>
                    </a:lnTo>
                    <a:lnTo>
                      <a:pt x="24" y="4"/>
                    </a:lnTo>
                    <a:lnTo>
                      <a:pt x="20" y="5"/>
                    </a:lnTo>
                    <a:lnTo>
                      <a:pt x="20" y="2"/>
                    </a:lnTo>
                    <a:lnTo>
                      <a:pt x="16" y="0"/>
                    </a:lnTo>
                    <a:lnTo>
                      <a:pt x="13" y="1"/>
                    </a:lnTo>
                    <a:lnTo>
                      <a:pt x="9" y="1"/>
                    </a:lnTo>
                    <a:lnTo>
                      <a:pt x="7" y="1"/>
                    </a:lnTo>
                    <a:lnTo>
                      <a:pt x="4" y="4"/>
                    </a:lnTo>
                    <a:lnTo>
                      <a:pt x="4" y="6"/>
                    </a:lnTo>
                    <a:lnTo>
                      <a:pt x="0" y="7"/>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19" name="Line 119"/>
              <p:cNvSpPr/>
              <p:nvPr/>
            </p:nvSpPr>
            <p:spPr>
              <a:xfrm>
                <a:off x="3423" y="1112"/>
                <a:ext cx="2" cy="0"/>
              </a:xfrm>
              <a:prstGeom prst="line">
                <a:avLst/>
              </a:prstGeom>
              <a:ln w="12700" cap="flat" cmpd="sng">
                <a:solidFill>
                  <a:schemeClr val="tx1"/>
                </a:solidFill>
                <a:prstDash val="solid"/>
                <a:headEnd type="none" w="med" len="med"/>
                <a:tailEnd type="none" w="med" len="med"/>
              </a:ln>
            </p:spPr>
          </p:sp>
          <p:sp>
            <p:nvSpPr>
              <p:cNvPr id="51320" name="Line 120"/>
              <p:cNvSpPr/>
              <p:nvPr/>
            </p:nvSpPr>
            <p:spPr>
              <a:xfrm>
                <a:off x="3424" y="1109"/>
                <a:ext cx="5" cy="0"/>
              </a:xfrm>
              <a:prstGeom prst="line">
                <a:avLst/>
              </a:prstGeom>
              <a:ln w="12700" cap="flat" cmpd="sng">
                <a:solidFill>
                  <a:schemeClr val="tx1"/>
                </a:solidFill>
                <a:prstDash val="solid"/>
                <a:headEnd type="none" w="med" len="med"/>
                <a:tailEnd type="none" w="med" len="med"/>
              </a:ln>
            </p:spPr>
          </p:sp>
          <p:sp>
            <p:nvSpPr>
              <p:cNvPr id="51321" name="Freeform 121"/>
              <p:cNvSpPr/>
              <p:nvPr/>
            </p:nvSpPr>
            <p:spPr>
              <a:xfrm>
                <a:off x="3417" y="1108"/>
                <a:ext cx="23" cy="18"/>
              </a:xfrm>
              <a:custGeom>
                <a:avLst/>
                <a:gdLst/>
                <a:ahLst/>
                <a:cxnLst>
                  <a:cxn ang="0">
                    <a:pos x="17" y="16"/>
                  </a:cxn>
                  <a:cxn ang="0">
                    <a:pos x="22" y="15"/>
                  </a:cxn>
                  <a:cxn ang="0">
                    <a:pos x="22" y="12"/>
                  </a:cxn>
                  <a:cxn ang="0">
                    <a:pos x="22" y="2"/>
                  </a:cxn>
                  <a:cxn ang="0">
                    <a:pos x="22" y="0"/>
                  </a:cxn>
                  <a:cxn ang="0">
                    <a:pos x="16" y="0"/>
                  </a:cxn>
                  <a:cxn ang="0">
                    <a:pos x="11" y="1"/>
                  </a:cxn>
                  <a:cxn ang="0">
                    <a:pos x="6" y="7"/>
                  </a:cxn>
                  <a:cxn ang="0">
                    <a:pos x="0" y="11"/>
                  </a:cxn>
                  <a:cxn ang="0">
                    <a:pos x="0" y="13"/>
                  </a:cxn>
                  <a:cxn ang="0">
                    <a:pos x="5" y="13"/>
                  </a:cxn>
                  <a:cxn ang="0">
                    <a:pos x="6" y="15"/>
                  </a:cxn>
                  <a:cxn ang="0">
                    <a:pos x="11" y="17"/>
                  </a:cxn>
                  <a:cxn ang="0">
                    <a:pos x="17" y="16"/>
                  </a:cxn>
                </a:cxnLst>
                <a:rect l="0" t="0" r="0" b="0"/>
                <a:pathLst>
                  <a:path w="23" h="18">
                    <a:moveTo>
                      <a:pt x="17" y="16"/>
                    </a:moveTo>
                    <a:lnTo>
                      <a:pt x="22" y="15"/>
                    </a:lnTo>
                    <a:lnTo>
                      <a:pt x="22" y="12"/>
                    </a:lnTo>
                    <a:lnTo>
                      <a:pt x="22" y="2"/>
                    </a:lnTo>
                    <a:lnTo>
                      <a:pt x="22" y="0"/>
                    </a:lnTo>
                    <a:lnTo>
                      <a:pt x="16" y="0"/>
                    </a:lnTo>
                    <a:lnTo>
                      <a:pt x="11" y="1"/>
                    </a:lnTo>
                    <a:lnTo>
                      <a:pt x="6" y="7"/>
                    </a:lnTo>
                    <a:lnTo>
                      <a:pt x="0" y="11"/>
                    </a:lnTo>
                    <a:lnTo>
                      <a:pt x="0" y="13"/>
                    </a:lnTo>
                    <a:lnTo>
                      <a:pt x="5" y="13"/>
                    </a:lnTo>
                    <a:lnTo>
                      <a:pt x="6" y="15"/>
                    </a:lnTo>
                    <a:lnTo>
                      <a:pt x="11" y="17"/>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22" name="Freeform 122"/>
              <p:cNvSpPr/>
              <p:nvPr/>
            </p:nvSpPr>
            <p:spPr>
              <a:xfrm>
                <a:off x="3415" y="1110"/>
                <a:ext cx="26" cy="17"/>
              </a:xfrm>
              <a:custGeom>
                <a:avLst/>
                <a:gdLst/>
                <a:ahLst/>
                <a:cxnLst>
                  <a:cxn ang="0">
                    <a:pos x="3" y="2"/>
                  </a:cxn>
                  <a:cxn ang="0">
                    <a:pos x="25" y="4"/>
                  </a:cxn>
                  <a:cxn ang="0">
                    <a:pos x="23" y="16"/>
                  </a:cxn>
                  <a:cxn ang="0">
                    <a:pos x="0" y="13"/>
                  </a:cxn>
                  <a:cxn ang="0">
                    <a:pos x="3" y="0"/>
                  </a:cxn>
                  <a:cxn ang="0">
                    <a:pos x="3" y="2"/>
                  </a:cxn>
                </a:cxnLst>
                <a:rect l="0" t="0" r="0" b="0"/>
                <a:pathLst>
                  <a:path w="26" h="17">
                    <a:moveTo>
                      <a:pt x="3" y="2"/>
                    </a:moveTo>
                    <a:lnTo>
                      <a:pt x="25" y="4"/>
                    </a:lnTo>
                    <a:lnTo>
                      <a:pt x="23" y="16"/>
                    </a:lnTo>
                    <a:lnTo>
                      <a:pt x="0" y="13"/>
                    </a:lnTo>
                    <a:lnTo>
                      <a:pt x="3" y="0"/>
                    </a:lnTo>
                    <a:lnTo>
                      <a:pt x="3"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23" name="Freeform 123"/>
              <p:cNvSpPr/>
              <p:nvPr/>
            </p:nvSpPr>
            <p:spPr>
              <a:xfrm>
                <a:off x="3430" y="1111"/>
                <a:ext cx="25" cy="17"/>
              </a:xfrm>
              <a:custGeom>
                <a:avLst/>
                <a:gdLst/>
                <a:ahLst/>
                <a:cxnLst>
                  <a:cxn ang="0">
                    <a:pos x="0" y="10"/>
                  </a:cxn>
                  <a:cxn ang="0">
                    <a:pos x="4" y="12"/>
                  </a:cxn>
                  <a:cxn ang="0">
                    <a:pos x="4" y="14"/>
                  </a:cxn>
                  <a:cxn ang="0">
                    <a:pos x="7" y="16"/>
                  </a:cxn>
                  <a:cxn ang="0">
                    <a:pos x="11" y="15"/>
                  </a:cxn>
                  <a:cxn ang="0">
                    <a:pos x="14" y="15"/>
                  </a:cxn>
                  <a:cxn ang="0">
                    <a:pos x="17" y="14"/>
                  </a:cxn>
                  <a:cxn ang="0">
                    <a:pos x="20" y="13"/>
                  </a:cxn>
                  <a:cxn ang="0">
                    <a:pos x="20" y="11"/>
                  </a:cxn>
                  <a:cxn ang="0">
                    <a:pos x="23" y="8"/>
                  </a:cxn>
                  <a:cxn ang="0">
                    <a:pos x="24" y="6"/>
                  </a:cxn>
                  <a:cxn ang="0">
                    <a:pos x="19" y="4"/>
                  </a:cxn>
                  <a:cxn ang="0">
                    <a:pos x="16" y="2"/>
                  </a:cxn>
                  <a:cxn ang="0">
                    <a:pos x="13" y="3"/>
                  </a:cxn>
                  <a:cxn ang="0">
                    <a:pos x="13" y="1"/>
                  </a:cxn>
                  <a:cxn ang="0">
                    <a:pos x="10" y="0"/>
                  </a:cxn>
                  <a:cxn ang="0">
                    <a:pos x="7" y="3"/>
                  </a:cxn>
                  <a:cxn ang="0">
                    <a:pos x="3" y="5"/>
                  </a:cxn>
                  <a:cxn ang="0">
                    <a:pos x="0" y="8"/>
                  </a:cxn>
                  <a:cxn ang="0">
                    <a:pos x="0" y="10"/>
                  </a:cxn>
                </a:cxnLst>
                <a:rect l="0" t="0" r="0" b="0"/>
                <a:pathLst>
                  <a:path w="25" h="17">
                    <a:moveTo>
                      <a:pt x="0" y="10"/>
                    </a:moveTo>
                    <a:lnTo>
                      <a:pt x="4" y="12"/>
                    </a:lnTo>
                    <a:lnTo>
                      <a:pt x="4" y="14"/>
                    </a:lnTo>
                    <a:lnTo>
                      <a:pt x="7" y="16"/>
                    </a:lnTo>
                    <a:lnTo>
                      <a:pt x="11" y="15"/>
                    </a:lnTo>
                    <a:lnTo>
                      <a:pt x="14" y="15"/>
                    </a:lnTo>
                    <a:lnTo>
                      <a:pt x="17" y="14"/>
                    </a:lnTo>
                    <a:lnTo>
                      <a:pt x="20" y="13"/>
                    </a:lnTo>
                    <a:lnTo>
                      <a:pt x="20" y="11"/>
                    </a:lnTo>
                    <a:lnTo>
                      <a:pt x="23" y="8"/>
                    </a:lnTo>
                    <a:lnTo>
                      <a:pt x="24" y="6"/>
                    </a:lnTo>
                    <a:lnTo>
                      <a:pt x="19" y="4"/>
                    </a:lnTo>
                    <a:lnTo>
                      <a:pt x="16" y="2"/>
                    </a:lnTo>
                    <a:lnTo>
                      <a:pt x="13" y="3"/>
                    </a:lnTo>
                    <a:lnTo>
                      <a:pt x="13" y="1"/>
                    </a:lnTo>
                    <a:lnTo>
                      <a:pt x="10" y="0"/>
                    </a:lnTo>
                    <a:lnTo>
                      <a:pt x="7" y="3"/>
                    </a:lnTo>
                    <a:lnTo>
                      <a:pt x="3" y="5"/>
                    </a:lnTo>
                    <a:lnTo>
                      <a:pt x="0" y="8"/>
                    </a:lnTo>
                    <a:lnTo>
                      <a:pt x="0" y="1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24" name="Line 124"/>
              <p:cNvSpPr/>
              <p:nvPr/>
            </p:nvSpPr>
            <p:spPr>
              <a:xfrm>
                <a:off x="3433" y="1122"/>
                <a:ext cx="3" cy="0"/>
              </a:xfrm>
              <a:prstGeom prst="line">
                <a:avLst/>
              </a:prstGeom>
              <a:ln w="12700" cap="flat" cmpd="sng">
                <a:solidFill>
                  <a:schemeClr val="tx1"/>
                </a:solidFill>
                <a:prstDash val="solid"/>
                <a:headEnd type="none" w="med" len="med"/>
                <a:tailEnd type="none" w="med" len="med"/>
              </a:ln>
            </p:spPr>
          </p:sp>
          <p:sp>
            <p:nvSpPr>
              <p:cNvPr id="51325" name="Line 125"/>
              <p:cNvSpPr/>
              <p:nvPr/>
            </p:nvSpPr>
            <p:spPr>
              <a:xfrm>
                <a:off x="3436" y="1120"/>
                <a:ext cx="1" cy="0"/>
              </a:xfrm>
              <a:prstGeom prst="line">
                <a:avLst/>
              </a:prstGeom>
              <a:ln w="12700" cap="flat" cmpd="sng">
                <a:solidFill>
                  <a:schemeClr val="tx1"/>
                </a:solidFill>
                <a:prstDash val="solid"/>
                <a:headEnd type="none" w="med" len="med"/>
                <a:tailEnd type="none" w="med" len="med"/>
              </a:ln>
            </p:spPr>
          </p:sp>
          <p:sp>
            <p:nvSpPr>
              <p:cNvPr id="51326" name="Freeform 126"/>
              <p:cNvSpPr/>
              <p:nvPr/>
            </p:nvSpPr>
            <p:spPr>
              <a:xfrm>
                <a:off x="3428" y="1118"/>
                <a:ext cx="25" cy="17"/>
              </a:xfrm>
              <a:custGeom>
                <a:avLst/>
                <a:gdLst/>
                <a:ahLst/>
                <a:cxnLst>
                  <a:cxn ang="0">
                    <a:pos x="19" y="14"/>
                  </a:cxn>
                  <a:cxn ang="0">
                    <a:pos x="24" y="12"/>
                  </a:cxn>
                  <a:cxn ang="0">
                    <a:pos x="24" y="1"/>
                  </a:cxn>
                  <a:cxn ang="0">
                    <a:pos x="18" y="0"/>
                  </a:cxn>
                  <a:cxn ang="0">
                    <a:pos x="14" y="0"/>
                  </a:cxn>
                  <a:cxn ang="0">
                    <a:pos x="9" y="0"/>
                  </a:cxn>
                  <a:cxn ang="0">
                    <a:pos x="5" y="2"/>
                  </a:cxn>
                  <a:cxn ang="0">
                    <a:pos x="5" y="6"/>
                  </a:cxn>
                  <a:cxn ang="0">
                    <a:pos x="0" y="5"/>
                  </a:cxn>
                  <a:cxn ang="0">
                    <a:pos x="1" y="11"/>
                  </a:cxn>
                  <a:cxn ang="0">
                    <a:pos x="5" y="10"/>
                  </a:cxn>
                  <a:cxn ang="0">
                    <a:pos x="6" y="13"/>
                  </a:cxn>
                  <a:cxn ang="0">
                    <a:pos x="10" y="16"/>
                  </a:cxn>
                  <a:cxn ang="0">
                    <a:pos x="15" y="16"/>
                  </a:cxn>
                  <a:cxn ang="0">
                    <a:pos x="19" y="14"/>
                  </a:cxn>
                </a:cxnLst>
                <a:rect l="0" t="0" r="0" b="0"/>
                <a:pathLst>
                  <a:path w="25" h="17">
                    <a:moveTo>
                      <a:pt x="19" y="14"/>
                    </a:moveTo>
                    <a:lnTo>
                      <a:pt x="24" y="12"/>
                    </a:lnTo>
                    <a:lnTo>
                      <a:pt x="24" y="1"/>
                    </a:lnTo>
                    <a:lnTo>
                      <a:pt x="18" y="0"/>
                    </a:lnTo>
                    <a:lnTo>
                      <a:pt x="14" y="0"/>
                    </a:lnTo>
                    <a:lnTo>
                      <a:pt x="9" y="0"/>
                    </a:lnTo>
                    <a:lnTo>
                      <a:pt x="5" y="2"/>
                    </a:lnTo>
                    <a:lnTo>
                      <a:pt x="5" y="6"/>
                    </a:lnTo>
                    <a:lnTo>
                      <a:pt x="0" y="5"/>
                    </a:lnTo>
                    <a:lnTo>
                      <a:pt x="1" y="11"/>
                    </a:lnTo>
                    <a:lnTo>
                      <a:pt x="5" y="10"/>
                    </a:lnTo>
                    <a:lnTo>
                      <a:pt x="6" y="13"/>
                    </a:lnTo>
                    <a:lnTo>
                      <a:pt x="10" y="16"/>
                    </a:lnTo>
                    <a:lnTo>
                      <a:pt x="15" y="16"/>
                    </a:lnTo>
                    <a:lnTo>
                      <a:pt x="19"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27" name="Freeform 127"/>
              <p:cNvSpPr/>
              <p:nvPr/>
            </p:nvSpPr>
            <p:spPr>
              <a:xfrm>
                <a:off x="3426" y="1121"/>
                <a:ext cx="25" cy="17"/>
              </a:xfrm>
              <a:custGeom>
                <a:avLst/>
                <a:gdLst/>
                <a:ahLst/>
                <a:cxnLst>
                  <a:cxn ang="0">
                    <a:pos x="2" y="1"/>
                  </a:cxn>
                  <a:cxn ang="0">
                    <a:pos x="24" y="5"/>
                  </a:cxn>
                  <a:cxn ang="0">
                    <a:pos x="22" y="16"/>
                  </a:cxn>
                  <a:cxn ang="0">
                    <a:pos x="0" y="11"/>
                  </a:cxn>
                  <a:cxn ang="0">
                    <a:pos x="3" y="0"/>
                  </a:cxn>
                  <a:cxn ang="0">
                    <a:pos x="2" y="1"/>
                  </a:cxn>
                </a:cxnLst>
                <a:rect l="0" t="0" r="0" b="0"/>
                <a:pathLst>
                  <a:path w="25" h="17">
                    <a:moveTo>
                      <a:pt x="2" y="1"/>
                    </a:moveTo>
                    <a:lnTo>
                      <a:pt x="24" y="5"/>
                    </a:lnTo>
                    <a:lnTo>
                      <a:pt x="22" y="16"/>
                    </a:lnTo>
                    <a:lnTo>
                      <a:pt x="0" y="11"/>
                    </a:lnTo>
                    <a:lnTo>
                      <a:pt x="3"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28" name="Freeform 128"/>
              <p:cNvSpPr/>
              <p:nvPr/>
            </p:nvSpPr>
            <p:spPr>
              <a:xfrm>
                <a:off x="3440" y="1121"/>
                <a:ext cx="22" cy="18"/>
              </a:xfrm>
              <a:custGeom>
                <a:avLst/>
                <a:gdLst/>
                <a:ahLst/>
                <a:cxnLst>
                  <a:cxn ang="0">
                    <a:pos x="0" y="9"/>
                  </a:cxn>
                  <a:cxn ang="0">
                    <a:pos x="0" y="11"/>
                  </a:cxn>
                  <a:cxn ang="0">
                    <a:pos x="3" y="13"/>
                  </a:cxn>
                  <a:cxn ang="0">
                    <a:pos x="3" y="15"/>
                  </a:cxn>
                  <a:cxn ang="0">
                    <a:pos x="6" y="16"/>
                  </a:cxn>
                  <a:cxn ang="0">
                    <a:pos x="9" y="17"/>
                  </a:cxn>
                  <a:cxn ang="0">
                    <a:pos x="13" y="16"/>
                  </a:cxn>
                  <a:cxn ang="0">
                    <a:pos x="15" y="15"/>
                  </a:cxn>
                  <a:cxn ang="0">
                    <a:pos x="18" y="13"/>
                  </a:cxn>
                  <a:cxn ang="0">
                    <a:pos x="18" y="11"/>
                  </a:cxn>
                  <a:cxn ang="0">
                    <a:pos x="21" y="8"/>
                  </a:cxn>
                  <a:cxn ang="0">
                    <a:pos x="21" y="6"/>
                  </a:cxn>
                  <a:cxn ang="0">
                    <a:pos x="18" y="4"/>
                  </a:cxn>
                  <a:cxn ang="0">
                    <a:pos x="14" y="3"/>
                  </a:cxn>
                  <a:cxn ang="0">
                    <a:pos x="12" y="0"/>
                  </a:cxn>
                  <a:cxn ang="0">
                    <a:pos x="9" y="1"/>
                  </a:cxn>
                  <a:cxn ang="0">
                    <a:pos x="9" y="3"/>
                  </a:cxn>
                  <a:cxn ang="0">
                    <a:pos x="6" y="4"/>
                  </a:cxn>
                  <a:cxn ang="0">
                    <a:pos x="3" y="6"/>
                  </a:cxn>
                  <a:cxn ang="0">
                    <a:pos x="0" y="9"/>
                  </a:cxn>
                </a:cxnLst>
                <a:rect l="0" t="0" r="0" b="0"/>
                <a:pathLst>
                  <a:path w="22" h="18">
                    <a:moveTo>
                      <a:pt x="0" y="9"/>
                    </a:moveTo>
                    <a:lnTo>
                      <a:pt x="0" y="11"/>
                    </a:lnTo>
                    <a:lnTo>
                      <a:pt x="3" y="13"/>
                    </a:lnTo>
                    <a:lnTo>
                      <a:pt x="3" y="15"/>
                    </a:lnTo>
                    <a:lnTo>
                      <a:pt x="6" y="16"/>
                    </a:lnTo>
                    <a:lnTo>
                      <a:pt x="9" y="17"/>
                    </a:lnTo>
                    <a:lnTo>
                      <a:pt x="13" y="16"/>
                    </a:lnTo>
                    <a:lnTo>
                      <a:pt x="15" y="15"/>
                    </a:lnTo>
                    <a:lnTo>
                      <a:pt x="18" y="13"/>
                    </a:lnTo>
                    <a:lnTo>
                      <a:pt x="18" y="11"/>
                    </a:lnTo>
                    <a:lnTo>
                      <a:pt x="21" y="8"/>
                    </a:lnTo>
                    <a:lnTo>
                      <a:pt x="21" y="6"/>
                    </a:lnTo>
                    <a:lnTo>
                      <a:pt x="18" y="4"/>
                    </a:lnTo>
                    <a:lnTo>
                      <a:pt x="14" y="3"/>
                    </a:lnTo>
                    <a:lnTo>
                      <a:pt x="12" y="0"/>
                    </a:lnTo>
                    <a:lnTo>
                      <a:pt x="9" y="1"/>
                    </a:lnTo>
                    <a:lnTo>
                      <a:pt x="9" y="3"/>
                    </a:lnTo>
                    <a:lnTo>
                      <a:pt x="6" y="4"/>
                    </a:lnTo>
                    <a:lnTo>
                      <a:pt x="3"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29" name="Line 129"/>
              <p:cNvSpPr/>
              <p:nvPr/>
            </p:nvSpPr>
            <p:spPr>
              <a:xfrm>
                <a:off x="3425" y="1133"/>
                <a:ext cx="4" cy="0"/>
              </a:xfrm>
              <a:prstGeom prst="line">
                <a:avLst/>
              </a:prstGeom>
              <a:ln w="12700" cap="flat" cmpd="sng">
                <a:solidFill>
                  <a:schemeClr val="tx1"/>
                </a:solidFill>
                <a:prstDash val="solid"/>
                <a:headEnd type="none" w="med" len="med"/>
                <a:tailEnd type="none" w="med" len="med"/>
              </a:ln>
            </p:spPr>
          </p:sp>
          <p:sp>
            <p:nvSpPr>
              <p:cNvPr id="51330" name="Line 130"/>
              <p:cNvSpPr/>
              <p:nvPr/>
            </p:nvSpPr>
            <p:spPr>
              <a:xfrm>
                <a:off x="3427" y="1132"/>
                <a:ext cx="2" cy="1"/>
              </a:xfrm>
              <a:prstGeom prst="line">
                <a:avLst/>
              </a:prstGeom>
              <a:ln w="12700" cap="flat" cmpd="sng">
                <a:solidFill>
                  <a:schemeClr val="tx1"/>
                </a:solidFill>
                <a:prstDash val="solid"/>
                <a:headEnd type="none" w="med" len="med"/>
                <a:tailEnd type="none" w="med" len="med"/>
              </a:ln>
            </p:spPr>
          </p:sp>
          <p:sp>
            <p:nvSpPr>
              <p:cNvPr id="51331" name="Freeform 131"/>
              <p:cNvSpPr/>
              <p:nvPr/>
            </p:nvSpPr>
            <p:spPr>
              <a:xfrm>
                <a:off x="3421" y="1131"/>
                <a:ext cx="25" cy="17"/>
              </a:xfrm>
              <a:custGeom>
                <a:avLst/>
                <a:gdLst/>
                <a:ahLst/>
                <a:cxnLst>
                  <a:cxn ang="0">
                    <a:pos x="15" y="16"/>
                  </a:cxn>
                  <a:cxn ang="0">
                    <a:pos x="19" y="14"/>
                  </a:cxn>
                  <a:cxn ang="0">
                    <a:pos x="19" y="13"/>
                  </a:cxn>
                  <a:cxn ang="0">
                    <a:pos x="24" y="11"/>
                  </a:cxn>
                  <a:cxn ang="0">
                    <a:pos x="24" y="2"/>
                  </a:cxn>
                  <a:cxn ang="0">
                    <a:pos x="18" y="0"/>
                  </a:cxn>
                  <a:cxn ang="0">
                    <a:pos x="14" y="0"/>
                  </a:cxn>
                  <a:cxn ang="0">
                    <a:pos x="9" y="1"/>
                  </a:cxn>
                  <a:cxn ang="0">
                    <a:pos x="4" y="3"/>
                  </a:cxn>
                  <a:cxn ang="0">
                    <a:pos x="4" y="5"/>
                  </a:cxn>
                  <a:cxn ang="0">
                    <a:pos x="0" y="5"/>
                  </a:cxn>
                  <a:cxn ang="0">
                    <a:pos x="0" y="7"/>
                  </a:cxn>
                  <a:cxn ang="0">
                    <a:pos x="5" y="10"/>
                  </a:cxn>
                  <a:cxn ang="0">
                    <a:pos x="5" y="12"/>
                  </a:cxn>
                  <a:cxn ang="0">
                    <a:pos x="10" y="13"/>
                  </a:cxn>
                  <a:cxn ang="0">
                    <a:pos x="15" y="16"/>
                  </a:cxn>
                </a:cxnLst>
                <a:rect l="0" t="0" r="0" b="0"/>
                <a:pathLst>
                  <a:path w="25" h="17">
                    <a:moveTo>
                      <a:pt x="15" y="16"/>
                    </a:moveTo>
                    <a:lnTo>
                      <a:pt x="19" y="14"/>
                    </a:lnTo>
                    <a:lnTo>
                      <a:pt x="19" y="13"/>
                    </a:lnTo>
                    <a:lnTo>
                      <a:pt x="24" y="11"/>
                    </a:lnTo>
                    <a:lnTo>
                      <a:pt x="24" y="2"/>
                    </a:lnTo>
                    <a:lnTo>
                      <a:pt x="18" y="0"/>
                    </a:lnTo>
                    <a:lnTo>
                      <a:pt x="14" y="0"/>
                    </a:lnTo>
                    <a:lnTo>
                      <a:pt x="9" y="1"/>
                    </a:lnTo>
                    <a:lnTo>
                      <a:pt x="4" y="3"/>
                    </a:lnTo>
                    <a:lnTo>
                      <a:pt x="4" y="5"/>
                    </a:lnTo>
                    <a:lnTo>
                      <a:pt x="0" y="5"/>
                    </a:lnTo>
                    <a:lnTo>
                      <a:pt x="0" y="7"/>
                    </a:lnTo>
                    <a:lnTo>
                      <a:pt x="5" y="10"/>
                    </a:lnTo>
                    <a:lnTo>
                      <a:pt x="5" y="12"/>
                    </a:lnTo>
                    <a:lnTo>
                      <a:pt x="10" y="13"/>
                    </a:lnTo>
                    <a:lnTo>
                      <a:pt x="15"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32" name="Freeform 132"/>
              <p:cNvSpPr/>
              <p:nvPr/>
            </p:nvSpPr>
            <p:spPr>
              <a:xfrm>
                <a:off x="3418" y="1132"/>
                <a:ext cx="26" cy="17"/>
              </a:xfrm>
              <a:custGeom>
                <a:avLst/>
                <a:gdLst/>
                <a:ahLst/>
                <a:cxnLst>
                  <a:cxn ang="0">
                    <a:pos x="2" y="0"/>
                  </a:cxn>
                  <a:cxn ang="0">
                    <a:pos x="25" y="5"/>
                  </a:cxn>
                  <a:cxn ang="0">
                    <a:pos x="22" y="16"/>
                  </a:cxn>
                  <a:cxn ang="0">
                    <a:pos x="0" y="10"/>
                  </a:cxn>
                  <a:cxn ang="0">
                    <a:pos x="2" y="0"/>
                  </a:cxn>
                </a:cxnLst>
                <a:rect l="0" t="0" r="0" b="0"/>
                <a:pathLst>
                  <a:path w="26" h="17">
                    <a:moveTo>
                      <a:pt x="2" y="0"/>
                    </a:moveTo>
                    <a:lnTo>
                      <a:pt x="25" y="5"/>
                    </a:lnTo>
                    <a:lnTo>
                      <a:pt x="22" y="16"/>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33" name="Freeform 133"/>
              <p:cNvSpPr/>
              <p:nvPr/>
            </p:nvSpPr>
            <p:spPr>
              <a:xfrm>
                <a:off x="3431" y="1133"/>
                <a:ext cx="24" cy="17"/>
              </a:xfrm>
              <a:custGeom>
                <a:avLst/>
                <a:gdLst/>
                <a:ahLst/>
                <a:cxnLst>
                  <a:cxn ang="0">
                    <a:pos x="0" y="8"/>
                  </a:cxn>
                  <a:cxn ang="0">
                    <a:pos x="4" y="10"/>
                  </a:cxn>
                  <a:cxn ang="0">
                    <a:pos x="7" y="13"/>
                  </a:cxn>
                  <a:cxn ang="0">
                    <a:pos x="11" y="16"/>
                  </a:cxn>
                  <a:cxn ang="0">
                    <a:pos x="14" y="16"/>
                  </a:cxn>
                  <a:cxn ang="0">
                    <a:pos x="17" y="12"/>
                  </a:cxn>
                  <a:cxn ang="0">
                    <a:pos x="20" y="9"/>
                  </a:cxn>
                  <a:cxn ang="0">
                    <a:pos x="23" y="7"/>
                  </a:cxn>
                  <a:cxn ang="0">
                    <a:pos x="23" y="4"/>
                  </a:cxn>
                  <a:cxn ang="0">
                    <a:pos x="19" y="4"/>
                  </a:cxn>
                  <a:cxn ang="0">
                    <a:pos x="20" y="2"/>
                  </a:cxn>
                  <a:cxn ang="0">
                    <a:pos x="16" y="0"/>
                  </a:cxn>
                  <a:cxn ang="0">
                    <a:pos x="13" y="0"/>
                  </a:cxn>
                  <a:cxn ang="0">
                    <a:pos x="10" y="1"/>
                  </a:cxn>
                  <a:cxn ang="0">
                    <a:pos x="6" y="0"/>
                  </a:cxn>
                  <a:cxn ang="0">
                    <a:pos x="3" y="4"/>
                  </a:cxn>
                  <a:cxn ang="0">
                    <a:pos x="3" y="6"/>
                  </a:cxn>
                  <a:cxn ang="0">
                    <a:pos x="0" y="6"/>
                  </a:cxn>
                  <a:cxn ang="0">
                    <a:pos x="0" y="8"/>
                  </a:cxn>
                </a:cxnLst>
                <a:rect l="0" t="0" r="0" b="0"/>
                <a:pathLst>
                  <a:path w="24" h="17">
                    <a:moveTo>
                      <a:pt x="0" y="8"/>
                    </a:moveTo>
                    <a:lnTo>
                      <a:pt x="4" y="10"/>
                    </a:lnTo>
                    <a:lnTo>
                      <a:pt x="7" y="13"/>
                    </a:lnTo>
                    <a:lnTo>
                      <a:pt x="11" y="16"/>
                    </a:lnTo>
                    <a:lnTo>
                      <a:pt x="14" y="16"/>
                    </a:lnTo>
                    <a:lnTo>
                      <a:pt x="17" y="12"/>
                    </a:lnTo>
                    <a:lnTo>
                      <a:pt x="20" y="9"/>
                    </a:lnTo>
                    <a:lnTo>
                      <a:pt x="23" y="7"/>
                    </a:lnTo>
                    <a:lnTo>
                      <a:pt x="23" y="4"/>
                    </a:lnTo>
                    <a:lnTo>
                      <a:pt x="19" y="4"/>
                    </a:lnTo>
                    <a:lnTo>
                      <a:pt x="20" y="2"/>
                    </a:lnTo>
                    <a:lnTo>
                      <a:pt x="16" y="0"/>
                    </a:lnTo>
                    <a:lnTo>
                      <a:pt x="13" y="0"/>
                    </a:lnTo>
                    <a:lnTo>
                      <a:pt x="10" y="1"/>
                    </a:lnTo>
                    <a:lnTo>
                      <a:pt x="6" y="0"/>
                    </a:lnTo>
                    <a:lnTo>
                      <a:pt x="3" y="4"/>
                    </a:lnTo>
                    <a:lnTo>
                      <a:pt x="3" y="6"/>
                    </a:lnTo>
                    <a:lnTo>
                      <a:pt x="0" y="6"/>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34" name="Line 134"/>
              <p:cNvSpPr/>
              <p:nvPr/>
            </p:nvSpPr>
            <p:spPr>
              <a:xfrm>
                <a:off x="3405" y="1139"/>
                <a:ext cx="3" cy="1"/>
              </a:xfrm>
              <a:prstGeom prst="line">
                <a:avLst/>
              </a:prstGeom>
              <a:ln w="12700" cap="flat" cmpd="sng">
                <a:solidFill>
                  <a:schemeClr val="tx1"/>
                </a:solidFill>
                <a:prstDash val="solid"/>
                <a:headEnd type="none" w="med" len="med"/>
                <a:tailEnd type="none" w="med" len="med"/>
              </a:ln>
            </p:spPr>
          </p:sp>
          <p:sp>
            <p:nvSpPr>
              <p:cNvPr id="51335" name="Line 135"/>
              <p:cNvSpPr/>
              <p:nvPr/>
            </p:nvSpPr>
            <p:spPr>
              <a:xfrm>
                <a:off x="3407" y="1138"/>
                <a:ext cx="1" cy="0"/>
              </a:xfrm>
              <a:prstGeom prst="line">
                <a:avLst/>
              </a:prstGeom>
              <a:ln w="12700" cap="flat" cmpd="sng">
                <a:solidFill>
                  <a:schemeClr val="tx1"/>
                </a:solidFill>
                <a:prstDash val="solid"/>
                <a:headEnd type="none" w="med" len="med"/>
                <a:tailEnd type="none" w="med" len="med"/>
              </a:ln>
            </p:spPr>
          </p:sp>
          <p:sp>
            <p:nvSpPr>
              <p:cNvPr id="51336" name="Freeform 136"/>
              <p:cNvSpPr/>
              <p:nvPr/>
            </p:nvSpPr>
            <p:spPr>
              <a:xfrm>
                <a:off x="3398" y="1139"/>
                <a:ext cx="25" cy="17"/>
              </a:xfrm>
              <a:custGeom>
                <a:avLst/>
                <a:gdLst/>
                <a:ahLst/>
                <a:cxnLst>
                  <a:cxn ang="0">
                    <a:pos x="18" y="16"/>
                  </a:cxn>
                  <a:cxn ang="0">
                    <a:pos x="18" y="13"/>
                  </a:cxn>
                  <a:cxn ang="0">
                    <a:pos x="24" y="13"/>
                  </a:cxn>
                  <a:cxn ang="0">
                    <a:pos x="23" y="2"/>
                  </a:cxn>
                  <a:cxn ang="0">
                    <a:pos x="17" y="2"/>
                  </a:cxn>
                  <a:cxn ang="0">
                    <a:pos x="17" y="0"/>
                  </a:cxn>
                  <a:cxn ang="0">
                    <a:pos x="11" y="1"/>
                  </a:cxn>
                  <a:cxn ang="0">
                    <a:pos x="11" y="3"/>
                  </a:cxn>
                  <a:cxn ang="0">
                    <a:pos x="6" y="4"/>
                  </a:cxn>
                  <a:cxn ang="0">
                    <a:pos x="0" y="6"/>
                  </a:cxn>
                  <a:cxn ang="0">
                    <a:pos x="1" y="8"/>
                  </a:cxn>
                  <a:cxn ang="0">
                    <a:pos x="1" y="10"/>
                  </a:cxn>
                  <a:cxn ang="0">
                    <a:pos x="1" y="12"/>
                  </a:cxn>
                  <a:cxn ang="0">
                    <a:pos x="7" y="14"/>
                  </a:cxn>
                  <a:cxn ang="0">
                    <a:pos x="12" y="13"/>
                  </a:cxn>
                  <a:cxn ang="0">
                    <a:pos x="12" y="16"/>
                  </a:cxn>
                  <a:cxn ang="0">
                    <a:pos x="18" y="16"/>
                  </a:cxn>
                </a:cxnLst>
                <a:rect l="0" t="0" r="0" b="0"/>
                <a:pathLst>
                  <a:path w="25" h="17">
                    <a:moveTo>
                      <a:pt x="18" y="16"/>
                    </a:moveTo>
                    <a:lnTo>
                      <a:pt x="18" y="13"/>
                    </a:lnTo>
                    <a:lnTo>
                      <a:pt x="24" y="13"/>
                    </a:lnTo>
                    <a:lnTo>
                      <a:pt x="23" y="2"/>
                    </a:lnTo>
                    <a:lnTo>
                      <a:pt x="17" y="2"/>
                    </a:lnTo>
                    <a:lnTo>
                      <a:pt x="17" y="0"/>
                    </a:lnTo>
                    <a:lnTo>
                      <a:pt x="11" y="1"/>
                    </a:lnTo>
                    <a:lnTo>
                      <a:pt x="11" y="3"/>
                    </a:lnTo>
                    <a:lnTo>
                      <a:pt x="6" y="4"/>
                    </a:lnTo>
                    <a:lnTo>
                      <a:pt x="0" y="6"/>
                    </a:lnTo>
                    <a:lnTo>
                      <a:pt x="1" y="8"/>
                    </a:lnTo>
                    <a:lnTo>
                      <a:pt x="1" y="10"/>
                    </a:lnTo>
                    <a:lnTo>
                      <a:pt x="1" y="12"/>
                    </a:lnTo>
                    <a:lnTo>
                      <a:pt x="7" y="14"/>
                    </a:lnTo>
                    <a:lnTo>
                      <a:pt x="12" y="13"/>
                    </a:lnTo>
                    <a:lnTo>
                      <a:pt x="12"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37" name="Freeform 137"/>
              <p:cNvSpPr/>
              <p:nvPr/>
            </p:nvSpPr>
            <p:spPr>
              <a:xfrm>
                <a:off x="3395" y="1141"/>
                <a:ext cx="26" cy="17"/>
              </a:xfrm>
              <a:custGeom>
                <a:avLst/>
                <a:gdLst/>
                <a:ahLst/>
                <a:cxnLst>
                  <a:cxn ang="0">
                    <a:pos x="2" y="0"/>
                  </a:cxn>
                  <a:cxn ang="0">
                    <a:pos x="25" y="5"/>
                  </a:cxn>
                  <a:cxn ang="0">
                    <a:pos x="23" y="16"/>
                  </a:cxn>
                  <a:cxn ang="0">
                    <a:pos x="0" y="11"/>
                  </a:cxn>
                  <a:cxn ang="0">
                    <a:pos x="2" y="0"/>
                  </a:cxn>
                </a:cxnLst>
                <a:rect l="0" t="0" r="0" b="0"/>
                <a:pathLst>
                  <a:path w="26" h="17">
                    <a:moveTo>
                      <a:pt x="2" y="0"/>
                    </a:moveTo>
                    <a:lnTo>
                      <a:pt x="25" y="5"/>
                    </a:lnTo>
                    <a:lnTo>
                      <a:pt x="23" y="16"/>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38" name="Freeform 138"/>
              <p:cNvSpPr/>
              <p:nvPr/>
            </p:nvSpPr>
            <p:spPr>
              <a:xfrm>
                <a:off x="3410" y="1137"/>
                <a:ext cx="23" cy="17"/>
              </a:xfrm>
              <a:custGeom>
                <a:avLst/>
                <a:gdLst/>
                <a:ahLst/>
                <a:cxnLst>
                  <a:cxn ang="0">
                    <a:pos x="0" y="8"/>
                  </a:cxn>
                  <a:cxn ang="0">
                    <a:pos x="0" y="10"/>
                  </a:cxn>
                  <a:cxn ang="0">
                    <a:pos x="0" y="12"/>
                  </a:cxn>
                  <a:cxn ang="0">
                    <a:pos x="4" y="14"/>
                  </a:cxn>
                  <a:cxn ang="0">
                    <a:pos x="7" y="14"/>
                  </a:cxn>
                  <a:cxn ang="0">
                    <a:pos x="8" y="16"/>
                  </a:cxn>
                  <a:cxn ang="0">
                    <a:pos x="11" y="16"/>
                  </a:cxn>
                  <a:cxn ang="0">
                    <a:pos x="19" y="10"/>
                  </a:cxn>
                  <a:cxn ang="0">
                    <a:pos x="22" y="8"/>
                  </a:cxn>
                  <a:cxn ang="0">
                    <a:pos x="21" y="3"/>
                  </a:cxn>
                  <a:cxn ang="0">
                    <a:pos x="11" y="0"/>
                  </a:cxn>
                  <a:cxn ang="0">
                    <a:pos x="7" y="0"/>
                  </a:cxn>
                  <a:cxn ang="0">
                    <a:pos x="3" y="2"/>
                  </a:cxn>
                  <a:cxn ang="0">
                    <a:pos x="0" y="4"/>
                  </a:cxn>
                  <a:cxn ang="0">
                    <a:pos x="0" y="7"/>
                  </a:cxn>
                  <a:cxn ang="0">
                    <a:pos x="0" y="8"/>
                  </a:cxn>
                </a:cxnLst>
                <a:rect l="0" t="0" r="0" b="0"/>
                <a:pathLst>
                  <a:path w="23" h="17">
                    <a:moveTo>
                      <a:pt x="0" y="8"/>
                    </a:moveTo>
                    <a:lnTo>
                      <a:pt x="0" y="10"/>
                    </a:lnTo>
                    <a:lnTo>
                      <a:pt x="0" y="12"/>
                    </a:lnTo>
                    <a:lnTo>
                      <a:pt x="4" y="14"/>
                    </a:lnTo>
                    <a:lnTo>
                      <a:pt x="7" y="14"/>
                    </a:lnTo>
                    <a:lnTo>
                      <a:pt x="8" y="16"/>
                    </a:lnTo>
                    <a:lnTo>
                      <a:pt x="11" y="16"/>
                    </a:lnTo>
                    <a:lnTo>
                      <a:pt x="19" y="10"/>
                    </a:lnTo>
                    <a:lnTo>
                      <a:pt x="22" y="8"/>
                    </a:lnTo>
                    <a:lnTo>
                      <a:pt x="21" y="3"/>
                    </a:lnTo>
                    <a:lnTo>
                      <a:pt x="11" y="0"/>
                    </a:lnTo>
                    <a:lnTo>
                      <a:pt x="7" y="0"/>
                    </a:lnTo>
                    <a:lnTo>
                      <a:pt x="3" y="2"/>
                    </a:lnTo>
                    <a:lnTo>
                      <a:pt x="0" y="4"/>
                    </a:lnTo>
                    <a:lnTo>
                      <a:pt x="0" y="7"/>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39" name="Line 139"/>
              <p:cNvSpPr/>
              <p:nvPr/>
            </p:nvSpPr>
            <p:spPr>
              <a:xfrm>
                <a:off x="3403" y="1132"/>
                <a:ext cx="7" cy="0"/>
              </a:xfrm>
              <a:prstGeom prst="line">
                <a:avLst/>
              </a:prstGeom>
              <a:ln w="12700" cap="flat" cmpd="sng">
                <a:solidFill>
                  <a:schemeClr val="tx1"/>
                </a:solidFill>
                <a:prstDash val="solid"/>
                <a:headEnd type="none" w="med" len="med"/>
                <a:tailEnd type="none" w="med" len="med"/>
              </a:ln>
            </p:spPr>
          </p:sp>
          <p:sp>
            <p:nvSpPr>
              <p:cNvPr id="51340" name="Line 140"/>
              <p:cNvSpPr/>
              <p:nvPr/>
            </p:nvSpPr>
            <p:spPr>
              <a:xfrm>
                <a:off x="3405" y="1132"/>
                <a:ext cx="3" cy="2"/>
              </a:xfrm>
              <a:prstGeom prst="line">
                <a:avLst/>
              </a:prstGeom>
              <a:ln w="12700" cap="flat" cmpd="sng">
                <a:solidFill>
                  <a:schemeClr val="tx1"/>
                </a:solidFill>
                <a:prstDash val="solid"/>
                <a:headEnd type="none" w="med" len="med"/>
                <a:tailEnd type="none" w="med" len="med"/>
              </a:ln>
            </p:spPr>
          </p:sp>
          <p:sp>
            <p:nvSpPr>
              <p:cNvPr id="51341" name="Freeform 141"/>
              <p:cNvSpPr/>
              <p:nvPr/>
            </p:nvSpPr>
            <p:spPr>
              <a:xfrm>
                <a:off x="3396" y="1128"/>
                <a:ext cx="24" cy="17"/>
              </a:xfrm>
              <a:custGeom>
                <a:avLst/>
                <a:gdLst/>
                <a:ahLst/>
                <a:cxnLst>
                  <a:cxn ang="0">
                    <a:pos x="17" y="16"/>
                  </a:cxn>
                  <a:cxn ang="0">
                    <a:pos x="23" y="12"/>
                  </a:cxn>
                  <a:cxn ang="0">
                    <a:pos x="22" y="2"/>
                  </a:cxn>
                  <a:cxn ang="0">
                    <a:pos x="17" y="2"/>
                  </a:cxn>
                  <a:cxn ang="0">
                    <a:pos x="17" y="0"/>
                  </a:cxn>
                  <a:cxn ang="0">
                    <a:pos x="11" y="0"/>
                  </a:cxn>
                  <a:cxn ang="0">
                    <a:pos x="11" y="2"/>
                  </a:cxn>
                  <a:cxn ang="0">
                    <a:pos x="6" y="2"/>
                  </a:cxn>
                  <a:cxn ang="0">
                    <a:pos x="0" y="6"/>
                  </a:cxn>
                  <a:cxn ang="0">
                    <a:pos x="0" y="8"/>
                  </a:cxn>
                  <a:cxn ang="0">
                    <a:pos x="0" y="9"/>
                  </a:cxn>
                  <a:cxn ang="0">
                    <a:pos x="0" y="11"/>
                  </a:cxn>
                  <a:cxn ang="0">
                    <a:pos x="6" y="16"/>
                  </a:cxn>
                  <a:cxn ang="0">
                    <a:pos x="11" y="16"/>
                  </a:cxn>
                  <a:cxn ang="0">
                    <a:pos x="17" y="16"/>
                  </a:cxn>
                </a:cxnLst>
                <a:rect l="0" t="0" r="0" b="0"/>
                <a:pathLst>
                  <a:path w="24" h="17">
                    <a:moveTo>
                      <a:pt x="17" y="16"/>
                    </a:moveTo>
                    <a:lnTo>
                      <a:pt x="23" y="12"/>
                    </a:lnTo>
                    <a:lnTo>
                      <a:pt x="22" y="2"/>
                    </a:lnTo>
                    <a:lnTo>
                      <a:pt x="17" y="2"/>
                    </a:lnTo>
                    <a:lnTo>
                      <a:pt x="17" y="0"/>
                    </a:lnTo>
                    <a:lnTo>
                      <a:pt x="11" y="0"/>
                    </a:lnTo>
                    <a:lnTo>
                      <a:pt x="11" y="2"/>
                    </a:lnTo>
                    <a:lnTo>
                      <a:pt x="6" y="2"/>
                    </a:lnTo>
                    <a:lnTo>
                      <a:pt x="0" y="6"/>
                    </a:lnTo>
                    <a:lnTo>
                      <a:pt x="0" y="8"/>
                    </a:lnTo>
                    <a:lnTo>
                      <a:pt x="0" y="9"/>
                    </a:lnTo>
                    <a:lnTo>
                      <a:pt x="0" y="11"/>
                    </a:lnTo>
                    <a:lnTo>
                      <a:pt x="6" y="16"/>
                    </a:lnTo>
                    <a:lnTo>
                      <a:pt x="11" y="16"/>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42" name="Freeform 142"/>
              <p:cNvSpPr/>
              <p:nvPr/>
            </p:nvSpPr>
            <p:spPr>
              <a:xfrm>
                <a:off x="3394" y="1129"/>
                <a:ext cx="25" cy="17"/>
              </a:xfrm>
              <a:custGeom>
                <a:avLst/>
                <a:gdLst/>
                <a:ahLst/>
                <a:cxnLst>
                  <a:cxn ang="0">
                    <a:pos x="2" y="0"/>
                  </a:cxn>
                  <a:cxn ang="0">
                    <a:pos x="24" y="5"/>
                  </a:cxn>
                  <a:cxn ang="0">
                    <a:pos x="23" y="16"/>
                  </a:cxn>
                  <a:cxn ang="0">
                    <a:pos x="0" y="11"/>
                  </a:cxn>
                  <a:cxn ang="0">
                    <a:pos x="2" y="0"/>
                  </a:cxn>
                </a:cxnLst>
                <a:rect l="0" t="0" r="0" b="0"/>
                <a:pathLst>
                  <a:path w="25" h="17">
                    <a:moveTo>
                      <a:pt x="2" y="0"/>
                    </a:moveTo>
                    <a:lnTo>
                      <a:pt x="24" y="5"/>
                    </a:lnTo>
                    <a:lnTo>
                      <a:pt x="23" y="16"/>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43" name="Freeform 143"/>
              <p:cNvSpPr/>
              <p:nvPr/>
            </p:nvSpPr>
            <p:spPr>
              <a:xfrm>
                <a:off x="3411" y="1129"/>
                <a:ext cx="23" cy="18"/>
              </a:xfrm>
              <a:custGeom>
                <a:avLst/>
                <a:gdLst/>
                <a:ahLst/>
                <a:cxnLst>
                  <a:cxn ang="0">
                    <a:pos x="0" y="9"/>
                  </a:cxn>
                  <a:cxn ang="0">
                    <a:pos x="1" y="11"/>
                  </a:cxn>
                  <a:cxn ang="0">
                    <a:pos x="0" y="14"/>
                  </a:cxn>
                  <a:cxn ang="0">
                    <a:pos x="3" y="15"/>
                  </a:cxn>
                  <a:cxn ang="0">
                    <a:pos x="7" y="15"/>
                  </a:cxn>
                  <a:cxn ang="0">
                    <a:pos x="7" y="17"/>
                  </a:cxn>
                  <a:cxn ang="0">
                    <a:pos x="10" y="16"/>
                  </a:cxn>
                  <a:cxn ang="0">
                    <a:pos x="21" y="8"/>
                  </a:cxn>
                  <a:cxn ang="0">
                    <a:pos x="22" y="3"/>
                  </a:cxn>
                  <a:cxn ang="0">
                    <a:pos x="11" y="0"/>
                  </a:cxn>
                  <a:cxn ang="0">
                    <a:pos x="8" y="1"/>
                  </a:cxn>
                  <a:cxn ang="0">
                    <a:pos x="8" y="3"/>
                  </a:cxn>
                  <a:cxn ang="0">
                    <a:pos x="4" y="4"/>
                  </a:cxn>
                  <a:cxn ang="0">
                    <a:pos x="0" y="7"/>
                  </a:cxn>
                  <a:cxn ang="0">
                    <a:pos x="0" y="9"/>
                  </a:cxn>
                </a:cxnLst>
                <a:rect l="0" t="0" r="0" b="0"/>
                <a:pathLst>
                  <a:path w="23" h="18">
                    <a:moveTo>
                      <a:pt x="0" y="9"/>
                    </a:moveTo>
                    <a:lnTo>
                      <a:pt x="1" y="11"/>
                    </a:lnTo>
                    <a:lnTo>
                      <a:pt x="0" y="14"/>
                    </a:lnTo>
                    <a:lnTo>
                      <a:pt x="3" y="15"/>
                    </a:lnTo>
                    <a:lnTo>
                      <a:pt x="7" y="15"/>
                    </a:lnTo>
                    <a:lnTo>
                      <a:pt x="7" y="17"/>
                    </a:lnTo>
                    <a:lnTo>
                      <a:pt x="10" y="16"/>
                    </a:lnTo>
                    <a:lnTo>
                      <a:pt x="21" y="8"/>
                    </a:lnTo>
                    <a:lnTo>
                      <a:pt x="22" y="3"/>
                    </a:lnTo>
                    <a:lnTo>
                      <a:pt x="11" y="0"/>
                    </a:lnTo>
                    <a:lnTo>
                      <a:pt x="8" y="1"/>
                    </a:lnTo>
                    <a:lnTo>
                      <a:pt x="8" y="3"/>
                    </a:lnTo>
                    <a:lnTo>
                      <a:pt x="4" y="4"/>
                    </a:lnTo>
                    <a:lnTo>
                      <a:pt x="0" y="7"/>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44" name="Line 144"/>
              <p:cNvSpPr/>
              <p:nvPr/>
            </p:nvSpPr>
            <p:spPr>
              <a:xfrm>
                <a:off x="3392" y="1129"/>
                <a:ext cx="1" cy="0"/>
              </a:xfrm>
              <a:prstGeom prst="line">
                <a:avLst/>
              </a:prstGeom>
              <a:ln w="12700" cap="flat" cmpd="sng">
                <a:solidFill>
                  <a:schemeClr val="tx1"/>
                </a:solidFill>
                <a:prstDash val="solid"/>
                <a:headEnd type="none" w="med" len="med"/>
                <a:tailEnd type="none" w="med" len="med"/>
              </a:ln>
            </p:spPr>
          </p:sp>
          <p:sp>
            <p:nvSpPr>
              <p:cNvPr id="51345" name="Line 145"/>
              <p:cNvSpPr/>
              <p:nvPr/>
            </p:nvSpPr>
            <p:spPr>
              <a:xfrm>
                <a:off x="3391" y="1125"/>
                <a:ext cx="3" cy="1"/>
              </a:xfrm>
              <a:prstGeom prst="line">
                <a:avLst/>
              </a:prstGeom>
              <a:ln w="12700" cap="flat" cmpd="sng">
                <a:solidFill>
                  <a:schemeClr val="tx1"/>
                </a:solidFill>
                <a:prstDash val="solid"/>
                <a:headEnd type="none" w="med" len="med"/>
                <a:tailEnd type="none" w="med" len="med"/>
              </a:ln>
            </p:spPr>
          </p:sp>
          <p:sp>
            <p:nvSpPr>
              <p:cNvPr id="51346" name="Freeform 146"/>
              <p:cNvSpPr/>
              <p:nvPr/>
            </p:nvSpPr>
            <p:spPr>
              <a:xfrm>
                <a:off x="3386" y="1124"/>
                <a:ext cx="24" cy="17"/>
              </a:xfrm>
              <a:custGeom>
                <a:avLst/>
                <a:gdLst/>
                <a:ahLst/>
                <a:cxnLst>
                  <a:cxn ang="0">
                    <a:pos x="18" y="16"/>
                  </a:cxn>
                  <a:cxn ang="0">
                    <a:pos x="18" y="12"/>
                  </a:cxn>
                  <a:cxn ang="0">
                    <a:pos x="23" y="12"/>
                  </a:cxn>
                  <a:cxn ang="0">
                    <a:pos x="22" y="2"/>
                  </a:cxn>
                  <a:cxn ang="0">
                    <a:pos x="18" y="2"/>
                  </a:cxn>
                  <a:cxn ang="0">
                    <a:pos x="17" y="0"/>
                  </a:cxn>
                  <a:cxn ang="0">
                    <a:pos x="13" y="0"/>
                  </a:cxn>
                  <a:cxn ang="0">
                    <a:pos x="13" y="2"/>
                  </a:cxn>
                  <a:cxn ang="0">
                    <a:pos x="8" y="3"/>
                  </a:cxn>
                  <a:cxn ang="0">
                    <a:pos x="4" y="5"/>
                  </a:cxn>
                  <a:cxn ang="0">
                    <a:pos x="5" y="7"/>
                  </a:cxn>
                  <a:cxn ang="0">
                    <a:pos x="0" y="8"/>
                  </a:cxn>
                  <a:cxn ang="0">
                    <a:pos x="0" y="10"/>
                  </a:cxn>
                  <a:cxn ang="0">
                    <a:pos x="5" y="11"/>
                  </a:cxn>
                  <a:cxn ang="0">
                    <a:pos x="9" y="13"/>
                  </a:cxn>
                  <a:cxn ang="0">
                    <a:pos x="13" y="12"/>
                  </a:cxn>
                  <a:cxn ang="0">
                    <a:pos x="14" y="16"/>
                  </a:cxn>
                  <a:cxn ang="0">
                    <a:pos x="18" y="16"/>
                  </a:cxn>
                </a:cxnLst>
                <a:rect l="0" t="0" r="0" b="0"/>
                <a:pathLst>
                  <a:path w="24" h="17">
                    <a:moveTo>
                      <a:pt x="18" y="16"/>
                    </a:moveTo>
                    <a:lnTo>
                      <a:pt x="18" y="12"/>
                    </a:lnTo>
                    <a:lnTo>
                      <a:pt x="23" y="12"/>
                    </a:lnTo>
                    <a:lnTo>
                      <a:pt x="22" y="2"/>
                    </a:lnTo>
                    <a:lnTo>
                      <a:pt x="18" y="2"/>
                    </a:lnTo>
                    <a:lnTo>
                      <a:pt x="17" y="0"/>
                    </a:lnTo>
                    <a:lnTo>
                      <a:pt x="13" y="0"/>
                    </a:lnTo>
                    <a:lnTo>
                      <a:pt x="13" y="2"/>
                    </a:lnTo>
                    <a:lnTo>
                      <a:pt x="8" y="3"/>
                    </a:lnTo>
                    <a:lnTo>
                      <a:pt x="4" y="5"/>
                    </a:lnTo>
                    <a:lnTo>
                      <a:pt x="5" y="7"/>
                    </a:lnTo>
                    <a:lnTo>
                      <a:pt x="0" y="8"/>
                    </a:lnTo>
                    <a:lnTo>
                      <a:pt x="0" y="10"/>
                    </a:lnTo>
                    <a:lnTo>
                      <a:pt x="5" y="11"/>
                    </a:lnTo>
                    <a:lnTo>
                      <a:pt x="9" y="13"/>
                    </a:lnTo>
                    <a:lnTo>
                      <a:pt x="13" y="12"/>
                    </a:lnTo>
                    <a:lnTo>
                      <a:pt x="14"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47" name="Freeform 147"/>
              <p:cNvSpPr/>
              <p:nvPr/>
            </p:nvSpPr>
            <p:spPr>
              <a:xfrm>
                <a:off x="3386" y="1126"/>
                <a:ext cx="25" cy="17"/>
              </a:xfrm>
              <a:custGeom>
                <a:avLst/>
                <a:gdLst/>
                <a:ahLst/>
                <a:cxnLst>
                  <a:cxn ang="0">
                    <a:pos x="2" y="0"/>
                  </a:cxn>
                  <a:cxn ang="0">
                    <a:pos x="24" y="4"/>
                  </a:cxn>
                  <a:cxn ang="0">
                    <a:pos x="22" y="16"/>
                  </a:cxn>
                  <a:cxn ang="0">
                    <a:pos x="0" y="12"/>
                  </a:cxn>
                  <a:cxn ang="0">
                    <a:pos x="2" y="0"/>
                  </a:cxn>
                </a:cxnLst>
                <a:rect l="0" t="0" r="0" b="0"/>
                <a:pathLst>
                  <a:path w="25" h="17">
                    <a:moveTo>
                      <a:pt x="2" y="0"/>
                    </a:moveTo>
                    <a:lnTo>
                      <a:pt x="24" y="4"/>
                    </a:lnTo>
                    <a:lnTo>
                      <a:pt x="22" y="16"/>
                    </a:lnTo>
                    <a:lnTo>
                      <a:pt x="0" y="12"/>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48" name="Freeform 148"/>
              <p:cNvSpPr/>
              <p:nvPr/>
            </p:nvSpPr>
            <p:spPr>
              <a:xfrm>
                <a:off x="3396" y="1125"/>
                <a:ext cx="25" cy="18"/>
              </a:xfrm>
              <a:custGeom>
                <a:avLst/>
                <a:gdLst/>
                <a:ahLst/>
                <a:cxnLst>
                  <a:cxn ang="0">
                    <a:pos x="1" y="9"/>
                  </a:cxn>
                  <a:cxn ang="0">
                    <a:pos x="1" y="11"/>
                  </a:cxn>
                  <a:cxn ang="0">
                    <a:pos x="0" y="13"/>
                  </a:cxn>
                  <a:cxn ang="0">
                    <a:pos x="4" y="15"/>
                  </a:cxn>
                  <a:cxn ang="0">
                    <a:pos x="8" y="15"/>
                  </a:cxn>
                  <a:cxn ang="0">
                    <a:pos x="8" y="17"/>
                  </a:cxn>
                  <a:cxn ang="0">
                    <a:pos x="12" y="16"/>
                  </a:cxn>
                  <a:cxn ang="0">
                    <a:pos x="16" y="13"/>
                  </a:cxn>
                  <a:cxn ang="0">
                    <a:pos x="20" y="10"/>
                  </a:cxn>
                  <a:cxn ang="0">
                    <a:pos x="20" y="8"/>
                  </a:cxn>
                  <a:cxn ang="0">
                    <a:pos x="24" y="8"/>
                  </a:cxn>
                  <a:cxn ang="0">
                    <a:pos x="23" y="5"/>
                  </a:cxn>
                  <a:cxn ang="0">
                    <a:pos x="20" y="3"/>
                  </a:cxn>
                  <a:cxn ang="0">
                    <a:pos x="20" y="1"/>
                  </a:cxn>
                  <a:cxn ang="0">
                    <a:pos x="16" y="0"/>
                  </a:cxn>
                  <a:cxn ang="0">
                    <a:pos x="12" y="0"/>
                  </a:cxn>
                  <a:cxn ang="0">
                    <a:pos x="9" y="1"/>
                  </a:cxn>
                  <a:cxn ang="0">
                    <a:pos x="5" y="1"/>
                  </a:cxn>
                  <a:cxn ang="0">
                    <a:pos x="1" y="4"/>
                  </a:cxn>
                  <a:cxn ang="0">
                    <a:pos x="1" y="7"/>
                  </a:cxn>
                  <a:cxn ang="0">
                    <a:pos x="1" y="9"/>
                  </a:cxn>
                </a:cxnLst>
                <a:rect l="0" t="0" r="0" b="0"/>
                <a:pathLst>
                  <a:path w="25" h="18">
                    <a:moveTo>
                      <a:pt x="1" y="9"/>
                    </a:moveTo>
                    <a:lnTo>
                      <a:pt x="1" y="11"/>
                    </a:lnTo>
                    <a:lnTo>
                      <a:pt x="0" y="13"/>
                    </a:lnTo>
                    <a:lnTo>
                      <a:pt x="4" y="15"/>
                    </a:lnTo>
                    <a:lnTo>
                      <a:pt x="8" y="15"/>
                    </a:lnTo>
                    <a:lnTo>
                      <a:pt x="8" y="17"/>
                    </a:lnTo>
                    <a:lnTo>
                      <a:pt x="12" y="16"/>
                    </a:lnTo>
                    <a:lnTo>
                      <a:pt x="16" y="13"/>
                    </a:lnTo>
                    <a:lnTo>
                      <a:pt x="20" y="10"/>
                    </a:lnTo>
                    <a:lnTo>
                      <a:pt x="20" y="8"/>
                    </a:lnTo>
                    <a:lnTo>
                      <a:pt x="24" y="8"/>
                    </a:lnTo>
                    <a:lnTo>
                      <a:pt x="23" y="5"/>
                    </a:lnTo>
                    <a:lnTo>
                      <a:pt x="20" y="3"/>
                    </a:lnTo>
                    <a:lnTo>
                      <a:pt x="20" y="1"/>
                    </a:lnTo>
                    <a:lnTo>
                      <a:pt x="16" y="0"/>
                    </a:lnTo>
                    <a:lnTo>
                      <a:pt x="12" y="0"/>
                    </a:lnTo>
                    <a:lnTo>
                      <a:pt x="9" y="1"/>
                    </a:lnTo>
                    <a:lnTo>
                      <a:pt x="5" y="1"/>
                    </a:lnTo>
                    <a:lnTo>
                      <a:pt x="1" y="4"/>
                    </a:lnTo>
                    <a:lnTo>
                      <a:pt x="1" y="7"/>
                    </a:lnTo>
                    <a:lnTo>
                      <a:pt x="1"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49" name="Line 149"/>
              <p:cNvSpPr/>
              <p:nvPr/>
            </p:nvSpPr>
            <p:spPr>
              <a:xfrm>
                <a:off x="3416" y="1125"/>
                <a:ext cx="0" cy="0"/>
              </a:xfrm>
              <a:prstGeom prst="line">
                <a:avLst/>
              </a:prstGeom>
              <a:ln w="12700" cap="flat" cmpd="sng">
                <a:solidFill>
                  <a:schemeClr val="tx1"/>
                </a:solidFill>
                <a:prstDash val="solid"/>
                <a:headEnd type="none" w="med" len="med"/>
                <a:tailEnd type="none" w="med" len="med"/>
              </a:ln>
            </p:spPr>
          </p:sp>
          <p:sp>
            <p:nvSpPr>
              <p:cNvPr id="51350" name="Line 150"/>
              <p:cNvSpPr/>
              <p:nvPr/>
            </p:nvSpPr>
            <p:spPr>
              <a:xfrm>
                <a:off x="3417" y="1123"/>
                <a:ext cx="3" cy="2"/>
              </a:xfrm>
              <a:prstGeom prst="line">
                <a:avLst/>
              </a:prstGeom>
              <a:ln w="12700" cap="flat" cmpd="sng">
                <a:solidFill>
                  <a:schemeClr val="tx1"/>
                </a:solidFill>
                <a:prstDash val="solid"/>
                <a:headEnd type="none" w="med" len="med"/>
                <a:tailEnd type="none" w="med" len="med"/>
              </a:ln>
            </p:spPr>
          </p:sp>
          <p:sp>
            <p:nvSpPr>
              <p:cNvPr id="51351" name="Freeform 151"/>
              <p:cNvSpPr/>
              <p:nvPr/>
            </p:nvSpPr>
            <p:spPr>
              <a:xfrm>
                <a:off x="3409" y="1120"/>
                <a:ext cx="24" cy="17"/>
              </a:xfrm>
              <a:custGeom>
                <a:avLst/>
                <a:gdLst/>
                <a:ahLst/>
                <a:cxnLst>
                  <a:cxn ang="0">
                    <a:pos x="17" y="16"/>
                  </a:cxn>
                  <a:cxn ang="0">
                    <a:pos x="23" y="16"/>
                  </a:cxn>
                  <a:cxn ang="0">
                    <a:pos x="22" y="13"/>
                  </a:cxn>
                  <a:cxn ang="0">
                    <a:pos x="22" y="2"/>
                  </a:cxn>
                  <a:cxn ang="0">
                    <a:pos x="21" y="0"/>
                  </a:cxn>
                  <a:cxn ang="0">
                    <a:pos x="16" y="0"/>
                  </a:cxn>
                  <a:cxn ang="0">
                    <a:pos x="11" y="3"/>
                  </a:cxn>
                  <a:cxn ang="0">
                    <a:pos x="5" y="5"/>
                  </a:cxn>
                  <a:cxn ang="0">
                    <a:pos x="0" y="9"/>
                  </a:cxn>
                  <a:cxn ang="0">
                    <a:pos x="0" y="11"/>
                  </a:cxn>
                  <a:cxn ang="0">
                    <a:pos x="6" y="13"/>
                  </a:cxn>
                  <a:cxn ang="0">
                    <a:pos x="11" y="16"/>
                  </a:cxn>
                  <a:cxn ang="0">
                    <a:pos x="17" y="16"/>
                  </a:cxn>
                </a:cxnLst>
                <a:rect l="0" t="0" r="0" b="0"/>
                <a:pathLst>
                  <a:path w="24" h="17">
                    <a:moveTo>
                      <a:pt x="17" y="16"/>
                    </a:moveTo>
                    <a:lnTo>
                      <a:pt x="23" y="16"/>
                    </a:lnTo>
                    <a:lnTo>
                      <a:pt x="22" y="13"/>
                    </a:lnTo>
                    <a:lnTo>
                      <a:pt x="22" y="2"/>
                    </a:lnTo>
                    <a:lnTo>
                      <a:pt x="21" y="0"/>
                    </a:lnTo>
                    <a:lnTo>
                      <a:pt x="16" y="0"/>
                    </a:lnTo>
                    <a:lnTo>
                      <a:pt x="11" y="3"/>
                    </a:lnTo>
                    <a:lnTo>
                      <a:pt x="5" y="5"/>
                    </a:lnTo>
                    <a:lnTo>
                      <a:pt x="0" y="9"/>
                    </a:lnTo>
                    <a:lnTo>
                      <a:pt x="0" y="11"/>
                    </a:lnTo>
                    <a:lnTo>
                      <a:pt x="6" y="13"/>
                    </a:lnTo>
                    <a:lnTo>
                      <a:pt x="11" y="16"/>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52" name="Freeform 152"/>
              <p:cNvSpPr/>
              <p:nvPr/>
            </p:nvSpPr>
            <p:spPr>
              <a:xfrm>
                <a:off x="3406" y="1124"/>
                <a:ext cx="27" cy="17"/>
              </a:xfrm>
              <a:custGeom>
                <a:avLst/>
                <a:gdLst/>
                <a:ahLst/>
                <a:cxnLst>
                  <a:cxn ang="0">
                    <a:pos x="3" y="0"/>
                  </a:cxn>
                  <a:cxn ang="0">
                    <a:pos x="26" y="4"/>
                  </a:cxn>
                  <a:cxn ang="0">
                    <a:pos x="24" y="16"/>
                  </a:cxn>
                  <a:cxn ang="0">
                    <a:pos x="0" y="11"/>
                  </a:cxn>
                  <a:cxn ang="0">
                    <a:pos x="3" y="0"/>
                  </a:cxn>
                </a:cxnLst>
                <a:rect l="0" t="0" r="0" b="0"/>
                <a:pathLst>
                  <a:path w="27" h="17">
                    <a:moveTo>
                      <a:pt x="3" y="0"/>
                    </a:moveTo>
                    <a:lnTo>
                      <a:pt x="26" y="4"/>
                    </a:lnTo>
                    <a:lnTo>
                      <a:pt x="24" y="16"/>
                    </a:lnTo>
                    <a:lnTo>
                      <a:pt x="0" y="11"/>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53" name="Freeform 153"/>
              <p:cNvSpPr/>
              <p:nvPr/>
            </p:nvSpPr>
            <p:spPr>
              <a:xfrm>
                <a:off x="3424" y="1124"/>
                <a:ext cx="22" cy="17"/>
              </a:xfrm>
              <a:custGeom>
                <a:avLst/>
                <a:gdLst/>
                <a:ahLst/>
                <a:cxnLst>
                  <a:cxn ang="0">
                    <a:pos x="0" y="7"/>
                  </a:cxn>
                  <a:cxn ang="0">
                    <a:pos x="0" y="9"/>
                  </a:cxn>
                  <a:cxn ang="0">
                    <a:pos x="3" y="10"/>
                  </a:cxn>
                  <a:cxn ang="0">
                    <a:pos x="3" y="12"/>
                  </a:cxn>
                  <a:cxn ang="0">
                    <a:pos x="6" y="13"/>
                  </a:cxn>
                  <a:cxn ang="0">
                    <a:pos x="9" y="16"/>
                  </a:cxn>
                  <a:cxn ang="0">
                    <a:pos x="12" y="14"/>
                  </a:cxn>
                  <a:cxn ang="0">
                    <a:pos x="15" y="13"/>
                  </a:cxn>
                  <a:cxn ang="0">
                    <a:pos x="17" y="10"/>
                  </a:cxn>
                  <a:cxn ang="0">
                    <a:pos x="17" y="8"/>
                  </a:cxn>
                  <a:cxn ang="0">
                    <a:pos x="21" y="7"/>
                  </a:cxn>
                  <a:cxn ang="0">
                    <a:pos x="20" y="4"/>
                  </a:cxn>
                  <a:cxn ang="0">
                    <a:pos x="18" y="3"/>
                  </a:cxn>
                  <a:cxn ang="0">
                    <a:pos x="18" y="1"/>
                  </a:cxn>
                  <a:cxn ang="0">
                    <a:pos x="15" y="0"/>
                  </a:cxn>
                  <a:cxn ang="0">
                    <a:pos x="11" y="0"/>
                  </a:cxn>
                  <a:cxn ang="0">
                    <a:pos x="9" y="0"/>
                  </a:cxn>
                  <a:cxn ang="0">
                    <a:pos x="5" y="1"/>
                  </a:cxn>
                  <a:cxn ang="0">
                    <a:pos x="3" y="3"/>
                  </a:cxn>
                  <a:cxn ang="0">
                    <a:pos x="3" y="6"/>
                  </a:cxn>
                  <a:cxn ang="0">
                    <a:pos x="0" y="5"/>
                  </a:cxn>
                  <a:cxn ang="0">
                    <a:pos x="0" y="7"/>
                  </a:cxn>
                </a:cxnLst>
                <a:rect l="0" t="0" r="0" b="0"/>
                <a:pathLst>
                  <a:path w="22" h="17">
                    <a:moveTo>
                      <a:pt x="0" y="7"/>
                    </a:moveTo>
                    <a:lnTo>
                      <a:pt x="0" y="9"/>
                    </a:lnTo>
                    <a:lnTo>
                      <a:pt x="3" y="10"/>
                    </a:lnTo>
                    <a:lnTo>
                      <a:pt x="3" y="12"/>
                    </a:lnTo>
                    <a:lnTo>
                      <a:pt x="6" y="13"/>
                    </a:lnTo>
                    <a:lnTo>
                      <a:pt x="9" y="16"/>
                    </a:lnTo>
                    <a:lnTo>
                      <a:pt x="12" y="14"/>
                    </a:lnTo>
                    <a:lnTo>
                      <a:pt x="15" y="13"/>
                    </a:lnTo>
                    <a:lnTo>
                      <a:pt x="17" y="10"/>
                    </a:lnTo>
                    <a:lnTo>
                      <a:pt x="17" y="8"/>
                    </a:lnTo>
                    <a:lnTo>
                      <a:pt x="21" y="7"/>
                    </a:lnTo>
                    <a:lnTo>
                      <a:pt x="20" y="4"/>
                    </a:lnTo>
                    <a:lnTo>
                      <a:pt x="18" y="3"/>
                    </a:lnTo>
                    <a:lnTo>
                      <a:pt x="18" y="1"/>
                    </a:lnTo>
                    <a:lnTo>
                      <a:pt x="15" y="0"/>
                    </a:lnTo>
                    <a:lnTo>
                      <a:pt x="11" y="0"/>
                    </a:lnTo>
                    <a:lnTo>
                      <a:pt x="9" y="0"/>
                    </a:lnTo>
                    <a:lnTo>
                      <a:pt x="5" y="1"/>
                    </a:lnTo>
                    <a:lnTo>
                      <a:pt x="3" y="3"/>
                    </a:lnTo>
                    <a:lnTo>
                      <a:pt x="3" y="6"/>
                    </a:lnTo>
                    <a:lnTo>
                      <a:pt x="0"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54" name="Line 154"/>
              <p:cNvSpPr/>
              <p:nvPr/>
            </p:nvSpPr>
            <p:spPr>
              <a:xfrm>
                <a:off x="3403" y="1120"/>
                <a:ext cx="5" cy="1"/>
              </a:xfrm>
              <a:prstGeom prst="line">
                <a:avLst/>
              </a:prstGeom>
              <a:ln w="12700" cap="flat" cmpd="sng">
                <a:solidFill>
                  <a:schemeClr val="tx1"/>
                </a:solidFill>
                <a:prstDash val="solid"/>
                <a:headEnd type="none" w="med" len="med"/>
                <a:tailEnd type="none" w="med" len="med"/>
              </a:ln>
            </p:spPr>
          </p:sp>
          <p:sp>
            <p:nvSpPr>
              <p:cNvPr id="51355" name="Line 155"/>
              <p:cNvSpPr/>
              <p:nvPr/>
            </p:nvSpPr>
            <p:spPr>
              <a:xfrm>
                <a:off x="3405" y="1116"/>
                <a:ext cx="0" cy="1"/>
              </a:xfrm>
              <a:prstGeom prst="line">
                <a:avLst/>
              </a:prstGeom>
              <a:ln w="12700" cap="flat" cmpd="sng">
                <a:solidFill>
                  <a:schemeClr val="tx1"/>
                </a:solidFill>
                <a:prstDash val="solid"/>
                <a:headEnd type="none" w="med" len="med"/>
                <a:tailEnd type="none" w="med" len="med"/>
              </a:ln>
            </p:spPr>
          </p:sp>
          <p:sp>
            <p:nvSpPr>
              <p:cNvPr id="51356" name="Freeform 156"/>
              <p:cNvSpPr/>
              <p:nvPr/>
            </p:nvSpPr>
            <p:spPr>
              <a:xfrm>
                <a:off x="3396" y="1116"/>
                <a:ext cx="25" cy="17"/>
              </a:xfrm>
              <a:custGeom>
                <a:avLst/>
                <a:gdLst/>
                <a:ahLst/>
                <a:cxnLst>
                  <a:cxn ang="0">
                    <a:pos x="18" y="16"/>
                  </a:cxn>
                  <a:cxn ang="0">
                    <a:pos x="24" y="11"/>
                  </a:cxn>
                  <a:cxn ang="0">
                    <a:pos x="23" y="1"/>
                  </a:cxn>
                  <a:cxn ang="0">
                    <a:pos x="18" y="0"/>
                  </a:cxn>
                  <a:cxn ang="0">
                    <a:pos x="11" y="0"/>
                  </a:cxn>
                  <a:cxn ang="0">
                    <a:pos x="6" y="0"/>
                  </a:cxn>
                  <a:cxn ang="0">
                    <a:pos x="0" y="4"/>
                  </a:cxn>
                  <a:cxn ang="0">
                    <a:pos x="0" y="6"/>
                  </a:cxn>
                  <a:cxn ang="0">
                    <a:pos x="1" y="9"/>
                  </a:cxn>
                  <a:cxn ang="0">
                    <a:pos x="1" y="11"/>
                  </a:cxn>
                  <a:cxn ang="0">
                    <a:pos x="6" y="16"/>
                  </a:cxn>
                  <a:cxn ang="0">
                    <a:pos x="13" y="16"/>
                  </a:cxn>
                  <a:cxn ang="0">
                    <a:pos x="18" y="16"/>
                  </a:cxn>
                </a:cxnLst>
                <a:rect l="0" t="0" r="0" b="0"/>
                <a:pathLst>
                  <a:path w="25" h="17">
                    <a:moveTo>
                      <a:pt x="18" y="16"/>
                    </a:moveTo>
                    <a:lnTo>
                      <a:pt x="24" y="11"/>
                    </a:lnTo>
                    <a:lnTo>
                      <a:pt x="23" y="1"/>
                    </a:lnTo>
                    <a:lnTo>
                      <a:pt x="18" y="0"/>
                    </a:lnTo>
                    <a:lnTo>
                      <a:pt x="11" y="0"/>
                    </a:lnTo>
                    <a:lnTo>
                      <a:pt x="6" y="0"/>
                    </a:lnTo>
                    <a:lnTo>
                      <a:pt x="0" y="4"/>
                    </a:lnTo>
                    <a:lnTo>
                      <a:pt x="0" y="6"/>
                    </a:lnTo>
                    <a:lnTo>
                      <a:pt x="1" y="9"/>
                    </a:lnTo>
                    <a:lnTo>
                      <a:pt x="1" y="11"/>
                    </a:lnTo>
                    <a:lnTo>
                      <a:pt x="6" y="16"/>
                    </a:lnTo>
                    <a:lnTo>
                      <a:pt x="13"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57" name="Freeform 157"/>
              <p:cNvSpPr/>
              <p:nvPr/>
            </p:nvSpPr>
            <p:spPr>
              <a:xfrm>
                <a:off x="3394" y="1117"/>
                <a:ext cx="25" cy="17"/>
              </a:xfrm>
              <a:custGeom>
                <a:avLst/>
                <a:gdLst/>
                <a:ahLst/>
                <a:cxnLst>
                  <a:cxn ang="0">
                    <a:pos x="1" y="1"/>
                  </a:cxn>
                  <a:cxn ang="0">
                    <a:pos x="24" y="4"/>
                  </a:cxn>
                  <a:cxn ang="0">
                    <a:pos x="23" y="16"/>
                  </a:cxn>
                  <a:cxn ang="0">
                    <a:pos x="0" y="12"/>
                  </a:cxn>
                  <a:cxn ang="0">
                    <a:pos x="2" y="0"/>
                  </a:cxn>
                  <a:cxn ang="0">
                    <a:pos x="1" y="1"/>
                  </a:cxn>
                </a:cxnLst>
                <a:rect l="0" t="0" r="0" b="0"/>
                <a:pathLst>
                  <a:path w="25" h="17">
                    <a:moveTo>
                      <a:pt x="1" y="1"/>
                    </a:moveTo>
                    <a:lnTo>
                      <a:pt x="24" y="4"/>
                    </a:lnTo>
                    <a:lnTo>
                      <a:pt x="23" y="16"/>
                    </a:lnTo>
                    <a:lnTo>
                      <a:pt x="0" y="12"/>
                    </a:lnTo>
                    <a:lnTo>
                      <a:pt x="2" y="0"/>
                    </a:lnTo>
                    <a:lnTo>
                      <a:pt x="1"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58" name="Freeform 158"/>
              <p:cNvSpPr/>
              <p:nvPr/>
            </p:nvSpPr>
            <p:spPr>
              <a:xfrm>
                <a:off x="3411" y="1119"/>
                <a:ext cx="24" cy="17"/>
              </a:xfrm>
              <a:custGeom>
                <a:avLst/>
                <a:gdLst/>
                <a:ahLst/>
                <a:cxnLst>
                  <a:cxn ang="0">
                    <a:pos x="0" y="8"/>
                  </a:cxn>
                  <a:cxn ang="0">
                    <a:pos x="0" y="10"/>
                  </a:cxn>
                  <a:cxn ang="0">
                    <a:pos x="0" y="12"/>
                  </a:cxn>
                  <a:cxn ang="0">
                    <a:pos x="4" y="16"/>
                  </a:cxn>
                  <a:cxn ang="0">
                    <a:pos x="8" y="16"/>
                  </a:cxn>
                  <a:cxn ang="0">
                    <a:pos x="12" y="16"/>
                  </a:cxn>
                  <a:cxn ang="0">
                    <a:pos x="15" y="16"/>
                  </a:cxn>
                  <a:cxn ang="0">
                    <a:pos x="19" y="14"/>
                  </a:cxn>
                  <a:cxn ang="0">
                    <a:pos x="23" y="10"/>
                  </a:cxn>
                  <a:cxn ang="0">
                    <a:pos x="23" y="8"/>
                  </a:cxn>
                  <a:cxn ang="0">
                    <a:pos x="23" y="5"/>
                  </a:cxn>
                  <a:cxn ang="0">
                    <a:pos x="23" y="3"/>
                  </a:cxn>
                  <a:cxn ang="0">
                    <a:pos x="18" y="2"/>
                  </a:cxn>
                  <a:cxn ang="0">
                    <a:pos x="14" y="2"/>
                  </a:cxn>
                  <a:cxn ang="0">
                    <a:pos x="10" y="0"/>
                  </a:cxn>
                  <a:cxn ang="0">
                    <a:pos x="7" y="0"/>
                  </a:cxn>
                  <a:cxn ang="0">
                    <a:pos x="7" y="2"/>
                  </a:cxn>
                  <a:cxn ang="0">
                    <a:pos x="3" y="2"/>
                  </a:cxn>
                  <a:cxn ang="0">
                    <a:pos x="0" y="5"/>
                  </a:cxn>
                  <a:cxn ang="0">
                    <a:pos x="0" y="8"/>
                  </a:cxn>
                </a:cxnLst>
                <a:rect l="0" t="0" r="0" b="0"/>
                <a:pathLst>
                  <a:path w="24" h="17">
                    <a:moveTo>
                      <a:pt x="0" y="8"/>
                    </a:moveTo>
                    <a:lnTo>
                      <a:pt x="0" y="10"/>
                    </a:lnTo>
                    <a:lnTo>
                      <a:pt x="0" y="12"/>
                    </a:lnTo>
                    <a:lnTo>
                      <a:pt x="4" y="16"/>
                    </a:lnTo>
                    <a:lnTo>
                      <a:pt x="8" y="16"/>
                    </a:lnTo>
                    <a:lnTo>
                      <a:pt x="12" y="16"/>
                    </a:lnTo>
                    <a:lnTo>
                      <a:pt x="15" y="16"/>
                    </a:lnTo>
                    <a:lnTo>
                      <a:pt x="19" y="14"/>
                    </a:lnTo>
                    <a:lnTo>
                      <a:pt x="23" y="10"/>
                    </a:lnTo>
                    <a:lnTo>
                      <a:pt x="23" y="8"/>
                    </a:lnTo>
                    <a:lnTo>
                      <a:pt x="23" y="5"/>
                    </a:lnTo>
                    <a:lnTo>
                      <a:pt x="23" y="3"/>
                    </a:lnTo>
                    <a:lnTo>
                      <a:pt x="18" y="2"/>
                    </a:lnTo>
                    <a:lnTo>
                      <a:pt x="14" y="2"/>
                    </a:lnTo>
                    <a:lnTo>
                      <a:pt x="10" y="0"/>
                    </a:lnTo>
                    <a:lnTo>
                      <a:pt x="7" y="0"/>
                    </a:lnTo>
                    <a:lnTo>
                      <a:pt x="7" y="2"/>
                    </a:lnTo>
                    <a:lnTo>
                      <a:pt x="3" y="2"/>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51359" name="Group 159"/>
            <p:cNvGrpSpPr/>
            <p:nvPr/>
          </p:nvGrpSpPr>
          <p:grpSpPr>
            <a:xfrm>
              <a:off x="2988" y="923"/>
              <a:ext cx="295" cy="125"/>
              <a:chOff x="4133" y="937"/>
              <a:chExt cx="295" cy="125"/>
            </a:xfrm>
          </p:grpSpPr>
          <p:sp>
            <p:nvSpPr>
              <p:cNvPr id="51360" name="Freeform 160"/>
              <p:cNvSpPr/>
              <p:nvPr/>
            </p:nvSpPr>
            <p:spPr>
              <a:xfrm>
                <a:off x="4338" y="972"/>
                <a:ext cx="90" cy="90"/>
              </a:xfrm>
              <a:custGeom>
                <a:avLst/>
                <a:gdLst/>
                <a:ahLst/>
                <a:cxnLst>
                  <a:cxn ang="0">
                    <a:pos x="75" y="89"/>
                  </a:cxn>
                  <a:cxn ang="0">
                    <a:pos x="89" y="13"/>
                  </a:cxn>
                  <a:cxn ang="0">
                    <a:pos x="15" y="0"/>
                  </a:cxn>
                  <a:cxn ang="0">
                    <a:pos x="0" y="82"/>
                  </a:cxn>
                  <a:cxn ang="0">
                    <a:pos x="75" y="89"/>
                  </a:cxn>
                </a:cxnLst>
                <a:rect l="0" t="0" r="0" b="0"/>
                <a:pathLst>
                  <a:path w="90" h="90">
                    <a:moveTo>
                      <a:pt x="75" y="89"/>
                    </a:moveTo>
                    <a:lnTo>
                      <a:pt x="89" y="13"/>
                    </a:lnTo>
                    <a:lnTo>
                      <a:pt x="15" y="0"/>
                    </a:lnTo>
                    <a:lnTo>
                      <a:pt x="0" y="82"/>
                    </a:lnTo>
                    <a:lnTo>
                      <a:pt x="75" y="8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361" name="Freeform 161"/>
              <p:cNvSpPr/>
              <p:nvPr/>
            </p:nvSpPr>
            <p:spPr>
              <a:xfrm>
                <a:off x="4233" y="972"/>
                <a:ext cx="88" cy="63"/>
              </a:xfrm>
              <a:custGeom>
                <a:avLst/>
                <a:gdLst/>
                <a:ahLst/>
                <a:cxnLst>
                  <a:cxn ang="0">
                    <a:pos x="25" y="0"/>
                  </a:cxn>
                  <a:cxn ang="0">
                    <a:pos x="73" y="6"/>
                  </a:cxn>
                  <a:cxn ang="0">
                    <a:pos x="87" y="16"/>
                  </a:cxn>
                  <a:cxn ang="0">
                    <a:pos x="80" y="56"/>
                  </a:cxn>
                  <a:cxn ang="0">
                    <a:pos x="62" y="62"/>
                  </a:cxn>
                  <a:cxn ang="0">
                    <a:pos x="14" y="56"/>
                  </a:cxn>
                  <a:cxn ang="0">
                    <a:pos x="0" y="45"/>
                  </a:cxn>
                  <a:cxn ang="0">
                    <a:pos x="8" y="6"/>
                  </a:cxn>
                  <a:cxn ang="0">
                    <a:pos x="25" y="0"/>
                  </a:cxn>
                </a:cxnLst>
                <a:rect l="0" t="0" r="0" b="0"/>
                <a:pathLst>
                  <a:path w="88" h="63">
                    <a:moveTo>
                      <a:pt x="25" y="0"/>
                    </a:moveTo>
                    <a:lnTo>
                      <a:pt x="73" y="6"/>
                    </a:lnTo>
                    <a:lnTo>
                      <a:pt x="87" y="16"/>
                    </a:lnTo>
                    <a:lnTo>
                      <a:pt x="80" y="56"/>
                    </a:lnTo>
                    <a:lnTo>
                      <a:pt x="62" y="62"/>
                    </a:lnTo>
                    <a:lnTo>
                      <a:pt x="14" y="56"/>
                    </a:lnTo>
                    <a:lnTo>
                      <a:pt x="0" y="45"/>
                    </a:lnTo>
                    <a:lnTo>
                      <a:pt x="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362" name="Freeform 162"/>
              <p:cNvSpPr/>
              <p:nvPr/>
            </p:nvSpPr>
            <p:spPr>
              <a:xfrm>
                <a:off x="4267" y="978"/>
                <a:ext cx="90" cy="63"/>
              </a:xfrm>
              <a:custGeom>
                <a:avLst/>
                <a:gdLst/>
                <a:ahLst/>
                <a:cxnLst>
                  <a:cxn ang="0">
                    <a:pos x="25" y="0"/>
                  </a:cxn>
                  <a:cxn ang="0">
                    <a:pos x="74" y="7"/>
                  </a:cxn>
                  <a:cxn ang="0">
                    <a:pos x="89" y="17"/>
                  </a:cxn>
                  <a:cxn ang="0">
                    <a:pos x="81" y="57"/>
                  </a:cxn>
                  <a:cxn ang="0">
                    <a:pos x="64" y="62"/>
                  </a:cxn>
                  <a:cxn ang="0">
                    <a:pos x="15" y="56"/>
                  </a:cxn>
                  <a:cxn ang="0">
                    <a:pos x="0" y="45"/>
                  </a:cxn>
                  <a:cxn ang="0">
                    <a:pos x="7" y="6"/>
                  </a:cxn>
                  <a:cxn ang="0">
                    <a:pos x="25" y="0"/>
                  </a:cxn>
                </a:cxnLst>
                <a:rect l="0" t="0" r="0" b="0"/>
                <a:pathLst>
                  <a:path w="90" h="63">
                    <a:moveTo>
                      <a:pt x="25" y="0"/>
                    </a:moveTo>
                    <a:lnTo>
                      <a:pt x="74" y="7"/>
                    </a:lnTo>
                    <a:lnTo>
                      <a:pt x="89" y="17"/>
                    </a:lnTo>
                    <a:lnTo>
                      <a:pt x="81" y="57"/>
                    </a:lnTo>
                    <a:lnTo>
                      <a:pt x="64" y="62"/>
                    </a:lnTo>
                    <a:lnTo>
                      <a:pt x="15" y="56"/>
                    </a:lnTo>
                    <a:lnTo>
                      <a:pt x="0" y="45"/>
                    </a:lnTo>
                    <a:lnTo>
                      <a:pt x="7"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363" name="Freeform 163"/>
              <p:cNvSpPr/>
              <p:nvPr/>
            </p:nvSpPr>
            <p:spPr>
              <a:xfrm>
                <a:off x="4258" y="970"/>
                <a:ext cx="82" cy="26"/>
              </a:xfrm>
              <a:custGeom>
                <a:avLst/>
                <a:gdLst/>
                <a:ahLst/>
                <a:cxnLst>
                  <a:cxn ang="0">
                    <a:pos x="49" y="6"/>
                  </a:cxn>
                  <a:cxn ang="0">
                    <a:pos x="81" y="25"/>
                  </a:cxn>
                  <a:cxn ang="0">
                    <a:pos x="33" y="19"/>
                  </a:cxn>
                  <a:cxn ang="0">
                    <a:pos x="0" y="0"/>
                  </a:cxn>
                  <a:cxn ang="0">
                    <a:pos x="49" y="6"/>
                  </a:cxn>
                </a:cxnLst>
                <a:rect l="0" t="0" r="0" b="0"/>
                <a:pathLst>
                  <a:path w="82" h="26">
                    <a:moveTo>
                      <a:pt x="49" y="6"/>
                    </a:moveTo>
                    <a:lnTo>
                      <a:pt x="81" y="25"/>
                    </a:lnTo>
                    <a:lnTo>
                      <a:pt x="33" y="19"/>
                    </a:lnTo>
                    <a:lnTo>
                      <a:pt x="0" y="0"/>
                    </a:lnTo>
                    <a:lnTo>
                      <a:pt x="49" y="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364" name="Freeform 164"/>
              <p:cNvSpPr/>
              <p:nvPr/>
            </p:nvSpPr>
            <p:spPr>
              <a:xfrm>
                <a:off x="4232" y="1019"/>
                <a:ext cx="50" cy="21"/>
              </a:xfrm>
              <a:custGeom>
                <a:avLst/>
                <a:gdLst/>
                <a:ahLst/>
                <a:cxnLst>
                  <a:cxn ang="0">
                    <a:pos x="0" y="0"/>
                  </a:cxn>
                  <a:cxn ang="0">
                    <a:pos x="35" y="9"/>
                  </a:cxn>
                  <a:cxn ang="0">
                    <a:pos x="49" y="20"/>
                  </a:cxn>
                  <a:cxn ang="0">
                    <a:pos x="14" y="12"/>
                  </a:cxn>
                  <a:cxn ang="0">
                    <a:pos x="0" y="0"/>
                  </a:cxn>
                </a:cxnLst>
                <a:rect l="0" t="0" r="0" b="0"/>
                <a:pathLst>
                  <a:path w="50" h="21">
                    <a:moveTo>
                      <a:pt x="0" y="0"/>
                    </a:moveTo>
                    <a:lnTo>
                      <a:pt x="35" y="9"/>
                    </a:lnTo>
                    <a:lnTo>
                      <a:pt x="49" y="20"/>
                    </a:lnTo>
                    <a:lnTo>
                      <a:pt x="14" y="12"/>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365" name="Line 165"/>
              <p:cNvSpPr/>
              <p:nvPr/>
            </p:nvSpPr>
            <p:spPr>
              <a:xfrm>
                <a:off x="4247" y="980"/>
                <a:ext cx="23" cy="7"/>
              </a:xfrm>
              <a:prstGeom prst="line">
                <a:avLst/>
              </a:prstGeom>
              <a:ln w="12700" cap="flat" cmpd="sng">
                <a:solidFill>
                  <a:schemeClr val="tx1"/>
                </a:solidFill>
                <a:prstDash val="solid"/>
                <a:headEnd type="none" w="med" len="med"/>
                <a:tailEnd type="none" w="med" len="med"/>
              </a:ln>
            </p:spPr>
          </p:sp>
          <p:sp>
            <p:nvSpPr>
              <p:cNvPr id="51366" name="Oval 166"/>
              <p:cNvSpPr/>
              <p:nvPr/>
            </p:nvSpPr>
            <p:spPr>
              <a:xfrm rot="540000">
                <a:off x="4289" y="993"/>
                <a:ext cx="16"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367" name="Line 167"/>
              <p:cNvSpPr/>
              <p:nvPr/>
            </p:nvSpPr>
            <p:spPr>
              <a:xfrm>
                <a:off x="4298" y="986"/>
                <a:ext cx="2" cy="0"/>
              </a:xfrm>
              <a:prstGeom prst="line">
                <a:avLst/>
              </a:prstGeom>
              <a:ln w="12700" cap="flat" cmpd="sng">
                <a:solidFill>
                  <a:schemeClr val="tx1"/>
                </a:solidFill>
                <a:prstDash val="solid"/>
                <a:headEnd type="none" w="med" len="med"/>
                <a:tailEnd type="none" w="med" len="med"/>
              </a:ln>
            </p:spPr>
          </p:sp>
          <p:sp>
            <p:nvSpPr>
              <p:cNvPr id="51368" name="Line 168"/>
              <p:cNvSpPr/>
              <p:nvPr/>
            </p:nvSpPr>
            <p:spPr>
              <a:xfrm>
                <a:off x="4293" y="993"/>
                <a:ext cx="5" cy="3"/>
              </a:xfrm>
              <a:prstGeom prst="line">
                <a:avLst/>
              </a:prstGeom>
              <a:ln w="12700" cap="flat" cmpd="sng">
                <a:solidFill>
                  <a:schemeClr val="tx1"/>
                </a:solidFill>
                <a:prstDash val="solid"/>
                <a:headEnd type="none" w="med" len="med"/>
                <a:tailEnd type="none" w="med" len="med"/>
              </a:ln>
            </p:spPr>
          </p:sp>
          <p:sp>
            <p:nvSpPr>
              <p:cNvPr id="51369" name="Oval 169"/>
              <p:cNvSpPr/>
              <p:nvPr/>
            </p:nvSpPr>
            <p:spPr>
              <a:xfrm rot="540000">
                <a:off x="4277" y="1002"/>
                <a:ext cx="69" cy="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370" name="Line 170"/>
              <p:cNvSpPr/>
              <p:nvPr/>
            </p:nvSpPr>
            <p:spPr>
              <a:xfrm>
                <a:off x="4341" y="998"/>
                <a:ext cx="25" cy="1"/>
              </a:xfrm>
              <a:prstGeom prst="line">
                <a:avLst/>
              </a:prstGeom>
              <a:ln w="12700" cap="flat" cmpd="sng">
                <a:solidFill>
                  <a:schemeClr val="tx1"/>
                </a:solidFill>
                <a:prstDash val="solid"/>
                <a:headEnd type="none" w="med" len="med"/>
                <a:tailEnd type="none" w="med" len="med"/>
              </a:ln>
            </p:spPr>
          </p:sp>
          <p:sp>
            <p:nvSpPr>
              <p:cNvPr id="51371" name="Freeform 171"/>
              <p:cNvSpPr/>
              <p:nvPr/>
            </p:nvSpPr>
            <p:spPr>
              <a:xfrm>
                <a:off x="4291" y="992"/>
                <a:ext cx="24" cy="19"/>
              </a:xfrm>
              <a:custGeom>
                <a:avLst/>
                <a:gdLst/>
                <a:ahLst/>
                <a:cxnLst>
                  <a:cxn ang="0">
                    <a:pos x="0" y="1"/>
                  </a:cxn>
                  <a:cxn ang="0">
                    <a:pos x="16" y="0"/>
                  </a:cxn>
                  <a:cxn ang="0">
                    <a:pos x="23" y="9"/>
                  </a:cxn>
                  <a:cxn ang="0">
                    <a:pos x="13" y="18"/>
                  </a:cxn>
                  <a:cxn ang="0">
                    <a:pos x="0" y="1"/>
                  </a:cxn>
                </a:cxnLst>
                <a:rect l="0" t="0" r="0" b="0"/>
                <a:pathLst>
                  <a:path w="24" h="19">
                    <a:moveTo>
                      <a:pt x="0" y="1"/>
                    </a:moveTo>
                    <a:lnTo>
                      <a:pt x="16" y="0"/>
                    </a:lnTo>
                    <a:lnTo>
                      <a:pt x="23" y="9"/>
                    </a:lnTo>
                    <a:lnTo>
                      <a:pt x="13" y="18"/>
                    </a:lnTo>
                    <a:lnTo>
                      <a:pt x="0" y="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372" name="Freeform 172"/>
              <p:cNvSpPr/>
              <p:nvPr/>
            </p:nvSpPr>
            <p:spPr>
              <a:xfrm>
                <a:off x="4292" y="995"/>
                <a:ext cx="22" cy="17"/>
              </a:xfrm>
              <a:custGeom>
                <a:avLst/>
                <a:gdLst/>
                <a:ahLst/>
                <a:cxnLst>
                  <a:cxn ang="0">
                    <a:pos x="21" y="0"/>
                  </a:cxn>
                  <a:cxn ang="0">
                    <a:pos x="20" y="14"/>
                  </a:cxn>
                  <a:cxn ang="0">
                    <a:pos x="8" y="16"/>
                  </a:cxn>
                  <a:cxn ang="0">
                    <a:pos x="0" y="1"/>
                  </a:cxn>
                  <a:cxn ang="0">
                    <a:pos x="15" y="1"/>
                  </a:cxn>
                  <a:cxn ang="0">
                    <a:pos x="21" y="0"/>
                  </a:cxn>
                </a:cxnLst>
                <a:rect l="0" t="0" r="0" b="0"/>
                <a:pathLst>
                  <a:path w="22" h="17">
                    <a:moveTo>
                      <a:pt x="21" y="0"/>
                    </a:moveTo>
                    <a:lnTo>
                      <a:pt x="20" y="14"/>
                    </a:lnTo>
                    <a:lnTo>
                      <a:pt x="8" y="16"/>
                    </a:lnTo>
                    <a:lnTo>
                      <a:pt x="0" y="1"/>
                    </a:lnTo>
                    <a:lnTo>
                      <a:pt x="15" y="1"/>
                    </a:lnTo>
                    <a:lnTo>
                      <a:pt x="2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373" name="Rectangle 173"/>
              <p:cNvSpPr/>
              <p:nvPr/>
            </p:nvSpPr>
            <p:spPr>
              <a:xfrm rot="540000">
                <a:off x="4233" y="1000"/>
                <a:ext cx="15" cy="8"/>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1374" name="Freeform 174"/>
              <p:cNvSpPr/>
              <p:nvPr/>
            </p:nvSpPr>
            <p:spPr>
              <a:xfrm>
                <a:off x="4133" y="937"/>
                <a:ext cx="108" cy="104"/>
              </a:xfrm>
              <a:custGeom>
                <a:avLst/>
                <a:gdLst/>
                <a:ahLst/>
                <a:cxnLst>
                  <a:cxn ang="0">
                    <a:pos x="18" y="0"/>
                  </a:cxn>
                  <a:cxn ang="0">
                    <a:pos x="0" y="95"/>
                  </a:cxn>
                  <a:cxn ang="0">
                    <a:pos x="90" y="103"/>
                  </a:cxn>
                  <a:cxn ang="0">
                    <a:pos x="107" y="14"/>
                  </a:cxn>
                  <a:cxn ang="0">
                    <a:pos x="18" y="0"/>
                  </a:cxn>
                </a:cxnLst>
                <a:rect l="0" t="0" r="0" b="0"/>
                <a:pathLst>
                  <a:path w="108" h="104">
                    <a:moveTo>
                      <a:pt x="18" y="0"/>
                    </a:moveTo>
                    <a:lnTo>
                      <a:pt x="0" y="95"/>
                    </a:lnTo>
                    <a:lnTo>
                      <a:pt x="90" y="103"/>
                    </a:lnTo>
                    <a:lnTo>
                      <a:pt x="107" y="14"/>
                    </a:lnTo>
                    <a:lnTo>
                      <a:pt x="18"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375" name="Line 175"/>
              <p:cNvSpPr/>
              <p:nvPr/>
            </p:nvSpPr>
            <p:spPr>
              <a:xfrm>
                <a:off x="4294" y="1028"/>
                <a:ext cx="2" cy="4"/>
              </a:xfrm>
              <a:prstGeom prst="line">
                <a:avLst/>
              </a:prstGeom>
              <a:ln w="12700" cap="flat" cmpd="sng">
                <a:solidFill>
                  <a:schemeClr val="tx1"/>
                </a:solidFill>
                <a:prstDash val="solid"/>
                <a:headEnd type="none" w="med" len="med"/>
                <a:tailEnd type="none" w="med" len="med"/>
              </a:ln>
            </p:spPr>
          </p:sp>
          <p:sp>
            <p:nvSpPr>
              <p:cNvPr id="51376" name="Line 176"/>
              <p:cNvSpPr/>
              <p:nvPr/>
            </p:nvSpPr>
            <p:spPr>
              <a:xfrm>
                <a:off x="4293" y="1027"/>
                <a:ext cx="3" cy="3"/>
              </a:xfrm>
              <a:prstGeom prst="line">
                <a:avLst/>
              </a:prstGeom>
              <a:ln w="12700" cap="flat" cmpd="sng">
                <a:solidFill>
                  <a:schemeClr val="tx1"/>
                </a:solidFill>
                <a:prstDash val="solid"/>
                <a:headEnd type="none" w="med" len="med"/>
                <a:tailEnd type="none" w="med" len="med"/>
              </a:ln>
            </p:spPr>
          </p:sp>
          <p:sp>
            <p:nvSpPr>
              <p:cNvPr id="51377" name="Freeform 177"/>
              <p:cNvSpPr/>
              <p:nvPr/>
            </p:nvSpPr>
            <p:spPr>
              <a:xfrm>
                <a:off x="4283" y="1028"/>
                <a:ext cx="24" cy="17"/>
              </a:xfrm>
              <a:custGeom>
                <a:avLst/>
                <a:gdLst/>
                <a:ahLst/>
                <a:cxnLst>
                  <a:cxn ang="0">
                    <a:pos x="15" y="16"/>
                  </a:cxn>
                  <a:cxn ang="0">
                    <a:pos x="20" y="16"/>
                  </a:cxn>
                  <a:cxn ang="0">
                    <a:pos x="21" y="13"/>
                  </a:cxn>
                  <a:cxn ang="0">
                    <a:pos x="23" y="2"/>
                  </a:cxn>
                  <a:cxn ang="0">
                    <a:pos x="23" y="0"/>
                  </a:cxn>
                  <a:cxn ang="0">
                    <a:pos x="18" y="0"/>
                  </a:cxn>
                  <a:cxn ang="0">
                    <a:pos x="12" y="1"/>
                  </a:cxn>
                  <a:cxn ang="0">
                    <a:pos x="6" y="2"/>
                  </a:cxn>
                  <a:cxn ang="0">
                    <a:pos x="0" y="4"/>
                  </a:cxn>
                  <a:cxn ang="0">
                    <a:pos x="0" y="6"/>
                  </a:cxn>
                  <a:cxn ang="0">
                    <a:pos x="5" y="8"/>
                  </a:cxn>
                  <a:cxn ang="0">
                    <a:pos x="4" y="12"/>
                  </a:cxn>
                  <a:cxn ang="0">
                    <a:pos x="9" y="16"/>
                  </a:cxn>
                  <a:cxn ang="0">
                    <a:pos x="15" y="16"/>
                  </a:cxn>
                </a:cxnLst>
                <a:rect l="0" t="0" r="0" b="0"/>
                <a:pathLst>
                  <a:path w="24" h="17">
                    <a:moveTo>
                      <a:pt x="15" y="16"/>
                    </a:moveTo>
                    <a:lnTo>
                      <a:pt x="20" y="16"/>
                    </a:lnTo>
                    <a:lnTo>
                      <a:pt x="21" y="13"/>
                    </a:lnTo>
                    <a:lnTo>
                      <a:pt x="23" y="2"/>
                    </a:lnTo>
                    <a:lnTo>
                      <a:pt x="23" y="0"/>
                    </a:lnTo>
                    <a:lnTo>
                      <a:pt x="18" y="0"/>
                    </a:lnTo>
                    <a:lnTo>
                      <a:pt x="12" y="1"/>
                    </a:lnTo>
                    <a:lnTo>
                      <a:pt x="6" y="2"/>
                    </a:lnTo>
                    <a:lnTo>
                      <a:pt x="0" y="4"/>
                    </a:lnTo>
                    <a:lnTo>
                      <a:pt x="0" y="6"/>
                    </a:lnTo>
                    <a:lnTo>
                      <a:pt x="5" y="8"/>
                    </a:lnTo>
                    <a:lnTo>
                      <a:pt x="4" y="12"/>
                    </a:lnTo>
                    <a:lnTo>
                      <a:pt x="9" y="16"/>
                    </a:lnTo>
                    <a:lnTo>
                      <a:pt x="15"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78" name="Freeform 178"/>
              <p:cNvSpPr/>
              <p:nvPr/>
            </p:nvSpPr>
            <p:spPr>
              <a:xfrm>
                <a:off x="4282" y="1028"/>
                <a:ext cx="27" cy="18"/>
              </a:xfrm>
              <a:custGeom>
                <a:avLst/>
                <a:gdLst/>
                <a:ahLst/>
                <a:cxnLst>
                  <a:cxn ang="0">
                    <a:pos x="5" y="0"/>
                  </a:cxn>
                  <a:cxn ang="0">
                    <a:pos x="26" y="9"/>
                  </a:cxn>
                  <a:cxn ang="0">
                    <a:pos x="22" y="17"/>
                  </a:cxn>
                  <a:cxn ang="0">
                    <a:pos x="0" y="8"/>
                  </a:cxn>
                  <a:cxn ang="0">
                    <a:pos x="5" y="0"/>
                  </a:cxn>
                </a:cxnLst>
                <a:rect l="0" t="0" r="0" b="0"/>
                <a:pathLst>
                  <a:path w="27" h="18">
                    <a:moveTo>
                      <a:pt x="5" y="0"/>
                    </a:moveTo>
                    <a:lnTo>
                      <a:pt x="26" y="9"/>
                    </a:lnTo>
                    <a:lnTo>
                      <a:pt x="22" y="17"/>
                    </a:lnTo>
                    <a:lnTo>
                      <a:pt x="0" y="8"/>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79" name="Freeform 179"/>
              <p:cNvSpPr/>
              <p:nvPr/>
            </p:nvSpPr>
            <p:spPr>
              <a:xfrm>
                <a:off x="4296" y="1032"/>
                <a:ext cx="23" cy="17"/>
              </a:xfrm>
              <a:custGeom>
                <a:avLst/>
                <a:gdLst/>
                <a:ahLst/>
                <a:cxnLst>
                  <a:cxn ang="0">
                    <a:pos x="0" y="6"/>
                  </a:cxn>
                  <a:cxn ang="0">
                    <a:pos x="0" y="9"/>
                  </a:cxn>
                  <a:cxn ang="0">
                    <a:pos x="3" y="9"/>
                  </a:cxn>
                  <a:cxn ang="0">
                    <a:pos x="3" y="11"/>
                  </a:cxn>
                  <a:cxn ang="0">
                    <a:pos x="5" y="13"/>
                  </a:cxn>
                  <a:cxn ang="0">
                    <a:pos x="8" y="16"/>
                  </a:cxn>
                  <a:cxn ang="0">
                    <a:pos x="11" y="16"/>
                  </a:cxn>
                  <a:cxn ang="0">
                    <a:pos x="15" y="13"/>
                  </a:cxn>
                  <a:cxn ang="0">
                    <a:pos x="18" y="12"/>
                  </a:cxn>
                  <a:cxn ang="0">
                    <a:pos x="19" y="10"/>
                  </a:cxn>
                  <a:cxn ang="0">
                    <a:pos x="22" y="10"/>
                  </a:cxn>
                  <a:cxn ang="0">
                    <a:pos x="22" y="8"/>
                  </a:cxn>
                  <a:cxn ang="0">
                    <a:pos x="20" y="6"/>
                  </a:cxn>
                  <a:cxn ang="0">
                    <a:pos x="17" y="3"/>
                  </a:cxn>
                  <a:cxn ang="0">
                    <a:pos x="15" y="0"/>
                  </a:cxn>
                  <a:cxn ang="0">
                    <a:pos x="12" y="0"/>
                  </a:cxn>
                  <a:cxn ang="0">
                    <a:pos x="8" y="2"/>
                  </a:cxn>
                  <a:cxn ang="0">
                    <a:pos x="4" y="4"/>
                  </a:cxn>
                  <a:cxn ang="0">
                    <a:pos x="0" y="6"/>
                  </a:cxn>
                </a:cxnLst>
                <a:rect l="0" t="0" r="0" b="0"/>
                <a:pathLst>
                  <a:path w="23" h="17">
                    <a:moveTo>
                      <a:pt x="0" y="6"/>
                    </a:moveTo>
                    <a:lnTo>
                      <a:pt x="0" y="9"/>
                    </a:lnTo>
                    <a:lnTo>
                      <a:pt x="3" y="9"/>
                    </a:lnTo>
                    <a:lnTo>
                      <a:pt x="3" y="11"/>
                    </a:lnTo>
                    <a:lnTo>
                      <a:pt x="5" y="13"/>
                    </a:lnTo>
                    <a:lnTo>
                      <a:pt x="8" y="16"/>
                    </a:lnTo>
                    <a:lnTo>
                      <a:pt x="11" y="16"/>
                    </a:lnTo>
                    <a:lnTo>
                      <a:pt x="15" y="13"/>
                    </a:lnTo>
                    <a:lnTo>
                      <a:pt x="18" y="12"/>
                    </a:lnTo>
                    <a:lnTo>
                      <a:pt x="19" y="10"/>
                    </a:lnTo>
                    <a:lnTo>
                      <a:pt x="22" y="10"/>
                    </a:lnTo>
                    <a:lnTo>
                      <a:pt x="22" y="8"/>
                    </a:lnTo>
                    <a:lnTo>
                      <a:pt x="20" y="6"/>
                    </a:lnTo>
                    <a:lnTo>
                      <a:pt x="17" y="3"/>
                    </a:lnTo>
                    <a:lnTo>
                      <a:pt x="15" y="0"/>
                    </a:lnTo>
                    <a:lnTo>
                      <a:pt x="12" y="0"/>
                    </a:lnTo>
                    <a:lnTo>
                      <a:pt x="8" y="2"/>
                    </a:lnTo>
                    <a:lnTo>
                      <a:pt x="4" y="4"/>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80" name="Line 180"/>
              <p:cNvSpPr/>
              <p:nvPr/>
            </p:nvSpPr>
            <p:spPr>
              <a:xfrm>
                <a:off x="4286" y="1019"/>
                <a:ext cx="0" cy="1"/>
              </a:xfrm>
              <a:prstGeom prst="line">
                <a:avLst/>
              </a:prstGeom>
              <a:ln w="12700" cap="flat" cmpd="sng">
                <a:solidFill>
                  <a:schemeClr val="tx1"/>
                </a:solidFill>
                <a:prstDash val="solid"/>
                <a:headEnd type="none" w="med" len="med"/>
                <a:tailEnd type="none" w="med" len="med"/>
              </a:ln>
            </p:spPr>
          </p:sp>
          <p:sp>
            <p:nvSpPr>
              <p:cNvPr id="51381" name="Line 181"/>
              <p:cNvSpPr/>
              <p:nvPr/>
            </p:nvSpPr>
            <p:spPr>
              <a:xfrm>
                <a:off x="4287" y="1014"/>
                <a:ext cx="3" cy="4"/>
              </a:xfrm>
              <a:prstGeom prst="line">
                <a:avLst/>
              </a:prstGeom>
              <a:ln w="12700" cap="flat" cmpd="sng">
                <a:solidFill>
                  <a:schemeClr val="tx1"/>
                </a:solidFill>
                <a:prstDash val="solid"/>
                <a:headEnd type="none" w="med" len="med"/>
                <a:tailEnd type="none" w="med" len="med"/>
              </a:ln>
            </p:spPr>
          </p:sp>
          <p:sp>
            <p:nvSpPr>
              <p:cNvPr id="51382" name="Freeform 182"/>
              <p:cNvSpPr/>
              <p:nvPr/>
            </p:nvSpPr>
            <p:spPr>
              <a:xfrm>
                <a:off x="4277" y="1018"/>
                <a:ext cx="25" cy="18"/>
              </a:xfrm>
              <a:custGeom>
                <a:avLst/>
                <a:gdLst/>
                <a:ahLst/>
                <a:cxnLst>
                  <a:cxn ang="0">
                    <a:pos x="16" y="17"/>
                  </a:cxn>
                  <a:cxn ang="0">
                    <a:pos x="22" y="17"/>
                  </a:cxn>
                  <a:cxn ang="0">
                    <a:pos x="23" y="15"/>
                  </a:cxn>
                  <a:cxn ang="0">
                    <a:pos x="24" y="5"/>
                  </a:cxn>
                  <a:cxn ang="0">
                    <a:pos x="24" y="3"/>
                  </a:cxn>
                  <a:cxn ang="0">
                    <a:pos x="18" y="1"/>
                  </a:cxn>
                  <a:cxn ang="0">
                    <a:pos x="13" y="0"/>
                  </a:cxn>
                  <a:cxn ang="0">
                    <a:pos x="7" y="1"/>
                  </a:cxn>
                  <a:cxn ang="0">
                    <a:pos x="6" y="4"/>
                  </a:cxn>
                  <a:cxn ang="0">
                    <a:pos x="1" y="3"/>
                  </a:cxn>
                  <a:cxn ang="0">
                    <a:pos x="0" y="5"/>
                  </a:cxn>
                  <a:cxn ang="0">
                    <a:pos x="5" y="8"/>
                  </a:cxn>
                  <a:cxn ang="0">
                    <a:pos x="5" y="10"/>
                  </a:cxn>
                  <a:cxn ang="0">
                    <a:pos x="10" y="13"/>
                  </a:cxn>
                  <a:cxn ang="0">
                    <a:pos x="16" y="17"/>
                  </a:cxn>
                </a:cxnLst>
                <a:rect l="0" t="0" r="0" b="0"/>
                <a:pathLst>
                  <a:path w="25" h="18">
                    <a:moveTo>
                      <a:pt x="16" y="17"/>
                    </a:moveTo>
                    <a:lnTo>
                      <a:pt x="22" y="17"/>
                    </a:lnTo>
                    <a:lnTo>
                      <a:pt x="23" y="15"/>
                    </a:lnTo>
                    <a:lnTo>
                      <a:pt x="24" y="5"/>
                    </a:lnTo>
                    <a:lnTo>
                      <a:pt x="24" y="3"/>
                    </a:lnTo>
                    <a:lnTo>
                      <a:pt x="18" y="1"/>
                    </a:lnTo>
                    <a:lnTo>
                      <a:pt x="13" y="0"/>
                    </a:lnTo>
                    <a:lnTo>
                      <a:pt x="7" y="1"/>
                    </a:lnTo>
                    <a:lnTo>
                      <a:pt x="6" y="4"/>
                    </a:lnTo>
                    <a:lnTo>
                      <a:pt x="1" y="3"/>
                    </a:lnTo>
                    <a:lnTo>
                      <a:pt x="0" y="5"/>
                    </a:lnTo>
                    <a:lnTo>
                      <a:pt x="5" y="8"/>
                    </a:lnTo>
                    <a:lnTo>
                      <a:pt x="5" y="10"/>
                    </a:lnTo>
                    <a:lnTo>
                      <a:pt x="10" y="13"/>
                    </a:lnTo>
                    <a:lnTo>
                      <a:pt x="1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83" name="Freeform 183"/>
              <p:cNvSpPr/>
              <p:nvPr/>
            </p:nvSpPr>
            <p:spPr>
              <a:xfrm>
                <a:off x="4275" y="1015"/>
                <a:ext cx="27" cy="20"/>
              </a:xfrm>
              <a:custGeom>
                <a:avLst/>
                <a:gdLst/>
                <a:ahLst/>
                <a:cxnLst>
                  <a:cxn ang="0">
                    <a:pos x="6" y="0"/>
                  </a:cxn>
                  <a:cxn ang="0">
                    <a:pos x="26" y="10"/>
                  </a:cxn>
                  <a:cxn ang="0">
                    <a:pos x="22" y="19"/>
                  </a:cxn>
                  <a:cxn ang="0">
                    <a:pos x="0" y="10"/>
                  </a:cxn>
                  <a:cxn ang="0">
                    <a:pos x="6" y="0"/>
                  </a:cxn>
                </a:cxnLst>
                <a:rect l="0" t="0" r="0" b="0"/>
                <a:pathLst>
                  <a:path w="27" h="20">
                    <a:moveTo>
                      <a:pt x="6" y="0"/>
                    </a:moveTo>
                    <a:lnTo>
                      <a:pt x="26" y="10"/>
                    </a:lnTo>
                    <a:lnTo>
                      <a:pt x="22" y="19"/>
                    </a:lnTo>
                    <a:lnTo>
                      <a:pt x="0" y="10"/>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84" name="Freeform 184"/>
              <p:cNvSpPr/>
              <p:nvPr/>
            </p:nvSpPr>
            <p:spPr>
              <a:xfrm>
                <a:off x="4290" y="1019"/>
                <a:ext cx="24" cy="18"/>
              </a:xfrm>
              <a:custGeom>
                <a:avLst/>
                <a:gdLst/>
                <a:ahLst/>
                <a:cxnLst>
                  <a:cxn ang="0">
                    <a:pos x="1" y="4"/>
                  </a:cxn>
                  <a:cxn ang="0">
                    <a:pos x="0" y="7"/>
                  </a:cxn>
                  <a:cxn ang="0">
                    <a:pos x="4" y="7"/>
                  </a:cxn>
                  <a:cxn ang="0">
                    <a:pos x="2" y="12"/>
                  </a:cxn>
                  <a:cxn ang="0">
                    <a:pos x="5" y="15"/>
                  </a:cxn>
                  <a:cxn ang="0">
                    <a:pos x="9" y="15"/>
                  </a:cxn>
                  <a:cxn ang="0">
                    <a:pos x="11" y="16"/>
                  </a:cxn>
                  <a:cxn ang="0">
                    <a:pos x="15" y="17"/>
                  </a:cxn>
                  <a:cxn ang="0">
                    <a:pos x="18" y="14"/>
                  </a:cxn>
                  <a:cxn ang="0">
                    <a:pos x="19" y="9"/>
                  </a:cxn>
                  <a:cxn ang="0">
                    <a:pos x="22" y="9"/>
                  </a:cxn>
                  <a:cxn ang="0">
                    <a:pos x="23" y="7"/>
                  </a:cxn>
                  <a:cxn ang="0">
                    <a:pos x="20" y="5"/>
                  </a:cxn>
                  <a:cxn ang="0">
                    <a:pos x="20" y="2"/>
                  </a:cxn>
                  <a:cxn ang="0">
                    <a:pos x="17" y="1"/>
                  </a:cxn>
                  <a:cxn ang="0">
                    <a:pos x="14" y="1"/>
                  </a:cxn>
                  <a:cxn ang="0">
                    <a:pos x="8" y="0"/>
                  </a:cxn>
                  <a:cxn ang="0">
                    <a:pos x="5" y="0"/>
                  </a:cxn>
                  <a:cxn ang="0">
                    <a:pos x="5" y="2"/>
                  </a:cxn>
                  <a:cxn ang="0">
                    <a:pos x="1" y="4"/>
                  </a:cxn>
                </a:cxnLst>
                <a:rect l="0" t="0" r="0" b="0"/>
                <a:pathLst>
                  <a:path w="24" h="18">
                    <a:moveTo>
                      <a:pt x="1" y="4"/>
                    </a:moveTo>
                    <a:lnTo>
                      <a:pt x="0" y="7"/>
                    </a:lnTo>
                    <a:lnTo>
                      <a:pt x="4" y="7"/>
                    </a:lnTo>
                    <a:lnTo>
                      <a:pt x="2" y="12"/>
                    </a:lnTo>
                    <a:lnTo>
                      <a:pt x="5" y="15"/>
                    </a:lnTo>
                    <a:lnTo>
                      <a:pt x="9" y="15"/>
                    </a:lnTo>
                    <a:lnTo>
                      <a:pt x="11" y="16"/>
                    </a:lnTo>
                    <a:lnTo>
                      <a:pt x="15" y="17"/>
                    </a:lnTo>
                    <a:lnTo>
                      <a:pt x="18" y="14"/>
                    </a:lnTo>
                    <a:lnTo>
                      <a:pt x="19" y="9"/>
                    </a:lnTo>
                    <a:lnTo>
                      <a:pt x="22" y="9"/>
                    </a:lnTo>
                    <a:lnTo>
                      <a:pt x="23" y="7"/>
                    </a:lnTo>
                    <a:lnTo>
                      <a:pt x="20" y="5"/>
                    </a:lnTo>
                    <a:lnTo>
                      <a:pt x="20" y="2"/>
                    </a:lnTo>
                    <a:lnTo>
                      <a:pt x="17" y="1"/>
                    </a:lnTo>
                    <a:lnTo>
                      <a:pt x="14" y="1"/>
                    </a:lnTo>
                    <a:lnTo>
                      <a:pt x="8" y="0"/>
                    </a:lnTo>
                    <a:lnTo>
                      <a:pt x="5" y="0"/>
                    </a:lnTo>
                    <a:lnTo>
                      <a:pt x="5" y="2"/>
                    </a:lnTo>
                    <a:lnTo>
                      <a:pt x="1"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85" name="Line 185"/>
              <p:cNvSpPr/>
              <p:nvPr/>
            </p:nvSpPr>
            <p:spPr>
              <a:xfrm>
                <a:off x="4294" y="1009"/>
                <a:ext cx="4" cy="1"/>
              </a:xfrm>
              <a:prstGeom prst="line">
                <a:avLst/>
              </a:prstGeom>
              <a:ln w="12700" cap="flat" cmpd="sng">
                <a:solidFill>
                  <a:schemeClr val="tx1"/>
                </a:solidFill>
                <a:prstDash val="solid"/>
                <a:headEnd type="none" w="med" len="med"/>
                <a:tailEnd type="none" w="med" len="med"/>
              </a:ln>
            </p:spPr>
          </p:sp>
          <p:sp>
            <p:nvSpPr>
              <p:cNvPr id="51386" name="Line 186"/>
              <p:cNvSpPr/>
              <p:nvPr/>
            </p:nvSpPr>
            <p:spPr>
              <a:xfrm>
                <a:off x="4297" y="1007"/>
                <a:ext cx="3" cy="1"/>
              </a:xfrm>
              <a:prstGeom prst="line">
                <a:avLst/>
              </a:prstGeom>
              <a:ln w="12700" cap="flat" cmpd="sng">
                <a:solidFill>
                  <a:schemeClr val="tx1"/>
                </a:solidFill>
                <a:prstDash val="solid"/>
                <a:headEnd type="none" w="med" len="med"/>
                <a:tailEnd type="none" w="med" len="med"/>
              </a:ln>
            </p:spPr>
          </p:sp>
          <p:sp>
            <p:nvSpPr>
              <p:cNvPr id="51387" name="Freeform 187"/>
              <p:cNvSpPr/>
              <p:nvPr/>
            </p:nvSpPr>
            <p:spPr>
              <a:xfrm>
                <a:off x="4287" y="1005"/>
                <a:ext cx="25" cy="17"/>
              </a:xfrm>
              <a:custGeom>
                <a:avLst/>
                <a:gdLst/>
                <a:ahLst/>
                <a:cxnLst>
                  <a:cxn ang="0">
                    <a:pos x="16" y="16"/>
                  </a:cxn>
                  <a:cxn ang="0">
                    <a:pos x="16" y="14"/>
                  </a:cxn>
                  <a:cxn ang="0">
                    <a:pos x="22" y="14"/>
                  </a:cxn>
                  <a:cxn ang="0">
                    <a:pos x="24" y="4"/>
                  </a:cxn>
                  <a:cxn ang="0">
                    <a:pos x="19" y="3"/>
                  </a:cxn>
                  <a:cxn ang="0">
                    <a:pos x="19" y="1"/>
                  </a:cxn>
                  <a:cxn ang="0">
                    <a:pos x="14" y="0"/>
                  </a:cxn>
                  <a:cxn ang="0">
                    <a:pos x="13" y="2"/>
                  </a:cxn>
                  <a:cxn ang="0">
                    <a:pos x="7" y="1"/>
                  </a:cxn>
                  <a:cxn ang="0">
                    <a:pos x="0" y="3"/>
                  </a:cxn>
                  <a:cxn ang="0">
                    <a:pos x="0" y="5"/>
                  </a:cxn>
                  <a:cxn ang="0">
                    <a:pos x="0" y="7"/>
                  </a:cxn>
                  <a:cxn ang="0">
                    <a:pos x="0" y="10"/>
                  </a:cxn>
                  <a:cxn ang="0">
                    <a:pos x="5" y="12"/>
                  </a:cxn>
                  <a:cxn ang="0">
                    <a:pos x="11" y="14"/>
                  </a:cxn>
                  <a:cxn ang="0">
                    <a:pos x="10" y="16"/>
                  </a:cxn>
                  <a:cxn ang="0">
                    <a:pos x="16" y="16"/>
                  </a:cxn>
                </a:cxnLst>
                <a:rect l="0" t="0" r="0" b="0"/>
                <a:pathLst>
                  <a:path w="25" h="17">
                    <a:moveTo>
                      <a:pt x="16" y="16"/>
                    </a:moveTo>
                    <a:lnTo>
                      <a:pt x="16" y="14"/>
                    </a:lnTo>
                    <a:lnTo>
                      <a:pt x="22" y="14"/>
                    </a:lnTo>
                    <a:lnTo>
                      <a:pt x="24" y="4"/>
                    </a:lnTo>
                    <a:lnTo>
                      <a:pt x="19" y="3"/>
                    </a:lnTo>
                    <a:lnTo>
                      <a:pt x="19" y="1"/>
                    </a:lnTo>
                    <a:lnTo>
                      <a:pt x="14" y="0"/>
                    </a:lnTo>
                    <a:lnTo>
                      <a:pt x="13" y="2"/>
                    </a:lnTo>
                    <a:lnTo>
                      <a:pt x="7" y="1"/>
                    </a:lnTo>
                    <a:lnTo>
                      <a:pt x="0" y="3"/>
                    </a:lnTo>
                    <a:lnTo>
                      <a:pt x="0" y="5"/>
                    </a:lnTo>
                    <a:lnTo>
                      <a:pt x="0" y="7"/>
                    </a:lnTo>
                    <a:lnTo>
                      <a:pt x="0" y="10"/>
                    </a:lnTo>
                    <a:lnTo>
                      <a:pt x="5" y="12"/>
                    </a:lnTo>
                    <a:lnTo>
                      <a:pt x="11" y="14"/>
                    </a:lnTo>
                    <a:lnTo>
                      <a:pt x="10" y="16"/>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88" name="Freeform 188"/>
              <p:cNvSpPr/>
              <p:nvPr/>
            </p:nvSpPr>
            <p:spPr>
              <a:xfrm>
                <a:off x="4285" y="1007"/>
                <a:ext cx="27" cy="20"/>
              </a:xfrm>
              <a:custGeom>
                <a:avLst/>
                <a:gdLst/>
                <a:ahLst/>
                <a:cxnLst>
                  <a:cxn ang="0">
                    <a:pos x="4" y="0"/>
                  </a:cxn>
                  <a:cxn ang="0">
                    <a:pos x="26" y="10"/>
                  </a:cxn>
                  <a:cxn ang="0">
                    <a:pos x="22" y="19"/>
                  </a:cxn>
                  <a:cxn ang="0">
                    <a:pos x="0" y="8"/>
                  </a:cxn>
                  <a:cxn ang="0">
                    <a:pos x="4" y="0"/>
                  </a:cxn>
                </a:cxnLst>
                <a:rect l="0" t="0" r="0" b="0"/>
                <a:pathLst>
                  <a:path w="27" h="20">
                    <a:moveTo>
                      <a:pt x="4" y="0"/>
                    </a:moveTo>
                    <a:lnTo>
                      <a:pt x="26" y="10"/>
                    </a:lnTo>
                    <a:lnTo>
                      <a:pt x="22" y="19"/>
                    </a:lnTo>
                    <a:lnTo>
                      <a:pt x="0" y="8"/>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89" name="Freeform 189"/>
              <p:cNvSpPr/>
              <p:nvPr/>
            </p:nvSpPr>
            <p:spPr>
              <a:xfrm>
                <a:off x="4297" y="1010"/>
                <a:ext cx="25" cy="17"/>
              </a:xfrm>
              <a:custGeom>
                <a:avLst/>
                <a:gdLst/>
                <a:ahLst/>
                <a:cxnLst>
                  <a:cxn ang="0">
                    <a:pos x="0" y="6"/>
                  </a:cxn>
                  <a:cxn ang="0">
                    <a:pos x="0" y="8"/>
                  </a:cxn>
                  <a:cxn ang="0">
                    <a:pos x="0" y="10"/>
                  </a:cxn>
                  <a:cxn ang="0">
                    <a:pos x="6" y="16"/>
                  </a:cxn>
                  <a:cxn ang="0">
                    <a:pos x="10" y="16"/>
                  </a:cxn>
                  <a:cxn ang="0">
                    <a:pos x="11" y="13"/>
                  </a:cxn>
                  <a:cxn ang="0">
                    <a:pos x="14" y="13"/>
                  </a:cxn>
                  <a:cxn ang="0">
                    <a:pos x="19" y="12"/>
                  </a:cxn>
                  <a:cxn ang="0">
                    <a:pos x="19" y="9"/>
                  </a:cxn>
                  <a:cxn ang="0">
                    <a:pos x="23" y="10"/>
                  </a:cxn>
                  <a:cxn ang="0">
                    <a:pos x="24" y="6"/>
                  </a:cxn>
                  <a:cxn ang="0">
                    <a:pos x="20" y="5"/>
                  </a:cxn>
                  <a:cxn ang="0">
                    <a:pos x="21" y="3"/>
                  </a:cxn>
                  <a:cxn ang="0">
                    <a:pos x="17" y="1"/>
                  </a:cxn>
                  <a:cxn ang="0">
                    <a:pos x="13" y="1"/>
                  </a:cxn>
                  <a:cxn ang="0">
                    <a:pos x="9" y="0"/>
                  </a:cxn>
                  <a:cxn ang="0">
                    <a:pos x="1" y="3"/>
                  </a:cxn>
                  <a:cxn ang="0">
                    <a:pos x="0" y="6"/>
                  </a:cxn>
                </a:cxnLst>
                <a:rect l="0" t="0" r="0" b="0"/>
                <a:pathLst>
                  <a:path w="25" h="17">
                    <a:moveTo>
                      <a:pt x="0" y="6"/>
                    </a:moveTo>
                    <a:lnTo>
                      <a:pt x="0" y="8"/>
                    </a:lnTo>
                    <a:lnTo>
                      <a:pt x="0" y="10"/>
                    </a:lnTo>
                    <a:lnTo>
                      <a:pt x="6" y="16"/>
                    </a:lnTo>
                    <a:lnTo>
                      <a:pt x="10" y="16"/>
                    </a:lnTo>
                    <a:lnTo>
                      <a:pt x="11" y="13"/>
                    </a:lnTo>
                    <a:lnTo>
                      <a:pt x="14" y="13"/>
                    </a:lnTo>
                    <a:lnTo>
                      <a:pt x="19" y="12"/>
                    </a:lnTo>
                    <a:lnTo>
                      <a:pt x="19" y="9"/>
                    </a:lnTo>
                    <a:lnTo>
                      <a:pt x="23" y="10"/>
                    </a:lnTo>
                    <a:lnTo>
                      <a:pt x="24" y="6"/>
                    </a:lnTo>
                    <a:lnTo>
                      <a:pt x="20" y="5"/>
                    </a:lnTo>
                    <a:lnTo>
                      <a:pt x="21" y="3"/>
                    </a:lnTo>
                    <a:lnTo>
                      <a:pt x="17" y="1"/>
                    </a:lnTo>
                    <a:lnTo>
                      <a:pt x="13" y="1"/>
                    </a:lnTo>
                    <a:lnTo>
                      <a:pt x="9" y="0"/>
                    </a:lnTo>
                    <a:lnTo>
                      <a:pt x="1" y="3"/>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90" name="Line 190"/>
              <p:cNvSpPr/>
              <p:nvPr/>
            </p:nvSpPr>
            <p:spPr>
              <a:xfrm>
                <a:off x="4319" y="1006"/>
                <a:ext cx="3" cy="2"/>
              </a:xfrm>
              <a:prstGeom prst="line">
                <a:avLst/>
              </a:prstGeom>
              <a:ln w="12700" cap="flat" cmpd="sng">
                <a:solidFill>
                  <a:schemeClr val="tx1"/>
                </a:solidFill>
                <a:prstDash val="solid"/>
                <a:headEnd type="none" w="med" len="med"/>
                <a:tailEnd type="none" w="med" len="med"/>
              </a:ln>
            </p:spPr>
          </p:sp>
          <p:sp>
            <p:nvSpPr>
              <p:cNvPr id="51391" name="Line 191"/>
              <p:cNvSpPr/>
              <p:nvPr/>
            </p:nvSpPr>
            <p:spPr>
              <a:xfrm>
                <a:off x="4320" y="1004"/>
                <a:ext cx="2" cy="4"/>
              </a:xfrm>
              <a:prstGeom prst="line">
                <a:avLst/>
              </a:prstGeom>
              <a:ln w="12700" cap="flat" cmpd="sng">
                <a:solidFill>
                  <a:schemeClr val="tx1"/>
                </a:solidFill>
                <a:prstDash val="solid"/>
                <a:headEnd type="none" w="med" len="med"/>
                <a:tailEnd type="none" w="med" len="med"/>
              </a:ln>
            </p:spPr>
          </p:sp>
          <p:sp>
            <p:nvSpPr>
              <p:cNvPr id="51392" name="Freeform 192"/>
              <p:cNvSpPr/>
              <p:nvPr/>
            </p:nvSpPr>
            <p:spPr>
              <a:xfrm>
                <a:off x="4310" y="1007"/>
                <a:ext cx="25" cy="17"/>
              </a:xfrm>
              <a:custGeom>
                <a:avLst/>
                <a:gdLst/>
                <a:ahLst/>
                <a:cxnLst>
                  <a:cxn ang="0">
                    <a:pos x="15" y="14"/>
                  </a:cxn>
                  <a:cxn ang="0">
                    <a:pos x="21" y="16"/>
                  </a:cxn>
                  <a:cxn ang="0">
                    <a:pos x="21" y="13"/>
                  </a:cxn>
                  <a:cxn ang="0">
                    <a:pos x="23" y="3"/>
                  </a:cxn>
                  <a:cxn ang="0">
                    <a:pos x="24" y="1"/>
                  </a:cxn>
                  <a:cxn ang="0">
                    <a:pos x="18" y="0"/>
                  </a:cxn>
                  <a:cxn ang="0">
                    <a:pos x="12" y="1"/>
                  </a:cxn>
                  <a:cxn ang="0">
                    <a:pos x="7" y="2"/>
                  </a:cxn>
                  <a:cxn ang="0">
                    <a:pos x="0" y="4"/>
                  </a:cxn>
                  <a:cxn ang="0">
                    <a:pos x="0" y="6"/>
                  </a:cxn>
                  <a:cxn ang="0">
                    <a:pos x="5" y="8"/>
                  </a:cxn>
                  <a:cxn ang="0">
                    <a:pos x="10" y="12"/>
                  </a:cxn>
                  <a:cxn ang="0">
                    <a:pos x="15" y="14"/>
                  </a:cxn>
                </a:cxnLst>
                <a:rect l="0" t="0" r="0" b="0"/>
                <a:pathLst>
                  <a:path w="25" h="17">
                    <a:moveTo>
                      <a:pt x="15" y="14"/>
                    </a:moveTo>
                    <a:lnTo>
                      <a:pt x="21" y="16"/>
                    </a:lnTo>
                    <a:lnTo>
                      <a:pt x="21" y="13"/>
                    </a:lnTo>
                    <a:lnTo>
                      <a:pt x="23" y="3"/>
                    </a:lnTo>
                    <a:lnTo>
                      <a:pt x="24" y="1"/>
                    </a:lnTo>
                    <a:lnTo>
                      <a:pt x="18" y="0"/>
                    </a:lnTo>
                    <a:lnTo>
                      <a:pt x="12" y="1"/>
                    </a:lnTo>
                    <a:lnTo>
                      <a:pt x="7" y="2"/>
                    </a:lnTo>
                    <a:lnTo>
                      <a:pt x="0" y="4"/>
                    </a:lnTo>
                    <a:lnTo>
                      <a:pt x="0" y="6"/>
                    </a:lnTo>
                    <a:lnTo>
                      <a:pt x="5" y="8"/>
                    </a:lnTo>
                    <a:lnTo>
                      <a:pt x="10" y="12"/>
                    </a:lnTo>
                    <a:lnTo>
                      <a:pt x="15"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93" name="Freeform 193"/>
              <p:cNvSpPr/>
              <p:nvPr/>
            </p:nvSpPr>
            <p:spPr>
              <a:xfrm>
                <a:off x="4309" y="1006"/>
                <a:ext cx="26" cy="19"/>
              </a:xfrm>
              <a:custGeom>
                <a:avLst/>
                <a:gdLst/>
                <a:ahLst/>
                <a:cxnLst>
                  <a:cxn ang="0">
                    <a:pos x="4" y="0"/>
                  </a:cxn>
                  <a:cxn ang="0">
                    <a:pos x="25" y="10"/>
                  </a:cxn>
                  <a:cxn ang="0">
                    <a:pos x="21" y="18"/>
                  </a:cxn>
                  <a:cxn ang="0">
                    <a:pos x="0" y="9"/>
                  </a:cxn>
                  <a:cxn ang="0">
                    <a:pos x="4" y="0"/>
                  </a:cxn>
                </a:cxnLst>
                <a:rect l="0" t="0" r="0" b="0"/>
                <a:pathLst>
                  <a:path w="26" h="19">
                    <a:moveTo>
                      <a:pt x="4" y="0"/>
                    </a:moveTo>
                    <a:lnTo>
                      <a:pt x="25" y="10"/>
                    </a:lnTo>
                    <a:lnTo>
                      <a:pt x="21" y="18"/>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94" name="Freeform 194"/>
              <p:cNvSpPr/>
              <p:nvPr/>
            </p:nvSpPr>
            <p:spPr>
              <a:xfrm>
                <a:off x="4322" y="1008"/>
                <a:ext cx="25" cy="18"/>
              </a:xfrm>
              <a:custGeom>
                <a:avLst/>
                <a:gdLst/>
                <a:ahLst/>
                <a:cxnLst>
                  <a:cxn ang="0">
                    <a:pos x="0" y="6"/>
                  </a:cxn>
                  <a:cxn ang="0">
                    <a:pos x="3" y="9"/>
                  </a:cxn>
                  <a:cxn ang="0">
                    <a:pos x="2" y="11"/>
                  </a:cxn>
                  <a:cxn ang="0">
                    <a:pos x="6" y="14"/>
                  </a:cxn>
                  <a:cxn ang="0">
                    <a:pos x="9" y="16"/>
                  </a:cxn>
                  <a:cxn ang="0">
                    <a:pos x="13" y="17"/>
                  </a:cxn>
                  <a:cxn ang="0">
                    <a:pos x="12" y="14"/>
                  </a:cxn>
                  <a:cxn ang="0">
                    <a:pos x="15" y="15"/>
                  </a:cxn>
                  <a:cxn ang="0">
                    <a:pos x="19" y="13"/>
                  </a:cxn>
                  <a:cxn ang="0">
                    <a:pos x="20" y="11"/>
                  </a:cxn>
                  <a:cxn ang="0">
                    <a:pos x="24" y="9"/>
                  </a:cxn>
                  <a:cxn ang="0">
                    <a:pos x="24" y="7"/>
                  </a:cxn>
                  <a:cxn ang="0">
                    <a:pos x="21" y="7"/>
                  </a:cxn>
                  <a:cxn ang="0">
                    <a:pos x="21" y="4"/>
                  </a:cxn>
                  <a:cxn ang="0">
                    <a:pos x="18" y="1"/>
                  </a:cxn>
                  <a:cxn ang="0">
                    <a:pos x="14" y="1"/>
                  </a:cxn>
                  <a:cxn ang="0">
                    <a:pos x="11" y="1"/>
                  </a:cxn>
                  <a:cxn ang="0">
                    <a:pos x="9" y="0"/>
                  </a:cxn>
                  <a:cxn ang="0">
                    <a:pos x="5" y="2"/>
                  </a:cxn>
                  <a:cxn ang="0">
                    <a:pos x="4" y="4"/>
                  </a:cxn>
                  <a:cxn ang="0">
                    <a:pos x="1" y="4"/>
                  </a:cxn>
                  <a:cxn ang="0">
                    <a:pos x="0" y="6"/>
                  </a:cxn>
                </a:cxnLst>
                <a:rect l="0" t="0" r="0" b="0"/>
                <a:pathLst>
                  <a:path w="25" h="18">
                    <a:moveTo>
                      <a:pt x="0" y="6"/>
                    </a:moveTo>
                    <a:lnTo>
                      <a:pt x="3" y="9"/>
                    </a:lnTo>
                    <a:lnTo>
                      <a:pt x="2" y="11"/>
                    </a:lnTo>
                    <a:lnTo>
                      <a:pt x="6" y="14"/>
                    </a:lnTo>
                    <a:lnTo>
                      <a:pt x="9" y="16"/>
                    </a:lnTo>
                    <a:lnTo>
                      <a:pt x="13" y="17"/>
                    </a:lnTo>
                    <a:lnTo>
                      <a:pt x="12" y="14"/>
                    </a:lnTo>
                    <a:lnTo>
                      <a:pt x="15" y="15"/>
                    </a:lnTo>
                    <a:lnTo>
                      <a:pt x="19" y="13"/>
                    </a:lnTo>
                    <a:lnTo>
                      <a:pt x="20" y="11"/>
                    </a:lnTo>
                    <a:lnTo>
                      <a:pt x="24" y="9"/>
                    </a:lnTo>
                    <a:lnTo>
                      <a:pt x="24" y="7"/>
                    </a:lnTo>
                    <a:lnTo>
                      <a:pt x="21" y="7"/>
                    </a:lnTo>
                    <a:lnTo>
                      <a:pt x="21" y="4"/>
                    </a:lnTo>
                    <a:lnTo>
                      <a:pt x="18" y="1"/>
                    </a:lnTo>
                    <a:lnTo>
                      <a:pt x="14" y="1"/>
                    </a:lnTo>
                    <a:lnTo>
                      <a:pt x="11" y="1"/>
                    </a:lnTo>
                    <a:lnTo>
                      <a:pt x="9" y="0"/>
                    </a:lnTo>
                    <a:lnTo>
                      <a:pt x="5" y="2"/>
                    </a:lnTo>
                    <a:lnTo>
                      <a:pt x="4" y="4"/>
                    </a:lnTo>
                    <a:lnTo>
                      <a:pt x="1" y="4"/>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395" name="Line 195"/>
              <p:cNvSpPr/>
              <p:nvPr/>
            </p:nvSpPr>
            <p:spPr>
              <a:xfrm>
                <a:off x="4338" y="1013"/>
                <a:ext cx="2" cy="1"/>
              </a:xfrm>
              <a:prstGeom prst="line">
                <a:avLst/>
              </a:prstGeom>
              <a:ln w="12700" cap="flat" cmpd="sng">
                <a:solidFill>
                  <a:schemeClr val="tx1"/>
                </a:solidFill>
                <a:prstDash val="solid"/>
                <a:headEnd type="none" w="med" len="med"/>
                <a:tailEnd type="none" w="med" len="med"/>
              </a:ln>
            </p:spPr>
          </p:sp>
          <p:sp>
            <p:nvSpPr>
              <p:cNvPr id="51396" name="Line 196"/>
              <p:cNvSpPr/>
              <p:nvPr/>
            </p:nvSpPr>
            <p:spPr>
              <a:xfrm>
                <a:off x="4340" y="1011"/>
                <a:ext cx="4" cy="1"/>
              </a:xfrm>
              <a:prstGeom prst="line">
                <a:avLst/>
              </a:prstGeom>
              <a:ln w="12700" cap="flat" cmpd="sng">
                <a:solidFill>
                  <a:schemeClr val="tx1"/>
                </a:solidFill>
                <a:prstDash val="solid"/>
                <a:headEnd type="none" w="med" len="med"/>
                <a:tailEnd type="none" w="med" len="med"/>
              </a:ln>
            </p:spPr>
          </p:sp>
          <p:sp>
            <p:nvSpPr>
              <p:cNvPr id="51397" name="Freeform 197"/>
              <p:cNvSpPr/>
              <p:nvPr/>
            </p:nvSpPr>
            <p:spPr>
              <a:xfrm>
                <a:off x="4330" y="1011"/>
                <a:ext cx="25" cy="18"/>
              </a:xfrm>
              <a:custGeom>
                <a:avLst/>
                <a:gdLst/>
                <a:ahLst/>
                <a:cxnLst>
                  <a:cxn ang="0">
                    <a:pos x="15" y="16"/>
                  </a:cxn>
                  <a:cxn ang="0">
                    <a:pos x="21" y="17"/>
                  </a:cxn>
                  <a:cxn ang="0">
                    <a:pos x="22" y="14"/>
                  </a:cxn>
                  <a:cxn ang="0">
                    <a:pos x="24" y="4"/>
                  </a:cxn>
                  <a:cxn ang="0">
                    <a:pos x="24" y="2"/>
                  </a:cxn>
                  <a:cxn ang="0">
                    <a:pos x="19" y="1"/>
                  </a:cxn>
                  <a:cxn ang="0">
                    <a:pos x="14" y="0"/>
                  </a:cxn>
                  <a:cxn ang="0">
                    <a:pos x="7" y="5"/>
                  </a:cxn>
                  <a:cxn ang="0">
                    <a:pos x="1" y="8"/>
                  </a:cxn>
                  <a:cxn ang="0">
                    <a:pos x="0" y="10"/>
                  </a:cxn>
                  <a:cxn ang="0">
                    <a:pos x="5" y="10"/>
                  </a:cxn>
                  <a:cxn ang="0">
                    <a:pos x="5" y="13"/>
                  </a:cxn>
                  <a:cxn ang="0">
                    <a:pos x="10" y="15"/>
                  </a:cxn>
                  <a:cxn ang="0">
                    <a:pos x="15" y="16"/>
                  </a:cxn>
                </a:cxnLst>
                <a:rect l="0" t="0" r="0" b="0"/>
                <a:pathLst>
                  <a:path w="25" h="18">
                    <a:moveTo>
                      <a:pt x="15" y="16"/>
                    </a:moveTo>
                    <a:lnTo>
                      <a:pt x="21" y="17"/>
                    </a:lnTo>
                    <a:lnTo>
                      <a:pt x="22" y="14"/>
                    </a:lnTo>
                    <a:lnTo>
                      <a:pt x="24" y="4"/>
                    </a:lnTo>
                    <a:lnTo>
                      <a:pt x="24" y="2"/>
                    </a:lnTo>
                    <a:lnTo>
                      <a:pt x="19" y="1"/>
                    </a:lnTo>
                    <a:lnTo>
                      <a:pt x="14" y="0"/>
                    </a:lnTo>
                    <a:lnTo>
                      <a:pt x="7" y="5"/>
                    </a:lnTo>
                    <a:lnTo>
                      <a:pt x="1" y="8"/>
                    </a:lnTo>
                    <a:lnTo>
                      <a:pt x="0" y="10"/>
                    </a:lnTo>
                    <a:lnTo>
                      <a:pt x="5" y="10"/>
                    </a:lnTo>
                    <a:lnTo>
                      <a:pt x="5" y="13"/>
                    </a:lnTo>
                    <a:lnTo>
                      <a:pt x="10" y="15"/>
                    </a:lnTo>
                    <a:lnTo>
                      <a:pt x="15"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98" name="Freeform 198"/>
              <p:cNvSpPr/>
              <p:nvPr/>
            </p:nvSpPr>
            <p:spPr>
              <a:xfrm>
                <a:off x="4328" y="1010"/>
                <a:ext cx="27" cy="18"/>
              </a:xfrm>
              <a:custGeom>
                <a:avLst/>
                <a:gdLst/>
                <a:ahLst/>
                <a:cxnLst>
                  <a:cxn ang="0">
                    <a:pos x="5" y="1"/>
                  </a:cxn>
                  <a:cxn ang="0">
                    <a:pos x="26" y="9"/>
                  </a:cxn>
                  <a:cxn ang="0">
                    <a:pos x="22" y="17"/>
                  </a:cxn>
                  <a:cxn ang="0">
                    <a:pos x="0" y="9"/>
                  </a:cxn>
                  <a:cxn ang="0">
                    <a:pos x="5" y="0"/>
                  </a:cxn>
                  <a:cxn ang="0">
                    <a:pos x="5" y="1"/>
                  </a:cxn>
                </a:cxnLst>
                <a:rect l="0" t="0" r="0" b="0"/>
                <a:pathLst>
                  <a:path w="27" h="18">
                    <a:moveTo>
                      <a:pt x="5" y="1"/>
                    </a:moveTo>
                    <a:lnTo>
                      <a:pt x="26" y="9"/>
                    </a:lnTo>
                    <a:lnTo>
                      <a:pt x="22" y="17"/>
                    </a:lnTo>
                    <a:lnTo>
                      <a:pt x="0" y="9"/>
                    </a:lnTo>
                    <a:lnTo>
                      <a:pt x="5"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399" name="Freeform 199"/>
              <p:cNvSpPr/>
              <p:nvPr/>
            </p:nvSpPr>
            <p:spPr>
              <a:xfrm>
                <a:off x="4343" y="1016"/>
                <a:ext cx="24" cy="17"/>
              </a:xfrm>
              <a:custGeom>
                <a:avLst/>
                <a:gdLst/>
                <a:ahLst/>
                <a:cxnLst>
                  <a:cxn ang="0">
                    <a:pos x="0" y="7"/>
                  </a:cxn>
                  <a:cxn ang="0">
                    <a:pos x="3" y="10"/>
                  </a:cxn>
                  <a:cxn ang="0">
                    <a:pos x="3" y="12"/>
                  </a:cxn>
                  <a:cxn ang="0">
                    <a:pos x="5" y="14"/>
                  </a:cxn>
                  <a:cxn ang="0">
                    <a:pos x="9" y="16"/>
                  </a:cxn>
                  <a:cxn ang="0">
                    <a:pos x="12" y="16"/>
                  </a:cxn>
                  <a:cxn ang="0">
                    <a:pos x="15" y="16"/>
                  </a:cxn>
                  <a:cxn ang="0">
                    <a:pos x="19" y="14"/>
                  </a:cxn>
                  <a:cxn ang="0">
                    <a:pos x="19" y="12"/>
                  </a:cxn>
                  <a:cxn ang="0">
                    <a:pos x="23" y="11"/>
                  </a:cxn>
                  <a:cxn ang="0">
                    <a:pos x="23" y="9"/>
                  </a:cxn>
                  <a:cxn ang="0">
                    <a:pos x="20" y="6"/>
                  </a:cxn>
                  <a:cxn ang="0">
                    <a:pos x="17" y="3"/>
                  </a:cxn>
                  <a:cxn ang="0">
                    <a:pos x="14" y="3"/>
                  </a:cxn>
                  <a:cxn ang="0">
                    <a:pos x="14" y="1"/>
                  </a:cxn>
                  <a:cxn ang="0">
                    <a:pos x="12" y="0"/>
                  </a:cxn>
                  <a:cxn ang="0">
                    <a:pos x="8" y="2"/>
                  </a:cxn>
                  <a:cxn ang="0">
                    <a:pos x="4" y="3"/>
                  </a:cxn>
                  <a:cxn ang="0">
                    <a:pos x="0" y="5"/>
                  </a:cxn>
                  <a:cxn ang="0">
                    <a:pos x="0" y="7"/>
                  </a:cxn>
                </a:cxnLst>
                <a:rect l="0" t="0" r="0" b="0"/>
                <a:pathLst>
                  <a:path w="24" h="17">
                    <a:moveTo>
                      <a:pt x="0" y="7"/>
                    </a:moveTo>
                    <a:lnTo>
                      <a:pt x="3" y="10"/>
                    </a:lnTo>
                    <a:lnTo>
                      <a:pt x="3" y="12"/>
                    </a:lnTo>
                    <a:lnTo>
                      <a:pt x="5" y="14"/>
                    </a:lnTo>
                    <a:lnTo>
                      <a:pt x="9" y="16"/>
                    </a:lnTo>
                    <a:lnTo>
                      <a:pt x="12" y="16"/>
                    </a:lnTo>
                    <a:lnTo>
                      <a:pt x="15" y="16"/>
                    </a:lnTo>
                    <a:lnTo>
                      <a:pt x="19" y="14"/>
                    </a:lnTo>
                    <a:lnTo>
                      <a:pt x="19" y="12"/>
                    </a:lnTo>
                    <a:lnTo>
                      <a:pt x="23" y="11"/>
                    </a:lnTo>
                    <a:lnTo>
                      <a:pt x="23" y="9"/>
                    </a:lnTo>
                    <a:lnTo>
                      <a:pt x="20" y="6"/>
                    </a:lnTo>
                    <a:lnTo>
                      <a:pt x="17" y="3"/>
                    </a:lnTo>
                    <a:lnTo>
                      <a:pt x="14" y="3"/>
                    </a:lnTo>
                    <a:lnTo>
                      <a:pt x="14" y="1"/>
                    </a:lnTo>
                    <a:lnTo>
                      <a:pt x="12" y="0"/>
                    </a:lnTo>
                    <a:lnTo>
                      <a:pt x="8" y="2"/>
                    </a:lnTo>
                    <a:lnTo>
                      <a:pt x="4" y="3"/>
                    </a:lnTo>
                    <a:lnTo>
                      <a:pt x="0"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00" name="Line 200"/>
              <p:cNvSpPr/>
              <p:nvPr/>
            </p:nvSpPr>
            <p:spPr>
              <a:xfrm>
                <a:off x="4346" y="1026"/>
                <a:ext cx="3" cy="1"/>
              </a:xfrm>
              <a:prstGeom prst="line">
                <a:avLst/>
              </a:prstGeom>
              <a:ln w="12700" cap="flat" cmpd="sng">
                <a:solidFill>
                  <a:schemeClr val="tx1"/>
                </a:solidFill>
                <a:prstDash val="solid"/>
                <a:headEnd type="none" w="med" len="med"/>
                <a:tailEnd type="none" w="med" len="med"/>
              </a:ln>
            </p:spPr>
          </p:sp>
          <p:sp>
            <p:nvSpPr>
              <p:cNvPr id="51401" name="Line 201"/>
              <p:cNvSpPr/>
              <p:nvPr/>
            </p:nvSpPr>
            <p:spPr>
              <a:xfrm>
                <a:off x="4348" y="1024"/>
                <a:ext cx="1" cy="1"/>
              </a:xfrm>
              <a:prstGeom prst="line">
                <a:avLst/>
              </a:prstGeom>
              <a:ln w="12700" cap="flat" cmpd="sng">
                <a:solidFill>
                  <a:schemeClr val="tx1"/>
                </a:solidFill>
                <a:prstDash val="solid"/>
                <a:headEnd type="none" w="med" len="med"/>
                <a:tailEnd type="none" w="med" len="med"/>
              </a:ln>
            </p:spPr>
          </p:sp>
          <p:sp>
            <p:nvSpPr>
              <p:cNvPr id="51402" name="Freeform 202"/>
              <p:cNvSpPr/>
              <p:nvPr/>
            </p:nvSpPr>
            <p:spPr>
              <a:xfrm>
                <a:off x="4339" y="1022"/>
                <a:ext cx="26" cy="17"/>
              </a:xfrm>
              <a:custGeom>
                <a:avLst/>
                <a:gdLst/>
                <a:ahLst/>
                <a:cxnLst>
                  <a:cxn ang="0">
                    <a:pos x="18" y="16"/>
                  </a:cxn>
                  <a:cxn ang="0">
                    <a:pos x="23" y="15"/>
                  </a:cxn>
                  <a:cxn ang="0">
                    <a:pos x="25" y="5"/>
                  </a:cxn>
                  <a:cxn ang="0">
                    <a:pos x="20" y="2"/>
                  </a:cxn>
                  <a:cxn ang="0">
                    <a:pos x="16" y="1"/>
                  </a:cxn>
                  <a:cxn ang="0">
                    <a:pos x="11" y="0"/>
                  </a:cxn>
                  <a:cxn ang="0">
                    <a:pos x="7" y="1"/>
                  </a:cxn>
                  <a:cxn ang="0">
                    <a:pos x="6" y="5"/>
                  </a:cxn>
                  <a:cxn ang="0">
                    <a:pos x="1" y="3"/>
                  </a:cxn>
                  <a:cxn ang="0">
                    <a:pos x="0" y="9"/>
                  </a:cxn>
                  <a:cxn ang="0">
                    <a:pos x="5" y="9"/>
                  </a:cxn>
                  <a:cxn ang="0">
                    <a:pos x="6" y="12"/>
                  </a:cxn>
                  <a:cxn ang="0">
                    <a:pos x="9" y="15"/>
                  </a:cxn>
                  <a:cxn ang="0">
                    <a:pos x="13" y="16"/>
                  </a:cxn>
                  <a:cxn ang="0">
                    <a:pos x="18" y="16"/>
                  </a:cxn>
                </a:cxnLst>
                <a:rect l="0" t="0" r="0" b="0"/>
                <a:pathLst>
                  <a:path w="26" h="17">
                    <a:moveTo>
                      <a:pt x="18" y="16"/>
                    </a:moveTo>
                    <a:lnTo>
                      <a:pt x="23" y="15"/>
                    </a:lnTo>
                    <a:lnTo>
                      <a:pt x="25" y="5"/>
                    </a:lnTo>
                    <a:lnTo>
                      <a:pt x="20" y="2"/>
                    </a:lnTo>
                    <a:lnTo>
                      <a:pt x="16" y="1"/>
                    </a:lnTo>
                    <a:lnTo>
                      <a:pt x="11" y="0"/>
                    </a:lnTo>
                    <a:lnTo>
                      <a:pt x="7" y="1"/>
                    </a:lnTo>
                    <a:lnTo>
                      <a:pt x="6" y="5"/>
                    </a:lnTo>
                    <a:lnTo>
                      <a:pt x="1" y="3"/>
                    </a:lnTo>
                    <a:lnTo>
                      <a:pt x="0" y="9"/>
                    </a:lnTo>
                    <a:lnTo>
                      <a:pt x="5" y="9"/>
                    </a:lnTo>
                    <a:lnTo>
                      <a:pt x="6" y="12"/>
                    </a:lnTo>
                    <a:lnTo>
                      <a:pt x="9" y="15"/>
                    </a:lnTo>
                    <a:lnTo>
                      <a:pt x="13"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03" name="Freeform 203"/>
              <p:cNvSpPr/>
              <p:nvPr/>
            </p:nvSpPr>
            <p:spPr>
              <a:xfrm>
                <a:off x="4336" y="1023"/>
                <a:ext cx="26" cy="20"/>
              </a:xfrm>
              <a:custGeom>
                <a:avLst/>
                <a:gdLst/>
                <a:ahLst/>
                <a:cxnLst>
                  <a:cxn ang="0">
                    <a:pos x="5" y="1"/>
                  </a:cxn>
                  <a:cxn ang="0">
                    <a:pos x="25" y="10"/>
                  </a:cxn>
                  <a:cxn ang="0">
                    <a:pos x="21" y="19"/>
                  </a:cxn>
                  <a:cxn ang="0">
                    <a:pos x="0" y="9"/>
                  </a:cxn>
                  <a:cxn ang="0">
                    <a:pos x="6" y="0"/>
                  </a:cxn>
                  <a:cxn ang="0">
                    <a:pos x="5" y="1"/>
                  </a:cxn>
                </a:cxnLst>
                <a:rect l="0" t="0" r="0" b="0"/>
                <a:pathLst>
                  <a:path w="26" h="20">
                    <a:moveTo>
                      <a:pt x="5" y="1"/>
                    </a:moveTo>
                    <a:lnTo>
                      <a:pt x="25" y="10"/>
                    </a:lnTo>
                    <a:lnTo>
                      <a:pt x="21" y="19"/>
                    </a:lnTo>
                    <a:lnTo>
                      <a:pt x="0" y="9"/>
                    </a:lnTo>
                    <a:lnTo>
                      <a:pt x="6"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04" name="Freeform 204"/>
              <p:cNvSpPr/>
              <p:nvPr/>
            </p:nvSpPr>
            <p:spPr>
              <a:xfrm>
                <a:off x="4350" y="1028"/>
                <a:ext cx="22" cy="17"/>
              </a:xfrm>
              <a:custGeom>
                <a:avLst/>
                <a:gdLst/>
                <a:ahLst/>
                <a:cxnLst>
                  <a:cxn ang="0">
                    <a:pos x="1" y="6"/>
                  </a:cxn>
                  <a:cxn ang="0">
                    <a:pos x="0" y="8"/>
                  </a:cxn>
                  <a:cxn ang="0">
                    <a:pos x="3" y="10"/>
                  </a:cxn>
                  <a:cxn ang="0">
                    <a:pos x="2" y="13"/>
                  </a:cxn>
                  <a:cxn ang="0">
                    <a:pos x="5" y="15"/>
                  </a:cxn>
                  <a:cxn ang="0">
                    <a:pos x="8" y="16"/>
                  </a:cxn>
                  <a:cxn ang="0">
                    <a:pos x="11" y="16"/>
                  </a:cxn>
                  <a:cxn ang="0">
                    <a:pos x="14" y="16"/>
                  </a:cxn>
                  <a:cxn ang="0">
                    <a:pos x="17" y="15"/>
                  </a:cxn>
                  <a:cxn ang="0">
                    <a:pos x="17" y="12"/>
                  </a:cxn>
                  <a:cxn ang="0">
                    <a:pos x="21" y="10"/>
                  </a:cxn>
                  <a:cxn ang="0">
                    <a:pos x="21" y="8"/>
                  </a:cxn>
                  <a:cxn ang="0">
                    <a:pos x="19" y="6"/>
                  </a:cxn>
                  <a:cxn ang="0">
                    <a:pos x="16" y="3"/>
                  </a:cxn>
                  <a:cxn ang="0">
                    <a:pos x="14" y="0"/>
                  </a:cxn>
                  <a:cxn ang="0">
                    <a:pos x="11" y="1"/>
                  </a:cxn>
                  <a:cxn ang="0">
                    <a:pos x="10" y="3"/>
                  </a:cxn>
                  <a:cxn ang="0">
                    <a:pos x="7" y="2"/>
                  </a:cxn>
                  <a:cxn ang="0">
                    <a:pos x="4" y="4"/>
                  </a:cxn>
                  <a:cxn ang="0">
                    <a:pos x="1" y="6"/>
                  </a:cxn>
                </a:cxnLst>
                <a:rect l="0" t="0" r="0" b="0"/>
                <a:pathLst>
                  <a:path w="22" h="17">
                    <a:moveTo>
                      <a:pt x="1" y="6"/>
                    </a:moveTo>
                    <a:lnTo>
                      <a:pt x="0" y="8"/>
                    </a:lnTo>
                    <a:lnTo>
                      <a:pt x="3" y="10"/>
                    </a:lnTo>
                    <a:lnTo>
                      <a:pt x="2" y="13"/>
                    </a:lnTo>
                    <a:lnTo>
                      <a:pt x="5" y="15"/>
                    </a:lnTo>
                    <a:lnTo>
                      <a:pt x="8" y="16"/>
                    </a:lnTo>
                    <a:lnTo>
                      <a:pt x="11" y="16"/>
                    </a:lnTo>
                    <a:lnTo>
                      <a:pt x="14" y="16"/>
                    </a:lnTo>
                    <a:lnTo>
                      <a:pt x="17" y="15"/>
                    </a:lnTo>
                    <a:lnTo>
                      <a:pt x="17" y="12"/>
                    </a:lnTo>
                    <a:lnTo>
                      <a:pt x="21" y="10"/>
                    </a:lnTo>
                    <a:lnTo>
                      <a:pt x="21" y="8"/>
                    </a:lnTo>
                    <a:lnTo>
                      <a:pt x="19" y="6"/>
                    </a:lnTo>
                    <a:lnTo>
                      <a:pt x="16" y="3"/>
                    </a:lnTo>
                    <a:lnTo>
                      <a:pt x="14" y="0"/>
                    </a:lnTo>
                    <a:lnTo>
                      <a:pt x="11" y="1"/>
                    </a:lnTo>
                    <a:lnTo>
                      <a:pt x="10" y="3"/>
                    </a:lnTo>
                    <a:lnTo>
                      <a:pt x="7" y="2"/>
                    </a:lnTo>
                    <a:lnTo>
                      <a:pt x="4" y="4"/>
                    </a:lnTo>
                    <a:lnTo>
                      <a:pt x="1"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05" name="Line 205"/>
              <p:cNvSpPr/>
              <p:nvPr/>
            </p:nvSpPr>
            <p:spPr>
              <a:xfrm>
                <a:off x="4335" y="1034"/>
                <a:ext cx="4" cy="1"/>
              </a:xfrm>
              <a:prstGeom prst="line">
                <a:avLst/>
              </a:prstGeom>
              <a:ln w="12700" cap="flat" cmpd="sng">
                <a:solidFill>
                  <a:schemeClr val="tx1"/>
                </a:solidFill>
                <a:prstDash val="solid"/>
                <a:headEnd type="none" w="med" len="med"/>
                <a:tailEnd type="none" w="med" len="med"/>
              </a:ln>
            </p:spPr>
          </p:sp>
          <p:sp>
            <p:nvSpPr>
              <p:cNvPr id="51406" name="Line 206"/>
              <p:cNvSpPr/>
              <p:nvPr/>
            </p:nvSpPr>
            <p:spPr>
              <a:xfrm>
                <a:off x="4338" y="1033"/>
                <a:ext cx="1" cy="2"/>
              </a:xfrm>
              <a:prstGeom prst="line">
                <a:avLst/>
              </a:prstGeom>
              <a:ln w="12700" cap="flat" cmpd="sng">
                <a:solidFill>
                  <a:schemeClr val="tx1"/>
                </a:solidFill>
                <a:prstDash val="solid"/>
                <a:headEnd type="none" w="med" len="med"/>
                <a:tailEnd type="none" w="med" len="med"/>
              </a:ln>
            </p:spPr>
          </p:sp>
          <p:sp>
            <p:nvSpPr>
              <p:cNvPr id="51407" name="Freeform 207"/>
              <p:cNvSpPr/>
              <p:nvPr/>
            </p:nvSpPr>
            <p:spPr>
              <a:xfrm>
                <a:off x="4330" y="1033"/>
                <a:ext cx="25" cy="17"/>
              </a:xfrm>
              <a:custGeom>
                <a:avLst/>
                <a:gdLst/>
                <a:ahLst/>
                <a:cxnLst>
                  <a:cxn ang="0">
                    <a:pos x="13" y="16"/>
                  </a:cxn>
                  <a:cxn ang="0">
                    <a:pos x="17" y="16"/>
                  </a:cxn>
                  <a:cxn ang="0">
                    <a:pos x="17" y="15"/>
                  </a:cxn>
                  <a:cxn ang="0">
                    <a:pos x="23" y="14"/>
                  </a:cxn>
                  <a:cxn ang="0">
                    <a:pos x="24" y="5"/>
                  </a:cxn>
                  <a:cxn ang="0">
                    <a:pos x="19" y="2"/>
                  </a:cxn>
                  <a:cxn ang="0">
                    <a:pos x="15" y="1"/>
                  </a:cxn>
                  <a:cxn ang="0">
                    <a:pos x="10" y="0"/>
                  </a:cxn>
                  <a:cxn ang="0">
                    <a:pos x="5" y="2"/>
                  </a:cxn>
                  <a:cxn ang="0">
                    <a:pos x="5" y="4"/>
                  </a:cxn>
                  <a:cxn ang="0">
                    <a:pos x="1" y="3"/>
                  </a:cxn>
                  <a:cxn ang="0">
                    <a:pos x="0" y="5"/>
                  </a:cxn>
                  <a:cxn ang="0">
                    <a:pos x="4" y="9"/>
                  </a:cxn>
                  <a:cxn ang="0">
                    <a:pos x="4" y="11"/>
                  </a:cxn>
                  <a:cxn ang="0">
                    <a:pos x="8" y="13"/>
                  </a:cxn>
                  <a:cxn ang="0">
                    <a:pos x="13" y="16"/>
                  </a:cxn>
                </a:cxnLst>
                <a:rect l="0" t="0" r="0" b="0"/>
                <a:pathLst>
                  <a:path w="25" h="17">
                    <a:moveTo>
                      <a:pt x="13" y="16"/>
                    </a:moveTo>
                    <a:lnTo>
                      <a:pt x="17" y="16"/>
                    </a:lnTo>
                    <a:lnTo>
                      <a:pt x="17" y="15"/>
                    </a:lnTo>
                    <a:lnTo>
                      <a:pt x="23" y="14"/>
                    </a:lnTo>
                    <a:lnTo>
                      <a:pt x="24" y="5"/>
                    </a:lnTo>
                    <a:lnTo>
                      <a:pt x="19" y="2"/>
                    </a:lnTo>
                    <a:lnTo>
                      <a:pt x="15" y="1"/>
                    </a:lnTo>
                    <a:lnTo>
                      <a:pt x="10" y="0"/>
                    </a:lnTo>
                    <a:lnTo>
                      <a:pt x="5" y="2"/>
                    </a:lnTo>
                    <a:lnTo>
                      <a:pt x="5" y="4"/>
                    </a:lnTo>
                    <a:lnTo>
                      <a:pt x="1" y="3"/>
                    </a:lnTo>
                    <a:lnTo>
                      <a:pt x="0" y="5"/>
                    </a:lnTo>
                    <a:lnTo>
                      <a:pt x="4" y="9"/>
                    </a:lnTo>
                    <a:lnTo>
                      <a:pt x="4" y="11"/>
                    </a:lnTo>
                    <a:lnTo>
                      <a:pt x="8" y="13"/>
                    </a:lnTo>
                    <a:lnTo>
                      <a:pt x="13"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08" name="Freeform 208"/>
              <p:cNvSpPr/>
              <p:nvPr/>
            </p:nvSpPr>
            <p:spPr>
              <a:xfrm>
                <a:off x="4326" y="1032"/>
                <a:ext cx="27" cy="20"/>
              </a:xfrm>
              <a:custGeom>
                <a:avLst/>
                <a:gdLst/>
                <a:ahLst/>
                <a:cxnLst>
                  <a:cxn ang="0">
                    <a:pos x="4" y="0"/>
                  </a:cxn>
                  <a:cxn ang="0">
                    <a:pos x="26" y="10"/>
                  </a:cxn>
                  <a:cxn ang="0">
                    <a:pos x="21" y="19"/>
                  </a:cxn>
                  <a:cxn ang="0">
                    <a:pos x="0" y="9"/>
                  </a:cxn>
                  <a:cxn ang="0">
                    <a:pos x="4" y="0"/>
                  </a:cxn>
                </a:cxnLst>
                <a:rect l="0" t="0" r="0" b="0"/>
                <a:pathLst>
                  <a:path w="27" h="20">
                    <a:moveTo>
                      <a:pt x="4" y="0"/>
                    </a:moveTo>
                    <a:lnTo>
                      <a:pt x="26" y="10"/>
                    </a:lnTo>
                    <a:lnTo>
                      <a:pt x="21" y="19"/>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09" name="Freeform 209"/>
              <p:cNvSpPr/>
              <p:nvPr/>
            </p:nvSpPr>
            <p:spPr>
              <a:xfrm>
                <a:off x="4339" y="1036"/>
                <a:ext cx="25" cy="17"/>
              </a:xfrm>
              <a:custGeom>
                <a:avLst/>
                <a:gdLst/>
                <a:ahLst/>
                <a:cxnLst>
                  <a:cxn ang="0">
                    <a:pos x="0" y="7"/>
                  </a:cxn>
                  <a:cxn ang="0">
                    <a:pos x="3" y="10"/>
                  </a:cxn>
                  <a:cxn ang="0">
                    <a:pos x="5" y="13"/>
                  </a:cxn>
                  <a:cxn ang="0">
                    <a:pos x="9" y="16"/>
                  </a:cxn>
                  <a:cxn ang="0">
                    <a:pos x="12" y="16"/>
                  </a:cxn>
                  <a:cxn ang="0">
                    <a:pos x="16" y="15"/>
                  </a:cxn>
                  <a:cxn ang="0">
                    <a:pos x="19" y="12"/>
                  </a:cxn>
                  <a:cxn ang="0">
                    <a:pos x="23" y="11"/>
                  </a:cxn>
                  <a:cxn ang="0">
                    <a:pos x="24" y="9"/>
                  </a:cxn>
                  <a:cxn ang="0">
                    <a:pos x="20" y="8"/>
                  </a:cxn>
                  <a:cxn ang="0">
                    <a:pos x="21" y="5"/>
                  </a:cxn>
                  <a:cxn ang="0">
                    <a:pos x="18" y="3"/>
                  </a:cxn>
                  <a:cxn ang="0">
                    <a:pos x="15" y="2"/>
                  </a:cxn>
                  <a:cxn ang="0">
                    <a:pos x="11" y="2"/>
                  </a:cxn>
                  <a:cxn ang="0">
                    <a:pos x="8" y="0"/>
                  </a:cxn>
                  <a:cxn ang="0">
                    <a:pos x="4" y="3"/>
                  </a:cxn>
                  <a:cxn ang="0">
                    <a:pos x="4" y="5"/>
                  </a:cxn>
                  <a:cxn ang="0">
                    <a:pos x="0" y="5"/>
                  </a:cxn>
                  <a:cxn ang="0">
                    <a:pos x="0" y="7"/>
                  </a:cxn>
                </a:cxnLst>
                <a:rect l="0" t="0" r="0" b="0"/>
                <a:pathLst>
                  <a:path w="25" h="17">
                    <a:moveTo>
                      <a:pt x="0" y="7"/>
                    </a:moveTo>
                    <a:lnTo>
                      <a:pt x="3" y="10"/>
                    </a:lnTo>
                    <a:lnTo>
                      <a:pt x="5" y="13"/>
                    </a:lnTo>
                    <a:lnTo>
                      <a:pt x="9" y="16"/>
                    </a:lnTo>
                    <a:lnTo>
                      <a:pt x="12" y="16"/>
                    </a:lnTo>
                    <a:lnTo>
                      <a:pt x="16" y="15"/>
                    </a:lnTo>
                    <a:lnTo>
                      <a:pt x="19" y="12"/>
                    </a:lnTo>
                    <a:lnTo>
                      <a:pt x="23" y="11"/>
                    </a:lnTo>
                    <a:lnTo>
                      <a:pt x="24" y="9"/>
                    </a:lnTo>
                    <a:lnTo>
                      <a:pt x="20" y="8"/>
                    </a:lnTo>
                    <a:lnTo>
                      <a:pt x="21" y="5"/>
                    </a:lnTo>
                    <a:lnTo>
                      <a:pt x="18" y="3"/>
                    </a:lnTo>
                    <a:lnTo>
                      <a:pt x="15" y="2"/>
                    </a:lnTo>
                    <a:lnTo>
                      <a:pt x="11" y="2"/>
                    </a:lnTo>
                    <a:lnTo>
                      <a:pt x="8" y="0"/>
                    </a:lnTo>
                    <a:lnTo>
                      <a:pt x="4" y="3"/>
                    </a:lnTo>
                    <a:lnTo>
                      <a:pt x="4" y="5"/>
                    </a:lnTo>
                    <a:lnTo>
                      <a:pt x="0"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10" name="Line 210"/>
              <p:cNvSpPr/>
              <p:nvPr/>
            </p:nvSpPr>
            <p:spPr>
              <a:xfrm>
                <a:off x="4314" y="1036"/>
                <a:ext cx="3" cy="2"/>
              </a:xfrm>
              <a:prstGeom prst="line">
                <a:avLst/>
              </a:prstGeom>
              <a:ln w="12700" cap="flat" cmpd="sng">
                <a:solidFill>
                  <a:schemeClr val="tx1"/>
                </a:solidFill>
                <a:prstDash val="solid"/>
                <a:headEnd type="none" w="med" len="med"/>
                <a:tailEnd type="none" w="med" len="med"/>
              </a:ln>
            </p:spPr>
          </p:sp>
          <p:sp>
            <p:nvSpPr>
              <p:cNvPr id="51411" name="Line 211"/>
              <p:cNvSpPr/>
              <p:nvPr/>
            </p:nvSpPr>
            <p:spPr>
              <a:xfrm>
                <a:off x="4317" y="1035"/>
                <a:ext cx="1" cy="1"/>
              </a:xfrm>
              <a:prstGeom prst="line">
                <a:avLst/>
              </a:prstGeom>
              <a:ln w="12700" cap="flat" cmpd="sng">
                <a:solidFill>
                  <a:schemeClr val="tx1"/>
                </a:solidFill>
                <a:prstDash val="solid"/>
                <a:headEnd type="none" w="med" len="med"/>
                <a:tailEnd type="none" w="med" len="med"/>
              </a:ln>
            </p:spPr>
          </p:sp>
          <p:sp>
            <p:nvSpPr>
              <p:cNvPr id="51412" name="Freeform 212"/>
              <p:cNvSpPr/>
              <p:nvPr/>
            </p:nvSpPr>
            <p:spPr>
              <a:xfrm>
                <a:off x="4305" y="1038"/>
                <a:ext cx="25" cy="17"/>
              </a:xfrm>
              <a:custGeom>
                <a:avLst/>
                <a:gdLst/>
                <a:ahLst/>
                <a:cxnLst>
                  <a:cxn ang="0">
                    <a:pos x="16" y="16"/>
                  </a:cxn>
                  <a:cxn ang="0">
                    <a:pos x="17" y="13"/>
                  </a:cxn>
                  <a:cxn ang="0">
                    <a:pos x="23" y="14"/>
                  </a:cxn>
                  <a:cxn ang="0">
                    <a:pos x="24" y="3"/>
                  </a:cxn>
                  <a:cxn ang="0">
                    <a:pos x="18" y="2"/>
                  </a:cxn>
                  <a:cxn ang="0">
                    <a:pos x="19" y="0"/>
                  </a:cxn>
                  <a:cxn ang="0">
                    <a:pos x="13" y="0"/>
                  </a:cxn>
                  <a:cxn ang="0">
                    <a:pos x="13" y="2"/>
                  </a:cxn>
                  <a:cxn ang="0">
                    <a:pos x="8" y="1"/>
                  </a:cxn>
                  <a:cxn ang="0">
                    <a:pos x="1" y="1"/>
                  </a:cxn>
                  <a:cxn ang="0">
                    <a:pos x="1" y="4"/>
                  </a:cxn>
                  <a:cxn ang="0">
                    <a:pos x="1" y="6"/>
                  </a:cxn>
                  <a:cxn ang="0">
                    <a:pos x="0" y="9"/>
                  </a:cxn>
                  <a:cxn ang="0">
                    <a:pos x="6" y="12"/>
                  </a:cxn>
                  <a:cxn ang="0">
                    <a:pos x="12" y="12"/>
                  </a:cxn>
                  <a:cxn ang="0">
                    <a:pos x="11" y="14"/>
                  </a:cxn>
                  <a:cxn ang="0">
                    <a:pos x="16" y="16"/>
                  </a:cxn>
                </a:cxnLst>
                <a:rect l="0" t="0" r="0" b="0"/>
                <a:pathLst>
                  <a:path w="25" h="17">
                    <a:moveTo>
                      <a:pt x="16" y="16"/>
                    </a:moveTo>
                    <a:lnTo>
                      <a:pt x="17" y="13"/>
                    </a:lnTo>
                    <a:lnTo>
                      <a:pt x="23" y="14"/>
                    </a:lnTo>
                    <a:lnTo>
                      <a:pt x="24" y="3"/>
                    </a:lnTo>
                    <a:lnTo>
                      <a:pt x="18" y="2"/>
                    </a:lnTo>
                    <a:lnTo>
                      <a:pt x="19" y="0"/>
                    </a:lnTo>
                    <a:lnTo>
                      <a:pt x="13" y="0"/>
                    </a:lnTo>
                    <a:lnTo>
                      <a:pt x="13" y="2"/>
                    </a:lnTo>
                    <a:lnTo>
                      <a:pt x="8" y="1"/>
                    </a:lnTo>
                    <a:lnTo>
                      <a:pt x="1" y="1"/>
                    </a:lnTo>
                    <a:lnTo>
                      <a:pt x="1" y="4"/>
                    </a:lnTo>
                    <a:lnTo>
                      <a:pt x="1" y="6"/>
                    </a:lnTo>
                    <a:lnTo>
                      <a:pt x="0" y="9"/>
                    </a:lnTo>
                    <a:lnTo>
                      <a:pt x="6" y="12"/>
                    </a:lnTo>
                    <a:lnTo>
                      <a:pt x="12" y="12"/>
                    </a:lnTo>
                    <a:lnTo>
                      <a:pt x="11" y="14"/>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13" name="Freeform 213"/>
              <p:cNvSpPr/>
              <p:nvPr/>
            </p:nvSpPr>
            <p:spPr>
              <a:xfrm>
                <a:off x="4302" y="1036"/>
                <a:ext cx="26" cy="19"/>
              </a:xfrm>
              <a:custGeom>
                <a:avLst/>
                <a:gdLst/>
                <a:ahLst/>
                <a:cxnLst>
                  <a:cxn ang="0">
                    <a:pos x="4" y="0"/>
                  </a:cxn>
                  <a:cxn ang="0">
                    <a:pos x="25" y="9"/>
                  </a:cxn>
                  <a:cxn ang="0">
                    <a:pos x="22" y="18"/>
                  </a:cxn>
                  <a:cxn ang="0">
                    <a:pos x="0" y="9"/>
                  </a:cxn>
                  <a:cxn ang="0">
                    <a:pos x="4" y="0"/>
                  </a:cxn>
                </a:cxnLst>
                <a:rect l="0" t="0" r="0" b="0"/>
                <a:pathLst>
                  <a:path w="26" h="19">
                    <a:moveTo>
                      <a:pt x="4" y="0"/>
                    </a:moveTo>
                    <a:lnTo>
                      <a:pt x="25" y="9"/>
                    </a:lnTo>
                    <a:lnTo>
                      <a:pt x="22" y="18"/>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14" name="Freeform 214"/>
              <p:cNvSpPr/>
              <p:nvPr/>
            </p:nvSpPr>
            <p:spPr>
              <a:xfrm>
                <a:off x="4317" y="1036"/>
                <a:ext cx="24" cy="17"/>
              </a:xfrm>
              <a:custGeom>
                <a:avLst/>
                <a:gdLst/>
                <a:ahLst/>
                <a:cxnLst>
                  <a:cxn ang="0">
                    <a:pos x="1" y="6"/>
                  </a:cxn>
                  <a:cxn ang="0">
                    <a:pos x="0" y="8"/>
                  </a:cxn>
                  <a:cxn ang="0">
                    <a:pos x="0" y="10"/>
                  </a:cxn>
                  <a:cxn ang="0">
                    <a:pos x="3" y="13"/>
                  </a:cxn>
                  <a:cxn ang="0">
                    <a:pos x="6" y="13"/>
                  </a:cxn>
                  <a:cxn ang="0">
                    <a:pos x="7" y="16"/>
                  </a:cxn>
                  <a:cxn ang="0">
                    <a:pos x="10" y="16"/>
                  </a:cxn>
                  <a:cxn ang="0">
                    <a:pos x="18" y="13"/>
                  </a:cxn>
                  <a:cxn ang="0">
                    <a:pos x="22" y="11"/>
                  </a:cxn>
                  <a:cxn ang="0">
                    <a:pos x="23" y="6"/>
                  </a:cxn>
                  <a:cxn ang="0">
                    <a:pos x="13" y="1"/>
                  </a:cxn>
                  <a:cxn ang="0">
                    <a:pos x="9" y="0"/>
                  </a:cxn>
                  <a:cxn ang="0">
                    <a:pos x="6" y="1"/>
                  </a:cxn>
                  <a:cxn ang="0">
                    <a:pos x="2" y="3"/>
                  </a:cxn>
                  <a:cxn ang="0">
                    <a:pos x="1" y="5"/>
                  </a:cxn>
                  <a:cxn ang="0">
                    <a:pos x="1" y="6"/>
                  </a:cxn>
                </a:cxnLst>
                <a:rect l="0" t="0" r="0" b="0"/>
                <a:pathLst>
                  <a:path w="24" h="17">
                    <a:moveTo>
                      <a:pt x="1" y="6"/>
                    </a:moveTo>
                    <a:lnTo>
                      <a:pt x="0" y="8"/>
                    </a:lnTo>
                    <a:lnTo>
                      <a:pt x="0" y="10"/>
                    </a:lnTo>
                    <a:lnTo>
                      <a:pt x="3" y="13"/>
                    </a:lnTo>
                    <a:lnTo>
                      <a:pt x="6" y="13"/>
                    </a:lnTo>
                    <a:lnTo>
                      <a:pt x="7" y="16"/>
                    </a:lnTo>
                    <a:lnTo>
                      <a:pt x="10" y="16"/>
                    </a:lnTo>
                    <a:lnTo>
                      <a:pt x="18" y="13"/>
                    </a:lnTo>
                    <a:lnTo>
                      <a:pt x="22" y="11"/>
                    </a:lnTo>
                    <a:lnTo>
                      <a:pt x="23" y="6"/>
                    </a:lnTo>
                    <a:lnTo>
                      <a:pt x="13" y="1"/>
                    </a:lnTo>
                    <a:lnTo>
                      <a:pt x="9" y="0"/>
                    </a:lnTo>
                    <a:lnTo>
                      <a:pt x="6" y="1"/>
                    </a:lnTo>
                    <a:lnTo>
                      <a:pt x="2" y="3"/>
                    </a:lnTo>
                    <a:lnTo>
                      <a:pt x="1" y="5"/>
                    </a:lnTo>
                    <a:lnTo>
                      <a:pt x="1"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15" name="Line 215"/>
              <p:cNvSpPr/>
              <p:nvPr/>
            </p:nvSpPr>
            <p:spPr>
              <a:xfrm>
                <a:off x="4315" y="1029"/>
                <a:ext cx="6" cy="1"/>
              </a:xfrm>
              <a:prstGeom prst="line">
                <a:avLst/>
              </a:prstGeom>
              <a:ln w="12700" cap="flat" cmpd="sng">
                <a:solidFill>
                  <a:schemeClr val="tx1"/>
                </a:solidFill>
                <a:prstDash val="solid"/>
                <a:headEnd type="none" w="med" len="med"/>
                <a:tailEnd type="none" w="med" len="med"/>
              </a:ln>
            </p:spPr>
          </p:sp>
          <p:sp>
            <p:nvSpPr>
              <p:cNvPr id="51416" name="Line 216"/>
              <p:cNvSpPr/>
              <p:nvPr/>
            </p:nvSpPr>
            <p:spPr>
              <a:xfrm>
                <a:off x="4317" y="1027"/>
                <a:ext cx="2" cy="5"/>
              </a:xfrm>
              <a:prstGeom prst="line">
                <a:avLst/>
              </a:prstGeom>
              <a:ln w="12700" cap="flat" cmpd="sng">
                <a:solidFill>
                  <a:schemeClr val="tx1"/>
                </a:solidFill>
                <a:prstDash val="solid"/>
                <a:headEnd type="none" w="med" len="med"/>
                <a:tailEnd type="none" w="med" len="med"/>
              </a:ln>
            </p:spPr>
          </p:sp>
          <p:sp>
            <p:nvSpPr>
              <p:cNvPr id="51417" name="Freeform 217"/>
              <p:cNvSpPr/>
              <p:nvPr/>
            </p:nvSpPr>
            <p:spPr>
              <a:xfrm>
                <a:off x="4306" y="1025"/>
                <a:ext cx="24" cy="17"/>
              </a:xfrm>
              <a:custGeom>
                <a:avLst/>
                <a:gdLst/>
                <a:ahLst/>
                <a:cxnLst>
                  <a:cxn ang="0">
                    <a:pos x="16" y="16"/>
                  </a:cxn>
                  <a:cxn ang="0">
                    <a:pos x="21" y="14"/>
                  </a:cxn>
                  <a:cxn ang="0">
                    <a:pos x="23" y="4"/>
                  </a:cxn>
                  <a:cxn ang="0">
                    <a:pos x="18" y="3"/>
                  </a:cxn>
                  <a:cxn ang="0">
                    <a:pos x="18" y="1"/>
                  </a:cxn>
                  <a:cxn ang="0">
                    <a:pos x="12" y="0"/>
                  </a:cxn>
                  <a:cxn ang="0">
                    <a:pos x="12" y="2"/>
                  </a:cxn>
                  <a:cxn ang="0">
                    <a:pos x="7" y="1"/>
                  </a:cxn>
                  <a:cxn ang="0">
                    <a:pos x="1" y="3"/>
                  </a:cxn>
                  <a:cxn ang="0">
                    <a:pos x="0" y="5"/>
                  </a:cxn>
                  <a:cxn ang="0">
                    <a:pos x="0" y="6"/>
                  </a:cxn>
                  <a:cxn ang="0">
                    <a:pos x="0" y="8"/>
                  </a:cxn>
                  <a:cxn ang="0">
                    <a:pos x="5" y="13"/>
                  </a:cxn>
                  <a:cxn ang="0">
                    <a:pos x="10" y="14"/>
                  </a:cxn>
                  <a:cxn ang="0">
                    <a:pos x="16" y="16"/>
                  </a:cxn>
                </a:cxnLst>
                <a:rect l="0" t="0" r="0" b="0"/>
                <a:pathLst>
                  <a:path w="24" h="17">
                    <a:moveTo>
                      <a:pt x="16" y="16"/>
                    </a:moveTo>
                    <a:lnTo>
                      <a:pt x="21" y="14"/>
                    </a:lnTo>
                    <a:lnTo>
                      <a:pt x="23" y="4"/>
                    </a:lnTo>
                    <a:lnTo>
                      <a:pt x="18" y="3"/>
                    </a:lnTo>
                    <a:lnTo>
                      <a:pt x="18" y="1"/>
                    </a:lnTo>
                    <a:lnTo>
                      <a:pt x="12" y="0"/>
                    </a:lnTo>
                    <a:lnTo>
                      <a:pt x="12" y="2"/>
                    </a:lnTo>
                    <a:lnTo>
                      <a:pt x="7" y="1"/>
                    </a:lnTo>
                    <a:lnTo>
                      <a:pt x="1" y="3"/>
                    </a:lnTo>
                    <a:lnTo>
                      <a:pt x="0" y="5"/>
                    </a:lnTo>
                    <a:lnTo>
                      <a:pt x="0" y="6"/>
                    </a:lnTo>
                    <a:lnTo>
                      <a:pt x="0" y="8"/>
                    </a:lnTo>
                    <a:lnTo>
                      <a:pt x="5" y="13"/>
                    </a:lnTo>
                    <a:lnTo>
                      <a:pt x="10" y="14"/>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18" name="Freeform 218"/>
              <p:cNvSpPr/>
              <p:nvPr/>
            </p:nvSpPr>
            <p:spPr>
              <a:xfrm>
                <a:off x="4303" y="1024"/>
                <a:ext cx="26" cy="19"/>
              </a:xfrm>
              <a:custGeom>
                <a:avLst/>
                <a:gdLst/>
                <a:ahLst/>
                <a:cxnLst>
                  <a:cxn ang="0">
                    <a:pos x="5" y="0"/>
                  </a:cxn>
                  <a:cxn ang="0">
                    <a:pos x="25" y="9"/>
                  </a:cxn>
                  <a:cxn ang="0">
                    <a:pos x="22" y="18"/>
                  </a:cxn>
                  <a:cxn ang="0">
                    <a:pos x="0" y="9"/>
                  </a:cxn>
                  <a:cxn ang="0">
                    <a:pos x="5" y="0"/>
                  </a:cxn>
                </a:cxnLst>
                <a:rect l="0" t="0" r="0" b="0"/>
                <a:pathLst>
                  <a:path w="26" h="19">
                    <a:moveTo>
                      <a:pt x="5" y="0"/>
                    </a:moveTo>
                    <a:lnTo>
                      <a:pt x="25" y="9"/>
                    </a:lnTo>
                    <a:lnTo>
                      <a:pt x="22" y="18"/>
                    </a:lnTo>
                    <a:lnTo>
                      <a:pt x="0" y="9"/>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19" name="Freeform 219"/>
              <p:cNvSpPr/>
              <p:nvPr/>
            </p:nvSpPr>
            <p:spPr>
              <a:xfrm>
                <a:off x="4320" y="1029"/>
                <a:ext cx="24" cy="17"/>
              </a:xfrm>
              <a:custGeom>
                <a:avLst/>
                <a:gdLst/>
                <a:ahLst/>
                <a:cxnLst>
                  <a:cxn ang="0">
                    <a:pos x="0" y="6"/>
                  </a:cxn>
                  <a:cxn ang="0">
                    <a:pos x="0" y="9"/>
                  </a:cxn>
                  <a:cxn ang="0">
                    <a:pos x="0" y="11"/>
                  </a:cxn>
                  <a:cxn ang="0">
                    <a:pos x="2" y="13"/>
                  </a:cxn>
                  <a:cxn ang="0">
                    <a:pos x="6" y="14"/>
                  </a:cxn>
                  <a:cxn ang="0">
                    <a:pos x="5" y="16"/>
                  </a:cxn>
                  <a:cxn ang="0">
                    <a:pos x="9" y="16"/>
                  </a:cxn>
                  <a:cxn ang="0">
                    <a:pos x="21" y="10"/>
                  </a:cxn>
                  <a:cxn ang="0">
                    <a:pos x="23" y="6"/>
                  </a:cxn>
                  <a:cxn ang="0">
                    <a:pos x="13" y="0"/>
                  </a:cxn>
                  <a:cxn ang="0">
                    <a:pos x="10" y="0"/>
                  </a:cxn>
                  <a:cxn ang="0">
                    <a:pos x="9" y="2"/>
                  </a:cxn>
                  <a:cxn ang="0">
                    <a:pos x="6" y="2"/>
                  </a:cxn>
                  <a:cxn ang="0">
                    <a:pos x="0" y="5"/>
                  </a:cxn>
                  <a:cxn ang="0">
                    <a:pos x="0" y="6"/>
                  </a:cxn>
                </a:cxnLst>
                <a:rect l="0" t="0" r="0" b="0"/>
                <a:pathLst>
                  <a:path w="24" h="17">
                    <a:moveTo>
                      <a:pt x="0" y="6"/>
                    </a:moveTo>
                    <a:lnTo>
                      <a:pt x="0" y="9"/>
                    </a:lnTo>
                    <a:lnTo>
                      <a:pt x="0" y="11"/>
                    </a:lnTo>
                    <a:lnTo>
                      <a:pt x="2" y="13"/>
                    </a:lnTo>
                    <a:lnTo>
                      <a:pt x="6" y="14"/>
                    </a:lnTo>
                    <a:lnTo>
                      <a:pt x="5" y="16"/>
                    </a:lnTo>
                    <a:lnTo>
                      <a:pt x="9" y="16"/>
                    </a:lnTo>
                    <a:lnTo>
                      <a:pt x="21" y="10"/>
                    </a:lnTo>
                    <a:lnTo>
                      <a:pt x="23" y="6"/>
                    </a:lnTo>
                    <a:lnTo>
                      <a:pt x="13" y="0"/>
                    </a:lnTo>
                    <a:lnTo>
                      <a:pt x="10" y="0"/>
                    </a:lnTo>
                    <a:lnTo>
                      <a:pt x="9" y="2"/>
                    </a:lnTo>
                    <a:lnTo>
                      <a:pt x="6" y="2"/>
                    </a:lnTo>
                    <a:lnTo>
                      <a:pt x="0" y="5"/>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20" name="Line 220"/>
              <p:cNvSpPr/>
              <p:nvPr/>
            </p:nvSpPr>
            <p:spPr>
              <a:xfrm>
                <a:off x="4304" y="1023"/>
                <a:ext cx="0" cy="1"/>
              </a:xfrm>
              <a:prstGeom prst="line">
                <a:avLst/>
              </a:prstGeom>
              <a:ln w="12700" cap="flat" cmpd="sng">
                <a:solidFill>
                  <a:schemeClr val="tx1"/>
                </a:solidFill>
                <a:prstDash val="solid"/>
                <a:headEnd type="none" w="med" len="med"/>
                <a:tailEnd type="none" w="med" len="med"/>
              </a:ln>
            </p:spPr>
          </p:sp>
          <p:sp>
            <p:nvSpPr>
              <p:cNvPr id="51421" name="Line 221"/>
              <p:cNvSpPr/>
              <p:nvPr/>
            </p:nvSpPr>
            <p:spPr>
              <a:xfrm>
                <a:off x="4304" y="1018"/>
                <a:ext cx="2" cy="3"/>
              </a:xfrm>
              <a:prstGeom prst="line">
                <a:avLst/>
              </a:prstGeom>
              <a:ln w="12700" cap="flat" cmpd="sng">
                <a:solidFill>
                  <a:schemeClr val="tx1"/>
                </a:solidFill>
                <a:prstDash val="solid"/>
                <a:headEnd type="none" w="med" len="med"/>
                <a:tailEnd type="none" w="med" len="med"/>
              </a:ln>
            </p:spPr>
          </p:sp>
          <p:sp>
            <p:nvSpPr>
              <p:cNvPr id="51422" name="Freeform 222"/>
              <p:cNvSpPr/>
              <p:nvPr/>
            </p:nvSpPr>
            <p:spPr>
              <a:xfrm>
                <a:off x="4297" y="1019"/>
                <a:ext cx="24" cy="17"/>
              </a:xfrm>
              <a:custGeom>
                <a:avLst/>
                <a:gdLst/>
                <a:ahLst/>
                <a:cxnLst>
                  <a:cxn ang="0">
                    <a:pos x="17" y="16"/>
                  </a:cxn>
                  <a:cxn ang="0">
                    <a:pos x="16" y="13"/>
                  </a:cxn>
                  <a:cxn ang="0">
                    <a:pos x="22" y="14"/>
                  </a:cxn>
                  <a:cxn ang="0">
                    <a:pos x="23" y="4"/>
                  </a:cxn>
                  <a:cxn ang="0">
                    <a:pos x="19" y="4"/>
                  </a:cxn>
                  <a:cxn ang="0">
                    <a:pos x="18" y="1"/>
                  </a:cxn>
                  <a:cxn ang="0">
                    <a:pos x="14" y="0"/>
                  </a:cxn>
                  <a:cxn ang="0">
                    <a:pos x="14" y="2"/>
                  </a:cxn>
                  <a:cxn ang="0">
                    <a:pos x="9" y="2"/>
                  </a:cxn>
                  <a:cxn ang="0">
                    <a:pos x="5" y="3"/>
                  </a:cxn>
                  <a:cxn ang="0">
                    <a:pos x="5" y="5"/>
                  </a:cxn>
                  <a:cxn ang="0">
                    <a:pos x="1" y="5"/>
                  </a:cxn>
                  <a:cxn ang="0">
                    <a:pos x="0" y="7"/>
                  </a:cxn>
                  <a:cxn ang="0">
                    <a:pos x="4" y="9"/>
                  </a:cxn>
                  <a:cxn ang="0">
                    <a:pos x="8" y="12"/>
                  </a:cxn>
                  <a:cxn ang="0">
                    <a:pos x="12" y="12"/>
                  </a:cxn>
                  <a:cxn ang="0">
                    <a:pos x="13" y="15"/>
                  </a:cxn>
                  <a:cxn ang="0">
                    <a:pos x="17" y="16"/>
                  </a:cxn>
                </a:cxnLst>
                <a:rect l="0" t="0" r="0" b="0"/>
                <a:pathLst>
                  <a:path w="24" h="17">
                    <a:moveTo>
                      <a:pt x="17" y="16"/>
                    </a:moveTo>
                    <a:lnTo>
                      <a:pt x="16" y="13"/>
                    </a:lnTo>
                    <a:lnTo>
                      <a:pt x="22" y="14"/>
                    </a:lnTo>
                    <a:lnTo>
                      <a:pt x="23" y="4"/>
                    </a:lnTo>
                    <a:lnTo>
                      <a:pt x="19" y="4"/>
                    </a:lnTo>
                    <a:lnTo>
                      <a:pt x="18" y="1"/>
                    </a:lnTo>
                    <a:lnTo>
                      <a:pt x="14" y="0"/>
                    </a:lnTo>
                    <a:lnTo>
                      <a:pt x="14" y="2"/>
                    </a:lnTo>
                    <a:lnTo>
                      <a:pt x="9" y="2"/>
                    </a:lnTo>
                    <a:lnTo>
                      <a:pt x="5" y="3"/>
                    </a:lnTo>
                    <a:lnTo>
                      <a:pt x="5" y="5"/>
                    </a:lnTo>
                    <a:lnTo>
                      <a:pt x="1" y="5"/>
                    </a:lnTo>
                    <a:lnTo>
                      <a:pt x="0" y="7"/>
                    </a:lnTo>
                    <a:lnTo>
                      <a:pt x="4" y="9"/>
                    </a:lnTo>
                    <a:lnTo>
                      <a:pt x="8" y="12"/>
                    </a:lnTo>
                    <a:lnTo>
                      <a:pt x="12" y="12"/>
                    </a:lnTo>
                    <a:lnTo>
                      <a:pt x="13" y="15"/>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23" name="Freeform 223"/>
              <p:cNvSpPr/>
              <p:nvPr/>
            </p:nvSpPr>
            <p:spPr>
              <a:xfrm>
                <a:off x="4296" y="1019"/>
                <a:ext cx="26" cy="18"/>
              </a:xfrm>
              <a:custGeom>
                <a:avLst/>
                <a:gdLst/>
                <a:ahLst/>
                <a:cxnLst>
                  <a:cxn ang="0">
                    <a:pos x="4" y="0"/>
                  </a:cxn>
                  <a:cxn ang="0">
                    <a:pos x="25" y="8"/>
                  </a:cxn>
                  <a:cxn ang="0">
                    <a:pos x="21" y="17"/>
                  </a:cxn>
                  <a:cxn ang="0">
                    <a:pos x="0" y="9"/>
                  </a:cxn>
                  <a:cxn ang="0">
                    <a:pos x="4" y="0"/>
                  </a:cxn>
                </a:cxnLst>
                <a:rect l="0" t="0" r="0" b="0"/>
                <a:pathLst>
                  <a:path w="26" h="18">
                    <a:moveTo>
                      <a:pt x="4" y="0"/>
                    </a:moveTo>
                    <a:lnTo>
                      <a:pt x="25" y="8"/>
                    </a:lnTo>
                    <a:lnTo>
                      <a:pt x="21" y="17"/>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24" name="Freeform 224"/>
              <p:cNvSpPr/>
              <p:nvPr/>
            </p:nvSpPr>
            <p:spPr>
              <a:xfrm>
                <a:off x="4306" y="1022"/>
                <a:ext cx="25" cy="17"/>
              </a:xfrm>
              <a:custGeom>
                <a:avLst/>
                <a:gdLst/>
                <a:ahLst/>
                <a:cxnLst>
                  <a:cxn ang="0">
                    <a:pos x="1" y="6"/>
                  </a:cxn>
                  <a:cxn ang="0">
                    <a:pos x="1" y="8"/>
                  </a:cxn>
                  <a:cxn ang="0">
                    <a:pos x="0" y="11"/>
                  </a:cxn>
                  <a:cxn ang="0">
                    <a:pos x="3" y="13"/>
                  </a:cxn>
                  <a:cxn ang="0">
                    <a:pos x="7" y="14"/>
                  </a:cxn>
                  <a:cxn ang="0">
                    <a:pos x="7" y="16"/>
                  </a:cxn>
                  <a:cxn ang="0">
                    <a:pos x="11" y="16"/>
                  </a:cxn>
                  <a:cxn ang="0">
                    <a:pos x="16" y="14"/>
                  </a:cxn>
                  <a:cxn ang="0">
                    <a:pos x="20" y="12"/>
                  </a:cxn>
                  <a:cxn ang="0">
                    <a:pos x="20" y="10"/>
                  </a:cxn>
                  <a:cxn ang="0">
                    <a:pos x="24" y="10"/>
                  </a:cxn>
                  <a:cxn ang="0">
                    <a:pos x="24" y="8"/>
                  </a:cxn>
                  <a:cxn ang="0">
                    <a:pos x="22" y="5"/>
                  </a:cxn>
                  <a:cxn ang="0">
                    <a:pos x="22" y="3"/>
                  </a:cxn>
                  <a:cxn ang="0">
                    <a:pos x="18" y="1"/>
                  </a:cxn>
                  <a:cxn ang="0">
                    <a:pos x="14" y="1"/>
                  </a:cxn>
                  <a:cxn ang="0">
                    <a:pos x="11" y="0"/>
                  </a:cxn>
                  <a:cxn ang="0">
                    <a:pos x="7" y="0"/>
                  </a:cxn>
                  <a:cxn ang="0">
                    <a:pos x="3" y="2"/>
                  </a:cxn>
                  <a:cxn ang="0">
                    <a:pos x="2" y="4"/>
                  </a:cxn>
                  <a:cxn ang="0">
                    <a:pos x="1" y="6"/>
                  </a:cxn>
                </a:cxnLst>
                <a:rect l="0" t="0" r="0" b="0"/>
                <a:pathLst>
                  <a:path w="25" h="17">
                    <a:moveTo>
                      <a:pt x="1" y="6"/>
                    </a:moveTo>
                    <a:lnTo>
                      <a:pt x="1" y="8"/>
                    </a:lnTo>
                    <a:lnTo>
                      <a:pt x="0" y="11"/>
                    </a:lnTo>
                    <a:lnTo>
                      <a:pt x="3" y="13"/>
                    </a:lnTo>
                    <a:lnTo>
                      <a:pt x="7" y="14"/>
                    </a:lnTo>
                    <a:lnTo>
                      <a:pt x="7" y="16"/>
                    </a:lnTo>
                    <a:lnTo>
                      <a:pt x="11" y="16"/>
                    </a:lnTo>
                    <a:lnTo>
                      <a:pt x="16" y="14"/>
                    </a:lnTo>
                    <a:lnTo>
                      <a:pt x="20" y="12"/>
                    </a:lnTo>
                    <a:lnTo>
                      <a:pt x="20" y="10"/>
                    </a:lnTo>
                    <a:lnTo>
                      <a:pt x="24" y="10"/>
                    </a:lnTo>
                    <a:lnTo>
                      <a:pt x="24" y="8"/>
                    </a:lnTo>
                    <a:lnTo>
                      <a:pt x="22" y="5"/>
                    </a:lnTo>
                    <a:lnTo>
                      <a:pt x="22" y="3"/>
                    </a:lnTo>
                    <a:lnTo>
                      <a:pt x="18" y="1"/>
                    </a:lnTo>
                    <a:lnTo>
                      <a:pt x="14" y="1"/>
                    </a:lnTo>
                    <a:lnTo>
                      <a:pt x="11" y="0"/>
                    </a:lnTo>
                    <a:lnTo>
                      <a:pt x="7" y="0"/>
                    </a:lnTo>
                    <a:lnTo>
                      <a:pt x="3" y="2"/>
                    </a:lnTo>
                    <a:lnTo>
                      <a:pt x="2" y="4"/>
                    </a:lnTo>
                    <a:lnTo>
                      <a:pt x="1"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25" name="Line 225"/>
              <p:cNvSpPr/>
              <p:nvPr/>
            </p:nvSpPr>
            <p:spPr>
              <a:xfrm>
                <a:off x="4328" y="1024"/>
                <a:ext cx="0" cy="1"/>
              </a:xfrm>
              <a:prstGeom prst="line">
                <a:avLst/>
              </a:prstGeom>
              <a:ln w="12700" cap="flat" cmpd="sng">
                <a:solidFill>
                  <a:schemeClr val="tx1"/>
                </a:solidFill>
                <a:prstDash val="solid"/>
                <a:headEnd type="none" w="med" len="med"/>
                <a:tailEnd type="none" w="med" len="med"/>
              </a:ln>
            </p:spPr>
          </p:sp>
          <p:sp>
            <p:nvSpPr>
              <p:cNvPr id="51426" name="Line 226"/>
              <p:cNvSpPr/>
              <p:nvPr/>
            </p:nvSpPr>
            <p:spPr>
              <a:xfrm>
                <a:off x="4330" y="1021"/>
                <a:ext cx="2" cy="4"/>
              </a:xfrm>
              <a:prstGeom prst="line">
                <a:avLst/>
              </a:prstGeom>
              <a:ln w="12700" cap="flat" cmpd="sng">
                <a:solidFill>
                  <a:schemeClr val="tx1"/>
                </a:solidFill>
                <a:prstDash val="solid"/>
                <a:headEnd type="none" w="med" len="med"/>
                <a:tailEnd type="none" w="med" len="med"/>
              </a:ln>
            </p:spPr>
          </p:sp>
          <p:sp>
            <p:nvSpPr>
              <p:cNvPr id="51427" name="Freeform 227"/>
              <p:cNvSpPr/>
              <p:nvPr/>
            </p:nvSpPr>
            <p:spPr>
              <a:xfrm>
                <a:off x="4320" y="1021"/>
                <a:ext cx="24" cy="17"/>
              </a:xfrm>
              <a:custGeom>
                <a:avLst/>
                <a:gdLst/>
                <a:ahLst/>
                <a:cxnLst>
                  <a:cxn ang="0">
                    <a:pos x="15" y="14"/>
                  </a:cxn>
                  <a:cxn ang="0">
                    <a:pos x="21" y="16"/>
                  </a:cxn>
                  <a:cxn ang="0">
                    <a:pos x="21" y="13"/>
                  </a:cxn>
                  <a:cxn ang="0">
                    <a:pos x="23" y="4"/>
                  </a:cxn>
                  <a:cxn ang="0">
                    <a:pos x="23" y="1"/>
                  </a:cxn>
                  <a:cxn ang="0">
                    <a:pos x="18" y="0"/>
                  </a:cxn>
                  <a:cxn ang="0">
                    <a:pos x="12" y="2"/>
                  </a:cxn>
                  <a:cxn ang="0">
                    <a:pos x="6" y="3"/>
                  </a:cxn>
                  <a:cxn ang="0">
                    <a:pos x="1" y="4"/>
                  </a:cxn>
                  <a:cxn ang="0">
                    <a:pos x="0" y="6"/>
                  </a:cxn>
                  <a:cxn ang="0">
                    <a:pos x="5" y="10"/>
                  </a:cxn>
                  <a:cxn ang="0">
                    <a:pos x="10" y="12"/>
                  </a:cxn>
                  <a:cxn ang="0">
                    <a:pos x="15" y="14"/>
                  </a:cxn>
                </a:cxnLst>
                <a:rect l="0" t="0" r="0" b="0"/>
                <a:pathLst>
                  <a:path w="24" h="17">
                    <a:moveTo>
                      <a:pt x="15" y="14"/>
                    </a:moveTo>
                    <a:lnTo>
                      <a:pt x="21" y="16"/>
                    </a:lnTo>
                    <a:lnTo>
                      <a:pt x="21" y="13"/>
                    </a:lnTo>
                    <a:lnTo>
                      <a:pt x="23" y="4"/>
                    </a:lnTo>
                    <a:lnTo>
                      <a:pt x="23" y="1"/>
                    </a:lnTo>
                    <a:lnTo>
                      <a:pt x="18" y="0"/>
                    </a:lnTo>
                    <a:lnTo>
                      <a:pt x="12" y="2"/>
                    </a:lnTo>
                    <a:lnTo>
                      <a:pt x="6" y="3"/>
                    </a:lnTo>
                    <a:lnTo>
                      <a:pt x="1" y="4"/>
                    </a:lnTo>
                    <a:lnTo>
                      <a:pt x="0" y="6"/>
                    </a:lnTo>
                    <a:lnTo>
                      <a:pt x="5" y="10"/>
                    </a:lnTo>
                    <a:lnTo>
                      <a:pt x="10" y="12"/>
                    </a:lnTo>
                    <a:lnTo>
                      <a:pt x="15"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28" name="Freeform 228"/>
              <p:cNvSpPr/>
              <p:nvPr/>
            </p:nvSpPr>
            <p:spPr>
              <a:xfrm>
                <a:off x="4317" y="1021"/>
                <a:ext cx="27" cy="19"/>
              </a:xfrm>
              <a:custGeom>
                <a:avLst/>
                <a:gdLst/>
                <a:ahLst/>
                <a:cxnLst>
                  <a:cxn ang="0">
                    <a:pos x="5" y="0"/>
                  </a:cxn>
                  <a:cxn ang="0">
                    <a:pos x="26" y="10"/>
                  </a:cxn>
                  <a:cxn ang="0">
                    <a:pos x="22" y="18"/>
                  </a:cxn>
                  <a:cxn ang="0">
                    <a:pos x="0" y="9"/>
                  </a:cxn>
                  <a:cxn ang="0">
                    <a:pos x="5" y="0"/>
                  </a:cxn>
                </a:cxnLst>
                <a:rect l="0" t="0" r="0" b="0"/>
                <a:pathLst>
                  <a:path w="27" h="19">
                    <a:moveTo>
                      <a:pt x="5" y="0"/>
                    </a:moveTo>
                    <a:lnTo>
                      <a:pt x="26" y="10"/>
                    </a:lnTo>
                    <a:lnTo>
                      <a:pt x="22" y="18"/>
                    </a:lnTo>
                    <a:lnTo>
                      <a:pt x="0" y="9"/>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29" name="Freeform 229"/>
              <p:cNvSpPr/>
              <p:nvPr/>
            </p:nvSpPr>
            <p:spPr>
              <a:xfrm>
                <a:off x="4334" y="1027"/>
                <a:ext cx="22" cy="17"/>
              </a:xfrm>
              <a:custGeom>
                <a:avLst/>
                <a:gdLst/>
                <a:ahLst/>
                <a:cxnLst>
                  <a:cxn ang="0">
                    <a:pos x="1" y="5"/>
                  </a:cxn>
                  <a:cxn ang="0">
                    <a:pos x="0" y="7"/>
                  </a:cxn>
                  <a:cxn ang="0">
                    <a:pos x="3" y="8"/>
                  </a:cxn>
                  <a:cxn ang="0">
                    <a:pos x="2" y="10"/>
                  </a:cxn>
                  <a:cxn ang="0">
                    <a:pos x="5" y="12"/>
                  </a:cxn>
                  <a:cxn ang="0">
                    <a:pos x="7" y="14"/>
                  </a:cxn>
                  <a:cxn ang="0">
                    <a:pos x="10" y="16"/>
                  </a:cxn>
                  <a:cxn ang="0">
                    <a:pos x="14" y="13"/>
                  </a:cxn>
                  <a:cxn ang="0">
                    <a:pos x="17" y="11"/>
                  </a:cxn>
                  <a:cxn ang="0">
                    <a:pos x="17" y="9"/>
                  </a:cxn>
                  <a:cxn ang="0">
                    <a:pos x="20" y="9"/>
                  </a:cxn>
                  <a:cxn ang="0">
                    <a:pos x="21" y="6"/>
                  </a:cxn>
                  <a:cxn ang="0">
                    <a:pos x="18" y="5"/>
                  </a:cxn>
                  <a:cxn ang="0">
                    <a:pos x="19" y="3"/>
                  </a:cxn>
                  <a:cxn ang="0">
                    <a:pos x="16" y="1"/>
                  </a:cxn>
                  <a:cxn ang="0">
                    <a:pos x="13" y="1"/>
                  </a:cxn>
                  <a:cxn ang="0">
                    <a:pos x="10" y="0"/>
                  </a:cxn>
                  <a:cxn ang="0">
                    <a:pos x="7" y="0"/>
                  </a:cxn>
                  <a:cxn ang="0">
                    <a:pos x="4" y="2"/>
                  </a:cxn>
                  <a:cxn ang="0">
                    <a:pos x="4" y="4"/>
                  </a:cxn>
                  <a:cxn ang="0">
                    <a:pos x="1" y="3"/>
                  </a:cxn>
                  <a:cxn ang="0">
                    <a:pos x="1" y="5"/>
                  </a:cxn>
                </a:cxnLst>
                <a:rect l="0" t="0" r="0" b="0"/>
                <a:pathLst>
                  <a:path w="22" h="17">
                    <a:moveTo>
                      <a:pt x="1" y="5"/>
                    </a:moveTo>
                    <a:lnTo>
                      <a:pt x="0" y="7"/>
                    </a:lnTo>
                    <a:lnTo>
                      <a:pt x="3" y="8"/>
                    </a:lnTo>
                    <a:lnTo>
                      <a:pt x="2" y="10"/>
                    </a:lnTo>
                    <a:lnTo>
                      <a:pt x="5" y="12"/>
                    </a:lnTo>
                    <a:lnTo>
                      <a:pt x="7" y="14"/>
                    </a:lnTo>
                    <a:lnTo>
                      <a:pt x="10" y="16"/>
                    </a:lnTo>
                    <a:lnTo>
                      <a:pt x="14" y="13"/>
                    </a:lnTo>
                    <a:lnTo>
                      <a:pt x="17" y="11"/>
                    </a:lnTo>
                    <a:lnTo>
                      <a:pt x="17" y="9"/>
                    </a:lnTo>
                    <a:lnTo>
                      <a:pt x="20" y="9"/>
                    </a:lnTo>
                    <a:lnTo>
                      <a:pt x="21" y="6"/>
                    </a:lnTo>
                    <a:lnTo>
                      <a:pt x="18" y="5"/>
                    </a:lnTo>
                    <a:lnTo>
                      <a:pt x="19" y="3"/>
                    </a:lnTo>
                    <a:lnTo>
                      <a:pt x="16" y="1"/>
                    </a:lnTo>
                    <a:lnTo>
                      <a:pt x="13" y="1"/>
                    </a:lnTo>
                    <a:lnTo>
                      <a:pt x="10" y="0"/>
                    </a:lnTo>
                    <a:lnTo>
                      <a:pt x="7" y="0"/>
                    </a:lnTo>
                    <a:lnTo>
                      <a:pt x="4" y="2"/>
                    </a:lnTo>
                    <a:lnTo>
                      <a:pt x="4" y="4"/>
                    </a:lnTo>
                    <a:lnTo>
                      <a:pt x="1" y="3"/>
                    </a:lnTo>
                    <a:lnTo>
                      <a:pt x="1"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30" name="Line 230"/>
              <p:cNvSpPr/>
              <p:nvPr/>
            </p:nvSpPr>
            <p:spPr>
              <a:xfrm>
                <a:off x="4317" y="1017"/>
                <a:ext cx="4" cy="2"/>
              </a:xfrm>
              <a:prstGeom prst="line">
                <a:avLst/>
              </a:prstGeom>
              <a:ln w="12700" cap="flat" cmpd="sng">
                <a:solidFill>
                  <a:schemeClr val="tx1"/>
                </a:solidFill>
                <a:prstDash val="solid"/>
                <a:headEnd type="none" w="med" len="med"/>
                <a:tailEnd type="none" w="med" len="med"/>
              </a:ln>
            </p:spPr>
          </p:sp>
          <p:sp>
            <p:nvSpPr>
              <p:cNvPr id="51431" name="Line 231"/>
              <p:cNvSpPr/>
              <p:nvPr/>
            </p:nvSpPr>
            <p:spPr>
              <a:xfrm>
                <a:off x="4316" y="1013"/>
                <a:ext cx="7" cy="2"/>
              </a:xfrm>
              <a:prstGeom prst="line">
                <a:avLst/>
              </a:prstGeom>
              <a:ln w="12700" cap="flat" cmpd="sng">
                <a:solidFill>
                  <a:schemeClr val="tx1"/>
                </a:solidFill>
                <a:prstDash val="solid"/>
                <a:headEnd type="none" w="med" len="med"/>
                <a:tailEnd type="none" w="med" len="med"/>
              </a:ln>
            </p:spPr>
          </p:sp>
          <p:sp>
            <p:nvSpPr>
              <p:cNvPr id="51432" name="Freeform 232"/>
              <p:cNvSpPr/>
              <p:nvPr/>
            </p:nvSpPr>
            <p:spPr>
              <a:xfrm>
                <a:off x="4309" y="1012"/>
                <a:ext cx="24" cy="18"/>
              </a:xfrm>
              <a:custGeom>
                <a:avLst/>
                <a:gdLst/>
                <a:ahLst/>
                <a:cxnLst>
                  <a:cxn ang="0">
                    <a:pos x="16" y="17"/>
                  </a:cxn>
                  <a:cxn ang="0">
                    <a:pos x="22" y="15"/>
                  </a:cxn>
                  <a:cxn ang="0">
                    <a:pos x="23" y="5"/>
                  </a:cxn>
                  <a:cxn ang="0">
                    <a:pos x="19" y="2"/>
                  </a:cxn>
                  <a:cxn ang="0">
                    <a:pos x="13" y="1"/>
                  </a:cxn>
                  <a:cxn ang="0">
                    <a:pos x="8" y="0"/>
                  </a:cxn>
                  <a:cxn ang="0">
                    <a:pos x="1" y="2"/>
                  </a:cxn>
                  <a:cxn ang="0">
                    <a:pos x="1" y="4"/>
                  </a:cxn>
                  <a:cxn ang="0">
                    <a:pos x="0" y="8"/>
                  </a:cxn>
                  <a:cxn ang="0">
                    <a:pos x="0" y="10"/>
                  </a:cxn>
                  <a:cxn ang="0">
                    <a:pos x="4" y="15"/>
                  </a:cxn>
                  <a:cxn ang="0">
                    <a:pos x="10" y="16"/>
                  </a:cxn>
                  <a:cxn ang="0">
                    <a:pos x="16" y="17"/>
                  </a:cxn>
                </a:cxnLst>
                <a:rect l="0" t="0" r="0" b="0"/>
                <a:pathLst>
                  <a:path w="24" h="18">
                    <a:moveTo>
                      <a:pt x="16" y="17"/>
                    </a:moveTo>
                    <a:lnTo>
                      <a:pt x="22" y="15"/>
                    </a:lnTo>
                    <a:lnTo>
                      <a:pt x="23" y="5"/>
                    </a:lnTo>
                    <a:lnTo>
                      <a:pt x="19" y="2"/>
                    </a:lnTo>
                    <a:lnTo>
                      <a:pt x="13" y="1"/>
                    </a:lnTo>
                    <a:lnTo>
                      <a:pt x="8" y="0"/>
                    </a:lnTo>
                    <a:lnTo>
                      <a:pt x="1" y="2"/>
                    </a:lnTo>
                    <a:lnTo>
                      <a:pt x="1" y="4"/>
                    </a:lnTo>
                    <a:lnTo>
                      <a:pt x="0" y="8"/>
                    </a:lnTo>
                    <a:lnTo>
                      <a:pt x="0" y="10"/>
                    </a:lnTo>
                    <a:lnTo>
                      <a:pt x="4" y="15"/>
                    </a:lnTo>
                    <a:lnTo>
                      <a:pt x="10" y="16"/>
                    </a:lnTo>
                    <a:lnTo>
                      <a:pt x="1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33" name="Freeform 233"/>
              <p:cNvSpPr/>
              <p:nvPr/>
            </p:nvSpPr>
            <p:spPr>
              <a:xfrm>
                <a:off x="4306" y="1012"/>
                <a:ext cx="25" cy="18"/>
              </a:xfrm>
              <a:custGeom>
                <a:avLst/>
                <a:gdLst/>
                <a:ahLst/>
                <a:cxnLst>
                  <a:cxn ang="0">
                    <a:pos x="3" y="0"/>
                  </a:cxn>
                  <a:cxn ang="0">
                    <a:pos x="24" y="9"/>
                  </a:cxn>
                  <a:cxn ang="0">
                    <a:pos x="22" y="17"/>
                  </a:cxn>
                  <a:cxn ang="0">
                    <a:pos x="0" y="9"/>
                  </a:cxn>
                  <a:cxn ang="0">
                    <a:pos x="4" y="0"/>
                  </a:cxn>
                  <a:cxn ang="0">
                    <a:pos x="3" y="0"/>
                  </a:cxn>
                </a:cxnLst>
                <a:rect l="0" t="0" r="0" b="0"/>
                <a:pathLst>
                  <a:path w="25" h="18">
                    <a:moveTo>
                      <a:pt x="3" y="0"/>
                    </a:moveTo>
                    <a:lnTo>
                      <a:pt x="24" y="9"/>
                    </a:lnTo>
                    <a:lnTo>
                      <a:pt x="22" y="17"/>
                    </a:lnTo>
                    <a:lnTo>
                      <a:pt x="0" y="9"/>
                    </a:lnTo>
                    <a:lnTo>
                      <a:pt x="4" y="0"/>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34" name="Freeform 234"/>
              <p:cNvSpPr/>
              <p:nvPr/>
            </p:nvSpPr>
            <p:spPr>
              <a:xfrm>
                <a:off x="4322" y="1019"/>
                <a:ext cx="25" cy="17"/>
              </a:xfrm>
              <a:custGeom>
                <a:avLst/>
                <a:gdLst/>
                <a:ahLst/>
                <a:cxnLst>
                  <a:cxn ang="0">
                    <a:pos x="1" y="5"/>
                  </a:cxn>
                  <a:cxn ang="0">
                    <a:pos x="0" y="7"/>
                  </a:cxn>
                  <a:cxn ang="0">
                    <a:pos x="0" y="9"/>
                  </a:cxn>
                  <a:cxn ang="0">
                    <a:pos x="3" y="13"/>
                  </a:cxn>
                  <a:cxn ang="0">
                    <a:pos x="7" y="14"/>
                  </a:cxn>
                  <a:cxn ang="0">
                    <a:pos x="11" y="16"/>
                  </a:cxn>
                  <a:cxn ang="0">
                    <a:pos x="14" y="16"/>
                  </a:cxn>
                  <a:cxn ang="0">
                    <a:pos x="19" y="16"/>
                  </a:cxn>
                  <a:cxn ang="0">
                    <a:pos x="22" y="12"/>
                  </a:cxn>
                  <a:cxn ang="0">
                    <a:pos x="23" y="10"/>
                  </a:cxn>
                  <a:cxn ang="0">
                    <a:pos x="23" y="8"/>
                  </a:cxn>
                  <a:cxn ang="0">
                    <a:pos x="24" y="6"/>
                  </a:cxn>
                  <a:cxn ang="0">
                    <a:pos x="20" y="4"/>
                  </a:cxn>
                  <a:cxn ang="0">
                    <a:pos x="16" y="3"/>
                  </a:cxn>
                  <a:cxn ang="0">
                    <a:pos x="13" y="0"/>
                  </a:cxn>
                  <a:cxn ang="0">
                    <a:pos x="10" y="0"/>
                  </a:cxn>
                  <a:cxn ang="0">
                    <a:pos x="9" y="2"/>
                  </a:cxn>
                  <a:cxn ang="0">
                    <a:pos x="5" y="1"/>
                  </a:cxn>
                  <a:cxn ang="0">
                    <a:pos x="1" y="3"/>
                  </a:cxn>
                  <a:cxn ang="0">
                    <a:pos x="1" y="5"/>
                  </a:cxn>
                </a:cxnLst>
                <a:rect l="0" t="0" r="0" b="0"/>
                <a:pathLst>
                  <a:path w="25" h="17">
                    <a:moveTo>
                      <a:pt x="1" y="5"/>
                    </a:moveTo>
                    <a:lnTo>
                      <a:pt x="0" y="7"/>
                    </a:lnTo>
                    <a:lnTo>
                      <a:pt x="0" y="9"/>
                    </a:lnTo>
                    <a:lnTo>
                      <a:pt x="3" y="13"/>
                    </a:lnTo>
                    <a:lnTo>
                      <a:pt x="7" y="14"/>
                    </a:lnTo>
                    <a:lnTo>
                      <a:pt x="11" y="16"/>
                    </a:lnTo>
                    <a:lnTo>
                      <a:pt x="14" y="16"/>
                    </a:lnTo>
                    <a:lnTo>
                      <a:pt x="19" y="16"/>
                    </a:lnTo>
                    <a:lnTo>
                      <a:pt x="22" y="12"/>
                    </a:lnTo>
                    <a:lnTo>
                      <a:pt x="23" y="10"/>
                    </a:lnTo>
                    <a:lnTo>
                      <a:pt x="23" y="8"/>
                    </a:lnTo>
                    <a:lnTo>
                      <a:pt x="24" y="6"/>
                    </a:lnTo>
                    <a:lnTo>
                      <a:pt x="20" y="4"/>
                    </a:lnTo>
                    <a:lnTo>
                      <a:pt x="16" y="3"/>
                    </a:lnTo>
                    <a:lnTo>
                      <a:pt x="13" y="0"/>
                    </a:lnTo>
                    <a:lnTo>
                      <a:pt x="10" y="0"/>
                    </a:lnTo>
                    <a:lnTo>
                      <a:pt x="9" y="2"/>
                    </a:lnTo>
                    <a:lnTo>
                      <a:pt x="5" y="1"/>
                    </a:lnTo>
                    <a:lnTo>
                      <a:pt x="1" y="3"/>
                    </a:lnTo>
                    <a:lnTo>
                      <a:pt x="1"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51435" name="Group 235"/>
            <p:cNvGrpSpPr/>
            <p:nvPr/>
          </p:nvGrpSpPr>
          <p:grpSpPr>
            <a:xfrm>
              <a:off x="3752" y="1186"/>
              <a:ext cx="283" cy="233"/>
              <a:chOff x="4897" y="1200"/>
              <a:chExt cx="283" cy="233"/>
            </a:xfrm>
          </p:grpSpPr>
          <p:sp>
            <p:nvSpPr>
              <p:cNvPr id="51436" name="Freeform 236"/>
              <p:cNvSpPr/>
              <p:nvPr/>
            </p:nvSpPr>
            <p:spPr>
              <a:xfrm>
                <a:off x="5067" y="1325"/>
                <a:ext cx="113" cy="108"/>
              </a:xfrm>
              <a:custGeom>
                <a:avLst/>
                <a:gdLst/>
                <a:ahLst/>
                <a:cxnLst>
                  <a:cxn ang="0">
                    <a:pos x="64" y="107"/>
                  </a:cxn>
                  <a:cxn ang="0">
                    <a:pos x="112" y="47"/>
                  </a:cxn>
                  <a:cxn ang="0">
                    <a:pos x="52" y="0"/>
                  </a:cxn>
                  <a:cxn ang="0">
                    <a:pos x="0" y="66"/>
                  </a:cxn>
                  <a:cxn ang="0">
                    <a:pos x="64" y="107"/>
                  </a:cxn>
                </a:cxnLst>
                <a:rect l="0" t="0" r="0" b="0"/>
                <a:pathLst>
                  <a:path w="113" h="108">
                    <a:moveTo>
                      <a:pt x="64" y="107"/>
                    </a:moveTo>
                    <a:lnTo>
                      <a:pt x="112" y="47"/>
                    </a:lnTo>
                    <a:lnTo>
                      <a:pt x="52" y="0"/>
                    </a:lnTo>
                    <a:lnTo>
                      <a:pt x="0" y="66"/>
                    </a:lnTo>
                    <a:lnTo>
                      <a:pt x="64" y="10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437" name="Freeform 237"/>
              <p:cNvSpPr/>
              <p:nvPr/>
            </p:nvSpPr>
            <p:spPr>
              <a:xfrm>
                <a:off x="4993" y="1278"/>
                <a:ext cx="91" cy="79"/>
              </a:xfrm>
              <a:custGeom>
                <a:avLst/>
                <a:gdLst/>
                <a:ahLst/>
                <a:cxnLst>
                  <a:cxn ang="0">
                    <a:pos x="43" y="2"/>
                  </a:cxn>
                  <a:cxn ang="0">
                    <a:pos x="83" y="31"/>
                  </a:cxn>
                  <a:cxn ang="0">
                    <a:pos x="90" y="47"/>
                  </a:cxn>
                  <a:cxn ang="0">
                    <a:pos x="65" y="78"/>
                  </a:cxn>
                  <a:cxn ang="0">
                    <a:pos x="47" y="75"/>
                  </a:cxn>
                  <a:cxn ang="0">
                    <a:pos x="7" y="47"/>
                  </a:cxn>
                  <a:cxn ang="0">
                    <a:pos x="0" y="31"/>
                  </a:cxn>
                  <a:cxn ang="0">
                    <a:pos x="25" y="0"/>
                  </a:cxn>
                  <a:cxn ang="0">
                    <a:pos x="43" y="2"/>
                  </a:cxn>
                </a:cxnLst>
                <a:rect l="0" t="0" r="0" b="0"/>
                <a:pathLst>
                  <a:path w="91" h="79">
                    <a:moveTo>
                      <a:pt x="43" y="2"/>
                    </a:moveTo>
                    <a:lnTo>
                      <a:pt x="83" y="31"/>
                    </a:lnTo>
                    <a:lnTo>
                      <a:pt x="90" y="47"/>
                    </a:lnTo>
                    <a:lnTo>
                      <a:pt x="65" y="78"/>
                    </a:lnTo>
                    <a:lnTo>
                      <a:pt x="47" y="75"/>
                    </a:lnTo>
                    <a:lnTo>
                      <a:pt x="7" y="47"/>
                    </a:lnTo>
                    <a:lnTo>
                      <a:pt x="0" y="31"/>
                    </a:lnTo>
                    <a:lnTo>
                      <a:pt x="25" y="0"/>
                    </a:lnTo>
                    <a:lnTo>
                      <a:pt x="43"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438" name="Freeform 238"/>
              <p:cNvSpPr/>
              <p:nvPr/>
            </p:nvSpPr>
            <p:spPr>
              <a:xfrm>
                <a:off x="5020" y="1299"/>
                <a:ext cx="92" cy="81"/>
              </a:xfrm>
              <a:custGeom>
                <a:avLst/>
                <a:gdLst/>
                <a:ahLst/>
                <a:cxnLst>
                  <a:cxn ang="0">
                    <a:pos x="43" y="3"/>
                  </a:cxn>
                  <a:cxn ang="0">
                    <a:pos x="83" y="32"/>
                  </a:cxn>
                  <a:cxn ang="0">
                    <a:pos x="91" y="48"/>
                  </a:cxn>
                  <a:cxn ang="0">
                    <a:pos x="66" y="80"/>
                  </a:cxn>
                  <a:cxn ang="0">
                    <a:pos x="48" y="76"/>
                  </a:cxn>
                  <a:cxn ang="0">
                    <a:pos x="8" y="48"/>
                  </a:cxn>
                  <a:cxn ang="0">
                    <a:pos x="0" y="31"/>
                  </a:cxn>
                  <a:cxn ang="0">
                    <a:pos x="24" y="0"/>
                  </a:cxn>
                  <a:cxn ang="0">
                    <a:pos x="43" y="3"/>
                  </a:cxn>
                </a:cxnLst>
                <a:rect l="0" t="0" r="0" b="0"/>
                <a:pathLst>
                  <a:path w="92" h="81">
                    <a:moveTo>
                      <a:pt x="43" y="3"/>
                    </a:moveTo>
                    <a:lnTo>
                      <a:pt x="83" y="32"/>
                    </a:lnTo>
                    <a:lnTo>
                      <a:pt x="91" y="48"/>
                    </a:lnTo>
                    <a:lnTo>
                      <a:pt x="66" y="80"/>
                    </a:lnTo>
                    <a:lnTo>
                      <a:pt x="48" y="76"/>
                    </a:lnTo>
                    <a:lnTo>
                      <a:pt x="8" y="48"/>
                    </a:lnTo>
                    <a:lnTo>
                      <a:pt x="0" y="31"/>
                    </a:lnTo>
                    <a:lnTo>
                      <a:pt x="24" y="0"/>
                    </a:lnTo>
                    <a:lnTo>
                      <a:pt x="43" y="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439" name="Freeform 239"/>
              <p:cNvSpPr/>
              <p:nvPr/>
            </p:nvSpPr>
            <p:spPr>
              <a:xfrm>
                <a:off x="5037" y="1279"/>
                <a:ext cx="60" cy="61"/>
              </a:xfrm>
              <a:custGeom>
                <a:avLst/>
                <a:gdLst/>
                <a:ahLst/>
                <a:cxnLst>
                  <a:cxn ang="0">
                    <a:pos x="40" y="28"/>
                  </a:cxn>
                  <a:cxn ang="0">
                    <a:pos x="59" y="60"/>
                  </a:cxn>
                  <a:cxn ang="0">
                    <a:pos x="20" y="32"/>
                  </a:cxn>
                  <a:cxn ang="0">
                    <a:pos x="0" y="0"/>
                  </a:cxn>
                  <a:cxn ang="0">
                    <a:pos x="40" y="28"/>
                  </a:cxn>
                </a:cxnLst>
                <a:rect l="0" t="0" r="0" b="0"/>
                <a:pathLst>
                  <a:path w="60" h="61">
                    <a:moveTo>
                      <a:pt x="40" y="28"/>
                    </a:moveTo>
                    <a:lnTo>
                      <a:pt x="59" y="60"/>
                    </a:lnTo>
                    <a:lnTo>
                      <a:pt x="20" y="32"/>
                    </a:lnTo>
                    <a:lnTo>
                      <a:pt x="0" y="0"/>
                    </a:lnTo>
                    <a:lnTo>
                      <a:pt x="40" y="2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440" name="Freeform 240"/>
              <p:cNvSpPr/>
              <p:nvPr/>
            </p:nvSpPr>
            <p:spPr>
              <a:xfrm>
                <a:off x="4991" y="1311"/>
                <a:ext cx="35" cy="41"/>
              </a:xfrm>
              <a:custGeom>
                <a:avLst/>
                <a:gdLst/>
                <a:ahLst/>
                <a:cxnLst>
                  <a:cxn ang="0">
                    <a:pos x="0" y="0"/>
                  </a:cxn>
                  <a:cxn ang="0">
                    <a:pos x="27" y="23"/>
                  </a:cxn>
                  <a:cxn ang="0">
                    <a:pos x="34" y="40"/>
                  </a:cxn>
                  <a:cxn ang="0">
                    <a:pos x="7" y="16"/>
                  </a:cxn>
                  <a:cxn ang="0">
                    <a:pos x="0" y="0"/>
                  </a:cxn>
                </a:cxnLst>
                <a:rect l="0" t="0" r="0" b="0"/>
                <a:pathLst>
                  <a:path w="35" h="41">
                    <a:moveTo>
                      <a:pt x="0" y="0"/>
                    </a:moveTo>
                    <a:lnTo>
                      <a:pt x="27" y="23"/>
                    </a:lnTo>
                    <a:lnTo>
                      <a:pt x="34" y="40"/>
                    </a:lnTo>
                    <a:lnTo>
                      <a:pt x="7" y="16"/>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1441" name="Line 241"/>
              <p:cNvSpPr/>
              <p:nvPr/>
            </p:nvSpPr>
            <p:spPr>
              <a:xfrm>
                <a:off x="5024" y="1284"/>
                <a:ext cx="15" cy="14"/>
              </a:xfrm>
              <a:prstGeom prst="line">
                <a:avLst/>
              </a:prstGeom>
              <a:ln w="12700" cap="flat" cmpd="sng">
                <a:solidFill>
                  <a:schemeClr val="tx1"/>
                </a:solidFill>
                <a:prstDash val="solid"/>
                <a:headEnd type="none" w="med" len="med"/>
                <a:tailEnd type="none" w="med" len="med"/>
              </a:ln>
            </p:spPr>
          </p:sp>
          <p:sp>
            <p:nvSpPr>
              <p:cNvPr id="51442" name="Oval 242"/>
              <p:cNvSpPr/>
              <p:nvPr/>
            </p:nvSpPr>
            <p:spPr>
              <a:xfrm rot="2220000">
                <a:off x="5050" y="1317"/>
                <a:ext cx="16"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443" name="Line 243"/>
              <p:cNvSpPr/>
              <p:nvPr/>
            </p:nvSpPr>
            <p:spPr>
              <a:xfrm>
                <a:off x="5065" y="1311"/>
                <a:ext cx="1" cy="4"/>
              </a:xfrm>
              <a:prstGeom prst="line">
                <a:avLst/>
              </a:prstGeom>
              <a:ln w="12700" cap="flat" cmpd="sng">
                <a:solidFill>
                  <a:schemeClr val="tx1"/>
                </a:solidFill>
                <a:prstDash val="solid"/>
                <a:headEnd type="none" w="med" len="med"/>
                <a:tailEnd type="none" w="med" len="med"/>
              </a:ln>
            </p:spPr>
          </p:sp>
          <p:sp>
            <p:nvSpPr>
              <p:cNvPr id="51444" name="Line 244"/>
              <p:cNvSpPr/>
              <p:nvPr/>
            </p:nvSpPr>
            <p:spPr>
              <a:xfrm>
                <a:off x="5058" y="1315"/>
                <a:ext cx="1" cy="6"/>
              </a:xfrm>
              <a:prstGeom prst="line">
                <a:avLst/>
              </a:prstGeom>
              <a:ln w="12700" cap="flat" cmpd="sng">
                <a:solidFill>
                  <a:schemeClr val="tx1"/>
                </a:solidFill>
                <a:prstDash val="solid"/>
                <a:headEnd type="none" w="med" len="med"/>
                <a:tailEnd type="none" w="med" len="med"/>
              </a:ln>
            </p:spPr>
          </p:sp>
          <p:sp>
            <p:nvSpPr>
              <p:cNvPr id="51445" name="Oval 245"/>
              <p:cNvSpPr/>
              <p:nvPr/>
            </p:nvSpPr>
            <p:spPr>
              <a:xfrm rot="2220000">
                <a:off x="5026" y="1330"/>
                <a:ext cx="69" cy="3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1446" name="Line 246"/>
              <p:cNvSpPr/>
              <p:nvPr/>
            </p:nvSpPr>
            <p:spPr>
              <a:xfrm>
                <a:off x="5100" y="1341"/>
                <a:ext cx="16" cy="16"/>
              </a:xfrm>
              <a:prstGeom prst="line">
                <a:avLst/>
              </a:prstGeom>
              <a:ln w="12700" cap="flat" cmpd="sng">
                <a:solidFill>
                  <a:schemeClr val="tx1"/>
                </a:solidFill>
                <a:prstDash val="solid"/>
                <a:headEnd type="none" w="med" len="med"/>
                <a:tailEnd type="none" w="med" len="med"/>
              </a:ln>
            </p:spPr>
          </p:sp>
          <p:sp>
            <p:nvSpPr>
              <p:cNvPr id="51447" name="Freeform 247"/>
              <p:cNvSpPr/>
              <p:nvPr/>
            </p:nvSpPr>
            <p:spPr>
              <a:xfrm>
                <a:off x="5055" y="1315"/>
                <a:ext cx="17" cy="22"/>
              </a:xfrm>
              <a:custGeom>
                <a:avLst/>
                <a:gdLst/>
                <a:ahLst/>
                <a:cxnLst>
                  <a:cxn ang="0">
                    <a:pos x="0" y="0"/>
                  </a:cxn>
                  <a:cxn ang="0">
                    <a:pos x="15" y="7"/>
                  </a:cxn>
                  <a:cxn ang="0">
                    <a:pos x="16" y="18"/>
                  </a:cxn>
                  <a:cxn ang="0">
                    <a:pos x="3" y="21"/>
                  </a:cxn>
                  <a:cxn ang="0">
                    <a:pos x="0" y="0"/>
                  </a:cxn>
                </a:cxnLst>
                <a:rect l="0" t="0" r="0" b="0"/>
                <a:pathLst>
                  <a:path w="17" h="22">
                    <a:moveTo>
                      <a:pt x="0" y="0"/>
                    </a:moveTo>
                    <a:lnTo>
                      <a:pt x="15" y="7"/>
                    </a:lnTo>
                    <a:lnTo>
                      <a:pt x="16" y="18"/>
                    </a:lnTo>
                    <a:lnTo>
                      <a:pt x="3" y="2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448" name="Freeform 248"/>
              <p:cNvSpPr/>
              <p:nvPr/>
            </p:nvSpPr>
            <p:spPr>
              <a:xfrm>
                <a:off x="5054" y="1318"/>
                <a:ext cx="21" cy="20"/>
              </a:xfrm>
              <a:custGeom>
                <a:avLst/>
                <a:gdLst/>
                <a:ahLst/>
                <a:cxnLst>
                  <a:cxn ang="0">
                    <a:pos x="20" y="9"/>
                  </a:cxn>
                  <a:cxn ang="0">
                    <a:pos x="13" y="19"/>
                  </a:cxn>
                  <a:cxn ang="0">
                    <a:pos x="2" y="13"/>
                  </a:cxn>
                  <a:cxn ang="0">
                    <a:pos x="0" y="0"/>
                  </a:cxn>
                  <a:cxn ang="0">
                    <a:pos x="14" y="7"/>
                  </a:cxn>
                  <a:cxn ang="0">
                    <a:pos x="20" y="9"/>
                  </a:cxn>
                </a:cxnLst>
                <a:rect l="0" t="0" r="0" b="0"/>
                <a:pathLst>
                  <a:path w="21" h="20">
                    <a:moveTo>
                      <a:pt x="20" y="9"/>
                    </a:moveTo>
                    <a:lnTo>
                      <a:pt x="13" y="19"/>
                    </a:lnTo>
                    <a:lnTo>
                      <a:pt x="2" y="13"/>
                    </a:lnTo>
                    <a:lnTo>
                      <a:pt x="0" y="0"/>
                    </a:lnTo>
                    <a:lnTo>
                      <a:pt x="14" y="7"/>
                    </a:lnTo>
                    <a:lnTo>
                      <a:pt x="20" y="9"/>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1449" name="Rectangle 249"/>
              <p:cNvSpPr/>
              <p:nvPr/>
            </p:nvSpPr>
            <p:spPr>
              <a:xfrm rot="2220000">
                <a:off x="4998" y="1297"/>
                <a:ext cx="15" cy="9"/>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1450" name="Freeform 250"/>
              <p:cNvSpPr/>
              <p:nvPr/>
            </p:nvSpPr>
            <p:spPr>
              <a:xfrm>
                <a:off x="4897" y="1200"/>
                <a:ext cx="133" cy="125"/>
              </a:xfrm>
              <a:custGeom>
                <a:avLst/>
                <a:gdLst/>
                <a:ahLst/>
                <a:cxnLst>
                  <a:cxn ang="0">
                    <a:pos x="61" y="0"/>
                  </a:cxn>
                  <a:cxn ang="0">
                    <a:pos x="0" y="75"/>
                  </a:cxn>
                  <a:cxn ang="0">
                    <a:pos x="76" y="124"/>
                  </a:cxn>
                  <a:cxn ang="0">
                    <a:pos x="132" y="54"/>
                  </a:cxn>
                  <a:cxn ang="0">
                    <a:pos x="61" y="0"/>
                  </a:cxn>
                </a:cxnLst>
                <a:rect l="0" t="0" r="0" b="0"/>
                <a:pathLst>
                  <a:path w="133" h="125">
                    <a:moveTo>
                      <a:pt x="61" y="0"/>
                    </a:moveTo>
                    <a:lnTo>
                      <a:pt x="0" y="75"/>
                    </a:lnTo>
                    <a:lnTo>
                      <a:pt x="76" y="124"/>
                    </a:lnTo>
                    <a:lnTo>
                      <a:pt x="132" y="54"/>
                    </a:lnTo>
                    <a:lnTo>
                      <a:pt x="61"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1451" name="Line 251"/>
              <p:cNvSpPr/>
              <p:nvPr/>
            </p:nvSpPr>
            <p:spPr>
              <a:xfrm>
                <a:off x="5039" y="1349"/>
                <a:ext cx="6" cy="1"/>
              </a:xfrm>
              <a:prstGeom prst="line">
                <a:avLst/>
              </a:prstGeom>
              <a:ln w="12700" cap="flat" cmpd="sng">
                <a:solidFill>
                  <a:schemeClr val="tx1"/>
                </a:solidFill>
                <a:prstDash val="solid"/>
                <a:headEnd type="none" w="med" len="med"/>
                <a:tailEnd type="none" w="med" len="med"/>
              </a:ln>
            </p:spPr>
          </p:sp>
          <p:sp>
            <p:nvSpPr>
              <p:cNvPr id="51452" name="Line 252"/>
              <p:cNvSpPr/>
              <p:nvPr/>
            </p:nvSpPr>
            <p:spPr>
              <a:xfrm>
                <a:off x="5039" y="1348"/>
                <a:ext cx="7" cy="0"/>
              </a:xfrm>
              <a:prstGeom prst="line">
                <a:avLst/>
              </a:prstGeom>
              <a:ln w="12700" cap="flat" cmpd="sng">
                <a:solidFill>
                  <a:schemeClr val="tx1"/>
                </a:solidFill>
                <a:prstDash val="solid"/>
                <a:headEnd type="none" w="med" len="med"/>
                <a:tailEnd type="none" w="med" len="med"/>
              </a:ln>
            </p:spPr>
          </p:sp>
          <p:sp>
            <p:nvSpPr>
              <p:cNvPr id="51453" name="Freeform 253"/>
              <p:cNvSpPr/>
              <p:nvPr/>
            </p:nvSpPr>
            <p:spPr>
              <a:xfrm>
                <a:off x="5028" y="1346"/>
                <a:ext cx="25" cy="19"/>
              </a:xfrm>
              <a:custGeom>
                <a:avLst/>
                <a:gdLst/>
                <a:ahLst/>
                <a:cxnLst>
                  <a:cxn ang="0">
                    <a:pos x="10" y="15"/>
                  </a:cxn>
                  <a:cxn ang="0">
                    <a:pos x="14" y="18"/>
                  </a:cxn>
                  <a:cxn ang="0">
                    <a:pos x="16" y="17"/>
                  </a:cxn>
                  <a:cxn ang="0">
                    <a:pos x="23" y="8"/>
                  </a:cxn>
                  <a:cxn ang="0">
                    <a:pos x="24" y="7"/>
                  </a:cxn>
                  <a:cxn ang="0">
                    <a:pos x="19" y="4"/>
                  </a:cxn>
                  <a:cxn ang="0">
                    <a:pos x="14" y="3"/>
                  </a:cxn>
                  <a:cxn ang="0">
                    <a:pos x="8" y="1"/>
                  </a:cxn>
                  <a:cxn ang="0">
                    <a:pos x="2" y="0"/>
                  </a:cxn>
                  <a:cxn ang="0">
                    <a:pos x="0" y="1"/>
                  </a:cxn>
                  <a:cxn ang="0">
                    <a:pos x="5" y="5"/>
                  </a:cxn>
                  <a:cxn ang="0">
                    <a:pos x="2" y="8"/>
                  </a:cxn>
                  <a:cxn ang="0">
                    <a:pos x="5" y="13"/>
                  </a:cxn>
                  <a:cxn ang="0">
                    <a:pos x="10" y="15"/>
                  </a:cxn>
                </a:cxnLst>
                <a:rect l="0" t="0" r="0" b="0"/>
                <a:pathLst>
                  <a:path w="25" h="19">
                    <a:moveTo>
                      <a:pt x="10" y="15"/>
                    </a:moveTo>
                    <a:lnTo>
                      <a:pt x="14" y="18"/>
                    </a:lnTo>
                    <a:lnTo>
                      <a:pt x="16" y="17"/>
                    </a:lnTo>
                    <a:lnTo>
                      <a:pt x="23" y="8"/>
                    </a:lnTo>
                    <a:lnTo>
                      <a:pt x="24" y="7"/>
                    </a:lnTo>
                    <a:lnTo>
                      <a:pt x="19" y="4"/>
                    </a:lnTo>
                    <a:lnTo>
                      <a:pt x="14" y="3"/>
                    </a:lnTo>
                    <a:lnTo>
                      <a:pt x="8" y="1"/>
                    </a:lnTo>
                    <a:lnTo>
                      <a:pt x="2" y="0"/>
                    </a:lnTo>
                    <a:lnTo>
                      <a:pt x="0" y="1"/>
                    </a:lnTo>
                    <a:lnTo>
                      <a:pt x="5" y="5"/>
                    </a:lnTo>
                    <a:lnTo>
                      <a:pt x="2" y="8"/>
                    </a:lnTo>
                    <a:lnTo>
                      <a:pt x="5" y="13"/>
                    </a:lnTo>
                    <a:lnTo>
                      <a:pt x="10"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54" name="Freeform 254"/>
              <p:cNvSpPr/>
              <p:nvPr/>
            </p:nvSpPr>
            <p:spPr>
              <a:xfrm>
                <a:off x="5027" y="1344"/>
                <a:ext cx="23" cy="24"/>
              </a:xfrm>
              <a:custGeom>
                <a:avLst/>
                <a:gdLst/>
                <a:ahLst/>
                <a:cxnLst>
                  <a:cxn ang="0">
                    <a:pos x="8" y="0"/>
                  </a:cxn>
                  <a:cxn ang="0">
                    <a:pos x="22" y="17"/>
                  </a:cxn>
                  <a:cxn ang="0">
                    <a:pos x="15" y="23"/>
                  </a:cxn>
                  <a:cxn ang="0">
                    <a:pos x="0" y="5"/>
                  </a:cxn>
                  <a:cxn ang="0">
                    <a:pos x="8" y="0"/>
                  </a:cxn>
                </a:cxnLst>
                <a:rect l="0" t="0" r="0" b="0"/>
                <a:pathLst>
                  <a:path w="23" h="24">
                    <a:moveTo>
                      <a:pt x="8" y="0"/>
                    </a:moveTo>
                    <a:lnTo>
                      <a:pt x="22" y="17"/>
                    </a:lnTo>
                    <a:lnTo>
                      <a:pt x="15" y="23"/>
                    </a:lnTo>
                    <a:lnTo>
                      <a:pt x="0" y="5"/>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55" name="Freeform 255"/>
              <p:cNvSpPr/>
              <p:nvPr/>
            </p:nvSpPr>
            <p:spPr>
              <a:xfrm>
                <a:off x="5037" y="1357"/>
                <a:ext cx="21" cy="17"/>
              </a:xfrm>
              <a:custGeom>
                <a:avLst/>
                <a:gdLst/>
                <a:ahLst/>
                <a:cxnLst>
                  <a:cxn ang="0">
                    <a:pos x="1" y="0"/>
                  </a:cxn>
                  <a:cxn ang="0">
                    <a:pos x="0" y="2"/>
                  </a:cxn>
                  <a:cxn ang="0">
                    <a:pos x="3" y="4"/>
                  </a:cxn>
                  <a:cxn ang="0">
                    <a:pos x="1" y="6"/>
                  </a:cxn>
                  <a:cxn ang="0">
                    <a:pos x="3" y="10"/>
                  </a:cxn>
                  <a:cxn ang="0">
                    <a:pos x="4" y="13"/>
                  </a:cxn>
                  <a:cxn ang="0">
                    <a:pos x="7" y="14"/>
                  </a:cxn>
                  <a:cxn ang="0">
                    <a:pos x="11" y="14"/>
                  </a:cxn>
                  <a:cxn ang="0">
                    <a:pos x="14" y="16"/>
                  </a:cxn>
                  <a:cxn ang="0">
                    <a:pos x="16" y="13"/>
                  </a:cxn>
                  <a:cxn ang="0">
                    <a:pos x="19" y="16"/>
                  </a:cxn>
                  <a:cxn ang="0">
                    <a:pos x="20" y="13"/>
                  </a:cxn>
                  <a:cxn ang="0">
                    <a:pos x="19" y="10"/>
                  </a:cxn>
                  <a:cxn ang="0">
                    <a:pos x="17" y="5"/>
                  </a:cxn>
                  <a:cxn ang="0">
                    <a:pos x="17" y="2"/>
                  </a:cxn>
                  <a:cxn ang="0">
                    <a:pos x="14" y="0"/>
                  </a:cxn>
                  <a:cxn ang="0">
                    <a:pos x="10" y="0"/>
                  </a:cxn>
                  <a:cxn ang="0">
                    <a:pos x="6" y="0"/>
                  </a:cxn>
                  <a:cxn ang="0">
                    <a:pos x="1" y="0"/>
                  </a:cxn>
                </a:cxnLst>
                <a:rect l="0" t="0" r="0" b="0"/>
                <a:pathLst>
                  <a:path w="21" h="17">
                    <a:moveTo>
                      <a:pt x="1" y="0"/>
                    </a:moveTo>
                    <a:lnTo>
                      <a:pt x="0" y="2"/>
                    </a:lnTo>
                    <a:lnTo>
                      <a:pt x="3" y="4"/>
                    </a:lnTo>
                    <a:lnTo>
                      <a:pt x="1" y="6"/>
                    </a:lnTo>
                    <a:lnTo>
                      <a:pt x="3" y="10"/>
                    </a:lnTo>
                    <a:lnTo>
                      <a:pt x="4" y="13"/>
                    </a:lnTo>
                    <a:lnTo>
                      <a:pt x="7" y="14"/>
                    </a:lnTo>
                    <a:lnTo>
                      <a:pt x="11" y="14"/>
                    </a:lnTo>
                    <a:lnTo>
                      <a:pt x="14" y="16"/>
                    </a:lnTo>
                    <a:lnTo>
                      <a:pt x="16" y="13"/>
                    </a:lnTo>
                    <a:lnTo>
                      <a:pt x="19" y="16"/>
                    </a:lnTo>
                    <a:lnTo>
                      <a:pt x="20" y="13"/>
                    </a:lnTo>
                    <a:lnTo>
                      <a:pt x="19" y="10"/>
                    </a:lnTo>
                    <a:lnTo>
                      <a:pt x="17" y="5"/>
                    </a:lnTo>
                    <a:lnTo>
                      <a:pt x="17" y="2"/>
                    </a:lnTo>
                    <a:lnTo>
                      <a:pt x="14" y="0"/>
                    </a:lnTo>
                    <a:lnTo>
                      <a:pt x="10" y="0"/>
                    </a:lnTo>
                    <a:lnTo>
                      <a:pt x="6" y="0"/>
                    </a:lnTo>
                    <a:lnTo>
                      <a:pt x="1" y="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56" name="Line 256"/>
              <p:cNvSpPr/>
              <p:nvPr/>
            </p:nvSpPr>
            <p:spPr>
              <a:xfrm>
                <a:off x="5036" y="1333"/>
                <a:ext cx="6" cy="6"/>
              </a:xfrm>
              <a:prstGeom prst="line">
                <a:avLst/>
              </a:prstGeom>
              <a:ln w="12700" cap="flat" cmpd="sng">
                <a:solidFill>
                  <a:schemeClr val="tx1"/>
                </a:solidFill>
                <a:prstDash val="solid"/>
                <a:headEnd type="none" w="med" len="med"/>
                <a:tailEnd type="none" w="med" len="med"/>
              </a:ln>
            </p:spPr>
          </p:sp>
          <p:sp>
            <p:nvSpPr>
              <p:cNvPr id="51457" name="Line 257"/>
              <p:cNvSpPr/>
              <p:nvPr/>
            </p:nvSpPr>
            <p:spPr>
              <a:xfrm>
                <a:off x="5039" y="1334"/>
                <a:ext cx="7" cy="1"/>
              </a:xfrm>
              <a:prstGeom prst="line">
                <a:avLst/>
              </a:prstGeom>
              <a:ln w="12700" cap="flat" cmpd="sng">
                <a:solidFill>
                  <a:schemeClr val="tx1"/>
                </a:solidFill>
                <a:prstDash val="solid"/>
                <a:headEnd type="none" w="med" len="med"/>
                <a:tailEnd type="none" w="med" len="med"/>
              </a:ln>
            </p:spPr>
          </p:sp>
          <p:sp>
            <p:nvSpPr>
              <p:cNvPr id="51458" name="Freeform 258"/>
              <p:cNvSpPr/>
              <p:nvPr/>
            </p:nvSpPr>
            <p:spPr>
              <a:xfrm>
                <a:off x="5029" y="1333"/>
                <a:ext cx="23" cy="24"/>
              </a:xfrm>
              <a:custGeom>
                <a:avLst/>
                <a:gdLst/>
                <a:ahLst/>
                <a:cxnLst>
                  <a:cxn ang="0">
                    <a:pos x="8" y="20"/>
                  </a:cxn>
                  <a:cxn ang="0">
                    <a:pos x="14" y="23"/>
                  </a:cxn>
                  <a:cxn ang="0">
                    <a:pos x="15" y="22"/>
                  </a:cxn>
                  <a:cxn ang="0">
                    <a:pos x="21" y="13"/>
                  </a:cxn>
                  <a:cxn ang="0">
                    <a:pos x="22" y="11"/>
                  </a:cxn>
                  <a:cxn ang="0">
                    <a:pos x="17" y="7"/>
                  </a:cxn>
                  <a:cxn ang="0">
                    <a:pos x="13" y="4"/>
                  </a:cxn>
                  <a:cxn ang="0">
                    <a:pos x="7" y="2"/>
                  </a:cxn>
                  <a:cxn ang="0">
                    <a:pos x="6" y="3"/>
                  </a:cxn>
                  <a:cxn ang="0">
                    <a:pos x="1" y="0"/>
                  </a:cxn>
                  <a:cxn ang="0">
                    <a:pos x="0" y="2"/>
                  </a:cxn>
                  <a:cxn ang="0">
                    <a:pos x="3" y="7"/>
                  </a:cxn>
                  <a:cxn ang="0">
                    <a:pos x="2" y="9"/>
                  </a:cxn>
                  <a:cxn ang="0">
                    <a:pos x="5" y="14"/>
                  </a:cxn>
                  <a:cxn ang="0">
                    <a:pos x="8" y="20"/>
                  </a:cxn>
                </a:cxnLst>
                <a:rect l="0" t="0" r="0" b="0"/>
                <a:pathLst>
                  <a:path w="23" h="24">
                    <a:moveTo>
                      <a:pt x="8" y="20"/>
                    </a:moveTo>
                    <a:lnTo>
                      <a:pt x="14" y="23"/>
                    </a:lnTo>
                    <a:lnTo>
                      <a:pt x="15" y="22"/>
                    </a:lnTo>
                    <a:lnTo>
                      <a:pt x="21" y="13"/>
                    </a:lnTo>
                    <a:lnTo>
                      <a:pt x="22" y="11"/>
                    </a:lnTo>
                    <a:lnTo>
                      <a:pt x="17" y="7"/>
                    </a:lnTo>
                    <a:lnTo>
                      <a:pt x="13" y="4"/>
                    </a:lnTo>
                    <a:lnTo>
                      <a:pt x="7" y="2"/>
                    </a:lnTo>
                    <a:lnTo>
                      <a:pt x="6" y="3"/>
                    </a:lnTo>
                    <a:lnTo>
                      <a:pt x="1" y="0"/>
                    </a:lnTo>
                    <a:lnTo>
                      <a:pt x="0" y="2"/>
                    </a:lnTo>
                    <a:lnTo>
                      <a:pt x="3" y="7"/>
                    </a:lnTo>
                    <a:lnTo>
                      <a:pt x="2" y="9"/>
                    </a:lnTo>
                    <a:lnTo>
                      <a:pt x="5" y="14"/>
                    </a:lnTo>
                    <a:lnTo>
                      <a:pt x="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59" name="Freeform 259"/>
              <p:cNvSpPr/>
              <p:nvPr/>
            </p:nvSpPr>
            <p:spPr>
              <a:xfrm>
                <a:off x="5026" y="1330"/>
                <a:ext cx="24" cy="25"/>
              </a:xfrm>
              <a:custGeom>
                <a:avLst/>
                <a:gdLst/>
                <a:ahLst/>
                <a:cxnLst>
                  <a:cxn ang="0">
                    <a:pos x="10" y="0"/>
                  </a:cxn>
                  <a:cxn ang="0">
                    <a:pos x="23" y="18"/>
                  </a:cxn>
                  <a:cxn ang="0">
                    <a:pos x="15" y="24"/>
                  </a:cxn>
                  <a:cxn ang="0">
                    <a:pos x="0" y="6"/>
                  </a:cxn>
                  <a:cxn ang="0">
                    <a:pos x="10" y="0"/>
                  </a:cxn>
                </a:cxnLst>
                <a:rect l="0" t="0" r="0" b="0"/>
                <a:pathLst>
                  <a:path w="24" h="25">
                    <a:moveTo>
                      <a:pt x="10" y="0"/>
                    </a:moveTo>
                    <a:lnTo>
                      <a:pt x="23" y="18"/>
                    </a:lnTo>
                    <a:lnTo>
                      <a:pt x="15" y="24"/>
                    </a:lnTo>
                    <a:lnTo>
                      <a:pt x="0" y="6"/>
                    </a:lnTo>
                    <a:lnTo>
                      <a:pt x="10"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60" name="Freeform 260"/>
              <p:cNvSpPr/>
              <p:nvPr/>
            </p:nvSpPr>
            <p:spPr>
              <a:xfrm>
                <a:off x="5038" y="1340"/>
                <a:ext cx="22" cy="20"/>
              </a:xfrm>
              <a:custGeom>
                <a:avLst/>
                <a:gdLst/>
                <a:ahLst/>
                <a:cxnLst>
                  <a:cxn ang="0">
                    <a:pos x="3" y="1"/>
                  </a:cxn>
                  <a:cxn ang="0">
                    <a:pos x="1" y="4"/>
                  </a:cxn>
                  <a:cxn ang="0">
                    <a:pos x="4" y="6"/>
                  </a:cxn>
                  <a:cxn ang="0">
                    <a:pos x="0" y="9"/>
                  </a:cxn>
                  <a:cxn ang="0">
                    <a:pos x="2" y="13"/>
                  </a:cxn>
                  <a:cxn ang="0">
                    <a:pos x="4" y="15"/>
                  </a:cxn>
                  <a:cxn ang="0">
                    <a:pos x="6" y="17"/>
                  </a:cxn>
                  <a:cxn ang="0">
                    <a:pos x="9" y="19"/>
                  </a:cxn>
                  <a:cxn ang="0">
                    <a:pos x="13" y="19"/>
                  </a:cxn>
                  <a:cxn ang="0">
                    <a:pos x="16" y="14"/>
                  </a:cxn>
                  <a:cxn ang="0">
                    <a:pos x="19" y="16"/>
                  </a:cxn>
                  <a:cxn ang="0">
                    <a:pos x="21" y="15"/>
                  </a:cxn>
                  <a:cxn ang="0">
                    <a:pos x="19" y="11"/>
                  </a:cxn>
                  <a:cxn ang="0">
                    <a:pos x="21" y="8"/>
                  </a:cxn>
                  <a:cxn ang="0">
                    <a:pos x="18" y="7"/>
                  </a:cxn>
                  <a:cxn ang="0">
                    <a:pos x="16" y="5"/>
                  </a:cxn>
                  <a:cxn ang="0">
                    <a:pos x="11" y="2"/>
                  </a:cxn>
                  <a:cxn ang="0">
                    <a:pos x="8" y="0"/>
                  </a:cxn>
                  <a:cxn ang="0">
                    <a:pos x="7" y="1"/>
                  </a:cxn>
                  <a:cxn ang="0">
                    <a:pos x="3" y="1"/>
                  </a:cxn>
                </a:cxnLst>
                <a:rect l="0" t="0" r="0" b="0"/>
                <a:pathLst>
                  <a:path w="22" h="20">
                    <a:moveTo>
                      <a:pt x="3" y="1"/>
                    </a:moveTo>
                    <a:lnTo>
                      <a:pt x="1" y="4"/>
                    </a:lnTo>
                    <a:lnTo>
                      <a:pt x="4" y="6"/>
                    </a:lnTo>
                    <a:lnTo>
                      <a:pt x="0" y="9"/>
                    </a:lnTo>
                    <a:lnTo>
                      <a:pt x="2" y="13"/>
                    </a:lnTo>
                    <a:lnTo>
                      <a:pt x="4" y="15"/>
                    </a:lnTo>
                    <a:lnTo>
                      <a:pt x="6" y="17"/>
                    </a:lnTo>
                    <a:lnTo>
                      <a:pt x="9" y="19"/>
                    </a:lnTo>
                    <a:lnTo>
                      <a:pt x="13" y="19"/>
                    </a:lnTo>
                    <a:lnTo>
                      <a:pt x="16" y="14"/>
                    </a:lnTo>
                    <a:lnTo>
                      <a:pt x="19" y="16"/>
                    </a:lnTo>
                    <a:lnTo>
                      <a:pt x="21" y="15"/>
                    </a:lnTo>
                    <a:lnTo>
                      <a:pt x="19" y="11"/>
                    </a:lnTo>
                    <a:lnTo>
                      <a:pt x="21" y="8"/>
                    </a:lnTo>
                    <a:lnTo>
                      <a:pt x="18" y="7"/>
                    </a:lnTo>
                    <a:lnTo>
                      <a:pt x="16" y="5"/>
                    </a:lnTo>
                    <a:lnTo>
                      <a:pt x="11" y="2"/>
                    </a:lnTo>
                    <a:lnTo>
                      <a:pt x="8" y="0"/>
                    </a:lnTo>
                    <a:lnTo>
                      <a:pt x="7" y="1"/>
                    </a:lnTo>
                    <a:lnTo>
                      <a:pt x="3"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61" name="Line 261"/>
              <p:cNvSpPr/>
              <p:nvPr/>
            </p:nvSpPr>
            <p:spPr>
              <a:xfrm>
                <a:off x="5051" y="1328"/>
                <a:ext cx="1" cy="7"/>
              </a:xfrm>
              <a:prstGeom prst="line">
                <a:avLst/>
              </a:prstGeom>
              <a:ln w="12700" cap="flat" cmpd="sng">
                <a:solidFill>
                  <a:schemeClr val="tx1"/>
                </a:solidFill>
                <a:prstDash val="solid"/>
                <a:headEnd type="none" w="med" len="med"/>
                <a:tailEnd type="none" w="med" len="med"/>
              </a:ln>
            </p:spPr>
          </p:sp>
          <p:sp>
            <p:nvSpPr>
              <p:cNvPr id="51462" name="Line 262"/>
              <p:cNvSpPr/>
              <p:nvPr/>
            </p:nvSpPr>
            <p:spPr>
              <a:xfrm>
                <a:off x="5055" y="1328"/>
                <a:ext cx="1" cy="7"/>
              </a:xfrm>
              <a:prstGeom prst="line">
                <a:avLst/>
              </a:prstGeom>
              <a:ln w="12700" cap="flat" cmpd="sng">
                <a:solidFill>
                  <a:schemeClr val="tx1"/>
                </a:solidFill>
                <a:prstDash val="solid"/>
                <a:headEnd type="none" w="med" len="med"/>
                <a:tailEnd type="none" w="med" len="med"/>
              </a:ln>
            </p:spPr>
          </p:sp>
          <p:sp>
            <p:nvSpPr>
              <p:cNvPr id="51463" name="Freeform 263"/>
              <p:cNvSpPr/>
              <p:nvPr/>
            </p:nvSpPr>
            <p:spPr>
              <a:xfrm>
                <a:off x="5041" y="1327"/>
                <a:ext cx="25" cy="21"/>
              </a:xfrm>
              <a:custGeom>
                <a:avLst/>
                <a:gdLst/>
                <a:ahLst/>
                <a:cxnLst>
                  <a:cxn ang="0">
                    <a:pos x="11" y="19"/>
                  </a:cxn>
                  <a:cxn ang="0">
                    <a:pos x="13" y="17"/>
                  </a:cxn>
                  <a:cxn ang="0">
                    <a:pos x="18" y="20"/>
                  </a:cxn>
                  <a:cxn ang="0">
                    <a:pos x="24" y="11"/>
                  </a:cxn>
                  <a:cxn ang="0">
                    <a:pos x="20" y="8"/>
                  </a:cxn>
                  <a:cxn ang="0">
                    <a:pos x="21" y="7"/>
                  </a:cxn>
                  <a:cxn ang="0">
                    <a:pos x="17" y="3"/>
                  </a:cxn>
                  <a:cxn ang="0">
                    <a:pos x="15" y="5"/>
                  </a:cxn>
                  <a:cxn ang="0">
                    <a:pos x="10" y="1"/>
                  </a:cxn>
                  <a:cxn ang="0">
                    <a:pos x="3" y="0"/>
                  </a:cxn>
                  <a:cxn ang="0">
                    <a:pos x="3" y="1"/>
                  </a:cxn>
                  <a:cxn ang="0">
                    <a:pos x="2" y="3"/>
                  </a:cxn>
                  <a:cxn ang="0">
                    <a:pos x="0" y="5"/>
                  </a:cxn>
                  <a:cxn ang="0">
                    <a:pos x="3" y="10"/>
                  </a:cxn>
                  <a:cxn ang="0">
                    <a:pos x="8" y="14"/>
                  </a:cxn>
                  <a:cxn ang="0">
                    <a:pos x="7" y="15"/>
                  </a:cxn>
                  <a:cxn ang="0">
                    <a:pos x="11" y="19"/>
                  </a:cxn>
                </a:cxnLst>
                <a:rect l="0" t="0" r="0" b="0"/>
                <a:pathLst>
                  <a:path w="25" h="21">
                    <a:moveTo>
                      <a:pt x="11" y="19"/>
                    </a:moveTo>
                    <a:lnTo>
                      <a:pt x="13" y="17"/>
                    </a:lnTo>
                    <a:lnTo>
                      <a:pt x="18" y="20"/>
                    </a:lnTo>
                    <a:lnTo>
                      <a:pt x="24" y="11"/>
                    </a:lnTo>
                    <a:lnTo>
                      <a:pt x="20" y="8"/>
                    </a:lnTo>
                    <a:lnTo>
                      <a:pt x="21" y="7"/>
                    </a:lnTo>
                    <a:lnTo>
                      <a:pt x="17" y="3"/>
                    </a:lnTo>
                    <a:lnTo>
                      <a:pt x="15" y="5"/>
                    </a:lnTo>
                    <a:lnTo>
                      <a:pt x="10" y="1"/>
                    </a:lnTo>
                    <a:lnTo>
                      <a:pt x="3" y="0"/>
                    </a:lnTo>
                    <a:lnTo>
                      <a:pt x="3" y="1"/>
                    </a:lnTo>
                    <a:lnTo>
                      <a:pt x="2" y="3"/>
                    </a:lnTo>
                    <a:lnTo>
                      <a:pt x="0" y="5"/>
                    </a:lnTo>
                    <a:lnTo>
                      <a:pt x="3" y="10"/>
                    </a:lnTo>
                    <a:lnTo>
                      <a:pt x="8" y="14"/>
                    </a:lnTo>
                    <a:lnTo>
                      <a:pt x="7" y="15"/>
                    </a:lnTo>
                    <a:lnTo>
                      <a:pt x="11"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64" name="Freeform 264"/>
              <p:cNvSpPr/>
              <p:nvPr/>
            </p:nvSpPr>
            <p:spPr>
              <a:xfrm>
                <a:off x="5039" y="1326"/>
                <a:ext cx="24" cy="26"/>
              </a:xfrm>
              <a:custGeom>
                <a:avLst/>
                <a:gdLst/>
                <a:ahLst/>
                <a:cxnLst>
                  <a:cxn ang="0">
                    <a:pos x="8" y="0"/>
                  </a:cxn>
                  <a:cxn ang="0">
                    <a:pos x="23" y="19"/>
                  </a:cxn>
                  <a:cxn ang="0">
                    <a:pos x="15" y="25"/>
                  </a:cxn>
                  <a:cxn ang="0">
                    <a:pos x="0" y="6"/>
                  </a:cxn>
                  <a:cxn ang="0">
                    <a:pos x="8" y="0"/>
                  </a:cxn>
                </a:cxnLst>
                <a:rect l="0" t="0" r="0" b="0"/>
                <a:pathLst>
                  <a:path w="24" h="26">
                    <a:moveTo>
                      <a:pt x="8" y="0"/>
                    </a:moveTo>
                    <a:lnTo>
                      <a:pt x="23" y="19"/>
                    </a:lnTo>
                    <a:lnTo>
                      <a:pt x="15" y="25"/>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65" name="Freeform 265"/>
              <p:cNvSpPr/>
              <p:nvPr/>
            </p:nvSpPr>
            <p:spPr>
              <a:xfrm>
                <a:off x="5047" y="1336"/>
                <a:ext cx="25" cy="17"/>
              </a:xfrm>
              <a:custGeom>
                <a:avLst/>
                <a:gdLst/>
                <a:ahLst/>
                <a:cxnLst>
                  <a:cxn ang="0">
                    <a:pos x="3" y="2"/>
                  </a:cxn>
                  <a:cxn ang="0">
                    <a:pos x="2" y="4"/>
                  </a:cxn>
                  <a:cxn ang="0">
                    <a:pos x="0" y="6"/>
                  </a:cxn>
                  <a:cxn ang="0">
                    <a:pos x="3" y="13"/>
                  </a:cxn>
                  <a:cxn ang="0">
                    <a:pos x="7" y="15"/>
                  </a:cxn>
                  <a:cxn ang="0">
                    <a:pos x="9" y="14"/>
                  </a:cxn>
                  <a:cxn ang="0">
                    <a:pos x="12" y="15"/>
                  </a:cxn>
                  <a:cxn ang="0">
                    <a:pos x="16" y="16"/>
                  </a:cxn>
                  <a:cxn ang="0">
                    <a:pos x="18" y="14"/>
                  </a:cxn>
                  <a:cxn ang="0">
                    <a:pos x="21" y="16"/>
                  </a:cxn>
                  <a:cxn ang="0">
                    <a:pos x="24" y="13"/>
                  </a:cxn>
                  <a:cxn ang="0">
                    <a:pos x="21" y="11"/>
                  </a:cxn>
                  <a:cxn ang="0">
                    <a:pos x="22" y="9"/>
                  </a:cxn>
                  <a:cxn ang="0">
                    <a:pos x="20" y="6"/>
                  </a:cxn>
                  <a:cxn ang="0">
                    <a:pos x="17" y="4"/>
                  </a:cxn>
                  <a:cxn ang="0">
                    <a:pos x="14" y="1"/>
                  </a:cxn>
                  <a:cxn ang="0">
                    <a:pos x="5" y="0"/>
                  </a:cxn>
                  <a:cxn ang="0">
                    <a:pos x="3" y="2"/>
                  </a:cxn>
                </a:cxnLst>
                <a:rect l="0" t="0" r="0" b="0"/>
                <a:pathLst>
                  <a:path w="25" h="17">
                    <a:moveTo>
                      <a:pt x="3" y="2"/>
                    </a:moveTo>
                    <a:lnTo>
                      <a:pt x="2" y="4"/>
                    </a:lnTo>
                    <a:lnTo>
                      <a:pt x="0" y="6"/>
                    </a:lnTo>
                    <a:lnTo>
                      <a:pt x="3" y="13"/>
                    </a:lnTo>
                    <a:lnTo>
                      <a:pt x="7" y="15"/>
                    </a:lnTo>
                    <a:lnTo>
                      <a:pt x="9" y="14"/>
                    </a:lnTo>
                    <a:lnTo>
                      <a:pt x="12" y="15"/>
                    </a:lnTo>
                    <a:lnTo>
                      <a:pt x="16" y="16"/>
                    </a:lnTo>
                    <a:lnTo>
                      <a:pt x="18" y="14"/>
                    </a:lnTo>
                    <a:lnTo>
                      <a:pt x="21" y="16"/>
                    </a:lnTo>
                    <a:lnTo>
                      <a:pt x="24" y="13"/>
                    </a:lnTo>
                    <a:lnTo>
                      <a:pt x="21" y="11"/>
                    </a:lnTo>
                    <a:lnTo>
                      <a:pt x="22" y="9"/>
                    </a:lnTo>
                    <a:lnTo>
                      <a:pt x="20" y="6"/>
                    </a:lnTo>
                    <a:lnTo>
                      <a:pt x="17" y="4"/>
                    </a:lnTo>
                    <a:lnTo>
                      <a:pt x="14" y="1"/>
                    </a:lnTo>
                    <a:lnTo>
                      <a:pt x="5" y="0"/>
                    </a:lnTo>
                    <a:lnTo>
                      <a:pt x="3"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66" name="Line 266"/>
              <p:cNvSpPr/>
              <p:nvPr/>
            </p:nvSpPr>
            <p:spPr>
              <a:xfrm>
                <a:off x="5075" y="1341"/>
                <a:ext cx="0" cy="0"/>
              </a:xfrm>
              <a:prstGeom prst="line">
                <a:avLst/>
              </a:prstGeom>
              <a:ln w="12700" cap="flat" cmpd="sng">
                <a:solidFill>
                  <a:schemeClr val="tx1"/>
                </a:solidFill>
                <a:prstDash val="solid"/>
                <a:headEnd type="none" w="med" len="med"/>
                <a:tailEnd type="none" w="med" len="med"/>
              </a:ln>
            </p:spPr>
          </p:sp>
          <p:sp>
            <p:nvSpPr>
              <p:cNvPr id="51467" name="Line 267"/>
              <p:cNvSpPr/>
              <p:nvPr/>
            </p:nvSpPr>
            <p:spPr>
              <a:xfrm>
                <a:off x="5073" y="1340"/>
                <a:ext cx="5" cy="0"/>
              </a:xfrm>
              <a:prstGeom prst="line">
                <a:avLst/>
              </a:prstGeom>
              <a:ln w="12700" cap="flat" cmpd="sng">
                <a:solidFill>
                  <a:schemeClr val="tx1"/>
                </a:solidFill>
                <a:prstDash val="solid"/>
                <a:headEnd type="none" w="med" len="med"/>
                <a:tailEnd type="none" w="med" len="med"/>
              </a:ln>
            </p:spPr>
          </p:sp>
          <p:sp>
            <p:nvSpPr>
              <p:cNvPr id="51468" name="Freeform 268"/>
              <p:cNvSpPr/>
              <p:nvPr/>
            </p:nvSpPr>
            <p:spPr>
              <a:xfrm>
                <a:off x="5062" y="1340"/>
                <a:ext cx="25" cy="21"/>
              </a:xfrm>
              <a:custGeom>
                <a:avLst/>
                <a:gdLst/>
                <a:ahLst/>
                <a:cxnLst>
                  <a:cxn ang="0">
                    <a:pos x="10" y="16"/>
                  </a:cxn>
                  <a:cxn ang="0">
                    <a:pos x="14" y="20"/>
                  </a:cxn>
                  <a:cxn ang="0">
                    <a:pos x="16" y="18"/>
                  </a:cxn>
                  <a:cxn ang="0">
                    <a:pos x="23" y="10"/>
                  </a:cxn>
                  <a:cxn ang="0">
                    <a:pos x="24" y="8"/>
                  </a:cxn>
                  <a:cxn ang="0">
                    <a:pos x="19" y="4"/>
                  </a:cxn>
                  <a:cxn ang="0">
                    <a:pos x="14" y="3"/>
                  </a:cxn>
                  <a:cxn ang="0">
                    <a:pos x="8" y="1"/>
                  </a:cxn>
                  <a:cxn ang="0">
                    <a:pos x="1" y="0"/>
                  </a:cxn>
                  <a:cxn ang="0">
                    <a:pos x="0" y="2"/>
                  </a:cxn>
                  <a:cxn ang="0">
                    <a:pos x="4" y="6"/>
                  </a:cxn>
                  <a:cxn ang="0">
                    <a:pos x="7" y="11"/>
                  </a:cxn>
                  <a:cxn ang="0">
                    <a:pos x="10" y="16"/>
                  </a:cxn>
                </a:cxnLst>
                <a:rect l="0" t="0" r="0" b="0"/>
                <a:pathLst>
                  <a:path w="25" h="21">
                    <a:moveTo>
                      <a:pt x="10" y="16"/>
                    </a:moveTo>
                    <a:lnTo>
                      <a:pt x="14" y="20"/>
                    </a:lnTo>
                    <a:lnTo>
                      <a:pt x="16" y="18"/>
                    </a:lnTo>
                    <a:lnTo>
                      <a:pt x="23" y="10"/>
                    </a:lnTo>
                    <a:lnTo>
                      <a:pt x="24" y="8"/>
                    </a:lnTo>
                    <a:lnTo>
                      <a:pt x="19" y="4"/>
                    </a:lnTo>
                    <a:lnTo>
                      <a:pt x="14" y="3"/>
                    </a:lnTo>
                    <a:lnTo>
                      <a:pt x="8" y="1"/>
                    </a:lnTo>
                    <a:lnTo>
                      <a:pt x="1" y="0"/>
                    </a:lnTo>
                    <a:lnTo>
                      <a:pt x="0" y="2"/>
                    </a:lnTo>
                    <a:lnTo>
                      <a:pt x="4" y="6"/>
                    </a:lnTo>
                    <a:lnTo>
                      <a:pt x="7" y="11"/>
                    </a:lnTo>
                    <a:lnTo>
                      <a:pt x="10"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69" name="Freeform 269"/>
              <p:cNvSpPr/>
              <p:nvPr/>
            </p:nvSpPr>
            <p:spPr>
              <a:xfrm>
                <a:off x="5060" y="1337"/>
                <a:ext cx="23" cy="25"/>
              </a:xfrm>
              <a:custGeom>
                <a:avLst/>
                <a:gdLst/>
                <a:ahLst/>
                <a:cxnLst>
                  <a:cxn ang="0">
                    <a:pos x="8" y="0"/>
                  </a:cxn>
                  <a:cxn ang="0">
                    <a:pos x="22" y="18"/>
                  </a:cxn>
                  <a:cxn ang="0">
                    <a:pos x="15" y="24"/>
                  </a:cxn>
                  <a:cxn ang="0">
                    <a:pos x="0" y="6"/>
                  </a:cxn>
                  <a:cxn ang="0">
                    <a:pos x="8" y="0"/>
                  </a:cxn>
                </a:cxnLst>
                <a:rect l="0" t="0" r="0" b="0"/>
                <a:pathLst>
                  <a:path w="23" h="25">
                    <a:moveTo>
                      <a:pt x="8" y="0"/>
                    </a:moveTo>
                    <a:lnTo>
                      <a:pt x="22" y="18"/>
                    </a:lnTo>
                    <a:lnTo>
                      <a:pt x="15"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70" name="Freeform 270"/>
              <p:cNvSpPr/>
              <p:nvPr/>
            </p:nvSpPr>
            <p:spPr>
              <a:xfrm>
                <a:off x="5072" y="1347"/>
                <a:ext cx="23" cy="17"/>
              </a:xfrm>
              <a:custGeom>
                <a:avLst/>
                <a:gdLst/>
                <a:ahLst/>
                <a:cxnLst>
                  <a:cxn ang="0">
                    <a:pos x="1" y="1"/>
                  </a:cxn>
                  <a:cxn ang="0">
                    <a:pos x="2" y="5"/>
                  </a:cxn>
                  <a:cxn ang="0">
                    <a:pos x="0" y="6"/>
                  </a:cxn>
                  <a:cxn ang="0">
                    <a:pos x="2" y="11"/>
                  </a:cxn>
                  <a:cxn ang="0">
                    <a:pos x="4" y="14"/>
                  </a:cxn>
                  <a:cxn ang="0">
                    <a:pos x="7" y="16"/>
                  </a:cxn>
                  <a:cxn ang="0">
                    <a:pos x="8" y="14"/>
                  </a:cxn>
                  <a:cxn ang="0">
                    <a:pos x="10" y="16"/>
                  </a:cxn>
                  <a:cxn ang="0">
                    <a:pos x="14" y="16"/>
                  </a:cxn>
                  <a:cxn ang="0">
                    <a:pos x="16" y="15"/>
                  </a:cxn>
                  <a:cxn ang="0">
                    <a:pos x="20" y="15"/>
                  </a:cxn>
                  <a:cxn ang="0">
                    <a:pos x="22" y="13"/>
                  </a:cxn>
                  <a:cxn ang="0">
                    <a:pos x="19" y="11"/>
                  </a:cxn>
                  <a:cxn ang="0">
                    <a:pos x="20" y="9"/>
                  </a:cxn>
                  <a:cxn ang="0">
                    <a:pos x="18" y="5"/>
                  </a:cxn>
                  <a:cxn ang="0">
                    <a:pos x="15" y="3"/>
                  </a:cxn>
                  <a:cxn ang="0">
                    <a:pos x="13" y="2"/>
                  </a:cxn>
                  <a:cxn ang="0">
                    <a:pos x="11" y="0"/>
                  </a:cxn>
                  <a:cxn ang="0">
                    <a:pos x="6" y="0"/>
                  </a:cxn>
                  <a:cxn ang="0">
                    <a:pos x="5" y="2"/>
                  </a:cxn>
                  <a:cxn ang="0">
                    <a:pos x="2" y="0"/>
                  </a:cxn>
                  <a:cxn ang="0">
                    <a:pos x="1" y="1"/>
                  </a:cxn>
                </a:cxnLst>
                <a:rect l="0" t="0" r="0" b="0"/>
                <a:pathLst>
                  <a:path w="23" h="17">
                    <a:moveTo>
                      <a:pt x="1" y="1"/>
                    </a:moveTo>
                    <a:lnTo>
                      <a:pt x="2" y="5"/>
                    </a:lnTo>
                    <a:lnTo>
                      <a:pt x="0" y="6"/>
                    </a:lnTo>
                    <a:lnTo>
                      <a:pt x="2" y="11"/>
                    </a:lnTo>
                    <a:lnTo>
                      <a:pt x="4" y="14"/>
                    </a:lnTo>
                    <a:lnTo>
                      <a:pt x="7" y="16"/>
                    </a:lnTo>
                    <a:lnTo>
                      <a:pt x="8" y="14"/>
                    </a:lnTo>
                    <a:lnTo>
                      <a:pt x="10" y="16"/>
                    </a:lnTo>
                    <a:lnTo>
                      <a:pt x="14" y="16"/>
                    </a:lnTo>
                    <a:lnTo>
                      <a:pt x="16" y="15"/>
                    </a:lnTo>
                    <a:lnTo>
                      <a:pt x="20" y="15"/>
                    </a:lnTo>
                    <a:lnTo>
                      <a:pt x="22" y="13"/>
                    </a:lnTo>
                    <a:lnTo>
                      <a:pt x="19" y="11"/>
                    </a:lnTo>
                    <a:lnTo>
                      <a:pt x="20" y="9"/>
                    </a:lnTo>
                    <a:lnTo>
                      <a:pt x="18" y="5"/>
                    </a:lnTo>
                    <a:lnTo>
                      <a:pt x="15" y="3"/>
                    </a:lnTo>
                    <a:lnTo>
                      <a:pt x="13" y="2"/>
                    </a:lnTo>
                    <a:lnTo>
                      <a:pt x="11" y="0"/>
                    </a:lnTo>
                    <a:lnTo>
                      <a:pt x="6" y="0"/>
                    </a:lnTo>
                    <a:lnTo>
                      <a:pt x="5" y="2"/>
                    </a:lnTo>
                    <a:lnTo>
                      <a:pt x="2" y="0"/>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71" name="Line 271"/>
              <p:cNvSpPr/>
              <p:nvPr/>
            </p:nvSpPr>
            <p:spPr>
              <a:xfrm>
                <a:off x="5088" y="1353"/>
                <a:ext cx="0" cy="5"/>
              </a:xfrm>
              <a:prstGeom prst="line">
                <a:avLst/>
              </a:prstGeom>
              <a:ln w="12700" cap="flat" cmpd="sng">
                <a:solidFill>
                  <a:schemeClr val="tx1"/>
                </a:solidFill>
                <a:prstDash val="solid"/>
                <a:headEnd type="none" w="med" len="med"/>
                <a:tailEnd type="none" w="med" len="med"/>
              </a:ln>
            </p:spPr>
          </p:sp>
          <p:sp>
            <p:nvSpPr>
              <p:cNvPr id="51472" name="Line 272"/>
              <p:cNvSpPr/>
              <p:nvPr/>
            </p:nvSpPr>
            <p:spPr>
              <a:xfrm>
                <a:off x="5092" y="1355"/>
                <a:ext cx="0" cy="0"/>
              </a:xfrm>
              <a:prstGeom prst="line">
                <a:avLst/>
              </a:prstGeom>
              <a:ln w="12700" cap="flat" cmpd="sng">
                <a:solidFill>
                  <a:schemeClr val="tx1"/>
                </a:solidFill>
                <a:prstDash val="solid"/>
                <a:headEnd type="none" w="med" len="med"/>
                <a:tailEnd type="none" w="med" len="med"/>
              </a:ln>
            </p:spPr>
          </p:sp>
          <p:sp>
            <p:nvSpPr>
              <p:cNvPr id="51473" name="Freeform 273"/>
              <p:cNvSpPr/>
              <p:nvPr/>
            </p:nvSpPr>
            <p:spPr>
              <a:xfrm>
                <a:off x="5076" y="1356"/>
                <a:ext cx="27" cy="19"/>
              </a:xfrm>
              <a:custGeom>
                <a:avLst/>
                <a:gdLst/>
                <a:ahLst/>
                <a:cxnLst>
                  <a:cxn ang="0">
                    <a:pos x="11" y="15"/>
                  </a:cxn>
                  <a:cxn ang="0">
                    <a:pos x="15" y="18"/>
                  </a:cxn>
                  <a:cxn ang="0">
                    <a:pos x="18" y="16"/>
                  </a:cxn>
                  <a:cxn ang="0">
                    <a:pos x="24" y="8"/>
                  </a:cxn>
                  <a:cxn ang="0">
                    <a:pos x="26" y="6"/>
                  </a:cxn>
                  <a:cxn ang="0">
                    <a:pos x="21" y="2"/>
                  </a:cxn>
                  <a:cxn ang="0">
                    <a:pos x="17" y="0"/>
                  </a:cxn>
                  <a:cxn ang="0">
                    <a:pos x="9" y="1"/>
                  </a:cxn>
                  <a:cxn ang="0">
                    <a:pos x="2" y="0"/>
                  </a:cxn>
                  <a:cxn ang="0">
                    <a:pos x="0" y="2"/>
                  </a:cxn>
                  <a:cxn ang="0">
                    <a:pos x="5" y="5"/>
                  </a:cxn>
                  <a:cxn ang="0">
                    <a:pos x="4" y="7"/>
                  </a:cxn>
                  <a:cxn ang="0">
                    <a:pos x="6" y="11"/>
                  </a:cxn>
                  <a:cxn ang="0">
                    <a:pos x="11" y="15"/>
                  </a:cxn>
                </a:cxnLst>
                <a:rect l="0" t="0" r="0" b="0"/>
                <a:pathLst>
                  <a:path w="27" h="19">
                    <a:moveTo>
                      <a:pt x="11" y="15"/>
                    </a:moveTo>
                    <a:lnTo>
                      <a:pt x="15" y="18"/>
                    </a:lnTo>
                    <a:lnTo>
                      <a:pt x="18" y="16"/>
                    </a:lnTo>
                    <a:lnTo>
                      <a:pt x="24" y="8"/>
                    </a:lnTo>
                    <a:lnTo>
                      <a:pt x="26" y="6"/>
                    </a:lnTo>
                    <a:lnTo>
                      <a:pt x="21" y="2"/>
                    </a:lnTo>
                    <a:lnTo>
                      <a:pt x="17" y="0"/>
                    </a:lnTo>
                    <a:lnTo>
                      <a:pt x="9" y="1"/>
                    </a:lnTo>
                    <a:lnTo>
                      <a:pt x="2" y="0"/>
                    </a:lnTo>
                    <a:lnTo>
                      <a:pt x="0" y="2"/>
                    </a:lnTo>
                    <a:lnTo>
                      <a:pt x="5" y="5"/>
                    </a:lnTo>
                    <a:lnTo>
                      <a:pt x="4" y="7"/>
                    </a:lnTo>
                    <a:lnTo>
                      <a:pt x="6" y="11"/>
                    </a:lnTo>
                    <a:lnTo>
                      <a:pt x="11"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74" name="Freeform 274"/>
              <p:cNvSpPr/>
              <p:nvPr/>
            </p:nvSpPr>
            <p:spPr>
              <a:xfrm>
                <a:off x="5075" y="1350"/>
                <a:ext cx="24" cy="24"/>
              </a:xfrm>
              <a:custGeom>
                <a:avLst/>
                <a:gdLst/>
                <a:ahLst/>
                <a:cxnLst>
                  <a:cxn ang="0">
                    <a:pos x="8" y="1"/>
                  </a:cxn>
                  <a:cxn ang="0">
                    <a:pos x="23" y="17"/>
                  </a:cxn>
                  <a:cxn ang="0">
                    <a:pos x="16" y="23"/>
                  </a:cxn>
                  <a:cxn ang="0">
                    <a:pos x="0" y="6"/>
                  </a:cxn>
                  <a:cxn ang="0">
                    <a:pos x="9" y="0"/>
                  </a:cxn>
                  <a:cxn ang="0">
                    <a:pos x="8" y="1"/>
                  </a:cxn>
                </a:cxnLst>
                <a:rect l="0" t="0" r="0" b="0"/>
                <a:pathLst>
                  <a:path w="24" h="24">
                    <a:moveTo>
                      <a:pt x="8" y="1"/>
                    </a:moveTo>
                    <a:lnTo>
                      <a:pt x="23" y="17"/>
                    </a:lnTo>
                    <a:lnTo>
                      <a:pt x="16" y="23"/>
                    </a:lnTo>
                    <a:lnTo>
                      <a:pt x="0" y="6"/>
                    </a:lnTo>
                    <a:lnTo>
                      <a:pt x="9" y="0"/>
                    </a:lnTo>
                    <a:lnTo>
                      <a:pt x="8"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75" name="Freeform 275"/>
              <p:cNvSpPr/>
              <p:nvPr/>
            </p:nvSpPr>
            <p:spPr>
              <a:xfrm>
                <a:off x="5087" y="1364"/>
                <a:ext cx="21" cy="18"/>
              </a:xfrm>
              <a:custGeom>
                <a:avLst/>
                <a:gdLst/>
                <a:ahLst/>
                <a:cxnLst>
                  <a:cxn ang="0">
                    <a:pos x="0" y="2"/>
                  </a:cxn>
                  <a:cxn ang="0">
                    <a:pos x="1" y="6"/>
                  </a:cxn>
                  <a:cxn ang="0">
                    <a:pos x="0" y="8"/>
                  </a:cxn>
                  <a:cxn ang="0">
                    <a:pos x="1" y="11"/>
                  </a:cxn>
                  <a:cxn ang="0">
                    <a:pos x="4" y="13"/>
                  </a:cxn>
                  <a:cxn ang="0">
                    <a:pos x="7" y="15"/>
                  </a:cxn>
                  <a:cxn ang="0">
                    <a:pos x="10" y="16"/>
                  </a:cxn>
                  <a:cxn ang="0">
                    <a:pos x="13" y="17"/>
                  </a:cxn>
                  <a:cxn ang="0">
                    <a:pos x="14" y="15"/>
                  </a:cxn>
                  <a:cxn ang="0">
                    <a:pos x="18" y="16"/>
                  </a:cxn>
                  <a:cxn ang="0">
                    <a:pos x="20" y="14"/>
                  </a:cxn>
                  <a:cxn ang="0">
                    <a:pos x="18" y="10"/>
                  </a:cxn>
                  <a:cxn ang="0">
                    <a:pos x="17" y="7"/>
                  </a:cxn>
                  <a:cxn ang="0">
                    <a:pos x="14" y="5"/>
                  </a:cxn>
                  <a:cxn ang="0">
                    <a:pos x="15" y="3"/>
                  </a:cxn>
                  <a:cxn ang="0">
                    <a:pos x="13" y="1"/>
                  </a:cxn>
                  <a:cxn ang="0">
                    <a:pos x="9" y="1"/>
                  </a:cxn>
                  <a:cxn ang="0">
                    <a:pos x="5" y="0"/>
                  </a:cxn>
                  <a:cxn ang="0">
                    <a:pos x="1" y="0"/>
                  </a:cxn>
                  <a:cxn ang="0">
                    <a:pos x="0" y="2"/>
                  </a:cxn>
                </a:cxnLst>
                <a:rect l="0" t="0" r="0" b="0"/>
                <a:pathLst>
                  <a:path w="21" h="18">
                    <a:moveTo>
                      <a:pt x="0" y="2"/>
                    </a:moveTo>
                    <a:lnTo>
                      <a:pt x="1" y="6"/>
                    </a:lnTo>
                    <a:lnTo>
                      <a:pt x="0" y="8"/>
                    </a:lnTo>
                    <a:lnTo>
                      <a:pt x="1" y="11"/>
                    </a:lnTo>
                    <a:lnTo>
                      <a:pt x="4" y="13"/>
                    </a:lnTo>
                    <a:lnTo>
                      <a:pt x="7" y="15"/>
                    </a:lnTo>
                    <a:lnTo>
                      <a:pt x="10" y="16"/>
                    </a:lnTo>
                    <a:lnTo>
                      <a:pt x="13" y="17"/>
                    </a:lnTo>
                    <a:lnTo>
                      <a:pt x="14" y="15"/>
                    </a:lnTo>
                    <a:lnTo>
                      <a:pt x="18" y="16"/>
                    </a:lnTo>
                    <a:lnTo>
                      <a:pt x="20" y="14"/>
                    </a:lnTo>
                    <a:lnTo>
                      <a:pt x="18" y="10"/>
                    </a:lnTo>
                    <a:lnTo>
                      <a:pt x="17" y="7"/>
                    </a:lnTo>
                    <a:lnTo>
                      <a:pt x="14" y="5"/>
                    </a:lnTo>
                    <a:lnTo>
                      <a:pt x="15" y="3"/>
                    </a:lnTo>
                    <a:lnTo>
                      <a:pt x="13" y="1"/>
                    </a:lnTo>
                    <a:lnTo>
                      <a:pt x="9" y="1"/>
                    </a:lnTo>
                    <a:lnTo>
                      <a:pt x="5" y="0"/>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76" name="Line 276"/>
              <p:cNvSpPr/>
              <p:nvPr/>
            </p:nvSpPr>
            <p:spPr>
              <a:xfrm>
                <a:off x="5090" y="1368"/>
                <a:ext cx="0" cy="6"/>
              </a:xfrm>
              <a:prstGeom prst="line">
                <a:avLst/>
              </a:prstGeom>
              <a:ln w="12700" cap="flat" cmpd="sng">
                <a:solidFill>
                  <a:schemeClr val="tx1"/>
                </a:solidFill>
                <a:prstDash val="solid"/>
                <a:headEnd type="none" w="med" len="med"/>
                <a:tailEnd type="none" w="med" len="med"/>
              </a:ln>
            </p:spPr>
          </p:sp>
          <p:sp>
            <p:nvSpPr>
              <p:cNvPr id="51477" name="Line 277"/>
              <p:cNvSpPr/>
              <p:nvPr/>
            </p:nvSpPr>
            <p:spPr>
              <a:xfrm>
                <a:off x="5089" y="1367"/>
                <a:ext cx="6" cy="5"/>
              </a:xfrm>
              <a:prstGeom prst="line">
                <a:avLst/>
              </a:prstGeom>
              <a:ln w="12700" cap="flat" cmpd="sng">
                <a:solidFill>
                  <a:schemeClr val="tx1"/>
                </a:solidFill>
                <a:prstDash val="solid"/>
                <a:headEnd type="none" w="med" len="med"/>
                <a:tailEnd type="none" w="med" len="med"/>
              </a:ln>
            </p:spPr>
          </p:sp>
          <p:sp>
            <p:nvSpPr>
              <p:cNvPr id="51478" name="Freeform 278"/>
              <p:cNvSpPr/>
              <p:nvPr/>
            </p:nvSpPr>
            <p:spPr>
              <a:xfrm>
                <a:off x="5080" y="1367"/>
                <a:ext cx="25" cy="21"/>
              </a:xfrm>
              <a:custGeom>
                <a:avLst/>
                <a:gdLst/>
                <a:ahLst/>
                <a:cxnLst>
                  <a:cxn ang="0">
                    <a:pos x="12" y="19"/>
                  </a:cxn>
                  <a:cxn ang="0">
                    <a:pos x="17" y="20"/>
                  </a:cxn>
                  <a:cxn ang="0">
                    <a:pos x="24" y="12"/>
                  </a:cxn>
                  <a:cxn ang="0">
                    <a:pos x="21" y="7"/>
                  </a:cxn>
                  <a:cxn ang="0">
                    <a:pos x="18" y="4"/>
                  </a:cxn>
                  <a:cxn ang="0">
                    <a:pos x="14" y="2"/>
                  </a:cxn>
                  <a:cxn ang="0">
                    <a:pos x="9" y="0"/>
                  </a:cxn>
                  <a:cxn ang="0">
                    <a:pos x="7" y="3"/>
                  </a:cxn>
                  <a:cxn ang="0">
                    <a:pos x="3" y="0"/>
                  </a:cxn>
                  <a:cxn ang="0">
                    <a:pos x="0" y="4"/>
                  </a:cxn>
                  <a:cxn ang="0">
                    <a:pos x="4" y="6"/>
                  </a:cxn>
                  <a:cxn ang="0">
                    <a:pos x="3" y="9"/>
                  </a:cxn>
                  <a:cxn ang="0">
                    <a:pos x="5" y="13"/>
                  </a:cxn>
                  <a:cxn ang="0">
                    <a:pos x="8" y="16"/>
                  </a:cxn>
                  <a:cxn ang="0">
                    <a:pos x="12" y="19"/>
                  </a:cxn>
                </a:cxnLst>
                <a:rect l="0" t="0" r="0" b="0"/>
                <a:pathLst>
                  <a:path w="25" h="21">
                    <a:moveTo>
                      <a:pt x="12" y="19"/>
                    </a:moveTo>
                    <a:lnTo>
                      <a:pt x="17" y="20"/>
                    </a:lnTo>
                    <a:lnTo>
                      <a:pt x="24" y="12"/>
                    </a:lnTo>
                    <a:lnTo>
                      <a:pt x="21" y="7"/>
                    </a:lnTo>
                    <a:lnTo>
                      <a:pt x="18" y="4"/>
                    </a:lnTo>
                    <a:lnTo>
                      <a:pt x="14" y="2"/>
                    </a:lnTo>
                    <a:lnTo>
                      <a:pt x="9" y="0"/>
                    </a:lnTo>
                    <a:lnTo>
                      <a:pt x="7" y="3"/>
                    </a:lnTo>
                    <a:lnTo>
                      <a:pt x="3" y="0"/>
                    </a:lnTo>
                    <a:lnTo>
                      <a:pt x="0" y="4"/>
                    </a:lnTo>
                    <a:lnTo>
                      <a:pt x="4" y="6"/>
                    </a:lnTo>
                    <a:lnTo>
                      <a:pt x="3" y="9"/>
                    </a:lnTo>
                    <a:lnTo>
                      <a:pt x="5" y="13"/>
                    </a:lnTo>
                    <a:lnTo>
                      <a:pt x="8" y="16"/>
                    </a:lnTo>
                    <a:lnTo>
                      <a:pt x="12"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79" name="Freeform 279"/>
              <p:cNvSpPr/>
              <p:nvPr/>
            </p:nvSpPr>
            <p:spPr>
              <a:xfrm>
                <a:off x="5076" y="1365"/>
                <a:ext cx="23" cy="25"/>
              </a:xfrm>
              <a:custGeom>
                <a:avLst/>
                <a:gdLst/>
                <a:ahLst/>
                <a:cxnLst>
                  <a:cxn ang="0">
                    <a:pos x="8" y="1"/>
                  </a:cxn>
                  <a:cxn ang="0">
                    <a:pos x="22" y="18"/>
                  </a:cxn>
                  <a:cxn ang="0">
                    <a:pos x="15" y="24"/>
                  </a:cxn>
                  <a:cxn ang="0">
                    <a:pos x="0" y="6"/>
                  </a:cxn>
                  <a:cxn ang="0">
                    <a:pos x="10" y="0"/>
                  </a:cxn>
                  <a:cxn ang="0">
                    <a:pos x="8" y="1"/>
                  </a:cxn>
                </a:cxnLst>
                <a:rect l="0" t="0" r="0" b="0"/>
                <a:pathLst>
                  <a:path w="23" h="25">
                    <a:moveTo>
                      <a:pt x="8" y="1"/>
                    </a:moveTo>
                    <a:lnTo>
                      <a:pt x="22" y="18"/>
                    </a:lnTo>
                    <a:lnTo>
                      <a:pt x="15" y="24"/>
                    </a:lnTo>
                    <a:lnTo>
                      <a:pt x="0" y="6"/>
                    </a:lnTo>
                    <a:lnTo>
                      <a:pt x="10" y="0"/>
                    </a:lnTo>
                    <a:lnTo>
                      <a:pt x="8"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80" name="Freeform 280"/>
              <p:cNvSpPr/>
              <p:nvPr/>
            </p:nvSpPr>
            <p:spPr>
              <a:xfrm>
                <a:off x="5087" y="1379"/>
                <a:ext cx="20" cy="17"/>
              </a:xfrm>
              <a:custGeom>
                <a:avLst/>
                <a:gdLst/>
                <a:ahLst/>
                <a:cxnLst>
                  <a:cxn ang="0">
                    <a:pos x="1" y="0"/>
                  </a:cxn>
                  <a:cxn ang="0">
                    <a:pos x="0" y="2"/>
                  </a:cxn>
                  <a:cxn ang="0">
                    <a:pos x="1" y="5"/>
                  </a:cxn>
                  <a:cxn ang="0">
                    <a:pos x="0" y="7"/>
                  </a:cxn>
                  <a:cxn ang="0">
                    <a:pos x="1" y="10"/>
                  </a:cxn>
                  <a:cxn ang="0">
                    <a:pos x="3" y="12"/>
                  </a:cxn>
                  <a:cxn ang="0">
                    <a:pos x="6" y="14"/>
                  </a:cxn>
                  <a:cxn ang="0">
                    <a:pos x="8" y="16"/>
                  </a:cxn>
                  <a:cxn ang="0">
                    <a:pos x="12" y="16"/>
                  </a:cxn>
                  <a:cxn ang="0">
                    <a:pos x="13" y="14"/>
                  </a:cxn>
                  <a:cxn ang="0">
                    <a:pos x="17" y="13"/>
                  </a:cxn>
                  <a:cxn ang="0">
                    <a:pos x="19" y="12"/>
                  </a:cxn>
                  <a:cxn ang="0">
                    <a:pos x="17" y="8"/>
                  </a:cxn>
                  <a:cxn ang="0">
                    <a:pos x="16" y="5"/>
                  </a:cxn>
                  <a:cxn ang="0">
                    <a:pos x="16" y="1"/>
                  </a:cxn>
                  <a:cxn ang="0">
                    <a:pos x="13" y="0"/>
                  </a:cxn>
                  <a:cxn ang="0">
                    <a:pos x="12" y="2"/>
                  </a:cxn>
                  <a:cxn ang="0">
                    <a:pos x="9" y="0"/>
                  </a:cxn>
                  <a:cxn ang="0">
                    <a:pos x="5" y="0"/>
                  </a:cxn>
                  <a:cxn ang="0">
                    <a:pos x="1" y="0"/>
                  </a:cxn>
                </a:cxnLst>
                <a:rect l="0" t="0" r="0" b="0"/>
                <a:pathLst>
                  <a:path w="20" h="17">
                    <a:moveTo>
                      <a:pt x="1" y="0"/>
                    </a:moveTo>
                    <a:lnTo>
                      <a:pt x="0" y="2"/>
                    </a:lnTo>
                    <a:lnTo>
                      <a:pt x="1" y="5"/>
                    </a:lnTo>
                    <a:lnTo>
                      <a:pt x="0" y="7"/>
                    </a:lnTo>
                    <a:lnTo>
                      <a:pt x="1" y="10"/>
                    </a:lnTo>
                    <a:lnTo>
                      <a:pt x="3" y="12"/>
                    </a:lnTo>
                    <a:lnTo>
                      <a:pt x="6" y="14"/>
                    </a:lnTo>
                    <a:lnTo>
                      <a:pt x="8" y="16"/>
                    </a:lnTo>
                    <a:lnTo>
                      <a:pt x="12" y="16"/>
                    </a:lnTo>
                    <a:lnTo>
                      <a:pt x="13" y="14"/>
                    </a:lnTo>
                    <a:lnTo>
                      <a:pt x="17" y="13"/>
                    </a:lnTo>
                    <a:lnTo>
                      <a:pt x="19" y="12"/>
                    </a:lnTo>
                    <a:lnTo>
                      <a:pt x="17" y="8"/>
                    </a:lnTo>
                    <a:lnTo>
                      <a:pt x="16" y="5"/>
                    </a:lnTo>
                    <a:lnTo>
                      <a:pt x="16" y="1"/>
                    </a:lnTo>
                    <a:lnTo>
                      <a:pt x="13" y="0"/>
                    </a:lnTo>
                    <a:lnTo>
                      <a:pt x="12" y="2"/>
                    </a:lnTo>
                    <a:lnTo>
                      <a:pt x="9" y="0"/>
                    </a:lnTo>
                    <a:lnTo>
                      <a:pt x="5" y="0"/>
                    </a:lnTo>
                    <a:lnTo>
                      <a:pt x="1" y="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81" name="Line 281"/>
              <p:cNvSpPr/>
              <p:nvPr/>
            </p:nvSpPr>
            <p:spPr>
              <a:xfrm>
                <a:off x="5076" y="1370"/>
                <a:ext cx="1" cy="7"/>
              </a:xfrm>
              <a:prstGeom prst="line">
                <a:avLst/>
              </a:prstGeom>
              <a:ln w="12700" cap="flat" cmpd="sng">
                <a:solidFill>
                  <a:schemeClr val="tx1"/>
                </a:solidFill>
                <a:prstDash val="solid"/>
                <a:headEnd type="none" w="med" len="med"/>
                <a:tailEnd type="none" w="med" len="med"/>
              </a:ln>
            </p:spPr>
          </p:sp>
          <p:sp>
            <p:nvSpPr>
              <p:cNvPr id="51482" name="Line 282"/>
              <p:cNvSpPr/>
              <p:nvPr/>
            </p:nvSpPr>
            <p:spPr>
              <a:xfrm>
                <a:off x="5075" y="1370"/>
                <a:ext cx="6" cy="7"/>
              </a:xfrm>
              <a:prstGeom prst="line">
                <a:avLst/>
              </a:prstGeom>
              <a:ln w="12700" cap="flat" cmpd="sng">
                <a:solidFill>
                  <a:schemeClr val="tx1"/>
                </a:solidFill>
                <a:prstDash val="solid"/>
                <a:headEnd type="none" w="med" len="med"/>
                <a:tailEnd type="none" w="med" len="med"/>
              </a:ln>
            </p:spPr>
          </p:sp>
          <p:sp>
            <p:nvSpPr>
              <p:cNvPr id="51483" name="Freeform 283"/>
              <p:cNvSpPr/>
              <p:nvPr/>
            </p:nvSpPr>
            <p:spPr>
              <a:xfrm>
                <a:off x="5068" y="1372"/>
                <a:ext cx="22" cy="20"/>
              </a:xfrm>
              <a:custGeom>
                <a:avLst/>
                <a:gdLst/>
                <a:ahLst/>
                <a:cxnLst>
                  <a:cxn ang="0">
                    <a:pos x="7" y="17"/>
                  </a:cxn>
                  <a:cxn ang="0">
                    <a:pos x="10" y="19"/>
                  </a:cxn>
                  <a:cxn ang="0">
                    <a:pos x="11" y="18"/>
                  </a:cxn>
                  <a:cxn ang="0">
                    <a:pos x="17" y="19"/>
                  </a:cxn>
                  <a:cxn ang="0">
                    <a:pos x="21" y="13"/>
                  </a:cxn>
                  <a:cxn ang="0">
                    <a:pos x="19" y="8"/>
                  </a:cxn>
                  <a:cxn ang="0">
                    <a:pos x="15" y="5"/>
                  </a:cxn>
                  <a:cxn ang="0">
                    <a:pos x="11" y="2"/>
                  </a:cxn>
                  <a:cxn ang="0">
                    <a:pos x="6" y="1"/>
                  </a:cxn>
                  <a:cxn ang="0">
                    <a:pos x="5" y="2"/>
                  </a:cxn>
                  <a:cxn ang="0">
                    <a:pos x="2" y="0"/>
                  </a:cxn>
                  <a:cxn ang="0">
                    <a:pos x="0" y="1"/>
                  </a:cxn>
                  <a:cxn ang="0">
                    <a:pos x="2" y="6"/>
                  </a:cxn>
                  <a:cxn ang="0">
                    <a:pos x="1" y="8"/>
                  </a:cxn>
                  <a:cxn ang="0">
                    <a:pos x="4" y="12"/>
                  </a:cxn>
                  <a:cxn ang="0">
                    <a:pos x="7" y="17"/>
                  </a:cxn>
                </a:cxnLst>
                <a:rect l="0" t="0" r="0" b="0"/>
                <a:pathLst>
                  <a:path w="22" h="20">
                    <a:moveTo>
                      <a:pt x="7" y="17"/>
                    </a:moveTo>
                    <a:lnTo>
                      <a:pt x="10" y="19"/>
                    </a:lnTo>
                    <a:lnTo>
                      <a:pt x="11" y="18"/>
                    </a:lnTo>
                    <a:lnTo>
                      <a:pt x="17" y="19"/>
                    </a:lnTo>
                    <a:lnTo>
                      <a:pt x="21" y="13"/>
                    </a:lnTo>
                    <a:lnTo>
                      <a:pt x="19" y="8"/>
                    </a:lnTo>
                    <a:lnTo>
                      <a:pt x="15" y="5"/>
                    </a:lnTo>
                    <a:lnTo>
                      <a:pt x="11" y="2"/>
                    </a:lnTo>
                    <a:lnTo>
                      <a:pt x="6" y="1"/>
                    </a:lnTo>
                    <a:lnTo>
                      <a:pt x="5" y="2"/>
                    </a:lnTo>
                    <a:lnTo>
                      <a:pt x="2" y="0"/>
                    </a:lnTo>
                    <a:lnTo>
                      <a:pt x="0" y="1"/>
                    </a:lnTo>
                    <a:lnTo>
                      <a:pt x="2" y="6"/>
                    </a:lnTo>
                    <a:lnTo>
                      <a:pt x="1" y="8"/>
                    </a:lnTo>
                    <a:lnTo>
                      <a:pt x="4" y="12"/>
                    </a:lnTo>
                    <a:lnTo>
                      <a:pt x="7"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84" name="Freeform 284"/>
              <p:cNvSpPr/>
              <p:nvPr/>
            </p:nvSpPr>
            <p:spPr>
              <a:xfrm>
                <a:off x="5063" y="1368"/>
                <a:ext cx="24" cy="25"/>
              </a:xfrm>
              <a:custGeom>
                <a:avLst/>
                <a:gdLst/>
                <a:ahLst/>
                <a:cxnLst>
                  <a:cxn ang="0">
                    <a:pos x="8" y="0"/>
                  </a:cxn>
                  <a:cxn ang="0">
                    <a:pos x="23" y="19"/>
                  </a:cxn>
                  <a:cxn ang="0">
                    <a:pos x="14" y="24"/>
                  </a:cxn>
                  <a:cxn ang="0">
                    <a:pos x="0" y="6"/>
                  </a:cxn>
                  <a:cxn ang="0">
                    <a:pos x="8" y="0"/>
                  </a:cxn>
                </a:cxnLst>
                <a:rect l="0" t="0" r="0" b="0"/>
                <a:pathLst>
                  <a:path w="24" h="25">
                    <a:moveTo>
                      <a:pt x="8" y="0"/>
                    </a:moveTo>
                    <a:lnTo>
                      <a:pt x="23" y="19"/>
                    </a:lnTo>
                    <a:lnTo>
                      <a:pt x="14"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85" name="Freeform 285"/>
              <p:cNvSpPr/>
              <p:nvPr/>
            </p:nvSpPr>
            <p:spPr>
              <a:xfrm>
                <a:off x="5074" y="1380"/>
                <a:ext cx="21" cy="17"/>
              </a:xfrm>
              <a:custGeom>
                <a:avLst/>
                <a:gdLst/>
                <a:ahLst/>
                <a:cxnLst>
                  <a:cxn ang="0">
                    <a:pos x="0" y="2"/>
                  </a:cxn>
                  <a:cxn ang="0">
                    <a:pos x="1" y="6"/>
                  </a:cxn>
                  <a:cxn ang="0">
                    <a:pos x="2" y="10"/>
                  </a:cxn>
                  <a:cxn ang="0">
                    <a:pos x="4" y="14"/>
                  </a:cxn>
                  <a:cxn ang="0">
                    <a:pos x="6" y="16"/>
                  </a:cxn>
                  <a:cxn ang="0">
                    <a:pos x="10" y="16"/>
                  </a:cxn>
                  <a:cxn ang="0">
                    <a:pos x="14" y="15"/>
                  </a:cxn>
                  <a:cxn ang="0">
                    <a:pos x="18" y="16"/>
                  </a:cxn>
                  <a:cxn ang="0">
                    <a:pos x="20" y="14"/>
                  </a:cxn>
                  <a:cxn ang="0">
                    <a:pos x="17" y="12"/>
                  </a:cxn>
                  <a:cxn ang="0">
                    <a:pos x="19" y="10"/>
                  </a:cxn>
                  <a:cxn ang="0">
                    <a:pos x="18" y="6"/>
                  </a:cxn>
                  <a:cxn ang="0">
                    <a:pos x="15" y="4"/>
                  </a:cxn>
                  <a:cxn ang="0">
                    <a:pos x="12" y="3"/>
                  </a:cxn>
                  <a:cxn ang="0">
                    <a:pos x="10" y="0"/>
                  </a:cxn>
                  <a:cxn ang="0">
                    <a:pos x="5" y="0"/>
                  </a:cxn>
                  <a:cxn ang="0">
                    <a:pos x="4" y="2"/>
                  </a:cxn>
                  <a:cxn ang="0">
                    <a:pos x="1" y="0"/>
                  </a:cxn>
                  <a:cxn ang="0">
                    <a:pos x="0" y="2"/>
                  </a:cxn>
                </a:cxnLst>
                <a:rect l="0" t="0" r="0" b="0"/>
                <a:pathLst>
                  <a:path w="21" h="17">
                    <a:moveTo>
                      <a:pt x="0" y="2"/>
                    </a:moveTo>
                    <a:lnTo>
                      <a:pt x="1" y="6"/>
                    </a:lnTo>
                    <a:lnTo>
                      <a:pt x="2" y="10"/>
                    </a:lnTo>
                    <a:lnTo>
                      <a:pt x="4" y="14"/>
                    </a:lnTo>
                    <a:lnTo>
                      <a:pt x="6" y="16"/>
                    </a:lnTo>
                    <a:lnTo>
                      <a:pt x="10" y="16"/>
                    </a:lnTo>
                    <a:lnTo>
                      <a:pt x="14" y="15"/>
                    </a:lnTo>
                    <a:lnTo>
                      <a:pt x="18" y="16"/>
                    </a:lnTo>
                    <a:lnTo>
                      <a:pt x="20" y="14"/>
                    </a:lnTo>
                    <a:lnTo>
                      <a:pt x="17" y="12"/>
                    </a:lnTo>
                    <a:lnTo>
                      <a:pt x="19" y="10"/>
                    </a:lnTo>
                    <a:lnTo>
                      <a:pt x="18" y="6"/>
                    </a:lnTo>
                    <a:lnTo>
                      <a:pt x="15" y="4"/>
                    </a:lnTo>
                    <a:lnTo>
                      <a:pt x="12" y="3"/>
                    </a:lnTo>
                    <a:lnTo>
                      <a:pt x="10" y="0"/>
                    </a:lnTo>
                    <a:lnTo>
                      <a:pt x="5" y="0"/>
                    </a:lnTo>
                    <a:lnTo>
                      <a:pt x="4" y="2"/>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86" name="Line 286"/>
              <p:cNvSpPr/>
              <p:nvPr/>
            </p:nvSpPr>
            <p:spPr>
              <a:xfrm>
                <a:off x="5053" y="1365"/>
                <a:ext cx="7" cy="0"/>
              </a:xfrm>
              <a:prstGeom prst="line">
                <a:avLst/>
              </a:prstGeom>
              <a:ln w="12700" cap="flat" cmpd="sng">
                <a:solidFill>
                  <a:schemeClr val="tx1"/>
                </a:solidFill>
                <a:prstDash val="solid"/>
                <a:headEnd type="none" w="med" len="med"/>
                <a:tailEnd type="none" w="med" len="med"/>
              </a:ln>
            </p:spPr>
          </p:sp>
          <p:sp>
            <p:nvSpPr>
              <p:cNvPr id="51487" name="Line 287"/>
              <p:cNvSpPr/>
              <p:nvPr/>
            </p:nvSpPr>
            <p:spPr>
              <a:xfrm>
                <a:off x="5055" y="1362"/>
                <a:ext cx="7" cy="5"/>
              </a:xfrm>
              <a:prstGeom prst="line">
                <a:avLst/>
              </a:prstGeom>
              <a:ln w="12700" cap="flat" cmpd="sng">
                <a:solidFill>
                  <a:schemeClr val="tx1"/>
                </a:solidFill>
                <a:prstDash val="solid"/>
                <a:headEnd type="none" w="med" len="med"/>
                <a:tailEnd type="none" w="med" len="med"/>
              </a:ln>
            </p:spPr>
          </p:sp>
          <p:sp>
            <p:nvSpPr>
              <p:cNvPr id="51488" name="Freeform 288"/>
              <p:cNvSpPr/>
              <p:nvPr/>
            </p:nvSpPr>
            <p:spPr>
              <a:xfrm>
                <a:off x="5043" y="1363"/>
                <a:ext cx="24" cy="22"/>
              </a:xfrm>
              <a:custGeom>
                <a:avLst/>
                <a:gdLst/>
                <a:ahLst/>
                <a:cxnLst>
                  <a:cxn ang="0">
                    <a:pos x="11" y="18"/>
                  </a:cxn>
                  <a:cxn ang="0">
                    <a:pos x="12" y="17"/>
                  </a:cxn>
                  <a:cxn ang="0">
                    <a:pos x="17" y="21"/>
                  </a:cxn>
                  <a:cxn ang="0">
                    <a:pos x="23" y="12"/>
                  </a:cxn>
                  <a:cxn ang="0">
                    <a:pos x="19" y="8"/>
                  </a:cxn>
                  <a:cxn ang="0">
                    <a:pos x="20" y="7"/>
                  </a:cxn>
                  <a:cxn ang="0">
                    <a:pos x="15" y="4"/>
                  </a:cxn>
                  <a:cxn ang="0">
                    <a:pos x="14" y="6"/>
                  </a:cxn>
                  <a:cxn ang="0">
                    <a:pos x="10" y="2"/>
                  </a:cxn>
                  <a:cxn ang="0">
                    <a:pos x="4" y="0"/>
                  </a:cxn>
                  <a:cxn ang="0">
                    <a:pos x="3" y="2"/>
                  </a:cxn>
                  <a:cxn ang="0">
                    <a:pos x="1" y="4"/>
                  </a:cxn>
                  <a:cxn ang="0">
                    <a:pos x="0" y="5"/>
                  </a:cxn>
                  <a:cxn ang="0">
                    <a:pos x="3" y="11"/>
                  </a:cxn>
                  <a:cxn ang="0">
                    <a:pos x="8" y="14"/>
                  </a:cxn>
                  <a:cxn ang="0">
                    <a:pos x="7" y="15"/>
                  </a:cxn>
                  <a:cxn ang="0">
                    <a:pos x="11" y="18"/>
                  </a:cxn>
                </a:cxnLst>
                <a:rect l="0" t="0" r="0" b="0"/>
                <a:pathLst>
                  <a:path w="24" h="22">
                    <a:moveTo>
                      <a:pt x="11" y="18"/>
                    </a:moveTo>
                    <a:lnTo>
                      <a:pt x="12" y="17"/>
                    </a:lnTo>
                    <a:lnTo>
                      <a:pt x="17" y="21"/>
                    </a:lnTo>
                    <a:lnTo>
                      <a:pt x="23" y="12"/>
                    </a:lnTo>
                    <a:lnTo>
                      <a:pt x="19" y="8"/>
                    </a:lnTo>
                    <a:lnTo>
                      <a:pt x="20" y="7"/>
                    </a:lnTo>
                    <a:lnTo>
                      <a:pt x="15" y="4"/>
                    </a:lnTo>
                    <a:lnTo>
                      <a:pt x="14" y="6"/>
                    </a:lnTo>
                    <a:lnTo>
                      <a:pt x="10" y="2"/>
                    </a:lnTo>
                    <a:lnTo>
                      <a:pt x="4" y="0"/>
                    </a:lnTo>
                    <a:lnTo>
                      <a:pt x="3" y="2"/>
                    </a:lnTo>
                    <a:lnTo>
                      <a:pt x="1" y="4"/>
                    </a:lnTo>
                    <a:lnTo>
                      <a:pt x="0" y="5"/>
                    </a:lnTo>
                    <a:lnTo>
                      <a:pt x="3" y="11"/>
                    </a:lnTo>
                    <a:lnTo>
                      <a:pt x="8" y="14"/>
                    </a:lnTo>
                    <a:lnTo>
                      <a:pt x="7" y="15"/>
                    </a:lnTo>
                    <a:lnTo>
                      <a:pt x="11"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89" name="Freeform 289"/>
              <p:cNvSpPr/>
              <p:nvPr/>
            </p:nvSpPr>
            <p:spPr>
              <a:xfrm>
                <a:off x="5040" y="1360"/>
                <a:ext cx="23" cy="25"/>
              </a:xfrm>
              <a:custGeom>
                <a:avLst/>
                <a:gdLst/>
                <a:ahLst/>
                <a:cxnLst>
                  <a:cxn ang="0">
                    <a:pos x="8" y="0"/>
                  </a:cxn>
                  <a:cxn ang="0">
                    <a:pos x="22" y="18"/>
                  </a:cxn>
                  <a:cxn ang="0">
                    <a:pos x="15" y="24"/>
                  </a:cxn>
                  <a:cxn ang="0">
                    <a:pos x="0" y="6"/>
                  </a:cxn>
                  <a:cxn ang="0">
                    <a:pos x="8" y="0"/>
                  </a:cxn>
                </a:cxnLst>
                <a:rect l="0" t="0" r="0" b="0"/>
                <a:pathLst>
                  <a:path w="23" h="25">
                    <a:moveTo>
                      <a:pt x="8" y="0"/>
                    </a:moveTo>
                    <a:lnTo>
                      <a:pt x="22" y="18"/>
                    </a:lnTo>
                    <a:lnTo>
                      <a:pt x="15"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90" name="Freeform 290"/>
              <p:cNvSpPr/>
              <p:nvPr/>
            </p:nvSpPr>
            <p:spPr>
              <a:xfrm>
                <a:off x="5053" y="1368"/>
                <a:ext cx="23" cy="18"/>
              </a:xfrm>
              <a:custGeom>
                <a:avLst/>
                <a:gdLst/>
                <a:ahLst/>
                <a:cxnLst>
                  <a:cxn ang="0">
                    <a:pos x="3" y="3"/>
                  </a:cxn>
                  <a:cxn ang="0">
                    <a:pos x="1" y="5"/>
                  </a:cxn>
                  <a:cxn ang="0">
                    <a:pos x="0" y="6"/>
                  </a:cxn>
                  <a:cxn ang="0">
                    <a:pos x="1" y="10"/>
                  </a:cxn>
                  <a:cxn ang="0">
                    <a:pos x="4" y="12"/>
                  </a:cxn>
                  <a:cxn ang="0">
                    <a:pos x="3" y="14"/>
                  </a:cxn>
                  <a:cxn ang="0">
                    <a:pos x="6" y="16"/>
                  </a:cxn>
                  <a:cxn ang="0">
                    <a:pos x="15" y="17"/>
                  </a:cxn>
                  <a:cxn ang="0">
                    <a:pos x="19" y="17"/>
                  </a:cxn>
                  <a:cxn ang="0">
                    <a:pos x="22" y="13"/>
                  </a:cxn>
                  <a:cxn ang="0">
                    <a:pos x="16" y="4"/>
                  </a:cxn>
                  <a:cxn ang="0">
                    <a:pos x="13" y="2"/>
                  </a:cxn>
                  <a:cxn ang="0">
                    <a:pos x="9" y="0"/>
                  </a:cxn>
                  <a:cxn ang="0">
                    <a:pos x="5" y="0"/>
                  </a:cxn>
                  <a:cxn ang="0">
                    <a:pos x="3" y="2"/>
                  </a:cxn>
                  <a:cxn ang="0">
                    <a:pos x="3" y="3"/>
                  </a:cxn>
                </a:cxnLst>
                <a:rect l="0" t="0" r="0" b="0"/>
                <a:pathLst>
                  <a:path w="23" h="18">
                    <a:moveTo>
                      <a:pt x="3" y="3"/>
                    </a:moveTo>
                    <a:lnTo>
                      <a:pt x="1" y="5"/>
                    </a:lnTo>
                    <a:lnTo>
                      <a:pt x="0" y="6"/>
                    </a:lnTo>
                    <a:lnTo>
                      <a:pt x="1" y="10"/>
                    </a:lnTo>
                    <a:lnTo>
                      <a:pt x="4" y="12"/>
                    </a:lnTo>
                    <a:lnTo>
                      <a:pt x="3" y="14"/>
                    </a:lnTo>
                    <a:lnTo>
                      <a:pt x="6" y="16"/>
                    </a:lnTo>
                    <a:lnTo>
                      <a:pt x="15" y="17"/>
                    </a:lnTo>
                    <a:lnTo>
                      <a:pt x="19" y="17"/>
                    </a:lnTo>
                    <a:lnTo>
                      <a:pt x="22" y="13"/>
                    </a:lnTo>
                    <a:lnTo>
                      <a:pt x="16" y="4"/>
                    </a:lnTo>
                    <a:lnTo>
                      <a:pt x="13" y="2"/>
                    </a:lnTo>
                    <a:lnTo>
                      <a:pt x="9" y="0"/>
                    </a:lnTo>
                    <a:lnTo>
                      <a:pt x="5" y="0"/>
                    </a:lnTo>
                    <a:lnTo>
                      <a:pt x="3" y="2"/>
                    </a:lnTo>
                    <a:lnTo>
                      <a:pt x="3" y="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91" name="Line 291"/>
              <p:cNvSpPr/>
              <p:nvPr/>
            </p:nvSpPr>
            <p:spPr>
              <a:xfrm>
                <a:off x="5060" y="1360"/>
                <a:ext cx="4" cy="0"/>
              </a:xfrm>
              <a:prstGeom prst="line">
                <a:avLst/>
              </a:prstGeom>
              <a:ln w="12700" cap="flat" cmpd="sng">
                <a:solidFill>
                  <a:schemeClr val="tx1"/>
                </a:solidFill>
                <a:prstDash val="solid"/>
                <a:headEnd type="none" w="med" len="med"/>
                <a:tailEnd type="none" w="med" len="med"/>
              </a:ln>
            </p:spPr>
          </p:sp>
          <p:sp>
            <p:nvSpPr>
              <p:cNvPr id="51492" name="Line 292"/>
              <p:cNvSpPr/>
              <p:nvPr/>
            </p:nvSpPr>
            <p:spPr>
              <a:xfrm>
                <a:off x="5059" y="1359"/>
                <a:ext cx="6" cy="1"/>
              </a:xfrm>
              <a:prstGeom prst="line">
                <a:avLst/>
              </a:prstGeom>
              <a:ln w="12700" cap="flat" cmpd="sng">
                <a:solidFill>
                  <a:schemeClr val="tx1"/>
                </a:solidFill>
                <a:prstDash val="solid"/>
                <a:headEnd type="none" w="med" len="med"/>
                <a:tailEnd type="none" w="med" len="med"/>
              </a:ln>
            </p:spPr>
          </p:sp>
          <p:sp>
            <p:nvSpPr>
              <p:cNvPr id="51493" name="Freeform 293"/>
              <p:cNvSpPr/>
              <p:nvPr/>
            </p:nvSpPr>
            <p:spPr>
              <a:xfrm>
                <a:off x="5049" y="1353"/>
                <a:ext cx="24" cy="21"/>
              </a:xfrm>
              <a:custGeom>
                <a:avLst/>
                <a:gdLst/>
                <a:ahLst/>
                <a:cxnLst>
                  <a:cxn ang="0">
                    <a:pos x="11" y="18"/>
                  </a:cxn>
                  <a:cxn ang="0">
                    <a:pos x="16" y="20"/>
                  </a:cxn>
                  <a:cxn ang="0">
                    <a:pos x="23" y="12"/>
                  </a:cxn>
                  <a:cxn ang="0">
                    <a:pos x="18" y="8"/>
                  </a:cxn>
                  <a:cxn ang="0">
                    <a:pos x="20" y="7"/>
                  </a:cxn>
                  <a:cxn ang="0">
                    <a:pos x="15" y="3"/>
                  </a:cxn>
                  <a:cxn ang="0">
                    <a:pos x="14" y="5"/>
                  </a:cxn>
                  <a:cxn ang="0">
                    <a:pos x="10" y="1"/>
                  </a:cxn>
                  <a:cxn ang="0">
                    <a:pos x="3" y="0"/>
                  </a:cxn>
                  <a:cxn ang="0">
                    <a:pos x="2" y="2"/>
                  </a:cxn>
                  <a:cxn ang="0">
                    <a:pos x="2" y="3"/>
                  </a:cxn>
                  <a:cxn ang="0">
                    <a:pos x="0" y="4"/>
                  </a:cxn>
                  <a:cxn ang="0">
                    <a:pos x="2" y="11"/>
                  </a:cxn>
                  <a:cxn ang="0">
                    <a:pos x="6" y="14"/>
                  </a:cxn>
                  <a:cxn ang="0">
                    <a:pos x="11" y="18"/>
                  </a:cxn>
                </a:cxnLst>
                <a:rect l="0" t="0" r="0" b="0"/>
                <a:pathLst>
                  <a:path w="24" h="21">
                    <a:moveTo>
                      <a:pt x="11" y="18"/>
                    </a:moveTo>
                    <a:lnTo>
                      <a:pt x="16" y="20"/>
                    </a:lnTo>
                    <a:lnTo>
                      <a:pt x="23" y="12"/>
                    </a:lnTo>
                    <a:lnTo>
                      <a:pt x="18" y="8"/>
                    </a:lnTo>
                    <a:lnTo>
                      <a:pt x="20" y="7"/>
                    </a:lnTo>
                    <a:lnTo>
                      <a:pt x="15" y="3"/>
                    </a:lnTo>
                    <a:lnTo>
                      <a:pt x="14" y="5"/>
                    </a:lnTo>
                    <a:lnTo>
                      <a:pt x="10" y="1"/>
                    </a:lnTo>
                    <a:lnTo>
                      <a:pt x="3" y="0"/>
                    </a:lnTo>
                    <a:lnTo>
                      <a:pt x="2" y="2"/>
                    </a:lnTo>
                    <a:lnTo>
                      <a:pt x="2" y="3"/>
                    </a:lnTo>
                    <a:lnTo>
                      <a:pt x="0" y="4"/>
                    </a:lnTo>
                    <a:lnTo>
                      <a:pt x="2" y="11"/>
                    </a:lnTo>
                    <a:lnTo>
                      <a:pt x="6" y="14"/>
                    </a:lnTo>
                    <a:lnTo>
                      <a:pt x="11"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94" name="Freeform 294"/>
              <p:cNvSpPr/>
              <p:nvPr/>
            </p:nvSpPr>
            <p:spPr>
              <a:xfrm>
                <a:off x="5047" y="1350"/>
                <a:ext cx="23" cy="25"/>
              </a:xfrm>
              <a:custGeom>
                <a:avLst/>
                <a:gdLst/>
                <a:ahLst/>
                <a:cxnLst>
                  <a:cxn ang="0">
                    <a:pos x="8" y="0"/>
                  </a:cxn>
                  <a:cxn ang="0">
                    <a:pos x="22" y="18"/>
                  </a:cxn>
                  <a:cxn ang="0">
                    <a:pos x="15" y="24"/>
                  </a:cxn>
                  <a:cxn ang="0">
                    <a:pos x="0" y="6"/>
                  </a:cxn>
                  <a:cxn ang="0">
                    <a:pos x="8" y="0"/>
                  </a:cxn>
                </a:cxnLst>
                <a:rect l="0" t="0" r="0" b="0"/>
                <a:pathLst>
                  <a:path w="23" h="25">
                    <a:moveTo>
                      <a:pt x="8" y="0"/>
                    </a:moveTo>
                    <a:lnTo>
                      <a:pt x="22" y="18"/>
                    </a:lnTo>
                    <a:lnTo>
                      <a:pt x="15"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95" name="Freeform 295"/>
              <p:cNvSpPr/>
              <p:nvPr/>
            </p:nvSpPr>
            <p:spPr>
              <a:xfrm>
                <a:off x="5058" y="1365"/>
                <a:ext cx="24" cy="17"/>
              </a:xfrm>
              <a:custGeom>
                <a:avLst/>
                <a:gdLst/>
                <a:ahLst/>
                <a:cxnLst>
                  <a:cxn ang="0">
                    <a:pos x="3" y="1"/>
                  </a:cxn>
                  <a:cxn ang="0">
                    <a:pos x="2" y="3"/>
                  </a:cxn>
                  <a:cxn ang="0">
                    <a:pos x="0" y="5"/>
                  </a:cxn>
                  <a:cxn ang="0">
                    <a:pos x="1" y="9"/>
                  </a:cxn>
                  <a:cxn ang="0">
                    <a:pos x="5" y="11"/>
                  </a:cxn>
                  <a:cxn ang="0">
                    <a:pos x="3" y="13"/>
                  </a:cxn>
                  <a:cxn ang="0">
                    <a:pos x="6" y="14"/>
                  </a:cxn>
                  <a:cxn ang="0">
                    <a:pos x="20" y="16"/>
                  </a:cxn>
                  <a:cxn ang="0">
                    <a:pos x="23" y="12"/>
                  </a:cxn>
                  <a:cxn ang="0">
                    <a:pos x="17" y="2"/>
                  </a:cxn>
                  <a:cxn ang="0">
                    <a:pos x="14" y="0"/>
                  </a:cxn>
                  <a:cxn ang="0">
                    <a:pos x="13" y="2"/>
                  </a:cxn>
                  <a:cxn ang="0">
                    <a:pos x="10" y="0"/>
                  </a:cxn>
                  <a:cxn ang="0">
                    <a:pos x="4" y="0"/>
                  </a:cxn>
                  <a:cxn ang="0">
                    <a:pos x="3" y="1"/>
                  </a:cxn>
                </a:cxnLst>
                <a:rect l="0" t="0" r="0" b="0"/>
                <a:pathLst>
                  <a:path w="24" h="17">
                    <a:moveTo>
                      <a:pt x="3" y="1"/>
                    </a:moveTo>
                    <a:lnTo>
                      <a:pt x="2" y="3"/>
                    </a:lnTo>
                    <a:lnTo>
                      <a:pt x="0" y="5"/>
                    </a:lnTo>
                    <a:lnTo>
                      <a:pt x="1" y="9"/>
                    </a:lnTo>
                    <a:lnTo>
                      <a:pt x="5" y="11"/>
                    </a:lnTo>
                    <a:lnTo>
                      <a:pt x="3" y="13"/>
                    </a:lnTo>
                    <a:lnTo>
                      <a:pt x="6" y="14"/>
                    </a:lnTo>
                    <a:lnTo>
                      <a:pt x="20" y="16"/>
                    </a:lnTo>
                    <a:lnTo>
                      <a:pt x="23" y="12"/>
                    </a:lnTo>
                    <a:lnTo>
                      <a:pt x="17" y="2"/>
                    </a:lnTo>
                    <a:lnTo>
                      <a:pt x="14" y="0"/>
                    </a:lnTo>
                    <a:lnTo>
                      <a:pt x="13" y="2"/>
                    </a:lnTo>
                    <a:lnTo>
                      <a:pt x="10" y="0"/>
                    </a:lnTo>
                    <a:lnTo>
                      <a:pt x="4" y="0"/>
                    </a:lnTo>
                    <a:lnTo>
                      <a:pt x="3"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496" name="Line 296"/>
              <p:cNvSpPr/>
              <p:nvPr/>
            </p:nvSpPr>
            <p:spPr>
              <a:xfrm>
                <a:off x="5050" y="1345"/>
                <a:ext cx="6" cy="5"/>
              </a:xfrm>
              <a:prstGeom prst="line">
                <a:avLst/>
              </a:prstGeom>
              <a:ln w="12700" cap="flat" cmpd="sng">
                <a:solidFill>
                  <a:schemeClr val="tx1"/>
                </a:solidFill>
                <a:prstDash val="solid"/>
                <a:headEnd type="none" w="med" len="med"/>
                <a:tailEnd type="none" w="med" len="med"/>
              </a:ln>
            </p:spPr>
          </p:sp>
          <p:sp>
            <p:nvSpPr>
              <p:cNvPr id="51497" name="Line 297"/>
              <p:cNvSpPr/>
              <p:nvPr/>
            </p:nvSpPr>
            <p:spPr>
              <a:xfrm>
                <a:off x="5052" y="1344"/>
                <a:ext cx="7" cy="1"/>
              </a:xfrm>
              <a:prstGeom prst="line">
                <a:avLst/>
              </a:prstGeom>
              <a:ln w="12700" cap="flat" cmpd="sng">
                <a:solidFill>
                  <a:schemeClr val="tx1"/>
                </a:solidFill>
                <a:prstDash val="solid"/>
                <a:headEnd type="none" w="med" len="med"/>
                <a:tailEnd type="none" w="med" len="med"/>
              </a:ln>
            </p:spPr>
          </p:sp>
          <p:sp>
            <p:nvSpPr>
              <p:cNvPr id="51498" name="Freeform 298"/>
              <p:cNvSpPr/>
              <p:nvPr/>
            </p:nvSpPr>
            <p:spPr>
              <a:xfrm>
                <a:off x="5045" y="1345"/>
                <a:ext cx="23" cy="19"/>
              </a:xfrm>
              <a:custGeom>
                <a:avLst/>
                <a:gdLst/>
                <a:ahLst/>
                <a:cxnLst>
                  <a:cxn ang="0">
                    <a:pos x="10" y="18"/>
                  </a:cxn>
                  <a:cxn ang="0">
                    <a:pos x="11" y="15"/>
                  </a:cxn>
                  <a:cxn ang="0">
                    <a:pos x="15" y="18"/>
                  </a:cxn>
                  <a:cxn ang="0">
                    <a:pos x="22" y="10"/>
                  </a:cxn>
                  <a:cxn ang="0">
                    <a:pos x="18" y="8"/>
                  </a:cxn>
                  <a:cxn ang="0">
                    <a:pos x="19" y="5"/>
                  </a:cxn>
                  <a:cxn ang="0">
                    <a:pos x="16" y="3"/>
                  </a:cxn>
                  <a:cxn ang="0">
                    <a:pos x="14" y="4"/>
                  </a:cxn>
                  <a:cxn ang="0">
                    <a:pos x="11" y="2"/>
                  </a:cxn>
                  <a:cxn ang="0">
                    <a:pos x="6" y="0"/>
                  </a:cxn>
                  <a:cxn ang="0">
                    <a:pos x="5" y="3"/>
                  </a:cxn>
                  <a:cxn ang="0">
                    <a:pos x="1" y="0"/>
                  </a:cxn>
                  <a:cxn ang="0">
                    <a:pos x="0" y="2"/>
                  </a:cxn>
                  <a:cxn ang="0">
                    <a:pos x="3" y="6"/>
                  </a:cxn>
                  <a:cxn ang="0">
                    <a:pos x="4" y="10"/>
                  </a:cxn>
                  <a:cxn ang="0">
                    <a:pos x="8" y="12"/>
                  </a:cxn>
                  <a:cxn ang="0">
                    <a:pos x="7" y="15"/>
                  </a:cxn>
                  <a:cxn ang="0">
                    <a:pos x="10" y="18"/>
                  </a:cxn>
                </a:cxnLst>
                <a:rect l="0" t="0" r="0" b="0"/>
                <a:pathLst>
                  <a:path w="23" h="19">
                    <a:moveTo>
                      <a:pt x="10" y="18"/>
                    </a:moveTo>
                    <a:lnTo>
                      <a:pt x="11" y="15"/>
                    </a:lnTo>
                    <a:lnTo>
                      <a:pt x="15" y="18"/>
                    </a:lnTo>
                    <a:lnTo>
                      <a:pt x="22" y="10"/>
                    </a:lnTo>
                    <a:lnTo>
                      <a:pt x="18" y="8"/>
                    </a:lnTo>
                    <a:lnTo>
                      <a:pt x="19" y="5"/>
                    </a:lnTo>
                    <a:lnTo>
                      <a:pt x="16" y="3"/>
                    </a:lnTo>
                    <a:lnTo>
                      <a:pt x="14" y="4"/>
                    </a:lnTo>
                    <a:lnTo>
                      <a:pt x="11" y="2"/>
                    </a:lnTo>
                    <a:lnTo>
                      <a:pt x="6" y="0"/>
                    </a:lnTo>
                    <a:lnTo>
                      <a:pt x="5" y="3"/>
                    </a:lnTo>
                    <a:lnTo>
                      <a:pt x="1" y="0"/>
                    </a:lnTo>
                    <a:lnTo>
                      <a:pt x="0" y="2"/>
                    </a:lnTo>
                    <a:lnTo>
                      <a:pt x="3" y="6"/>
                    </a:lnTo>
                    <a:lnTo>
                      <a:pt x="4" y="10"/>
                    </a:lnTo>
                    <a:lnTo>
                      <a:pt x="8" y="12"/>
                    </a:lnTo>
                    <a:lnTo>
                      <a:pt x="7" y="15"/>
                    </a:lnTo>
                    <a:lnTo>
                      <a:pt x="10"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499" name="Freeform 299"/>
              <p:cNvSpPr/>
              <p:nvPr/>
            </p:nvSpPr>
            <p:spPr>
              <a:xfrm>
                <a:off x="5043" y="1342"/>
                <a:ext cx="23" cy="24"/>
              </a:xfrm>
              <a:custGeom>
                <a:avLst/>
                <a:gdLst/>
                <a:ahLst/>
                <a:cxnLst>
                  <a:cxn ang="0">
                    <a:pos x="8" y="0"/>
                  </a:cxn>
                  <a:cxn ang="0">
                    <a:pos x="22" y="17"/>
                  </a:cxn>
                  <a:cxn ang="0">
                    <a:pos x="14" y="23"/>
                  </a:cxn>
                  <a:cxn ang="0">
                    <a:pos x="0" y="6"/>
                  </a:cxn>
                  <a:cxn ang="0">
                    <a:pos x="8" y="0"/>
                  </a:cxn>
                </a:cxnLst>
                <a:rect l="0" t="0" r="0" b="0"/>
                <a:pathLst>
                  <a:path w="23" h="24">
                    <a:moveTo>
                      <a:pt x="8" y="0"/>
                    </a:moveTo>
                    <a:lnTo>
                      <a:pt x="22" y="17"/>
                    </a:lnTo>
                    <a:lnTo>
                      <a:pt x="14" y="23"/>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500" name="Freeform 300"/>
              <p:cNvSpPr/>
              <p:nvPr/>
            </p:nvSpPr>
            <p:spPr>
              <a:xfrm>
                <a:off x="5050" y="1351"/>
                <a:ext cx="23" cy="18"/>
              </a:xfrm>
              <a:custGeom>
                <a:avLst/>
                <a:gdLst/>
                <a:ahLst/>
                <a:cxnLst>
                  <a:cxn ang="0">
                    <a:pos x="3" y="3"/>
                  </a:cxn>
                  <a:cxn ang="0">
                    <a:pos x="1" y="4"/>
                  </a:cxn>
                  <a:cxn ang="0">
                    <a:pos x="0" y="6"/>
                  </a:cxn>
                  <a:cxn ang="0">
                    <a:pos x="1" y="10"/>
                  </a:cxn>
                  <a:cxn ang="0">
                    <a:pos x="5" y="13"/>
                  </a:cxn>
                  <a:cxn ang="0">
                    <a:pos x="3" y="14"/>
                  </a:cxn>
                  <a:cxn ang="0">
                    <a:pos x="7" y="15"/>
                  </a:cxn>
                  <a:cxn ang="0">
                    <a:pos x="12" y="16"/>
                  </a:cxn>
                  <a:cxn ang="0">
                    <a:pos x="16" y="16"/>
                  </a:cxn>
                  <a:cxn ang="0">
                    <a:pos x="18" y="15"/>
                  </a:cxn>
                  <a:cxn ang="0">
                    <a:pos x="21" y="17"/>
                  </a:cxn>
                  <a:cxn ang="0">
                    <a:pos x="22" y="15"/>
                  </a:cxn>
                  <a:cxn ang="0">
                    <a:pos x="21" y="12"/>
                  </a:cxn>
                  <a:cxn ang="0">
                    <a:pos x="22" y="9"/>
                  </a:cxn>
                  <a:cxn ang="0">
                    <a:pos x="20" y="6"/>
                  </a:cxn>
                  <a:cxn ang="0">
                    <a:pos x="17" y="4"/>
                  </a:cxn>
                  <a:cxn ang="0">
                    <a:pos x="14" y="2"/>
                  </a:cxn>
                  <a:cxn ang="0">
                    <a:pos x="11" y="0"/>
                  </a:cxn>
                  <a:cxn ang="0">
                    <a:pos x="6" y="0"/>
                  </a:cxn>
                  <a:cxn ang="0">
                    <a:pos x="4" y="1"/>
                  </a:cxn>
                  <a:cxn ang="0">
                    <a:pos x="3" y="3"/>
                  </a:cxn>
                </a:cxnLst>
                <a:rect l="0" t="0" r="0" b="0"/>
                <a:pathLst>
                  <a:path w="23" h="18">
                    <a:moveTo>
                      <a:pt x="3" y="3"/>
                    </a:moveTo>
                    <a:lnTo>
                      <a:pt x="1" y="4"/>
                    </a:lnTo>
                    <a:lnTo>
                      <a:pt x="0" y="6"/>
                    </a:lnTo>
                    <a:lnTo>
                      <a:pt x="1" y="10"/>
                    </a:lnTo>
                    <a:lnTo>
                      <a:pt x="5" y="13"/>
                    </a:lnTo>
                    <a:lnTo>
                      <a:pt x="3" y="14"/>
                    </a:lnTo>
                    <a:lnTo>
                      <a:pt x="7" y="15"/>
                    </a:lnTo>
                    <a:lnTo>
                      <a:pt x="12" y="16"/>
                    </a:lnTo>
                    <a:lnTo>
                      <a:pt x="16" y="16"/>
                    </a:lnTo>
                    <a:lnTo>
                      <a:pt x="18" y="15"/>
                    </a:lnTo>
                    <a:lnTo>
                      <a:pt x="21" y="17"/>
                    </a:lnTo>
                    <a:lnTo>
                      <a:pt x="22" y="15"/>
                    </a:lnTo>
                    <a:lnTo>
                      <a:pt x="21" y="12"/>
                    </a:lnTo>
                    <a:lnTo>
                      <a:pt x="22" y="9"/>
                    </a:lnTo>
                    <a:lnTo>
                      <a:pt x="20" y="6"/>
                    </a:lnTo>
                    <a:lnTo>
                      <a:pt x="17" y="4"/>
                    </a:lnTo>
                    <a:lnTo>
                      <a:pt x="14" y="2"/>
                    </a:lnTo>
                    <a:lnTo>
                      <a:pt x="11" y="0"/>
                    </a:lnTo>
                    <a:lnTo>
                      <a:pt x="6" y="0"/>
                    </a:lnTo>
                    <a:lnTo>
                      <a:pt x="4" y="1"/>
                    </a:lnTo>
                    <a:lnTo>
                      <a:pt x="3" y="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501" name="Line 301"/>
              <p:cNvSpPr/>
              <p:nvPr/>
            </p:nvSpPr>
            <p:spPr>
              <a:xfrm>
                <a:off x="5070" y="1358"/>
                <a:ext cx="6" cy="5"/>
              </a:xfrm>
              <a:prstGeom prst="line">
                <a:avLst/>
              </a:prstGeom>
              <a:ln w="12700" cap="flat" cmpd="sng">
                <a:solidFill>
                  <a:schemeClr val="tx1"/>
                </a:solidFill>
                <a:prstDash val="solid"/>
                <a:headEnd type="none" w="med" len="med"/>
                <a:tailEnd type="none" w="med" len="med"/>
              </a:ln>
            </p:spPr>
          </p:sp>
          <p:sp>
            <p:nvSpPr>
              <p:cNvPr id="51502" name="Line 302"/>
              <p:cNvSpPr/>
              <p:nvPr/>
            </p:nvSpPr>
            <p:spPr>
              <a:xfrm>
                <a:off x="5073" y="1360"/>
                <a:ext cx="6" cy="1"/>
              </a:xfrm>
              <a:prstGeom prst="line">
                <a:avLst/>
              </a:prstGeom>
              <a:ln w="12700" cap="flat" cmpd="sng">
                <a:solidFill>
                  <a:schemeClr val="tx1"/>
                </a:solidFill>
                <a:prstDash val="solid"/>
                <a:headEnd type="none" w="med" len="med"/>
                <a:tailEnd type="none" w="med" len="med"/>
              </a:ln>
            </p:spPr>
          </p:sp>
          <p:sp>
            <p:nvSpPr>
              <p:cNvPr id="51503" name="Freeform 303"/>
              <p:cNvSpPr/>
              <p:nvPr/>
            </p:nvSpPr>
            <p:spPr>
              <a:xfrm>
                <a:off x="5064" y="1357"/>
                <a:ext cx="24" cy="21"/>
              </a:xfrm>
              <a:custGeom>
                <a:avLst/>
                <a:gdLst/>
                <a:ahLst/>
                <a:cxnLst>
                  <a:cxn ang="0">
                    <a:pos x="10" y="16"/>
                  </a:cxn>
                  <a:cxn ang="0">
                    <a:pos x="15" y="20"/>
                  </a:cxn>
                  <a:cxn ang="0">
                    <a:pos x="16" y="18"/>
                  </a:cxn>
                  <a:cxn ang="0">
                    <a:pos x="22" y="10"/>
                  </a:cxn>
                  <a:cxn ang="0">
                    <a:pos x="23" y="8"/>
                  </a:cxn>
                  <a:cxn ang="0">
                    <a:pos x="19" y="5"/>
                  </a:cxn>
                  <a:cxn ang="0">
                    <a:pos x="13" y="3"/>
                  </a:cxn>
                  <a:cxn ang="0">
                    <a:pos x="8" y="2"/>
                  </a:cxn>
                  <a:cxn ang="0">
                    <a:pos x="2" y="0"/>
                  </a:cxn>
                  <a:cxn ang="0">
                    <a:pos x="0" y="2"/>
                  </a:cxn>
                  <a:cxn ang="0">
                    <a:pos x="4" y="7"/>
                  </a:cxn>
                  <a:cxn ang="0">
                    <a:pos x="7" y="12"/>
                  </a:cxn>
                  <a:cxn ang="0">
                    <a:pos x="10" y="16"/>
                  </a:cxn>
                </a:cxnLst>
                <a:rect l="0" t="0" r="0" b="0"/>
                <a:pathLst>
                  <a:path w="24" h="21">
                    <a:moveTo>
                      <a:pt x="10" y="16"/>
                    </a:moveTo>
                    <a:lnTo>
                      <a:pt x="15" y="20"/>
                    </a:lnTo>
                    <a:lnTo>
                      <a:pt x="16" y="18"/>
                    </a:lnTo>
                    <a:lnTo>
                      <a:pt x="22" y="10"/>
                    </a:lnTo>
                    <a:lnTo>
                      <a:pt x="23" y="8"/>
                    </a:lnTo>
                    <a:lnTo>
                      <a:pt x="19" y="5"/>
                    </a:lnTo>
                    <a:lnTo>
                      <a:pt x="13" y="3"/>
                    </a:lnTo>
                    <a:lnTo>
                      <a:pt x="8" y="2"/>
                    </a:lnTo>
                    <a:lnTo>
                      <a:pt x="2" y="0"/>
                    </a:lnTo>
                    <a:lnTo>
                      <a:pt x="0" y="2"/>
                    </a:lnTo>
                    <a:lnTo>
                      <a:pt x="4" y="7"/>
                    </a:lnTo>
                    <a:lnTo>
                      <a:pt x="7" y="12"/>
                    </a:lnTo>
                    <a:lnTo>
                      <a:pt x="10"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504" name="Freeform 304"/>
              <p:cNvSpPr/>
              <p:nvPr/>
            </p:nvSpPr>
            <p:spPr>
              <a:xfrm>
                <a:off x="5060" y="1354"/>
                <a:ext cx="24" cy="25"/>
              </a:xfrm>
              <a:custGeom>
                <a:avLst/>
                <a:gdLst/>
                <a:ahLst/>
                <a:cxnLst>
                  <a:cxn ang="0">
                    <a:pos x="9" y="0"/>
                  </a:cxn>
                  <a:cxn ang="0">
                    <a:pos x="23" y="19"/>
                  </a:cxn>
                  <a:cxn ang="0">
                    <a:pos x="16" y="24"/>
                  </a:cxn>
                  <a:cxn ang="0">
                    <a:pos x="0" y="6"/>
                  </a:cxn>
                  <a:cxn ang="0">
                    <a:pos x="9" y="0"/>
                  </a:cxn>
                </a:cxnLst>
                <a:rect l="0" t="0" r="0" b="0"/>
                <a:pathLst>
                  <a:path w="24" h="25">
                    <a:moveTo>
                      <a:pt x="9" y="0"/>
                    </a:moveTo>
                    <a:lnTo>
                      <a:pt x="23" y="19"/>
                    </a:lnTo>
                    <a:lnTo>
                      <a:pt x="16" y="24"/>
                    </a:lnTo>
                    <a:lnTo>
                      <a:pt x="0" y="6"/>
                    </a:lnTo>
                    <a:lnTo>
                      <a:pt x="9"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505" name="Freeform 305"/>
              <p:cNvSpPr/>
              <p:nvPr/>
            </p:nvSpPr>
            <p:spPr>
              <a:xfrm>
                <a:off x="5074" y="1368"/>
                <a:ext cx="20" cy="17"/>
              </a:xfrm>
              <a:custGeom>
                <a:avLst/>
                <a:gdLst/>
                <a:ahLst/>
                <a:cxnLst>
                  <a:cxn ang="0">
                    <a:pos x="1" y="2"/>
                  </a:cxn>
                  <a:cxn ang="0">
                    <a:pos x="0" y="3"/>
                  </a:cxn>
                  <a:cxn ang="0">
                    <a:pos x="2" y="5"/>
                  </a:cxn>
                  <a:cxn ang="0">
                    <a:pos x="0" y="7"/>
                  </a:cxn>
                  <a:cxn ang="0">
                    <a:pos x="1" y="10"/>
                  </a:cxn>
                  <a:cxn ang="0">
                    <a:pos x="3" y="13"/>
                  </a:cxn>
                  <a:cxn ang="0">
                    <a:pos x="5" y="16"/>
                  </a:cxn>
                  <a:cxn ang="0">
                    <a:pos x="9" y="16"/>
                  </a:cxn>
                  <a:cxn ang="0">
                    <a:pos x="13" y="16"/>
                  </a:cxn>
                  <a:cxn ang="0">
                    <a:pos x="14" y="13"/>
                  </a:cxn>
                  <a:cxn ang="0">
                    <a:pos x="17" y="16"/>
                  </a:cxn>
                  <a:cxn ang="0">
                    <a:pos x="19" y="12"/>
                  </a:cxn>
                  <a:cxn ang="0">
                    <a:pos x="17" y="10"/>
                  </a:cxn>
                  <a:cxn ang="0">
                    <a:pos x="18" y="9"/>
                  </a:cxn>
                  <a:cxn ang="0">
                    <a:pos x="17" y="6"/>
                  </a:cxn>
                  <a:cxn ang="0">
                    <a:pos x="14" y="4"/>
                  </a:cxn>
                  <a:cxn ang="0">
                    <a:pos x="12" y="2"/>
                  </a:cxn>
                  <a:cxn ang="0">
                    <a:pos x="10" y="0"/>
                  </a:cxn>
                  <a:cxn ang="0">
                    <a:pos x="6" y="1"/>
                  </a:cxn>
                  <a:cxn ang="0">
                    <a:pos x="4" y="2"/>
                  </a:cxn>
                  <a:cxn ang="0">
                    <a:pos x="3" y="0"/>
                  </a:cxn>
                  <a:cxn ang="0">
                    <a:pos x="1" y="2"/>
                  </a:cxn>
                </a:cxnLst>
                <a:rect l="0" t="0" r="0" b="0"/>
                <a:pathLst>
                  <a:path w="20" h="17">
                    <a:moveTo>
                      <a:pt x="1" y="2"/>
                    </a:moveTo>
                    <a:lnTo>
                      <a:pt x="0" y="3"/>
                    </a:lnTo>
                    <a:lnTo>
                      <a:pt x="2" y="5"/>
                    </a:lnTo>
                    <a:lnTo>
                      <a:pt x="0" y="7"/>
                    </a:lnTo>
                    <a:lnTo>
                      <a:pt x="1" y="10"/>
                    </a:lnTo>
                    <a:lnTo>
                      <a:pt x="3" y="13"/>
                    </a:lnTo>
                    <a:lnTo>
                      <a:pt x="5" y="16"/>
                    </a:lnTo>
                    <a:lnTo>
                      <a:pt x="9" y="16"/>
                    </a:lnTo>
                    <a:lnTo>
                      <a:pt x="13" y="16"/>
                    </a:lnTo>
                    <a:lnTo>
                      <a:pt x="14" y="13"/>
                    </a:lnTo>
                    <a:lnTo>
                      <a:pt x="17" y="16"/>
                    </a:lnTo>
                    <a:lnTo>
                      <a:pt x="19" y="12"/>
                    </a:lnTo>
                    <a:lnTo>
                      <a:pt x="17" y="10"/>
                    </a:lnTo>
                    <a:lnTo>
                      <a:pt x="18" y="9"/>
                    </a:lnTo>
                    <a:lnTo>
                      <a:pt x="17" y="6"/>
                    </a:lnTo>
                    <a:lnTo>
                      <a:pt x="14" y="4"/>
                    </a:lnTo>
                    <a:lnTo>
                      <a:pt x="12" y="2"/>
                    </a:lnTo>
                    <a:lnTo>
                      <a:pt x="10" y="0"/>
                    </a:lnTo>
                    <a:lnTo>
                      <a:pt x="6" y="1"/>
                    </a:lnTo>
                    <a:lnTo>
                      <a:pt x="4" y="2"/>
                    </a:lnTo>
                    <a:lnTo>
                      <a:pt x="3" y="0"/>
                    </a:lnTo>
                    <a:lnTo>
                      <a:pt x="1"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1506" name="Line 306"/>
              <p:cNvSpPr/>
              <p:nvPr/>
            </p:nvSpPr>
            <p:spPr>
              <a:xfrm>
                <a:off x="5068" y="1349"/>
                <a:ext cx="1" cy="1"/>
              </a:xfrm>
              <a:prstGeom prst="line">
                <a:avLst/>
              </a:prstGeom>
              <a:ln w="12700" cap="flat" cmpd="sng">
                <a:solidFill>
                  <a:schemeClr val="tx1"/>
                </a:solidFill>
                <a:prstDash val="solid"/>
                <a:headEnd type="none" w="med" len="med"/>
                <a:tailEnd type="none" w="med" len="med"/>
              </a:ln>
            </p:spPr>
          </p:sp>
          <p:sp>
            <p:nvSpPr>
              <p:cNvPr id="51507" name="Line 307"/>
              <p:cNvSpPr/>
              <p:nvPr/>
            </p:nvSpPr>
            <p:spPr>
              <a:xfrm>
                <a:off x="5069" y="1344"/>
                <a:ext cx="4" cy="6"/>
              </a:xfrm>
              <a:prstGeom prst="line">
                <a:avLst/>
              </a:prstGeom>
              <a:ln w="12700" cap="flat" cmpd="sng">
                <a:solidFill>
                  <a:schemeClr val="tx1"/>
                </a:solidFill>
                <a:prstDash val="solid"/>
                <a:headEnd type="none" w="med" len="med"/>
                <a:tailEnd type="none" w="med" len="med"/>
              </a:ln>
            </p:spPr>
          </p:sp>
          <p:sp>
            <p:nvSpPr>
              <p:cNvPr id="51508" name="Freeform 308"/>
              <p:cNvSpPr/>
              <p:nvPr/>
            </p:nvSpPr>
            <p:spPr>
              <a:xfrm>
                <a:off x="5057" y="1343"/>
                <a:ext cx="24" cy="22"/>
              </a:xfrm>
              <a:custGeom>
                <a:avLst/>
                <a:gdLst/>
                <a:ahLst/>
                <a:cxnLst>
                  <a:cxn ang="0">
                    <a:pos x="11" y="20"/>
                  </a:cxn>
                  <a:cxn ang="0">
                    <a:pos x="17" y="21"/>
                  </a:cxn>
                  <a:cxn ang="0">
                    <a:pos x="23" y="13"/>
                  </a:cxn>
                  <a:cxn ang="0">
                    <a:pos x="20" y="8"/>
                  </a:cxn>
                  <a:cxn ang="0">
                    <a:pos x="16" y="4"/>
                  </a:cxn>
                  <a:cxn ang="0">
                    <a:pos x="12" y="1"/>
                  </a:cxn>
                  <a:cxn ang="0">
                    <a:pos x="5" y="0"/>
                  </a:cxn>
                  <a:cxn ang="0">
                    <a:pos x="3" y="1"/>
                  </a:cxn>
                  <a:cxn ang="0">
                    <a:pos x="1" y="4"/>
                  </a:cxn>
                  <a:cxn ang="0">
                    <a:pos x="0" y="6"/>
                  </a:cxn>
                  <a:cxn ang="0">
                    <a:pos x="2" y="13"/>
                  </a:cxn>
                  <a:cxn ang="0">
                    <a:pos x="6" y="16"/>
                  </a:cxn>
                  <a:cxn ang="0">
                    <a:pos x="11" y="20"/>
                  </a:cxn>
                </a:cxnLst>
                <a:rect l="0" t="0" r="0" b="0"/>
                <a:pathLst>
                  <a:path w="24" h="22">
                    <a:moveTo>
                      <a:pt x="11" y="20"/>
                    </a:moveTo>
                    <a:lnTo>
                      <a:pt x="17" y="21"/>
                    </a:lnTo>
                    <a:lnTo>
                      <a:pt x="23" y="13"/>
                    </a:lnTo>
                    <a:lnTo>
                      <a:pt x="20" y="8"/>
                    </a:lnTo>
                    <a:lnTo>
                      <a:pt x="16" y="4"/>
                    </a:lnTo>
                    <a:lnTo>
                      <a:pt x="12" y="1"/>
                    </a:lnTo>
                    <a:lnTo>
                      <a:pt x="5" y="0"/>
                    </a:lnTo>
                    <a:lnTo>
                      <a:pt x="3" y="1"/>
                    </a:lnTo>
                    <a:lnTo>
                      <a:pt x="1" y="4"/>
                    </a:lnTo>
                    <a:lnTo>
                      <a:pt x="0" y="6"/>
                    </a:lnTo>
                    <a:lnTo>
                      <a:pt x="2" y="13"/>
                    </a:lnTo>
                    <a:lnTo>
                      <a:pt x="6" y="16"/>
                    </a:lnTo>
                    <a:lnTo>
                      <a:pt x="1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509" name="Freeform 309"/>
              <p:cNvSpPr/>
              <p:nvPr/>
            </p:nvSpPr>
            <p:spPr>
              <a:xfrm>
                <a:off x="5055" y="1340"/>
                <a:ext cx="23" cy="25"/>
              </a:xfrm>
              <a:custGeom>
                <a:avLst/>
                <a:gdLst/>
                <a:ahLst/>
                <a:cxnLst>
                  <a:cxn ang="0">
                    <a:pos x="7" y="1"/>
                  </a:cxn>
                  <a:cxn ang="0">
                    <a:pos x="22" y="18"/>
                  </a:cxn>
                  <a:cxn ang="0">
                    <a:pos x="15" y="24"/>
                  </a:cxn>
                  <a:cxn ang="0">
                    <a:pos x="0" y="6"/>
                  </a:cxn>
                  <a:cxn ang="0">
                    <a:pos x="8" y="0"/>
                  </a:cxn>
                  <a:cxn ang="0">
                    <a:pos x="7" y="1"/>
                  </a:cxn>
                </a:cxnLst>
                <a:rect l="0" t="0" r="0" b="0"/>
                <a:pathLst>
                  <a:path w="23" h="25">
                    <a:moveTo>
                      <a:pt x="7" y="1"/>
                    </a:moveTo>
                    <a:lnTo>
                      <a:pt x="22" y="18"/>
                    </a:lnTo>
                    <a:lnTo>
                      <a:pt x="15" y="24"/>
                    </a:lnTo>
                    <a:lnTo>
                      <a:pt x="0" y="6"/>
                    </a:lnTo>
                    <a:lnTo>
                      <a:pt x="8" y="0"/>
                    </a:lnTo>
                    <a:lnTo>
                      <a:pt x="7"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1510" name="Freeform 310"/>
              <p:cNvSpPr/>
              <p:nvPr/>
            </p:nvSpPr>
            <p:spPr>
              <a:xfrm>
                <a:off x="5066" y="1356"/>
                <a:ext cx="23" cy="20"/>
              </a:xfrm>
              <a:custGeom>
                <a:avLst/>
                <a:gdLst/>
                <a:ahLst/>
                <a:cxnLst>
                  <a:cxn ang="0">
                    <a:pos x="2" y="1"/>
                  </a:cxn>
                  <a:cxn ang="0">
                    <a:pos x="1" y="3"/>
                  </a:cxn>
                  <a:cxn ang="0">
                    <a:pos x="0" y="4"/>
                  </a:cxn>
                  <a:cxn ang="0">
                    <a:pos x="1" y="9"/>
                  </a:cxn>
                  <a:cxn ang="0">
                    <a:pos x="4" y="12"/>
                  </a:cxn>
                  <a:cxn ang="0">
                    <a:pos x="7" y="15"/>
                  </a:cxn>
                  <a:cxn ang="0">
                    <a:pos x="10" y="16"/>
                  </a:cxn>
                  <a:cxn ang="0">
                    <a:pos x="13" y="19"/>
                  </a:cxn>
                  <a:cxn ang="0">
                    <a:pos x="18" y="18"/>
                  </a:cxn>
                  <a:cxn ang="0">
                    <a:pos x="20" y="16"/>
                  </a:cxn>
                  <a:cxn ang="0">
                    <a:pos x="21" y="15"/>
                  </a:cxn>
                  <a:cxn ang="0">
                    <a:pos x="22" y="13"/>
                  </a:cxn>
                  <a:cxn ang="0">
                    <a:pos x="20" y="10"/>
                  </a:cxn>
                  <a:cxn ang="0">
                    <a:pos x="17" y="7"/>
                  </a:cxn>
                  <a:cxn ang="0">
                    <a:pos x="15" y="3"/>
                  </a:cxn>
                  <a:cxn ang="0">
                    <a:pos x="13" y="1"/>
                  </a:cxn>
                  <a:cxn ang="0">
                    <a:pos x="11" y="2"/>
                  </a:cxn>
                  <a:cxn ang="0">
                    <a:pos x="8" y="0"/>
                  </a:cxn>
                  <a:cxn ang="0">
                    <a:pos x="4" y="0"/>
                  </a:cxn>
                  <a:cxn ang="0">
                    <a:pos x="2" y="1"/>
                  </a:cxn>
                </a:cxnLst>
                <a:rect l="0" t="0" r="0" b="0"/>
                <a:pathLst>
                  <a:path w="23" h="20">
                    <a:moveTo>
                      <a:pt x="2" y="1"/>
                    </a:moveTo>
                    <a:lnTo>
                      <a:pt x="1" y="3"/>
                    </a:lnTo>
                    <a:lnTo>
                      <a:pt x="0" y="4"/>
                    </a:lnTo>
                    <a:lnTo>
                      <a:pt x="1" y="9"/>
                    </a:lnTo>
                    <a:lnTo>
                      <a:pt x="4" y="12"/>
                    </a:lnTo>
                    <a:lnTo>
                      <a:pt x="7" y="15"/>
                    </a:lnTo>
                    <a:lnTo>
                      <a:pt x="10" y="16"/>
                    </a:lnTo>
                    <a:lnTo>
                      <a:pt x="13" y="19"/>
                    </a:lnTo>
                    <a:lnTo>
                      <a:pt x="18" y="18"/>
                    </a:lnTo>
                    <a:lnTo>
                      <a:pt x="20" y="16"/>
                    </a:lnTo>
                    <a:lnTo>
                      <a:pt x="21" y="15"/>
                    </a:lnTo>
                    <a:lnTo>
                      <a:pt x="22" y="13"/>
                    </a:lnTo>
                    <a:lnTo>
                      <a:pt x="20" y="10"/>
                    </a:lnTo>
                    <a:lnTo>
                      <a:pt x="17" y="7"/>
                    </a:lnTo>
                    <a:lnTo>
                      <a:pt x="15" y="3"/>
                    </a:lnTo>
                    <a:lnTo>
                      <a:pt x="13" y="1"/>
                    </a:lnTo>
                    <a:lnTo>
                      <a:pt x="11" y="2"/>
                    </a:lnTo>
                    <a:lnTo>
                      <a:pt x="8" y="0"/>
                    </a:lnTo>
                    <a:lnTo>
                      <a:pt x="4" y="0"/>
                    </a:lnTo>
                    <a:lnTo>
                      <a:pt x="2"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51511" name="Line 311"/>
            <p:cNvSpPr/>
            <p:nvPr/>
          </p:nvSpPr>
          <p:spPr>
            <a:xfrm>
              <a:off x="2279" y="1193"/>
              <a:ext cx="1508" cy="1965"/>
            </a:xfrm>
            <a:prstGeom prst="line">
              <a:avLst/>
            </a:prstGeom>
            <a:ln w="12700" cap="flat" cmpd="sng">
              <a:solidFill>
                <a:schemeClr val="hlink"/>
              </a:solidFill>
              <a:prstDash val="solid"/>
              <a:headEnd type="none" w="med" len="med"/>
              <a:tailEnd type="none" w="med" len="med"/>
            </a:ln>
          </p:spPr>
        </p:sp>
        <p:sp>
          <p:nvSpPr>
            <p:cNvPr id="51512" name="Line 312"/>
            <p:cNvSpPr/>
            <p:nvPr/>
          </p:nvSpPr>
          <p:spPr>
            <a:xfrm>
              <a:off x="3135" y="1083"/>
              <a:ext cx="652" cy="2075"/>
            </a:xfrm>
            <a:prstGeom prst="line">
              <a:avLst/>
            </a:prstGeom>
            <a:ln w="12700" cap="flat" cmpd="sng">
              <a:solidFill>
                <a:schemeClr val="hlink"/>
              </a:solidFill>
              <a:prstDash val="solid"/>
              <a:headEnd type="none" w="med" len="med"/>
              <a:tailEnd type="none" w="med" len="med"/>
            </a:ln>
          </p:spPr>
        </p:sp>
        <p:sp>
          <p:nvSpPr>
            <p:cNvPr id="51513" name="Line 313"/>
            <p:cNvSpPr/>
            <p:nvPr/>
          </p:nvSpPr>
          <p:spPr>
            <a:xfrm flipH="1">
              <a:off x="3787" y="1407"/>
              <a:ext cx="77" cy="1751"/>
            </a:xfrm>
            <a:prstGeom prst="line">
              <a:avLst/>
            </a:prstGeom>
            <a:ln w="12700" cap="flat" cmpd="sng">
              <a:solidFill>
                <a:schemeClr val="hlink"/>
              </a:solidFill>
              <a:prstDash val="solid"/>
              <a:headEnd type="none" w="med" len="med"/>
              <a:tailEnd type="none" w="med" len="med"/>
            </a:ln>
          </p:spPr>
        </p:sp>
        <p:sp>
          <p:nvSpPr>
            <p:cNvPr id="51514" name="Line 314"/>
            <p:cNvSpPr/>
            <p:nvPr/>
          </p:nvSpPr>
          <p:spPr>
            <a:xfrm>
              <a:off x="1714" y="1997"/>
              <a:ext cx="2088" cy="1159"/>
            </a:xfrm>
            <a:prstGeom prst="line">
              <a:avLst/>
            </a:prstGeom>
            <a:ln w="12700" cap="flat" cmpd="sng">
              <a:solidFill>
                <a:schemeClr val="hlink"/>
              </a:solidFill>
              <a:prstDash val="solid"/>
              <a:headEnd type="none" w="med" len="med"/>
              <a:tailEnd type="none" w="med" len="med"/>
            </a:ln>
          </p:spPr>
        </p:sp>
        <p:sp>
          <p:nvSpPr>
            <p:cNvPr id="51515" name="Line 315"/>
            <p:cNvSpPr/>
            <p:nvPr/>
          </p:nvSpPr>
          <p:spPr>
            <a:xfrm>
              <a:off x="2245" y="3146"/>
              <a:ext cx="1509" cy="103"/>
            </a:xfrm>
            <a:prstGeom prst="line">
              <a:avLst/>
            </a:prstGeom>
            <a:ln w="25400" cap="flat" cmpd="sng">
              <a:solidFill>
                <a:schemeClr val="tx1"/>
              </a:solidFill>
              <a:prstDash val="dash"/>
              <a:headEnd type="none" w="med" len="med"/>
              <a:tailEnd type="none" w="med" len="med"/>
            </a:ln>
          </p:spPr>
        </p:sp>
        <p:sp>
          <p:nvSpPr>
            <p:cNvPr id="38204" name="Freeform 316"/>
            <p:cNvSpPr/>
            <p:nvPr/>
          </p:nvSpPr>
          <p:spPr bwMode="auto">
            <a:xfrm>
              <a:off x="1679" y="3350"/>
              <a:ext cx="2502" cy="328"/>
            </a:xfrm>
            <a:custGeom>
              <a:avLst/>
              <a:gdLst/>
              <a:ahLst/>
              <a:cxnLst>
                <a:cxn ang="0">
                  <a:pos x="398" y="36"/>
                </a:cxn>
                <a:cxn ang="0">
                  <a:pos x="551" y="36"/>
                </a:cxn>
                <a:cxn ang="0">
                  <a:pos x="694" y="9"/>
                </a:cxn>
                <a:cxn ang="0">
                  <a:pos x="816" y="0"/>
                </a:cxn>
                <a:cxn ang="0">
                  <a:pos x="908" y="0"/>
                </a:cxn>
                <a:cxn ang="0">
                  <a:pos x="990" y="0"/>
                </a:cxn>
                <a:cxn ang="0">
                  <a:pos x="1082" y="18"/>
                </a:cxn>
                <a:cxn ang="0">
                  <a:pos x="1173" y="36"/>
                </a:cxn>
                <a:cxn ang="0">
                  <a:pos x="1275" y="45"/>
                </a:cxn>
                <a:cxn ang="0">
                  <a:pos x="1388" y="27"/>
                </a:cxn>
                <a:cxn ang="0">
                  <a:pos x="1500" y="9"/>
                </a:cxn>
                <a:cxn ang="0">
                  <a:pos x="1612" y="9"/>
                </a:cxn>
                <a:cxn ang="0">
                  <a:pos x="1704" y="27"/>
                </a:cxn>
                <a:cxn ang="0">
                  <a:pos x="1806" y="55"/>
                </a:cxn>
                <a:cxn ang="0">
                  <a:pos x="1939" y="64"/>
                </a:cxn>
                <a:cxn ang="0">
                  <a:pos x="2093" y="109"/>
                </a:cxn>
                <a:cxn ang="0">
                  <a:pos x="2215" y="154"/>
                </a:cxn>
                <a:cxn ang="0">
                  <a:pos x="2306" y="200"/>
                </a:cxn>
                <a:cxn ang="0">
                  <a:pos x="2398" y="236"/>
                </a:cxn>
                <a:cxn ang="0">
                  <a:pos x="2501" y="282"/>
                </a:cxn>
                <a:cxn ang="0">
                  <a:pos x="2440" y="327"/>
                </a:cxn>
                <a:cxn ang="0">
                  <a:pos x="2348" y="309"/>
                </a:cxn>
                <a:cxn ang="0">
                  <a:pos x="2276" y="273"/>
                </a:cxn>
                <a:cxn ang="0">
                  <a:pos x="2153" y="273"/>
                </a:cxn>
                <a:cxn ang="0">
                  <a:pos x="2051" y="282"/>
                </a:cxn>
                <a:cxn ang="0">
                  <a:pos x="1949" y="291"/>
                </a:cxn>
                <a:cxn ang="0">
                  <a:pos x="1847" y="273"/>
                </a:cxn>
                <a:cxn ang="0">
                  <a:pos x="1746" y="300"/>
                </a:cxn>
                <a:cxn ang="0">
                  <a:pos x="1644" y="282"/>
                </a:cxn>
                <a:cxn ang="0">
                  <a:pos x="1531" y="227"/>
                </a:cxn>
                <a:cxn ang="0">
                  <a:pos x="1429" y="227"/>
                </a:cxn>
                <a:cxn ang="0">
                  <a:pos x="1297" y="173"/>
                </a:cxn>
                <a:cxn ang="0">
                  <a:pos x="1215" y="182"/>
                </a:cxn>
                <a:cxn ang="0">
                  <a:pos x="1102" y="227"/>
                </a:cxn>
                <a:cxn ang="0">
                  <a:pos x="980" y="236"/>
                </a:cxn>
                <a:cxn ang="0">
                  <a:pos x="735" y="236"/>
                </a:cxn>
                <a:cxn ang="0">
                  <a:pos x="551" y="254"/>
                </a:cxn>
                <a:cxn ang="0">
                  <a:pos x="459" y="300"/>
                </a:cxn>
                <a:cxn ang="0">
                  <a:pos x="367" y="327"/>
                </a:cxn>
                <a:cxn ang="0">
                  <a:pos x="286" y="273"/>
                </a:cxn>
                <a:cxn ang="0">
                  <a:pos x="204" y="236"/>
                </a:cxn>
                <a:cxn ang="0">
                  <a:pos x="122" y="245"/>
                </a:cxn>
                <a:cxn ang="0">
                  <a:pos x="41" y="245"/>
                </a:cxn>
                <a:cxn ang="0">
                  <a:pos x="41" y="200"/>
                </a:cxn>
                <a:cxn ang="0">
                  <a:pos x="152" y="164"/>
                </a:cxn>
                <a:cxn ang="0">
                  <a:pos x="234" y="118"/>
                </a:cxn>
              </a:cxnLst>
              <a:rect l="0" t="0" r="r" b="b"/>
              <a:pathLst>
                <a:path w="2502" h="328">
                  <a:moveTo>
                    <a:pt x="335" y="77"/>
                  </a:moveTo>
                  <a:lnTo>
                    <a:pt x="367" y="36"/>
                  </a:lnTo>
                  <a:lnTo>
                    <a:pt x="398" y="36"/>
                  </a:lnTo>
                  <a:lnTo>
                    <a:pt x="449" y="27"/>
                  </a:lnTo>
                  <a:lnTo>
                    <a:pt x="551" y="27"/>
                  </a:lnTo>
                  <a:lnTo>
                    <a:pt x="551" y="36"/>
                  </a:lnTo>
                  <a:lnTo>
                    <a:pt x="633" y="36"/>
                  </a:lnTo>
                  <a:lnTo>
                    <a:pt x="663" y="27"/>
                  </a:lnTo>
                  <a:lnTo>
                    <a:pt x="694" y="9"/>
                  </a:lnTo>
                  <a:lnTo>
                    <a:pt x="735" y="0"/>
                  </a:lnTo>
                  <a:lnTo>
                    <a:pt x="776" y="0"/>
                  </a:lnTo>
                  <a:lnTo>
                    <a:pt x="816" y="0"/>
                  </a:lnTo>
                  <a:lnTo>
                    <a:pt x="837" y="0"/>
                  </a:lnTo>
                  <a:lnTo>
                    <a:pt x="878" y="0"/>
                  </a:lnTo>
                  <a:lnTo>
                    <a:pt x="908" y="0"/>
                  </a:lnTo>
                  <a:lnTo>
                    <a:pt x="938" y="0"/>
                  </a:lnTo>
                  <a:lnTo>
                    <a:pt x="960" y="0"/>
                  </a:lnTo>
                  <a:lnTo>
                    <a:pt x="990" y="0"/>
                  </a:lnTo>
                  <a:lnTo>
                    <a:pt x="1030" y="9"/>
                  </a:lnTo>
                  <a:lnTo>
                    <a:pt x="1061" y="9"/>
                  </a:lnTo>
                  <a:lnTo>
                    <a:pt x="1082" y="18"/>
                  </a:lnTo>
                  <a:lnTo>
                    <a:pt x="1112" y="27"/>
                  </a:lnTo>
                  <a:lnTo>
                    <a:pt x="1143" y="36"/>
                  </a:lnTo>
                  <a:lnTo>
                    <a:pt x="1173" y="36"/>
                  </a:lnTo>
                  <a:lnTo>
                    <a:pt x="1194" y="36"/>
                  </a:lnTo>
                  <a:lnTo>
                    <a:pt x="1245" y="36"/>
                  </a:lnTo>
                  <a:lnTo>
                    <a:pt x="1275" y="45"/>
                  </a:lnTo>
                  <a:lnTo>
                    <a:pt x="1297" y="45"/>
                  </a:lnTo>
                  <a:lnTo>
                    <a:pt x="1347" y="36"/>
                  </a:lnTo>
                  <a:lnTo>
                    <a:pt x="1388" y="27"/>
                  </a:lnTo>
                  <a:lnTo>
                    <a:pt x="1419" y="27"/>
                  </a:lnTo>
                  <a:lnTo>
                    <a:pt x="1459" y="9"/>
                  </a:lnTo>
                  <a:lnTo>
                    <a:pt x="1500" y="9"/>
                  </a:lnTo>
                  <a:lnTo>
                    <a:pt x="1531" y="9"/>
                  </a:lnTo>
                  <a:lnTo>
                    <a:pt x="1572" y="9"/>
                  </a:lnTo>
                  <a:lnTo>
                    <a:pt x="1612" y="9"/>
                  </a:lnTo>
                  <a:lnTo>
                    <a:pt x="1634" y="27"/>
                  </a:lnTo>
                  <a:lnTo>
                    <a:pt x="1674" y="27"/>
                  </a:lnTo>
                  <a:lnTo>
                    <a:pt x="1704" y="27"/>
                  </a:lnTo>
                  <a:lnTo>
                    <a:pt x="1735" y="45"/>
                  </a:lnTo>
                  <a:lnTo>
                    <a:pt x="1756" y="45"/>
                  </a:lnTo>
                  <a:lnTo>
                    <a:pt x="1806" y="55"/>
                  </a:lnTo>
                  <a:lnTo>
                    <a:pt x="1837" y="64"/>
                  </a:lnTo>
                  <a:lnTo>
                    <a:pt x="1909" y="64"/>
                  </a:lnTo>
                  <a:lnTo>
                    <a:pt x="1939" y="64"/>
                  </a:lnTo>
                  <a:lnTo>
                    <a:pt x="1981" y="73"/>
                  </a:lnTo>
                  <a:lnTo>
                    <a:pt x="2031" y="91"/>
                  </a:lnTo>
                  <a:lnTo>
                    <a:pt x="2093" y="109"/>
                  </a:lnTo>
                  <a:lnTo>
                    <a:pt x="2133" y="109"/>
                  </a:lnTo>
                  <a:lnTo>
                    <a:pt x="2174" y="136"/>
                  </a:lnTo>
                  <a:lnTo>
                    <a:pt x="2215" y="154"/>
                  </a:lnTo>
                  <a:lnTo>
                    <a:pt x="2246" y="173"/>
                  </a:lnTo>
                  <a:lnTo>
                    <a:pt x="2276" y="173"/>
                  </a:lnTo>
                  <a:lnTo>
                    <a:pt x="2306" y="200"/>
                  </a:lnTo>
                  <a:lnTo>
                    <a:pt x="2338" y="218"/>
                  </a:lnTo>
                  <a:lnTo>
                    <a:pt x="2368" y="218"/>
                  </a:lnTo>
                  <a:lnTo>
                    <a:pt x="2398" y="236"/>
                  </a:lnTo>
                  <a:lnTo>
                    <a:pt x="2430" y="254"/>
                  </a:lnTo>
                  <a:lnTo>
                    <a:pt x="2470" y="273"/>
                  </a:lnTo>
                  <a:lnTo>
                    <a:pt x="2501" y="282"/>
                  </a:lnTo>
                  <a:lnTo>
                    <a:pt x="2501" y="309"/>
                  </a:lnTo>
                  <a:lnTo>
                    <a:pt x="2470" y="327"/>
                  </a:lnTo>
                  <a:lnTo>
                    <a:pt x="2440" y="327"/>
                  </a:lnTo>
                  <a:lnTo>
                    <a:pt x="2408" y="327"/>
                  </a:lnTo>
                  <a:lnTo>
                    <a:pt x="2378" y="318"/>
                  </a:lnTo>
                  <a:lnTo>
                    <a:pt x="2348" y="309"/>
                  </a:lnTo>
                  <a:lnTo>
                    <a:pt x="2317" y="300"/>
                  </a:lnTo>
                  <a:lnTo>
                    <a:pt x="2296" y="300"/>
                  </a:lnTo>
                  <a:lnTo>
                    <a:pt x="2276" y="273"/>
                  </a:lnTo>
                  <a:lnTo>
                    <a:pt x="2235" y="254"/>
                  </a:lnTo>
                  <a:lnTo>
                    <a:pt x="2194" y="254"/>
                  </a:lnTo>
                  <a:lnTo>
                    <a:pt x="2153" y="273"/>
                  </a:lnTo>
                  <a:lnTo>
                    <a:pt x="2123" y="273"/>
                  </a:lnTo>
                  <a:lnTo>
                    <a:pt x="2082" y="273"/>
                  </a:lnTo>
                  <a:lnTo>
                    <a:pt x="2051" y="282"/>
                  </a:lnTo>
                  <a:lnTo>
                    <a:pt x="2011" y="291"/>
                  </a:lnTo>
                  <a:lnTo>
                    <a:pt x="1970" y="291"/>
                  </a:lnTo>
                  <a:lnTo>
                    <a:pt x="1949" y="291"/>
                  </a:lnTo>
                  <a:lnTo>
                    <a:pt x="1909" y="282"/>
                  </a:lnTo>
                  <a:lnTo>
                    <a:pt x="1868" y="273"/>
                  </a:lnTo>
                  <a:lnTo>
                    <a:pt x="1847" y="273"/>
                  </a:lnTo>
                  <a:lnTo>
                    <a:pt x="1817" y="273"/>
                  </a:lnTo>
                  <a:lnTo>
                    <a:pt x="1776" y="291"/>
                  </a:lnTo>
                  <a:lnTo>
                    <a:pt x="1746" y="300"/>
                  </a:lnTo>
                  <a:lnTo>
                    <a:pt x="1724" y="300"/>
                  </a:lnTo>
                  <a:lnTo>
                    <a:pt x="1684" y="300"/>
                  </a:lnTo>
                  <a:lnTo>
                    <a:pt x="1644" y="282"/>
                  </a:lnTo>
                  <a:lnTo>
                    <a:pt x="1612" y="264"/>
                  </a:lnTo>
                  <a:lnTo>
                    <a:pt x="1582" y="245"/>
                  </a:lnTo>
                  <a:lnTo>
                    <a:pt x="1531" y="227"/>
                  </a:lnTo>
                  <a:lnTo>
                    <a:pt x="1500" y="218"/>
                  </a:lnTo>
                  <a:lnTo>
                    <a:pt x="1459" y="227"/>
                  </a:lnTo>
                  <a:lnTo>
                    <a:pt x="1429" y="227"/>
                  </a:lnTo>
                  <a:lnTo>
                    <a:pt x="1367" y="209"/>
                  </a:lnTo>
                  <a:lnTo>
                    <a:pt x="1327" y="191"/>
                  </a:lnTo>
                  <a:lnTo>
                    <a:pt x="1297" y="173"/>
                  </a:lnTo>
                  <a:lnTo>
                    <a:pt x="1275" y="173"/>
                  </a:lnTo>
                  <a:lnTo>
                    <a:pt x="1245" y="164"/>
                  </a:lnTo>
                  <a:lnTo>
                    <a:pt x="1215" y="182"/>
                  </a:lnTo>
                  <a:lnTo>
                    <a:pt x="1173" y="200"/>
                  </a:lnTo>
                  <a:lnTo>
                    <a:pt x="1143" y="218"/>
                  </a:lnTo>
                  <a:lnTo>
                    <a:pt x="1102" y="227"/>
                  </a:lnTo>
                  <a:lnTo>
                    <a:pt x="1072" y="236"/>
                  </a:lnTo>
                  <a:lnTo>
                    <a:pt x="1020" y="236"/>
                  </a:lnTo>
                  <a:lnTo>
                    <a:pt x="980" y="236"/>
                  </a:lnTo>
                  <a:lnTo>
                    <a:pt x="938" y="236"/>
                  </a:lnTo>
                  <a:lnTo>
                    <a:pt x="796" y="236"/>
                  </a:lnTo>
                  <a:lnTo>
                    <a:pt x="735" y="236"/>
                  </a:lnTo>
                  <a:lnTo>
                    <a:pt x="694" y="236"/>
                  </a:lnTo>
                  <a:lnTo>
                    <a:pt x="551" y="236"/>
                  </a:lnTo>
                  <a:lnTo>
                    <a:pt x="551" y="254"/>
                  </a:lnTo>
                  <a:lnTo>
                    <a:pt x="551" y="273"/>
                  </a:lnTo>
                  <a:lnTo>
                    <a:pt x="551" y="282"/>
                  </a:lnTo>
                  <a:lnTo>
                    <a:pt x="459" y="300"/>
                  </a:lnTo>
                  <a:lnTo>
                    <a:pt x="428" y="300"/>
                  </a:lnTo>
                  <a:lnTo>
                    <a:pt x="388" y="327"/>
                  </a:lnTo>
                  <a:lnTo>
                    <a:pt x="367" y="327"/>
                  </a:lnTo>
                  <a:lnTo>
                    <a:pt x="336" y="327"/>
                  </a:lnTo>
                  <a:lnTo>
                    <a:pt x="306" y="309"/>
                  </a:lnTo>
                  <a:lnTo>
                    <a:pt x="286" y="273"/>
                  </a:lnTo>
                  <a:lnTo>
                    <a:pt x="265" y="273"/>
                  </a:lnTo>
                  <a:lnTo>
                    <a:pt x="234" y="254"/>
                  </a:lnTo>
                  <a:lnTo>
                    <a:pt x="204" y="236"/>
                  </a:lnTo>
                  <a:lnTo>
                    <a:pt x="174" y="227"/>
                  </a:lnTo>
                  <a:lnTo>
                    <a:pt x="152" y="236"/>
                  </a:lnTo>
                  <a:lnTo>
                    <a:pt x="122" y="245"/>
                  </a:lnTo>
                  <a:lnTo>
                    <a:pt x="102" y="264"/>
                  </a:lnTo>
                  <a:lnTo>
                    <a:pt x="71" y="264"/>
                  </a:lnTo>
                  <a:lnTo>
                    <a:pt x="41" y="245"/>
                  </a:lnTo>
                  <a:lnTo>
                    <a:pt x="20" y="245"/>
                  </a:lnTo>
                  <a:lnTo>
                    <a:pt x="0" y="218"/>
                  </a:lnTo>
                  <a:lnTo>
                    <a:pt x="41" y="200"/>
                  </a:lnTo>
                  <a:lnTo>
                    <a:pt x="81" y="182"/>
                  </a:lnTo>
                  <a:lnTo>
                    <a:pt x="112" y="173"/>
                  </a:lnTo>
                  <a:lnTo>
                    <a:pt x="152" y="164"/>
                  </a:lnTo>
                  <a:lnTo>
                    <a:pt x="174" y="154"/>
                  </a:lnTo>
                  <a:lnTo>
                    <a:pt x="204" y="136"/>
                  </a:lnTo>
                  <a:lnTo>
                    <a:pt x="234" y="118"/>
                  </a:lnTo>
                  <a:lnTo>
                    <a:pt x="265" y="100"/>
                  </a:lnTo>
                  <a:lnTo>
                    <a:pt x="335" y="77"/>
                  </a:lnTo>
                </a:path>
              </a:pathLst>
            </a:custGeom>
            <a:gradFill rotWithShape="0">
              <a:gsLst>
                <a:gs pos="0">
                  <a:srgbClr val="00AE00"/>
                </a:gs>
                <a:gs pos="100000">
                  <a:srgbClr val="00AE00">
                    <a:gamma/>
                    <a:tint val="50196"/>
                    <a:invGamma/>
                  </a:srgbClr>
                </a:gs>
              </a:gsLst>
              <a:lin ang="5400000" scaled="1"/>
            </a:gradFill>
            <a:ln w="12700" cap="rnd" cmpd="sng">
              <a:solidFill>
                <a:schemeClr val="tx1"/>
              </a:solid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p>
          </p:txBody>
        </p:sp>
        <p:grpSp>
          <p:nvGrpSpPr>
            <p:cNvPr id="51517" name="Group 317"/>
            <p:cNvGrpSpPr/>
            <p:nvPr/>
          </p:nvGrpSpPr>
          <p:grpSpPr>
            <a:xfrm>
              <a:off x="2029" y="3084"/>
              <a:ext cx="224" cy="374"/>
              <a:chOff x="3174" y="3098"/>
              <a:chExt cx="224" cy="374"/>
            </a:xfrm>
          </p:grpSpPr>
          <p:sp>
            <p:nvSpPr>
              <p:cNvPr id="51518" name="Freeform 318"/>
              <p:cNvSpPr/>
              <p:nvPr/>
            </p:nvSpPr>
            <p:spPr>
              <a:xfrm>
                <a:off x="3174" y="3211"/>
                <a:ext cx="224" cy="261"/>
              </a:xfrm>
              <a:custGeom>
                <a:avLst/>
                <a:gdLst/>
                <a:ahLst/>
                <a:cxnLst>
                  <a:cxn ang="0">
                    <a:pos x="83" y="0"/>
                  </a:cxn>
                  <a:cxn ang="0">
                    <a:pos x="131" y="0"/>
                  </a:cxn>
                  <a:cxn ang="0">
                    <a:pos x="223" y="260"/>
                  </a:cxn>
                  <a:cxn ang="0">
                    <a:pos x="126" y="21"/>
                  </a:cxn>
                  <a:cxn ang="0">
                    <a:pos x="113" y="260"/>
                  </a:cxn>
                  <a:cxn ang="0">
                    <a:pos x="87" y="21"/>
                  </a:cxn>
                  <a:cxn ang="0">
                    <a:pos x="0" y="260"/>
                  </a:cxn>
                  <a:cxn ang="0">
                    <a:pos x="83" y="0"/>
                  </a:cxn>
                </a:cxnLst>
                <a:rect l="0" t="0" r="0" b="0"/>
                <a:pathLst>
                  <a:path w="224" h="261">
                    <a:moveTo>
                      <a:pt x="83" y="0"/>
                    </a:moveTo>
                    <a:lnTo>
                      <a:pt x="131" y="0"/>
                    </a:lnTo>
                    <a:lnTo>
                      <a:pt x="223" y="260"/>
                    </a:lnTo>
                    <a:lnTo>
                      <a:pt x="126" y="21"/>
                    </a:lnTo>
                    <a:lnTo>
                      <a:pt x="113" y="260"/>
                    </a:lnTo>
                    <a:lnTo>
                      <a:pt x="87" y="21"/>
                    </a:lnTo>
                    <a:lnTo>
                      <a:pt x="0" y="260"/>
                    </a:lnTo>
                    <a:lnTo>
                      <a:pt x="83"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51519" name="Freeform 319"/>
              <p:cNvSpPr/>
              <p:nvPr/>
            </p:nvSpPr>
            <p:spPr>
              <a:xfrm>
                <a:off x="3316" y="3230"/>
                <a:ext cx="36" cy="36"/>
              </a:xfrm>
              <a:custGeom>
                <a:avLst/>
                <a:gdLst/>
                <a:ahLst/>
                <a:cxnLst>
                  <a:cxn ang="0">
                    <a:pos x="0" y="4"/>
                  </a:cxn>
                  <a:cxn ang="0">
                    <a:pos x="10" y="35"/>
                  </a:cxn>
                  <a:cxn ang="0">
                    <a:pos x="35" y="30"/>
                  </a:cxn>
                  <a:cxn ang="0">
                    <a:pos x="24" y="0"/>
                  </a:cxn>
                  <a:cxn ang="0">
                    <a:pos x="0" y="4"/>
                  </a:cxn>
                </a:cxnLst>
                <a:rect l="0" t="0" r="0" b="0"/>
                <a:pathLst>
                  <a:path w="36" h="36">
                    <a:moveTo>
                      <a:pt x="0" y="4"/>
                    </a:moveTo>
                    <a:lnTo>
                      <a:pt x="10" y="35"/>
                    </a:lnTo>
                    <a:lnTo>
                      <a:pt x="35" y="30"/>
                    </a:lnTo>
                    <a:lnTo>
                      <a:pt x="24"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51520" name="Rectangle 320"/>
              <p:cNvSpPr/>
              <p:nvPr/>
            </p:nvSpPr>
            <p:spPr>
              <a:xfrm>
                <a:off x="3333" y="3181"/>
                <a:ext cx="8" cy="8"/>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21" name="Line 321"/>
              <p:cNvSpPr/>
              <p:nvPr/>
            </p:nvSpPr>
            <p:spPr>
              <a:xfrm>
                <a:off x="3333" y="3179"/>
                <a:ext cx="0" cy="2"/>
              </a:xfrm>
              <a:prstGeom prst="line">
                <a:avLst/>
              </a:prstGeom>
              <a:ln w="12700" cap="flat" cmpd="sng">
                <a:solidFill>
                  <a:srgbClr val="FFFFFF"/>
                </a:solidFill>
                <a:prstDash val="solid"/>
                <a:headEnd type="none" w="med" len="med"/>
                <a:tailEnd type="none" w="med" len="med"/>
              </a:ln>
            </p:spPr>
          </p:sp>
          <p:sp>
            <p:nvSpPr>
              <p:cNvPr id="51522" name="Freeform 322"/>
              <p:cNvSpPr/>
              <p:nvPr/>
            </p:nvSpPr>
            <p:spPr>
              <a:xfrm>
                <a:off x="3326"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23" name="Line 323"/>
              <p:cNvSpPr/>
              <p:nvPr/>
            </p:nvSpPr>
            <p:spPr>
              <a:xfrm>
                <a:off x="3332" y="3179"/>
                <a:ext cx="0" cy="2"/>
              </a:xfrm>
              <a:prstGeom prst="line">
                <a:avLst/>
              </a:prstGeom>
              <a:ln w="12700" cap="flat" cmpd="sng">
                <a:solidFill>
                  <a:srgbClr val="FFFFFF"/>
                </a:solidFill>
                <a:prstDash val="solid"/>
                <a:headEnd type="none" w="med" len="med"/>
                <a:tailEnd type="none" w="med" len="med"/>
              </a:ln>
            </p:spPr>
          </p:sp>
          <p:sp>
            <p:nvSpPr>
              <p:cNvPr id="51524" name="Freeform 324"/>
              <p:cNvSpPr/>
              <p:nvPr/>
            </p:nvSpPr>
            <p:spPr>
              <a:xfrm>
                <a:off x="3325"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25" name="Line 325"/>
              <p:cNvSpPr/>
              <p:nvPr/>
            </p:nvSpPr>
            <p:spPr>
              <a:xfrm>
                <a:off x="3331" y="3179"/>
                <a:ext cx="0" cy="2"/>
              </a:xfrm>
              <a:prstGeom prst="line">
                <a:avLst/>
              </a:prstGeom>
              <a:ln w="12700" cap="flat" cmpd="sng">
                <a:solidFill>
                  <a:srgbClr val="FFFFFF"/>
                </a:solidFill>
                <a:prstDash val="solid"/>
                <a:headEnd type="none" w="med" len="med"/>
                <a:tailEnd type="none" w="med" len="med"/>
              </a:ln>
            </p:spPr>
          </p:sp>
          <p:sp>
            <p:nvSpPr>
              <p:cNvPr id="51526" name="Freeform 326"/>
              <p:cNvSpPr/>
              <p:nvPr/>
            </p:nvSpPr>
            <p:spPr>
              <a:xfrm>
                <a:off x="3325"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27" name="Line 327"/>
              <p:cNvSpPr/>
              <p:nvPr/>
            </p:nvSpPr>
            <p:spPr>
              <a:xfrm>
                <a:off x="3330" y="3179"/>
                <a:ext cx="0" cy="2"/>
              </a:xfrm>
              <a:prstGeom prst="line">
                <a:avLst/>
              </a:prstGeom>
              <a:ln w="12700" cap="flat" cmpd="sng">
                <a:solidFill>
                  <a:srgbClr val="FFFFFF"/>
                </a:solidFill>
                <a:prstDash val="solid"/>
                <a:headEnd type="none" w="med" len="med"/>
                <a:tailEnd type="none" w="med" len="med"/>
              </a:ln>
            </p:spPr>
          </p:sp>
          <p:sp>
            <p:nvSpPr>
              <p:cNvPr id="51528" name="Freeform 328"/>
              <p:cNvSpPr/>
              <p:nvPr/>
            </p:nvSpPr>
            <p:spPr>
              <a:xfrm>
                <a:off x="3325" y="3172"/>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29" name="Line 329"/>
              <p:cNvSpPr/>
              <p:nvPr/>
            </p:nvSpPr>
            <p:spPr>
              <a:xfrm>
                <a:off x="3329" y="3179"/>
                <a:ext cx="0" cy="2"/>
              </a:xfrm>
              <a:prstGeom prst="line">
                <a:avLst/>
              </a:prstGeom>
              <a:ln w="12700" cap="flat" cmpd="sng">
                <a:solidFill>
                  <a:srgbClr val="FFFFFF"/>
                </a:solidFill>
                <a:prstDash val="solid"/>
                <a:headEnd type="none" w="med" len="med"/>
                <a:tailEnd type="none" w="med" len="med"/>
              </a:ln>
            </p:spPr>
          </p:sp>
          <p:sp>
            <p:nvSpPr>
              <p:cNvPr id="51530" name="Freeform 330"/>
              <p:cNvSpPr/>
              <p:nvPr/>
            </p:nvSpPr>
            <p:spPr>
              <a:xfrm>
                <a:off x="3325" y="3172"/>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31" name="Line 331"/>
              <p:cNvSpPr/>
              <p:nvPr/>
            </p:nvSpPr>
            <p:spPr>
              <a:xfrm>
                <a:off x="3329" y="3179"/>
                <a:ext cx="0" cy="2"/>
              </a:xfrm>
              <a:prstGeom prst="line">
                <a:avLst/>
              </a:prstGeom>
              <a:ln w="12700" cap="flat" cmpd="sng">
                <a:solidFill>
                  <a:srgbClr val="FFFFFF"/>
                </a:solidFill>
                <a:prstDash val="solid"/>
                <a:headEnd type="none" w="med" len="med"/>
                <a:tailEnd type="none" w="med" len="med"/>
              </a:ln>
            </p:spPr>
          </p:sp>
          <p:sp>
            <p:nvSpPr>
              <p:cNvPr id="51532" name="Freeform 332"/>
              <p:cNvSpPr/>
              <p:nvPr/>
            </p:nvSpPr>
            <p:spPr>
              <a:xfrm>
                <a:off x="3325"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33" name="Rectangle 333"/>
              <p:cNvSpPr/>
              <p:nvPr/>
            </p:nvSpPr>
            <p:spPr>
              <a:xfrm>
                <a:off x="3333" y="3172"/>
                <a:ext cx="8"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34" name="Freeform 334"/>
              <p:cNvSpPr/>
              <p:nvPr/>
            </p:nvSpPr>
            <p:spPr>
              <a:xfrm>
                <a:off x="3329" y="3157"/>
                <a:ext cx="17" cy="17"/>
              </a:xfrm>
              <a:custGeom>
                <a:avLst/>
                <a:gdLst/>
                <a:ahLst/>
                <a:cxnLst>
                  <a:cxn ang="0">
                    <a:pos x="16" y="16"/>
                  </a:cxn>
                  <a:cxn ang="0">
                    <a:pos x="12" y="5"/>
                  </a:cxn>
                  <a:cxn ang="0">
                    <a:pos x="12" y="0"/>
                  </a:cxn>
                  <a:cxn ang="0">
                    <a:pos x="7" y="0"/>
                  </a:cxn>
                  <a:cxn ang="0">
                    <a:pos x="7" y="5"/>
                  </a:cxn>
                  <a:cxn ang="0">
                    <a:pos x="0" y="16"/>
                  </a:cxn>
                  <a:cxn ang="0">
                    <a:pos x="16" y="16"/>
                  </a:cxn>
                </a:cxnLst>
                <a:rect l="0" t="0" r="0" b="0"/>
                <a:pathLst>
                  <a:path w="17" h="17">
                    <a:moveTo>
                      <a:pt x="16" y="16"/>
                    </a:moveTo>
                    <a:lnTo>
                      <a:pt x="12" y="5"/>
                    </a:lnTo>
                    <a:lnTo>
                      <a:pt x="12" y="0"/>
                    </a:lnTo>
                    <a:lnTo>
                      <a:pt x="7" y="0"/>
                    </a:lnTo>
                    <a:lnTo>
                      <a:pt x="7" y="5"/>
                    </a:lnTo>
                    <a:lnTo>
                      <a:pt x="0" y="16"/>
                    </a:lnTo>
                    <a:lnTo>
                      <a:pt x="16" y="16"/>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51535" name="Rectangle 335"/>
              <p:cNvSpPr/>
              <p:nvPr/>
            </p:nvSpPr>
            <p:spPr>
              <a:xfrm>
                <a:off x="3335" y="3103"/>
                <a:ext cx="8" cy="50"/>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36" name="Freeform 336"/>
              <p:cNvSpPr/>
              <p:nvPr/>
            </p:nvSpPr>
            <p:spPr>
              <a:xfrm>
                <a:off x="3329" y="3098"/>
                <a:ext cx="17" cy="17"/>
              </a:xfrm>
              <a:custGeom>
                <a:avLst/>
                <a:gdLst/>
                <a:ahLst/>
                <a:cxnLst>
                  <a:cxn ang="0">
                    <a:pos x="12" y="13"/>
                  </a:cxn>
                  <a:cxn ang="0">
                    <a:pos x="16" y="13"/>
                  </a:cxn>
                  <a:cxn ang="0">
                    <a:pos x="16" y="10"/>
                  </a:cxn>
                  <a:cxn ang="0">
                    <a:pos x="16" y="7"/>
                  </a:cxn>
                  <a:cxn ang="0">
                    <a:pos x="16" y="5"/>
                  </a:cxn>
                  <a:cxn ang="0">
                    <a:pos x="16" y="2"/>
                  </a:cxn>
                  <a:cxn ang="0">
                    <a:pos x="16" y="0"/>
                  </a:cxn>
                  <a:cxn ang="0">
                    <a:pos x="12" y="0"/>
                  </a:cxn>
                  <a:cxn ang="0">
                    <a:pos x="6" y="0"/>
                  </a:cxn>
                  <a:cxn ang="0">
                    <a:pos x="0" y="0"/>
                  </a:cxn>
                  <a:cxn ang="0">
                    <a:pos x="0" y="2"/>
                  </a:cxn>
                  <a:cxn ang="0">
                    <a:pos x="0" y="5"/>
                  </a:cxn>
                  <a:cxn ang="0">
                    <a:pos x="0" y="7"/>
                  </a:cxn>
                  <a:cxn ang="0">
                    <a:pos x="0" y="10"/>
                  </a:cxn>
                  <a:cxn ang="0">
                    <a:pos x="6" y="10"/>
                  </a:cxn>
                  <a:cxn ang="0">
                    <a:pos x="6" y="13"/>
                  </a:cxn>
                  <a:cxn ang="0">
                    <a:pos x="6" y="16"/>
                  </a:cxn>
                  <a:cxn ang="0">
                    <a:pos x="12" y="16"/>
                  </a:cxn>
                  <a:cxn ang="0">
                    <a:pos x="12" y="13"/>
                  </a:cxn>
                </a:cxnLst>
                <a:rect l="0" t="0" r="0" b="0"/>
                <a:pathLst>
                  <a:path w="17" h="17">
                    <a:moveTo>
                      <a:pt x="12" y="13"/>
                    </a:moveTo>
                    <a:lnTo>
                      <a:pt x="16" y="13"/>
                    </a:lnTo>
                    <a:lnTo>
                      <a:pt x="16" y="10"/>
                    </a:lnTo>
                    <a:lnTo>
                      <a:pt x="16" y="7"/>
                    </a:lnTo>
                    <a:lnTo>
                      <a:pt x="16" y="5"/>
                    </a:lnTo>
                    <a:lnTo>
                      <a:pt x="16" y="2"/>
                    </a:lnTo>
                    <a:lnTo>
                      <a:pt x="16" y="0"/>
                    </a:lnTo>
                    <a:lnTo>
                      <a:pt x="12" y="0"/>
                    </a:lnTo>
                    <a:lnTo>
                      <a:pt x="6" y="0"/>
                    </a:lnTo>
                    <a:lnTo>
                      <a:pt x="0" y="0"/>
                    </a:lnTo>
                    <a:lnTo>
                      <a:pt x="0" y="2"/>
                    </a:lnTo>
                    <a:lnTo>
                      <a:pt x="0" y="5"/>
                    </a:lnTo>
                    <a:lnTo>
                      <a:pt x="0" y="7"/>
                    </a:lnTo>
                    <a:lnTo>
                      <a:pt x="0" y="10"/>
                    </a:lnTo>
                    <a:lnTo>
                      <a:pt x="6" y="10"/>
                    </a:lnTo>
                    <a:lnTo>
                      <a:pt x="6" y="13"/>
                    </a:lnTo>
                    <a:lnTo>
                      <a:pt x="6" y="16"/>
                    </a:lnTo>
                    <a:lnTo>
                      <a:pt x="12" y="16"/>
                    </a:lnTo>
                    <a:lnTo>
                      <a:pt x="12"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51537" name="Rectangle 337"/>
              <p:cNvSpPr/>
              <p:nvPr/>
            </p:nvSpPr>
            <p:spPr>
              <a:xfrm>
                <a:off x="3333" y="3185"/>
                <a:ext cx="8" cy="62"/>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38" name="Freeform 338"/>
              <p:cNvSpPr/>
              <p:nvPr/>
            </p:nvSpPr>
            <p:spPr>
              <a:xfrm>
                <a:off x="3315" y="3231"/>
                <a:ext cx="24" cy="35"/>
              </a:xfrm>
              <a:custGeom>
                <a:avLst/>
                <a:gdLst/>
                <a:ahLst/>
                <a:cxnLst>
                  <a:cxn ang="0">
                    <a:pos x="0" y="2"/>
                  </a:cxn>
                  <a:cxn ang="0">
                    <a:pos x="9" y="34"/>
                  </a:cxn>
                  <a:cxn ang="0">
                    <a:pos x="23" y="31"/>
                  </a:cxn>
                  <a:cxn ang="0">
                    <a:pos x="13" y="0"/>
                  </a:cxn>
                  <a:cxn ang="0">
                    <a:pos x="0" y="2"/>
                  </a:cxn>
                </a:cxnLst>
                <a:rect l="0" t="0" r="0" b="0"/>
                <a:pathLst>
                  <a:path w="24" h="35">
                    <a:moveTo>
                      <a:pt x="0" y="2"/>
                    </a:moveTo>
                    <a:lnTo>
                      <a:pt x="9" y="34"/>
                    </a:lnTo>
                    <a:lnTo>
                      <a:pt x="23" y="31"/>
                    </a:lnTo>
                    <a:lnTo>
                      <a:pt x="13" y="0"/>
                    </a:lnTo>
                    <a:lnTo>
                      <a:pt x="0" y="2"/>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51539" name="Freeform 339"/>
              <p:cNvSpPr/>
              <p:nvPr/>
            </p:nvSpPr>
            <p:spPr>
              <a:xfrm>
                <a:off x="3238" y="3118"/>
                <a:ext cx="84" cy="36"/>
              </a:xfrm>
              <a:custGeom>
                <a:avLst/>
                <a:gdLst/>
                <a:ahLst/>
                <a:cxnLst>
                  <a:cxn ang="0">
                    <a:pos x="0" y="9"/>
                  </a:cxn>
                  <a:cxn ang="0">
                    <a:pos x="41" y="0"/>
                  </a:cxn>
                  <a:cxn ang="0">
                    <a:pos x="83" y="9"/>
                  </a:cxn>
                  <a:cxn ang="0">
                    <a:pos x="83" y="29"/>
                  </a:cxn>
                  <a:cxn ang="0">
                    <a:pos x="80" y="31"/>
                  </a:cxn>
                  <a:cxn ang="0">
                    <a:pos x="57" y="35"/>
                  </a:cxn>
                  <a:cxn ang="0">
                    <a:pos x="54" y="35"/>
                  </a:cxn>
                  <a:cxn ang="0">
                    <a:pos x="29" y="35"/>
                  </a:cxn>
                  <a:cxn ang="0">
                    <a:pos x="25" y="35"/>
                  </a:cxn>
                  <a:cxn ang="0">
                    <a:pos x="3" y="31"/>
                  </a:cxn>
                  <a:cxn ang="0">
                    <a:pos x="0" y="29"/>
                  </a:cxn>
                  <a:cxn ang="0">
                    <a:pos x="0" y="9"/>
                  </a:cxn>
                </a:cxnLst>
                <a:rect l="0" t="0" r="0" b="0"/>
                <a:pathLst>
                  <a:path w="84" h="36">
                    <a:moveTo>
                      <a:pt x="0" y="9"/>
                    </a:moveTo>
                    <a:lnTo>
                      <a:pt x="41" y="0"/>
                    </a:lnTo>
                    <a:lnTo>
                      <a:pt x="83" y="9"/>
                    </a:lnTo>
                    <a:lnTo>
                      <a:pt x="83" y="29"/>
                    </a:lnTo>
                    <a:lnTo>
                      <a:pt x="80" y="31"/>
                    </a:lnTo>
                    <a:lnTo>
                      <a:pt x="57" y="35"/>
                    </a:lnTo>
                    <a:lnTo>
                      <a:pt x="54" y="35"/>
                    </a:lnTo>
                    <a:lnTo>
                      <a:pt x="29" y="35"/>
                    </a:lnTo>
                    <a:lnTo>
                      <a:pt x="25" y="35"/>
                    </a:lnTo>
                    <a:lnTo>
                      <a:pt x="3" y="31"/>
                    </a:lnTo>
                    <a:lnTo>
                      <a:pt x="0" y="29"/>
                    </a:lnTo>
                    <a:lnTo>
                      <a:pt x="0" y="9"/>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1540" name="Rectangle 340"/>
              <p:cNvSpPr/>
              <p:nvPr/>
            </p:nvSpPr>
            <p:spPr>
              <a:xfrm>
                <a:off x="3243" y="3140"/>
                <a:ext cx="76" cy="8"/>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41" name="Freeform 341"/>
              <p:cNvSpPr/>
              <p:nvPr/>
            </p:nvSpPr>
            <p:spPr>
              <a:xfrm>
                <a:off x="3262" y="3153"/>
                <a:ext cx="37" cy="44"/>
              </a:xfrm>
              <a:custGeom>
                <a:avLst/>
                <a:gdLst/>
                <a:ahLst/>
                <a:cxnLst>
                  <a:cxn ang="0">
                    <a:pos x="15" y="5"/>
                  </a:cxn>
                  <a:cxn ang="0">
                    <a:pos x="15" y="16"/>
                  </a:cxn>
                  <a:cxn ang="0">
                    <a:pos x="13" y="16"/>
                  </a:cxn>
                  <a:cxn ang="0">
                    <a:pos x="13" y="25"/>
                  </a:cxn>
                  <a:cxn ang="0">
                    <a:pos x="7" y="25"/>
                  </a:cxn>
                  <a:cxn ang="0">
                    <a:pos x="7" y="33"/>
                  </a:cxn>
                  <a:cxn ang="0">
                    <a:pos x="0" y="33"/>
                  </a:cxn>
                  <a:cxn ang="0">
                    <a:pos x="0" y="43"/>
                  </a:cxn>
                  <a:cxn ang="0">
                    <a:pos x="36" y="43"/>
                  </a:cxn>
                  <a:cxn ang="0">
                    <a:pos x="36" y="33"/>
                  </a:cxn>
                  <a:cxn ang="0">
                    <a:pos x="28" y="33"/>
                  </a:cxn>
                  <a:cxn ang="0">
                    <a:pos x="28" y="25"/>
                  </a:cxn>
                  <a:cxn ang="0">
                    <a:pos x="22" y="25"/>
                  </a:cxn>
                  <a:cxn ang="0">
                    <a:pos x="22" y="16"/>
                  </a:cxn>
                  <a:cxn ang="0">
                    <a:pos x="19" y="16"/>
                  </a:cxn>
                  <a:cxn ang="0">
                    <a:pos x="19" y="5"/>
                  </a:cxn>
                  <a:cxn ang="0">
                    <a:pos x="19" y="3"/>
                  </a:cxn>
                  <a:cxn ang="0">
                    <a:pos x="19" y="0"/>
                  </a:cxn>
                  <a:cxn ang="0">
                    <a:pos x="15" y="0"/>
                  </a:cxn>
                  <a:cxn ang="0">
                    <a:pos x="15" y="3"/>
                  </a:cxn>
                  <a:cxn ang="0">
                    <a:pos x="16" y="4"/>
                  </a:cxn>
                  <a:cxn ang="0">
                    <a:pos x="15" y="5"/>
                  </a:cxn>
                </a:cxnLst>
                <a:rect l="0" t="0" r="0" b="0"/>
                <a:pathLst>
                  <a:path w="37" h="44">
                    <a:moveTo>
                      <a:pt x="15" y="5"/>
                    </a:moveTo>
                    <a:lnTo>
                      <a:pt x="15" y="16"/>
                    </a:lnTo>
                    <a:lnTo>
                      <a:pt x="13" y="16"/>
                    </a:lnTo>
                    <a:lnTo>
                      <a:pt x="13" y="25"/>
                    </a:lnTo>
                    <a:lnTo>
                      <a:pt x="7" y="25"/>
                    </a:lnTo>
                    <a:lnTo>
                      <a:pt x="7" y="33"/>
                    </a:lnTo>
                    <a:lnTo>
                      <a:pt x="0" y="33"/>
                    </a:lnTo>
                    <a:lnTo>
                      <a:pt x="0" y="43"/>
                    </a:lnTo>
                    <a:lnTo>
                      <a:pt x="36" y="43"/>
                    </a:lnTo>
                    <a:lnTo>
                      <a:pt x="36" y="33"/>
                    </a:lnTo>
                    <a:lnTo>
                      <a:pt x="28" y="33"/>
                    </a:lnTo>
                    <a:lnTo>
                      <a:pt x="28" y="25"/>
                    </a:lnTo>
                    <a:lnTo>
                      <a:pt x="22" y="25"/>
                    </a:lnTo>
                    <a:lnTo>
                      <a:pt x="22" y="16"/>
                    </a:lnTo>
                    <a:lnTo>
                      <a:pt x="19" y="16"/>
                    </a:lnTo>
                    <a:lnTo>
                      <a:pt x="19" y="5"/>
                    </a:lnTo>
                    <a:lnTo>
                      <a:pt x="19" y="3"/>
                    </a:lnTo>
                    <a:lnTo>
                      <a:pt x="19" y="0"/>
                    </a:lnTo>
                    <a:lnTo>
                      <a:pt x="15" y="0"/>
                    </a:lnTo>
                    <a:lnTo>
                      <a:pt x="15" y="3"/>
                    </a:lnTo>
                    <a:lnTo>
                      <a:pt x="16" y="4"/>
                    </a:lnTo>
                    <a:lnTo>
                      <a:pt x="15" y="5"/>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51542" name="Freeform 342"/>
              <p:cNvSpPr/>
              <p:nvPr/>
            </p:nvSpPr>
            <p:spPr>
              <a:xfrm>
                <a:off x="3263" y="3153"/>
                <a:ext cx="34" cy="17"/>
              </a:xfrm>
              <a:custGeom>
                <a:avLst/>
                <a:gdLst/>
                <a:ahLst/>
                <a:cxnLst>
                  <a:cxn ang="0">
                    <a:pos x="0" y="0"/>
                  </a:cxn>
                  <a:cxn ang="0">
                    <a:pos x="6" y="0"/>
                  </a:cxn>
                  <a:cxn ang="0">
                    <a:pos x="6" y="6"/>
                  </a:cxn>
                  <a:cxn ang="0">
                    <a:pos x="9" y="6"/>
                  </a:cxn>
                  <a:cxn ang="0">
                    <a:pos x="9" y="8"/>
                  </a:cxn>
                  <a:cxn ang="0">
                    <a:pos x="6" y="8"/>
                  </a:cxn>
                  <a:cxn ang="0">
                    <a:pos x="6" y="15"/>
                  </a:cxn>
                  <a:cxn ang="0">
                    <a:pos x="9" y="15"/>
                  </a:cxn>
                  <a:cxn ang="0">
                    <a:pos x="9" y="16"/>
                  </a:cxn>
                  <a:cxn ang="0">
                    <a:pos x="22" y="16"/>
                  </a:cxn>
                  <a:cxn ang="0">
                    <a:pos x="22" y="14"/>
                  </a:cxn>
                  <a:cxn ang="0">
                    <a:pos x="26" y="14"/>
                  </a:cxn>
                  <a:cxn ang="0">
                    <a:pos x="26" y="8"/>
                  </a:cxn>
                  <a:cxn ang="0">
                    <a:pos x="22" y="8"/>
                  </a:cxn>
                  <a:cxn ang="0">
                    <a:pos x="22" y="6"/>
                  </a:cxn>
                  <a:cxn ang="0">
                    <a:pos x="26" y="6"/>
                  </a:cxn>
                  <a:cxn ang="0">
                    <a:pos x="26" y="0"/>
                  </a:cxn>
                  <a:cxn ang="0">
                    <a:pos x="31" y="0"/>
                  </a:cxn>
                  <a:cxn ang="0">
                    <a:pos x="33" y="0"/>
                  </a:cxn>
                  <a:cxn ang="0">
                    <a:pos x="0" y="0"/>
                  </a:cxn>
                </a:cxnLst>
                <a:rect l="0" t="0" r="0" b="0"/>
                <a:pathLst>
                  <a:path w="34" h="17">
                    <a:moveTo>
                      <a:pt x="0" y="0"/>
                    </a:moveTo>
                    <a:lnTo>
                      <a:pt x="6" y="0"/>
                    </a:lnTo>
                    <a:lnTo>
                      <a:pt x="6" y="6"/>
                    </a:lnTo>
                    <a:lnTo>
                      <a:pt x="9" y="6"/>
                    </a:lnTo>
                    <a:lnTo>
                      <a:pt x="9" y="8"/>
                    </a:lnTo>
                    <a:lnTo>
                      <a:pt x="6" y="8"/>
                    </a:lnTo>
                    <a:lnTo>
                      <a:pt x="6" y="15"/>
                    </a:lnTo>
                    <a:lnTo>
                      <a:pt x="9" y="15"/>
                    </a:lnTo>
                    <a:lnTo>
                      <a:pt x="9" y="16"/>
                    </a:lnTo>
                    <a:lnTo>
                      <a:pt x="22" y="16"/>
                    </a:lnTo>
                    <a:lnTo>
                      <a:pt x="22" y="14"/>
                    </a:lnTo>
                    <a:lnTo>
                      <a:pt x="26" y="14"/>
                    </a:lnTo>
                    <a:lnTo>
                      <a:pt x="26" y="8"/>
                    </a:lnTo>
                    <a:lnTo>
                      <a:pt x="22" y="8"/>
                    </a:lnTo>
                    <a:lnTo>
                      <a:pt x="22" y="6"/>
                    </a:lnTo>
                    <a:lnTo>
                      <a:pt x="26" y="6"/>
                    </a:lnTo>
                    <a:lnTo>
                      <a:pt x="26" y="0"/>
                    </a:lnTo>
                    <a:lnTo>
                      <a:pt x="31" y="0"/>
                    </a:lnTo>
                    <a:lnTo>
                      <a:pt x="33"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1543" name="Rectangle 343"/>
              <p:cNvSpPr/>
              <p:nvPr/>
            </p:nvSpPr>
            <p:spPr>
              <a:xfrm>
                <a:off x="3257" y="3200"/>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44" name="Rectangle 344"/>
              <p:cNvSpPr/>
              <p:nvPr/>
            </p:nvSpPr>
            <p:spPr>
              <a:xfrm>
                <a:off x="3257" y="3212"/>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45" name="Freeform 345"/>
              <p:cNvSpPr/>
              <p:nvPr/>
            </p:nvSpPr>
            <p:spPr>
              <a:xfrm>
                <a:off x="3296" y="3202"/>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1546" name="Freeform 346"/>
              <p:cNvSpPr/>
              <p:nvPr/>
            </p:nvSpPr>
            <p:spPr>
              <a:xfrm>
                <a:off x="3252" y="3202"/>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1547" name="Freeform 347"/>
              <p:cNvSpPr/>
              <p:nvPr/>
            </p:nvSpPr>
            <p:spPr>
              <a:xfrm>
                <a:off x="3262" y="3195"/>
                <a:ext cx="37" cy="17"/>
              </a:xfrm>
              <a:custGeom>
                <a:avLst/>
                <a:gdLst/>
                <a:ahLst/>
                <a:cxnLst>
                  <a:cxn ang="0">
                    <a:pos x="0" y="0"/>
                  </a:cxn>
                  <a:cxn ang="0">
                    <a:pos x="0" y="16"/>
                  </a:cxn>
                  <a:cxn ang="0">
                    <a:pos x="36" y="16"/>
                  </a:cxn>
                  <a:cxn ang="0">
                    <a:pos x="36" y="5"/>
                  </a:cxn>
                </a:cxnLst>
                <a:rect l="0" t="0" r="0" b="0"/>
                <a:pathLst>
                  <a:path w="37" h="17">
                    <a:moveTo>
                      <a:pt x="0" y="0"/>
                    </a:moveTo>
                    <a:lnTo>
                      <a:pt x="0" y="16"/>
                    </a:lnTo>
                    <a:lnTo>
                      <a:pt x="36" y="16"/>
                    </a:lnTo>
                    <a:lnTo>
                      <a:pt x="36"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1548" name="Freeform 348"/>
              <p:cNvSpPr/>
              <p:nvPr/>
            </p:nvSpPr>
            <p:spPr>
              <a:xfrm>
                <a:off x="3255" y="3211"/>
                <a:ext cx="53" cy="17"/>
              </a:xfrm>
              <a:custGeom>
                <a:avLst/>
                <a:gdLst/>
                <a:ahLst/>
                <a:cxnLst>
                  <a:cxn ang="0">
                    <a:pos x="1" y="0"/>
                  </a:cxn>
                  <a:cxn ang="0">
                    <a:pos x="49" y="0"/>
                  </a:cxn>
                  <a:cxn ang="0">
                    <a:pos x="52" y="16"/>
                  </a:cxn>
                  <a:cxn ang="0">
                    <a:pos x="0" y="16"/>
                  </a:cxn>
                  <a:cxn ang="0">
                    <a:pos x="1" y="0"/>
                  </a:cxn>
                </a:cxnLst>
                <a:rect l="0" t="0" r="0" b="0"/>
                <a:pathLst>
                  <a:path w="53" h="17">
                    <a:moveTo>
                      <a:pt x="1" y="0"/>
                    </a:moveTo>
                    <a:lnTo>
                      <a:pt x="49" y="0"/>
                    </a:lnTo>
                    <a:lnTo>
                      <a:pt x="52" y="16"/>
                    </a:lnTo>
                    <a:lnTo>
                      <a:pt x="0" y="16"/>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grpSp>
          <p:nvGrpSpPr>
            <p:cNvPr id="51549" name="Group 349"/>
            <p:cNvGrpSpPr/>
            <p:nvPr/>
          </p:nvGrpSpPr>
          <p:grpSpPr>
            <a:xfrm>
              <a:off x="3701" y="3189"/>
              <a:ext cx="224" cy="374"/>
              <a:chOff x="4846" y="3203"/>
              <a:chExt cx="224" cy="374"/>
            </a:xfrm>
          </p:grpSpPr>
          <p:sp>
            <p:nvSpPr>
              <p:cNvPr id="51550" name="Freeform 350"/>
              <p:cNvSpPr/>
              <p:nvPr/>
            </p:nvSpPr>
            <p:spPr>
              <a:xfrm>
                <a:off x="4846" y="3316"/>
                <a:ext cx="224" cy="261"/>
              </a:xfrm>
              <a:custGeom>
                <a:avLst/>
                <a:gdLst/>
                <a:ahLst/>
                <a:cxnLst>
                  <a:cxn ang="0">
                    <a:pos x="83" y="0"/>
                  </a:cxn>
                  <a:cxn ang="0">
                    <a:pos x="131" y="0"/>
                  </a:cxn>
                  <a:cxn ang="0">
                    <a:pos x="223" y="260"/>
                  </a:cxn>
                  <a:cxn ang="0">
                    <a:pos x="126" y="21"/>
                  </a:cxn>
                  <a:cxn ang="0">
                    <a:pos x="113" y="260"/>
                  </a:cxn>
                  <a:cxn ang="0">
                    <a:pos x="87" y="21"/>
                  </a:cxn>
                  <a:cxn ang="0">
                    <a:pos x="0" y="260"/>
                  </a:cxn>
                  <a:cxn ang="0">
                    <a:pos x="83" y="0"/>
                  </a:cxn>
                </a:cxnLst>
                <a:rect l="0" t="0" r="0" b="0"/>
                <a:pathLst>
                  <a:path w="224" h="261">
                    <a:moveTo>
                      <a:pt x="83" y="0"/>
                    </a:moveTo>
                    <a:lnTo>
                      <a:pt x="131" y="0"/>
                    </a:lnTo>
                    <a:lnTo>
                      <a:pt x="223" y="260"/>
                    </a:lnTo>
                    <a:lnTo>
                      <a:pt x="126" y="21"/>
                    </a:lnTo>
                    <a:lnTo>
                      <a:pt x="113" y="260"/>
                    </a:lnTo>
                    <a:lnTo>
                      <a:pt x="87" y="21"/>
                    </a:lnTo>
                    <a:lnTo>
                      <a:pt x="0" y="260"/>
                    </a:lnTo>
                    <a:lnTo>
                      <a:pt x="83"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51551" name="Freeform 351"/>
              <p:cNvSpPr/>
              <p:nvPr/>
            </p:nvSpPr>
            <p:spPr>
              <a:xfrm>
                <a:off x="4988" y="3335"/>
                <a:ext cx="36" cy="36"/>
              </a:xfrm>
              <a:custGeom>
                <a:avLst/>
                <a:gdLst/>
                <a:ahLst/>
                <a:cxnLst>
                  <a:cxn ang="0">
                    <a:pos x="0" y="4"/>
                  </a:cxn>
                  <a:cxn ang="0">
                    <a:pos x="10" y="35"/>
                  </a:cxn>
                  <a:cxn ang="0">
                    <a:pos x="35" y="30"/>
                  </a:cxn>
                  <a:cxn ang="0">
                    <a:pos x="24" y="0"/>
                  </a:cxn>
                  <a:cxn ang="0">
                    <a:pos x="0" y="4"/>
                  </a:cxn>
                </a:cxnLst>
                <a:rect l="0" t="0" r="0" b="0"/>
                <a:pathLst>
                  <a:path w="36" h="36">
                    <a:moveTo>
                      <a:pt x="0" y="4"/>
                    </a:moveTo>
                    <a:lnTo>
                      <a:pt x="10" y="35"/>
                    </a:lnTo>
                    <a:lnTo>
                      <a:pt x="35" y="30"/>
                    </a:lnTo>
                    <a:lnTo>
                      <a:pt x="24"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51552" name="Rectangle 352"/>
              <p:cNvSpPr/>
              <p:nvPr/>
            </p:nvSpPr>
            <p:spPr>
              <a:xfrm>
                <a:off x="5005" y="3286"/>
                <a:ext cx="8" cy="8"/>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53" name="Line 353"/>
              <p:cNvSpPr/>
              <p:nvPr/>
            </p:nvSpPr>
            <p:spPr>
              <a:xfrm>
                <a:off x="5005" y="3284"/>
                <a:ext cx="0" cy="2"/>
              </a:xfrm>
              <a:prstGeom prst="line">
                <a:avLst/>
              </a:prstGeom>
              <a:ln w="12700" cap="flat" cmpd="sng">
                <a:solidFill>
                  <a:srgbClr val="FFFFFF"/>
                </a:solidFill>
                <a:prstDash val="solid"/>
                <a:headEnd type="none" w="med" len="med"/>
                <a:tailEnd type="none" w="med" len="med"/>
              </a:ln>
            </p:spPr>
          </p:sp>
          <p:sp>
            <p:nvSpPr>
              <p:cNvPr id="51554" name="Freeform 354"/>
              <p:cNvSpPr/>
              <p:nvPr/>
            </p:nvSpPr>
            <p:spPr>
              <a:xfrm>
                <a:off x="4998"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55" name="Line 355"/>
              <p:cNvSpPr/>
              <p:nvPr/>
            </p:nvSpPr>
            <p:spPr>
              <a:xfrm>
                <a:off x="5004" y="3284"/>
                <a:ext cx="0" cy="2"/>
              </a:xfrm>
              <a:prstGeom prst="line">
                <a:avLst/>
              </a:prstGeom>
              <a:ln w="12700" cap="flat" cmpd="sng">
                <a:solidFill>
                  <a:srgbClr val="FFFFFF"/>
                </a:solidFill>
                <a:prstDash val="solid"/>
                <a:headEnd type="none" w="med" len="med"/>
                <a:tailEnd type="none" w="med" len="med"/>
              </a:ln>
            </p:spPr>
          </p:sp>
          <p:sp>
            <p:nvSpPr>
              <p:cNvPr id="51556" name="Freeform 356"/>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57" name="Line 357"/>
              <p:cNvSpPr/>
              <p:nvPr/>
            </p:nvSpPr>
            <p:spPr>
              <a:xfrm>
                <a:off x="5003" y="3284"/>
                <a:ext cx="0" cy="2"/>
              </a:xfrm>
              <a:prstGeom prst="line">
                <a:avLst/>
              </a:prstGeom>
              <a:ln w="12700" cap="flat" cmpd="sng">
                <a:solidFill>
                  <a:srgbClr val="FFFFFF"/>
                </a:solidFill>
                <a:prstDash val="solid"/>
                <a:headEnd type="none" w="med" len="med"/>
                <a:tailEnd type="none" w="med" len="med"/>
              </a:ln>
            </p:spPr>
          </p:sp>
          <p:sp>
            <p:nvSpPr>
              <p:cNvPr id="51558" name="Freeform 358"/>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59" name="Line 359"/>
              <p:cNvSpPr/>
              <p:nvPr/>
            </p:nvSpPr>
            <p:spPr>
              <a:xfrm>
                <a:off x="5002" y="3284"/>
                <a:ext cx="0" cy="2"/>
              </a:xfrm>
              <a:prstGeom prst="line">
                <a:avLst/>
              </a:prstGeom>
              <a:ln w="12700" cap="flat" cmpd="sng">
                <a:solidFill>
                  <a:srgbClr val="FFFFFF"/>
                </a:solidFill>
                <a:prstDash val="solid"/>
                <a:headEnd type="none" w="med" len="med"/>
                <a:tailEnd type="none" w="med" len="med"/>
              </a:ln>
            </p:spPr>
          </p:sp>
          <p:sp>
            <p:nvSpPr>
              <p:cNvPr id="51560" name="Freeform 360"/>
              <p:cNvSpPr/>
              <p:nvPr/>
            </p:nvSpPr>
            <p:spPr>
              <a:xfrm>
                <a:off x="4997" y="3277"/>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61" name="Line 361"/>
              <p:cNvSpPr/>
              <p:nvPr/>
            </p:nvSpPr>
            <p:spPr>
              <a:xfrm>
                <a:off x="5001" y="3284"/>
                <a:ext cx="0" cy="2"/>
              </a:xfrm>
              <a:prstGeom prst="line">
                <a:avLst/>
              </a:prstGeom>
              <a:ln w="12700" cap="flat" cmpd="sng">
                <a:solidFill>
                  <a:srgbClr val="FFFFFF"/>
                </a:solidFill>
                <a:prstDash val="solid"/>
                <a:headEnd type="none" w="med" len="med"/>
                <a:tailEnd type="none" w="med" len="med"/>
              </a:ln>
            </p:spPr>
          </p:sp>
          <p:sp>
            <p:nvSpPr>
              <p:cNvPr id="51562" name="Freeform 362"/>
              <p:cNvSpPr/>
              <p:nvPr/>
            </p:nvSpPr>
            <p:spPr>
              <a:xfrm>
                <a:off x="4997" y="3277"/>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63" name="Line 363"/>
              <p:cNvSpPr/>
              <p:nvPr/>
            </p:nvSpPr>
            <p:spPr>
              <a:xfrm>
                <a:off x="5001" y="3284"/>
                <a:ext cx="0" cy="2"/>
              </a:xfrm>
              <a:prstGeom prst="line">
                <a:avLst/>
              </a:prstGeom>
              <a:ln w="12700" cap="flat" cmpd="sng">
                <a:solidFill>
                  <a:srgbClr val="FFFFFF"/>
                </a:solidFill>
                <a:prstDash val="solid"/>
                <a:headEnd type="none" w="med" len="med"/>
                <a:tailEnd type="none" w="med" len="med"/>
              </a:ln>
            </p:spPr>
          </p:sp>
          <p:sp>
            <p:nvSpPr>
              <p:cNvPr id="51564" name="Freeform 364"/>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1565" name="Rectangle 365"/>
              <p:cNvSpPr/>
              <p:nvPr/>
            </p:nvSpPr>
            <p:spPr>
              <a:xfrm>
                <a:off x="5005" y="3277"/>
                <a:ext cx="8"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66" name="Freeform 366"/>
              <p:cNvSpPr/>
              <p:nvPr/>
            </p:nvSpPr>
            <p:spPr>
              <a:xfrm>
                <a:off x="5001" y="3262"/>
                <a:ext cx="17" cy="17"/>
              </a:xfrm>
              <a:custGeom>
                <a:avLst/>
                <a:gdLst/>
                <a:ahLst/>
                <a:cxnLst>
                  <a:cxn ang="0">
                    <a:pos x="16" y="16"/>
                  </a:cxn>
                  <a:cxn ang="0">
                    <a:pos x="12" y="5"/>
                  </a:cxn>
                  <a:cxn ang="0">
                    <a:pos x="12" y="0"/>
                  </a:cxn>
                  <a:cxn ang="0">
                    <a:pos x="7" y="0"/>
                  </a:cxn>
                  <a:cxn ang="0">
                    <a:pos x="7" y="5"/>
                  </a:cxn>
                  <a:cxn ang="0">
                    <a:pos x="0" y="16"/>
                  </a:cxn>
                  <a:cxn ang="0">
                    <a:pos x="16" y="16"/>
                  </a:cxn>
                </a:cxnLst>
                <a:rect l="0" t="0" r="0" b="0"/>
                <a:pathLst>
                  <a:path w="17" h="17">
                    <a:moveTo>
                      <a:pt x="16" y="16"/>
                    </a:moveTo>
                    <a:lnTo>
                      <a:pt x="12" y="5"/>
                    </a:lnTo>
                    <a:lnTo>
                      <a:pt x="12" y="0"/>
                    </a:lnTo>
                    <a:lnTo>
                      <a:pt x="7" y="0"/>
                    </a:lnTo>
                    <a:lnTo>
                      <a:pt x="7" y="5"/>
                    </a:lnTo>
                    <a:lnTo>
                      <a:pt x="0" y="16"/>
                    </a:lnTo>
                    <a:lnTo>
                      <a:pt x="16" y="16"/>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51567" name="Rectangle 367"/>
              <p:cNvSpPr/>
              <p:nvPr/>
            </p:nvSpPr>
            <p:spPr>
              <a:xfrm>
                <a:off x="5007" y="3208"/>
                <a:ext cx="8" cy="50"/>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68" name="Freeform 368"/>
              <p:cNvSpPr/>
              <p:nvPr/>
            </p:nvSpPr>
            <p:spPr>
              <a:xfrm>
                <a:off x="5001" y="3203"/>
                <a:ext cx="17" cy="17"/>
              </a:xfrm>
              <a:custGeom>
                <a:avLst/>
                <a:gdLst/>
                <a:ahLst/>
                <a:cxnLst>
                  <a:cxn ang="0">
                    <a:pos x="12" y="13"/>
                  </a:cxn>
                  <a:cxn ang="0">
                    <a:pos x="16" y="13"/>
                  </a:cxn>
                  <a:cxn ang="0">
                    <a:pos x="16" y="10"/>
                  </a:cxn>
                  <a:cxn ang="0">
                    <a:pos x="16" y="7"/>
                  </a:cxn>
                  <a:cxn ang="0">
                    <a:pos x="16" y="5"/>
                  </a:cxn>
                  <a:cxn ang="0">
                    <a:pos x="16" y="2"/>
                  </a:cxn>
                  <a:cxn ang="0">
                    <a:pos x="16" y="0"/>
                  </a:cxn>
                  <a:cxn ang="0">
                    <a:pos x="12" y="0"/>
                  </a:cxn>
                  <a:cxn ang="0">
                    <a:pos x="6" y="0"/>
                  </a:cxn>
                  <a:cxn ang="0">
                    <a:pos x="0" y="0"/>
                  </a:cxn>
                  <a:cxn ang="0">
                    <a:pos x="0" y="2"/>
                  </a:cxn>
                  <a:cxn ang="0">
                    <a:pos x="0" y="5"/>
                  </a:cxn>
                  <a:cxn ang="0">
                    <a:pos x="0" y="7"/>
                  </a:cxn>
                  <a:cxn ang="0">
                    <a:pos x="0" y="10"/>
                  </a:cxn>
                  <a:cxn ang="0">
                    <a:pos x="6" y="10"/>
                  </a:cxn>
                  <a:cxn ang="0">
                    <a:pos x="6" y="13"/>
                  </a:cxn>
                  <a:cxn ang="0">
                    <a:pos x="6" y="16"/>
                  </a:cxn>
                  <a:cxn ang="0">
                    <a:pos x="12" y="16"/>
                  </a:cxn>
                  <a:cxn ang="0">
                    <a:pos x="12" y="13"/>
                  </a:cxn>
                </a:cxnLst>
                <a:rect l="0" t="0" r="0" b="0"/>
                <a:pathLst>
                  <a:path w="17" h="17">
                    <a:moveTo>
                      <a:pt x="12" y="13"/>
                    </a:moveTo>
                    <a:lnTo>
                      <a:pt x="16" y="13"/>
                    </a:lnTo>
                    <a:lnTo>
                      <a:pt x="16" y="10"/>
                    </a:lnTo>
                    <a:lnTo>
                      <a:pt x="16" y="7"/>
                    </a:lnTo>
                    <a:lnTo>
                      <a:pt x="16" y="5"/>
                    </a:lnTo>
                    <a:lnTo>
                      <a:pt x="16" y="2"/>
                    </a:lnTo>
                    <a:lnTo>
                      <a:pt x="16" y="0"/>
                    </a:lnTo>
                    <a:lnTo>
                      <a:pt x="12" y="0"/>
                    </a:lnTo>
                    <a:lnTo>
                      <a:pt x="6" y="0"/>
                    </a:lnTo>
                    <a:lnTo>
                      <a:pt x="0" y="0"/>
                    </a:lnTo>
                    <a:lnTo>
                      <a:pt x="0" y="2"/>
                    </a:lnTo>
                    <a:lnTo>
                      <a:pt x="0" y="5"/>
                    </a:lnTo>
                    <a:lnTo>
                      <a:pt x="0" y="7"/>
                    </a:lnTo>
                    <a:lnTo>
                      <a:pt x="0" y="10"/>
                    </a:lnTo>
                    <a:lnTo>
                      <a:pt x="6" y="10"/>
                    </a:lnTo>
                    <a:lnTo>
                      <a:pt x="6" y="13"/>
                    </a:lnTo>
                    <a:lnTo>
                      <a:pt x="6" y="16"/>
                    </a:lnTo>
                    <a:lnTo>
                      <a:pt x="12" y="16"/>
                    </a:lnTo>
                    <a:lnTo>
                      <a:pt x="12"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51569" name="Rectangle 369"/>
              <p:cNvSpPr/>
              <p:nvPr/>
            </p:nvSpPr>
            <p:spPr>
              <a:xfrm>
                <a:off x="5005" y="3290"/>
                <a:ext cx="8" cy="62"/>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70" name="Freeform 370"/>
              <p:cNvSpPr/>
              <p:nvPr/>
            </p:nvSpPr>
            <p:spPr>
              <a:xfrm>
                <a:off x="4987" y="3336"/>
                <a:ext cx="24" cy="35"/>
              </a:xfrm>
              <a:custGeom>
                <a:avLst/>
                <a:gdLst/>
                <a:ahLst/>
                <a:cxnLst>
                  <a:cxn ang="0">
                    <a:pos x="0" y="2"/>
                  </a:cxn>
                  <a:cxn ang="0">
                    <a:pos x="9" y="34"/>
                  </a:cxn>
                  <a:cxn ang="0">
                    <a:pos x="23" y="31"/>
                  </a:cxn>
                  <a:cxn ang="0">
                    <a:pos x="13" y="0"/>
                  </a:cxn>
                  <a:cxn ang="0">
                    <a:pos x="0" y="2"/>
                  </a:cxn>
                </a:cxnLst>
                <a:rect l="0" t="0" r="0" b="0"/>
                <a:pathLst>
                  <a:path w="24" h="35">
                    <a:moveTo>
                      <a:pt x="0" y="2"/>
                    </a:moveTo>
                    <a:lnTo>
                      <a:pt x="9" y="34"/>
                    </a:lnTo>
                    <a:lnTo>
                      <a:pt x="23" y="31"/>
                    </a:lnTo>
                    <a:lnTo>
                      <a:pt x="13" y="0"/>
                    </a:lnTo>
                    <a:lnTo>
                      <a:pt x="0" y="2"/>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51571" name="Freeform 371"/>
              <p:cNvSpPr/>
              <p:nvPr/>
            </p:nvSpPr>
            <p:spPr>
              <a:xfrm>
                <a:off x="4910" y="3223"/>
                <a:ext cx="84" cy="36"/>
              </a:xfrm>
              <a:custGeom>
                <a:avLst/>
                <a:gdLst/>
                <a:ahLst/>
                <a:cxnLst>
                  <a:cxn ang="0">
                    <a:pos x="0" y="9"/>
                  </a:cxn>
                  <a:cxn ang="0">
                    <a:pos x="41" y="0"/>
                  </a:cxn>
                  <a:cxn ang="0">
                    <a:pos x="83" y="9"/>
                  </a:cxn>
                  <a:cxn ang="0">
                    <a:pos x="83" y="29"/>
                  </a:cxn>
                  <a:cxn ang="0">
                    <a:pos x="80" y="31"/>
                  </a:cxn>
                  <a:cxn ang="0">
                    <a:pos x="57" y="35"/>
                  </a:cxn>
                  <a:cxn ang="0">
                    <a:pos x="54" y="35"/>
                  </a:cxn>
                  <a:cxn ang="0">
                    <a:pos x="29" y="35"/>
                  </a:cxn>
                  <a:cxn ang="0">
                    <a:pos x="25" y="35"/>
                  </a:cxn>
                  <a:cxn ang="0">
                    <a:pos x="3" y="31"/>
                  </a:cxn>
                  <a:cxn ang="0">
                    <a:pos x="0" y="29"/>
                  </a:cxn>
                  <a:cxn ang="0">
                    <a:pos x="0" y="9"/>
                  </a:cxn>
                </a:cxnLst>
                <a:rect l="0" t="0" r="0" b="0"/>
                <a:pathLst>
                  <a:path w="84" h="36">
                    <a:moveTo>
                      <a:pt x="0" y="9"/>
                    </a:moveTo>
                    <a:lnTo>
                      <a:pt x="41" y="0"/>
                    </a:lnTo>
                    <a:lnTo>
                      <a:pt x="83" y="9"/>
                    </a:lnTo>
                    <a:lnTo>
                      <a:pt x="83" y="29"/>
                    </a:lnTo>
                    <a:lnTo>
                      <a:pt x="80" y="31"/>
                    </a:lnTo>
                    <a:lnTo>
                      <a:pt x="57" y="35"/>
                    </a:lnTo>
                    <a:lnTo>
                      <a:pt x="54" y="35"/>
                    </a:lnTo>
                    <a:lnTo>
                      <a:pt x="29" y="35"/>
                    </a:lnTo>
                    <a:lnTo>
                      <a:pt x="25" y="35"/>
                    </a:lnTo>
                    <a:lnTo>
                      <a:pt x="3" y="31"/>
                    </a:lnTo>
                    <a:lnTo>
                      <a:pt x="0" y="29"/>
                    </a:lnTo>
                    <a:lnTo>
                      <a:pt x="0" y="9"/>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1572" name="Rectangle 372"/>
              <p:cNvSpPr/>
              <p:nvPr/>
            </p:nvSpPr>
            <p:spPr>
              <a:xfrm>
                <a:off x="4915" y="3245"/>
                <a:ext cx="76" cy="8"/>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73" name="Freeform 373"/>
              <p:cNvSpPr/>
              <p:nvPr/>
            </p:nvSpPr>
            <p:spPr>
              <a:xfrm>
                <a:off x="4934" y="3258"/>
                <a:ext cx="37" cy="44"/>
              </a:xfrm>
              <a:custGeom>
                <a:avLst/>
                <a:gdLst/>
                <a:ahLst/>
                <a:cxnLst>
                  <a:cxn ang="0">
                    <a:pos x="15" y="5"/>
                  </a:cxn>
                  <a:cxn ang="0">
                    <a:pos x="15" y="16"/>
                  </a:cxn>
                  <a:cxn ang="0">
                    <a:pos x="13" y="16"/>
                  </a:cxn>
                  <a:cxn ang="0">
                    <a:pos x="13" y="25"/>
                  </a:cxn>
                  <a:cxn ang="0">
                    <a:pos x="7" y="25"/>
                  </a:cxn>
                  <a:cxn ang="0">
                    <a:pos x="7" y="33"/>
                  </a:cxn>
                  <a:cxn ang="0">
                    <a:pos x="0" y="33"/>
                  </a:cxn>
                  <a:cxn ang="0">
                    <a:pos x="0" y="43"/>
                  </a:cxn>
                  <a:cxn ang="0">
                    <a:pos x="36" y="43"/>
                  </a:cxn>
                  <a:cxn ang="0">
                    <a:pos x="36" y="33"/>
                  </a:cxn>
                  <a:cxn ang="0">
                    <a:pos x="28" y="33"/>
                  </a:cxn>
                  <a:cxn ang="0">
                    <a:pos x="28" y="25"/>
                  </a:cxn>
                  <a:cxn ang="0">
                    <a:pos x="22" y="25"/>
                  </a:cxn>
                  <a:cxn ang="0">
                    <a:pos x="22" y="16"/>
                  </a:cxn>
                  <a:cxn ang="0">
                    <a:pos x="19" y="16"/>
                  </a:cxn>
                  <a:cxn ang="0">
                    <a:pos x="19" y="5"/>
                  </a:cxn>
                  <a:cxn ang="0">
                    <a:pos x="19" y="3"/>
                  </a:cxn>
                  <a:cxn ang="0">
                    <a:pos x="19" y="0"/>
                  </a:cxn>
                  <a:cxn ang="0">
                    <a:pos x="15" y="0"/>
                  </a:cxn>
                  <a:cxn ang="0">
                    <a:pos x="15" y="3"/>
                  </a:cxn>
                  <a:cxn ang="0">
                    <a:pos x="16" y="4"/>
                  </a:cxn>
                  <a:cxn ang="0">
                    <a:pos x="15" y="5"/>
                  </a:cxn>
                </a:cxnLst>
                <a:rect l="0" t="0" r="0" b="0"/>
                <a:pathLst>
                  <a:path w="37" h="44">
                    <a:moveTo>
                      <a:pt x="15" y="5"/>
                    </a:moveTo>
                    <a:lnTo>
                      <a:pt x="15" y="16"/>
                    </a:lnTo>
                    <a:lnTo>
                      <a:pt x="13" y="16"/>
                    </a:lnTo>
                    <a:lnTo>
                      <a:pt x="13" y="25"/>
                    </a:lnTo>
                    <a:lnTo>
                      <a:pt x="7" y="25"/>
                    </a:lnTo>
                    <a:lnTo>
                      <a:pt x="7" y="33"/>
                    </a:lnTo>
                    <a:lnTo>
                      <a:pt x="0" y="33"/>
                    </a:lnTo>
                    <a:lnTo>
                      <a:pt x="0" y="43"/>
                    </a:lnTo>
                    <a:lnTo>
                      <a:pt x="36" y="43"/>
                    </a:lnTo>
                    <a:lnTo>
                      <a:pt x="36" y="33"/>
                    </a:lnTo>
                    <a:lnTo>
                      <a:pt x="28" y="33"/>
                    </a:lnTo>
                    <a:lnTo>
                      <a:pt x="28" y="25"/>
                    </a:lnTo>
                    <a:lnTo>
                      <a:pt x="22" y="25"/>
                    </a:lnTo>
                    <a:lnTo>
                      <a:pt x="22" y="16"/>
                    </a:lnTo>
                    <a:lnTo>
                      <a:pt x="19" y="16"/>
                    </a:lnTo>
                    <a:lnTo>
                      <a:pt x="19" y="5"/>
                    </a:lnTo>
                    <a:lnTo>
                      <a:pt x="19" y="3"/>
                    </a:lnTo>
                    <a:lnTo>
                      <a:pt x="19" y="0"/>
                    </a:lnTo>
                    <a:lnTo>
                      <a:pt x="15" y="0"/>
                    </a:lnTo>
                    <a:lnTo>
                      <a:pt x="15" y="3"/>
                    </a:lnTo>
                    <a:lnTo>
                      <a:pt x="16" y="4"/>
                    </a:lnTo>
                    <a:lnTo>
                      <a:pt x="15" y="5"/>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51574" name="Freeform 374"/>
              <p:cNvSpPr/>
              <p:nvPr/>
            </p:nvSpPr>
            <p:spPr>
              <a:xfrm>
                <a:off x="4935" y="3258"/>
                <a:ext cx="34" cy="17"/>
              </a:xfrm>
              <a:custGeom>
                <a:avLst/>
                <a:gdLst/>
                <a:ahLst/>
                <a:cxnLst>
                  <a:cxn ang="0">
                    <a:pos x="0" y="0"/>
                  </a:cxn>
                  <a:cxn ang="0">
                    <a:pos x="6" y="0"/>
                  </a:cxn>
                  <a:cxn ang="0">
                    <a:pos x="6" y="6"/>
                  </a:cxn>
                  <a:cxn ang="0">
                    <a:pos x="9" y="6"/>
                  </a:cxn>
                  <a:cxn ang="0">
                    <a:pos x="9" y="8"/>
                  </a:cxn>
                  <a:cxn ang="0">
                    <a:pos x="6" y="8"/>
                  </a:cxn>
                  <a:cxn ang="0">
                    <a:pos x="6" y="15"/>
                  </a:cxn>
                  <a:cxn ang="0">
                    <a:pos x="9" y="15"/>
                  </a:cxn>
                  <a:cxn ang="0">
                    <a:pos x="9" y="16"/>
                  </a:cxn>
                  <a:cxn ang="0">
                    <a:pos x="22" y="16"/>
                  </a:cxn>
                  <a:cxn ang="0">
                    <a:pos x="22" y="14"/>
                  </a:cxn>
                  <a:cxn ang="0">
                    <a:pos x="26" y="14"/>
                  </a:cxn>
                  <a:cxn ang="0">
                    <a:pos x="26" y="8"/>
                  </a:cxn>
                  <a:cxn ang="0">
                    <a:pos x="22" y="8"/>
                  </a:cxn>
                  <a:cxn ang="0">
                    <a:pos x="22" y="6"/>
                  </a:cxn>
                  <a:cxn ang="0">
                    <a:pos x="26" y="6"/>
                  </a:cxn>
                  <a:cxn ang="0">
                    <a:pos x="26" y="0"/>
                  </a:cxn>
                  <a:cxn ang="0">
                    <a:pos x="31" y="0"/>
                  </a:cxn>
                  <a:cxn ang="0">
                    <a:pos x="33" y="0"/>
                  </a:cxn>
                  <a:cxn ang="0">
                    <a:pos x="0" y="0"/>
                  </a:cxn>
                </a:cxnLst>
                <a:rect l="0" t="0" r="0" b="0"/>
                <a:pathLst>
                  <a:path w="34" h="17">
                    <a:moveTo>
                      <a:pt x="0" y="0"/>
                    </a:moveTo>
                    <a:lnTo>
                      <a:pt x="6" y="0"/>
                    </a:lnTo>
                    <a:lnTo>
                      <a:pt x="6" y="6"/>
                    </a:lnTo>
                    <a:lnTo>
                      <a:pt x="9" y="6"/>
                    </a:lnTo>
                    <a:lnTo>
                      <a:pt x="9" y="8"/>
                    </a:lnTo>
                    <a:lnTo>
                      <a:pt x="6" y="8"/>
                    </a:lnTo>
                    <a:lnTo>
                      <a:pt x="6" y="15"/>
                    </a:lnTo>
                    <a:lnTo>
                      <a:pt x="9" y="15"/>
                    </a:lnTo>
                    <a:lnTo>
                      <a:pt x="9" y="16"/>
                    </a:lnTo>
                    <a:lnTo>
                      <a:pt x="22" y="16"/>
                    </a:lnTo>
                    <a:lnTo>
                      <a:pt x="22" y="14"/>
                    </a:lnTo>
                    <a:lnTo>
                      <a:pt x="26" y="14"/>
                    </a:lnTo>
                    <a:lnTo>
                      <a:pt x="26" y="8"/>
                    </a:lnTo>
                    <a:lnTo>
                      <a:pt x="22" y="8"/>
                    </a:lnTo>
                    <a:lnTo>
                      <a:pt x="22" y="6"/>
                    </a:lnTo>
                    <a:lnTo>
                      <a:pt x="26" y="6"/>
                    </a:lnTo>
                    <a:lnTo>
                      <a:pt x="26" y="0"/>
                    </a:lnTo>
                    <a:lnTo>
                      <a:pt x="31" y="0"/>
                    </a:lnTo>
                    <a:lnTo>
                      <a:pt x="33"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1575" name="Rectangle 375"/>
              <p:cNvSpPr/>
              <p:nvPr/>
            </p:nvSpPr>
            <p:spPr>
              <a:xfrm>
                <a:off x="4929" y="3305"/>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76" name="Rectangle 376"/>
              <p:cNvSpPr/>
              <p:nvPr/>
            </p:nvSpPr>
            <p:spPr>
              <a:xfrm>
                <a:off x="4929" y="3317"/>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1577" name="Freeform 377"/>
              <p:cNvSpPr/>
              <p:nvPr/>
            </p:nvSpPr>
            <p:spPr>
              <a:xfrm>
                <a:off x="4968" y="3307"/>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1578" name="Freeform 378"/>
              <p:cNvSpPr/>
              <p:nvPr/>
            </p:nvSpPr>
            <p:spPr>
              <a:xfrm>
                <a:off x="4924" y="3307"/>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1579" name="Freeform 379"/>
              <p:cNvSpPr/>
              <p:nvPr/>
            </p:nvSpPr>
            <p:spPr>
              <a:xfrm>
                <a:off x="4934" y="3300"/>
                <a:ext cx="37" cy="17"/>
              </a:xfrm>
              <a:custGeom>
                <a:avLst/>
                <a:gdLst/>
                <a:ahLst/>
                <a:cxnLst>
                  <a:cxn ang="0">
                    <a:pos x="0" y="0"/>
                  </a:cxn>
                  <a:cxn ang="0">
                    <a:pos x="0" y="16"/>
                  </a:cxn>
                  <a:cxn ang="0">
                    <a:pos x="36" y="16"/>
                  </a:cxn>
                  <a:cxn ang="0">
                    <a:pos x="36" y="5"/>
                  </a:cxn>
                </a:cxnLst>
                <a:rect l="0" t="0" r="0" b="0"/>
                <a:pathLst>
                  <a:path w="37" h="17">
                    <a:moveTo>
                      <a:pt x="0" y="0"/>
                    </a:moveTo>
                    <a:lnTo>
                      <a:pt x="0" y="16"/>
                    </a:lnTo>
                    <a:lnTo>
                      <a:pt x="36" y="16"/>
                    </a:lnTo>
                    <a:lnTo>
                      <a:pt x="36"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1580" name="Freeform 380"/>
              <p:cNvSpPr/>
              <p:nvPr/>
            </p:nvSpPr>
            <p:spPr>
              <a:xfrm>
                <a:off x="4927" y="3316"/>
                <a:ext cx="53" cy="17"/>
              </a:xfrm>
              <a:custGeom>
                <a:avLst/>
                <a:gdLst/>
                <a:ahLst/>
                <a:cxnLst>
                  <a:cxn ang="0">
                    <a:pos x="1" y="0"/>
                  </a:cxn>
                  <a:cxn ang="0">
                    <a:pos x="49" y="0"/>
                  </a:cxn>
                  <a:cxn ang="0">
                    <a:pos x="52" y="16"/>
                  </a:cxn>
                  <a:cxn ang="0">
                    <a:pos x="0" y="16"/>
                  </a:cxn>
                  <a:cxn ang="0">
                    <a:pos x="1" y="0"/>
                  </a:cxn>
                </a:cxnLst>
                <a:rect l="0" t="0" r="0" b="0"/>
                <a:pathLst>
                  <a:path w="53" h="17">
                    <a:moveTo>
                      <a:pt x="1" y="0"/>
                    </a:moveTo>
                    <a:lnTo>
                      <a:pt x="49" y="0"/>
                    </a:lnTo>
                    <a:lnTo>
                      <a:pt x="52" y="16"/>
                    </a:lnTo>
                    <a:lnTo>
                      <a:pt x="0" y="16"/>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51581" name="Rectangle 382"/>
            <p:cNvSpPr/>
            <p:nvPr/>
          </p:nvSpPr>
          <p:spPr>
            <a:xfrm>
              <a:off x="4014" y="3055"/>
              <a:ext cx="203" cy="231"/>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b="1" i="1"/>
                <a:t>T2</a:t>
              </a:r>
            </a:p>
          </p:txBody>
        </p:sp>
        <p:sp>
          <p:nvSpPr>
            <p:cNvPr id="38271" name="Rectangle 383"/>
            <p:cNvSpPr>
              <a:spLocks noChangeArrowheads="1"/>
            </p:cNvSpPr>
            <p:nvPr/>
          </p:nvSpPr>
          <p:spPr bwMode="auto">
            <a:xfrm>
              <a:off x="1746" y="3010"/>
              <a:ext cx="201" cy="230"/>
            </a:xfrm>
            <a:prstGeom prst="rect">
              <a:avLst/>
            </a:prstGeom>
            <a:noFill/>
            <a:ln w="12700">
              <a:noFill/>
              <a:miter lim="800000"/>
            </a:ln>
            <a:effectLst/>
          </p:spPr>
          <p:txBody>
            <a:bodyPr wrap="none" lIns="90488" tIns="44450" rIns="90488" bIns="44450">
              <a:spAutoFit/>
            </a:bodyPr>
            <a:lstStyle/>
            <a:p>
              <a:pPr marL="390525" indent="-390525" defTabSz="1042670" eaLnBrk="0" fontAlgn="base" hangingPunct="0">
                <a:spcBef>
                  <a:spcPct val="20000"/>
                </a:spcBef>
                <a:spcAft>
                  <a:spcPct val="0"/>
                </a:spcAft>
                <a:defRPr/>
              </a:pPr>
              <a:r>
                <a:rPr lang="en-US" altLang="zh-CN" sz="1800" b="1" i="1"/>
                <a:t>T1</a:t>
              </a:r>
              <a:endParaRPr kumimoji="1" lang="en-US" altLang="zh-CN" sz="3600" b="1" i="1">
                <a:effectLst>
                  <a:outerShdw blurRad="38100" dist="38100" dir="2700000" algn="tl">
                    <a:srgbClr val="FFFFFF"/>
                  </a:outerShdw>
                </a:effectLst>
              </a:endParaRPr>
            </a:p>
          </p:txBody>
        </p:sp>
        <p:sp>
          <p:nvSpPr>
            <p:cNvPr id="51583" name="Text Box 767"/>
            <p:cNvSpPr txBox="1"/>
            <p:nvPr/>
          </p:nvSpPr>
          <p:spPr>
            <a:xfrm>
              <a:off x="1338" y="1604"/>
              <a:ext cx="198" cy="233"/>
            </a:xfrm>
            <a:prstGeom prst="rect">
              <a:avLst/>
            </a:prstGeom>
            <a:noFill/>
            <a:ln w="9525">
              <a:noFill/>
            </a:ln>
          </p:spPr>
          <p:txBody>
            <a:bodyPr wrap="none">
              <a:spAutoFit/>
            </a:bodyPr>
            <a:lstStyle/>
            <a:p>
              <a:r>
                <a:rPr lang="en-US" altLang="zh-CN"/>
                <a:t>S1</a:t>
              </a:r>
            </a:p>
          </p:txBody>
        </p:sp>
        <p:sp>
          <p:nvSpPr>
            <p:cNvPr id="51584" name="Text Box 768"/>
            <p:cNvSpPr txBox="1"/>
            <p:nvPr/>
          </p:nvSpPr>
          <p:spPr>
            <a:xfrm>
              <a:off x="2006" y="754"/>
              <a:ext cx="198" cy="233"/>
            </a:xfrm>
            <a:prstGeom prst="rect">
              <a:avLst/>
            </a:prstGeom>
            <a:noFill/>
            <a:ln w="9525">
              <a:noFill/>
            </a:ln>
          </p:spPr>
          <p:txBody>
            <a:bodyPr wrap="none">
              <a:spAutoFit/>
            </a:bodyPr>
            <a:lstStyle/>
            <a:p>
              <a:r>
                <a:rPr lang="en-US" altLang="zh-CN"/>
                <a:t>S2</a:t>
              </a:r>
            </a:p>
          </p:txBody>
        </p:sp>
        <p:sp>
          <p:nvSpPr>
            <p:cNvPr id="51585" name="Text Box 769"/>
            <p:cNvSpPr txBox="1"/>
            <p:nvPr/>
          </p:nvSpPr>
          <p:spPr>
            <a:xfrm>
              <a:off x="2958" y="663"/>
              <a:ext cx="198" cy="233"/>
            </a:xfrm>
            <a:prstGeom prst="rect">
              <a:avLst/>
            </a:prstGeom>
            <a:noFill/>
            <a:ln w="9525">
              <a:noFill/>
            </a:ln>
          </p:spPr>
          <p:txBody>
            <a:bodyPr wrap="none">
              <a:spAutoFit/>
            </a:bodyPr>
            <a:lstStyle/>
            <a:p>
              <a:r>
                <a:rPr lang="en-US" altLang="zh-CN"/>
                <a:t>S3</a:t>
              </a:r>
            </a:p>
          </p:txBody>
        </p:sp>
        <p:sp>
          <p:nvSpPr>
            <p:cNvPr id="51586" name="Text Box 770"/>
            <p:cNvSpPr txBox="1"/>
            <p:nvPr/>
          </p:nvSpPr>
          <p:spPr>
            <a:xfrm>
              <a:off x="3865" y="936"/>
              <a:ext cx="198" cy="233"/>
            </a:xfrm>
            <a:prstGeom prst="rect">
              <a:avLst/>
            </a:prstGeom>
            <a:noFill/>
            <a:ln w="9525">
              <a:noFill/>
            </a:ln>
          </p:spPr>
          <p:txBody>
            <a:bodyPr wrap="none">
              <a:spAutoFit/>
            </a:bodyPr>
            <a:lstStyle/>
            <a:p>
              <a:r>
                <a:rPr lang="en-US" altLang="zh-CN"/>
                <a:t>S4</a:t>
              </a:r>
            </a:p>
          </p:txBody>
        </p:sp>
      </p:grpSp>
      <p:sp>
        <p:nvSpPr>
          <p:cNvPr id="38661" name="Text Box 773"/>
          <p:cNvSpPr txBox="1"/>
          <p:nvPr/>
        </p:nvSpPr>
        <p:spPr>
          <a:xfrm>
            <a:off x="1108363" y="1413416"/>
            <a:ext cx="7879080" cy="461665"/>
          </a:xfrm>
          <a:prstGeom prst="rect">
            <a:avLst/>
          </a:prstGeom>
          <a:noFill/>
          <a:ln w="9525">
            <a:noFill/>
          </a:ln>
        </p:spPr>
        <p:txBody>
          <a:bodyPr wrap="none">
            <a:spAutoFit/>
          </a:bodyPr>
          <a:lstStyle/>
          <a:p>
            <a:pPr>
              <a:buChar char="•"/>
            </a:pPr>
            <a:r>
              <a:rPr lang="zh-CN" altLang="en-US" sz="2400" dirty="0"/>
              <a:t>采用相对定位方法确定一个点约需观测</a:t>
            </a:r>
            <a:r>
              <a:rPr lang="zh-CN" altLang="en-US" sz="2400" dirty="0">
                <a:highlight>
                  <a:srgbClr val="FFFF00"/>
                </a:highlight>
              </a:rPr>
              <a:t>半小时至</a:t>
            </a:r>
            <a:r>
              <a:rPr lang="en-US" altLang="zh-CN" sz="2400" dirty="0">
                <a:highlight>
                  <a:srgbClr val="FFFF00"/>
                </a:highlight>
              </a:rPr>
              <a:t>1</a:t>
            </a:r>
            <a:r>
              <a:rPr lang="zh-CN" altLang="en-US" sz="2400" dirty="0">
                <a:highlight>
                  <a:srgbClr val="FFFF00"/>
                </a:highlight>
              </a:rPr>
              <a:t>小时</a:t>
            </a:r>
            <a:r>
              <a:rPr lang="zh-CN" altLang="en-US" sz="2400" dirty="0"/>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anim calcmode="lin" valueType="num">
                                      <p:cBhvr additive="base">
                                        <p:cTn id="7" dur="500" fill="hold"/>
                                        <p:tgtEl>
                                          <p:spTgt spid="378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8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8661"/>
                                        </p:tgtEl>
                                        <p:attrNameLst>
                                          <p:attrName>style.visibility</p:attrName>
                                        </p:attrNameLst>
                                      </p:cBhvr>
                                      <p:to>
                                        <p:strVal val="visible"/>
                                      </p:to>
                                    </p:set>
                                    <p:anim calcmode="lin" valueType="num">
                                      <p:cBhvr additive="base">
                                        <p:cTn id="18" dur="500" fill="hold"/>
                                        <p:tgtEl>
                                          <p:spTgt spid="38661"/>
                                        </p:tgtEl>
                                        <p:attrNameLst>
                                          <p:attrName>ppt_x</p:attrName>
                                        </p:attrNameLst>
                                      </p:cBhvr>
                                      <p:tavLst>
                                        <p:tav tm="0">
                                          <p:val>
                                            <p:strVal val="#ppt_x"/>
                                          </p:val>
                                        </p:tav>
                                        <p:tav tm="100000">
                                          <p:val>
                                            <p:strVal val="#ppt_x"/>
                                          </p:val>
                                        </p:tav>
                                      </p:tavLst>
                                    </p:anim>
                                    <p:anim calcmode="lin" valueType="num">
                                      <p:cBhvr additive="base">
                                        <p:cTn id="19" dur="500" fill="hold"/>
                                        <p:tgtEl>
                                          <p:spTgt spid="386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P spid="3866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idx="1"/>
          </p:nvPr>
        </p:nvSpPr>
        <p:spPr>
          <a:xfrm>
            <a:off x="1056903" y="1353786"/>
            <a:ext cx="10034649" cy="5099401"/>
          </a:xfrm>
        </p:spPr>
        <p:txBody>
          <a:bodyPr vert="horz" wrap="square" lIns="91440" tIns="45720" rIns="91440" bIns="45720" anchor="t"/>
          <a:lstStyle/>
          <a:p>
            <a:pPr algn="just">
              <a:lnSpc>
                <a:spcPts val="3600"/>
              </a:lnSpc>
            </a:pPr>
            <a:r>
              <a:rPr lang="zh-CN" altLang="en-US" sz="2400" dirty="0" smtClean="0">
                <a:latin typeface="+mn-ea"/>
              </a:rPr>
              <a:t>    定位</a:t>
            </a:r>
            <a:r>
              <a:rPr lang="zh-CN" altLang="en-US" sz="2400" dirty="0">
                <a:latin typeface="+mn-ea"/>
              </a:rPr>
              <a:t>时采用两台以上的</a:t>
            </a:r>
            <a:r>
              <a:rPr lang="en-US" altLang="zh-CN" sz="2400" dirty="0">
                <a:latin typeface="+mn-ea"/>
              </a:rPr>
              <a:t>GPS</a:t>
            </a:r>
            <a:r>
              <a:rPr lang="zh-CN" altLang="en-US" sz="2400" dirty="0">
                <a:latin typeface="+mn-ea"/>
              </a:rPr>
              <a:t>接收机。将</a:t>
            </a:r>
            <a:r>
              <a:rPr lang="zh-CN" altLang="en-US" sz="2400" dirty="0">
                <a:highlight>
                  <a:srgbClr val="FFFF00"/>
                </a:highlight>
                <a:latin typeface="+mn-ea"/>
              </a:rPr>
              <a:t>一台</a:t>
            </a:r>
            <a:r>
              <a:rPr lang="zh-CN" altLang="en-US" sz="2400" dirty="0">
                <a:latin typeface="+mn-ea"/>
              </a:rPr>
              <a:t>接收机安置在地面已知点上作为基准，</a:t>
            </a:r>
            <a:r>
              <a:rPr lang="zh-CN" altLang="en-US" sz="2400" dirty="0">
                <a:highlight>
                  <a:srgbClr val="FFFF00"/>
                </a:highlight>
                <a:latin typeface="+mn-ea"/>
              </a:rPr>
              <a:t>其余接收机</a:t>
            </a:r>
            <a:r>
              <a:rPr lang="zh-CN" altLang="en-US" sz="2400" dirty="0">
                <a:latin typeface="+mn-ea"/>
              </a:rPr>
              <a:t>分别安置在其它待测点上。各接收机同时进行单点定位，根据基准站的测定坐标和已知坐标即可求出定位结果的改正数（位置差分）或伪距观测值改正数（伪距差分）。通过基准站与用户站间的数据链（由调制解调器和电台组成）将基准站的改正值实时传送给用户站，对用户接收机的定位结果进行改正，从而大大提高了定位精度。</a:t>
            </a:r>
          </a:p>
          <a:p>
            <a:pPr algn="just">
              <a:lnSpc>
                <a:spcPts val="3600"/>
              </a:lnSpc>
            </a:pPr>
            <a:r>
              <a:rPr lang="zh-CN" altLang="en-US" sz="2400" dirty="0">
                <a:latin typeface="+mn-ea"/>
              </a:rPr>
              <a:t>    </a:t>
            </a:r>
            <a:r>
              <a:rPr lang="zh-CN" altLang="en-US" sz="2400" dirty="0" smtClean="0">
                <a:latin typeface="+mn-ea"/>
              </a:rPr>
              <a:t>差分</a:t>
            </a:r>
            <a:r>
              <a:rPr lang="zh-CN" altLang="en-US" sz="2400" dirty="0">
                <a:latin typeface="+mn-ea"/>
              </a:rPr>
              <a:t>定位方法兼容了单点定位和相对定位的优点，同时克服了二者的缺点。必须指出，采用差分定位时，各接收机的</a:t>
            </a:r>
            <a:r>
              <a:rPr lang="zh-CN" altLang="en-US" sz="2400" dirty="0">
                <a:highlight>
                  <a:srgbClr val="FFFF00"/>
                </a:highlight>
                <a:latin typeface="+mn-ea"/>
              </a:rPr>
              <a:t>型号必须相同</a:t>
            </a:r>
            <a:r>
              <a:rPr lang="zh-CN" altLang="en-US" sz="2400" dirty="0">
                <a:latin typeface="+mn-ea"/>
              </a:rPr>
              <a:t>（其中一台配有电台作为基准站），而且须同时观测相同的</a:t>
            </a:r>
            <a:r>
              <a:rPr lang="en-US" altLang="zh-CN" sz="2400" dirty="0">
                <a:latin typeface="+mn-ea"/>
              </a:rPr>
              <a:t>4</a:t>
            </a:r>
            <a:r>
              <a:rPr lang="zh-CN" altLang="en-US" sz="2400" dirty="0">
                <a:latin typeface="+mn-ea"/>
              </a:rPr>
              <a:t>颗卫星。作为差分定位技术的典型代表，</a:t>
            </a:r>
            <a:r>
              <a:rPr lang="zh-CN" altLang="en-US" sz="2400" dirty="0">
                <a:highlight>
                  <a:srgbClr val="FFFF00"/>
                </a:highlight>
                <a:latin typeface="+mn-ea"/>
              </a:rPr>
              <a:t>载波相位实时差分技术（</a:t>
            </a:r>
            <a:r>
              <a:rPr lang="en-US" altLang="zh-CN" sz="2400" dirty="0">
                <a:highlight>
                  <a:srgbClr val="FFFF00"/>
                </a:highlight>
                <a:latin typeface="+mn-ea"/>
              </a:rPr>
              <a:t>RTK</a:t>
            </a:r>
            <a:r>
              <a:rPr lang="zh-CN" altLang="en-US" sz="2400" dirty="0">
                <a:highlight>
                  <a:srgbClr val="FFFF00"/>
                </a:highlight>
                <a:latin typeface="+mn-ea"/>
              </a:rPr>
              <a:t>）</a:t>
            </a:r>
            <a:r>
              <a:rPr lang="zh-CN" altLang="en-US" sz="2400" dirty="0">
                <a:latin typeface="+mn-ea"/>
              </a:rPr>
              <a:t>目前正得到越来越广泛的应用。</a:t>
            </a:r>
          </a:p>
        </p:txBody>
      </p:sp>
      <p:sp>
        <p:nvSpPr>
          <p:cNvPr id="2" name="矩形 1"/>
          <p:cNvSpPr/>
          <p:nvPr/>
        </p:nvSpPr>
        <p:spPr>
          <a:xfrm>
            <a:off x="4955972" y="536761"/>
            <a:ext cx="2236510" cy="707886"/>
          </a:xfrm>
          <a:prstGeom prst="rect">
            <a:avLst/>
          </a:prstGeom>
        </p:spPr>
        <p:txBody>
          <a:bodyPr wrap="none">
            <a:spAutoFit/>
          </a:bodyPr>
          <a:lstStyle/>
          <a:p>
            <a:r>
              <a:rPr lang="zh-CN" altLang="en-US" sz="4000" dirty="0" smtClean="0">
                <a:latin typeface="+mn-ea"/>
              </a:rPr>
              <a:t>差分</a:t>
            </a:r>
            <a:r>
              <a:rPr lang="zh-CN" altLang="en-US" sz="4000" dirty="0">
                <a:latin typeface="+mn-ea"/>
              </a:rPr>
              <a:t>定位</a:t>
            </a:r>
          </a:p>
        </p:txBody>
      </p:sp>
      <mc:AlternateContent xmlns:mc="http://schemas.openxmlformats.org/markup-compatibility/2006">
        <mc:Choice xmlns:p14="http://schemas.microsoft.com/office/powerpoint/2010/main" Requires="p14">
          <p:contentPart p14:bwMode="auto" r:id="rId2">
            <p14:nvContentPartPr>
              <p14:cNvPr id="3" name="墨迹 2"/>
              <p14:cNvContentPartPr/>
              <p14:nvPr/>
            </p14:nvContentPartPr>
            <p14:xfrm>
              <a:off x="3295800" y="1209960"/>
              <a:ext cx="1352880" cy="657360"/>
            </p14:xfrm>
          </p:contentPart>
        </mc:Choice>
        <mc:Fallback>
          <p:pic>
            <p:nvPicPr>
              <p:cNvPr id="3" name="墨迹 2"/>
              <p:cNvPicPr/>
              <p:nvPr/>
            </p:nvPicPr>
            <p:blipFill>
              <a:blip r:embed="rId3"/>
              <a:stretch>
                <a:fillRect/>
              </a:stretch>
            </p:blipFill>
            <p:spPr>
              <a:xfrm>
                <a:off x="3286440" y="1200600"/>
                <a:ext cx="1371600" cy="67608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6">
                                            <p:txEl>
                                              <p:pRg st="1" end="1"/>
                                            </p:txEl>
                                          </p:spTgt>
                                        </p:tgtEl>
                                        <p:attrNameLst>
                                          <p:attrName>style.visibility</p:attrName>
                                        </p:attrNameLst>
                                      </p:cBhvr>
                                      <p:to>
                                        <p:strVal val="visible"/>
                                      </p:to>
                                    </p:set>
                                    <p:anim calcmode="lin" valueType="num">
                                      <p:cBhvr additive="base">
                                        <p:cTn id="13" dur="500" fill="hold"/>
                                        <p:tgtEl>
                                          <p:spTgt spid="368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86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RTK（Real - </a:t>
            </a:r>
            <a:r>
              <a:rPr lang="en-US" altLang="zh-CN">
                <a:sym typeface="+mn-ea"/>
              </a:rPr>
              <a:t>T</a:t>
            </a:r>
            <a:r>
              <a:rPr lang="zh-CN" altLang="en-US">
                <a:sym typeface="+mn-ea"/>
              </a:rPr>
              <a:t>ime </a:t>
            </a:r>
            <a:r>
              <a:rPr lang="en-US" altLang="zh-CN">
                <a:sym typeface="+mn-ea"/>
              </a:rPr>
              <a:t>K</a:t>
            </a:r>
            <a:r>
              <a:rPr lang="zh-CN" altLang="en-US">
                <a:sym typeface="+mn-ea"/>
              </a:rPr>
              <a:t>inematic）</a:t>
            </a:r>
            <a:endParaRPr lang="zh-CN" altLang="en-US"/>
          </a:p>
        </p:txBody>
      </p:sp>
      <p:sp>
        <p:nvSpPr>
          <p:cNvPr id="3" name="内容占位符 2"/>
          <p:cNvSpPr>
            <a:spLocks noGrp="1"/>
          </p:cNvSpPr>
          <p:nvPr>
            <p:ph idx="1"/>
          </p:nvPr>
        </p:nvSpPr>
        <p:spPr/>
        <p:txBody>
          <a:bodyPr/>
          <a:lstStyle/>
          <a:p>
            <a:r>
              <a:rPr lang="en-US" altLang="zh-CN"/>
              <a:t>    </a:t>
            </a:r>
            <a:r>
              <a:rPr lang="zh-CN" altLang="en-US"/>
              <a:t>RTK（Real - </a:t>
            </a:r>
            <a:r>
              <a:rPr lang="en-US" altLang="zh-CN"/>
              <a:t>T</a:t>
            </a:r>
            <a:r>
              <a:rPr lang="zh-CN" altLang="en-US"/>
              <a:t>ime </a:t>
            </a:r>
            <a:r>
              <a:rPr lang="en-US" altLang="zh-CN"/>
              <a:t>K</a:t>
            </a:r>
            <a:r>
              <a:rPr lang="zh-CN" altLang="en-US"/>
              <a:t>inematic，实时动态）载波相位差分技术，是实时处理两个测量站载波相位观测量的差分方法，将基准站采集的载波相位发给用户接收机，进行求差解算坐标。这是一种新的常用的卫星定位测量方法，以前的静态、快速静态、动态测量都需要事后进行解算才能获得厘米级的精度，而RTK是能够在野外实时得到厘米级定位精度的测量方法，它采用了载波相位动态实时差分方法，是GPS应用的重大里程碑，它的出现为工程放样、地形测图，各种控制测量带来了新的测量原理和方法，极大地提高了作业效率。</a:t>
            </a:r>
          </a:p>
          <a:p>
            <a:r>
              <a:rPr lang="zh-CN" altLang="en-US" i="1"/>
              <a:t>中文名</a:t>
            </a:r>
            <a:r>
              <a:rPr lang="en-US" altLang="zh-CN" i="1"/>
              <a:t>: </a:t>
            </a:r>
            <a:r>
              <a:rPr lang="zh-CN" altLang="en-US" i="1">
                <a:highlight>
                  <a:srgbClr val="FFFF00"/>
                </a:highlight>
              </a:rPr>
              <a:t>载波相位差分技术</a:t>
            </a:r>
          </a:p>
          <a:p>
            <a:r>
              <a:rPr lang="zh-CN" altLang="en-US" i="1"/>
              <a:t>外文名</a:t>
            </a:r>
            <a:r>
              <a:rPr lang="en-US" altLang="zh-CN" i="1"/>
              <a:t>: </a:t>
            </a:r>
            <a:r>
              <a:rPr lang="zh-CN" altLang="en-US" i="1"/>
              <a:t>Real - time kinematic</a:t>
            </a:r>
            <a:r>
              <a:rPr lang="en-US" altLang="zh-CN" i="1"/>
              <a:t>      </a:t>
            </a:r>
            <a:r>
              <a:rPr lang="zh-CN" altLang="en-US" i="1"/>
              <a:t>简写</a:t>
            </a:r>
            <a:r>
              <a:rPr lang="en-US" altLang="zh-CN" i="1"/>
              <a:t>:</a:t>
            </a:r>
            <a:r>
              <a:rPr lang="zh-CN" altLang="en-US" i="1">
                <a:highlight>
                  <a:srgbClr val="FFFF00"/>
                </a:highlight>
              </a:rPr>
              <a:t>RTK</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idx="1"/>
          </p:nvPr>
        </p:nvSpPr>
        <p:spPr>
          <a:xfrm>
            <a:off x="2181226" y="558529"/>
            <a:ext cx="6911975" cy="692150"/>
          </a:xfrm>
        </p:spPr>
        <p:txBody>
          <a:bodyPr vert="horz" wrap="square" lIns="91440" tIns="45720" rIns="91440" bIns="45720" anchor="t"/>
          <a:lstStyle/>
          <a:p>
            <a:pPr algn="ctr"/>
            <a:r>
              <a:rPr lang="zh-CN" altLang="en-US" sz="4000" dirty="0"/>
              <a:t>差分定位</a:t>
            </a:r>
            <a:r>
              <a:rPr lang="zh-CN" altLang="en-US" sz="4000" dirty="0" smtClean="0"/>
              <a:t>示意图</a:t>
            </a:r>
            <a:endParaRPr lang="zh-CN" altLang="en-US" dirty="0"/>
          </a:p>
        </p:txBody>
      </p:sp>
      <p:grpSp>
        <p:nvGrpSpPr>
          <p:cNvPr id="2" name="Group 734"/>
          <p:cNvGrpSpPr/>
          <p:nvPr/>
        </p:nvGrpSpPr>
        <p:grpSpPr>
          <a:xfrm>
            <a:off x="1992314" y="2276476"/>
            <a:ext cx="7704137" cy="4581525"/>
            <a:chOff x="295" y="1434"/>
            <a:chExt cx="4853" cy="2886"/>
          </a:xfrm>
        </p:grpSpPr>
        <p:grpSp>
          <p:nvGrpSpPr>
            <p:cNvPr id="53251" name="Group 310"/>
            <p:cNvGrpSpPr/>
            <p:nvPr/>
          </p:nvGrpSpPr>
          <p:grpSpPr>
            <a:xfrm>
              <a:off x="1474" y="2298"/>
              <a:ext cx="281" cy="226"/>
              <a:chOff x="2664" y="1810"/>
              <a:chExt cx="281" cy="226"/>
            </a:xfrm>
          </p:grpSpPr>
          <p:sp>
            <p:nvSpPr>
              <p:cNvPr id="53252" name="Freeform 311"/>
              <p:cNvSpPr/>
              <p:nvPr/>
            </p:nvSpPr>
            <p:spPr>
              <a:xfrm>
                <a:off x="2840" y="1810"/>
                <a:ext cx="105" cy="112"/>
              </a:xfrm>
              <a:custGeom>
                <a:avLst/>
                <a:gdLst/>
                <a:ahLst/>
                <a:cxnLst>
                  <a:cxn ang="0">
                    <a:pos x="104" y="67"/>
                  </a:cxn>
                  <a:cxn ang="0">
                    <a:pos x="65" y="0"/>
                  </a:cxn>
                  <a:cxn ang="0">
                    <a:pos x="0" y="37"/>
                  </a:cxn>
                  <a:cxn ang="0">
                    <a:pos x="41" y="111"/>
                  </a:cxn>
                  <a:cxn ang="0">
                    <a:pos x="104" y="67"/>
                  </a:cxn>
                </a:cxnLst>
                <a:rect l="0" t="0" r="0" b="0"/>
                <a:pathLst>
                  <a:path w="105" h="112">
                    <a:moveTo>
                      <a:pt x="104" y="67"/>
                    </a:moveTo>
                    <a:lnTo>
                      <a:pt x="65" y="0"/>
                    </a:lnTo>
                    <a:lnTo>
                      <a:pt x="0" y="37"/>
                    </a:lnTo>
                    <a:lnTo>
                      <a:pt x="41" y="111"/>
                    </a:lnTo>
                    <a:lnTo>
                      <a:pt x="104" y="6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253" name="Freeform 312"/>
              <p:cNvSpPr/>
              <p:nvPr/>
            </p:nvSpPr>
            <p:spPr>
              <a:xfrm>
                <a:off x="2759" y="1881"/>
                <a:ext cx="88" cy="79"/>
              </a:xfrm>
              <a:custGeom>
                <a:avLst/>
                <a:gdLst/>
                <a:ahLst/>
                <a:cxnLst>
                  <a:cxn ang="0">
                    <a:pos x="8" y="27"/>
                  </a:cxn>
                  <a:cxn ang="0">
                    <a:pos x="50" y="0"/>
                  </a:cxn>
                  <a:cxn ang="0">
                    <a:pos x="67" y="0"/>
                  </a:cxn>
                  <a:cxn ang="0">
                    <a:pos x="87" y="34"/>
                  </a:cxn>
                  <a:cxn ang="0">
                    <a:pos x="77" y="50"/>
                  </a:cxn>
                  <a:cxn ang="0">
                    <a:pos x="36" y="77"/>
                  </a:cxn>
                  <a:cxn ang="0">
                    <a:pos x="19" y="78"/>
                  </a:cxn>
                  <a:cxn ang="0">
                    <a:pos x="0" y="43"/>
                  </a:cxn>
                  <a:cxn ang="0">
                    <a:pos x="8" y="27"/>
                  </a:cxn>
                </a:cxnLst>
                <a:rect l="0" t="0" r="0" b="0"/>
                <a:pathLst>
                  <a:path w="88" h="79">
                    <a:moveTo>
                      <a:pt x="8" y="27"/>
                    </a:moveTo>
                    <a:lnTo>
                      <a:pt x="50" y="0"/>
                    </a:lnTo>
                    <a:lnTo>
                      <a:pt x="67" y="0"/>
                    </a:lnTo>
                    <a:lnTo>
                      <a:pt x="87" y="34"/>
                    </a:lnTo>
                    <a:lnTo>
                      <a:pt x="77" y="50"/>
                    </a:lnTo>
                    <a:lnTo>
                      <a:pt x="36" y="77"/>
                    </a:lnTo>
                    <a:lnTo>
                      <a:pt x="19" y="78"/>
                    </a:lnTo>
                    <a:lnTo>
                      <a:pt x="0" y="43"/>
                    </a:lnTo>
                    <a:lnTo>
                      <a:pt x="8" y="27"/>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254" name="Freeform 313"/>
              <p:cNvSpPr/>
              <p:nvPr/>
            </p:nvSpPr>
            <p:spPr>
              <a:xfrm>
                <a:off x="2789" y="1864"/>
                <a:ext cx="90" cy="80"/>
              </a:xfrm>
              <a:custGeom>
                <a:avLst/>
                <a:gdLst/>
                <a:ahLst/>
                <a:cxnLst>
                  <a:cxn ang="0">
                    <a:pos x="9" y="28"/>
                  </a:cxn>
                  <a:cxn ang="0">
                    <a:pos x="51" y="1"/>
                  </a:cxn>
                  <a:cxn ang="0">
                    <a:pos x="69" y="0"/>
                  </a:cxn>
                  <a:cxn ang="0">
                    <a:pos x="89" y="35"/>
                  </a:cxn>
                  <a:cxn ang="0">
                    <a:pos x="79" y="50"/>
                  </a:cxn>
                  <a:cxn ang="0">
                    <a:pos x="38" y="77"/>
                  </a:cxn>
                  <a:cxn ang="0">
                    <a:pos x="19" y="79"/>
                  </a:cxn>
                  <a:cxn ang="0">
                    <a:pos x="0" y="44"/>
                  </a:cxn>
                  <a:cxn ang="0">
                    <a:pos x="9" y="28"/>
                  </a:cxn>
                </a:cxnLst>
                <a:rect l="0" t="0" r="0" b="0"/>
                <a:pathLst>
                  <a:path w="90" h="80">
                    <a:moveTo>
                      <a:pt x="9" y="28"/>
                    </a:moveTo>
                    <a:lnTo>
                      <a:pt x="51" y="1"/>
                    </a:lnTo>
                    <a:lnTo>
                      <a:pt x="69" y="0"/>
                    </a:lnTo>
                    <a:lnTo>
                      <a:pt x="89" y="35"/>
                    </a:lnTo>
                    <a:lnTo>
                      <a:pt x="79" y="50"/>
                    </a:lnTo>
                    <a:lnTo>
                      <a:pt x="38" y="77"/>
                    </a:lnTo>
                    <a:lnTo>
                      <a:pt x="19" y="79"/>
                    </a:lnTo>
                    <a:lnTo>
                      <a:pt x="0" y="44"/>
                    </a:lnTo>
                    <a:lnTo>
                      <a:pt x="9" y="28"/>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255" name="Freeform 314"/>
              <p:cNvSpPr/>
              <p:nvPr/>
            </p:nvSpPr>
            <p:spPr>
              <a:xfrm>
                <a:off x="2767" y="1875"/>
                <a:ext cx="79" cy="34"/>
              </a:xfrm>
              <a:custGeom>
                <a:avLst/>
                <a:gdLst/>
                <a:ahLst/>
                <a:cxnLst>
                  <a:cxn ang="0">
                    <a:pos x="40" y="5"/>
                  </a:cxn>
                  <a:cxn ang="0">
                    <a:pos x="78" y="0"/>
                  </a:cxn>
                  <a:cxn ang="0">
                    <a:pos x="37" y="26"/>
                  </a:cxn>
                  <a:cxn ang="0">
                    <a:pos x="0" y="33"/>
                  </a:cxn>
                  <a:cxn ang="0">
                    <a:pos x="40" y="5"/>
                  </a:cxn>
                </a:cxnLst>
                <a:rect l="0" t="0" r="0" b="0"/>
                <a:pathLst>
                  <a:path w="79" h="34">
                    <a:moveTo>
                      <a:pt x="40" y="5"/>
                    </a:moveTo>
                    <a:lnTo>
                      <a:pt x="78" y="0"/>
                    </a:lnTo>
                    <a:lnTo>
                      <a:pt x="37" y="26"/>
                    </a:lnTo>
                    <a:lnTo>
                      <a:pt x="0" y="33"/>
                    </a:lnTo>
                    <a:lnTo>
                      <a:pt x="40" y="5"/>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256" name="Freeform 315"/>
              <p:cNvSpPr/>
              <p:nvPr/>
            </p:nvSpPr>
            <p:spPr>
              <a:xfrm>
                <a:off x="2779" y="1945"/>
                <a:ext cx="51" cy="17"/>
              </a:xfrm>
              <a:custGeom>
                <a:avLst/>
                <a:gdLst/>
                <a:ahLst/>
                <a:cxnLst>
                  <a:cxn ang="0">
                    <a:pos x="0" y="16"/>
                  </a:cxn>
                  <a:cxn ang="0">
                    <a:pos x="32" y="0"/>
                  </a:cxn>
                  <a:cxn ang="0">
                    <a:pos x="50" y="0"/>
                  </a:cxn>
                  <a:cxn ang="0">
                    <a:pos x="17" y="16"/>
                  </a:cxn>
                  <a:cxn ang="0">
                    <a:pos x="0" y="16"/>
                  </a:cxn>
                </a:cxnLst>
                <a:rect l="0" t="0" r="0" b="0"/>
                <a:pathLst>
                  <a:path w="51" h="17">
                    <a:moveTo>
                      <a:pt x="0" y="16"/>
                    </a:moveTo>
                    <a:lnTo>
                      <a:pt x="32" y="0"/>
                    </a:lnTo>
                    <a:lnTo>
                      <a:pt x="50" y="0"/>
                    </a:lnTo>
                    <a:lnTo>
                      <a:pt x="17" y="16"/>
                    </a:lnTo>
                    <a:lnTo>
                      <a:pt x="0" y="1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257" name="Line 316"/>
              <p:cNvSpPr/>
              <p:nvPr/>
            </p:nvSpPr>
            <p:spPr>
              <a:xfrm flipV="1">
                <a:off x="2764" y="1907"/>
                <a:ext cx="21" cy="20"/>
              </a:xfrm>
              <a:prstGeom prst="line">
                <a:avLst/>
              </a:prstGeom>
              <a:ln w="12700" cap="flat" cmpd="sng">
                <a:solidFill>
                  <a:schemeClr val="tx1"/>
                </a:solidFill>
                <a:prstDash val="solid"/>
                <a:headEnd type="none" w="med" len="med"/>
                <a:tailEnd type="none" w="med" len="med"/>
              </a:ln>
            </p:spPr>
          </p:sp>
          <p:sp>
            <p:nvSpPr>
              <p:cNvPr id="53258" name="Oval 317"/>
              <p:cNvSpPr/>
              <p:nvPr/>
            </p:nvSpPr>
            <p:spPr>
              <a:xfrm rot="-1860000">
                <a:off x="2806" y="1899"/>
                <a:ext cx="16"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259" name="Line 318"/>
              <p:cNvSpPr/>
              <p:nvPr/>
            </p:nvSpPr>
            <p:spPr>
              <a:xfrm flipV="1">
                <a:off x="2808" y="1887"/>
                <a:ext cx="0" cy="14"/>
              </a:xfrm>
              <a:prstGeom prst="line">
                <a:avLst/>
              </a:prstGeom>
              <a:ln w="12700" cap="flat" cmpd="sng">
                <a:solidFill>
                  <a:schemeClr val="tx1"/>
                </a:solidFill>
                <a:prstDash val="solid"/>
                <a:headEnd type="none" w="med" len="med"/>
                <a:tailEnd type="none" w="med" len="med"/>
              </a:ln>
            </p:spPr>
          </p:sp>
          <p:sp>
            <p:nvSpPr>
              <p:cNvPr id="53260" name="Line 319"/>
              <p:cNvSpPr/>
              <p:nvPr/>
            </p:nvSpPr>
            <p:spPr>
              <a:xfrm>
                <a:off x="2808" y="1902"/>
                <a:ext cx="6" cy="0"/>
              </a:xfrm>
              <a:prstGeom prst="line">
                <a:avLst/>
              </a:prstGeom>
              <a:ln w="12700" cap="flat" cmpd="sng">
                <a:solidFill>
                  <a:schemeClr val="tx1"/>
                </a:solidFill>
                <a:prstDash val="solid"/>
                <a:headEnd type="none" w="med" len="med"/>
                <a:tailEnd type="none" w="med" len="med"/>
              </a:ln>
            </p:spPr>
          </p:sp>
          <p:sp>
            <p:nvSpPr>
              <p:cNvPr id="53261" name="Oval 320"/>
              <p:cNvSpPr/>
              <p:nvPr/>
            </p:nvSpPr>
            <p:spPr>
              <a:xfrm rot="-1860000">
                <a:off x="2806" y="1894"/>
                <a:ext cx="68" cy="3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262" name="Line 321"/>
              <p:cNvSpPr/>
              <p:nvPr/>
            </p:nvSpPr>
            <p:spPr>
              <a:xfrm flipV="1">
                <a:off x="2845" y="1858"/>
                <a:ext cx="24" cy="20"/>
              </a:xfrm>
              <a:prstGeom prst="line">
                <a:avLst/>
              </a:prstGeom>
              <a:ln w="12700" cap="flat" cmpd="sng">
                <a:solidFill>
                  <a:schemeClr val="tx1"/>
                </a:solidFill>
                <a:prstDash val="solid"/>
                <a:headEnd type="none" w="med" len="med"/>
                <a:tailEnd type="none" w="med" len="med"/>
              </a:ln>
            </p:spPr>
          </p:sp>
          <p:sp>
            <p:nvSpPr>
              <p:cNvPr id="53263" name="Freeform 322"/>
              <p:cNvSpPr/>
              <p:nvPr/>
            </p:nvSpPr>
            <p:spPr>
              <a:xfrm>
                <a:off x="2807" y="1892"/>
                <a:ext cx="23" cy="17"/>
              </a:xfrm>
              <a:custGeom>
                <a:avLst/>
                <a:gdLst/>
                <a:ahLst/>
                <a:cxnLst>
                  <a:cxn ang="0">
                    <a:pos x="0" y="11"/>
                  </a:cxn>
                  <a:cxn ang="0">
                    <a:pos x="11" y="0"/>
                  </a:cxn>
                  <a:cxn ang="0">
                    <a:pos x="22" y="2"/>
                  </a:cxn>
                  <a:cxn ang="0">
                    <a:pos x="20" y="16"/>
                  </a:cxn>
                  <a:cxn ang="0">
                    <a:pos x="0" y="11"/>
                  </a:cxn>
                </a:cxnLst>
                <a:rect l="0" t="0" r="0" b="0"/>
                <a:pathLst>
                  <a:path w="23" h="17">
                    <a:moveTo>
                      <a:pt x="0" y="11"/>
                    </a:moveTo>
                    <a:lnTo>
                      <a:pt x="11" y="0"/>
                    </a:lnTo>
                    <a:lnTo>
                      <a:pt x="22" y="2"/>
                    </a:lnTo>
                    <a:lnTo>
                      <a:pt x="20" y="16"/>
                    </a:lnTo>
                    <a:lnTo>
                      <a:pt x="0" y="1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264" name="Freeform 323"/>
              <p:cNvSpPr/>
              <p:nvPr/>
            </p:nvSpPr>
            <p:spPr>
              <a:xfrm>
                <a:off x="2809" y="1891"/>
                <a:ext cx="23" cy="19"/>
              </a:xfrm>
              <a:custGeom>
                <a:avLst/>
                <a:gdLst/>
                <a:ahLst/>
                <a:cxnLst>
                  <a:cxn ang="0">
                    <a:pos x="15" y="0"/>
                  </a:cxn>
                  <a:cxn ang="0">
                    <a:pos x="22" y="9"/>
                  </a:cxn>
                  <a:cxn ang="0">
                    <a:pos x="13" y="18"/>
                  </a:cxn>
                  <a:cxn ang="0">
                    <a:pos x="0" y="14"/>
                  </a:cxn>
                  <a:cxn ang="0">
                    <a:pos x="11" y="4"/>
                  </a:cxn>
                  <a:cxn ang="0">
                    <a:pos x="15" y="0"/>
                  </a:cxn>
                </a:cxnLst>
                <a:rect l="0" t="0" r="0" b="0"/>
                <a:pathLst>
                  <a:path w="23" h="19">
                    <a:moveTo>
                      <a:pt x="15" y="0"/>
                    </a:moveTo>
                    <a:lnTo>
                      <a:pt x="22" y="9"/>
                    </a:lnTo>
                    <a:lnTo>
                      <a:pt x="13" y="18"/>
                    </a:lnTo>
                    <a:lnTo>
                      <a:pt x="0" y="14"/>
                    </a:lnTo>
                    <a:lnTo>
                      <a:pt x="11" y="4"/>
                    </a:lnTo>
                    <a:lnTo>
                      <a:pt x="1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265" name="Rectangle 324"/>
              <p:cNvSpPr/>
              <p:nvPr/>
            </p:nvSpPr>
            <p:spPr>
              <a:xfrm rot="-1860000">
                <a:off x="2768" y="1941"/>
                <a:ext cx="15" cy="8"/>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3266" name="Freeform 325"/>
              <p:cNvSpPr/>
              <p:nvPr/>
            </p:nvSpPr>
            <p:spPr>
              <a:xfrm>
                <a:off x="2664" y="1905"/>
                <a:ext cx="122" cy="131"/>
              </a:xfrm>
              <a:custGeom>
                <a:avLst/>
                <a:gdLst/>
                <a:ahLst/>
                <a:cxnLst>
                  <a:cxn ang="0">
                    <a:pos x="0" y="46"/>
                  </a:cxn>
                  <a:cxn ang="0">
                    <a:pos x="46" y="130"/>
                  </a:cxn>
                  <a:cxn ang="0">
                    <a:pos x="121" y="78"/>
                  </a:cxn>
                  <a:cxn ang="0">
                    <a:pos x="76" y="0"/>
                  </a:cxn>
                  <a:cxn ang="0">
                    <a:pos x="0" y="46"/>
                  </a:cxn>
                </a:cxnLst>
                <a:rect l="0" t="0" r="0" b="0"/>
                <a:pathLst>
                  <a:path w="122" h="131">
                    <a:moveTo>
                      <a:pt x="0" y="46"/>
                    </a:moveTo>
                    <a:lnTo>
                      <a:pt x="46" y="130"/>
                    </a:lnTo>
                    <a:lnTo>
                      <a:pt x="121" y="78"/>
                    </a:lnTo>
                    <a:lnTo>
                      <a:pt x="76" y="0"/>
                    </a:lnTo>
                    <a:lnTo>
                      <a:pt x="0" y="46"/>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267" name="Line 326"/>
              <p:cNvSpPr/>
              <p:nvPr/>
            </p:nvSpPr>
            <p:spPr>
              <a:xfrm flipV="1">
                <a:off x="2831" y="1925"/>
                <a:ext cx="3" cy="9"/>
              </a:xfrm>
              <a:prstGeom prst="line">
                <a:avLst/>
              </a:prstGeom>
              <a:ln w="12700" cap="flat" cmpd="sng">
                <a:solidFill>
                  <a:schemeClr val="tx1"/>
                </a:solidFill>
                <a:prstDash val="solid"/>
                <a:headEnd type="none" w="med" len="med"/>
                <a:tailEnd type="none" w="med" len="med"/>
              </a:ln>
            </p:spPr>
          </p:sp>
          <p:sp>
            <p:nvSpPr>
              <p:cNvPr id="53268" name="Line 327"/>
              <p:cNvSpPr/>
              <p:nvPr/>
            </p:nvSpPr>
            <p:spPr>
              <a:xfrm flipV="1">
                <a:off x="2830" y="1923"/>
                <a:ext cx="3" cy="11"/>
              </a:xfrm>
              <a:prstGeom prst="line">
                <a:avLst/>
              </a:prstGeom>
              <a:ln w="12700" cap="flat" cmpd="sng">
                <a:solidFill>
                  <a:schemeClr val="tx1"/>
                </a:solidFill>
                <a:prstDash val="solid"/>
                <a:headEnd type="none" w="med" len="med"/>
                <a:tailEnd type="none" w="med" len="med"/>
              </a:ln>
            </p:spPr>
          </p:sp>
          <p:sp>
            <p:nvSpPr>
              <p:cNvPr id="53269" name="Freeform 328"/>
              <p:cNvSpPr/>
              <p:nvPr/>
            </p:nvSpPr>
            <p:spPr>
              <a:xfrm>
                <a:off x="2826" y="1921"/>
                <a:ext cx="23" cy="22"/>
              </a:xfrm>
              <a:custGeom>
                <a:avLst/>
                <a:gdLst/>
                <a:ahLst/>
                <a:cxnLst>
                  <a:cxn ang="0">
                    <a:pos x="17" y="16"/>
                  </a:cxn>
                  <a:cxn ang="0">
                    <a:pos x="22" y="13"/>
                  </a:cxn>
                  <a:cxn ang="0">
                    <a:pos x="21" y="11"/>
                  </a:cxn>
                  <a:cxn ang="0">
                    <a:pos x="16" y="1"/>
                  </a:cxn>
                  <a:cxn ang="0">
                    <a:pos x="15" y="0"/>
                  </a:cxn>
                  <a:cxn ang="0">
                    <a:pos x="11" y="3"/>
                  </a:cxn>
                  <a:cxn ang="0">
                    <a:pos x="7" y="8"/>
                  </a:cxn>
                  <a:cxn ang="0">
                    <a:pos x="3" y="13"/>
                  </a:cxn>
                  <a:cxn ang="0">
                    <a:pos x="0" y="18"/>
                  </a:cxn>
                  <a:cxn ang="0">
                    <a:pos x="0" y="20"/>
                  </a:cxn>
                  <a:cxn ang="0">
                    <a:pos x="5" y="17"/>
                  </a:cxn>
                  <a:cxn ang="0">
                    <a:pos x="7" y="21"/>
                  </a:cxn>
                  <a:cxn ang="0">
                    <a:pos x="13" y="20"/>
                  </a:cxn>
                  <a:cxn ang="0">
                    <a:pos x="17" y="16"/>
                  </a:cxn>
                </a:cxnLst>
                <a:rect l="0" t="0" r="0" b="0"/>
                <a:pathLst>
                  <a:path w="23" h="22">
                    <a:moveTo>
                      <a:pt x="17" y="16"/>
                    </a:moveTo>
                    <a:lnTo>
                      <a:pt x="22" y="13"/>
                    </a:lnTo>
                    <a:lnTo>
                      <a:pt x="21" y="11"/>
                    </a:lnTo>
                    <a:lnTo>
                      <a:pt x="16" y="1"/>
                    </a:lnTo>
                    <a:lnTo>
                      <a:pt x="15" y="0"/>
                    </a:lnTo>
                    <a:lnTo>
                      <a:pt x="11" y="3"/>
                    </a:lnTo>
                    <a:lnTo>
                      <a:pt x="7" y="8"/>
                    </a:lnTo>
                    <a:lnTo>
                      <a:pt x="3" y="13"/>
                    </a:lnTo>
                    <a:lnTo>
                      <a:pt x="0" y="18"/>
                    </a:lnTo>
                    <a:lnTo>
                      <a:pt x="0" y="20"/>
                    </a:lnTo>
                    <a:lnTo>
                      <a:pt x="5" y="17"/>
                    </a:lnTo>
                    <a:lnTo>
                      <a:pt x="7" y="21"/>
                    </a:lnTo>
                    <a:lnTo>
                      <a:pt x="13" y="20"/>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70" name="Freeform 329"/>
              <p:cNvSpPr/>
              <p:nvPr/>
            </p:nvSpPr>
            <p:spPr>
              <a:xfrm>
                <a:off x="2826" y="1926"/>
                <a:ext cx="25" cy="17"/>
              </a:xfrm>
              <a:custGeom>
                <a:avLst/>
                <a:gdLst/>
                <a:ahLst/>
                <a:cxnLst>
                  <a:cxn ang="0">
                    <a:pos x="0" y="6"/>
                  </a:cxn>
                  <a:cxn ang="0">
                    <a:pos x="21" y="0"/>
                  </a:cxn>
                  <a:cxn ang="0">
                    <a:pos x="24" y="8"/>
                  </a:cxn>
                  <a:cxn ang="0">
                    <a:pos x="1" y="16"/>
                  </a:cxn>
                  <a:cxn ang="0">
                    <a:pos x="0" y="6"/>
                  </a:cxn>
                </a:cxnLst>
                <a:rect l="0" t="0" r="0" b="0"/>
                <a:pathLst>
                  <a:path w="25" h="17">
                    <a:moveTo>
                      <a:pt x="0" y="6"/>
                    </a:moveTo>
                    <a:lnTo>
                      <a:pt x="21" y="0"/>
                    </a:lnTo>
                    <a:lnTo>
                      <a:pt x="24" y="8"/>
                    </a:lnTo>
                    <a:lnTo>
                      <a:pt x="1"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71" name="Freeform 330"/>
              <p:cNvSpPr/>
              <p:nvPr/>
            </p:nvSpPr>
            <p:spPr>
              <a:xfrm>
                <a:off x="2840" y="1921"/>
                <a:ext cx="20" cy="17"/>
              </a:xfrm>
              <a:custGeom>
                <a:avLst/>
                <a:gdLst/>
                <a:ahLst/>
                <a:cxnLst>
                  <a:cxn ang="0">
                    <a:pos x="0" y="14"/>
                  </a:cxn>
                  <a:cxn ang="0">
                    <a:pos x="1" y="16"/>
                  </a:cxn>
                  <a:cxn ang="0">
                    <a:pos x="4" y="14"/>
                  </a:cxn>
                  <a:cxn ang="0">
                    <a:pos x="4" y="16"/>
                  </a:cxn>
                  <a:cxn ang="0">
                    <a:pos x="8" y="16"/>
                  </a:cxn>
                  <a:cxn ang="0">
                    <a:pos x="11" y="16"/>
                  </a:cxn>
                  <a:cxn ang="0">
                    <a:pos x="14" y="14"/>
                  </a:cxn>
                  <a:cxn ang="0">
                    <a:pos x="15" y="10"/>
                  </a:cxn>
                  <a:cxn ang="0">
                    <a:pos x="17" y="7"/>
                  </a:cxn>
                  <a:cxn ang="0">
                    <a:pos x="16" y="5"/>
                  </a:cxn>
                  <a:cxn ang="0">
                    <a:pos x="19" y="3"/>
                  </a:cxn>
                  <a:cxn ang="0">
                    <a:pos x="18" y="1"/>
                  </a:cxn>
                  <a:cxn ang="0">
                    <a:pos x="14" y="1"/>
                  </a:cxn>
                  <a:cxn ang="0">
                    <a:pos x="10" y="1"/>
                  </a:cxn>
                  <a:cxn ang="0">
                    <a:pos x="7" y="0"/>
                  </a:cxn>
                  <a:cxn ang="0">
                    <a:pos x="4" y="2"/>
                  </a:cxn>
                  <a:cxn ang="0">
                    <a:pos x="3" y="6"/>
                  </a:cxn>
                  <a:cxn ang="0">
                    <a:pos x="1" y="10"/>
                  </a:cxn>
                  <a:cxn ang="0">
                    <a:pos x="0" y="14"/>
                  </a:cxn>
                </a:cxnLst>
                <a:rect l="0" t="0" r="0" b="0"/>
                <a:pathLst>
                  <a:path w="20" h="17">
                    <a:moveTo>
                      <a:pt x="0" y="14"/>
                    </a:moveTo>
                    <a:lnTo>
                      <a:pt x="1" y="16"/>
                    </a:lnTo>
                    <a:lnTo>
                      <a:pt x="4" y="14"/>
                    </a:lnTo>
                    <a:lnTo>
                      <a:pt x="4" y="16"/>
                    </a:lnTo>
                    <a:lnTo>
                      <a:pt x="8" y="16"/>
                    </a:lnTo>
                    <a:lnTo>
                      <a:pt x="11" y="16"/>
                    </a:lnTo>
                    <a:lnTo>
                      <a:pt x="14" y="14"/>
                    </a:lnTo>
                    <a:lnTo>
                      <a:pt x="15" y="10"/>
                    </a:lnTo>
                    <a:lnTo>
                      <a:pt x="17" y="7"/>
                    </a:lnTo>
                    <a:lnTo>
                      <a:pt x="16" y="5"/>
                    </a:lnTo>
                    <a:lnTo>
                      <a:pt x="19" y="3"/>
                    </a:lnTo>
                    <a:lnTo>
                      <a:pt x="18" y="1"/>
                    </a:lnTo>
                    <a:lnTo>
                      <a:pt x="14" y="1"/>
                    </a:lnTo>
                    <a:lnTo>
                      <a:pt x="10" y="1"/>
                    </a:lnTo>
                    <a:lnTo>
                      <a:pt x="7" y="0"/>
                    </a:lnTo>
                    <a:lnTo>
                      <a:pt x="4" y="2"/>
                    </a:lnTo>
                    <a:lnTo>
                      <a:pt x="3" y="6"/>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272" name="Line 331"/>
              <p:cNvSpPr/>
              <p:nvPr/>
            </p:nvSpPr>
            <p:spPr>
              <a:xfrm flipV="1">
                <a:off x="2819" y="1922"/>
                <a:ext cx="0" cy="10"/>
              </a:xfrm>
              <a:prstGeom prst="line">
                <a:avLst/>
              </a:prstGeom>
              <a:ln w="12700" cap="flat" cmpd="sng">
                <a:solidFill>
                  <a:schemeClr val="tx1"/>
                </a:solidFill>
                <a:prstDash val="solid"/>
                <a:headEnd type="none" w="med" len="med"/>
                <a:tailEnd type="none" w="med" len="med"/>
              </a:ln>
            </p:spPr>
          </p:sp>
          <p:sp>
            <p:nvSpPr>
              <p:cNvPr id="53273" name="Line 332"/>
              <p:cNvSpPr/>
              <p:nvPr/>
            </p:nvSpPr>
            <p:spPr>
              <a:xfrm flipV="1">
                <a:off x="2817" y="1918"/>
                <a:ext cx="4" cy="10"/>
              </a:xfrm>
              <a:prstGeom prst="line">
                <a:avLst/>
              </a:prstGeom>
              <a:ln w="12700" cap="flat" cmpd="sng">
                <a:solidFill>
                  <a:schemeClr val="tx1"/>
                </a:solidFill>
                <a:prstDash val="solid"/>
                <a:headEnd type="none" w="med" len="med"/>
                <a:tailEnd type="none" w="med" len="med"/>
              </a:ln>
            </p:spPr>
          </p:sp>
          <p:sp>
            <p:nvSpPr>
              <p:cNvPr id="53274" name="Freeform 333"/>
              <p:cNvSpPr/>
              <p:nvPr/>
            </p:nvSpPr>
            <p:spPr>
              <a:xfrm>
                <a:off x="2814" y="1918"/>
                <a:ext cx="27" cy="19"/>
              </a:xfrm>
              <a:custGeom>
                <a:avLst/>
                <a:gdLst/>
                <a:ahLst/>
                <a:cxnLst>
                  <a:cxn ang="0">
                    <a:pos x="21" y="16"/>
                  </a:cxn>
                  <a:cxn ang="0">
                    <a:pos x="26" y="12"/>
                  </a:cxn>
                  <a:cxn ang="0">
                    <a:pos x="25" y="10"/>
                  </a:cxn>
                  <a:cxn ang="0">
                    <a:pos x="19" y="1"/>
                  </a:cxn>
                  <a:cxn ang="0">
                    <a:pos x="18" y="0"/>
                  </a:cxn>
                  <a:cxn ang="0">
                    <a:pos x="12" y="2"/>
                  </a:cxn>
                  <a:cxn ang="0">
                    <a:pos x="7" y="5"/>
                  </a:cxn>
                  <a:cxn ang="0">
                    <a:pos x="3" y="10"/>
                  </a:cxn>
                  <a:cxn ang="0">
                    <a:pos x="4" y="12"/>
                  </a:cxn>
                  <a:cxn ang="0">
                    <a:pos x="0" y="15"/>
                  </a:cxn>
                  <a:cxn ang="0">
                    <a:pos x="0" y="17"/>
                  </a:cxn>
                  <a:cxn ang="0">
                    <a:pos x="6" y="16"/>
                  </a:cxn>
                  <a:cxn ang="0">
                    <a:pos x="8" y="18"/>
                  </a:cxn>
                  <a:cxn ang="0">
                    <a:pos x="14" y="17"/>
                  </a:cxn>
                  <a:cxn ang="0">
                    <a:pos x="21" y="16"/>
                  </a:cxn>
                </a:cxnLst>
                <a:rect l="0" t="0" r="0" b="0"/>
                <a:pathLst>
                  <a:path w="27" h="19">
                    <a:moveTo>
                      <a:pt x="21" y="16"/>
                    </a:moveTo>
                    <a:lnTo>
                      <a:pt x="26" y="12"/>
                    </a:lnTo>
                    <a:lnTo>
                      <a:pt x="25" y="10"/>
                    </a:lnTo>
                    <a:lnTo>
                      <a:pt x="19" y="1"/>
                    </a:lnTo>
                    <a:lnTo>
                      <a:pt x="18" y="0"/>
                    </a:lnTo>
                    <a:lnTo>
                      <a:pt x="12" y="2"/>
                    </a:lnTo>
                    <a:lnTo>
                      <a:pt x="7" y="5"/>
                    </a:lnTo>
                    <a:lnTo>
                      <a:pt x="3" y="10"/>
                    </a:lnTo>
                    <a:lnTo>
                      <a:pt x="4" y="12"/>
                    </a:lnTo>
                    <a:lnTo>
                      <a:pt x="0" y="15"/>
                    </a:lnTo>
                    <a:lnTo>
                      <a:pt x="0" y="17"/>
                    </a:lnTo>
                    <a:lnTo>
                      <a:pt x="6" y="16"/>
                    </a:lnTo>
                    <a:lnTo>
                      <a:pt x="8" y="18"/>
                    </a:lnTo>
                    <a:lnTo>
                      <a:pt x="14" y="17"/>
                    </a:lnTo>
                    <a:lnTo>
                      <a:pt x="21"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75" name="Freeform 334"/>
              <p:cNvSpPr/>
              <p:nvPr/>
            </p:nvSpPr>
            <p:spPr>
              <a:xfrm>
                <a:off x="2814" y="1922"/>
                <a:ext cx="26" cy="17"/>
              </a:xfrm>
              <a:custGeom>
                <a:avLst/>
                <a:gdLst/>
                <a:ahLst/>
                <a:cxnLst>
                  <a:cxn ang="0">
                    <a:pos x="0" y="5"/>
                  </a:cxn>
                  <a:cxn ang="0">
                    <a:pos x="22" y="0"/>
                  </a:cxn>
                  <a:cxn ang="0">
                    <a:pos x="25" y="9"/>
                  </a:cxn>
                  <a:cxn ang="0">
                    <a:pos x="1" y="16"/>
                  </a:cxn>
                  <a:cxn ang="0">
                    <a:pos x="0" y="5"/>
                  </a:cxn>
                </a:cxnLst>
                <a:rect l="0" t="0" r="0" b="0"/>
                <a:pathLst>
                  <a:path w="26" h="17">
                    <a:moveTo>
                      <a:pt x="0" y="5"/>
                    </a:moveTo>
                    <a:lnTo>
                      <a:pt x="22" y="0"/>
                    </a:lnTo>
                    <a:lnTo>
                      <a:pt x="25" y="9"/>
                    </a:lnTo>
                    <a:lnTo>
                      <a:pt x="1" y="16"/>
                    </a:lnTo>
                    <a:lnTo>
                      <a:pt x="0" y="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76" name="Freeform 335"/>
              <p:cNvSpPr/>
              <p:nvPr/>
            </p:nvSpPr>
            <p:spPr>
              <a:xfrm>
                <a:off x="2826" y="1912"/>
                <a:ext cx="21" cy="21"/>
              </a:xfrm>
              <a:custGeom>
                <a:avLst/>
                <a:gdLst/>
                <a:ahLst/>
                <a:cxnLst>
                  <a:cxn ang="0">
                    <a:pos x="0" y="14"/>
                  </a:cxn>
                  <a:cxn ang="0">
                    <a:pos x="1" y="17"/>
                  </a:cxn>
                  <a:cxn ang="0">
                    <a:pos x="4" y="15"/>
                  </a:cxn>
                  <a:cxn ang="0">
                    <a:pos x="6" y="20"/>
                  </a:cxn>
                  <a:cxn ang="0">
                    <a:pos x="10" y="20"/>
                  </a:cxn>
                  <a:cxn ang="0">
                    <a:pos x="13" y="18"/>
                  </a:cxn>
                  <a:cxn ang="0">
                    <a:pos x="16" y="17"/>
                  </a:cxn>
                  <a:cxn ang="0">
                    <a:pos x="19" y="15"/>
                  </a:cxn>
                  <a:cxn ang="0">
                    <a:pos x="20" y="11"/>
                  </a:cxn>
                  <a:cxn ang="0">
                    <a:pos x="17" y="6"/>
                  </a:cxn>
                  <a:cxn ang="0">
                    <a:pos x="20" y="4"/>
                  </a:cxn>
                  <a:cxn ang="0">
                    <a:pos x="19" y="2"/>
                  </a:cxn>
                  <a:cxn ang="0">
                    <a:pos x="15" y="2"/>
                  </a:cxn>
                  <a:cxn ang="0">
                    <a:pos x="13" y="0"/>
                  </a:cxn>
                  <a:cxn ang="0">
                    <a:pos x="10" y="1"/>
                  </a:cxn>
                  <a:cxn ang="0">
                    <a:pos x="8" y="3"/>
                  </a:cxn>
                  <a:cxn ang="0">
                    <a:pos x="3" y="6"/>
                  </a:cxn>
                  <a:cxn ang="0">
                    <a:pos x="0" y="8"/>
                  </a:cxn>
                  <a:cxn ang="0">
                    <a:pos x="1" y="10"/>
                  </a:cxn>
                  <a:cxn ang="0">
                    <a:pos x="0" y="14"/>
                  </a:cxn>
                </a:cxnLst>
                <a:rect l="0" t="0" r="0" b="0"/>
                <a:pathLst>
                  <a:path w="21" h="21">
                    <a:moveTo>
                      <a:pt x="0" y="14"/>
                    </a:moveTo>
                    <a:lnTo>
                      <a:pt x="1" y="17"/>
                    </a:lnTo>
                    <a:lnTo>
                      <a:pt x="4" y="15"/>
                    </a:lnTo>
                    <a:lnTo>
                      <a:pt x="6" y="20"/>
                    </a:lnTo>
                    <a:lnTo>
                      <a:pt x="10" y="20"/>
                    </a:lnTo>
                    <a:lnTo>
                      <a:pt x="13" y="18"/>
                    </a:lnTo>
                    <a:lnTo>
                      <a:pt x="16" y="17"/>
                    </a:lnTo>
                    <a:lnTo>
                      <a:pt x="19" y="15"/>
                    </a:lnTo>
                    <a:lnTo>
                      <a:pt x="20" y="11"/>
                    </a:lnTo>
                    <a:lnTo>
                      <a:pt x="17" y="6"/>
                    </a:lnTo>
                    <a:lnTo>
                      <a:pt x="20" y="4"/>
                    </a:lnTo>
                    <a:lnTo>
                      <a:pt x="19" y="2"/>
                    </a:lnTo>
                    <a:lnTo>
                      <a:pt x="15" y="2"/>
                    </a:lnTo>
                    <a:lnTo>
                      <a:pt x="13" y="0"/>
                    </a:lnTo>
                    <a:lnTo>
                      <a:pt x="10" y="1"/>
                    </a:lnTo>
                    <a:lnTo>
                      <a:pt x="8" y="3"/>
                    </a:lnTo>
                    <a:lnTo>
                      <a:pt x="3" y="6"/>
                    </a:lnTo>
                    <a:lnTo>
                      <a:pt x="0" y="8"/>
                    </a:lnTo>
                    <a:lnTo>
                      <a:pt x="1" y="10"/>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277" name="Line 336"/>
              <p:cNvSpPr/>
              <p:nvPr/>
            </p:nvSpPr>
            <p:spPr>
              <a:xfrm flipV="1">
                <a:off x="2819" y="1907"/>
                <a:ext cx="2" cy="13"/>
              </a:xfrm>
              <a:prstGeom prst="line">
                <a:avLst/>
              </a:prstGeom>
              <a:ln w="12700" cap="flat" cmpd="sng">
                <a:solidFill>
                  <a:schemeClr val="tx1"/>
                </a:solidFill>
                <a:prstDash val="solid"/>
                <a:headEnd type="none" w="med" len="med"/>
                <a:tailEnd type="none" w="med" len="med"/>
              </a:ln>
            </p:spPr>
          </p:sp>
          <p:sp>
            <p:nvSpPr>
              <p:cNvPr id="53278" name="Line 337"/>
              <p:cNvSpPr/>
              <p:nvPr/>
            </p:nvSpPr>
            <p:spPr>
              <a:xfrm flipV="1">
                <a:off x="2820" y="1904"/>
                <a:ext cx="2" cy="12"/>
              </a:xfrm>
              <a:prstGeom prst="line">
                <a:avLst/>
              </a:prstGeom>
              <a:ln w="12700" cap="flat" cmpd="sng">
                <a:solidFill>
                  <a:schemeClr val="tx1"/>
                </a:solidFill>
                <a:prstDash val="solid"/>
                <a:headEnd type="none" w="med" len="med"/>
                <a:tailEnd type="none" w="med" len="med"/>
              </a:ln>
            </p:spPr>
          </p:sp>
          <p:sp>
            <p:nvSpPr>
              <p:cNvPr id="53279" name="Freeform 338"/>
              <p:cNvSpPr/>
              <p:nvPr/>
            </p:nvSpPr>
            <p:spPr>
              <a:xfrm>
                <a:off x="2814" y="1903"/>
                <a:ext cx="25" cy="21"/>
              </a:xfrm>
              <a:custGeom>
                <a:avLst/>
                <a:gdLst/>
                <a:ahLst/>
                <a:cxnLst>
                  <a:cxn ang="0">
                    <a:pos x="20" y="15"/>
                  </a:cxn>
                  <a:cxn ang="0">
                    <a:pos x="19" y="13"/>
                  </a:cxn>
                  <a:cxn ang="0">
                    <a:pos x="24" y="9"/>
                  </a:cxn>
                  <a:cxn ang="0">
                    <a:pos x="18" y="0"/>
                  </a:cxn>
                  <a:cxn ang="0">
                    <a:pos x="13" y="3"/>
                  </a:cxn>
                  <a:cxn ang="0">
                    <a:pos x="12" y="1"/>
                  </a:cxn>
                  <a:cxn ang="0">
                    <a:pos x="8" y="4"/>
                  </a:cxn>
                  <a:cxn ang="0">
                    <a:pos x="9" y="6"/>
                  </a:cxn>
                  <a:cxn ang="0">
                    <a:pos x="3" y="9"/>
                  </a:cxn>
                  <a:cxn ang="0">
                    <a:pos x="0" y="15"/>
                  </a:cxn>
                  <a:cxn ang="0">
                    <a:pos x="0" y="16"/>
                  </a:cxn>
                  <a:cxn ang="0">
                    <a:pos x="2" y="18"/>
                  </a:cxn>
                  <a:cxn ang="0">
                    <a:pos x="3" y="20"/>
                  </a:cxn>
                  <a:cxn ang="0">
                    <a:pos x="9" y="19"/>
                  </a:cxn>
                  <a:cxn ang="0">
                    <a:pos x="14" y="16"/>
                  </a:cxn>
                  <a:cxn ang="0">
                    <a:pos x="15" y="18"/>
                  </a:cxn>
                  <a:cxn ang="0">
                    <a:pos x="20" y="15"/>
                  </a:cxn>
                </a:cxnLst>
                <a:rect l="0" t="0" r="0" b="0"/>
                <a:pathLst>
                  <a:path w="25" h="21">
                    <a:moveTo>
                      <a:pt x="20" y="15"/>
                    </a:moveTo>
                    <a:lnTo>
                      <a:pt x="19" y="13"/>
                    </a:lnTo>
                    <a:lnTo>
                      <a:pt x="24" y="9"/>
                    </a:lnTo>
                    <a:lnTo>
                      <a:pt x="18" y="0"/>
                    </a:lnTo>
                    <a:lnTo>
                      <a:pt x="13" y="3"/>
                    </a:lnTo>
                    <a:lnTo>
                      <a:pt x="12" y="1"/>
                    </a:lnTo>
                    <a:lnTo>
                      <a:pt x="8" y="4"/>
                    </a:lnTo>
                    <a:lnTo>
                      <a:pt x="9" y="6"/>
                    </a:lnTo>
                    <a:lnTo>
                      <a:pt x="3" y="9"/>
                    </a:lnTo>
                    <a:lnTo>
                      <a:pt x="0" y="15"/>
                    </a:lnTo>
                    <a:lnTo>
                      <a:pt x="0" y="16"/>
                    </a:lnTo>
                    <a:lnTo>
                      <a:pt x="2" y="18"/>
                    </a:lnTo>
                    <a:lnTo>
                      <a:pt x="3" y="20"/>
                    </a:lnTo>
                    <a:lnTo>
                      <a:pt x="9" y="19"/>
                    </a:lnTo>
                    <a:lnTo>
                      <a:pt x="14" y="16"/>
                    </a:lnTo>
                    <a:lnTo>
                      <a:pt x="15" y="18"/>
                    </a:lnTo>
                    <a:lnTo>
                      <a:pt x="20"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80" name="Freeform 339"/>
              <p:cNvSpPr/>
              <p:nvPr/>
            </p:nvSpPr>
            <p:spPr>
              <a:xfrm>
                <a:off x="2814" y="1909"/>
                <a:ext cx="27" cy="17"/>
              </a:xfrm>
              <a:custGeom>
                <a:avLst/>
                <a:gdLst/>
                <a:ahLst/>
                <a:cxnLst>
                  <a:cxn ang="0">
                    <a:pos x="0" y="6"/>
                  </a:cxn>
                  <a:cxn ang="0">
                    <a:pos x="23" y="0"/>
                  </a:cxn>
                  <a:cxn ang="0">
                    <a:pos x="26" y="9"/>
                  </a:cxn>
                  <a:cxn ang="0">
                    <a:pos x="1" y="16"/>
                  </a:cxn>
                  <a:cxn ang="0">
                    <a:pos x="0" y="6"/>
                  </a:cxn>
                </a:cxnLst>
                <a:rect l="0" t="0" r="0" b="0"/>
                <a:pathLst>
                  <a:path w="27" h="17">
                    <a:moveTo>
                      <a:pt x="0" y="6"/>
                    </a:moveTo>
                    <a:lnTo>
                      <a:pt x="23" y="0"/>
                    </a:lnTo>
                    <a:lnTo>
                      <a:pt x="26" y="9"/>
                    </a:lnTo>
                    <a:lnTo>
                      <a:pt x="1"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81" name="Freeform 340"/>
              <p:cNvSpPr/>
              <p:nvPr/>
            </p:nvSpPr>
            <p:spPr>
              <a:xfrm>
                <a:off x="2826" y="1902"/>
                <a:ext cx="22" cy="20"/>
              </a:xfrm>
              <a:custGeom>
                <a:avLst/>
                <a:gdLst/>
                <a:ahLst/>
                <a:cxnLst>
                  <a:cxn ang="0">
                    <a:pos x="0" y="15"/>
                  </a:cxn>
                  <a:cxn ang="0">
                    <a:pos x="2" y="17"/>
                  </a:cxn>
                  <a:cxn ang="0">
                    <a:pos x="3" y="19"/>
                  </a:cxn>
                  <a:cxn ang="0">
                    <a:pos x="11" y="19"/>
                  </a:cxn>
                  <a:cxn ang="0">
                    <a:pos x="14" y="16"/>
                  </a:cxn>
                  <a:cxn ang="0">
                    <a:pos x="14" y="14"/>
                  </a:cxn>
                  <a:cxn ang="0">
                    <a:pos x="16" y="12"/>
                  </a:cxn>
                  <a:cxn ang="0">
                    <a:pos x="19" y="8"/>
                  </a:cxn>
                  <a:cxn ang="0">
                    <a:pos x="17" y="6"/>
                  </a:cxn>
                  <a:cxn ang="0">
                    <a:pos x="21" y="4"/>
                  </a:cxn>
                  <a:cxn ang="0">
                    <a:pos x="19" y="0"/>
                  </a:cxn>
                  <a:cxn ang="0">
                    <a:pos x="15" y="2"/>
                  </a:cxn>
                  <a:cxn ang="0">
                    <a:pos x="14" y="0"/>
                  </a:cxn>
                  <a:cxn ang="0">
                    <a:pos x="10" y="1"/>
                  </a:cxn>
                  <a:cxn ang="0">
                    <a:pos x="7" y="3"/>
                  </a:cxn>
                  <a:cxn ang="0">
                    <a:pos x="4" y="5"/>
                  </a:cxn>
                  <a:cxn ang="0">
                    <a:pos x="0" y="13"/>
                  </a:cxn>
                  <a:cxn ang="0">
                    <a:pos x="0" y="15"/>
                  </a:cxn>
                </a:cxnLst>
                <a:rect l="0" t="0" r="0" b="0"/>
                <a:pathLst>
                  <a:path w="22" h="20">
                    <a:moveTo>
                      <a:pt x="0" y="15"/>
                    </a:moveTo>
                    <a:lnTo>
                      <a:pt x="2" y="17"/>
                    </a:lnTo>
                    <a:lnTo>
                      <a:pt x="3" y="19"/>
                    </a:lnTo>
                    <a:lnTo>
                      <a:pt x="11" y="19"/>
                    </a:lnTo>
                    <a:lnTo>
                      <a:pt x="14" y="16"/>
                    </a:lnTo>
                    <a:lnTo>
                      <a:pt x="14" y="14"/>
                    </a:lnTo>
                    <a:lnTo>
                      <a:pt x="16" y="12"/>
                    </a:lnTo>
                    <a:lnTo>
                      <a:pt x="19" y="8"/>
                    </a:lnTo>
                    <a:lnTo>
                      <a:pt x="17" y="6"/>
                    </a:lnTo>
                    <a:lnTo>
                      <a:pt x="21" y="4"/>
                    </a:lnTo>
                    <a:lnTo>
                      <a:pt x="19" y="0"/>
                    </a:lnTo>
                    <a:lnTo>
                      <a:pt x="15" y="2"/>
                    </a:lnTo>
                    <a:lnTo>
                      <a:pt x="14" y="0"/>
                    </a:lnTo>
                    <a:lnTo>
                      <a:pt x="10" y="1"/>
                    </a:lnTo>
                    <a:lnTo>
                      <a:pt x="7" y="3"/>
                    </a:lnTo>
                    <a:lnTo>
                      <a:pt x="4" y="5"/>
                    </a:lnTo>
                    <a:lnTo>
                      <a:pt x="0" y="13"/>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282" name="Line 341"/>
              <p:cNvSpPr/>
              <p:nvPr/>
            </p:nvSpPr>
            <p:spPr>
              <a:xfrm flipV="1">
                <a:off x="2836" y="1890"/>
                <a:ext cx="3" cy="11"/>
              </a:xfrm>
              <a:prstGeom prst="line">
                <a:avLst/>
              </a:prstGeom>
              <a:ln w="12700" cap="flat" cmpd="sng">
                <a:solidFill>
                  <a:schemeClr val="tx1"/>
                </a:solidFill>
                <a:prstDash val="solid"/>
                <a:headEnd type="none" w="med" len="med"/>
                <a:tailEnd type="none" w="med" len="med"/>
              </a:ln>
            </p:spPr>
          </p:sp>
          <p:sp>
            <p:nvSpPr>
              <p:cNvPr id="53283" name="Line 342"/>
              <p:cNvSpPr/>
              <p:nvPr/>
            </p:nvSpPr>
            <p:spPr>
              <a:xfrm flipV="1">
                <a:off x="2836" y="1890"/>
                <a:ext cx="2" cy="9"/>
              </a:xfrm>
              <a:prstGeom prst="line">
                <a:avLst/>
              </a:prstGeom>
              <a:ln w="12700" cap="flat" cmpd="sng">
                <a:solidFill>
                  <a:schemeClr val="tx1"/>
                </a:solidFill>
                <a:prstDash val="solid"/>
                <a:headEnd type="none" w="med" len="med"/>
                <a:tailEnd type="none" w="med" len="med"/>
              </a:ln>
            </p:spPr>
          </p:sp>
          <p:sp>
            <p:nvSpPr>
              <p:cNvPr id="53284" name="Freeform 343"/>
              <p:cNvSpPr/>
              <p:nvPr/>
            </p:nvSpPr>
            <p:spPr>
              <a:xfrm>
                <a:off x="2834" y="1887"/>
                <a:ext cx="24" cy="21"/>
              </a:xfrm>
              <a:custGeom>
                <a:avLst/>
                <a:gdLst/>
                <a:ahLst/>
                <a:cxnLst>
                  <a:cxn ang="0">
                    <a:pos x="17" y="16"/>
                  </a:cxn>
                  <a:cxn ang="0">
                    <a:pos x="23" y="13"/>
                  </a:cxn>
                  <a:cxn ang="0">
                    <a:pos x="22" y="11"/>
                  </a:cxn>
                  <a:cxn ang="0">
                    <a:pos x="16" y="1"/>
                  </a:cxn>
                  <a:cxn ang="0">
                    <a:pos x="15" y="0"/>
                  </a:cxn>
                  <a:cxn ang="0">
                    <a:pos x="10" y="2"/>
                  </a:cxn>
                  <a:cxn ang="0">
                    <a:pos x="7" y="7"/>
                  </a:cxn>
                  <a:cxn ang="0">
                    <a:pos x="3" y="12"/>
                  </a:cxn>
                  <a:cxn ang="0">
                    <a:pos x="0" y="18"/>
                  </a:cxn>
                  <a:cxn ang="0">
                    <a:pos x="0" y="20"/>
                  </a:cxn>
                  <a:cxn ang="0">
                    <a:pos x="6" y="18"/>
                  </a:cxn>
                  <a:cxn ang="0">
                    <a:pos x="12" y="17"/>
                  </a:cxn>
                  <a:cxn ang="0">
                    <a:pos x="17" y="16"/>
                  </a:cxn>
                </a:cxnLst>
                <a:rect l="0" t="0" r="0" b="0"/>
                <a:pathLst>
                  <a:path w="24" h="21">
                    <a:moveTo>
                      <a:pt x="17" y="16"/>
                    </a:moveTo>
                    <a:lnTo>
                      <a:pt x="23" y="13"/>
                    </a:lnTo>
                    <a:lnTo>
                      <a:pt x="22" y="11"/>
                    </a:lnTo>
                    <a:lnTo>
                      <a:pt x="16" y="1"/>
                    </a:lnTo>
                    <a:lnTo>
                      <a:pt x="15" y="0"/>
                    </a:lnTo>
                    <a:lnTo>
                      <a:pt x="10" y="2"/>
                    </a:lnTo>
                    <a:lnTo>
                      <a:pt x="7" y="7"/>
                    </a:lnTo>
                    <a:lnTo>
                      <a:pt x="3" y="12"/>
                    </a:lnTo>
                    <a:lnTo>
                      <a:pt x="0" y="18"/>
                    </a:lnTo>
                    <a:lnTo>
                      <a:pt x="0" y="20"/>
                    </a:lnTo>
                    <a:lnTo>
                      <a:pt x="6" y="18"/>
                    </a:lnTo>
                    <a:lnTo>
                      <a:pt x="12" y="17"/>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85" name="Freeform 344"/>
              <p:cNvSpPr/>
              <p:nvPr/>
            </p:nvSpPr>
            <p:spPr>
              <a:xfrm>
                <a:off x="2832" y="1893"/>
                <a:ext cx="26" cy="17"/>
              </a:xfrm>
              <a:custGeom>
                <a:avLst/>
                <a:gdLst/>
                <a:ahLst/>
                <a:cxnLst>
                  <a:cxn ang="0">
                    <a:pos x="0" y="6"/>
                  </a:cxn>
                  <a:cxn ang="0">
                    <a:pos x="22" y="0"/>
                  </a:cxn>
                  <a:cxn ang="0">
                    <a:pos x="25" y="8"/>
                  </a:cxn>
                  <a:cxn ang="0">
                    <a:pos x="2" y="16"/>
                  </a:cxn>
                  <a:cxn ang="0">
                    <a:pos x="0" y="6"/>
                  </a:cxn>
                </a:cxnLst>
                <a:rect l="0" t="0" r="0" b="0"/>
                <a:pathLst>
                  <a:path w="26" h="17">
                    <a:moveTo>
                      <a:pt x="0" y="6"/>
                    </a:moveTo>
                    <a:lnTo>
                      <a:pt x="22" y="0"/>
                    </a:lnTo>
                    <a:lnTo>
                      <a:pt x="25" y="8"/>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86" name="Freeform 345"/>
              <p:cNvSpPr/>
              <p:nvPr/>
            </p:nvSpPr>
            <p:spPr>
              <a:xfrm>
                <a:off x="2844" y="1885"/>
                <a:ext cx="22" cy="18"/>
              </a:xfrm>
              <a:custGeom>
                <a:avLst/>
                <a:gdLst/>
                <a:ahLst/>
                <a:cxnLst>
                  <a:cxn ang="0">
                    <a:pos x="0" y="15"/>
                  </a:cxn>
                  <a:cxn ang="0">
                    <a:pos x="4" y="15"/>
                  </a:cxn>
                  <a:cxn ang="0">
                    <a:pos x="5" y="17"/>
                  </a:cxn>
                  <a:cxn ang="0">
                    <a:pos x="10" y="17"/>
                  </a:cxn>
                  <a:cxn ang="0">
                    <a:pos x="14" y="17"/>
                  </a:cxn>
                  <a:cxn ang="0">
                    <a:pos x="17" y="15"/>
                  </a:cxn>
                  <a:cxn ang="0">
                    <a:pos x="15" y="13"/>
                  </a:cxn>
                  <a:cxn ang="0">
                    <a:pos x="18" y="12"/>
                  </a:cxn>
                  <a:cxn ang="0">
                    <a:pos x="20" y="8"/>
                  </a:cxn>
                  <a:cxn ang="0">
                    <a:pos x="19" y="6"/>
                  </a:cxn>
                  <a:cxn ang="0">
                    <a:pos x="21" y="2"/>
                  </a:cxn>
                  <a:cxn ang="0">
                    <a:pos x="20" y="0"/>
                  </a:cxn>
                  <a:cxn ang="0">
                    <a:pos x="17" y="2"/>
                  </a:cxn>
                  <a:cxn ang="0">
                    <a:pos x="15" y="0"/>
                  </a:cxn>
                  <a:cxn ang="0">
                    <a:pos x="11" y="0"/>
                  </a:cxn>
                  <a:cxn ang="0">
                    <a:pos x="8" y="2"/>
                  </a:cxn>
                  <a:cxn ang="0">
                    <a:pos x="5" y="4"/>
                  </a:cxn>
                  <a:cxn ang="0">
                    <a:pos x="3" y="5"/>
                  </a:cxn>
                  <a:cxn ang="0">
                    <a:pos x="1" y="9"/>
                  </a:cxn>
                  <a:cxn ang="0">
                    <a:pos x="2" y="11"/>
                  </a:cxn>
                  <a:cxn ang="0">
                    <a:pos x="0" y="13"/>
                  </a:cxn>
                  <a:cxn ang="0">
                    <a:pos x="0" y="15"/>
                  </a:cxn>
                </a:cxnLst>
                <a:rect l="0" t="0" r="0" b="0"/>
                <a:pathLst>
                  <a:path w="22" h="18">
                    <a:moveTo>
                      <a:pt x="0" y="15"/>
                    </a:moveTo>
                    <a:lnTo>
                      <a:pt x="4" y="15"/>
                    </a:lnTo>
                    <a:lnTo>
                      <a:pt x="5" y="17"/>
                    </a:lnTo>
                    <a:lnTo>
                      <a:pt x="10" y="17"/>
                    </a:lnTo>
                    <a:lnTo>
                      <a:pt x="14" y="17"/>
                    </a:lnTo>
                    <a:lnTo>
                      <a:pt x="17" y="15"/>
                    </a:lnTo>
                    <a:lnTo>
                      <a:pt x="15" y="13"/>
                    </a:lnTo>
                    <a:lnTo>
                      <a:pt x="18" y="12"/>
                    </a:lnTo>
                    <a:lnTo>
                      <a:pt x="20" y="8"/>
                    </a:lnTo>
                    <a:lnTo>
                      <a:pt x="19" y="6"/>
                    </a:lnTo>
                    <a:lnTo>
                      <a:pt x="21" y="2"/>
                    </a:lnTo>
                    <a:lnTo>
                      <a:pt x="20" y="0"/>
                    </a:lnTo>
                    <a:lnTo>
                      <a:pt x="17" y="2"/>
                    </a:lnTo>
                    <a:lnTo>
                      <a:pt x="15" y="0"/>
                    </a:lnTo>
                    <a:lnTo>
                      <a:pt x="11" y="0"/>
                    </a:lnTo>
                    <a:lnTo>
                      <a:pt x="8" y="2"/>
                    </a:lnTo>
                    <a:lnTo>
                      <a:pt x="5" y="4"/>
                    </a:lnTo>
                    <a:lnTo>
                      <a:pt x="3" y="5"/>
                    </a:lnTo>
                    <a:lnTo>
                      <a:pt x="1" y="9"/>
                    </a:lnTo>
                    <a:lnTo>
                      <a:pt x="2" y="11"/>
                    </a:lnTo>
                    <a:lnTo>
                      <a:pt x="0" y="13"/>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287" name="Line 346"/>
              <p:cNvSpPr/>
              <p:nvPr/>
            </p:nvSpPr>
            <p:spPr>
              <a:xfrm flipV="1">
                <a:off x="2856" y="1883"/>
                <a:ext cx="0" cy="12"/>
              </a:xfrm>
              <a:prstGeom prst="line">
                <a:avLst/>
              </a:prstGeom>
              <a:ln w="12700" cap="flat" cmpd="sng">
                <a:solidFill>
                  <a:schemeClr val="tx1"/>
                </a:solidFill>
                <a:prstDash val="solid"/>
                <a:headEnd type="none" w="med" len="med"/>
                <a:tailEnd type="none" w="med" len="med"/>
              </a:ln>
            </p:spPr>
          </p:sp>
          <p:sp>
            <p:nvSpPr>
              <p:cNvPr id="53288" name="Line 347"/>
              <p:cNvSpPr/>
              <p:nvPr/>
            </p:nvSpPr>
            <p:spPr>
              <a:xfrm flipV="1">
                <a:off x="2855" y="1879"/>
                <a:ext cx="3" cy="12"/>
              </a:xfrm>
              <a:prstGeom prst="line">
                <a:avLst/>
              </a:prstGeom>
              <a:ln w="12700" cap="flat" cmpd="sng">
                <a:solidFill>
                  <a:schemeClr val="tx1"/>
                </a:solidFill>
                <a:prstDash val="solid"/>
                <a:headEnd type="none" w="med" len="med"/>
                <a:tailEnd type="none" w="med" len="med"/>
              </a:ln>
            </p:spPr>
          </p:sp>
          <p:sp>
            <p:nvSpPr>
              <p:cNvPr id="53289" name="Freeform 348"/>
              <p:cNvSpPr/>
              <p:nvPr/>
            </p:nvSpPr>
            <p:spPr>
              <a:xfrm>
                <a:off x="2854" y="1878"/>
                <a:ext cx="22" cy="23"/>
              </a:xfrm>
              <a:custGeom>
                <a:avLst/>
                <a:gdLst/>
                <a:ahLst/>
                <a:cxnLst>
                  <a:cxn ang="0">
                    <a:pos x="16" y="17"/>
                  </a:cxn>
                  <a:cxn ang="0">
                    <a:pos x="21" y="14"/>
                  </a:cxn>
                  <a:cxn ang="0">
                    <a:pos x="20" y="11"/>
                  </a:cxn>
                  <a:cxn ang="0">
                    <a:pos x="15" y="2"/>
                  </a:cxn>
                  <a:cxn ang="0">
                    <a:pos x="14" y="0"/>
                  </a:cxn>
                  <a:cxn ang="0">
                    <a:pos x="9" y="3"/>
                  </a:cxn>
                  <a:cxn ang="0">
                    <a:pos x="5" y="6"/>
                  </a:cxn>
                  <a:cxn ang="0">
                    <a:pos x="3" y="14"/>
                  </a:cxn>
                  <a:cxn ang="0">
                    <a:pos x="0" y="20"/>
                  </a:cxn>
                  <a:cxn ang="0">
                    <a:pos x="0" y="22"/>
                  </a:cxn>
                  <a:cxn ang="0">
                    <a:pos x="5" y="19"/>
                  </a:cxn>
                  <a:cxn ang="0">
                    <a:pos x="6" y="21"/>
                  </a:cxn>
                  <a:cxn ang="0">
                    <a:pos x="11" y="20"/>
                  </a:cxn>
                  <a:cxn ang="0">
                    <a:pos x="16" y="17"/>
                  </a:cxn>
                </a:cxnLst>
                <a:rect l="0" t="0" r="0" b="0"/>
                <a:pathLst>
                  <a:path w="22" h="23">
                    <a:moveTo>
                      <a:pt x="16" y="17"/>
                    </a:moveTo>
                    <a:lnTo>
                      <a:pt x="21" y="14"/>
                    </a:lnTo>
                    <a:lnTo>
                      <a:pt x="20" y="11"/>
                    </a:lnTo>
                    <a:lnTo>
                      <a:pt x="15" y="2"/>
                    </a:lnTo>
                    <a:lnTo>
                      <a:pt x="14" y="0"/>
                    </a:lnTo>
                    <a:lnTo>
                      <a:pt x="9" y="3"/>
                    </a:lnTo>
                    <a:lnTo>
                      <a:pt x="5" y="6"/>
                    </a:lnTo>
                    <a:lnTo>
                      <a:pt x="3" y="14"/>
                    </a:lnTo>
                    <a:lnTo>
                      <a:pt x="0" y="20"/>
                    </a:lnTo>
                    <a:lnTo>
                      <a:pt x="0" y="22"/>
                    </a:lnTo>
                    <a:lnTo>
                      <a:pt x="5" y="19"/>
                    </a:lnTo>
                    <a:lnTo>
                      <a:pt x="6" y="21"/>
                    </a:lnTo>
                    <a:lnTo>
                      <a:pt x="11" y="20"/>
                    </a:lnTo>
                    <a:lnTo>
                      <a:pt x="1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90" name="Freeform 349"/>
              <p:cNvSpPr/>
              <p:nvPr/>
            </p:nvSpPr>
            <p:spPr>
              <a:xfrm>
                <a:off x="2850" y="1883"/>
                <a:ext cx="25" cy="18"/>
              </a:xfrm>
              <a:custGeom>
                <a:avLst/>
                <a:gdLst/>
                <a:ahLst/>
                <a:cxnLst>
                  <a:cxn ang="0">
                    <a:pos x="0" y="7"/>
                  </a:cxn>
                  <a:cxn ang="0">
                    <a:pos x="21" y="0"/>
                  </a:cxn>
                  <a:cxn ang="0">
                    <a:pos x="24" y="9"/>
                  </a:cxn>
                  <a:cxn ang="0">
                    <a:pos x="2" y="17"/>
                  </a:cxn>
                  <a:cxn ang="0">
                    <a:pos x="0" y="6"/>
                  </a:cxn>
                  <a:cxn ang="0">
                    <a:pos x="0" y="7"/>
                  </a:cxn>
                </a:cxnLst>
                <a:rect l="0" t="0" r="0" b="0"/>
                <a:pathLst>
                  <a:path w="25" h="18">
                    <a:moveTo>
                      <a:pt x="0" y="7"/>
                    </a:moveTo>
                    <a:lnTo>
                      <a:pt x="21" y="0"/>
                    </a:lnTo>
                    <a:lnTo>
                      <a:pt x="24" y="9"/>
                    </a:lnTo>
                    <a:lnTo>
                      <a:pt x="2" y="17"/>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91" name="Freeform 350"/>
              <p:cNvSpPr/>
              <p:nvPr/>
            </p:nvSpPr>
            <p:spPr>
              <a:xfrm>
                <a:off x="2865" y="1879"/>
                <a:ext cx="22" cy="17"/>
              </a:xfrm>
              <a:custGeom>
                <a:avLst/>
                <a:gdLst/>
                <a:ahLst/>
                <a:cxnLst>
                  <a:cxn ang="0">
                    <a:pos x="0" y="14"/>
                  </a:cxn>
                  <a:cxn ang="0">
                    <a:pos x="5" y="14"/>
                  </a:cxn>
                  <a:cxn ang="0">
                    <a:pos x="6" y="16"/>
                  </a:cxn>
                  <a:cxn ang="0">
                    <a:pos x="10" y="16"/>
                  </a:cxn>
                  <a:cxn ang="0">
                    <a:pos x="12" y="14"/>
                  </a:cxn>
                  <a:cxn ang="0">
                    <a:pos x="15" y="12"/>
                  </a:cxn>
                  <a:cxn ang="0">
                    <a:pos x="18" y="10"/>
                  </a:cxn>
                  <a:cxn ang="0">
                    <a:pos x="20" y="7"/>
                  </a:cxn>
                  <a:cxn ang="0">
                    <a:pos x="19" y="5"/>
                  </a:cxn>
                  <a:cxn ang="0">
                    <a:pos x="21" y="1"/>
                  </a:cxn>
                  <a:cxn ang="0">
                    <a:pos x="20" y="0"/>
                  </a:cxn>
                  <a:cxn ang="0">
                    <a:pos x="15" y="0"/>
                  </a:cxn>
                  <a:cxn ang="0">
                    <a:pos x="11" y="0"/>
                  </a:cxn>
                  <a:cxn ang="0">
                    <a:pos x="9" y="1"/>
                  </a:cxn>
                  <a:cxn ang="0">
                    <a:pos x="8" y="0"/>
                  </a:cxn>
                  <a:cxn ang="0">
                    <a:pos x="5" y="0"/>
                  </a:cxn>
                  <a:cxn ang="0">
                    <a:pos x="3" y="4"/>
                  </a:cxn>
                  <a:cxn ang="0">
                    <a:pos x="1" y="8"/>
                  </a:cxn>
                  <a:cxn ang="0">
                    <a:pos x="0" y="12"/>
                  </a:cxn>
                  <a:cxn ang="0">
                    <a:pos x="0" y="14"/>
                  </a:cxn>
                </a:cxnLst>
                <a:rect l="0" t="0" r="0" b="0"/>
                <a:pathLst>
                  <a:path w="22" h="17">
                    <a:moveTo>
                      <a:pt x="0" y="14"/>
                    </a:moveTo>
                    <a:lnTo>
                      <a:pt x="5" y="14"/>
                    </a:lnTo>
                    <a:lnTo>
                      <a:pt x="6" y="16"/>
                    </a:lnTo>
                    <a:lnTo>
                      <a:pt x="10" y="16"/>
                    </a:lnTo>
                    <a:lnTo>
                      <a:pt x="12" y="14"/>
                    </a:lnTo>
                    <a:lnTo>
                      <a:pt x="15" y="12"/>
                    </a:lnTo>
                    <a:lnTo>
                      <a:pt x="18" y="10"/>
                    </a:lnTo>
                    <a:lnTo>
                      <a:pt x="20" y="7"/>
                    </a:lnTo>
                    <a:lnTo>
                      <a:pt x="19" y="5"/>
                    </a:lnTo>
                    <a:lnTo>
                      <a:pt x="21" y="1"/>
                    </a:lnTo>
                    <a:lnTo>
                      <a:pt x="20" y="0"/>
                    </a:lnTo>
                    <a:lnTo>
                      <a:pt x="15" y="0"/>
                    </a:lnTo>
                    <a:lnTo>
                      <a:pt x="11" y="0"/>
                    </a:lnTo>
                    <a:lnTo>
                      <a:pt x="9" y="1"/>
                    </a:lnTo>
                    <a:lnTo>
                      <a:pt x="8" y="0"/>
                    </a:lnTo>
                    <a:lnTo>
                      <a:pt x="5" y="0"/>
                    </a:lnTo>
                    <a:lnTo>
                      <a:pt x="3" y="4"/>
                    </a:lnTo>
                    <a:lnTo>
                      <a:pt x="1" y="8"/>
                    </a:lnTo>
                    <a:lnTo>
                      <a:pt x="0" y="12"/>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292" name="Line 351"/>
              <p:cNvSpPr/>
              <p:nvPr/>
            </p:nvSpPr>
            <p:spPr>
              <a:xfrm flipV="1">
                <a:off x="2870" y="1887"/>
                <a:ext cx="1" cy="12"/>
              </a:xfrm>
              <a:prstGeom prst="line">
                <a:avLst/>
              </a:prstGeom>
              <a:ln w="12700" cap="flat" cmpd="sng">
                <a:solidFill>
                  <a:schemeClr val="tx1"/>
                </a:solidFill>
                <a:prstDash val="solid"/>
                <a:headEnd type="none" w="med" len="med"/>
                <a:tailEnd type="none" w="med" len="med"/>
              </a:ln>
            </p:spPr>
          </p:sp>
          <p:sp>
            <p:nvSpPr>
              <p:cNvPr id="53293" name="Line 352"/>
              <p:cNvSpPr/>
              <p:nvPr/>
            </p:nvSpPr>
            <p:spPr>
              <a:xfrm flipV="1">
                <a:off x="2870" y="1885"/>
                <a:ext cx="0" cy="11"/>
              </a:xfrm>
              <a:prstGeom prst="line">
                <a:avLst/>
              </a:prstGeom>
              <a:ln w="12700" cap="flat" cmpd="sng">
                <a:solidFill>
                  <a:schemeClr val="tx1"/>
                </a:solidFill>
                <a:prstDash val="solid"/>
                <a:headEnd type="none" w="med" len="med"/>
                <a:tailEnd type="none" w="med" len="med"/>
              </a:ln>
            </p:spPr>
          </p:sp>
          <p:sp>
            <p:nvSpPr>
              <p:cNvPr id="53294" name="Freeform 353"/>
              <p:cNvSpPr/>
              <p:nvPr/>
            </p:nvSpPr>
            <p:spPr>
              <a:xfrm>
                <a:off x="2865" y="1883"/>
                <a:ext cx="25" cy="20"/>
              </a:xfrm>
              <a:custGeom>
                <a:avLst/>
                <a:gdLst/>
                <a:ahLst/>
                <a:cxnLst>
                  <a:cxn ang="0">
                    <a:pos x="21" y="13"/>
                  </a:cxn>
                  <a:cxn ang="0">
                    <a:pos x="24" y="9"/>
                  </a:cxn>
                  <a:cxn ang="0">
                    <a:pos x="19" y="0"/>
                  </a:cxn>
                  <a:cxn ang="0">
                    <a:pos x="13" y="0"/>
                  </a:cxn>
                  <a:cxn ang="0">
                    <a:pos x="9" y="2"/>
                  </a:cxn>
                  <a:cxn ang="0">
                    <a:pos x="5" y="5"/>
                  </a:cxn>
                  <a:cxn ang="0">
                    <a:pos x="2" y="9"/>
                  </a:cxn>
                  <a:cxn ang="0">
                    <a:pos x="4" y="12"/>
                  </a:cxn>
                  <a:cxn ang="0">
                    <a:pos x="0" y="14"/>
                  </a:cxn>
                  <a:cxn ang="0">
                    <a:pos x="2" y="19"/>
                  </a:cxn>
                  <a:cxn ang="0">
                    <a:pos x="6" y="16"/>
                  </a:cxn>
                  <a:cxn ang="0">
                    <a:pos x="8" y="18"/>
                  </a:cxn>
                  <a:cxn ang="0">
                    <a:pos x="13" y="18"/>
                  </a:cxn>
                  <a:cxn ang="0">
                    <a:pos x="17" y="16"/>
                  </a:cxn>
                  <a:cxn ang="0">
                    <a:pos x="21" y="13"/>
                  </a:cxn>
                </a:cxnLst>
                <a:rect l="0" t="0" r="0" b="0"/>
                <a:pathLst>
                  <a:path w="25" h="20">
                    <a:moveTo>
                      <a:pt x="21" y="13"/>
                    </a:moveTo>
                    <a:lnTo>
                      <a:pt x="24" y="9"/>
                    </a:lnTo>
                    <a:lnTo>
                      <a:pt x="19" y="0"/>
                    </a:lnTo>
                    <a:lnTo>
                      <a:pt x="13" y="0"/>
                    </a:lnTo>
                    <a:lnTo>
                      <a:pt x="9" y="2"/>
                    </a:lnTo>
                    <a:lnTo>
                      <a:pt x="5" y="5"/>
                    </a:lnTo>
                    <a:lnTo>
                      <a:pt x="2" y="9"/>
                    </a:lnTo>
                    <a:lnTo>
                      <a:pt x="4" y="12"/>
                    </a:lnTo>
                    <a:lnTo>
                      <a:pt x="0" y="14"/>
                    </a:lnTo>
                    <a:lnTo>
                      <a:pt x="2" y="19"/>
                    </a:lnTo>
                    <a:lnTo>
                      <a:pt x="6" y="16"/>
                    </a:lnTo>
                    <a:lnTo>
                      <a:pt x="8" y="18"/>
                    </a:lnTo>
                    <a:lnTo>
                      <a:pt x="13" y="18"/>
                    </a:lnTo>
                    <a:lnTo>
                      <a:pt x="17" y="16"/>
                    </a:lnTo>
                    <a:lnTo>
                      <a:pt x="21"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95" name="Freeform 354"/>
              <p:cNvSpPr/>
              <p:nvPr/>
            </p:nvSpPr>
            <p:spPr>
              <a:xfrm>
                <a:off x="2865" y="1889"/>
                <a:ext cx="25" cy="17"/>
              </a:xfrm>
              <a:custGeom>
                <a:avLst/>
                <a:gdLst/>
                <a:ahLst/>
                <a:cxnLst>
                  <a:cxn ang="0">
                    <a:pos x="0" y="6"/>
                  </a:cxn>
                  <a:cxn ang="0">
                    <a:pos x="21" y="0"/>
                  </a:cxn>
                  <a:cxn ang="0">
                    <a:pos x="24" y="9"/>
                  </a:cxn>
                  <a:cxn ang="0">
                    <a:pos x="1" y="16"/>
                  </a:cxn>
                  <a:cxn ang="0">
                    <a:pos x="0" y="5"/>
                  </a:cxn>
                  <a:cxn ang="0">
                    <a:pos x="0" y="6"/>
                  </a:cxn>
                </a:cxnLst>
                <a:rect l="0" t="0" r="0" b="0"/>
                <a:pathLst>
                  <a:path w="25" h="17">
                    <a:moveTo>
                      <a:pt x="0" y="6"/>
                    </a:moveTo>
                    <a:lnTo>
                      <a:pt x="21" y="0"/>
                    </a:lnTo>
                    <a:lnTo>
                      <a:pt x="24" y="9"/>
                    </a:lnTo>
                    <a:lnTo>
                      <a:pt x="1" y="16"/>
                    </a:lnTo>
                    <a:lnTo>
                      <a:pt x="0" y="5"/>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296" name="Freeform 355"/>
              <p:cNvSpPr/>
              <p:nvPr/>
            </p:nvSpPr>
            <p:spPr>
              <a:xfrm>
                <a:off x="2879" y="1884"/>
                <a:ext cx="19" cy="18"/>
              </a:xfrm>
              <a:custGeom>
                <a:avLst/>
                <a:gdLst/>
                <a:ahLst/>
                <a:cxnLst>
                  <a:cxn ang="0">
                    <a:pos x="0" y="13"/>
                  </a:cxn>
                  <a:cxn ang="0">
                    <a:pos x="0" y="15"/>
                  </a:cxn>
                  <a:cxn ang="0">
                    <a:pos x="4" y="15"/>
                  </a:cxn>
                  <a:cxn ang="0">
                    <a:pos x="5" y="17"/>
                  </a:cxn>
                  <a:cxn ang="0">
                    <a:pos x="9" y="17"/>
                  </a:cxn>
                  <a:cxn ang="0">
                    <a:pos x="11" y="16"/>
                  </a:cxn>
                  <a:cxn ang="0">
                    <a:pos x="14" y="14"/>
                  </a:cxn>
                  <a:cxn ang="0">
                    <a:pos x="16" y="12"/>
                  </a:cxn>
                  <a:cxn ang="0">
                    <a:pos x="18" y="9"/>
                  </a:cxn>
                  <a:cxn ang="0">
                    <a:pos x="17" y="7"/>
                  </a:cxn>
                  <a:cxn ang="0">
                    <a:pos x="18" y="3"/>
                  </a:cxn>
                  <a:cxn ang="0">
                    <a:pos x="17" y="1"/>
                  </a:cxn>
                  <a:cxn ang="0">
                    <a:pos x="13" y="1"/>
                  </a:cxn>
                  <a:cxn ang="0">
                    <a:pos x="9" y="1"/>
                  </a:cxn>
                  <a:cxn ang="0">
                    <a:pos x="6" y="0"/>
                  </a:cxn>
                  <a:cxn ang="0">
                    <a:pos x="4" y="2"/>
                  </a:cxn>
                  <a:cxn ang="0">
                    <a:pos x="5" y="4"/>
                  </a:cxn>
                  <a:cxn ang="0">
                    <a:pos x="2" y="6"/>
                  </a:cxn>
                  <a:cxn ang="0">
                    <a:pos x="0" y="9"/>
                  </a:cxn>
                  <a:cxn ang="0">
                    <a:pos x="0" y="13"/>
                  </a:cxn>
                </a:cxnLst>
                <a:rect l="0" t="0" r="0" b="0"/>
                <a:pathLst>
                  <a:path w="19" h="18">
                    <a:moveTo>
                      <a:pt x="0" y="13"/>
                    </a:moveTo>
                    <a:lnTo>
                      <a:pt x="0" y="15"/>
                    </a:lnTo>
                    <a:lnTo>
                      <a:pt x="4" y="15"/>
                    </a:lnTo>
                    <a:lnTo>
                      <a:pt x="5" y="17"/>
                    </a:lnTo>
                    <a:lnTo>
                      <a:pt x="9" y="17"/>
                    </a:lnTo>
                    <a:lnTo>
                      <a:pt x="11" y="16"/>
                    </a:lnTo>
                    <a:lnTo>
                      <a:pt x="14" y="14"/>
                    </a:lnTo>
                    <a:lnTo>
                      <a:pt x="16" y="12"/>
                    </a:lnTo>
                    <a:lnTo>
                      <a:pt x="18" y="9"/>
                    </a:lnTo>
                    <a:lnTo>
                      <a:pt x="17" y="7"/>
                    </a:lnTo>
                    <a:lnTo>
                      <a:pt x="18" y="3"/>
                    </a:lnTo>
                    <a:lnTo>
                      <a:pt x="17" y="1"/>
                    </a:lnTo>
                    <a:lnTo>
                      <a:pt x="13" y="1"/>
                    </a:lnTo>
                    <a:lnTo>
                      <a:pt x="9" y="1"/>
                    </a:lnTo>
                    <a:lnTo>
                      <a:pt x="6" y="0"/>
                    </a:lnTo>
                    <a:lnTo>
                      <a:pt x="4" y="2"/>
                    </a:lnTo>
                    <a:lnTo>
                      <a:pt x="5" y="4"/>
                    </a:lnTo>
                    <a:lnTo>
                      <a:pt x="2" y="6"/>
                    </a:lnTo>
                    <a:lnTo>
                      <a:pt x="0" y="9"/>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297" name="Line 356"/>
              <p:cNvSpPr/>
              <p:nvPr/>
            </p:nvSpPr>
            <p:spPr>
              <a:xfrm flipV="1">
                <a:off x="2867" y="1900"/>
                <a:ext cx="2" cy="13"/>
              </a:xfrm>
              <a:prstGeom prst="line">
                <a:avLst/>
              </a:prstGeom>
              <a:ln w="12700" cap="flat" cmpd="sng">
                <a:solidFill>
                  <a:schemeClr val="tx1"/>
                </a:solidFill>
                <a:prstDash val="solid"/>
                <a:headEnd type="none" w="med" len="med"/>
                <a:tailEnd type="none" w="med" len="med"/>
              </a:ln>
            </p:spPr>
          </p:sp>
          <p:sp>
            <p:nvSpPr>
              <p:cNvPr id="53298" name="Line 357"/>
              <p:cNvSpPr/>
              <p:nvPr/>
            </p:nvSpPr>
            <p:spPr>
              <a:xfrm flipV="1">
                <a:off x="2868" y="1900"/>
                <a:ext cx="1" cy="10"/>
              </a:xfrm>
              <a:prstGeom prst="line">
                <a:avLst/>
              </a:prstGeom>
              <a:ln w="12700" cap="flat" cmpd="sng">
                <a:solidFill>
                  <a:schemeClr val="tx1"/>
                </a:solidFill>
                <a:prstDash val="solid"/>
                <a:headEnd type="none" w="med" len="med"/>
                <a:tailEnd type="none" w="med" len="med"/>
              </a:ln>
            </p:spPr>
          </p:sp>
          <p:sp>
            <p:nvSpPr>
              <p:cNvPr id="53299" name="Freeform 358"/>
              <p:cNvSpPr/>
              <p:nvPr/>
            </p:nvSpPr>
            <p:spPr>
              <a:xfrm>
                <a:off x="2865" y="1898"/>
                <a:ext cx="25" cy="18"/>
              </a:xfrm>
              <a:custGeom>
                <a:avLst/>
                <a:gdLst/>
                <a:ahLst/>
                <a:cxnLst>
                  <a:cxn ang="0">
                    <a:pos x="17" y="15"/>
                  </a:cxn>
                  <a:cxn ang="0">
                    <a:pos x="21" y="12"/>
                  </a:cxn>
                  <a:cxn ang="0">
                    <a:pos x="20" y="11"/>
                  </a:cxn>
                  <a:cxn ang="0">
                    <a:pos x="24" y="7"/>
                  </a:cxn>
                  <a:cxn ang="0">
                    <a:pos x="19" y="0"/>
                  </a:cxn>
                  <a:cxn ang="0">
                    <a:pos x="13" y="0"/>
                  </a:cxn>
                  <a:cxn ang="0">
                    <a:pos x="10" y="2"/>
                  </a:cxn>
                  <a:cxn ang="0">
                    <a:pos x="5" y="5"/>
                  </a:cxn>
                  <a:cxn ang="0">
                    <a:pos x="2" y="9"/>
                  </a:cxn>
                  <a:cxn ang="0">
                    <a:pos x="3" y="11"/>
                  </a:cxn>
                  <a:cxn ang="0">
                    <a:pos x="0" y="13"/>
                  </a:cxn>
                  <a:cxn ang="0">
                    <a:pos x="0" y="15"/>
                  </a:cxn>
                  <a:cxn ang="0">
                    <a:pos x="6" y="15"/>
                  </a:cxn>
                  <a:cxn ang="0">
                    <a:pos x="7" y="17"/>
                  </a:cxn>
                  <a:cxn ang="0">
                    <a:pos x="12" y="16"/>
                  </a:cxn>
                  <a:cxn ang="0">
                    <a:pos x="17" y="15"/>
                  </a:cxn>
                </a:cxnLst>
                <a:rect l="0" t="0" r="0" b="0"/>
                <a:pathLst>
                  <a:path w="25" h="18">
                    <a:moveTo>
                      <a:pt x="17" y="15"/>
                    </a:moveTo>
                    <a:lnTo>
                      <a:pt x="21" y="12"/>
                    </a:lnTo>
                    <a:lnTo>
                      <a:pt x="20" y="11"/>
                    </a:lnTo>
                    <a:lnTo>
                      <a:pt x="24" y="7"/>
                    </a:lnTo>
                    <a:lnTo>
                      <a:pt x="19" y="0"/>
                    </a:lnTo>
                    <a:lnTo>
                      <a:pt x="13" y="0"/>
                    </a:lnTo>
                    <a:lnTo>
                      <a:pt x="10" y="2"/>
                    </a:lnTo>
                    <a:lnTo>
                      <a:pt x="5" y="5"/>
                    </a:lnTo>
                    <a:lnTo>
                      <a:pt x="2" y="9"/>
                    </a:lnTo>
                    <a:lnTo>
                      <a:pt x="3" y="11"/>
                    </a:lnTo>
                    <a:lnTo>
                      <a:pt x="0" y="13"/>
                    </a:lnTo>
                    <a:lnTo>
                      <a:pt x="0" y="15"/>
                    </a:lnTo>
                    <a:lnTo>
                      <a:pt x="6" y="15"/>
                    </a:lnTo>
                    <a:lnTo>
                      <a:pt x="7" y="17"/>
                    </a:lnTo>
                    <a:lnTo>
                      <a:pt x="12" y="16"/>
                    </a:lnTo>
                    <a:lnTo>
                      <a:pt x="17"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00" name="Freeform 359"/>
              <p:cNvSpPr/>
              <p:nvPr/>
            </p:nvSpPr>
            <p:spPr>
              <a:xfrm>
                <a:off x="2862" y="1902"/>
                <a:ext cx="26" cy="17"/>
              </a:xfrm>
              <a:custGeom>
                <a:avLst/>
                <a:gdLst/>
                <a:ahLst/>
                <a:cxnLst>
                  <a:cxn ang="0">
                    <a:pos x="0" y="6"/>
                  </a:cxn>
                  <a:cxn ang="0">
                    <a:pos x="23" y="0"/>
                  </a:cxn>
                  <a:cxn ang="0">
                    <a:pos x="25" y="10"/>
                  </a:cxn>
                  <a:cxn ang="0">
                    <a:pos x="2" y="16"/>
                  </a:cxn>
                  <a:cxn ang="0">
                    <a:pos x="0" y="6"/>
                  </a:cxn>
                </a:cxnLst>
                <a:rect l="0" t="0" r="0" b="0"/>
                <a:pathLst>
                  <a:path w="26" h="17">
                    <a:moveTo>
                      <a:pt x="0" y="6"/>
                    </a:moveTo>
                    <a:lnTo>
                      <a:pt x="23" y="0"/>
                    </a:lnTo>
                    <a:lnTo>
                      <a:pt x="25" y="10"/>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01" name="Freeform 360"/>
              <p:cNvSpPr/>
              <p:nvPr/>
            </p:nvSpPr>
            <p:spPr>
              <a:xfrm>
                <a:off x="2875" y="1896"/>
                <a:ext cx="22" cy="17"/>
              </a:xfrm>
              <a:custGeom>
                <a:avLst/>
                <a:gdLst/>
                <a:ahLst/>
                <a:cxnLst>
                  <a:cxn ang="0">
                    <a:pos x="0" y="15"/>
                  </a:cxn>
                  <a:cxn ang="0">
                    <a:pos x="5" y="15"/>
                  </a:cxn>
                  <a:cxn ang="0">
                    <a:pos x="9" y="16"/>
                  </a:cxn>
                  <a:cxn ang="0">
                    <a:pos x="13" y="16"/>
                  </a:cxn>
                  <a:cxn ang="0">
                    <a:pos x="16" y="14"/>
                  </a:cxn>
                  <a:cxn ang="0">
                    <a:pos x="18" y="10"/>
                  </a:cxn>
                  <a:cxn ang="0">
                    <a:pos x="19" y="6"/>
                  </a:cxn>
                  <a:cxn ang="0">
                    <a:pos x="21" y="2"/>
                  </a:cxn>
                  <a:cxn ang="0">
                    <a:pos x="20" y="0"/>
                  </a:cxn>
                  <a:cxn ang="0">
                    <a:pos x="16" y="2"/>
                  </a:cxn>
                  <a:cxn ang="0">
                    <a:pos x="15" y="0"/>
                  </a:cxn>
                  <a:cxn ang="0">
                    <a:pos x="11" y="0"/>
                  </a:cxn>
                  <a:cxn ang="0">
                    <a:pos x="9" y="1"/>
                  </a:cxn>
                  <a:cxn ang="0">
                    <a:pos x="6" y="3"/>
                  </a:cxn>
                  <a:cxn ang="0">
                    <a:pos x="2" y="4"/>
                  </a:cxn>
                  <a:cxn ang="0">
                    <a:pos x="1" y="9"/>
                  </a:cxn>
                  <a:cxn ang="0">
                    <a:pos x="2" y="11"/>
                  </a:cxn>
                  <a:cxn ang="0">
                    <a:pos x="0" y="13"/>
                  </a:cxn>
                  <a:cxn ang="0">
                    <a:pos x="0" y="15"/>
                  </a:cxn>
                </a:cxnLst>
                <a:rect l="0" t="0" r="0" b="0"/>
                <a:pathLst>
                  <a:path w="22" h="17">
                    <a:moveTo>
                      <a:pt x="0" y="15"/>
                    </a:moveTo>
                    <a:lnTo>
                      <a:pt x="5" y="15"/>
                    </a:lnTo>
                    <a:lnTo>
                      <a:pt x="9" y="16"/>
                    </a:lnTo>
                    <a:lnTo>
                      <a:pt x="13" y="16"/>
                    </a:lnTo>
                    <a:lnTo>
                      <a:pt x="16" y="14"/>
                    </a:lnTo>
                    <a:lnTo>
                      <a:pt x="18" y="10"/>
                    </a:lnTo>
                    <a:lnTo>
                      <a:pt x="19" y="6"/>
                    </a:lnTo>
                    <a:lnTo>
                      <a:pt x="21" y="2"/>
                    </a:lnTo>
                    <a:lnTo>
                      <a:pt x="20" y="0"/>
                    </a:lnTo>
                    <a:lnTo>
                      <a:pt x="16" y="2"/>
                    </a:lnTo>
                    <a:lnTo>
                      <a:pt x="15" y="0"/>
                    </a:lnTo>
                    <a:lnTo>
                      <a:pt x="11" y="0"/>
                    </a:lnTo>
                    <a:lnTo>
                      <a:pt x="9" y="1"/>
                    </a:lnTo>
                    <a:lnTo>
                      <a:pt x="6" y="3"/>
                    </a:lnTo>
                    <a:lnTo>
                      <a:pt x="2" y="4"/>
                    </a:lnTo>
                    <a:lnTo>
                      <a:pt x="1" y="9"/>
                    </a:lnTo>
                    <a:lnTo>
                      <a:pt x="2" y="11"/>
                    </a:lnTo>
                    <a:lnTo>
                      <a:pt x="0" y="13"/>
                    </a:lnTo>
                    <a:lnTo>
                      <a:pt x="0"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02" name="Line 361"/>
              <p:cNvSpPr/>
              <p:nvPr/>
            </p:nvSpPr>
            <p:spPr>
              <a:xfrm flipV="1">
                <a:off x="2851" y="1916"/>
                <a:ext cx="3" cy="11"/>
              </a:xfrm>
              <a:prstGeom prst="line">
                <a:avLst/>
              </a:prstGeom>
              <a:ln w="12700" cap="flat" cmpd="sng">
                <a:solidFill>
                  <a:schemeClr val="tx1"/>
                </a:solidFill>
                <a:prstDash val="solid"/>
                <a:headEnd type="none" w="med" len="med"/>
                <a:tailEnd type="none" w="med" len="med"/>
              </a:ln>
            </p:spPr>
          </p:sp>
          <p:sp>
            <p:nvSpPr>
              <p:cNvPr id="53303" name="Line 362"/>
              <p:cNvSpPr/>
              <p:nvPr/>
            </p:nvSpPr>
            <p:spPr>
              <a:xfrm flipV="1">
                <a:off x="2853" y="1914"/>
                <a:ext cx="0" cy="11"/>
              </a:xfrm>
              <a:prstGeom prst="line">
                <a:avLst/>
              </a:prstGeom>
              <a:ln w="12700" cap="flat" cmpd="sng">
                <a:solidFill>
                  <a:schemeClr val="tx1"/>
                </a:solidFill>
                <a:prstDash val="solid"/>
                <a:headEnd type="none" w="med" len="med"/>
                <a:tailEnd type="none" w="med" len="med"/>
              </a:ln>
            </p:spPr>
          </p:sp>
          <p:sp>
            <p:nvSpPr>
              <p:cNvPr id="53304" name="Freeform 363"/>
              <p:cNvSpPr/>
              <p:nvPr/>
            </p:nvSpPr>
            <p:spPr>
              <a:xfrm>
                <a:off x="2848" y="1916"/>
                <a:ext cx="25" cy="20"/>
              </a:xfrm>
              <a:custGeom>
                <a:avLst/>
                <a:gdLst/>
                <a:ahLst/>
                <a:cxnLst>
                  <a:cxn ang="0">
                    <a:pos x="19" y="13"/>
                  </a:cxn>
                  <a:cxn ang="0">
                    <a:pos x="18" y="11"/>
                  </a:cxn>
                  <a:cxn ang="0">
                    <a:pos x="24" y="9"/>
                  </a:cxn>
                  <a:cxn ang="0">
                    <a:pos x="18" y="0"/>
                  </a:cxn>
                  <a:cxn ang="0">
                    <a:pos x="13" y="2"/>
                  </a:cxn>
                  <a:cxn ang="0">
                    <a:pos x="12" y="0"/>
                  </a:cxn>
                  <a:cxn ang="0">
                    <a:pos x="8" y="4"/>
                  </a:cxn>
                  <a:cxn ang="0">
                    <a:pos x="8" y="6"/>
                  </a:cxn>
                  <a:cxn ang="0">
                    <a:pos x="4" y="9"/>
                  </a:cxn>
                  <a:cxn ang="0">
                    <a:pos x="0" y="13"/>
                  </a:cxn>
                  <a:cxn ang="0">
                    <a:pos x="1" y="15"/>
                  </a:cxn>
                  <a:cxn ang="0">
                    <a:pos x="2" y="17"/>
                  </a:cxn>
                  <a:cxn ang="0">
                    <a:pos x="3" y="19"/>
                  </a:cxn>
                  <a:cxn ang="0">
                    <a:pos x="9" y="18"/>
                  </a:cxn>
                  <a:cxn ang="0">
                    <a:pos x="14" y="14"/>
                  </a:cxn>
                  <a:cxn ang="0">
                    <a:pos x="15" y="16"/>
                  </a:cxn>
                  <a:cxn ang="0">
                    <a:pos x="19" y="13"/>
                  </a:cxn>
                </a:cxnLst>
                <a:rect l="0" t="0" r="0" b="0"/>
                <a:pathLst>
                  <a:path w="25" h="20">
                    <a:moveTo>
                      <a:pt x="19" y="13"/>
                    </a:moveTo>
                    <a:lnTo>
                      <a:pt x="18" y="11"/>
                    </a:lnTo>
                    <a:lnTo>
                      <a:pt x="24" y="9"/>
                    </a:lnTo>
                    <a:lnTo>
                      <a:pt x="18" y="0"/>
                    </a:lnTo>
                    <a:lnTo>
                      <a:pt x="13" y="2"/>
                    </a:lnTo>
                    <a:lnTo>
                      <a:pt x="12" y="0"/>
                    </a:lnTo>
                    <a:lnTo>
                      <a:pt x="8" y="4"/>
                    </a:lnTo>
                    <a:lnTo>
                      <a:pt x="8" y="6"/>
                    </a:lnTo>
                    <a:lnTo>
                      <a:pt x="4" y="9"/>
                    </a:lnTo>
                    <a:lnTo>
                      <a:pt x="0" y="13"/>
                    </a:lnTo>
                    <a:lnTo>
                      <a:pt x="1" y="15"/>
                    </a:lnTo>
                    <a:lnTo>
                      <a:pt x="2" y="17"/>
                    </a:lnTo>
                    <a:lnTo>
                      <a:pt x="3" y="19"/>
                    </a:lnTo>
                    <a:lnTo>
                      <a:pt x="9" y="18"/>
                    </a:lnTo>
                    <a:lnTo>
                      <a:pt x="14" y="14"/>
                    </a:lnTo>
                    <a:lnTo>
                      <a:pt x="15" y="16"/>
                    </a:lnTo>
                    <a:lnTo>
                      <a:pt x="19"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05" name="Freeform 364"/>
              <p:cNvSpPr/>
              <p:nvPr/>
            </p:nvSpPr>
            <p:spPr>
              <a:xfrm>
                <a:off x="2846" y="1920"/>
                <a:ext cx="26" cy="17"/>
              </a:xfrm>
              <a:custGeom>
                <a:avLst/>
                <a:gdLst/>
                <a:ahLst/>
                <a:cxnLst>
                  <a:cxn ang="0">
                    <a:pos x="0" y="6"/>
                  </a:cxn>
                  <a:cxn ang="0">
                    <a:pos x="22" y="0"/>
                  </a:cxn>
                  <a:cxn ang="0">
                    <a:pos x="25" y="8"/>
                  </a:cxn>
                  <a:cxn ang="0">
                    <a:pos x="2" y="16"/>
                  </a:cxn>
                  <a:cxn ang="0">
                    <a:pos x="0" y="6"/>
                  </a:cxn>
                </a:cxnLst>
                <a:rect l="0" t="0" r="0" b="0"/>
                <a:pathLst>
                  <a:path w="26" h="17">
                    <a:moveTo>
                      <a:pt x="0" y="6"/>
                    </a:moveTo>
                    <a:lnTo>
                      <a:pt x="22" y="0"/>
                    </a:lnTo>
                    <a:lnTo>
                      <a:pt x="25" y="8"/>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06" name="Freeform 365"/>
              <p:cNvSpPr/>
              <p:nvPr/>
            </p:nvSpPr>
            <p:spPr>
              <a:xfrm>
                <a:off x="2858" y="1910"/>
                <a:ext cx="22" cy="19"/>
              </a:xfrm>
              <a:custGeom>
                <a:avLst/>
                <a:gdLst/>
                <a:ahLst/>
                <a:cxnLst>
                  <a:cxn ang="0">
                    <a:pos x="1" y="14"/>
                  </a:cxn>
                  <a:cxn ang="0">
                    <a:pos x="2" y="16"/>
                  </a:cxn>
                  <a:cxn ang="0">
                    <a:pos x="3" y="18"/>
                  </a:cxn>
                  <a:cxn ang="0">
                    <a:pos x="7" y="18"/>
                  </a:cxn>
                  <a:cxn ang="0">
                    <a:pos x="10" y="16"/>
                  </a:cxn>
                  <a:cxn ang="0">
                    <a:pos x="12" y="18"/>
                  </a:cxn>
                  <a:cxn ang="0">
                    <a:pos x="14" y="16"/>
                  </a:cxn>
                  <a:cxn ang="0">
                    <a:pos x="19" y="8"/>
                  </a:cxn>
                  <a:cxn ang="0">
                    <a:pos x="21" y="4"/>
                  </a:cxn>
                  <a:cxn ang="0">
                    <a:pos x="18" y="0"/>
                  </a:cxn>
                  <a:cxn ang="0">
                    <a:pos x="7" y="2"/>
                  </a:cxn>
                  <a:cxn ang="0">
                    <a:pos x="4" y="4"/>
                  </a:cxn>
                  <a:cxn ang="0">
                    <a:pos x="1" y="7"/>
                  </a:cxn>
                  <a:cxn ang="0">
                    <a:pos x="0" y="11"/>
                  </a:cxn>
                  <a:cxn ang="0">
                    <a:pos x="0" y="13"/>
                  </a:cxn>
                  <a:cxn ang="0">
                    <a:pos x="1" y="14"/>
                  </a:cxn>
                </a:cxnLst>
                <a:rect l="0" t="0" r="0" b="0"/>
                <a:pathLst>
                  <a:path w="22" h="19">
                    <a:moveTo>
                      <a:pt x="1" y="14"/>
                    </a:moveTo>
                    <a:lnTo>
                      <a:pt x="2" y="16"/>
                    </a:lnTo>
                    <a:lnTo>
                      <a:pt x="3" y="18"/>
                    </a:lnTo>
                    <a:lnTo>
                      <a:pt x="7" y="18"/>
                    </a:lnTo>
                    <a:lnTo>
                      <a:pt x="10" y="16"/>
                    </a:lnTo>
                    <a:lnTo>
                      <a:pt x="12" y="18"/>
                    </a:lnTo>
                    <a:lnTo>
                      <a:pt x="14" y="16"/>
                    </a:lnTo>
                    <a:lnTo>
                      <a:pt x="19" y="8"/>
                    </a:lnTo>
                    <a:lnTo>
                      <a:pt x="21" y="4"/>
                    </a:lnTo>
                    <a:lnTo>
                      <a:pt x="18" y="0"/>
                    </a:lnTo>
                    <a:lnTo>
                      <a:pt x="7" y="2"/>
                    </a:lnTo>
                    <a:lnTo>
                      <a:pt x="4" y="4"/>
                    </a:lnTo>
                    <a:lnTo>
                      <a:pt x="1" y="7"/>
                    </a:lnTo>
                    <a:lnTo>
                      <a:pt x="0" y="11"/>
                    </a:lnTo>
                    <a:lnTo>
                      <a:pt x="0" y="13"/>
                    </a:lnTo>
                    <a:lnTo>
                      <a:pt x="1"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07" name="Line 366"/>
              <p:cNvSpPr/>
              <p:nvPr/>
            </p:nvSpPr>
            <p:spPr>
              <a:xfrm flipV="1">
                <a:off x="2848" y="1907"/>
                <a:ext cx="4" cy="15"/>
              </a:xfrm>
              <a:prstGeom prst="line">
                <a:avLst/>
              </a:prstGeom>
              <a:ln w="12700" cap="flat" cmpd="sng">
                <a:solidFill>
                  <a:schemeClr val="tx1"/>
                </a:solidFill>
                <a:prstDash val="solid"/>
                <a:headEnd type="none" w="med" len="med"/>
                <a:tailEnd type="none" w="med" len="med"/>
              </a:ln>
            </p:spPr>
          </p:sp>
          <p:sp>
            <p:nvSpPr>
              <p:cNvPr id="53308" name="Line 367"/>
              <p:cNvSpPr/>
              <p:nvPr/>
            </p:nvSpPr>
            <p:spPr>
              <a:xfrm flipV="1">
                <a:off x="2848" y="1910"/>
                <a:ext cx="3" cy="9"/>
              </a:xfrm>
              <a:prstGeom prst="line">
                <a:avLst/>
              </a:prstGeom>
              <a:ln w="12700" cap="flat" cmpd="sng">
                <a:solidFill>
                  <a:schemeClr val="tx1"/>
                </a:solidFill>
                <a:prstDash val="solid"/>
                <a:headEnd type="none" w="med" len="med"/>
                <a:tailEnd type="none" w="med" len="med"/>
              </a:ln>
            </p:spPr>
          </p:sp>
          <p:sp>
            <p:nvSpPr>
              <p:cNvPr id="53309" name="Freeform 368"/>
              <p:cNvSpPr/>
              <p:nvPr/>
            </p:nvSpPr>
            <p:spPr>
              <a:xfrm>
                <a:off x="2842" y="1907"/>
                <a:ext cx="24" cy="20"/>
              </a:xfrm>
              <a:custGeom>
                <a:avLst/>
                <a:gdLst/>
                <a:ahLst/>
                <a:cxnLst>
                  <a:cxn ang="0">
                    <a:pos x="19" y="13"/>
                  </a:cxn>
                  <a:cxn ang="0">
                    <a:pos x="23" y="9"/>
                  </a:cxn>
                  <a:cxn ang="0">
                    <a:pos x="17" y="0"/>
                  </a:cxn>
                  <a:cxn ang="0">
                    <a:pos x="13" y="2"/>
                  </a:cxn>
                  <a:cxn ang="0">
                    <a:pos x="12" y="0"/>
                  </a:cxn>
                  <a:cxn ang="0">
                    <a:pos x="7" y="3"/>
                  </a:cxn>
                  <a:cxn ang="0">
                    <a:pos x="7" y="5"/>
                  </a:cxn>
                  <a:cxn ang="0">
                    <a:pos x="3" y="8"/>
                  </a:cxn>
                  <a:cxn ang="0">
                    <a:pos x="0" y="13"/>
                  </a:cxn>
                  <a:cxn ang="0">
                    <a:pos x="0" y="15"/>
                  </a:cxn>
                  <a:cxn ang="0">
                    <a:pos x="1" y="16"/>
                  </a:cxn>
                  <a:cxn ang="0">
                    <a:pos x="2" y="18"/>
                  </a:cxn>
                  <a:cxn ang="0">
                    <a:pos x="9" y="19"/>
                  </a:cxn>
                  <a:cxn ang="0">
                    <a:pos x="14" y="16"/>
                  </a:cxn>
                  <a:cxn ang="0">
                    <a:pos x="19" y="13"/>
                  </a:cxn>
                </a:cxnLst>
                <a:rect l="0" t="0" r="0" b="0"/>
                <a:pathLst>
                  <a:path w="24" h="20">
                    <a:moveTo>
                      <a:pt x="19" y="13"/>
                    </a:moveTo>
                    <a:lnTo>
                      <a:pt x="23" y="9"/>
                    </a:lnTo>
                    <a:lnTo>
                      <a:pt x="17" y="0"/>
                    </a:lnTo>
                    <a:lnTo>
                      <a:pt x="13" y="2"/>
                    </a:lnTo>
                    <a:lnTo>
                      <a:pt x="12" y="0"/>
                    </a:lnTo>
                    <a:lnTo>
                      <a:pt x="7" y="3"/>
                    </a:lnTo>
                    <a:lnTo>
                      <a:pt x="7" y="5"/>
                    </a:lnTo>
                    <a:lnTo>
                      <a:pt x="3" y="8"/>
                    </a:lnTo>
                    <a:lnTo>
                      <a:pt x="0" y="13"/>
                    </a:lnTo>
                    <a:lnTo>
                      <a:pt x="0" y="15"/>
                    </a:lnTo>
                    <a:lnTo>
                      <a:pt x="1" y="16"/>
                    </a:lnTo>
                    <a:lnTo>
                      <a:pt x="2" y="18"/>
                    </a:lnTo>
                    <a:lnTo>
                      <a:pt x="9" y="19"/>
                    </a:lnTo>
                    <a:lnTo>
                      <a:pt x="14" y="16"/>
                    </a:lnTo>
                    <a:lnTo>
                      <a:pt x="19"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10" name="Freeform 369"/>
              <p:cNvSpPr/>
              <p:nvPr/>
            </p:nvSpPr>
            <p:spPr>
              <a:xfrm>
                <a:off x="2840" y="1910"/>
                <a:ext cx="26" cy="17"/>
              </a:xfrm>
              <a:custGeom>
                <a:avLst/>
                <a:gdLst/>
                <a:ahLst/>
                <a:cxnLst>
                  <a:cxn ang="0">
                    <a:pos x="0" y="6"/>
                  </a:cxn>
                  <a:cxn ang="0">
                    <a:pos x="21" y="0"/>
                  </a:cxn>
                  <a:cxn ang="0">
                    <a:pos x="25" y="8"/>
                  </a:cxn>
                  <a:cxn ang="0">
                    <a:pos x="2" y="16"/>
                  </a:cxn>
                  <a:cxn ang="0">
                    <a:pos x="0" y="6"/>
                  </a:cxn>
                </a:cxnLst>
                <a:rect l="0" t="0" r="0" b="0"/>
                <a:pathLst>
                  <a:path w="26" h="17">
                    <a:moveTo>
                      <a:pt x="0" y="6"/>
                    </a:moveTo>
                    <a:lnTo>
                      <a:pt x="21" y="0"/>
                    </a:lnTo>
                    <a:lnTo>
                      <a:pt x="25" y="8"/>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11" name="Freeform 370"/>
              <p:cNvSpPr/>
              <p:nvPr/>
            </p:nvSpPr>
            <p:spPr>
              <a:xfrm>
                <a:off x="2856" y="1903"/>
                <a:ext cx="20" cy="20"/>
              </a:xfrm>
              <a:custGeom>
                <a:avLst/>
                <a:gdLst/>
                <a:ahLst/>
                <a:cxnLst>
                  <a:cxn ang="0">
                    <a:pos x="0" y="14"/>
                  </a:cxn>
                  <a:cxn ang="0">
                    <a:pos x="2" y="16"/>
                  </a:cxn>
                  <a:cxn ang="0">
                    <a:pos x="3" y="19"/>
                  </a:cxn>
                  <a:cxn ang="0">
                    <a:pos x="6" y="19"/>
                  </a:cxn>
                  <a:cxn ang="0">
                    <a:pos x="9" y="16"/>
                  </a:cxn>
                  <a:cxn ang="0">
                    <a:pos x="10" y="19"/>
                  </a:cxn>
                  <a:cxn ang="0">
                    <a:pos x="13" y="16"/>
                  </a:cxn>
                  <a:cxn ang="0">
                    <a:pos x="19" y="4"/>
                  </a:cxn>
                  <a:cxn ang="0">
                    <a:pos x="17" y="0"/>
                  </a:cxn>
                  <a:cxn ang="0">
                    <a:pos x="6" y="2"/>
                  </a:cxn>
                  <a:cxn ang="0">
                    <a:pos x="4" y="4"/>
                  </a:cxn>
                  <a:cxn ang="0">
                    <a:pos x="4" y="6"/>
                  </a:cxn>
                  <a:cxn ang="0">
                    <a:pos x="2" y="8"/>
                  </a:cxn>
                  <a:cxn ang="0">
                    <a:pos x="0" y="13"/>
                  </a:cxn>
                  <a:cxn ang="0">
                    <a:pos x="0" y="14"/>
                  </a:cxn>
                </a:cxnLst>
                <a:rect l="0" t="0" r="0" b="0"/>
                <a:pathLst>
                  <a:path w="20" h="20">
                    <a:moveTo>
                      <a:pt x="0" y="14"/>
                    </a:moveTo>
                    <a:lnTo>
                      <a:pt x="2" y="16"/>
                    </a:lnTo>
                    <a:lnTo>
                      <a:pt x="3" y="19"/>
                    </a:lnTo>
                    <a:lnTo>
                      <a:pt x="6" y="19"/>
                    </a:lnTo>
                    <a:lnTo>
                      <a:pt x="9" y="16"/>
                    </a:lnTo>
                    <a:lnTo>
                      <a:pt x="10" y="19"/>
                    </a:lnTo>
                    <a:lnTo>
                      <a:pt x="13" y="16"/>
                    </a:lnTo>
                    <a:lnTo>
                      <a:pt x="19" y="4"/>
                    </a:lnTo>
                    <a:lnTo>
                      <a:pt x="17" y="0"/>
                    </a:lnTo>
                    <a:lnTo>
                      <a:pt x="6" y="2"/>
                    </a:lnTo>
                    <a:lnTo>
                      <a:pt x="4" y="4"/>
                    </a:lnTo>
                    <a:lnTo>
                      <a:pt x="4" y="6"/>
                    </a:lnTo>
                    <a:lnTo>
                      <a:pt x="2" y="8"/>
                    </a:lnTo>
                    <a:lnTo>
                      <a:pt x="0" y="13"/>
                    </a:lnTo>
                    <a:lnTo>
                      <a:pt x="0" y="1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12" name="Line 371"/>
              <p:cNvSpPr/>
              <p:nvPr/>
            </p:nvSpPr>
            <p:spPr>
              <a:xfrm flipV="1">
                <a:off x="2835" y="1913"/>
                <a:ext cx="0" cy="11"/>
              </a:xfrm>
              <a:prstGeom prst="line">
                <a:avLst/>
              </a:prstGeom>
              <a:ln w="12700" cap="flat" cmpd="sng">
                <a:solidFill>
                  <a:schemeClr val="tx1"/>
                </a:solidFill>
                <a:prstDash val="solid"/>
                <a:headEnd type="none" w="med" len="med"/>
                <a:tailEnd type="none" w="med" len="med"/>
              </a:ln>
            </p:spPr>
          </p:sp>
          <p:sp>
            <p:nvSpPr>
              <p:cNvPr id="53313" name="Line 372"/>
              <p:cNvSpPr/>
              <p:nvPr/>
            </p:nvSpPr>
            <p:spPr>
              <a:xfrm flipV="1">
                <a:off x="2832" y="1910"/>
                <a:ext cx="3" cy="10"/>
              </a:xfrm>
              <a:prstGeom prst="line">
                <a:avLst/>
              </a:prstGeom>
              <a:ln w="12700" cap="flat" cmpd="sng">
                <a:solidFill>
                  <a:schemeClr val="tx1"/>
                </a:solidFill>
                <a:prstDash val="solid"/>
                <a:headEnd type="none" w="med" len="med"/>
                <a:tailEnd type="none" w="med" len="med"/>
              </a:ln>
            </p:spPr>
          </p:sp>
          <p:sp>
            <p:nvSpPr>
              <p:cNvPr id="53314" name="Freeform 373"/>
              <p:cNvSpPr/>
              <p:nvPr/>
            </p:nvSpPr>
            <p:spPr>
              <a:xfrm>
                <a:off x="2832" y="1908"/>
                <a:ext cx="23" cy="18"/>
              </a:xfrm>
              <a:custGeom>
                <a:avLst/>
                <a:gdLst/>
                <a:ahLst/>
                <a:cxnLst>
                  <a:cxn ang="0">
                    <a:pos x="19" y="13"/>
                  </a:cxn>
                  <a:cxn ang="0">
                    <a:pos x="17" y="11"/>
                  </a:cxn>
                  <a:cxn ang="0">
                    <a:pos x="22" y="8"/>
                  </a:cxn>
                  <a:cxn ang="0">
                    <a:pos x="16" y="0"/>
                  </a:cxn>
                  <a:cxn ang="0">
                    <a:pos x="12" y="2"/>
                  </a:cxn>
                  <a:cxn ang="0">
                    <a:pos x="11" y="0"/>
                  </a:cxn>
                  <a:cxn ang="0">
                    <a:pos x="7" y="2"/>
                  </a:cxn>
                  <a:cxn ang="0">
                    <a:pos x="8" y="4"/>
                  </a:cxn>
                  <a:cxn ang="0">
                    <a:pos x="4" y="7"/>
                  </a:cxn>
                  <a:cxn ang="0">
                    <a:pos x="1" y="10"/>
                  </a:cxn>
                  <a:cxn ang="0">
                    <a:pos x="3" y="12"/>
                  </a:cxn>
                  <a:cxn ang="0">
                    <a:pos x="0" y="15"/>
                  </a:cxn>
                  <a:cxn ang="0">
                    <a:pos x="0" y="17"/>
                  </a:cxn>
                  <a:cxn ang="0">
                    <a:pos x="5" y="16"/>
                  </a:cxn>
                  <a:cxn ang="0">
                    <a:pos x="10" y="16"/>
                  </a:cxn>
                  <a:cxn ang="0">
                    <a:pos x="13" y="13"/>
                  </a:cxn>
                  <a:cxn ang="0">
                    <a:pos x="15" y="15"/>
                  </a:cxn>
                  <a:cxn ang="0">
                    <a:pos x="19" y="13"/>
                  </a:cxn>
                </a:cxnLst>
                <a:rect l="0" t="0" r="0" b="0"/>
                <a:pathLst>
                  <a:path w="23" h="18">
                    <a:moveTo>
                      <a:pt x="19" y="13"/>
                    </a:moveTo>
                    <a:lnTo>
                      <a:pt x="17" y="11"/>
                    </a:lnTo>
                    <a:lnTo>
                      <a:pt x="22" y="8"/>
                    </a:lnTo>
                    <a:lnTo>
                      <a:pt x="16" y="0"/>
                    </a:lnTo>
                    <a:lnTo>
                      <a:pt x="12" y="2"/>
                    </a:lnTo>
                    <a:lnTo>
                      <a:pt x="11" y="0"/>
                    </a:lnTo>
                    <a:lnTo>
                      <a:pt x="7" y="2"/>
                    </a:lnTo>
                    <a:lnTo>
                      <a:pt x="8" y="4"/>
                    </a:lnTo>
                    <a:lnTo>
                      <a:pt x="4" y="7"/>
                    </a:lnTo>
                    <a:lnTo>
                      <a:pt x="1" y="10"/>
                    </a:lnTo>
                    <a:lnTo>
                      <a:pt x="3" y="12"/>
                    </a:lnTo>
                    <a:lnTo>
                      <a:pt x="0" y="15"/>
                    </a:lnTo>
                    <a:lnTo>
                      <a:pt x="0" y="17"/>
                    </a:lnTo>
                    <a:lnTo>
                      <a:pt x="5" y="16"/>
                    </a:lnTo>
                    <a:lnTo>
                      <a:pt x="10" y="16"/>
                    </a:lnTo>
                    <a:lnTo>
                      <a:pt x="13" y="13"/>
                    </a:lnTo>
                    <a:lnTo>
                      <a:pt x="15" y="15"/>
                    </a:lnTo>
                    <a:lnTo>
                      <a:pt x="19" y="13"/>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15" name="Freeform 374"/>
              <p:cNvSpPr/>
              <p:nvPr/>
            </p:nvSpPr>
            <p:spPr>
              <a:xfrm>
                <a:off x="2830" y="1911"/>
                <a:ext cx="25" cy="17"/>
              </a:xfrm>
              <a:custGeom>
                <a:avLst/>
                <a:gdLst/>
                <a:ahLst/>
                <a:cxnLst>
                  <a:cxn ang="0">
                    <a:pos x="0" y="6"/>
                  </a:cxn>
                  <a:cxn ang="0">
                    <a:pos x="21" y="0"/>
                  </a:cxn>
                  <a:cxn ang="0">
                    <a:pos x="24" y="9"/>
                  </a:cxn>
                  <a:cxn ang="0">
                    <a:pos x="2" y="16"/>
                  </a:cxn>
                  <a:cxn ang="0">
                    <a:pos x="0" y="6"/>
                  </a:cxn>
                </a:cxnLst>
                <a:rect l="0" t="0" r="0" b="0"/>
                <a:pathLst>
                  <a:path w="25" h="17">
                    <a:moveTo>
                      <a:pt x="0" y="6"/>
                    </a:moveTo>
                    <a:lnTo>
                      <a:pt x="21" y="0"/>
                    </a:lnTo>
                    <a:lnTo>
                      <a:pt x="24" y="9"/>
                    </a:lnTo>
                    <a:lnTo>
                      <a:pt x="2"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16" name="Freeform 375"/>
              <p:cNvSpPr/>
              <p:nvPr/>
            </p:nvSpPr>
            <p:spPr>
              <a:xfrm>
                <a:off x="2840" y="1904"/>
                <a:ext cx="23" cy="21"/>
              </a:xfrm>
              <a:custGeom>
                <a:avLst/>
                <a:gdLst/>
                <a:ahLst/>
                <a:cxnLst>
                  <a:cxn ang="0">
                    <a:pos x="1" y="15"/>
                  </a:cxn>
                  <a:cxn ang="0">
                    <a:pos x="2" y="17"/>
                  </a:cxn>
                  <a:cxn ang="0">
                    <a:pos x="3" y="20"/>
                  </a:cxn>
                  <a:cxn ang="0">
                    <a:pos x="7" y="20"/>
                  </a:cxn>
                  <a:cxn ang="0">
                    <a:pos x="11" y="17"/>
                  </a:cxn>
                  <a:cxn ang="0">
                    <a:pos x="12" y="20"/>
                  </a:cxn>
                  <a:cxn ang="0">
                    <a:pos x="14" y="16"/>
                  </a:cxn>
                  <a:cxn ang="0">
                    <a:pos x="17" y="12"/>
                  </a:cxn>
                  <a:cxn ang="0">
                    <a:pos x="19" y="8"/>
                  </a:cxn>
                  <a:cxn ang="0">
                    <a:pos x="18" y="6"/>
                  </a:cxn>
                  <a:cxn ang="0">
                    <a:pos x="22" y="4"/>
                  </a:cxn>
                  <a:cxn ang="0">
                    <a:pos x="20" y="2"/>
                  </a:cxn>
                  <a:cxn ang="0">
                    <a:pos x="16" y="2"/>
                  </a:cxn>
                  <a:cxn ang="0">
                    <a:pos x="14" y="0"/>
                  </a:cxn>
                  <a:cxn ang="0">
                    <a:pos x="11" y="1"/>
                  </a:cxn>
                  <a:cxn ang="0">
                    <a:pos x="7" y="3"/>
                  </a:cxn>
                  <a:cxn ang="0">
                    <a:pos x="5" y="5"/>
                  </a:cxn>
                  <a:cxn ang="0">
                    <a:pos x="1" y="7"/>
                  </a:cxn>
                  <a:cxn ang="0">
                    <a:pos x="0" y="11"/>
                  </a:cxn>
                  <a:cxn ang="0">
                    <a:pos x="0" y="13"/>
                  </a:cxn>
                  <a:cxn ang="0">
                    <a:pos x="1" y="15"/>
                  </a:cxn>
                </a:cxnLst>
                <a:rect l="0" t="0" r="0" b="0"/>
                <a:pathLst>
                  <a:path w="23" h="21">
                    <a:moveTo>
                      <a:pt x="1" y="15"/>
                    </a:moveTo>
                    <a:lnTo>
                      <a:pt x="2" y="17"/>
                    </a:lnTo>
                    <a:lnTo>
                      <a:pt x="3" y="20"/>
                    </a:lnTo>
                    <a:lnTo>
                      <a:pt x="7" y="20"/>
                    </a:lnTo>
                    <a:lnTo>
                      <a:pt x="11" y="17"/>
                    </a:lnTo>
                    <a:lnTo>
                      <a:pt x="12" y="20"/>
                    </a:lnTo>
                    <a:lnTo>
                      <a:pt x="14" y="16"/>
                    </a:lnTo>
                    <a:lnTo>
                      <a:pt x="17" y="12"/>
                    </a:lnTo>
                    <a:lnTo>
                      <a:pt x="19" y="8"/>
                    </a:lnTo>
                    <a:lnTo>
                      <a:pt x="18" y="6"/>
                    </a:lnTo>
                    <a:lnTo>
                      <a:pt x="22" y="4"/>
                    </a:lnTo>
                    <a:lnTo>
                      <a:pt x="20" y="2"/>
                    </a:lnTo>
                    <a:lnTo>
                      <a:pt x="16" y="2"/>
                    </a:lnTo>
                    <a:lnTo>
                      <a:pt x="14" y="0"/>
                    </a:lnTo>
                    <a:lnTo>
                      <a:pt x="11" y="1"/>
                    </a:lnTo>
                    <a:lnTo>
                      <a:pt x="7" y="3"/>
                    </a:lnTo>
                    <a:lnTo>
                      <a:pt x="5" y="5"/>
                    </a:lnTo>
                    <a:lnTo>
                      <a:pt x="1" y="7"/>
                    </a:lnTo>
                    <a:lnTo>
                      <a:pt x="0" y="11"/>
                    </a:lnTo>
                    <a:lnTo>
                      <a:pt x="0" y="13"/>
                    </a:lnTo>
                    <a:lnTo>
                      <a:pt x="1" y="1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17" name="Line 376"/>
              <p:cNvSpPr/>
              <p:nvPr/>
            </p:nvSpPr>
            <p:spPr>
              <a:xfrm flipV="1">
                <a:off x="2851" y="1899"/>
                <a:ext cx="7" cy="11"/>
              </a:xfrm>
              <a:prstGeom prst="line">
                <a:avLst/>
              </a:prstGeom>
              <a:ln w="12700" cap="flat" cmpd="sng">
                <a:solidFill>
                  <a:schemeClr val="tx1"/>
                </a:solidFill>
                <a:prstDash val="solid"/>
                <a:headEnd type="none" w="med" len="med"/>
                <a:tailEnd type="none" w="med" len="med"/>
              </a:ln>
            </p:spPr>
          </p:sp>
          <p:sp>
            <p:nvSpPr>
              <p:cNvPr id="53318" name="Line 377"/>
              <p:cNvSpPr/>
              <p:nvPr/>
            </p:nvSpPr>
            <p:spPr>
              <a:xfrm flipV="1">
                <a:off x="2854" y="1897"/>
                <a:ext cx="3" cy="9"/>
              </a:xfrm>
              <a:prstGeom prst="line">
                <a:avLst/>
              </a:prstGeom>
              <a:ln w="12700" cap="flat" cmpd="sng">
                <a:solidFill>
                  <a:schemeClr val="tx1"/>
                </a:solidFill>
                <a:prstDash val="solid"/>
                <a:headEnd type="none" w="med" len="med"/>
                <a:tailEnd type="none" w="med" len="med"/>
              </a:ln>
            </p:spPr>
          </p:sp>
          <p:sp>
            <p:nvSpPr>
              <p:cNvPr id="53319" name="Freeform 378"/>
              <p:cNvSpPr/>
              <p:nvPr/>
            </p:nvSpPr>
            <p:spPr>
              <a:xfrm>
                <a:off x="2851" y="1893"/>
                <a:ext cx="24" cy="20"/>
              </a:xfrm>
              <a:custGeom>
                <a:avLst/>
                <a:gdLst/>
                <a:ahLst/>
                <a:cxnLst>
                  <a:cxn ang="0">
                    <a:pos x="17" y="15"/>
                  </a:cxn>
                  <a:cxn ang="0">
                    <a:pos x="23" y="12"/>
                  </a:cxn>
                  <a:cxn ang="0">
                    <a:pos x="21" y="10"/>
                  </a:cxn>
                  <a:cxn ang="0">
                    <a:pos x="16" y="1"/>
                  </a:cxn>
                  <a:cxn ang="0">
                    <a:pos x="15" y="0"/>
                  </a:cxn>
                  <a:cxn ang="0">
                    <a:pos x="10" y="2"/>
                  </a:cxn>
                  <a:cxn ang="0">
                    <a:pos x="7" y="7"/>
                  </a:cxn>
                  <a:cxn ang="0">
                    <a:pos x="3" y="12"/>
                  </a:cxn>
                  <a:cxn ang="0">
                    <a:pos x="0" y="17"/>
                  </a:cxn>
                  <a:cxn ang="0">
                    <a:pos x="0" y="19"/>
                  </a:cxn>
                  <a:cxn ang="0">
                    <a:pos x="7" y="18"/>
                  </a:cxn>
                  <a:cxn ang="0">
                    <a:pos x="12" y="17"/>
                  </a:cxn>
                  <a:cxn ang="0">
                    <a:pos x="17" y="15"/>
                  </a:cxn>
                </a:cxnLst>
                <a:rect l="0" t="0" r="0" b="0"/>
                <a:pathLst>
                  <a:path w="24" h="20">
                    <a:moveTo>
                      <a:pt x="17" y="15"/>
                    </a:moveTo>
                    <a:lnTo>
                      <a:pt x="23" y="12"/>
                    </a:lnTo>
                    <a:lnTo>
                      <a:pt x="21" y="10"/>
                    </a:lnTo>
                    <a:lnTo>
                      <a:pt x="16" y="1"/>
                    </a:lnTo>
                    <a:lnTo>
                      <a:pt x="15" y="0"/>
                    </a:lnTo>
                    <a:lnTo>
                      <a:pt x="10" y="2"/>
                    </a:lnTo>
                    <a:lnTo>
                      <a:pt x="7" y="7"/>
                    </a:lnTo>
                    <a:lnTo>
                      <a:pt x="3" y="12"/>
                    </a:lnTo>
                    <a:lnTo>
                      <a:pt x="0" y="17"/>
                    </a:lnTo>
                    <a:lnTo>
                      <a:pt x="0" y="19"/>
                    </a:lnTo>
                    <a:lnTo>
                      <a:pt x="7" y="18"/>
                    </a:lnTo>
                    <a:lnTo>
                      <a:pt x="12" y="17"/>
                    </a:lnTo>
                    <a:lnTo>
                      <a:pt x="17"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20" name="Freeform 379"/>
              <p:cNvSpPr/>
              <p:nvPr/>
            </p:nvSpPr>
            <p:spPr>
              <a:xfrm>
                <a:off x="2849" y="1899"/>
                <a:ext cx="26" cy="17"/>
              </a:xfrm>
              <a:custGeom>
                <a:avLst/>
                <a:gdLst/>
                <a:ahLst/>
                <a:cxnLst>
                  <a:cxn ang="0">
                    <a:pos x="0" y="6"/>
                  </a:cxn>
                  <a:cxn ang="0">
                    <a:pos x="22" y="0"/>
                  </a:cxn>
                  <a:cxn ang="0">
                    <a:pos x="25" y="8"/>
                  </a:cxn>
                  <a:cxn ang="0">
                    <a:pos x="1" y="16"/>
                  </a:cxn>
                  <a:cxn ang="0">
                    <a:pos x="0" y="6"/>
                  </a:cxn>
                </a:cxnLst>
                <a:rect l="0" t="0" r="0" b="0"/>
                <a:pathLst>
                  <a:path w="26" h="17">
                    <a:moveTo>
                      <a:pt x="0" y="6"/>
                    </a:moveTo>
                    <a:lnTo>
                      <a:pt x="22" y="0"/>
                    </a:lnTo>
                    <a:lnTo>
                      <a:pt x="25" y="8"/>
                    </a:lnTo>
                    <a:lnTo>
                      <a:pt x="1" y="16"/>
                    </a:lnTo>
                    <a:lnTo>
                      <a:pt x="0" y="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21" name="Freeform 380"/>
              <p:cNvSpPr/>
              <p:nvPr/>
            </p:nvSpPr>
            <p:spPr>
              <a:xfrm>
                <a:off x="2865" y="1892"/>
                <a:ext cx="20" cy="17"/>
              </a:xfrm>
              <a:custGeom>
                <a:avLst/>
                <a:gdLst/>
                <a:ahLst/>
                <a:cxnLst>
                  <a:cxn ang="0">
                    <a:pos x="0" y="13"/>
                  </a:cxn>
                  <a:cxn ang="0">
                    <a:pos x="1" y="15"/>
                  </a:cxn>
                  <a:cxn ang="0">
                    <a:pos x="4" y="14"/>
                  </a:cxn>
                  <a:cxn ang="0">
                    <a:pos x="5" y="16"/>
                  </a:cxn>
                  <a:cxn ang="0">
                    <a:pos x="8" y="16"/>
                  </a:cxn>
                  <a:cxn ang="0">
                    <a:pos x="12" y="16"/>
                  </a:cxn>
                  <a:cxn ang="0">
                    <a:pos x="14" y="14"/>
                  </a:cxn>
                  <a:cxn ang="0">
                    <a:pos x="16" y="11"/>
                  </a:cxn>
                  <a:cxn ang="0">
                    <a:pos x="17" y="7"/>
                  </a:cxn>
                  <a:cxn ang="0">
                    <a:pos x="16" y="5"/>
                  </a:cxn>
                  <a:cxn ang="0">
                    <a:pos x="19" y="3"/>
                  </a:cxn>
                  <a:cxn ang="0">
                    <a:pos x="17" y="0"/>
                  </a:cxn>
                  <a:cxn ang="0">
                    <a:pos x="14" y="1"/>
                  </a:cxn>
                  <a:cxn ang="0">
                    <a:pos x="13" y="0"/>
                  </a:cxn>
                  <a:cxn ang="0">
                    <a:pos x="10" y="0"/>
                  </a:cxn>
                  <a:cxn ang="0">
                    <a:pos x="7" y="1"/>
                  </a:cxn>
                  <a:cxn ang="0">
                    <a:pos x="5" y="2"/>
                  </a:cxn>
                  <a:cxn ang="0">
                    <a:pos x="2" y="4"/>
                  </a:cxn>
                  <a:cxn ang="0">
                    <a:pos x="1" y="8"/>
                  </a:cxn>
                  <a:cxn ang="0">
                    <a:pos x="2" y="10"/>
                  </a:cxn>
                  <a:cxn ang="0">
                    <a:pos x="0" y="11"/>
                  </a:cxn>
                  <a:cxn ang="0">
                    <a:pos x="0" y="13"/>
                  </a:cxn>
                </a:cxnLst>
                <a:rect l="0" t="0" r="0" b="0"/>
                <a:pathLst>
                  <a:path w="20" h="17">
                    <a:moveTo>
                      <a:pt x="0" y="13"/>
                    </a:moveTo>
                    <a:lnTo>
                      <a:pt x="1" y="15"/>
                    </a:lnTo>
                    <a:lnTo>
                      <a:pt x="4" y="14"/>
                    </a:lnTo>
                    <a:lnTo>
                      <a:pt x="5" y="16"/>
                    </a:lnTo>
                    <a:lnTo>
                      <a:pt x="8" y="16"/>
                    </a:lnTo>
                    <a:lnTo>
                      <a:pt x="12" y="16"/>
                    </a:lnTo>
                    <a:lnTo>
                      <a:pt x="14" y="14"/>
                    </a:lnTo>
                    <a:lnTo>
                      <a:pt x="16" y="11"/>
                    </a:lnTo>
                    <a:lnTo>
                      <a:pt x="17" y="7"/>
                    </a:lnTo>
                    <a:lnTo>
                      <a:pt x="16" y="5"/>
                    </a:lnTo>
                    <a:lnTo>
                      <a:pt x="19" y="3"/>
                    </a:lnTo>
                    <a:lnTo>
                      <a:pt x="17" y="0"/>
                    </a:lnTo>
                    <a:lnTo>
                      <a:pt x="14" y="1"/>
                    </a:lnTo>
                    <a:lnTo>
                      <a:pt x="13" y="0"/>
                    </a:lnTo>
                    <a:lnTo>
                      <a:pt x="10" y="0"/>
                    </a:lnTo>
                    <a:lnTo>
                      <a:pt x="7" y="1"/>
                    </a:lnTo>
                    <a:lnTo>
                      <a:pt x="5" y="2"/>
                    </a:lnTo>
                    <a:lnTo>
                      <a:pt x="2" y="4"/>
                    </a:lnTo>
                    <a:lnTo>
                      <a:pt x="1" y="8"/>
                    </a:lnTo>
                    <a:lnTo>
                      <a:pt x="2" y="10"/>
                    </a:lnTo>
                    <a:lnTo>
                      <a:pt x="0" y="11"/>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22" name="Line 381"/>
              <p:cNvSpPr/>
              <p:nvPr/>
            </p:nvSpPr>
            <p:spPr>
              <a:xfrm flipV="1">
                <a:off x="2841" y="1899"/>
                <a:ext cx="4" cy="12"/>
              </a:xfrm>
              <a:prstGeom prst="line">
                <a:avLst/>
              </a:prstGeom>
              <a:ln w="12700" cap="flat" cmpd="sng">
                <a:solidFill>
                  <a:schemeClr val="tx1"/>
                </a:solidFill>
                <a:prstDash val="solid"/>
                <a:headEnd type="none" w="med" len="med"/>
                <a:tailEnd type="none" w="med" len="med"/>
              </a:ln>
            </p:spPr>
          </p:sp>
          <p:sp>
            <p:nvSpPr>
              <p:cNvPr id="53323" name="Line 382"/>
              <p:cNvSpPr/>
              <p:nvPr/>
            </p:nvSpPr>
            <p:spPr>
              <a:xfrm flipV="1">
                <a:off x="2841" y="1897"/>
                <a:ext cx="0" cy="9"/>
              </a:xfrm>
              <a:prstGeom prst="line">
                <a:avLst/>
              </a:prstGeom>
              <a:ln w="12700" cap="flat" cmpd="sng">
                <a:solidFill>
                  <a:schemeClr val="tx1"/>
                </a:solidFill>
                <a:prstDash val="solid"/>
                <a:headEnd type="none" w="med" len="med"/>
                <a:tailEnd type="none" w="med" len="med"/>
              </a:ln>
            </p:spPr>
          </p:sp>
          <p:sp>
            <p:nvSpPr>
              <p:cNvPr id="53324" name="Freeform 383"/>
              <p:cNvSpPr/>
              <p:nvPr/>
            </p:nvSpPr>
            <p:spPr>
              <a:xfrm>
                <a:off x="2835" y="1895"/>
                <a:ext cx="25" cy="21"/>
              </a:xfrm>
              <a:custGeom>
                <a:avLst/>
                <a:gdLst/>
                <a:ahLst/>
                <a:cxnLst>
                  <a:cxn ang="0">
                    <a:pos x="20" y="14"/>
                  </a:cxn>
                  <a:cxn ang="0">
                    <a:pos x="24" y="8"/>
                  </a:cxn>
                  <a:cxn ang="0">
                    <a:pos x="18" y="0"/>
                  </a:cxn>
                  <a:cxn ang="0">
                    <a:pos x="13" y="0"/>
                  </a:cxn>
                  <a:cxn ang="0">
                    <a:pos x="8" y="3"/>
                  </a:cxn>
                  <a:cxn ang="0">
                    <a:pos x="3" y="6"/>
                  </a:cxn>
                  <a:cxn ang="0">
                    <a:pos x="0" y="12"/>
                  </a:cxn>
                  <a:cxn ang="0">
                    <a:pos x="0" y="14"/>
                  </a:cxn>
                  <a:cxn ang="0">
                    <a:pos x="2" y="17"/>
                  </a:cxn>
                  <a:cxn ang="0">
                    <a:pos x="3" y="19"/>
                  </a:cxn>
                  <a:cxn ang="0">
                    <a:pos x="10" y="20"/>
                  </a:cxn>
                  <a:cxn ang="0">
                    <a:pos x="16" y="17"/>
                  </a:cxn>
                  <a:cxn ang="0">
                    <a:pos x="20" y="14"/>
                  </a:cxn>
                </a:cxnLst>
                <a:rect l="0" t="0" r="0" b="0"/>
                <a:pathLst>
                  <a:path w="25" h="21">
                    <a:moveTo>
                      <a:pt x="20" y="14"/>
                    </a:moveTo>
                    <a:lnTo>
                      <a:pt x="24" y="8"/>
                    </a:lnTo>
                    <a:lnTo>
                      <a:pt x="18" y="0"/>
                    </a:lnTo>
                    <a:lnTo>
                      <a:pt x="13" y="0"/>
                    </a:lnTo>
                    <a:lnTo>
                      <a:pt x="8" y="3"/>
                    </a:lnTo>
                    <a:lnTo>
                      <a:pt x="3" y="6"/>
                    </a:lnTo>
                    <a:lnTo>
                      <a:pt x="0" y="12"/>
                    </a:lnTo>
                    <a:lnTo>
                      <a:pt x="0" y="14"/>
                    </a:lnTo>
                    <a:lnTo>
                      <a:pt x="2" y="17"/>
                    </a:lnTo>
                    <a:lnTo>
                      <a:pt x="3" y="19"/>
                    </a:lnTo>
                    <a:lnTo>
                      <a:pt x="10" y="20"/>
                    </a:lnTo>
                    <a:lnTo>
                      <a:pt x="16" y="17"/>
                    </a:lnTo>
                    <a:lnTo>
                      <a:pt x="20"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25" name="Freeform 384"/>
              <p:cNvSpPr/>
              <p:nvPr/>
            </p:nvSpPr>
            <p:spPr>
              <a:xfrm>
                <a:off x="2834" y="1899"/>
                <a:ext cx="26" cy="17"/>
              </a:xfrm>
              <a:custGeom>
                <a:avLst/>
                <a:gdLst/>
                <a:ahLst/>
                <a:cxnLst>
                  <a:cxn ang="0">
                    <a:pos x="0" y="7"/>
                  </a:cxn>
                  <a:cxn ang="0">
                    <a:pos x="21" y="0"/>
                  </a:cxn>
                  <a:cxn ang="0">
                    <a:pos x="25" y="8"/>
                  </a:cxn>
                  <a:cxn ang="0">
                    <a:pos x="2" y="16"/>
                  </a:cxn>
                  <a:cxn ang="0">
                    <a:pos x="0" y="6"/>
                  </a:cxn>
                  <a:cxn ang="0">
                    <a:pos x="0" y="7"/>
                  </a:cxn>
                </a:cxnLst>
                <a:rect l="0" t="0" r="0" b="0"/>
                <a:pathLst>
                  <a:path w="26" h="17">
                    <a:moveTo>
                      <a:pt x="0" y="7"/>
                    </a:moveTo>
                    <a:lnTo>
                      <a:pt x="21" y="0"/>
                    </a:lnTo>
                    <a:lnTo>
                      <a:pt x="25" y="8"/>
                    </a:lnTo>
                    <a:lnTo>
                      <a:pt x="2" y="16"/>
                    </a:lnTo>
                    <a:lnTo>
                      <a:pt x="0" y="6"/>
                    </a:lnTo>
                    <a:lnTo>
                      <a:pt x="0" y="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26" name="Freeform 385"/>
              <p:cNvSpPr/>
              <p:nvPr/>
            </p:nvSpPr>
            <p:spPr>
              <a:xfrm>
                <a:off x="2850" y="1893"/>
                <a:ext cx="23" cy="19"/>
              </a:xfrm>
              <a:custGeom>
                <a:avLst/>
                <a:gdLst/>
                <a:ahLst/>
                <a:cxnLst>
                  <a:cxn ang="0">
                    <a:pos x="0" y="13"/>
                  </a:cxn>
                  <a:cxn ang="0">
                    <a:pos x="1" y="15"/>
                  </a:cxn>
                  <a:cxn ang="0">
                    <a:pos x="2" y="17"/>
                  </a:cxn>
                  <a:cxn ang="0">
                    <a:pos x="7" y="18"/>
                  </a:cxn>
                  <a:cxn ang="0">
                    <a:pos x="11" y="16"/>
                  </a:cxn>
                  <a:cxn ang="0">
                    <a:pos x="14" y="14"/>
                  </a:cxn>
                  <a:cxn ang="0">
                    <a:pos x="17" y="12"/>
                  </a:cxn>
                  <a:cxn ang="0">
                    <a:pos x="21" y="10"/>
                  </a:cxn>
                  <a:cxn ang="0">
                    <a:pos x="22" y="5"/>
                  </a:cxn>
                  <a:cxn ang="0">
                    <a:pos x="21" y="3"/>
                  </a:cxn>
                  <a:cxn ang="0">
                    <a:pos x="20" y="1"/>
                  </a:cxn>
                  <a:cxn ang="0">
                    <a:pos x="19" y="0"/>
                  </a:cxn>
                  <a:cxn ang="0">
                    <a:pos x="14" y="0"/>
                  </a:cxn>
                  <a:cxn ang="0">
                    <a:pos x="11" y="2"/>
                  </a:cxn>
                  <a:cxn ang="0">
                    <a:pos x="7" y="2"/>
                  </a:cxn>
                  <a:cxn ang="0">
                    <a:pos x="4" y="4"/>
                  </a:cxn>
                  <a:cxn ang="0">
                    <a:pos x="5" y="6"/>
                  </a:cxn>
                  <a:cxn ang="0">
                    <a:pos x="1" y="7"/>
                  </a:cxn>
                  <a:cxn ang="0">
                    <a:pos x="0" y="12"/>
                  </a:cxn>
                  <a:cxn ang="0">
                    <a:pos x="0" y="13"/>
                  </a:cxn>
                </a:cxnLst>
                <a:rect l="0" t="0" r="0" b="0"/>
                <a:pathLst>
                  <a:path w="23" h="19">
                    <a:moveTo>
                      <a:pt x="0" y="13"/>
                    </a:moveTo>
                    <a:lnTo>
                      <a:pt x="1" y="15"/>
                    </a:lnTo>
                    <a:lnTo>
                      <a:pt x="2" y="17"/>
                    </a:lnTo>
                    <a:lnTo>
                      <a:pt x="7" y="18"/>
                    </a:lnTo>
                    <a:lnTo>
                      <a:pt x="11" y="16"/>
                    </a:lnTo>
                    <a:lnTo>
                      <a:pt x="14" y="14"/>
                    </a:lnTo>
                    <a:lnTo>
                      <a:pt x="17" y="12"/>
                    </a:lnTo>
                    <a:lnTo>
                      <a:pt x="21" y="10"/>
                    </a:lnTo>
                    <a:lnTo>
                      <a:pt x="22" y="5"/>
                    </a:lnTo>
                    <a:lnTo>
                      <a:pt x="21" y="3"/>
                    </a:lnTo>
                    <a:lnTo>
                      <a:pt x="20" y="1"/>
                    </a:lnTo>
                    <a:lnTo>
                      <a:pt x="19" y="0"/>
                    </a:lnTo>
                    <a:lnTo>
                      <a:pt x="14" y="0"/>
                    </a:lnTo>
                    <a:lnTo>
                      <a:pt x="11" y="2"/>
                    </a:lnTo>
                    <a:lnTo>
                      <a:pt x="7" y="2"/>
                    </a:lnTo>
                    <a:lnTo>
                      <a:pt x="4" y="4"/>
                    </a:lnTo>
                    <a:lnTo>
                      <a:pt x="5" y="6"/>
                    </a:lnTo>
                    <a:lnTo>
                      <a:pt x="1" y="7"/>
                    </a:lnTo>
                    <a:lnTo>
                      <a:pt x="0" y="12"/>
                    </a:lnTo>
                    <a:lnTo>
                      <a:pt x="0" y="1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53327" name="Line 387"/>
            <p:cNvSpPr/>
            <p:nvPr/>
          </p:nvSpPr>
          <p:spPr>
            <a:xfrm flipH="1">
              <a:off x="1383" y="2437"/>
              <a:ext cx="253" cy="1084"/>
            </a:xfrm>
            <a:prstGeom prst="line">
              <a:avLst/>
            </a:prstGeom>
            <a:ln w="12700" cap="flat" cmpd="sng">
              <a:solidFill>
                <a:schemeClr val="hlink"/>
              </a:solidFill>
              <a:prstDash val="solid"/>
              <a:headEnd type="none" w="med" len="med"/>
              <a:tailEnd type="none" w="med" len="med"/>
            </a:ln>
          </p:spPr>
        </p:sp>
        <p:sp>
          <p:nvSpPr>
            <p:cNvPr id="53328" name="Line 388"/>
            <p:cNvSpPr/>
            <p:nvPr/>
          </p:nvSpPr>
          <p:spPr>
            <a:xfrm flipH="1">
              <a:off x="1383" y="1523"/>
              <a:ext cx="1681" cy="2043"/>
            </a:xfrm>
            <a:prstGeom prst="line">
              <a:avLst/>
            </a:prstGeom>
            <a:ln w="12700" cap="flat" cmpd="sng">
              <a:solidFill>
                <a:schemeClr val="hlink"/>
              </a:solidFill>
              <a:prstDash val="solid"/>
              <a:headEnd type="none" w="med" len="med"/>
              <a:tailEnd type="none" w="med" len="med"/>
            </a:ln>
          </p:spPr>
        </p:sp>
        <p:sp>
          <p:nvSpPr>
            <p:cNvPr id="53329" name="Line 389"/>
            <p:cNvSpPr/>
            <p:nvPr/>
          </p:nvSpPr>
          <p:spPr>
            <a:xfrm flipH="1">
              <a:off x="1383" y="1825"/>
              <a:ext cx="2416" cy="1741"/>
            </a:xfrm>
            <a:prstGeom prst="line">
              <a:avLst/>
            </a:prstGeom>
            <a:ln w="12700" cap="flat" cmpd="sng">
              <a:solidFill>
                <a:schemeClr val="hlink"/>
              </a:solidFill>
              <a:prstDash val="solid"/>
              <a:headEnd type="none" w="med" len="med"/>
              <a:tailEnd type="none" w="med" len="med"/>
            </a:ln>
          </p:spPr>
        </p:sp>
        <p:sp>
          <p:nvSpPr>
            <p:cNvPr id="53330" name="Line 390"/>
            <p:cNvSpPr/>
            <p:nvPr/>
          </p:nvSpPr>
          <p:spPr>
            <a:xfrm flipH="1">
              <a:off x="1383" y="1609"/>
              <a:ext cx="774" cy="1957"/>
            </a:xfrm>
            <a:prstGeom prst="line">
              <a:avLst/>
            </a:prstGeom>
            <a:ln w="12700" cap="flat" cmpd="sng">
              <a:solidFill>
                <a:schemeClr val="hlink"/>
              </a:solidFill>
              <a:prstDash val="solid"/>
              <a:headEnd type="none" w="med" len="med"/>
              <a:tailEnd type="none" w="med" len="med"/>
            </a:ln>
          </p:spPr>
        </p:sp>
        <p:grpSp>
          <p:nvGrpSpPr>
            <p:cNvPr id="53331" name="Group 391"/>
            <p:cNvGrpSpPr/>
            <p:nvPr/>
          </p:nvGrpSpPr>
          <p:grpSpPr>
            <a:xfrm>
              <a:off x="2002" y="1530"/>
              <a:ext cx="284" cy="112"/>
              <a:chOff x="3224" y="1065"/>
              <a:chExt cx="284" cy="112"/>
            </a:xfrm>
          </p:grpSpPr>
          <p:sp>
            <p:nvSpPr>
              <p:cNvPr id="53332" name="Freeform 392"/>
              <p:cNvSpPr/>
              <p:nvPr/>
            </p:nvSpPr>
            <p:spPr>
              <a:xfrm>
                <a:off x="3428" y="1065"/>
                <a:ext cx="80" cy="89"/>
              </a:xfrm>
              <a:custGeom>
                <a:avLst/>
                <a:gdLst/>
                <a:ahLst/>
                <a:cxnLst>
                  <a:cxn ang="0">
                    <a:pos x="79" y="77"/>
                  </a:cxn>
                  <a:cxn ang="0">
                    <a:pos x="76" y="0"/>
                  </a:cxn>
                  <a:cxn ang="0">
                    <a:pos x="0" y="4"/>
                  </a:cxn>
                  <a:cxn ang="0">
                    <a:pos x="4" y="88"/>
                  </a:cxn>
                  <a:cxn ang="0">
                    <a:pos x="79" y="77"/>
                  </a:cxn>
                </a:cxnLst>
                <a:rect l="0" t="0" r="0" b="0"/>
                <a:pathLst>
                  <a:path w="80" h="89">
                    <a:moveTo>
                      <a:pt x="79" y="77"/>
                    </a:moveTo>
                    <a:lnTo>
                      <a:pt x="76" y="0"/>
                    </a:lnTo>
                    <a:lnTo>
                      <a:pt x="0" y="4"/>
                    </a:lnTo>
                    <a:lnTo>
                      <a:pt x="4" y="88"/>
                    </a:lnTo>
                    <a:lnTo>
                      <a:pt x="79" y="7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333" name="Freeform 393"/>
              <p:cNvSpPr/>
              <p:nvPr/>
            </p:nvSpPr>
            <p:spPr>
              <a:xfrm>
                <a:off x="3321" y="1085"/>
                <a:ext cx="82" cy="63"/>
              </a:xfrm>
              <a:custGeom>
                <a:avLst/>
                <a:gdLst/>
                <a:ahLst/>
                <a:cxnLst>
                  <a:cxn ang="0">
                    <a:pos x="15" y="5"/>
                  </a:cxn>
                  <a:cxn ang="0">
                    <a:pos x="63" y="0"/>
                  </a:cxn>
                  <a:cxn ang="0">
                    <a:pos x="80" y="7"/>
                  </a:cxn>
                  <a:cxn ang="0">
                    <a:pos x="81" y="47"/>
                  </a:cxn>
                  <a:cxn ang="0">
                    <a:pos x="65" y="57"/>
                  </a:cxn>
                  <a:cxn ang="0">
                    <a:pos x="17" y="62"/>
                  </a:cxn>
                  <a:cxn ang="0">
                    <a:pos x="1" y="55"/>
                  </a:cxn>
                  <a:cxn ang="0">
                    <a:pos x="0" y="15"/>
                  </a:cxn>
                  <a:cxn ang="0">
                    <a:pos x="15" y="5"/>
                  </a:cxn>
                </a:cxnLst>
                <a:rect l="0" t="0" r="0" b="0"/>
                <a:pathLst>
                  <a:path w="82" h="63">
                    <a:moveTo>
                      <a:pt x="15" y="5"/>
                    </a:moveTo>
                    <a:lnTo>
                      <a:pt x="63" y="0"/>
                    </a:lnTo>
                    <a:lnTo>
                      <a:pt x="80" y="7"/>
                    </a:lnTo>
                    <a:lnTo>
                      <a:pt x="81" y="47"/>
                    </a:lnTo>
                    <a:lnTo>
                      <a:pt x="65" y="57"/>
                    </a:lnTo>
                    <a:lnTo>
                      <a:pt x="17" y="62"/>
                    </a:lnTo>
                    <a:lnTo>
                      <a:pt x="1" y="55"/>
                    </a:lnTo>
                    <a:lnTo>
                      <a:pt x="0" y="15"/>
                    </a:lnTo>
                    <a:lnTo>
                      <a:pt x="15" y="5"/>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334" name="Freeform 394"/>
              <p:cNvSpPr/>
              <p:nvPr/>
            </p:nvSpPr>
            <p:spPr>
              <a:xfrm>
                <a:off x="3355" y="1084"/>
                <a:ext cx="84" cy="62"/>
              </a:xfrm>
              <a:custGeom>
                <a:avLst/>
                <a:gdLst/>
                <a:ahLst/>
                <a:cxnLst>
                  <a:cxn ang="0">
                    <a:pos x="16" y="4"/>
                  </a:cxn>
                  <a:cxn ang="0">
                    <a:pos x="65" y="0"/>
                  </a:cxn>
                  <a:cxn ang="0">
                    <a:pos x="82" y="6"/>
                  </a:cxn>
                  <a:cxn ang="0">
                    <a:pos x="83" y="47"/>
                  </a:cxn>
                  <a:cxn ang="0">
                    <a:pos x="67" y="56"/>
                  </a:cxn>
                  <a:cxn ang="0">
                    <a:pos x="19" y="61"/>
                  </a:cxn>
                  <a:cxn ang="0">
                    <a:pos x="1" y="54"/>
                  </a:cxn>
                  <a:cxn ang="0">
                    <a:pos x="0" y="14"/>
                  </a:cxn>
                  <a:cxn ang="0">
                    <a:pos x="16" y="4"/>
                  </a:cxn>
                </a:cxnLst>
                <a:rect l="0" t="0" r="0" b="0"/>
                <a:pathLst>
                  <a:path w="84" h="62">
                    <a:moveTo>
                      <a:pt x="16" y="4"/>
                    </a:moveTo>
                    <a:lnTo>
                      <a:pt x="65" y="0"/>
                    </a:lnTo>
                    <a:lnTo>
                      <a:pt x="82" y="6"/>
                    </a:lnTo>
                    <a:lnTo>
                      <a:pt x="83" y="47"/>
                    </a:lnTo>
                    <a:lnTo>
                      <a:pt x="67" y="56"/>
                    </a:lnTo>
                    <a:lnTo>
                      <a:pt x="19" y="61"/>
                    </a:lnTo>
                    <a:lnTo>
                      <a:pt x="1" y="54"/>
                    </a:lnTo>
                    <a:lnTo>
                      <a:pt x="0" y="14"/>
                    </a:lnTo>
                    <a:lnTo>
                      <a:pt x="16" y="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335" name="Freeform 395"/>
              <p:cNvSpPr/>
              <p:nvPr/>
            </p:nvSpPr>
            <p:spPr>
              <a:xfrm>
                <a:off x="3336" y="1083"/>
                <a:ext cx="85" cy="17"/>
              </a:xfrm>
              <a:custGeom>
                <a:avLst/>
                <a:gdLst/>
                <a:ahLst/>
                <a:cxnLst>
                  <a:cxn ang="0">
                    <a:pos x="48" y="0"/>
                  </a:cxn>
                  <a:cxn ang="0">
                    <a:pos x="84" y="11"/>
                  </a:cxn>
                  <a:cxn ang="0">
                    <a:pos x="36" y="16"/>
                  </a:cxn>
                  <a:cxn ang="0">
                    <a:pos x="0" y="5"/>
                  </a:cxn>
                  <a:cxn ang="0">
                    <a:pos x="48" y="0"/>
                  </a:cxn>
                </a:cxnLst>
                <a:rect l="0" t="0" r="0" b="0"/>
                <a:pathLst>
                  <a:path w="85" h="17">
                    <a:moveTo>
                      <a:pt x="48" y="0"/>
                    </a:moveTo>
                    <a:lnTo>
                      <a:pt x="84" y="11"/>
                    </a:lnTo>
                    <a:lnTo>
                      <a:pt x="36" y="16"/>
                    </a:lnTo>
                    <a:lnTo>
                      <a:pt x="0" y="5"/>
                    </a:lnTo>
                    <a:lnTo>
                      <a:pt x="48"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336" name="Freeform 396"/>
              <p:cNvSpPr/>
              <p:nvPr/>
            </p:nvSpPr>
            <p:spPr>
              <a:xfrm>
                <a:off x="3322" y="1142"/>
                <a:ext cx="53" cy="17"/>
              </a:xfrm>
              <a:custGeom>
                <a:avLst/>
                <a:gdLst/>
                <a:ahLst/>
                <a:cxnLst>
                  <a:cxn ang="0">
                    <a:pos x="0" y="0"/>
                  </a:cxn>
                  <a:cxn ang="0">
                    <a:pos x="36" y="0"/>
                  </a:cxn>
                  <a:cxn ang="0">
                    <a:pos x="52" y="16"/>
                  </a:cxn>
                  <a:cxn ang="0">
                    <a:pos x="16" y="16"/>
                  </a:cxn>
                  <a:cxn ang="0">
                    <a:pos x="0" y="0"/>
                  </a:cxn>
                </a:cxnLst>
                <a:rect l="0" t="0" r="0" b="0"/>
                <a:pathLst>
                  <a:path w="53" h="17">
                    <a:moveTo>
                      <a:pt x="0" y="0"/>
                    </a:moveTo>
                    <a:lnTo>
                      <a:pt x="36" y="0"/>
                    </a:lnTo>
                    <a:lnTo>
                      <a:pt x="52" y="16"/>
                    </a:lnTo>
                    <a:lnTo>
                      <a:pt x="16" y="16"/>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337" name="Line 397"/>
              <p:cNvSpPr/>
              <p:nvPr/>
            </p:nvSpPr>
            <p:spPr>
              <a:xfrm>
                <a:off x="3327" y="1100"/>
                <a:ext cx="24" cy="1"/>
              </a:xfrm>
              <a:prstGeom prst="line">
                <a:avLst/>
              </a:prstGeom>
              <a:ln w="12700" cap="flat" cmpd="sng">
                <a:solidFill>
                  <a:schemeClr val="tx1"/>
                </a:solidFill>
                <a:prstDash val="solid"/>
                <a:headEnd type="none" w="med" len="med"/>
                <a:tailEnd type="none" w="med" len="med"/>
              </a:ln>
            </p:spPr>
          </p:sp>
          <p:sp>
            <p:nvSpPr>
              <p:cNvPr id="53338" name="Oval 398"/>
              <p:cNvSpPr/>
              <p:nvPr/>
            </p:nvSpPr>
            <p:spPr>
              <a:xfrm rot="-240000">
                <a:off x="3371" y="1101"/>
                <a:ext cx="17"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339" name="Line 399"/>
              <p:cNvSpPr/>
              <p:nvPr/>
            </p:nvSpPr>
            <p:spPr>
              <a:xfrm>
                <a:off x="3377" y="1095"/>
                <a:ext cx="3" cy="0"/>
              </a:xfrm>
              <a:prstGeom prst="line">
                <a:avLst/>
              </a:prstGeom>
              <a:ln w="12700" cap="flat" cmpd="sng">
                <a:solidFill>
                  <a:schemeClr val="tx1"/>
                </a:solidFill>
                <a:prstDash val="solid"/>
                <a:headEnd type="none" w="med" len="med"/>
                <a:tailEnd type="none" w="med" len="med"/>
              </a:ln>
            </p:spPr>
          </p:sp>
          <p:sp>
            <p:nvSpPr>
              <p:cNvPr id="53340" name="Line 400"/>
              <p:cNvSpPr/>
              <p:nvPr/>
            </p:nvSpPr>
            <p:spPr>
              <a:xfrm>
                <a:off x="3375" y="1103"/>
                <a:ext cx="5" cy="2"/>
              </a:xfrm>
              <a:prstGeom prst="line">
                <a:avLst/>
              </a:prstGeom>
              <a:ln w="12700" cap="flat" cmpd="sng">
                <a:solidFill>
                  <a:schemeClr val="tx1"/>
                </a:solidFill>
                <a:prstDash val="solid"/>
                <a:headEnd type="none" w="med" len="med"/>
                <a:tailEnd type="none" w="med" len="med"/>
              </a:ln>
            </p:spPr>
          </p:sp>
          <p:sp>
            <p:nvSpPr>
              <p:cNvPr id="53341" name="Oval 401"/>
              <p:cNvSpPr/>
              <p:nvPr/>
            </p:nvSpPr>
            <p:spPr>
              <a:xfrm rot="-240000">
                <a:off x="3365" y="1107"/>
                <a:ext cx="68" cy="3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342" name="Line 402"/>
              <p:cNvSpPr/>
              <p:nvPr/>
            </p:nvSpPr>
            <p:spPr>
              <a:xfrm>
                <a:off x="3421" y="1094"/>
                <a:ext cx="27" cy="1"/>
              </a:xfrm>
              <a:prstGeom prst="line">
                <a:avLst/>
              </a:prstGeom>
              <a:ln w="12700" cap="flat" cmpd="sng">
                <a:solidFill>
                  <a:schemeClr val="tx1"/>
                </a:solidFill>
                <a:prstDash val="solid"/>
                <a:headEnd type="none" w="med" len="med"/>
                <a:tailEnd type="none" w="med" len="med"/>
              </a:ln>
            </p:spPr>
          </p:sp>
          <p:sp>
            <p:nvSpPr>
              <p:cNvPr id="53343" name="Freeform 403"/>
              <p:cNvSpPr/>
              <p:nvPr/>
            </p:nvSpPr>
            <p:spPr>
              <a:xfrm>
                <a:off x="3373" y="1099"/>
                <a:ext cx="25" cy="19"/>
              </a:xfrm>
              <a:custGeom>
                <a:avLst/>
                <a:gdLst/>
                <a:ahLst/>
                <a:cxnLst>
                  <a:cxn ang="0">
                    <a:pos x="0" y="4"/>
                  </a:cxn>
                  <a:cxn ang="0">
                    <a:pos x="16" y="0"/>
                  </a:cxn>
                  <a:cxn ang="0">
                    <a:pos x="24" y="7"/>
                  </a:cxn>
                  <a:cxn ang="0">
                    <a:pos x="16" y="18"/>
                  </a:cxn>
                  <a:cxn ang="0">
                    <a:pos x="0" y="4"/>
                  </a:cxn>
                </a:cxnLst>
                <a:rect l="0" t="0" r="0" b="0"/>
                <a:pathLst>
                  <a:path w="25" h="19">
                    <a:moveTo>
                      <a:pt x="0" y="4"/>
                    </a:moveTo>
                    <a:lnTo>
                      <a:pt x="16" y="0"/>
                    </a:lnTo>
                    <a:lnTo>
                      <a:pt x="24" y="7"/>
                    </a:lnTo>
                    <a:lnTo>
                      <a:pt x="16" y="18"/>
                    </a:lnTo>
                    <a:lnTo>
                      <a:pt x="0" y="4"/>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344" name="Freeform 404"/>
              <p:cNvSpPr/>
              <p:nvPr/>
            </p:nvSpPr>
            <p:spPr>
              <a:xfrm>
                <a:off x="3374" y="1100"/>
                <a:ext cx="23" cy="17"/>
              </a:xfrm>
              <a:custGeom>
                <a:avLst/>
                <a:gdLst/>
                <a:ahLst/>
                <a:cxnLst>
                  <a:cxn ang="0">
                    <a:pos x="21" y="0"/>
                  </a:cxn>
                  <a:cxn ang="0">
                    <a:pos x="22" y="12"/>
                  </a:cxn>
                  <a:cxn ang="0">
                    <a:pos x="11" y="16"/>
                  </a:cxn>
                  <a:cxn ang="0">
                    <a:pos x="0" y="6"/>
                  </a:cxn>
                  <a:cxn ang="0">
                    <a:pos x="15" y="2"/>
                  </a:cxn>
                  <a:cxn ang="0">
                    <a:pos x="21" y="0"/>
                  </a:cxn>
                </a:cxnLst>
                <a:rect l="0" t="0" r="0" b="0"/>
                <a:pathLst>
                  <a:path w="23" h="17">
                    <a:moveTo>
                      <a:pt x="21" y="0"/>
                    </a:moveTo>
                    <a:lnTo>
                      <a:pt x="22" y="12"/>
                    </a:lnTo>
                    <a:lnTo>
                      <a:pt x="11" y="16"/>
                    </a:lnTo>
                    <a:lnTo>
                      <a:pt x="0" y="6"/>
                    </a:lnTo>
                    <a:lnTo>
                      <a:pt x="15" y="2"/>
                    </a:lnTo>
                    <a:lnTo>
                      <a:pt x="2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345" name="Rectangle 405"/>
              <p:cNvSpPr/>
              <p:nvPr/>
            </p:nvSpPr>
            <p:spPr>
              <a:xfrm rot="-240000">
                <a:off x="3318" y="1121"/>
                <a:ext cx="16" cy="8"/>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3346" name="Freeform 406"/>
              <p:cNvSpPr/>
              <p:nvPr/>
            </p:nvSpPr>
            <p:spPr>
              <a:xfrm>
                <a:off x="3224" y="1074"/>
                <a:ext cx="94" cy="103"/>
              </a:xfrm>
              <a:custGeom>
                <a:avLst/>
                <a:gdLst/>
                <a:ahLst/>
                <a:cxnLst>
                  <a:cxn ang="0">
                    <a:pos x="0" y="6"/>
                  </a:cxn>
                  <a:cxn ang="0">
                    <a:pos x="4" y="102"/>
                  </a:cxn>
                  <a:cxn ang="0">
                    <a:pos x="93" y="90"/>
                  </a:cxn>
                  <a:cxn ang="0">
                    <a:pos x="89" y="0"/>
                  </a:cxn>
                  <a:cxn ang="0">
                    <a:pos x="0" y="6"/>
                  </a:cxn>
                </a:cxnLst>
                <a:rect l="0" t="0" r="0" b="0"/>
                <a:pathLst>
                  <a:path w="94" h="103">
                    <a:moveTo>
                      <a:pt x="0" y="6"/>
                    </a:moveTo>
                    <a:lnTo>
                      <a:pt x="4" y="102"/>
                    </a:lnTo>
                    <a:lnTo>
                      <a:pt x="93" y="90"/>
                    </a:lnTo>
                    <a:lnTo>
                      <a:pt x="89" y="0"/>
                    </a:lnTo>
                    <a:lnTo>
                      <a:pt x="0" y="6"/>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347" name="Line 407"/>
              <p:cNvSpPr/>
              <p:nvPr/>
            </p:nvSpPr>
            <p:spPr>
              <a:xfrm>
                <a:off x="3384" y="1138"/>
                <a:ext cx="2" cy="1"/>
              </a:xfrm>
              <a:prstGeom prst="line">
                <a:avLst/>
              </a:prstGeom>
              <a:ln w="12700" cap="flat" cmpd="sng">
                <a:solidFill>
                  <a:schemeClr val="tx1"/>
                </a:solidFill>
                <a:prstDash val="solid"/>
                <a:headEnd type="none" w="med" len="med"/>
                <a:tailEnd type="none" w="med" len="med"/>
              </a:ln>
            </p:spPr>
          </p:sp>
          <p:sp>
            <p:nvSpPr>
              <p:cNvPr id="53348" name="Line 408"/>
              <p:cNvSpPr/>
              <p:nvPr/>
            </p:nvSpPr>
            <p:spPr>
              <a:xfrm>
                <a:off x="3383" y="1136"/>
                <a:ext cx="3" cy="1"/>
              </a:xfrm>
              <a:prstGeom prst="line">
                <a:avLst/>
              </a:prstGeom>
              <a:ln w="12700" cap="flat" cmpd="sng">
                <a:solidFill>
                  <a:schemeClr val="tx1"/>
                </a:solidFill>
                <a:prstDash val="solid"/>
                <a:headEnd type="none" w="med" len="med"/>
                <a:tailEnd type="none" w="med" len="med"/>
              </a:ln>
            </p:spPr>
          </p:sp>
          <p:sp>
            <p:nvSpPr>
              <p:cNvPr id="53349" name="Freeform 409"/>
              <p:cNvSpPr/>
              <p:nvPr/>
            </p:nvSpPr>
            <p:spPr>
              <a:xfrm>
                <a:off x="3374" y="1134"/>
                <a:ext cx="23" cy="18"/>
              </a:xfrm>
              <a:custGeom>
                <a:avLst/>
                <a:gdLst/>
                <a:ahLst/>
                <a:cxnLst>
                  <a:cxn ang="0">
                    <a:pos x="17" y="15"/>
                  </a:cxn>
                  <a:cxn ang="0">
                    <a:pos x="22" y="15"/>
                  </a:cxn>
                  <a:cxn ang="0">
                    <a:pos x="22" y="12"/>
                  </a:cxn>
                  <a:cxn ang="0">
                    <a:pos x="22" y="2"/>
                  </a:cxn>
                  <a:cxn ang="0">
                    <a:pos x="22" y="0"/>
                  </a:cxn>
                  <a:cxn ang="0">
                    <a:pos x="16" y="1"/>
                  </a:cxn>
                  <a:cxn ang="0">
                    <a:pos x="11" y="4"/>
                  </a:cxn>
                  <a:cxn ang="0">
                    <a:pos x="5" y="6"/>
                  </a:cxn>
                  <a:cxn ang="0">
                    <a:pos x="0" y="9"/>
                  </a:cxn>
                  <a:cxn ang="0">
                    <a:pos x="0" y="11"/>
                  </a:cxn>
                  <a:cxn ang="0">
                    <a:pos x="6" y="11"/>
                  </a:cxn>
                  <a:cxn ang="0">
                    <a:pos x="6" y="15"/>
                  </a:cxn>
                  <a:cxn ang="0">
                    <a:pos x="11" y="17"/>
                  </a:cxn>
                  <a:cxn ang="0">
                    <a:pos x="17" y="15"/>
                  </a:cxn>
                </a:cxnLst>
                <a:rect l="0" t="0" r="0" b="0"/>
                <a:pathLst>
                  <a:path w="23" h="18">
                    <a:moveTo>
                      <a:pt x="17" y="15"/>
                    </a:moveTo>
                    <a:lnTo>
                      <a:pt x="22" y="15"/>
                    </a:lnTo>
                    <a:lnTo>
                      <a:pt x="22" y="12"/>
                    </a:lnTo>
                    <a:lnTo>
                      <a:pt x="22" y="2"/>
                    </a:lnTo>
                    <a:lnTo>
                      <a:pt x="22" y="0"/>
                    </a:lnTo>
                    <a:lnTo>
                      <a:pt x="16" y="1"/>
                    </a:lnTo>
                    <a:lnTo>
                      <a:pt x="11" y="4"/>
                    </a:lnTo>
                    <a:lnTo>
                      <a:pt x="5" y="6"/>
                    </a:lnTo>
                    <a:lnTo>
                      <a:pt x="0" y="9"/>
                    </a:lnTo>
                    <a:lnTo>
                      <a:pt x="0" y="11"/>
                    </a:lnTo>
                    <a:lnTo>
                      <a:pt x="6" y="11"/>
                    </a:lnTo>
                    <a:lnTo>
                      <a:pt x="6" y="15"/>
                    </a:lnTo>
                    <a:lnTo>
                      <a:pt x="11" y="17"/>
                    </a:lnTo>
                    <a:lnTo>
                      <a:pt x="17"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50" name="Freeform 410"/>
              <p:cNvSpPr/>
              <p:nvPr/>
            </p:nvSpPr>
            <p:spPr>
              <a:xfrm>
                <a:off x="3374" y="1138"/>
                <a:ext cx="26" cy="17"/>
              </a:xfrm>
              <a:custGeom>
                <a:avLst/>
                <a:gdLst/>
                <a:ahLst/>
                <a:cxnLst>
                  <a:cxn ang="0">
                    <a:pos x="3" y="0"/>
                  </a:cxn>
                  <a:cxn ang="0">
                    <a:pos x="25" y="4"/>
                  </a:cxn>
                  <a:cxn ang="0">
                    <a:pos x="23" y="16"/>
                  </a:cxn>
                  <a:cxn ang="0">
                    <a:pos x="0" y="11"/>
                  </a:cxn>
                  <a:cxn ang="0">
                    <a:pos x="3" y="0"/>
                  </a:cxn>
                </a:cxnLst>
                <a:rect l="0" t="0" r="0" b="0"/>
                <a:pathLst>
                  <a:path w="26" h="17">
                    <a:moveTo>
                      <a:pt x="3" y="0"/>
                    </a:moveTo>
                    <a:lnTo>
                      <a:pt x="25" y="4"/>
                    </a:lnTo>
                    <a:lnTo>
                      <a:pt x="23" y="16"/>
                    </a:lnTo>
                    <a:lnTo>
                      <a:pt x="0" y="11"/>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51" name="Freeform 411"/>
              <p:cNvSpPr/>
              <p:nvPr/>
            </p:nvSpPr>
            <p:spPr>
              <a:xfrm>
                <a:off x="3388" y="1137"/>
                <a:ext cx="23" cy="17"/>
              </a:xfrm>
              <a:custGeom>
                <a:avLst/>
                <a:gdLst/>
                <a:ahLst/>
                <a:cxnLst>
                  <a:cxn ang="0">
                    <a:pos x="0" y="9"/>
                  </a:cxn>
                  <a:cxn ang="0">
                    <a:pos x="1" y="11"/>
                  </a:cxn>
                  <a:cxn ang="0">
                    <a:pos x="4" y="11"/>
                  </a:cxn>
                  <a:cxn ang="0">
                    <a:pos x="4" y="13"/>
                  </a:cxn>
                  <a:cxn ang="0">
                    <a:pos x="7" y="14"/>
                  </a:cxn>
                  <a:cxn ang="0">
                    <a:pos x="9" y="16"/>
                  </a:cxn>
                  <a:cxn ang="0">
                    <a:pos x="13" y="15"/>
                  </a:cxn>
                  <a:cxn ang="0">
                    <a:pos x="16" y="12"/>
                  </a:cxn>
                  <a:cxn ang="0">
                    <a:pos x="19" y="11"/>
                  </a:cxn>
                  <a:cxn ang="0">
                    <a:pos x="19" y="8"/>
                  </a:cxn>
                  <a:cxn ang="0">
                    <a:pos x="22" y="8"/>
                  </a:cxn>
                  <a:cxn ang="0">
                    <a:pos x="22" y="6"/>
                  </a:cxn>
                  <a:cxn ang="0">
                    <a:pos x="19" y="4"/>
                  </a:cxn>
                  <a:cxn ang="0">
                    <a:pos x="16" y="2"/>
                  </a:cxn>
                  <a:cxn ang="0">
                    <a:pos x="13" y="0"/>
                  </a:cxn>
                  <a:cxn ang="0">
                    <a:pos x="10" y="0"/>
                  </a:cxn>
                  <a:cxn ang="0">
                    <a:pos x="7" y="3"/>
                  </a:cxn>
                  <a:cxn ang="0">
                    <a:pos x="3" y="6"/>
                  </a:cxn>
                  <a:cxn ang="0">
                    <a:pos x="0" y="9"/>
                  </a:cxn>
                </a:cxnLst>
                <a:rect l="0" t="0" r="0" b="0"/>
                <a:pathLst>
                  <a:path w="23" h="17">
                    <a:moveTo>
                      <a:pt x="0" y="9"/>
                    </a:moveTo>
                    <a:lnTo>
                      <a:pt x="1" y="11"/>
                    </a:lnTo>
                    <a:lnTo>
                      <a:pt x="4" y="11"/>
                    </a:lnTo>
                    <a:lnTo>
                      <a:pt x="4" y="13"/>
                    </a:lnTo>
                    <a:lnTo>
                      <a:pt x="7" y="14"/>
                    </a:lnTo>
                    <a:lnTo>
                      <a:pt x="9" y="16"/>
                    </a:lnTo>
                    <a:lnTo>
                      <a:pt x="13" y="15"/>
                    </a:lnTo>
                    <a:lnTo>
                      <a:pt x="16" y="12"/>
                    </a:lnTo>
                    <a:lnTo>
                      <a:pt x="19" y="11"/>
                    </a:lnTo>
                    <a:lnTo>
                      <a:pt x="19" y="8"/>
                    </a:lnTo>
                    <a:lnTo>
                      <a:pt x="22" y="8"/>
                    </a:lnTo>
                    <a:lnTo>
                      <a:pt x="22" y="6"/>
                    </a:lnTo>
                    <a:lnTo>
                      <a:pt x="19" y="4"/>
                    </a:lnTo>
                    <a:lnTo>
                      <a:pt x="16" y="2"/>
                    </a:lnTo>
                    <a:lnTo>
                      <a:pt x="13" y="0"/>
                    </a:lnTo>
                    <a:lnTo>
                      <a:pt x="10" y="0"/>
                    </a:lnTo>
                    <a:lnTo>
                      <a:pt x="7" y="3"/>
                    </a:lnTo>
                    <a:lnTo>
                      <a:pt x="3"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52" name="Line 412"/>
              <p:cNvSpPr/>
              <p:nvPr/>
            </p:nvSpPr>
            <p:spPr>
              <a:xfrm>
                <a:off x="3374" y="1129"/>
                <a:ext cx="0" cy="1"/>
              </a:xfrm>
              <a:prstGeom prst="line">
                <a:avLst/>
              </a:prstGeom>
              <a:ln w="12700" cap="flat" cmpd="sng">
                <a:solidFill>
                  <a:schemeClr val="tx1"/>
                </a:solidFill>
                <a:prstDash val="solid"/>
                <a:headEnd type="none" w="med" len="med"/>
                <a:tailEnd type="none" w="med" len="med"/>
              </a:ln>
            </p:spPr>
          </p:sp>
          <p:sp>
            <p:nvSpPr>
              <p:cNvPr id="53353" name="Line 413"/>
              <p:cNvSpPr/>
              <p:nvPr/>
            </p:nvSpPr>
            <p:spPr>
              <a:xfrm>
                <a:off x="3374" y="1126"/>
                <a:ext cx="4" cy="1"/>
              </a:xfrm>
              <a:prstGeom prst="line">
                <a:avLst/>
              </a:prstGeom>
              <a:ln w="12700" cap="flat" cmpd="sng">
                <a:solidFill>
                  <a:schemeClr val="tx1"/>
                </a:solidFill>
                <a:prstDash val="solid"/>
                <a:headEnd type="none" w="med" len="med"/>
                <a:tailEnd type="none" w="med" len="med"/>
              </a:ln>
            </p:spPr>
          </p:sp>
          <p:sp>
            <p:nvSpPr>
              <p:cNvPr id="53354" name="Freeform 414"/>
              <p:cNvSpPr/>
              <p:nvPr/>
            </p:nvSpPr>
            <p:spPr>
              <a:xfrm>
                <a:off x="3366" y="1128"/>
                <a:ext cx="26" cy="17"/>
              </a:xfrm>
              <a:custGeom>
                <a:avLst/>
                <a:gdLst/>
                <a:ahLst/>
                <a:cxnLst>
                  <a:cxn ang="0">
                    <a:pos x="19" y="16"/>
                  </a:cxn>
                  <a:cxn ang="0">
                    <a:pos x="25" y="14"/>
                  </a:cxn>
                  <a:cxn ang="0">
                    <a:pos x="25" y="12"/>
                  </a:cxn>
                  <a:cxn ang="0">
                    <a:pos x="23" y="2"/>
                  </a:cxn>
                  <a:cxn ang="0">
                    <a:pos x="23" y="0"/>
                  </a:cxn>
                  <a:cxn ang="0">
                    <a:pos x="17" y="0"/>
                  </a:cxn>
                  <a:cxn ang="0">
                    <a:pos x="11" y="0"/>
                  </a:cxn>
                  <a:cxn ang="0">
                    <a:pos x="6" y="3"/>
                  </a:cxn>
                  <a:cxn ang="0">
                    <a:pos x="6" y="5"/>
                  </a:cxn>
                  <a:cxn ang="0">
                    <a:pos x="0" y="5"/>
                  </a:cxn>
                  <a:cxn ang="0">
                    <a:pos x="0" y="7"/>
                  </a:cxn>
                  <a:cxn ang="0">
                    <a:pos x="6" y="9"/>
                  </a:cxn>
                  <a:cxn ang="0">
                    <a:pos x="6" y="12"/>
                  </a:cxn>
                  <a:cxn ang="0">
                    <a:pos x="12" y="13"/>
                  </a:cxn>
                  <a:cxn ang="0">
                    <a:pos x="19" y="16"/>
                  </a:cxn>
                </a:cxnLst>
                <a:rect l="0" t="0" r="0" b="0"/>
                <a:pathLst>
                  <a:path w="26" h="17">
                    <a:moveTo>
                      <a:pt x="19" y="16"/>
                    </a:moveTo>
                    <a:lnTo>
                      <a:pt x="25" y="14"/>
                    </a:lnTo>
                    <a:lnTo>
                      <a:pt x="25" y="12"/>
                    </a:lnTo>
                    <a:lnTo>
                      <a:pt x="23" y="2"/>
                    </a:lnTo>
                    <a:lnTo>
                      <a:pt x="23" y="0"/>
                    </a:lnTo>
                    <a:lnTo>
                      <a:pt x="17" y="0"/>
                    </a:lnTo>
                    <a:lnTo>
                      <a:pt x="11" y="0"/>
                    </a:lnTo>
                    <a:lnTo>
                      <a:pt x="6" y="3"/>
                    </a:lnTo>
                    <a:lnTo>
                      <a:pt x="6" y="5"/>
                    </a:lnTo>
                    <a:lnTo>
                      <a:pt x="0" y="5"/>
                    </a:lnTo>
                    <a:lnTo>
                      <a:pt x="0" y="7"/>
                    </a:lnTo>
                    <a:lnTo>
                      <a:pt x="6" y="9"/>
                    </a:lnTo>
                    <a:lnTo>
                      <a:pt x="6" y="12"/>
                    </a:lnTo>
                    <a:lnTo>
                      <a:pt x="12" y="13"/>
                    </a:lnTo>
                    <a:lnTo>
                      <a:pt x="19"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55" name="Freeform 415"/>
              <p:cNvSpPr/>
              <p:nvPr/>
            </p:nvSpPr>
            <p:spPr>
              <a:xfrm>
                <a:off x="3365" y="1127"/>
                <a:ext cx="26" cy="17"/>
              </a:xfrm>
              <a:custGeom>
                <a:avLst/>
                <a:gdLst/>
                <a:ahLst/>
                <a:cxnLst>
                  <a:cxn ang="0">
                    <a:pos x="3" y="0"/>
                  </a:cxn>
                  <a:cxn ang="0">
                    <a:pos x="25" y="5"/>
                  </a:cxn>
                  <a:cxn ang="0">
                    <a:pos x="24" y="16"/>
                  </a:cxn>
                  <a:cxn ang="0">
                    <a:pos x="0" y="10"/>
                  </a:cxn>
                  <a:cxn ang="0">
                    <a:pos x="3" y="0"/>
                  </a:cxn>
                </a:cxnLst>
                <a:rect l="0" t="0" r="0" b="0"/>
                <a:pathLst>
                  <a:path w="26" h="17">
                    <a:moveTo>
                      <a:pt x="3" y="0"/>
                    </a:moveTo>
                    <a:lnTo>
                      <a:pt x="25" y="5"/>
                    </a:lnTo>
                    <a:lnTo>
                      <a:pt x="24" y="16"/>
                    </a:lnTo>
                    <a:lnTo>
                      <a:pt x="0" y="10"/>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56" name="Freeform 416"/>
              <p:cNvSpPr/>
              <p:nvPr/>
            </p:nvSpPr>
            <p:spPr>
              <a:xfrm>
                <a:off x="3379" y="1126"/>
                <a:ext cx="24" cy="17"/>
              </a:xfrm>
              <a:custGeom>
                <a:avLst/>
                <a:gdLst/>
                <a:ahLst/>
                <a:cxnLst>
                  <a:cxn ang="0">
                    <a:pos x="0" y="6"/>
                  </a:cxn>
                  <a:cxn ang="0">
                    <a:pos x="1" y="10"/>
                  </a:cxn>
                  <a:cxn ang="0">
                    <a:pos x="4" y="9"/>
                  </a:cxn>
                  <a:cxn ang="0">
                    <a:pos x="4" y="14"/>
                  </a:cxn>
                  <a:cxn ang="0">
                    <a:pos x="8" y="16"/>
                  </a:cxn>
                  <a:cxn ang="0">
                    <a:pos x="11" y="16"/>
                  </a:cxn>
                  <a:cxn ang="0">
                    <a:pos x="14" y="16"/>
                  </a:cxn>
                  <a:cxn ang="0">
                    <a:pos x="17" y="16"/>
                  </a:cxn>
                  <a:cxn ang="0">
                    <a:pos x="20" y="13"/>
                  </a:cxn>
                  <a:cxn ang="0">
                    <a:pos x="19" y="7"/>
                  </a:cxn>
                  <a:cxn ang="0">
                    <a:pos x="23" y="7"/>
                  </a:cxn>
                  <a:cxn ang="0">
                    <a:pos x="23" y="5"/>
                  </a:cxn>
                  <a:cxn ang="0">
                    <a:pos x="19" y="3"/>
                  </a:cxn>
                  <a:cxn ang="0">
                    <a:pos x="19" y="0"/>
                  </a:cxn>
                  <a:cxn ang="0">
                    <a:pos x="16" y="0"/>
                  </a:cxn>
                  <a:cxn ang="0">
                    <a:pos x="12" y="1"/>
                  </a:cxn>
                  <a:cxn ang="0">
                    <a:pos x="7" y="1"/>
                  </a:cxn>
                  <a:cxn ang="0">
                    <a:pos x="4" y="2"/>
                  </a:cxn>
                  <a:cxn ang="0">
                    <a:pos x="4" y="4"/>
                  </a:cxn>
                  <a:cxn ang="0">
                    <a:pos x="0" y="6"/>
                  </a:cxn>
                </a:cxnLst>
                <a:rect l="0" t="0" r="0" b="0"/>
                <a:pathLst>
                  <a:path w="24" h="17">
                    <a:moveTo>
                      <a:pt x="0" y="6"/>
                    </a:moveTo>
                    <a:lnTo>
                      <a:pt x="1" y="10"/>
                    </a:lnTo>
                    <a:lnTo>
                      <a:pt x="4" y="9"/>
                    </a:lnTo>
                    <a:lnTo>
                      <a:pt x="4" y="14"/>
                    </a:lnTo>
                    <a:lnTo>
                      <a:pt x="8" y="16"/>
                    </a:lnTo>
                    <a:lnTo>
                      <a:pt x="11" y="16"/>
                    </a:lnTo>
                    <a:lnTo>
                      <a:pt x="14" y="16"/>
                    </a:lnTo>
                    <a:lnTo>
                      <a:pt x="17" y="16"/>
                    </a:lnTo>
                    <a:lnTo>
                      <a:pt x="20" y="13"/>
                    </a:lnTo>
                    <a:lnTo>
                      <a:pt x="19" y="7"/>
                    </a:lnTo>
                    <a:lnTo>
                      <a:pt x="23" y="7"/>
                    </a:lnTo>
                    <a:lnTo>
                      <a:pt x="23" y="5"/>
                    </a:lnTo>
                    <a:lnTo>
                      <a:pt x="19" y="3"/>
                    </a:lnTo>
                    <a:lnTo>
                      <a:pt x="19" y="0"/>
                    </a:lnTo>
                    <a:lnTo>
                      <a:pt x="16" y="0"/>
                    </a:lnTo>
                    <a:lnTo>
                      <a:pt x="12" y="1"/>
                    </a:lnTo>
                    <a:lnTo>
                      <a:pt x="7" y="1"/>
                    </a:lnTo>
                    <a:lnTo>
                      <a:pt x="4" y="2"/>
                    </a:lnTo>
                    <a:lnTo>
                      <a:pt x="4" y="4"/>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57" name="Line 417"/>
              <p:cNvSpPr/>
              <p:nvPr/>
            </p:nvSpPr>
            <p:spPr>
              <a:xfrm>
                <a:off x="3379" y="1117"/>
                <a:ext cx="4" cy="0"/>
              </a:xfrm>
              <a:prstGeom prst="line">
                <a:avLst/>
              </a:prstGeom>
              <a:ln w="12700" cap="flat" cmpd="sng">
                <a:solidFill>
                  <a:schemeClr val="tx1"/>
                </a:solidFill>
                <a:prstDash val="solid"/>
                <a:headEnd type="none" w="med" len="med"/>
                <a:tailEnd type="none" w="med" len="med"/>
              </a:ln>
            </p:spPr>
          </p:sp>
          <p:sp>
            <p:nvSpPr>
              <p:cNvPr id="53358" name="Line 418"/>
              <p:cNvSpPr/>
              <p:nvPr/>
            </p:nvSpPr>
            <p:spPr>
              <a:xfrm>
                <a:off x="3382" y="1115"/>
                <a:ext cx="3" cy="0"/>
              </a:xfrm>
              <a:prstGeom prst="line">
                <a:avLst/>
              </a:prstGeom>
              <a:ln w="12700" cap="flat" cmpd="sng">
                <a:solidFill>
                  <a:schemeClr val="tx1"/>
                </a:solidFill>
                <a:prstDash val="solid"/>
                <a:headEnd type="none" w="med" len="med"/>
                <a:tailEnd type="none" w="med" len="med"/>
              </a:ln>
            </p:spPr>
          </p:sp>
          <p:sp>
            <p:nvSpPr>
              <p:cNvPr id="53359" name="Freeform 419"/>
              <p:cNvSpPr/>
              <p:nvPr/>
            </p:nvSpPr>
            <p:spPr>
              <a:xfrm>
                <a:off x="3373" y="1112"/>
                <a:ext cx="25" cy="18"/>
              </a:xfrm>
              <a:custGeom>
                <a:avLst/>
                <a:gdLst/>
                <a:ahLst/>
                <a:cxnLst>
                  <a:cxn ang="0">
                    <a:pos x="18" y="16"/>
                  </a:cxn>
                  <a:cxn ang="0">
                    <a:pos x="18" y="14"/>
                  </a:cxn>
                  <a:cxn ang="0">
                    <a:pos x="24" y="13"/>
                  </a:cxn>
                  <a:cxn ang="0">
                    <a:pos x="23" y="2"/>
                  </a:cxn>
                  <a:cxn ang="0">
                    <a:pos x="18" y="3"/>
                  </a:cxn>
                  <a:cxn ang="0">
                    <a:pos x="18" y="0"/>
                  </a:cxn>
                  <a:cxn ang="0">
                    <a:pos x="12" y="1"/>
                  </a:cxn>
                  <a:cxn ang="0">
                    <a:pos x="12" y="3"/>
                  </a:cxn>
                  <a:cxn ang="0">
                    <a:pos x="6" y="3"/>
                  </a:cxn>
                  <a:cxn ang="0">
                    <a:pos x="0" y="7"/>
                  </a:cxn>
                  <a:cxn ang="0">
                    <a:pos x="0" y="8"/>
                  </a:cxn>
                  <a:cxn ang="0">
                    <a:pos x="1" y="11"/>
                  </a:cxn>
                  <a:cxn ang="0">
                    <a:pos x="1" y="13"/>
                  </a:cxn>
                  <a:cxn ang="0">
                    <a:pos x="6" y="15"/>
                  </a:cxn>
                  <a:cxn ang="0">
                    <a:pos x="12" y="15"/>
                  </a:cxn>
                  <a:cxn ang="0">
                    <a:pos x="12" y="17"/>
                  </a:cxn>
                  <a:cxn ang="0">
                    <a:pos x="18" y="16"/>
                  </a:cxn>
                </a:cxnLst>
                <a:rect l="0" t="0" r="0" b="0"/>
                <a:pathLst>
                  <a:path w="25" h="18">
                    <a:moveTo>
                      <a:pt x="18" y="16"/>
                    </a:moveTo>
                    <a:lnTo>
                      <a:pt x="18" y="14"/>
                    </a:lnTo>
                    <a:lnTo>
                      <a:pt x="24" y="13"/>
                    </a:lnTo>
                    <a:lnTo>
                      <a:pt x="23" y="2"/>
                    </a:lnTo>
                    <a:lnTo>
                      <a:pt x="18" y="3"/>
                    </a:lnTo>
                    <a:lnTo>
                      <a:pt x="18" y="0"/>
                    </a:lnTo>
                    <a:lnTo>
                      <a:pt x="12" y="1"/>
                    </a:lnTo>
                    <a:lnTo>
                      <a:pt x="12" y="3"/>
                    </a:lnTo>
                    <a:lnTo>
                      <a:pt x="6" y="3"/>
                    </a:lnTo>
                    <a:lnTo>
                      <a:pt x="0" y="7"/>
                    </a:lnTo>
                    <a:lnTo>
                      <a:pt x="0" y="8"/>
                    </a:lnTo>
                    <a:lnTo>
                      <a:pt x="1" y="11"/>
                    </a:lnTo>
                    <a:lnTo>
                      <a:pt x="1" y="13"/>
                    </a:lnTo>
                    <a:lnTo>
                      <a:pt x="6" y="15"/>
                    </a:lnTo>
                    <a:lnTo>
                      <a:pt x="12" y="15"/>
                    </a:lnTo>
                    <a:lnTo>
                      <a:pt x="12" y="17"/>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60" name="Freeform 420"/>
              <p:cNvSpPr/>
              <p:nvPr/>
            </p:nvSpPr>
            <p:spPr>
              <a:xfrm>
                <a:off x="3372" y="1117"/>
                <a:ext cx="27" cy="17"/>
              </a:xfrm>
              <a:custGeom>
                <a:avLst/>
                <a:gdLst/>
                <a:ahLst/>
                <a:cxnLst>
                  <a:cxn ang="0">
                    <a:pos x="2" y="0"/>
                  </a:cxn>
                  <a:cxn ang="0">
                    <a:pos x="26" y="5"/>
                  </a:cxn>
                  <a:cxn ang="0">
                    <a:pos x="24" y="16"/>
                  </a:cxn>
                  <a:cxn ang="0">
                    <a:pos x="0" y="10"/>
                  </a:cxn>
                  <a:cxn ang="0">
                    <a:pos x="2" y="0"/>
                  </a:cxn>
                </a:cxnLst>
                <a:rect l="0" t="0" r="0" b="0"/>
                <a:pathLst>
                  <a:path w="27" h="17">
                    <a:moveTo>
                      <a:pt x="2" y="0"/>
                    </a:moveTo>
                    <a:lnTo>
                      <a:pt x="26" y="5"/>
                    </a:lnTo>
                    <a:lnTo>
                      <a:pt x="24" y="16"/>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61" name="Freeform 421"/>
              <p:cNvSpPr/>
              <p:nvPr/>
            </p:nvSpPr>
            <p:spPr>
              <a:xfrm>
                <a:off x="3384" y="1116"/>
                <a:ext cx="24" cy="17"/>
              </a:xfrm>
              <a:custGeom>
                <a:avLst/>
                <a:gdLst/>
                <a:ahLst/>
                <a:cxnLst>
                  <a:cxn ang="0">
                    <a:pos x="0" y="8"/>
                  </a:cxn>
                  <a:cxn ang="0">
                    <a:pos x="1" y="10"/>
                  </a:cxn>
                  <a:cxn ang="0">
                    <a:pos x="1" y="12"/>
                  </a:cxn>
                  <a:cxn ang="0">
                    <a:pos x="8" y="16"/>
                  </a:cxn>
                  <a:cxn ang="0">
                    <a:pos x="12" y="15"/>
                  </a:cxn>
                  <a:cxn ang="0">
                    <a:pos x="12" y="13"/>
                  </a:cxn>
                  <a:cxn ang="0">
                    <a:pos x="16" y="12"/>
                  </a:cxn>
                  <a:cxn ang="0">
                    <a:pos x="20" y="10"/>
                  </a:cxn>
                  <a:cxn ang="0">
                    <a:pos x="19" y="7"/>
                  </a:cxn>
                  <a:cxn ang="0">
                    <a:pos x="23" y="7"/>
                  </a:cxn>
                  <a:cxn ang="0">
                    <a:pos x="23" y="3"/>
                  </a:cxn>
                  <a:cxn ang="0">
                    <a:pos x="19" y="3"/>
                  </a:cxn>
                  <a:cxn ang="0">
                    <a:pos x="19" y="1"/>
                  </a:cxn>
                  <a:cxn ang="0">
                    <a:pos x="15" y="0"/>
                  </a:cxn>
                  <a:cxn ang="0">
                    <a:pos x="12" y="0"/>
                  </a:cxn>
                  <a:cxn ang="0">
                    <a:pos x="8" y="0"/>
                  </a:cxn>
                  <a:cxn ang="0">
                    <a:pos x="0" y="6"/>
                  </a:cxn>
                  <a:cxn ang="0">
                    <a:pos x="0" y="8"/>
                  </a:cxn>
                </a:cxnLst>
                <a:rect l="0" t="0" r="0" b="0"/>
                <a:pathLst>
                  <a:path w="24" h="17">
                    <a:moveTo>
                      <a:pt x="0" y="8"/>
                    </a:moveTo>
                    <a:lnTo>
                      <a:pt x="1" y="10"/>
                    </a:lnTo>
                    <a:lnTo>
                      <a:pt x="1" y="12"/>
                    </a:lnTo>
                    <a:lnTo>
                      <a:pt x="8" y="16"/>
                    </a:lnTo>
                    <a:lnTo>
                      <a:pt x="12" y="15"/>
                    </a:lnTo>
                    <a:lnTo>
                      <a:pt x="12" y="13"/>
                    </a:lnTo>
                    <a:lnTo>
                      <a:pt x="16" y="12"/>
                    </a:lnTo>
                    <a:lnTo>
                      <a:pt x="20" y="10"/>
                    </a:lnTo>
                    <a:lnTo>
                      <a:pt x="19" y="7"/>
                    </a:lnTo>
                    <a:lnTo>
                      <a:pt x="23" y="7"/>
                    </a:lnTo>
                    <a:lnTo>
                      <a:pt x="23" y="3"/>
                    </a:lnTo>
                    <a:lnTo>
                      <a:pt x="19" y="3"/>
                    </a:lnTo>
                    <a:lnTo>
                      <a:pt x="19" y="1"/>
                    </a:lnTo>
                    <a:lnTo>
                      <a:pt x="15" y="0"/>
                    </a:lnTo>
                    <a:lnTo>
                      <a:pt x="12" y="0"/>
                    </a:lnTo>
                    <a:lnTo>
                      <a:pt x="8" y="0"/>
                    </a:lnTo>
                    <a:lnTo>
                      <a:pt x="0" y="6"/>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62" name="Line 422"/>
              <p:cNvSpPr/>
              <p:nvPr/>
            </p:nvSpPr>
            <p:spPr>
              <a:xfrm>
                <a:off x="3403" y="1109"/>
                <a:ext cx="4" cy="1"/>
              </a:xfrm>
              <a:prstGeom prst="line">
                <a:avLst/>
              </a:prstGeom>
              <a:ln w="12700" cap="flat" cmpd="sng">
                <a:solidFill>
                  <a:schemeClr val="tx1"/>
                </a:solidFill>
                <a:prstDash val="solid"/>
                <a:headEnd type="none" w="med" len="med"/>
                <a:tailEnd type="none" w="med" len="med"/>
              </a:ln>
            </p:spPr>
          </p:sp>
          <p:sp>
            <p:nvSpPr>
              <p:cNvPr id="53363" name="Line 423"/>
              <p:cNvSpPr/>
              <p:nvPr/>
            </p:nvSpPr>
            <p:spPr>
              <a:xfrm>
                <a:off x="3404" y="1109"/>
                <a:ext cx="2" cy="1"/>
              </a:xfrm>
              <a:prstGeom prst="line">
                <a:avLst/>
              </a:prstGeom>
              <a:ln w="12700" cap="flat" cmpd="sng">
                <a:solidFill>
                  <a:schemeClr val="tx1"/>
                </a:solidFill>
                <a:prstDash val="solid"/>
                <a:headEnd type="none" w="med" len="med"/>
                <a:tailEnd type="none" w="med" len="med"/>
              </a:ln>
            </p:spPr>
          </p:sp>
          <p:sp>
            <p:nvSpPr>
              <p:cNvPr id="53364" name="Freeform 424"/>
              <p:cNvSpPr/>
              <p:nvPr/>
            </p:nvSpPr>
            <p:spPr>
              <a:xfrm>
                <a:off x="3396" y="1108"/>
                <a:ext cx="23" cy="17"/>
              </a:xfrm>
              <a:custGeom>
                <a:avLst/>
                <a:gdLst/>
                <a:ahLst/>
                <a:cxnLst>
                  <a:cxn ang="0">
                    <a:pos x="16" y="16"/>
                  </a:cxn>
                  <a:cxn ang="0">
                    <a:pos x="22" y="16"/>
                  </a:cxn>
                  <a:cxn ang="0">
                    <a:pos x="22" y="13"/>
                  </a:cxn>
                  <a:cxn ang="0">
                    <a:pos x="22" y="2"/>
                  </a:cxn>
                  <a:cxn ang="0">
                    <a:pos x="22" y="0"/>
                  </a:cxn>
                  <a:cxn ang="0">
                    <a:pos x="16" y="0"/>
                  </a:cxn>
                  <a:cxn ang="0">
                    <a:pos x="11" y="3"/>
                  </a:cxn>
                  <a:cxn ang="0">
                    <a:pos x="5" y="5"/>
                  </a:cxn>
                  <a:cxn ang="0">
                    <a:pos x="0" y="9"/>
                  </a:cxn>
                  <a:cxn ang="0">
                    <a:pos x="0" y="11"/>
                  </a:cxn>
                  <a:cxn ang="0">
                    <a:pos x="5" y="12"/>
                  </a:cxn>
                  <a:cxn ang="0">
                    <a:pos x="11" y="14"/>
                  </a:cxn>
                  <a:cxn ang="0">
                    <a:pos x="16" y="16"/>
                  </a:cxn>
                </a:cxnLst>
                <a:rect l="0" t="0" r="0" b="0"/>
                <a:pathLst>
                  <a:path w="23" h="17">
                    <a:moveTo>
                      <a:pt x="16" y="16"/>
                    </a:moveTo>
                    <a:lnTo>
                      <a:pt x="22" y="16"/>
                    </a:lnTo>
                    <a:lnTo>
                      <a:pt x="22" y="13"/>
                    </a:lnTo>
                    <a:lnTo>
                      <a:pt x="22" y="2"/>
                    </a:lnTo>
                    <a:lnTo>
                      <a:pt x="22" y="0"/>
                    </a:lnTo>
                    <a:lnTo>
                      <a:pt x="16" y="0"/>
                    </a:lnTo>
                    <a:lnTo>
                      <a:pt x="11" y="3"/>
                    </a:lnTo>
                    <a:lnTo>
                      <a:pt x="5" y="5"/>
                    </a:lnTo>
                    <a:lnTo>
                      <a:pt x="0" y="9"/>
                    </a:lnTo>
                    <a:lnTo>
                      <a:pt x="0" y="11"/>
                    </a:lnTo>
                    <a:lnTo>
                      <a:pt x="5" y="12"/>
                    </a:lnTo>
                    <a:lnTo>
                      <a:pt x="11" y="14"/>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65" name="Freeform 425"/>
              <p:cNvSpPr/>
              <p:nvPr/>
            </p:nvSpPr>
            <p:spPr>
              <a:xfrm>
                <a:off x="3395" y="1111"/>
                <a:ext cx="26" cy="17"/>
              </a:xfrm>
              <a:custGeom>
                <a:avLst/>
                <a:gdLst/>
                <a:ahLst/>
                <a:cxnLst>
                  <a:cxn ang="0">
                    <a:pos x="2" y="0"/>
                  </a:cxn>
                  <a:cxn ang="0">
                    <a:pos x="25" y="4"/>
                  </a:cxn>
                  <a:cxn ang="0">
                    <a:pos x="23" y="16"/>
                  </a:cxn>
                  <a:cxn ang="0">
                    <a:pos x="0" y="12"/>
                  </a:cxn>
                  <a:cxn ang="0">
                    <a:pos x="2" y="0"/>
                  </a:cxn>
                </a:cxnLst>
                <a:rect l="0" t="0" r="0" b="0"/>
                <a:pathLst>
                  <a:path w="26" h="17">
                    <a:moveTo>
                      <a:pt x="2" y="0"/>
                    </a:moveTo>
                    <a:lnTo>
                      <a:pt x="25" y="4"/>
                    </a:lnTo>
                    <a:lnTo>
                      <a:pt x="23" y="16"/>
                    </a:lnTo>
                    <a:lnTo>
                      <a:pt x="0" y="12"/>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66" name="Freeform 426"/>
              <p:cNvSpPr/>
              <p:nvPr/>
            </p:nvSpPr>
            <p:spPr>
              <a:xfrm>
                <a:off x="3408" y="1108"/>
                <a:ext cx="25" cy="18"/>
              </a:xfrm>
              <a:custGeom>
                <a:avLst/>
                <a:gdLst/>
                <a:ahLst/>
                <a:cxnLst>
                  <a:cxn ang="0">
                    <a:pos x="0" y="9"/>
                  </a:cxn>
                  <a:cxn ang="0">
                    <a:pos x="3" y="10"/>
                  </a:cxn>
                  <a:cxn ang="0">
                    <a:pos x="3" y="13"/>
                  </a:cxn>
                  <a:cxn ang="0">
                    <a:pos x="8" y="15"/>
                  </a:cxn>
                  <a:cxn ang="0">
                    <a:pos x="11" y="17"/>
                  </a:cxn>
                  <a:cxn ang="0">
                    <a:pos x="14" y="16"/>
                  </a:cxn>
                  <a:cxn ang="0">
                    <a:pos x="14" y="13"/>
                  </a:cxn>
                  <a:cxn ang="0">
                    <a:pos x="17" y="14"/>
                  </a:cxn>
                  <a:cxn ang="0">
                    <a:pos x="20" y="11"/>
                  </a:cxn>
                  <a:cxn ang="0">
                    <a:pos x="20" y="9"/>
                  </a:cxn>
                  <a:cxn ang="0">
                    <a:pos x="24" y="6"/>
                  </a:cxn>
                  <a:cxn ang="0">
                    <a:pos x="24" y="4"/>
                  </a:cxn>
                  <a:cxn ang="0">
                    <a:pos x="20" y="5"/>
                  </a:cxn>
                  <a:cxn ang="0">
                    <a:pos x="20" y="2"/>
                  </a:cxn>
                  <a:cxn ang="0">
                    <a:pos x="16" y="0"/>
                  </a:cxn>
                  <a:cxn ang="0">
                    <a:pos x="13" y="1"/>
                  </a:cxn>
                  <a:cxn ang="0">
                    <a:pos x="9" y="1"/>
                  </a:cxn>
                  <a:cxn ang="0">
                    <a:pos x="7" y="1"/>
                  </a:cxn>
                  <a:cxn ang="0">
                    <a:pos x="4" y="4"/>
                  </a:cxn>
                  <a:cxn ang="0">
                    <a:pos x="4" y="6"/>
                  </a:cxn>
                  <a:cxn ang="0">
                    <a:pos x="0" y="7"/>
                  </a:cxn>
                  <a:cxn ang="0">
                    <a:pos x="0" y="9"/>
                  </a:cxn>
                </a:cxnLst>
                <a:rect l="0" t="0" r="0" b="0"/>
                <a:pathLst>
                  <a:path w="25" h="18">
                    <a:moveTo>
                      <a:pt x="0" y="9"/>
                    </a:moveTo>
                    <a:lnTo>
                      <a:pt x="3" y="10"/>
                    </a:lnTo>
                    <a:lnTo>
                      <a:pt x="3" y="13"/>
                    </a:lnTo>
                    <a:lnTo>
                      <a:pt x="8" y="15"/>
                    </a:lnTo>
                    <a:lnTo>
                      <a:pt x="11" y="17"/>
                    </a:lnTo>
                    <a:lnTo>
                      <a:pt x="14" y="16"/>
                    </a:lnTo>
                    <a:lnTo>
                      <a:pt x="14" y="13"/>
                    </a:lnTo>
                    <a:lnTo>
                      <a:pt x="17" y="14"/>
                    </a:lnTo>
                    <a:lnTo>
                      <a:pt x="20" y="11"/>
                    </a:lnTo>
                    <a:lnTo>
                      <a:pt x="20" y="9"/>
                    </a:lnTo>
                    <a:lnTo>
                      <a:pt x="24" y="6"/>
                    </a:lnTo>
                    <a:lnTo>
                      <a:pt x="24" y="4"/>
                    </a:lnTo>
                    <a:lnTo>
                      <a:pt x="20" y="5"/>
                    </a:lnTo>
                    <a:lnTo>
                      <a:pt x="20" y="2"/>
                    </a:lnTo>
                    <a:lnTo>
                      <a:pt x="16" y="0"/>
                    </a:lnTo>
                    <a:lnTo>
                      <a:pt x="13" y="1"/>
                    </a:lnTo>
                    <a:lnTo>
                      <a:pt x="9" y="1"/>
                    </a:lnTo>
                    <a:lnTo>
                      <a:pt x="7" y="1"/>
                    </a:lnTo>
                    <a:lnTo>
                      <a:pt x="4" y="4"/>
                    </a:lnTo>
                    <a:lnTo>
                      <a:pt x="4" y="6"/>
                    </a:lnTo>
                    <a:lnTo>
                      <a:pt x="0" y="7"/>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67" name="Line 427"/>
              <p:cNvSpPr/>
              <p:nvPr/>
            </p:nvSpPr>
            <p:spPr>
              <a:xfrm>
                <a:off x="3423" y="1112"/>
                <a:ext cx="2" cy="0"/>
              </a:xfrm>
              <a:prstGeom prst="line">
                <a:avLst/>
              </a:prstGeom>
              <a:ln w="12700" cap="flat" cmpd="sng">
                <a:solidFill>
                  <a:schemeClr val="tx1"/>
                </a:solidFill>
                <a:prstDash val="solid"/>
                <a:headEnd type="none" w="med" len="med"/>
                <a:tailEnd type="none" w="med" len="med"/>
              </a:ln>
            </p:spPr>
          </p:sp>
          <p:sp>
            <p:nvSpPr>
              <p:cNvPr id="53368" name="Line 428"/>
              <p:cNvSpPr/>
              <p:nvPr/>
            </p:nvSpPr>
            <p:spPr>
              <a:xfrm>
                <a:off x="3424" y="1109"/>
                <a:ext cx="5" cy="0"/>
              </a:xfrm>
              <a:prstGeom prst="line">
                <a:avLst/>
              </a:prstGeom>
              <a:ln w="12700" cap="flat" cmpd="sng">
                <a:solidFill>
                  <a:schemeClr val="tx1"/>
                </a:solidFill>
                <a:prstDash val="solid"/>
                <a:headEnd type="none" w="med" len="med"/>
                <a:tailEnd type="none" w="med" len="med"/>
              </a:ln>
            </p:spPr>
          </p:sp>
          <p:sp>
            <p:nvSpPr>
              <p:cNvPr id="53369" name="Freeform 429"/>
              <p:cNvSpPr/>
              <p:nvPr/>
            </p:nvSpPr>
            <p:spPr>
              <a:xfrm>
                <a:off x="3417" y="1108"/>
                <a:ext cx="23" cy="18"/>
              </a:xfrm>
              <a:custGeom>
                <a:avLst/>
                <a:gdLst/>
                <a:ahLst/>
                <a:cxnLst>
                  <a:cxn ang="0">
                    <a:pos x="17" y="16"/>
                  </a:cxn>
                  <a:cxn ang="0">
                    <a:pos x="22" y="15"/>
                  </a:cxn>
                  <a:cxn ang="0">
                    <a:pos x="22" y="12"/>
                  </a:cxn>
                  <a:cxn ang="0">
                    <a:pos x="22" y="2"/>
                  </a:cxn>
                  <a:cxn ang="0">
                    <a:pos x="22" y="0"/>
                  </a:cxn>
                  <a:cxn ang="0">
                    <a:pos x="16" y="0"/>
                  </a:cxn>
                  <a:cxn ang="0">
                    <a:pos x="11" y="1"/>
                  </a:cxn>
                  <a:cxn ang="0">
                    <a:pos x="6" y="7"/>
                  </a:cxn>
                  <a:cxn ang="0">
                    <a:pos x="0" y="11"/>
                  </a:cxn>
                  <a:cxn ang="0">
                    <a:pos x="0" y="13"/>
                  </a:cxn>
                  <a:cxn ang="0">
                    <a:pos x="5" y="13"/>
                  </a:cxn>
                  <a:cxn ang="0">
                    <a:pos x="6" y="15"/>
                  </a:cxn>
                  <a:cxn ang="0">
                    <a:pos x="11" y="17"/>
                  </a:cxn>
                  <a:cxn ang="0">
                    <a:pos x="17" y="16"/>
                  </a:cxn>
                </a:cxnLst>
                <a:rect l="0" t="0" r="0" b="0"/>
                <a:pathLst>
                  <a:path w="23" h="18">
                    <a:moveTo>
                      <a:pt x="17" y="16"/>
                    </a:moveTo>
                    <a:lnTo>
                      <a:pt x="22" y="15"/>
                    </a:lnTo>
                    <a:lnTo>
                      <a:pt x="22" y="12"/>
                    </a:lnTo>
                    <a:lnTo>
                      <a:pt x="22" y="2"/>
                    </a:lnTo>
                    <a:lnTo>
                      <a:pt x="22" y="0"/>
                    </a:lnTo>
                    <a:lnTo>
                      <a:pt x="16" y="0"/>
                    </a:lnTo>
                    <a:lnTo>
                      <a:pt x="11" y="1"/>
                    </a:lnTo>
                    <a:lnTo>
                      <a:pt x="6" y="7"/>
                    </a:lnTo>
                    <a:lnTo>
                      <a:pt x="0" y="11"/>
                    </a:lnTo>
                    <a:lnTo>
                      <a:pt x="0" y="13"/>
                    </a:lnTo>
                    <a:lnTo>
                      <a:pt x="5" y="13"/>
                    </a:lnTo>
                    <a:lnTo>
                      <a:pt x="6" y="15"/>
                    </a:lnTo>
                    <a:lnTo>
                      <a:pt x="11" y="17"/>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70" name="Freeform 430"/>
              <p:cNvSpPr/>
              <p:nvPr/>
            </p:nvSpPr>
            <p:spPr>
              <a:xfrm>
                <a:off x="3415" y="1110"/>
                <a:ext cx="26" cy="17"/>
              </a:xfrm>
              <a:custGeom>
                <a:avLst/>
                <a:gdLst/>
                <a:ahLst/>
                <a:cxnLst>
                  <a:cxn ang="0">
                    <a:pos x="3" y="2"/>
                  </a:cxn>
                  <a:cxn ang="0">
                    <a:pos x="25" y="4"/>
                  </a:cxn>
                  <a:cxn ang="0">
                    <a:pos x="23" y="16"/>
                  </a:cxn>
                  <a:cxn ang="0">
                    <a:pos x="0" y="13"/>
                  </a:cxn>
                  <a:cxn ang="0">
                    <a:pos x="3" y="0"/>
                  </a:cxn>
                  <a:cxn ang="0">
                    <a:pos x="3" y="2"/>
                  </a:cxn>
                </a:cxnLst>
                <a:rect l="0" t="0" r="0" b="0"/>
                <a:pathLst>
                  <a:path w="26" h="17">
                    <a:moveTo>
                      <a:pt x="3" y="2"/>
                    </a:moveTo>
                    <a:lnTo>
                      <a:pt x="25" y="4"/>
                    </a:lnTo>
                    <a:lnTo>
                      <a:pt x="23" y="16"/>
                    </a:lnTo>
                    <a:lnTo>
                      <a:pt x="0" y="13"/>
                    </a:lnTo>
                    <a:lnTo>
                      <a:pt x="3" y="0"/>
                    </a:lnTo>
                    <a:lnTo>
                      <a:pt x="3" y="2"/>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71" name="Freeform 431"/>
              <p:cNvSpPr/>
              <p:nvPr/>
            </p:nvSpPr>
            <p:spPr>
              <a:xfrm>
                <a:off x="3430" y="1111"/>
                <a:ext cx="25" cy="17"/>
              </a:xfrm>
              <a:custGeom>
                <a:avLst/>
                <a:gdLst/>
                <a:ahLst/>
                <a:cxnLst>
                  <a:cxn ang="0">
                    <a:pos x="0" y="10"/>
                  </a:cxn>
                  <a:cxn ang="0">
                    <a:pos x="4" y="12"/>
                  </a:cxn>
                  <a:cxn ang="0">
                    <a:pos x="4" y="14"/>
                  </a:cxn>
                  <a:cxn ang="0">
                    <a:pos x="7" y="16"/>
                  </a:cxn>
                  <a:cxn ang="0">
                    <a:pos x="11" y="15"/>
                  </a:cxn>
                  <a:cxn ang="0">
                    <a:pos x="14" y="15"/>
                  </a:cxn>
                  <a:cxn ang="0">
                    <a:pos x="17" y="14"/>
                  </a:cxn>
                  <a:cxn ang="0">
                    <a:pos x="20" y="13"/>
                  </a:cxn>
                  <a:cxn ang="0">
                    <a:pos x="20" y="11"/>
                  </a:cxn>
                  <a:cxn ang="0">
                    <a:pos x="23" y="8"/>
                  </a:cxn>
                  <a:cxn ang="0">
                    <a:pos x="24" y="6"/>
                  </a:cxn>
                  <a:cxn ang="0">
                    <a:pos x="19" y="4"/>
                  </a:cxn>
                  <a:cxn ang="0">
                    <a:pos x="16" y="2"/>
                  </a:cxn>
                  <a:cxn ang="0">
                    <a:pos x="13" y="3"/>
                  </a:cxn>
                  <a:cxn ang="0">
                    <a:pos x="13" y="1"/>
                  </a:cxn>
                  <a:cxn ang="0">
                    <a:pos x="10" y="0"/>
                  </a:cxn>
                  <a:cxn ang="0">
                    <a:pos x="7" y="3"/>
                  </a:cxn>
                  <a:cxn ang="0">
                    <a:pos x="3" y="5"/>
                  </a:cxn>
                  <a:cxn ang="0">
                    <a:pos x="0" y="8"/>
                  </a:cxn>
                  <a:cxn ang="0">
                    <a:pos x="0" y="10"/>
                  </a:cxn>
                </a:cxnLst>
                <a:rect l="0" t="0" r="0" b="0"/>
                <a:pathLst>
                  <a:path w="25" h="17">
                    <a:moveTo>
                      <a:pt x="0" y="10"/>
                    </a:moveTo>
                    <a:lnTo>
                      <a:pt x="4" y="12"/>
                    </a:lnTo>
                    <a:lnTo>
                      <a:pt x="4" y="14"/>
                    </a:lnTo>
                    <a:lnTo>
                      <a:pt x="7" y="16"/>
                    </a:lnTo>
                    <a:lnTo>
                      <a:pt x="11" y="15"/>
                    </a:lnTo>
                    <a:lnTo>
                      <a:pt x="14" y="15"/>
                    </a:lnTo>
                    <a:lnTo>
                      <a:pt x="17" y="14"/>
                    </a:lnTo>
                    <a:lnTo>
                      <a:pt x="20" y="13"/>
                    </a:lnTo>
                    <a:lnTo>
                      <a:pt x="20" y="11"/>
                    </a:lnTo>
                    <a:lnTo>
                      <a:pt x="23" y="8"/>
                    </a:lnTo>
                    <a:lnTo>
                      <a:pt x="24" y="6"/>
                    </a:lnTo>
                    <a:lnTo>
                      <a:pt x="19" y="4"/>
                    </a:lnTo>
                    <a:lnTo>
                      <a:pt x="16" y="2"/>
                    </a:lnTo>
                    <a:lnTo>
                      <a:pt x="13" y="3"/>
                    </a:lnTo>
                    <a:lnTo>
                      <a:pt x="13" y="1"/>
                    </a:lnTo>
                    <a:lnTo>
                      <a:pt x="10" y="0"/>
                    </a:lnTo>
                    <a:lnTo>
                      <a:pt x="7" y="3"/>
                    </a:lnTo>
                    <a:lnTo>
                      <a:pt x="3" y="5"/>
                    </a:lnTo>
                    <a:lnTo>
                      <a:pt x="0" y="8"/>
                    </a:lnTo>
                    <a:lnTo>
                      <a:pt x="0" y="1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72" name="Line 432"/>
              <p:cNvSpPr/>
              <p:nvPr/>
            </p:nvSpPr>
            <p:spPr>
              <a:xfrm>
                <a:off x="3433" y="1122"/>
                <a:ext cx="3" cy="0"/>
              </a:xfrm>
              <a:prstGeom prst="line">
                <a:avLst/>
              </a:prstGeom>
              <a:ln w="12700" cap="flat" cmpd="sng">
                <a:solidFill>
                  <a:schemeClr val="tx1"/>
                </a:solidFill>
                <a:prstDash val="solid"/>
                <a:headEnd type="none" w="med" len="med"/>
                <a:tailEnd type="none" w="med" len="med"/>
              </a:ln>
            </p:spPr>
          </p:sp>
          <p:sp>
            <p:nvSpPr>
              <p:cNvPr id="53373" name="Line 433"/>
              <p:cNvSpPr/>
              <p:nvPr/>
            </p:nvSpPr>
            <p:spPr>
              <a:xfrm>
                <a:off x="3436" y="1120"/>
                <a:ext cx="1" cy="0"/>
              </a:xfrm>
              <a:prstGeom prst="line">
                <a:avLst/>
              </a:prstGeom>
              <a:ln w="12700" cap="flat" cmpd="sng">
                <a:solidFill>
                  <a:schemeClr val="tx1"/>
                </a:solidFill>
                <a:prstDash val="solid"/>
                <a:headEnd type="none" w="med" len="med"/>
                <a:tailEnd type="none" w="med" len="med"/>
              </a:ln>
            </p:spPr>
          </p:sp>
          <p:sp>
            <p:nvSpPr>
              <p:cNvPr id="53374" name="Freeform 434"/>
              <p:cNvSpPr/>
              <p:nvPr/>
            </p:nvSpPr>
            <p:spPr>
              <a:xfrm>
                <a:off x="3428" y="1118"/>
                <a:ext cx="25" cy="17"/>
              </a:xfrm>
              <a:custGeom>
                <a:avLst/>
                <a:gdLst/>
                <a:ahLst/>
                <a:cxnLst>
                  <a:cxn ang="0">
                    <a:pos x="19" y="14"/>
                  </a:cxn>
                  <a:cxn ang="0">
                    <a:pos x="24" y="12"/>
                  </a:cxn>
                  <a:cxn ang="0">
                    <a:pos x="24" y="1"/>
                  </a:cxn>
                  <a:cxn ang="0">
                    <a:pos x="18" y="0"/>
                  </a:cxn>
                  <a:cxn ang="0">
                    <a:pos x="14" y="0"/>
                  </a:cxn>
                  <a:cxn ang="0">
                    <a:pos x="9" y="0"/>
                  </a:cxn>
                  <a:cxn ang="0">
                    <a:pos x="5" y="2"/>
                  </a:cxn>
                  <a:cxn ang="0">
                    <a:pos x="5" y="6"/>
                  </a:cxn>
                  <a:cxn ang="0">
                    <a:pos x="0" y="5"/>
                  </a:cxn>
                  <a:cxn ang="0">
                    <a:pos x="1" y="11"/>
                  </a:cxn>
                  <a:cxn ang="0">
                    <a:pos x="5" y="10"/>
                  </a:cxn>
                  <a:cxn ang="0">
                    <a:pos x="6" y="13"/>
                  </a:cxn>
                  <a:cxn ang="0">
                    <a:pos x="10" y="16"/>
                  </a:cxn>
                  <a:cxn ang="0">
                    <a:pos x="15" y="16"/>
                  </a:cxn>
                  <a:cxn ang="0">
                    <a:pos x="19" y="14"/>
                  </a:cxn>
                </a:cxnLst>
                <a:rect l="0" t="0" r="0" b="0"/>
                <a:pathLst>
                  <a:path w="25" h="17">
                    <a:moveTo>
                      <a:pt x="19" y="14"/>
                    </a:moveTo>
                    <a:lnTo>
                      <a:pt x="24" y="12"/>
                    </a:lnTo>
                    <a:lnTo>
                      <a:pt x="24" y="1"/>
                    </a:lnTo>
                    <a:lnTo>
                      <a:pt x="18" y="0"/>
                    </a:lnTo>
                    <a:lnTo>
                      <a:pt x="14" y="0"/>
                    </a:lnTo>
                    <a:lnTo>
                      <a:pt x="9" y="0"/>
                    </a:lnTo>
                    <a:lnTo>
                      <a:pt x="5" y="2"/>
                    </a:lnTo>
                    <a:lnTo>
                      <a:pt x="5" y="6"/>
                    </a:lnTo>
                    <a:lnTo>
                      <a:pt x="0" y="5"/>
                    </a:lnTo>
                    <a:lnTo>
                      <a:pt x="1" y="11"/>
                    </a:lnTo>
                    <a:lnTo>
                      <a:pt x="5" y="10"/>
                    </a:lnTo>
                    <a:lnTo>
                      <a:pt x="6" y="13"/>
                    </a:lnTo>
                    <a:lnTo>
                      <a:pt x="10" y="16"/>
                    </a:lnTo>
                    <a:lnTo>
                      <a:pt x="15" y="16"/>
                    </a:lnTo>
                    <a:lnTo>
                      <a:pt x="19"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75" name="Freeform 435"/>
              <p:cNvSpPr/>
              <p:nvPr/>
            </p:nvSpPr>
            <p:spPr>
              <a:xfrm>
                <a:off x="3426" y="1121"/>
                <a:ext cx="25" cy="17"/>
              </a:xfrm>
              <a:custGeom>
                <a:avLst/>
                <a:gdLst/>
                <a:ahLst/>
                <a:cxnLst>
                  <a:cxn ang="0">
                    <a:pos x="2" y="1"/>
                  </a:cxn>
                  <a:cxn ang="0">
                    <a:pos x="24" y="5"/>
                  </a:cxn>
                  <a:cxn ang="0">
                    <a:pos x="22" y="16"/>
                  </a:cxn>
                  <a:cxn ang="0">
                    <a:pos x="0" y="11"/>
                  </a:cxn>
                  <a:cxn ang="0">
                    <a:pos x="3" y="0"/>
                  </a:cxn>
                  <a:cxn ang="0">
                    <a:pos x="2" y="1"/>
                  </a:cxn>
                </a:cxnLst>
                <a:rect l="0" t="0" r="0" b="0"/>
                <a:pathLst>
                  <a:path w="25" h="17">
                    <a:moveTo>
                      <a:pt x="2" y="1"/>
                    </a:moveTo>
                    <a:lnTo>
                      <a:pt x="24" y="5"/>
                    </a:lnTo>
                    <a:lnTo>
                      <a:pt x="22" y="16"/>
                    </a:lnTo>
                    <a:lnTo>
                      <a:pt x="0" y="11"/>
                    </a:lnTo>
                    <a:lnTo>
                      <a:pt x="3" y="0"/>
                    </a:lnTo>
                    <a:lnTo>
                      <a:pt x="2"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76" name="Freeform 436"/>
              <p:cNvSpPr/>
              <p:nvPr/>
            </p:nvSpPr>
            <p:spPr>
              <a:xfrm>
                <a:off x="3440" y="1121"/>
                <a:ext cx="22" cy="18"/>
              </a:xfrm>
              <a:custGeom>
                <a:avLst/>
                <a:gdLst/>
                <a:ahLst/>
                <a:cxnLst>
                  <a:cxn ang="0">
                    <a:pos x="0" y="9"/>
                  </a:cxn>
                  <a:cxn ang="0">
                    <a:pos x="0" y="11"/>
                  </a:cxn>
                  <a:cxn ang="0">
                    <a:pos x="3" y="13"/>
                  </a:cxn>
                  <a:cxn ang="0">
                    <a:pos x="3" y="15"/>
                  </a:cxn>
                  <a:cxn ang="0">
                    <a:pos x="6" y="16"/>
                  </a:cxn>
                  <a:cxn ang="0">
                    <a:pos x="9" y="17"/>
                  </a:cxn>
                  <a:cxn ang="0">
                    <a:pos x="13" y="16"/>
                  </a:cxn>
                  <a:cxn ang="0">
                    <a:pos x="15" y="15"/>
                  </a:cxn>
                  <a:cxn ang="0">
                    <a:pos x="18" y="13"/>
                  </a:cxn>
                  <a:cxn ang="0">
                    <a:pos x="18" y="11"/>
                  </a:cxn>
                  <a:cxn ang="0">
                    <a:pos x="21" y="8"/>
                  </a:cxn>
                  <a:cxn ang="0">
                    <a:pos x="21" y="6"/>
                  </a:cxn>
                  <a:cxn ang="0">
                    <a:pos x="18" y="4"/>
                  </a:cxn>
                  <a:cxn ang="0">
                    <a:pos x="14" y="3"/>
                  </a:cxn>
                  <a:cxn ang="0">
                    <a:pos x="12" y="0"/>
                  </a:cxn>
                  <a:cxn ang="0">
                    <a:pos x="9" y="1"/>
                  </a:cxn>
                  <a:cxn ang="0">
                    <a:pos x="9" y="3"/>
                  </a:cxn>
                  <a:cxn ang="0">
                    <a:pos x="6" y="4"/>
                  </a:cxn>
                  <a:cxn ang="0">
                    <a:pos x="3" y="6"/>
                  </a:cxn>
                  <a:cxn ang="0">
                    <a:pos x="0" y="9"/>
                  </a:cxn>
                </a:cxnLst>
                <a:rect l="0" t="0" r="0" b="0"/>
                <a:pathLst>
                  <a:path w="22" h="18">
                    <a:moveTo>
                      <a:pt x="0" y="9"/>
                    </a:moveTo>
                    <a:lnTo>
                      <a:pt x="0" y="11"/>
                    </a:lnTo>
                    <a:lnTo>
                      <a:pt x="3" y="13"/>
                    </a:lnTo>
                    <a:lnTo>
                      <a:pt x="3" y="15"/>
                    </a:lnTo>
                    <a:lnTo>
                      <a:pt x="6" y="16"/>
                    </a:lnTo>
                    <a:lnTo>
                      <a:pt x="9" y="17"/>
                    </a:lnTo>
                    <a:lnTo>
                      <a:pt x="13" y="16"/>
                    </a:lnTo>
                    <a:lnTo>
                      <a:pt x="15" y="15"/>
                    </a:lnTo>
                    <a:lnTo>
                      <a:pt x="18" y="13"/>
                    </a:lnTo>
                    <a:lnTo>
                      <a:pt x="18" y="11"/>
                    </a:lnTo>
                    <a:lnTo>
                      <a:pt x="21" y="8"/>
                    </a:lnTo>
                    <a:lnTo>
                      <a:pt x="21" y="6"/>
                    </a:lnTo>
                    <a:lnTo>
                      <a:pt x="18" y="4"/>
                    </a:lnTo>
                    <a:lnTo>
                      <a:pt x="14" y="3"/>
                    </a:lnTo>
                    <a:lnTo>
                      <a:pt x="12" y="0"/>
                    </a:lnTo>
                    <a:lnTo>
                      <a:pt x="9" y="1"/>
                    </a:lnTo>
                    <a:lnTo>
                      <a:pt x="9" y="3"/>
                    </a:lnTo>
                    <a:lnTo>
                      <a:pt x="6" y="4"/>
                    </a:lnTo>
                    <a:lnTo>
                      <a:pt x="3" y="6"/>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77" name="Line 437"/>
              <p:cNvSpPr/>
              <p:nvPr/>
            </p:nvSpPr>
            <p:spPr>
              <a:xfrm>
                <a:off x="3425" y="1133"/>
                <a:ext cx="4" cy="0"/>
              </a:xfrm>
              <a:prstGeom prst="line">
                <a:avLst/>
              </a:prstGeom>
              <a:ln w="12700" cap="flat" cmpd="sng">
                <a:solidFill>
                  <a:schemeClr val="tx1"/>
                </a:solidFill>
                <a:prstDash val="solid"/>
                <a:headEnd type="none" w="med" len="med"/>
                <a:tailEnd type="none" w="med" len="med"/>
              </a:ln>
            </p:spPr>
          </p:sp>
          <p:sp>
            <p:nvSpPr>
              <p:cNvPr id="53378" name="Line 438"/>
              <p:cNvSpPr/>
              <p:nvPr/>
            </p:nvSpPr>
            <p:spPr>
              <a:xfrm>
                <a:off x="3427" y="1132"/>
                <a:ext cx="2" cy="1"/>
              </a:xfrm>
              <a:prstGeom prst="line">
                <a:avLst/>
              </a:prstGeom>
              <a:ln w="12700" cap="flat" cmpd="sng">
                <a:solidFill>
                  <a:schemeClr val="tx1"/>
                </a:solidFill>
                <a:prstDash val="solid"/>
                <a:headEnd type="none" w="med" len="med"/>
                <a:tailEnd type="none" w="med" len="med"/>
              </a:ln>
            </p:spPr>
          </p:sp>
          <p:sp>
            <p:nvSpPr>
              <p:cNvPr id="53379" name="Freeform 439"/>
              <p:cNvSpPr/>
              <p:nvPr/>
            </p:nvSpPr>
            <p:spPr>
              <a:xfrm>
                <a:off x="3421" y="1131"/>
                <a:ext cx="25" cy="17"/>
              </a:xfrm>
              <a:custGeom>
                <a:avLst/>
                <a:gdLst/>
                <a:ahLst/>
                <a:cxnLst>
                  <a:cxn ang="0">
                    <a:pos x="15" y="16"/>
                  </a:cxn>
                  <a:cxn ang="0">
                    <a:pos x="19" y="14"/>
                  </a:cxn>
                  <a:cxn ang="0">
                    <a:pos x="19" y="13"/>
                  </a:cxn>
                  <a:cxn ang="0">
                    <a:pos x="24" y="11"/>
                  </a:cxn>
                  <a:cxn ang="0">
                    <a:pos x="24" y="2"/>
                  </a:cxn>
                  <a:cxn ang="0">
                    <a:pos x="18" y="0"/>
                  </a:cxn>
                  <a:cxn ang="0">
                    <a:pos x="14" y="0"/>
                  </a:cxn>
                  <a:cxn ang="0">
                    <a:pos x="9" y="1"/>
                  </a:cxn>
                  <a:cxn ang="0">
                    <a:pos x="4" y="3"/>
                  </a:cxn>
                  <a:cxn ang="0">
                    <a:pos x="4" y="5"/>
                  </a:cxn>
                  <a:cxn ang="0">
                    <a:pos x="0" y="5"/>
                  </a:cxn>
                  <a:cxn ang="0">
                    <a:pos x="0" y="7"/>
                  </a:cxn>
                  <a:cxn ang="0">
                    <a:pos x="5" y="10"/>
                  </a:cxn>
                  <a:cxn ang="0">
                    <a:pos x="5" y="12"/>
                  </a:cxn>
                  <a:cxn ang="0">
                    <a:pos x="10" y="13"/>
                  </a:cxn>
                  <a:cxn ang="0">
                    <a:pos x="15" y="16"/>
                  </a:cxn>
                </a:cxnLst>
                <a:rect l="0" t="0" r="0" b="0"/>
                <a:pathLst>
                  <a:path w="25" h="17">
                    <a:moveTo>
                      <a:pt x="15" y="16"/>
                    </a:moveTo>
                    <a:lnTo>
                      <a:pt x="19" y="14"/>
                    </a:lnTo>
                    <a:lnTo>
                      <a:pt x="19" y="13"/>
                    </a:lnTo>
                    <a:lnTo>
                      <a:pt x="24" y="11"/>
                    </a:lnTo>
                    <a:lnTo>
                      <a:pt x="24" y="2"/>
                    </a:lnTo>
                    <a:lnTo>
                      <a:pt x="18" y="0"/>
                    </a:lnTo>
                    <a:lnTo>
                      <a:pt x="14" y="0"/>
                    </a:lnTo>
                    <a:lnTo>
                      <a:pt x="9" y="1"/>
                    </a:lnTo>
                    <a:lnTo>
                      <a:pt x="4" y="3"/>
                    </a:lnTo>
                    <a:lnTo>
                      <a:pt x="4" y="5"/>
                    </a:lnTo>
                    <a:lnTo>
                      <a:pt x="0" y="5"/>
                    </a:lnTo>
                    <a:lnTo>
                      <a:pt x="0" y="7"/>
                    </a:lnTo>
                    <a:lnTo>
                      <a:pt x="5" y="10"/>
                    </a:lnTo>
                    <a:lnTo>
                      <a:pt x="5" y="12"/>
                    </a:lnTo>
                    <a:lnTo>
                      <a:pt x="10" y="13"/>
                    </a:lnTo>
                    <a:lnTo>
                      <a:pt x="15"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80" name="Freeform 440"/>
              <p:cNvSpPr/>
              <p:nvPr/>
            </p:nvSpPr>
            <p:spPr>
              <a:xfrm>
                <a:off x="3418" y="1132"/>
                <a:ext cx="26" cy="17"/>
              </a:xfrm>
              <a:custGeom>
                <a:avLst/>
                <a:gdLst/>
                <a:ahLst/>
                <a:cxnLst>
                  <a:cxn ang="0">
                    <a:pos x="2" y="0"/>
                  </a:cxn>
                  <a:cxn ang="0">
                    <a:pos x="25" y="5"/>
                  </a:cxn>
                  <a:cxn ang="0">
                    <a:pos x="22" y="16"/>
                  </a:cxn>
                  <a:cxn ang="0">
                    <a:pos x="0" y="10"/>
                  </a:cxn>
                  <a:cxn ang="0">
                    <a:pos x="2" y="0"/>
                  </a:cxn>
                </a:cxnLst>
                <a:rect l="0" t="0" r="0" b="0"/>
                <a:pathLst>
                  <a:path w="26" h="17">
                    <a:moveTo>
                      <a:pt x="2" y="0"/>
                    </a:moveTo>
                    <a:lnTo>
                      <a:pt x="25" y="5"/>
                    </a:lnTo>
                    <a:lnTo>
                      <a:pt x="22" y="16"/>
                    </a:lnTo>
                    <a:lnTo>
                      <a:pt x="0" y="10"/>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81" name="Freeform 441"/>
              <p:cNvSpPr/>
              <p:nvPr/>
            </p:nvSpPr>
            <p:spPr>
              <a:xfrm>
                <a:off x="3431" y="1133"/>
                <a:ext cx="24" cy="17"/>
              </a:xfrm>
              <a:custGeom>
                <a:avLst/>
                <a:gdLst/>
                <a:ahLst/>
                <a:cxnLst>
                  <a:cxn ang="0">
                    <a:pos x="0" y="8"/>
                  </a:cxn>
                  <a:cxn ang="0">
                    <a:pos x="4" y="10"/>
                  </a:cxn>
                  <a:cxn ang="0">
                    <a:pos x="7" y="13"/>
                  </a:cxn>
                  <a:cxn ang="0">
                    <a:pos x="11" y="16"/>
                  </a:cxn>
                  <a:cxn ang="0">
                    <a:pos x="14" y="16"/>
                  </a:cxn>
                  <a:cxn ang="0">
                    <a:pos x="17" y="12"/>
                  </a:cxn>
                  <a:cxn ang="0">
                    <a:pos x="20" y="9"/>
                  </a:cxn>
                  <a:cxn ang="0">
                    <a:pos x="23" y="7"/>
                  </a:cxn>
                  <a:cxn ang="0">
                    <a:pos x="23" y="4"/>
                  </a:cxn>
                  <a:cxn ang="0">
                    <a:pos x="19" y="4"/>
                  </a:cxn>
                  <a:cxn ang="0">
                    <a:pos x="20" y="2"/>
                  </a:cxn>
                  <a:cxn ang="0">
                    <a:pos x="16" y="0"/>
                  </a:cxn>
                  <a:cxn ang="0">
                    <a:pos x="13" y="0"/>
                  </a:cxn>
                  <a:cxn ang="0">
                    <a:pos x="10" y="1"/>
                  </a:cxn>
                  <a:cxn ang="0">
                    <a:pos x="6" y="0"/>
                  </a:cxn>
                  <a:cxn ang="0">
                    <a:pos x="3" y="4"/>
                  </a:cxn>
                  <a:cxn ang="0">
                    <a:pos x="3" y="6"/>
                  </a:cxn>
                  <a:cxn ang="0">
                    <a:pos x="0" y="6"/>
                  </a:cxn>
                  <a:cxn ang="0">
                    <a:pos x="0" y="8"/>
                  </a:cxn>
                </a:cxnLst>
                <a:rect l="0" t="0" r="0" b="0"/>
                <a:pathLst>
                  <a:path w="24" h="17">
                    <a:moveTo>
                      <a:pt x="0" y="8"/>
                    </a:moveTo>
                    <a:lnTo>
                      <a:pt x="4" y="10"/>
                    </a:lnTo>
                    <a:lnTo>
                      <a:pt x="7" y="13"/>
                    </a:lnTo>
                    <a:lnTo>
                      <a:pt x="11" y="16"/>
                    </a:lnTo>
                    <a:lnTo>
                      <a:pt x="14" y="16"/>
                    </a:lnTo>
                    <a:lnTo>
                      <a:pt x="17" y="12"/>
                    </a:lnTo>
                    <a:lnTo>
                      <a:pt x="20" y="9"/>
                    </a:lnTo>
                    <a:lnTo>
                      <a:pt x="23" y="7"/>
                    </a:lnTo>
                    <a:lnTo>
                      <a:pt x="23" y="4"/>
                    </a:lnTo>
                    <a:lnTo>
                      <a:pt x="19" y="4"/>
                    </a:lnTo>
                    <a:lnTo>
                      <a:pt x="20" y="2"/>
                    </a:lnTo>
                    <a:lnTo>
                      <a:pt x="16" y="0"/>
                    </a:lnTo>
                    <a:lnTo>
                      <a:pt x="13" y="0"/>
                    </a:lnTo>
                    <a:lnTo>
                      <a:pt x="10" y="1"/>
                    </a:lnTo>
                    <a:lnTo>
                      <a:pt x="6" y="0"/>
                    </a:lnTo>
                    <a:lnTo>
                      <a:pt x="3" y="4"/>
                    </a:lnTo>
                    <a:lnTo>
                      <a:pt x="3" y="6"/>
                    </a:lnTo>
                    <a:lnTo>
                      <a:pt x="0" y="6"/>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82" name="Line 442"/>
              <p:cNvSpPr/>
              <p:nvPr/>
            </p:nvSpPr>
            <p:spPr>
              <a:xfrm>
                <a:off x="3405" y="1139"/>
                <a:ext cx="3" cy="1"/>
              </a:xfrm>
              <a:prstGeom prst="line">
                <a:avLst/>
              </a:prstGeom>
              <a:ln w="12700" cap="flat" cmpd="sng">
                <a:solidFill>
                  <a:schemeClr val="tx1"/>
                </a:solidFill>
                <a:prstDash val="solid"/>
                <a:headEnd type="none" w="med" len="med"/>
                <a:tailEnd type="none" w="med" len="med"/>
              </a:ln>
            </p:spPr>
          </p:sp>
          <p:sp>
            <p:nvSpPr>
              <p:cNvPr id="53383" name="Line 443"/>
              <p:cNvSpPr/>
              <p:nvPr/>
            </p:nvSpPr>
            <p:spPr>
              <a:xfrm>
                <a:off x="3407" y="1138"/>
                <a:ext cx="1" cy="0"/>
              </a:xfrm>
              <a:prstGeom prst="line">
                <a:avLst/>
              </a:prstGeom>
              <a:ln w="12700" cap="flat" cmpd="sng">
                <a:solidFill>
                  <a:schemeClr val="tx1"/>
                </a:solidFill>
                <a:prstDash val="solid"/>
                <a:headEnd type="none" w="med" len="med"/>
                <a:tailEnd type="none" w="med" len="med"/>
              </a:ln>
            </p:spPr>
          </p:sp>
          <p:sp>
            <p:nvSpPr>
              <p:cNvPr id="53384" name="Freeform 444"/>
              <p:cNvSpPr/>
              <p:nvPr/>
            </p:nvSpPr>
            <p:spPr>
              <a:xfrm>
                <a:off x="3398" y="1139"/>
                <a:ext cx="25" cy="17"/>
              </a:xfrm>
              <a:custGeom>
                <a:avLst/>
                <a:gdLst/>
                <a:ahLst/>
                <a:cxnLst>
                  <a:cxn ang="0">
                    <a:pos x="18" y="16"/>
                  </a:cxn>
                  <a:cxn ang="0">
                    <a:pos x="18" y="13"/>
                  </a:cxn>
                  <a:cxn ang="0">
                    <a:pos x="24" y="13"/>
                  </a:cxn>
                  <a:cxn ang="0">
                    <a:pos x="23" y="2"/>
                  </a:cxn>
                  <a:cxn ang="0">
                    <a:pos x="17" y="2"/>
                  </a:cxn>
                  <a:cxn ang="0">
                    <a:pos x="17" y="0"/>
                  </a:cxn>
                  <a:cxn ang="0">
                    <a:pos x="11" y="1"/>
                  </a:cxn>
                  <a:cxn ang="0">
                    <a:pos x="11" y="3"/>
                  </a:cxn>
                  <a:cxn ang="0">
                    <a:pos x="6" y="4"/>
                  </a:cxn>
                  <a:cxn ang="0">
                    <a:pos x="0" y="6"/>
                  </a:cxn>
                  <a:cxn ang="0">
                    <a:pos x="1" y="8"/>
                  </a:cxn>
                  <a:cxn ang="0">
                    <a:pos x="1" y="10"/>
                  </a:cxn>
                  <a:cxn ang="0">
                    <a:pos x="1" y="12"/>
                  </a:cxn>
                  <a:cxn ang="0">
                    <a:pos x="7" y="14"/>
                  </a:cxn>
                  <a:cxn ang="0">
                    <a:pos x="12" y="13"/>
                  </a:cxn>
                  <a:cxn ang="0">
                    <a:pos x="12" y="16"/>
                  </a:cxn>
                  <a:cxn ang="0">
                    <a:pos x="18" y="16"/>
                  </a:cxn>
                </a:cxnLst>
                <a:rect l="0" t="0" r="0" b="0"/>
                <a:pathLst>
                  <a:path w="25" h="17">
                    <a:moveTo>
                      <a:pt x="18" y="16"/>
                    </a:moveTo>
                    <a:lnTo>
                      <a:pt x="18" y="13"/>
                    </a:lnTo>
                    <a:lnTo>
                      <a:pt x="24" y="13"/>
                    </a:lnTo>
                    <a:lnTo>
                      <a:pt x="23" y="2"/>
                    </a:lnTo>
                    <a:lnTo>
                      <a:pt x="17" y="2"/>
                    </a:lnTo>
                    <a:lnTo>
                      <a:pt x="17" y="0"/>
                    </a:lnTo>
                    <a:lnTo>
                      <a:pt x="11" y="1"/>
                    </a:lnTo>
                    <a:lnTo>
                      <a:pt x="11" y="3"/>
                    </a:lnTo>
                    <a:lnTo>
                      <a:pt x="6" y="4"/>
                    </a:lnTo>
                    <a:lnTo>
                      <a:pt x="0" y="6"/>
                    </a:lnTo>
                    <a:lnTo>
                      <a:pt x="1" y="8"/>
                    </a:lnTo>
                    <a:lnTo>
                      <a:pt x="1" y="10"/>
                    </a:lnTo>
                    <a:lnTo>
                      <a:pt x="1" y="12"/>
                    </a:lnTo>
                    <a:lnTo>
                      <a:pt x="7" y="14"/>
                    </a:lnTo>
                    <a:lnTo>
                      <a:pt x="12" y="13"/>
                    </a:lnTo>
                    <a:lnTo>
                      <a:pt x="12"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85" name="Freeform 445"/>
              <p:cNvSpPr/>
              <p:nvPr/>
            </p:nvSpPr>
            <p:spPr>
              <a:xfrm>
                <a:off x="3395" y="1141"/>
                <a:ext cx="26" cy="17"/>
              </a:xfrm>
              <a:custGeom>
                <a:avLst/>
                <a:gdLst/>
                <a:ahLst/>
                <a:cxnLst>
                  <a:cxn ang="0">
                    <a:pos x="2" y="0"/>
                  </a:cxn>
                  <a:cxn ang="0">
                    <a:pos x="25" y="5"/>
                  </a:cxn>
                  <a:cxn ang="0">
                    <a:pos x="23" y="16"/>
                  </a:cxn>
                  <a:cxn ang="0">
                    <a:pos x="0" y="11"/>
                  </a:cxn>
                  <a:cxn ang="0">
                    <a:pos x="2" y="0"/>
                  </a:cxn>
                </a:cxnLst>
                <a:rect l="0" t="0" r="0" b="0"/>
                <a:pathLst>
                  <a:path w="26" h="17">
                    <a:moveTo>
                      <a:pt x="2" y="0"/>
                    </a:moveTo>
                    <a:lnTo>
                      <a:pt x="25" y="5"/>
                    </a:lnTo>
                    <a:lnTo>
                      <a:pt x="23" y="16"/>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86" name="Freeform 446"/>
              <p:cNvSpPr/>
              <p:nvPr/>
            </p:nvSpPr>
            <p:spPr>
              <a:xfrm>
                <a:off x="3410" y="1137"/>
                <a:ext cx="23" cy="17"/>
              </a:xfrm>
              <a:custGeom>
                <a:avLst/>
                <a:gdLst/>
                <a:ahLst/>
                <a:cxnLst>
                  <a:cxn ang="0">
                    <a:pos x="0" y="8"/>
                  </a:cxn>
                  <a:cxn ang="0">
                    <a:pos x="0" y="10"/>
                  </a:cxn>
                  <a:cxn ang="0">
                    <a:pos x="0" y="12"/>
                  </a:cxn>
                  <a:cxn ang="0">
                    <a:pos x="4" y="14"/>
                  </a:cxn>
                  <a:cxn ang="0">
                    <a:pos x="7" y="14"/>
                  </a:cxn>
                  <a:cxn ang="0">
                    <a:pos x="8" y="16"/>
                  </a:cxn>
                  <a:cxn ang="0">
                    <a:pos x="11" y="16"/>
                  </a:cxn>
                  <a:cxn ang="0">
                    <a:pos x="19" y="10"/>
                  </a:cxn>
                  <a:cxn ang="0">
                    <a:pos x="22" y="8"/>
                  </a:cxn>
                  <a:cxn ang="0">
                    <a:pos x="21" y="3"/>
                  </a:cxn>
                  <a:cxn ang="0">
                    <a:pos x="11" y="0"/>
                  </a:cxn>
                  <a:cxn ang="0">
                    <a:pos x="7" y="0"/>
                  </a:cxn>
                  <a:cxn ang="0">
                    <a:pos x="3" y="2"/>
                  </a:cxn>
                  <a:cxn ang="0">
                    <a:pos x="0" y="4"/>
                  </a:cxn>
                  <a:cxn ang="0">
                    <a:pos x="0" y="7"/>
                  </a:cxn>
                  <a:cxn ang="0">
                    <a:pos x="0" y="8"/>
                  </a:cxn>
                </a:cxnLst>
                <a:rect l="0" t="0" r="0" b="0"/>
                <a:pathLst>
                  <a:path w="23" h="17">
                    <a:moveTo>
                      <a:pt x="0" y="8"/>
                    </a:moveTo>
                    <a:lnTo>
                      <a:pt x="0" y="10"/>
                    </a:lnTo>
                    <a:lnTo>
                      <a:pt x="0" y="12"/>
                    </a:lnTo>
                    <a:lnTo>
                      <a:pt x="4" y="14"/>
                    </a:lnTo>
                    <a:lnTo>
                      <a:pt x="7" y="14"/>
                    </a:lnTo>
                    <a:lnTo>
                      <a:pt x="8" y="16"/>
                    </a:lnTo>
                    <a:lnTo>
                      <a:pt x="11" y="16"/>
                    </a:lnTo>
                    <a:lnTo>
                      <a:pt x="19" y="10"/>
                    </a:lnTo>
                    <a:lnTo>
                      <a:pt x="22" y="8"/>
                    </a:lnTo>
                    <a:lnTo>
                      <a:pt x="21" y="3"/>
                    </a:lnTo>
                    <a:lnTo>
                      <a:pt x="11" y="0"/>
                    </a:lnTo>
                    <a:lnTo>
                      <a:pt x="7" y="0"/>
                    </a:lnTo>
                    <a:lnTo>
                      <a:pt x="3" y="2"/>
                    </a:lnTo>
                    <a:lnTo>
                      <a:pt x="0" y="4"/>
                    </a:lnTo>
                    <a:lnTo>
                      <a:pt x="0" y="7"/>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87" name="Line 447"/>
              <p:cNvSpPr/>
              <p:nvPr/>
            </p:nvSpPr>
            <p:spPr>
              <a:xfrm>
                <a:off x="3403" y="1132"/>
                <a:ext cx="7" cy="0"/>
              </a:xfrm>
              <a:prstGeom prst="line">
                <a:avLst/>
              </a:prstGeom>
              <a:ln w="12700" cap="flat" cmpd="sng">
                <a:solidFill>
                  <a:schemeClr val="tx1"/>
                </a:solidFill>
                <a:prstDash val="solid"/>
                <a:headEnd type="none" w="med" len="med"/>
                <a:tailEnd type="none" w="med" len="med"/>
              </a:ln>
            </p:spPr>
          </p:sp>
          <p:sp>
            <p:nvSpPr>
              <p:cNvPr id="53388" name="Line 448"/>
              <p:cNvSpPr/>
              <p:nvPr/>
            </p:nvSpPr>
            <p:spPr>
              <a:xfrm>
                <a:off x="3405" y="1132"/>
                <a:ext cx="3" cy="2"/>
              </a:xfrm>
              <a:prstGeom prst="line">
                <a:avLst/>
              </a:prstGeom>
              <a:ln w="12700" cap="flat" cmpd="sng">
                <a:solidFill>
                  <a:schemeClr val="tx1"/>
                </a:solidFill>
                <a:prstDash val="solid"/>
                <a:headEnd type="none" w="med" len="med"/>
                <a:tailEnd type="none" w="med" len="med"/>
              </a:ln>
            </p:spPr>
          </p:sp>
          <p:sp>
            <p:nvSpPr>
              <p:cNvPr id="53389" name="Freeform 449"/>
              <p:cNvSpPr/>
              <p:nvPr/>
            </p:nvSpPr>
            <p:spPr>
              <a:xfrm>
                <a:off x="3396" y="1128"/>
                <a:ext cx="24" cy="17"/>
              </a:xfrm>
              <a:custGeom>
                <a:avLst/>
                <a:gdLst/>
                <a:ahLst/>
                <a:cxnLst>
                  <a:cxn ang="0">
                    <a:pos x="17" y="16"/>
                  </a:cxn>
                  <a:cxn ang="0">
                    <a:pos x="23" y="12"/>
                  </a:cxn>
                  <a:cxn ang="0">
                    <a:pos x="22" y="2"/>
                  </a:cxn>
                  <a:cxn ang="0">
                    <a:pos x="17" y="2"/>
                  </a:cxn>
                  <a:cxn ang="0">
                    <a:pos x="17" y="0"/>
                  </a:cxn>
                  <a:cxn ang="0">
                    <a:pos x="11" y="0"/>
                  </a:cxn>
                  <a:cxn ang="0">
                    <a:pos x="11" y="2"/>
                  </a:cxn>
                  <a:cxn ang="0">
                    <a:pos x="6" y="2"/>
                  </a:cxn>
                  <a:cxn ang="0">
                    <a:pos x="0" y="6"/>
                  </a:cxn>
                  <a:cxn ang="0">
                    <a:pos x="0" y="8"/>
                  </a:cxn>
                  <a:cxn ang="0">
                    <a:pos x="0" y="9"/>
                  </a:cxn>
                  <a:cxn ang="0">
                    <a:pos x="0" y="11"/>
                  </a:cxn>
                  <a:cxn ang="0">
                    <a:pos x="6" y="16"/>
                  </a:cxn>
                  <a:cxn ang="0">
                    <a:pos x="11" y="16"/>
                  </a:cxn>
                  <a:cxn ang="0">
                    <a:pos x="17" y="16"/>
                  </a:cxn>
                </a:cxnLst>
                <a:rect l="0" t="0" r="0" b="0"/>
                <a:pathLst>
                  <a:path w="24" h="17">
                    <a:moveTo>
                      <a:pt x="17" y="16"/>
                    </a:moveTo>
                    <a:lnTo>
                      <a:pt x="23" y="12"/>
                    </a:lnTo>
                    <a:lnTo>
                      <a:pt x="22" y="2"/>
                    </a:lnTo>
                    <a:lnTo>
                      <a:pt x="17" y="2"/>
                    </a:lnTo>
                    <a:lnTo>
                      <a:pt x="17" y="0"/>
                    </a:lnTo>
                    <a:lnTo>
                      <a:pt x="11" y="0"/>
                    </a:lnTo>
                    <a:lnTo>
                      <a:pt x="11" y="2"/>
                    </a:lnTo>
                    <a:lnTo>
                      <a:pt x="6" y="2"/>
                    </a:lnTo>
                    <a:lnTo>
                      <a:pt x="0" y="6"/>
                    </a:lnTo>
                    <a:lnTo>
                      <a:pt x="0" y="8"/>
                    </a:lnTo>
                    <a:lnTo>
                      <a:pt x="0" y="9"/>
                    </a:lnTo>
                    <a:lnTo>
                      <a:pt x="0" y="11"/>
                    </a:lnTo>
                    <a:lnTo>
                      <a:pt x="6" y="16"/>
                    </a:lnTo>
                    <a:lnTo>
                      <a:pt x="11" y="16"/>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90" name="Freeform 450"/>
              <p:cNvSpPr/>
              <p:nvPr/>
            </p:nvSpPr>
            <p:spPr>
              <a:xfrm>
                <a:off x="3394" y="1129"/>
                <a:ext cx="25" cy="17"/>
              </a:xfrm>
              <a:custGeom>
                <a:avLst/>
                <a:gdLst/>
                <a:ahLst/>
                <a:cxnLst>
                  <a:cxn ang="0">
                    <a:pos x="2" y="0"/>
                  </a:cxn>
                  <a:cxn ang="0">
                    <a:pos x="24" y="5"/>
                  </a:cxn>
                  <a:cxn ang="0">
                    <a:pos x="23" y="16"/>
                  </a:cxn>
                  <a:cxn ang="0">
                    <a:pos x="0" y="11"/>
                  </a:cxn>
                  <a:cxn ang="0">
                    <a:pos x="2" y="0"/>
                  </a:cxn>
                </a:cxnLst>
                <a:rect l="0" t="0" r="0" b="0"/>
                <a:pathLst>
                  <a:path w="25" h="17">
                    <a:moveTo>
                      <a:pt x="2" y="0"/>
                    </a:moveTo>
                    <a:lnTo>
                      <a:pt x="24" y="5"/>
                    </a:lnTo>
                    <a:lnTo>
                      <a:pt x="23" y="16"/>
                    </a:lnTo>
                    <a:lnTo>
                      <a:pt x="0" y="11"/>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91" name="Freeform 451"/>
              <p:cNvSpPr/>
              <p:nvPr/>
            </p:nvSpPr>
            <p:spPr>
              <a:xfrm>
                <a:off x="3411" y="1129"/>
                <a:ext cx="23" cy="18"/>
              </a:xfrm>
              <a:custGeom>
                <a:avLst/>
                <a:gdLst/>
                <a:ahLst/>
                <a:cxnLst>
                  <a:cxn ang="0">
                    <a:pos x="0" y="9"/>
                  </a:cxn>
                  <a:cxn ang="0">
                    <a:pos x="1" y="11"/>
                  </a:cxn>
                  <a:cxn ang="0">
                    <a:pos x="0" y="14"/>
                  </a:cxn>
                  <a:cxn ang="0">
                    <a:pos x="3" y="15"/>
                  </a:cxn>
                  <a:cxn ang="0">
                    <a:pos x="7" y="15"/>
                  </a:cxn>
                  <a:cxn ang="0">
                    <a:pos x="7" y="17"/>
                  </a:cxn>
                  <a:cxn ang="0">
                    <a:pos x="10" y="16"/>
                  </a:cxn>
                  <a:cxn ang="0">
                    <a:pos x="21" y="8"/>
                  </a:cxn>
                  <a:cxn ang="0">
                    <a:pos x="22" y="3"/>
                  </a:cxn>
                  <a:cxn ang="0">
                    <a:pos x="11" y="0"/>
                  </a:cxn>
                  <a:cxn ang="0">
                    <a:pos x="8" y="1"/>
                  </a:cxn>
                  <a:cxn ang="0">
                    <a:pos x="8" y="3"/>
                  </a:cxn>
                  <a:cxn ang="0">
                    <a:pos x="4" y="4"/>
                  </a:cxn>
                  <a:cxn ang="0">
                    <a:pos x="0" y="7"/>
                  </a:cxn>
                  <a:cxn ang="0">
                    <a:pos x="0" y="9"/>
                  </a:cxn>
                </a:cxnLst>
                <a:rect l="0" t="0" r="0" b="0"/>
                <a:pathLst>
                  <a:path w="23" h="18">
                    <a:moveTo>
                      <a:pt x="0" y="9"/>
                    </a:moveTo>
                    <a:lnTo>
                      <a:pt x="1" y="11"/>
                    </a:lnTo>
                    <a:lnTo>
                      <a:pt x="0" y="14"/>
                    </a:lnTo>
                    <a:lnTo>
                      <a:pt x="3" y="15"/>
                    </a:lnTo>
                    <a:lnTo>
                      <a:pt x="7" y="15"/>
                    </a:lnTo>
                    <a:lnTo>
                      <a:pt x="7" y="17"/>
                    </a:lnTo>
                    <a:lnTo>
                      <a:pt x="10" y="16"/>
                    </a:lnTo>
                    <a:lnTo>
                      <a:pt x="21" y="8"/>
                    </a:lnTo>
                    <a:lnTo>
                      <a:pt x="22" y="3"/>
                    </a:lnTo>
                    <a:lnTo>
                      <a:pt x="11" y="0"/>
                    </a:lnTo>
                    <a:lnTo>
                      <a:pt x="8" y="1"/>
                    </a:lnTo>
                    <a:lnTo>
                      <a:pt x="8" y="3"/>
                    </a:lnTo>
                    <a:lnTo>
                      <a:pt x="4" y="4"/>
                    </a:lnTo>
                    <a:lnTo>
                      <a:pt x="0" y="7"/>
                    </a:lnTo>
                    <a:lnTo>
                      <a:pt x="0"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92" name="Line 452"/>
              <p:cNvSpPr/>
              <p:nvPr/>
            </p:nvSpPr>
            <p:spPr>
              <a:xfrm>
                <a:off x="3392" y="1129"/>
                <a:ext cx="1" cy="0"/>
              </a:xfrm>
              <a:prstGeom prst="line">
                <a:avLst/>
              </a:prstGeom>
              <a:ln w="12700" cap="flat" cmpd="sng">
                <a:solidFill>
                  <a:schemeClr val="tx1"/>
                </a:solidFill>
                <a:prstDash val="solid"/>
                <a:headEnd type="none" w="med" len="med"/>
                <a:tailEnd type="none" w="med" len="med"/>
              </a:ln>
            </p:spPr>
          </p:sp>
          <p:sp>
            <p:nvSpPr>
              <p:cNvPr id="53393" name="Line 453"/>
              <p:cNvSpPr/>
              <p:nvPr/>
            </p:nvSpPr>
            <p:spPr>
              <a:xfrm>
                <a:off x="3391" y="1125"/>
                <a:ext cx="3" cy="1"/>
              </a:xfrm>
              <a:prstGeom prst="line">
                <a:avLst/>
              </a:prstGeom>
              <a:ln w="12700" cap="flat" cmpd="sng">
                <a:solidFill>
                  <a:schemeClr val="tx1"/>
                </a:solidFill>
                <a:prstDash val="solid"/>
                <a:headEnd type="none" w="med" len="med"/>
                <a:tailEnd type="none" w="med" len="med"/>
              </a:ln>
            </p:spPr>
          </p:sp>
          <p:sp>
            <p:nvSpPr>
              <p:cNvPr id="53394" name="Freeform 454"/>
              <p:cNvSpPr/>
              <p:nvPr/>
            </p:nvSpPr>
            <p:spPr>
              <a:xfrm>
                <a:off x="3386" y="1124"/>
                <a:ext cx="24" cy="17"/>
              </a:xfrm>
              <a:custGeom>
                <a:avLst/>
                <a:gdLst/>
                <a:ahLst/>
                <a:cxnLst>
                  <a:cxn ang="0">
                    <a:pos x="18" y="16"/>
                  </a:cxn>
                  <a:cxn ang="0">
                    <a:pos x="18" y="12"/>
                  </a:cxn>
                  <a:cxn ang="0">
                    <a:pos x="23" y="12"/>
                  </a:cxn>
                  <a:cxn ang="0">
                    <a:pos x="22" y="2"/>
                  </a:cxn>
                  <a:cxn ang="0">
                    <a:pos x="18" y="2"/>
                  </a:cxn>
                  <a:cxn ang="0">
                    <a:pos x="17" y="0"/>
                  </a:cxn>
                  <a:cxn ang="0">
                    <a:pos x="13" y="0"/>
                  </a:cxn>
                  <a:cxn ang="0">
                    <a:pos x="13" y="2"/>
                  </a:cxn>
                  <a:cxn ang="0">
                    <a:pos x="8" y="3"/>
                  </a:cxn>
                  <a:cxn ang="0">
                    <a:pos x="4" y="5"/>
                  </a:cxn>
                  <a:cxn ang="0">
                    <a:pos x="5" y="7"/>
                  </a:cxn>
                  <a:cxn ang="0">
                    <a:pos x="0" y="8"/>
                  </a:cxn>
                  <a:cxn ang="0">
                    <a:pos x="0" y="10"/>
                  </a:cxn>
                  <a:cxn ang="0">
                    <a:pos x="5" y="11"/>
                  </a:cxn>
                  <a:cxn ang="0">
                    <a:pos x="9" y="13"/>
                  </a:cxn>
                  <a:cxn ang="0">
                    <a:pos x="13" y="12"/>
                  </a:cxn>
                  <a:cxn ang="0">
                    <a:pos x="14" y="16"/>
                  </a:cxn>
                  <a:cxn ang="0">
                    <a:pos x="18" y="16"/>
                  </a:cxn>
                </a:cxnLst>
                <a:rect l="0" t="0" r="0" b="0"/>
                <a:pathLst>
                  <a:path w="24" h="17">
                    <a:moveTo>
                      <a:pt x="18" y="16"/>
                    </a:moveTo>
                    <a:lnTo>
                      <a:pt x="18" y="12"/>
                    </a:lnTo>
                    <a:lnTo>
                      <a:pt x="23" y="12"/>
                    </a:lnTo>
                    <a:lnTo>
                      <a:pt x="22" y="2"/>
                    </a:lnTo>
                    <a:lnTo>
                      <a:pt x="18" y="2"/>
                    </a:lnTo>
                    <a:lnTo>
                      <a:pt x="17" y="0"/>
                    </a:lnTo>
                    <a:lnTo>
                      <a:pt x="13" y="0"/>
                    </a:lnTo>
                    <a:lnTo>
                      <a:pt x="13" y="2"/>
                    </a:lnTo>
                    <a:lnTo>
                      <a:pt x="8" y="3"/>
                    </a:lnTo>
                    <a:lnTo>
                      <a:pt x="4" y="5"/>
                    </a:lnTo>
                    <a:lnTo>
                      <a:pt x="5" y="7"/>
                    </a:lnTo>
                    <a:lnTo>
                      <a:pt x="0" y="8"/>
                    </a:lnTo>
                    <a:lnTo>
                      <a:pt x="0" y="10"/>
                    </a:lnTo>
                    <a:lnTo>
                      <a:pt x="5" y="11"/>
                    </a:lnTo>
                    <a:lnTo>
                      <a:pt x="9" y="13"/>
                    </a:lnTo>
                    <a:lnTo>
                      <a:pt x="13" y="12"/>
                    </a:lnTo>
                    <a:lnTo>
                      <a:pt x="14"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95" name="Freeform 455"/>
              <p:cNvSpPr/>
              <p:nvPr/>
            </p:nvSpPr>
            <p:spPr>
              <a:xfrm>
                <a:off x="3386" y="1126"/>
                <a:ext cx="25" cy="17"/>
              </a:xfrm>
              <a:custGeom>
                <a:avLst/>
                <a:gdLst/>
                <a:ahLst/>
                <a:cxnLst>
                  <a:cxn ang="0">
                    <a:pos x="2" y="0"/>
                  </a:cxn>
                  <a:cxn ang="0">
                    <a:pos x="24" y="4"/>
                  </a:cxn>
                  <a:cxn ang="0">
                    <a:pos x="22" y="16"/>
                  </a:cxn>
                  <a:cxn ang="0">
                    <a:pos x="0" y="12"/>
                  </a:cxn>
                  <a:cxn ang="0">
                    <a:pos x="2" y="0"/>
                  </a:cxn>
                </a:cxnLst>
                <a:rect l="0" t="0" r="0" b="0"/>
                <a:pathLst>
                  <a:path w="25" h="17">
                    <a:moveTo>
                      <a:pt x="2" y="0"/>
                    </a:moveTo>
                    <a:lnTo>
                      <a:pt x="24" y="4"/>
                    </a:lnTo>
                    <a:lnTo>
                      <a:pt x="22" y="16"/>
                    </a:lnTo>
                    <a:lnTo>
                      <a:pt x="0" y="12"/>
                    </a:lnTo>
                    <a:lnTo>
                      <a:pt x="2"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396" name="Freeform 456"/>
              <p:cNvSpPr/>
              <p:nvPr/>
            </p:nvSpPr>
            <p:spPr>
              <a:xfrm>
                <a:off x="3396" y="1125"/>
                <a:ext cx="25" cy="18"/>
              </a:xfrm>
              <a:custGeom>
                <a:avLst/>
                <a:gdLst/>
                <a:ahLst/>
                <a:cxnLst>
                  <a:cxn ang="0">
                    <a:pos x="1" y="9"/>
                  </a:cxn>
                  <a:cxn ang="0">
                    <a:pos x="1" y="11"/>
                  </a:cxn>
                  <a:cxn ang="0">
                    <a:pos x="0" y="13"/>
                  </a:cxn>
                  <a:cxn ang="0">
                    <a:pos x="4" y="15"/>
                  </a:cxn>
                  <a:cxn ang="0">
                    <a:pos x="8" y="15"/>
                  </a:cxn>
                  <a:cxn ang="0">
                    <a:pos x="8" y="17"/>
                  </a:cxn>
                  <a:cxn ang="0">
                    <a:pos x="12" y="16"/>
                  </a:cxn>
                  <a:cxn ang="0">
                    <a:pos x="16" y="13"/>
                  </a:cxn>
                  <a:cxn ang="0">
                    <a:pos x="20" y="10"/>
                  </a:cxn>
                  <a:cxn ang="0">
                    <a:pos x="20" y="8"/>
                  </a:cxn>
                  <a:cxn ang="0">
                    <a:pos x="24" y="8"/>
                  </a:cxn>
                  <a:cxn ang="0">
                    <a:pos x="23" y="5"/>
                  </a:cxn>
                  <a:cxn ang="0">
                    <a:pos x="20" y="3"/>
                  </a:cxn>
                  <a:cxn ang="0">
                    <a:pos x="20" y="1"/>
                  </a:cxn>
                  <a:cxn ang="0">
                    <a:pos x="16" y="0"/>
                  </a:cxn>
                  <a:cxn ang="0">
                    <a:pos x="12" y="0"/>
                  </a:cxn>
                  <a:cxn ang="0">
                    <a:pos x="9" y="1"/>
                  </a:cxn>
                  <a:cxn ang="0">
                    <a:pos x="5" y="1"/>
                  </a:cxn>
                  <a:cxn ang="0">
                    <a:pos x="1" y="4"/>
                  </a:cxn>
                  <a:cxn ang="0">
                    <a:pos x="1" y="7"/>
                  </a:cxn>
                  <a:cxn ang="0">
                    <a:pos x="1" y="9"/>
                  </a:cxn>
                </a:cxnLst>
                <a:rect l="0" t="0" r="0" b="0"/>
                <a:pathLst>
                  <a:path w="25" h="18">
                    <a:moveTo>
                      <a:pt x="1" y="9"/>
                    </a:moveTo>
                    <a:lnTo>
                      <a:pt x="1" y="11"/>
                    </a:lnTo>
                    <a:lnTo>
                      <a:pt x="0" y="13"/>
                    </a:lnTo>
                    <a:lnTo>
                      <a:pt x="4" y="15"/>
                    </a:lnTo>
                    <a:lnTo>
                      <a:pt x="8" y="15"/>
                    </a:lnTo>
                    <a:lnTo>
                      <a:pt x="8" y="17"/>
                    </a:lnTo>
                    <a:lnTo>
                      <a:pt x="12" y="16"/>
                    </a:lnTo>
                    <a:lnTo>
                      <a:pt x="16" y="13"/>
                    </a:lnTo>
                    <a:lnTo>
                      <a:pt x="20" y="10"/>
                    </a:lnTo>
                    <a:lnTo>
                      <a:pt x="20" y="8"/>
                    </a:lnTo>
                    <a:lnTo>
                      <a:pt x="24" y="8"/>
                    </a:lnTo>
                    <a:lnTo>
                      <a:pt x="23" y="5"/>
                    </a:lnTo>
                    <a:lnTo>
                      <a:pt x="20" y="3"/>
                    </a:lnTo>
                    <a:lnTo>
                      <a:pt x="20" y="1"/>
                    </a:lnTo>
                    <a:lnTo>
                      <a:pt x="16" y="0"/>
                    </a:lnTo>
                    <a:lnTo>
                      <a:pt x="12" y="0"/>
                    </a:lnTo>
                    <a:lnTo>
                      <a:pt x="9" y="1"/>
                    </a:lnTo>
                    <a:lnTo>
                      <a:pt x="5" y="1"/>
                    </a:lnTo>
                    <a:lnTo>
                      <a:pt x="1" y="4"/>
                    </a:lnTo>
                    <a:lnTo>
                      <a:pt x="1" y="7"/>
                    </a:lnTo>
                    <a:lnTo>
                      <a:pt x="1" y="9"/>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397" name="Line 457"/>
              <p:cNvSpPr/>
              <p:nvPr/>
            </p:nvSpPr>
            <p:spPr>
              <a:xfrm>
                <a:off x="3416" y="1125"/>
                <a:ext cx="0" cy="0"/>
              </a:xfrm>
              <a:prstGeom prst="line">
                <a:avLst/>
              </a:prstGeom>
              <a:ln w="12700" cap="flat" cmpd="sng">
                <a:solidFill>
                  <a:schemeClr val="tx1"/>
                </a:solidFill>
                <a:prstDash val="solid"/>
                <a:headEnd type="none" w="med" len="med"/>
                <a:tailEnd type="none" w="med" len="med"/>
              </a:ln>
            </p:spPr>
          </p:sp>
          <p:sp>
            <p:nvSpPr>
              <p:cNvPr id="53398" name="Line 458"/>
              <p:cNvSpPr/>
              <p:nvPr/>
            </p:nvSpPr>
            <p:spPr>
              <a:xfrm>
                <a:off x="3417" y="1123"/>
                <a:ext cx="3" cy="2"/>
              </a:xfrm>
              <a:prstGeom prst="line">
                <a:avLst/>
              </a:prstGeom>
              <a:ln w="12700" cap="flat" cmpd="sng">
                <a:solidFill>
                  <a:schemeClr val="tx1"/>
                </a:solidFill>
                <a:prstDash val="solid"/>
                <a:headEnd type="none" w="med" len="med"/>
                <a:tailEnd type="none" w="med" len="med"/>
              </a:ln>
            </p:spPr>
          </p:sp>
          <p:sp>
            <p:nvSpPr>
              <p:cNvPr id="53399" name="Freeform 459"/>
              <p:cNvSpPr/>
              <p:nvPr/>
            </p:nvSpPr>
            <p:spPr>
              <a:xfrm>
                <a:off x="3409" y="1120"/>
                <a:ext cx="24" cy="17"/>
              </a:xfrm>
              <a:custGeom>
                <a:avLst/>
                <a:gdLst/>
                <a:ahLst/>
                <a:cxnLst>
                  <a:cxn ang="0">
                    <a:pos x="17" y="16"/>
                  </a:cxn>
                  <a:cxn ang="0">
                    <a:pos x="23" y="16"/>
                  </a:cxn>
                  <a:cxn ang="0">
                    <a:pos x="22" y="13"/>
                  </a:cxn>
                  <a:cxn ang="0">
                    <a:pos x="22" y="2"/>
                  </a:cxn>
                  <a:cxn ang="0">
                    <a:pos x="21" y="0"/>
                  </a:cxn>
                  <a:cxn ang="0">
                    <a:pos x="16" y="0"/>
                  </a:cxn>
                  <a:cxn ang="0">
                    <a:pos x="11" y="3"/>
                  </a:cxn>
                  <a:cxn ang="0">
                    <a:pos x="5" y="5"/>
                  </a:cxn>
                  <a:cxn ang="0">
                    <a:pos x="0" y="9"/>
                  </a:cxn>
                  <a:cxn ang="0">
                    <a:pos x="0" y="11"/>
                  </a:cxn>
                  <a:cxn ang="0">
                    <a:pos x="6" y="13"/>
                  </a:cxn>
                  <a:cxn ang="0">
                    <a:pos x="11" y="16"/>
                  </a:cxn>
                  <a:cxn ang="0">
                    <a:pos x="17" y="16"/>
                  </a:cxn>
                </a:cxnLst>
                <a:rect l="0" t="0" r="0" b="0"/>
                <a:pathLst>
                  <a:path w="24" h="17">
                    <a:moveTo>
                      <a:pt x="17" y="16"/>
                    </a:moveTo>
                    <a:lnTo>
                      <a:pt x="23" y="16"/>
                    </a:lnTo>
                    <a:lnTo>
                      <a:pt x="22" y="13"/>
                    </a:lnTo>
                    <a:lnTo>
                      <a:pt x="22" y="2"/>
                    </a:lnTo>
                    <a:lnTo>
                      <a:pt x="21" y="0"/>
                    </a:lnTo>
                    <a:lnTo>
                      <a:pt x="16" y="0"/>
                    </a:lnTo>
                    <a:lnTo>
                      <a:pt x="11" y="3"/>
                    </a:lnTo>
                    <a:lnTo>
                      <a:pt x="5" y="5"/>
                    </a:lnTo>
                    <a:lnTo>
                      <a:pt x="0" y="9"/>
                    </a:lnTo>
                    <a:lnTo>
                      <a:pt x="0" y="11"/>
                    </a:lnTo>
                    <a:lnTo>
                      <a:pt x="6" y="13"/>
                    </a:lnTo>
                    <a:lnTo>
                      <a:pt x="11" y="16"/>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00" name="Freeform 460"/>
              <p:cNvSpPr/>
              <p:nvPr/>
            </p:nvSpPr>
            <p:spPr>
              <a:xfrm>
                <a:off x="3406" y="1124"/>
                <a:ext cx="27" cy="17"/>
              </a:xfrm>
              <a:custGeom>
                <a:avLst/>
                <a:gdLst/>
                <a:ahLst/>
                <a:cxnLst>
                  <a:cxn ang="0">
                    <a:pos x="3" y="0"/>
                  </a:cxn>
                  <a:cxn ang="0">
                    <a:pos x="26" y="4"/>
                  </a:cxn>
                  <a:cxn ang="0">
                    <a:pos x="24" y="16"/>
                  </a:cxn>
                  <a:cxn ang="0">
                    <a:pos x="0" y="11"/>
                  </a:cxn>
                  <a:cxn ang="0">
                    <a:pos x="3" y="0"/>
                  </a:cxn>
                </a:cxnLst>
                <a:rect l="0" t="0" r="0" b="0"/>
                <a:pathLst>
                  <a:path w="27" h="17">
                    <a:moveTo>
                      <a:pt x="3" y="0"/>
                    </a:moveTo>
                    <a:lnTo>
                      <a:pt x="26" y="4"/>
                    </a:lnTo>
                    <a:lnTo>
                      <a:pt x="24" y="16"/>
                    </a:lnTo>
                    <a:lnTo>
                      <a:pt x="0" y="11"/>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01" name="Freeform 461"/>
              <p:cNvSpPr/>
              <p:nvPr/>
            </p:nvSpPr>
            <p:spPr>
              <a:xfrm>
                <a:off x="3424" y="1124"/>
                <a:ext cx="22" cy="17"/>
              </a:xfrm>
              <a:custGeom>
                <a:avLst/>
                <a:gdLst/>
                <a:ahLst/>
                <a:cxnLst>
                  <a:cxn ang="0">
                    <a:pos x="0" y="7"/>
                  </a:cxn>
                  <a:cxn ang="0">
                    <a:pos x="0" y="9"/>
                  </a:cxn>
                  <a:cxn ang="0">
                    <a:pos x="3" y="10"/>
                  </a:cxn>
                  <a:cxn ang="0">
                    <a:pos x="3" y="12"/>
                  </a:cxn>
                  <a:cxn ang="0">
                    <a:pos x="6" y="13"/>
                  </a:cxn>
                  <a:cxn ang="0">
                    <a:pos x="9" y="16"/>
                  </a:cxn>
                  <a:cxn ang="0">
                    <a:pos x="12" y="14"/>
                  </a:cxn>
                  <a:cxn ang="0">
                    <a:pos x="15" y="13"/>
                  </a:cxn>
                  <a:cxn ang="0">
                    <a:pos x="17" y="10"/>
                  </a:cxn>
                  <a:cxn ang="0">
                    <a:pos x="17" y="8"/>
                  </a:cxn>
                  <a:cxn ang="0">
                    <a:pos x="21" y="7"/>
                  </a:cxn>
                  <a:cxn ang="0">
                    <a:pos x="20" y="4"/>
                  </a:cxn>
                  <a:cxn ang="0">
                    <a:pos x="18" y="3"/>
                  </a:cxn>
                  <a:cxn ang="0">
                    <a:pos x="18" y="1"/>
                  </a:cxn>
                  <a:cxn ang="0">
                    <a:pos x="15" y="0"/>
                  </a:cxn>
                  <a:cxn ang="0">
                    <a:pos x="11" y="0"/>
                  </a:cxn>
                  <a:cxn ang="0">
                    <a:pos x="9" y="0"/>
                  </a:cxn>
                  <a:cxn ang="0">
                    <a:pos x="5" y="1"/>
                  </a:cxn>
                  <a:cxn ang="0">
                    <a:pos x="3" y="3"/>
                  </a:cxn>
                  <a:cxn ang="0">
                    <a:pos x="3" y="6"/>
                  </a:cxn>
                  <a:cxn ang="0">
                    <a:pos x="0" y="5"/>
                  </a:cxn>
                  <a:cxn ang="0">
                    <a:pos x="0" y="7"/>
                  </a:cxn>
                </a:cxnLst>
                <a:rect l="0" t="0" r="0" b="0"/>
                <a:pathLst>
                  <a:path w="22" h="17">
                    <a:moveTo>
                      <a:pt x="0" y="7"/>
                    </a:moveTo>
                    <a:lnTo>
                      <a:pt x="0" y="9"/>
                    </a:lnTo>
                    <a:lnTo>
                      <a:pt x="3" y="10"/>
                    </a:lnTo>
                    <a:lnTo>
                      <a:pt x="3" y="12"/>
                    </a:lnTo>
                    <a:lnTo>
                      <a:pt x="6" y="13"/>
                    </a:lnTo>
                    <a:lnTo>
                      <a:pt x="9" y="16"/>
                    </a:lnTo>
                    <a:lnTo>
                      <a:pt x="12" y="14"/>
                    </a:lnTo>
                    <a:lnTo>
                      <a:pt x="15" y="13"/>
                    </a:lnTo>
                    <a:lnTo>
                      <a:pt x="17" y="10"/>
                    </a:lnTo>
                    <a:lnTo>
                      <a:pt x="17" y="8"/>
                    </a:lnTo>
                    <a:lnTo>
                      <a:pt x="21" y="7"/>
                    </a:lnTo>
                    <a:lnTo>
                      <a:pt x="20" y="4"/>
                    </a:lnTo>
                    <a:lnTo>
                      <a:pt x="18" y="3"/>
                    </a:lnTo>
                    <a:lnTo>
                      <a:pt x="18" y="1"/>
                    </a:lnTo>
                    <a:lnTo>
                      <a:pt x="15" y="0"/>
                    </a:lnTo>
                    <a:lnTo>
                      <a:pt x="11" y="0"/>
                    </a:lnTo>
                    <a:lnTo>
                      <a:pt x="9" y="0"/>
                    </a:lnTo>
                    <a:lnTo>
                      <a:pt x="5" y="1"/>
                    </a:lnTo>
                    <a:lnTo>
                      <a:pt x="3" y="3"/>
                    </a:lnTo>
                    <a:lnTo>
                      <a:pt x="3" y="6"/>
                    </a:lnTo>
                    <a:lnTo>
                      <a:pt x="0"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02" name="Line 462"/>
              <p:cNvSpPr/>
              <p:nvPr/>
            </p:nvSpPr>
            <p:spPr>
              <a:xfrm>
                <a:off x="3403" y="1120"/>
                <a:ext cx="5" cy="1"/>
              </a:xfrm>
              <a:prstGeom prst="line">
                <a:avLst/>
              </a:prstGeom>
              <a:ln w="12700" cap="flat" cmpd="sng">
                <a:solidFill>
                  <a:schemeClr val="tx1"/>
                </a:solidFill>
                <a:prstDash val="solid"/>
                <a:headEnd type="none" w="med" len="med"/>
                <a:tailEnd type="none" w="med" len="med"/>
              </a:ln>
            </p:spPr>
          </p:sp>
          <p:sp>
            <p:nvSpPr>
              <p:cNvPr id="53403" name="Line 463"/>
              <p:cNvSpPr/>
              <p:nvPr/>
            </p:nvSpPr>
            <p:spPr>
              <a:xfrm>
                <a:off x="3405" y="1116"/>
                <a:ext cx="0" cy="1"/>
              </a:xfrm>
              <a:prstGeom prst="line">
                <a:avLst/>
              </a:prstGeom>
              <a:ln w="12700" cap="flat" cmpd="sng">
                <a:solidFill>
                  <a:schemeClr val="tx1"/>
                </a:solidFill>
                <a:prstDash val="solid"/>
                <a:headEnd type="none" w="med" len="med"/>
                <a:tailEnd type="none" w="med" len="med"/>
              </a:ln>
            </p:spPr>
          </p:sp>
          <p:sp>
            <p:nvSpPr>
              <p:cNvPr id="53404" name="Freeform 464"/>
              <p:cNvSpPr/>
              <p:nvPr/>
            </p:nvSpPr>
            <p:spPr>
              <a:xfrm>
                <a:off x="3396" y="1116"/>
                <a:ext cx="25" cy="17"/>
              </a:xfrm>
              <a:custGeom>
                <a:avLst/>
                <a:gdLst/>
                <a:ahLst/>
                <a:cxnLst>
                  <a:cxn ang="0">
                    <a:pos x="18" y="16"/>
                  </a:cxn>
                  <a:cxn ang="0">
                    <a:pos x="24" y="11"/>
                  </a:cxn>
                  <a:cxn ang="0">
                    <a:pos x="23" y="1"/>
                  </a:cxn>
                  <a:cxn ang="0">
                    <a:pos x="18" y="0"/>
                  </a:cxn>
                  <a:cxn ang="0">
                    <a:pos x="11" y="0"/>
                  </a:cxn>
                  <a:cxn ang="0">
                    <a:pos x="6" y="0"/>
                  </a:cxn>
                  <a:cxn ang="0">
                    <a:pos x="0" y="4"/>
                  </a:cxn>
                  <a:cxn ang="0">
                    <a:pos x="0" y="6"/>
                  </a:cxn>
                  <a:cxn ang="0">
                    <a:pos x="1" y="9"/>
                  </a:cxn>
                  <a:cxn ang="0">
                    <a:pos x="1" y="11"/>
                  </a:cxn>
                  <a:cxn ang="0">
                    <a:pos x="6" y="16"/>
                  </a:cxn>
                  <a:cxn ang="0">
                    <a:pos x="13" y="16"/>
                  </a:cxn>
                  <a:cxn ang="0">
                    <a:pos x="18" y="16"/>
                  </a:cxn>
                </a:cxnLst>
                <a:rect l="0" t="0" r="0" b="0"/>
                <a:pathLst>
                  <a:path w="25" h="17">
                    <a:moveTo>
                      <a:pt x="18" y="16"/>
                    </a:moveTo>
                    <a:lnTo>
                      <a:pt x="24" y="11"/>
                    </a:lnTo>
                    <a:lnTo>
                      <a:pt x="23" y="1"/>
                    </a:lnTo>
                    <a:lnTo>
                      <a:pt x="18" y="0"/>
                    </a:lnTo>
                    <a:lnTo>
                      <a:pt x="11" y="0"/>
                    </a:lnTo>
                    <a:lnTo>
                      <a:pt x="6" y="0"/>
                    </a:lnTo>
                    <a:lnTo>
                      <a:pt x="0" y="4"/>
                    </a:lnTo>
                    <a:lnTo>
                      <a:pt x="0" y="6"/>
                    </a:lnTo>
                    <a:lnTo>
                      <a:pt x="1" y="9"/>
                    </a:lnTo>
                    <a:lnTo>
                      <a:pt x="1" y="11"/>
                    </a:lnTo>
                    <a:lnTo>
                      <a:pt x="6" y="16"/>
                    </a:lnTo>
                    <a:lnTo>
                      <a:pt x="13"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05" name="Freeform 465"/>
              <p:cNvSpPr/>
              <p:nvPr/>
            </p:nvSpPr>
            <p:spPr>
              <a:xfrm>
                <a:off x="3394" y="1117"/>
                <a:ext cx="25" cy="17"/>
              </a:xfrm>
              <a:custGeom>
                <a:avLst/>
                <a:gdLst/>
                <a:ahLst/>
                <a:cxnLst>
                  <a:cxn ang="0">
                    <a:pos x="1" y="1"/>
                  </a:cxn>
                  <a:cxn ang="0">
                    <a:pos x="24" y="4"/>
                  </a:cxn>
                  <a:cxn ang="0">
                    <a:pos x="23" y="16"/>
                  </a:cxn>
                  <a:cxn ang="0">
                    <a:pos x="0" y="12"/>
                  </a:cxn>
                  <a:cxn ang="0">
                    <a:pos x="2" y="0"/>
                  </a:cxn>
                  <a:cxn ang="0">
                    <a:pos x="1" y="1"/>
                  </a:cxn>
                </a:cxnLst>
                <a:rect l="0" t="0" r="0" b="0"/>
                <a:pathLst>
                  <a:path w="25" h="17">
                    <a:moveTo>
                      <a:pt x="1" y="1"/>
                    </a:moveTo>
                    <a:lnTo>
                      <a:pt x="24" y="4"/>
                    </a:lnTo>
                    <a:lnTo>
                      <a:pt x="23" y="16"/>
                    </a:lnTo>
                    <a:lnTo>
                      <a:pt x="0" y="12"/>
                    </a:lnTo>
                    <a:lnTo>
                      <a:pt x="2" y="0"/>
                    </a:lnTo>
                    <a:lnTo>
                      <a:pt x="1"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06" name="Freeform 466"/>
              <p:cNvSpPr/>
              <p:nvPr/>
            </p:nvSpPr>
            <p:spPr>
              <a:xfrm>
                <a:off x="3411" y="1119"/>
                <a:ext cx="24" cy="17"/>
              </a:xfrm>
              <a:custGeom>
                <a:avLst/>
                <a:gdLst/>
                <a:ahLst/>
                <a:cxnLst>
                  <a:cxn ang="0">
                    <a:pos x="0" y="8"/>
                  </a:cxn>
                  <a:cxn ang="0">
                    <a:pos x="0" y="10"/>
                  </a:cxn>
                  <a:cxn ang="0">
                    <a:pos x="0" y="12"/>
                  </a:cxn>
                  <a:cxn ang="0">
                    <a:pos x="4" y="16"/>
                  </a:cxn>
                  <a:cxn ang="0">
                    <a:pos x="8" y="16"/>
                  </a:cxn>
                  <a:cxn ang="0">
                    <a:pos x="12" y="16"/>
                  </a:cxn>
                  <a:cxn ang="0">
                    <a:pos x="15" y="16"/>
                  </a:cxn>
                  <a:cxn ang="0">
                    <a:pos x="19" y="14"/>
                  </a:cxn>
                  <a:cxn ang="0">
                    <a:pos x="23" y="10"/>
                  </a:cxn>
                  <a:cxn ang="0">
                    <a:pos x="23" y="8"/>
                  </a:cxn>
                  <a:cxn ang="0">
                    <a:pos x="23" y="5"/>
                  </a:cxn>
                  <a:cxn ang="0">
                    <a:pos x="23" y="3"/>
                  </a:cxn>
                  <a:cxn ang="0">
                    <a:pos x="18" y="2"/>
                  </a:cxn>
                  <a:cxn ang="0">
                    <a:pos x="14" y="2"/>
                  </a:cxn>
                  <a:cxn ang="0">
                    <a:pos x="10" y="0"/>
                  </a:cxn>
                  <a:cxn ang="0">
                    <a:pos x="7" y="0"/>
                  </a:cxn>
                  <a:cxn ang="0">
                    <a:pos x="7" y="2"/>
                  </a:cxn>
                  <a:cxn ang="0">
                    <a:pos x="3" y="2"/>
                  </a:cxn>
                  <a:cxn ang="0">
                    <a:pos x="0" y="5"/>
                  </a:cxn>
                  <a:cxn ang="0">
                    <a:pos x="0" y="8"/>
                  </a:cxn>
                </a:cxnLst>
                <a:rect l="0" t="0" r="0" b="0"/>
                <a:pathLst>
                  <a:path w="24" h="17">
                    <a:moveTo>
                      <a:pt x="0" y="8"/>
                    </a:moveTo>
                    <a:lnTo>
                      <a:pt x="0" y="10"/>
                    </a:lnTo>
                    <a:lnTo>
                      <a:pt x="0" y="12"/>
                    </a:lnTo>
                    <a:lnTo>
                      <a:pt x="4" y="16"/>
                    </a:lnTo>
                    <a:lnTo>
                      <a:pt x="8" y="16"/>
                    </a:lnTo>
                    <a:lnTo>
                      <a:pt x="12" y="16"/>
                    </a:lnTo>
                    <a:lnTo>
                      <a:pt x="15" y="16"/>
                    </a:lnTo>
                    <a:lnTo>
                      <a:pt x="19" y="14"/>
                    </a:lnTo>
                    <a:lnTo>
                      <a:pt x="23" y="10"/>
                    </a:lnTo>
                    <a:lnTo>
                      <a:pt x="23" y="8"/>
                    </a:lnTo>
                    <a:lnTo>
                      <a:pt x="23" y="5"/>
                    </a:lnTo>
                    <a:lnTo>
                      <a:pt x="23" y="3"/>
                    </a:lnTo>
                    <a:lnTo>
                      <a:pt x="18" y="2"/>
                    </a:lnTo>
                    <a:lnTo>
                      <a:pt x="14" y="2"/>
                    </a:lnTo>
                    <a:lnTo>
                      <a:pt x="10" y="0"/>
                    </a:lnTo>
                    <a:lnTo>
                      <a:pt x="7" y="0"/>
                    </a:lnTo>
                    <a:lnTo>
                      <a:pt x="7" y="2"/>
                    </a:lnTo>
                    <a:lnTo>
                      <a:pt x="3" y="2"/>
                    </a:lnTo>
                    <a:lnTo>
                      <a:pt x="0" y="5"/>
                    </a:lnTo>
                    <a:lnTo>
                      <a:pt x="0" y="8"/>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53407" name="Group 467"/>
            <p:cNvGrpSpPr/>
            <p:nvPr/>
          </p:nvGrpSpPr>
          <p:grpSpPr>
            <a:xfrm>
              <a:off x="2914" y="1434"/>
              <a:ext cx="295" cy="125"/>
              <a:chOff x="4133" y="937"/>
              <a:chExt cx="295" cy="125"/>
            </a:xfrm>
          </p:grpSpPr>
          <p:sp>
            <p:nvSpPr>
              <p:cNvPr id="53408" name="Freeform 468"/>
              <p:cNvSpPr/>
              <p:nvPr/>
            </p:nvSpPr>
            <p:spPr>
              <a:xfrm>
                <a:off x="4338" y="972"/>
                <a:ext cx="90" cy="90"/>
              </a:xfrm>
              <a:custGeom>
                <a:avLst/>
                <a:gdLst/>
                <a:ahLst/>
                <a:cxnLst>
                  <a:cxn ang="0">
                    <a:pos x="75" y="89"/>
                  </a:cxn>
                  <a:cxn ang="0">
                    <a:pos x="89" y="13"/>
                  </a:cxn>
                  <a:cxn ang="0">
                    <a:pos x="15" y="0"/>
                  </a:cxn>
                  <a:cxn ang="0">
                    <a:pos x="0" y="82"/>
                  </a:cxn>
                  <a:cxn ang="0">
                    <a:pos x="75" y="89"/>
                  </a:cxn>
                </a:cxnLst>
                <a:rect l="0" t="0" r="0" b="0"/>
                <a:pathLst>
                  <a:path w="90" h="90">
                    <a:moveTo>
                      <a:pt x="75" y="89"/>
                    </a:moveTo>
                    <a:lnTo>
                      <a:pt x="89" y="13"/>
                    </a:lnTo>
                    <a:lnTo>
                      <a:pt x="15" y="0"/>
                    </a:lnTo>
                    <a:lnTo>
                      <a:pt x="0" y="82"/>
                    </a:lnTo>
                    <a:lnTo>
                      <a:pt x="75" y="89"/>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409" name="Freeform 469"/>
              <p:cNvSpPr/>
              <p:nvPr/>
            </p:nvSpPr>
            <p:spPr>
              <a:xfrm>
                <a:off x="4233" y="972"/>
                <a:ext cx="88" cy="63"/>
              </a:xfrm>
              <a:custGeom>
                <a:avLst/>
                <a:gdLst/>
                <a:ahLst/>
                <a:cxnLst>
                  <a:cxn ang="0">
                    <a:pos x="25" y="0"/>
                  </a:cxn>
                  <a:cxn ang="0">
                    <a:pos x="73" y="6"/>
                  </a:cxn>
                  <a:cxn ang="0">
                    <a:pos x="87" y="16"/>
                  </a:cxn>
                  <a:cxn ang="0">
                    <a:pos x="80" y="56"/>
                  </a:cxn>
                  <a:cxn ang="0">
                    <a:pos x="62" y="62"/>
                  </a:cxn>
                  <a:cxn ang="0">
                    <a:pos x="14" y="56"/>
                  </a:cxn>
                  <a:cxn ang="0">
                    <a:pos x="0" y="45"/>
                  </a:cxn>
                  <a:cxn ang="0">
                    <a:pos x="8" y="6"/>
                  </a:cxn>
                  <a:cxn ang="0">
                    <a:pos x="25" y="0"/>
                  </a:cxn>
                </a:cxnLst>
                <a:rect l="0" t="0" r="0" b="0"/>
                <a:pathLst>
                  <a:path w="88" h="63">
                    <a:moveTo>
                      <a:pt x="25" y="0"/>
                    </a:moveTo>
                    <a:lnTo>
                      <a:pt x="73" y="6"/>
                    </a:lnTo>
                    <a:lnTo>
                      <a:pt x="87" y="16"/>
                    </a:lnTo>
                    <a:lnTo>
                      <a:pt x="80" y="56"/>
                    </a:lnTo>
                    <a:lnTo>
                      <a:pt x="62" y="62"/>
                    </a:lnTo>
                    <a:lnTo>
                      <a:pt x="14" y="56"/>
                    </a:lnTo>
                    <a:lnTo>
                      <a:pt x="0" y="45"/>
                    </a:lnTo>
                    <a:lnTo>
                      <a:pt x="8"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10" name="Freeform 470"/>
              <p:cNvSpPr/>
              <p:nvPr/>
            </p:nvSpPr>
            <p:spPr>
              <a:xfrm>
                <a:off x="4267" y="978"/>
                <a:ext cx="90" cy="63"/>
              </a:xfrm>
              <a:custGeom>
                <a:avLst/>
                <a:gdLst/>
                <a:ahLst/>
                <a:cxnLst>
                  <a:cxn ang="0">
                    <a:pos x="25" y="0"/>
                  </a:cxn>
                  <a:cxn ang="0">
                    <a:pos x="74" y="7"/>
                  </a:cxn>
                  <a:cxn ang="0">
                    <a:pos x="89" y="17"/>
                  </a:cxn>
                  <a:cxn ang="0">
                    <a:pos x="81" y="57"/>
                  </a:cxn>
                  <a:cxn ang="0">
                    <a:pos x="64" y="62"/>
                  </a:cxn>
                  <a:cxn ang="0">
                    <a:pos x="15" y="56"/>
                  </a:cxn>
                  <a:cxn ang="0">
                    <a:pos x="0" y="45"/>
                  </a:cxn>
                  <a:cxn ang="0">
                    <a:pos x="7" y="6"/>
                  </a:cxn>
                  <a:cxn ang="0">
                    <a:pos x="25" y="0"/>
                  </a:cxn>
                </a:cxnLst>
                <a:rect l="0" t="0" r="0" b="0"/>
                <a:pathLst>
                  <a:path w="90" h="63">
                    <a:moveTo>
                      <a:pt x="25" y="0"/>
                    </a:moveTo>
                    <a:lnTo>
                      <a:pt x="74" y="7"/>
                    </a:lnTo>
                    <a:lnTo>
                      <a:pt x="89" y="17"/>
                    </a:lnTo>
                    <a:lnTo>
                      <a:pt x="81" y="57"/>
                    </a:lnTo>
                    <a:lnTo>
                      <a:pt x="64" y="62"/>
                    </a:lnTo>
                    <a:lnTo>
                      <a:pt x="15" y="56"/>
                    </a:lnTo>
                    <a:lnTo>
                      <a:pt x="0" y="45"/>
                    </a:lnTo>
                    <a:lnTo>
                      <a:pt x="7" y="6"/>
                    </a:lnTo>
                    <a:lnTo>
                      <a:pt x="25"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11" name="Freeform 471"/>
              <p:cNvSpPr/>
              <p:nvPr/>
            </p:nvSpPr>
            <p:spPr>
              <a:xfrm>
                <a:off x="4258" y="970"/>
                <a:ext cx="82" cy="26"/>
              </a:xfrm>
              <a:custGeom>
                <a:avLst/>
                <a:gdLst/>
                <a:ahLst/>
                <a:cxnLst>
                  <a:cxn ang="0">
                    <a:pos x="49" y="6"/>
                  </a:cxn>
                  <a:cxn ang="0">
                    <a:pos x="81" y="25"/>
                  </a:cxn>
                  <a:cxn ang="0">
                    <a:pos x="33" y="19"/>
                  </a:cxn>
                  <a:cxn ang="0">
                    <a:pos x="0" y="0"/>
                  </a:cxn>
                  <a:cxn ang="0">
                    <a:pos x="49" y="6"/>
                  </a:cxn>
                </a:cxnLst>
                <a:rect l="0" t="0" r="0" b="0"/>
                <a:pathLst>
                  <a:path w="82" h="26">
                    <a:moveTo>
                      <a:pt x="49" y="6"/>
                    </a:moveTo>
                    <a:lnTo>
                      <a:pt x="81" y="25"/>
                    </a:lnTo>
                    <a:lnTo>
                      <a:pt x="33" y="19"/>
                    </a:lnTo>
                    <a:lnTo>
                      <a:pt x="0" y="0"/>
                    </a:lnTo>
                    <a:lnTo>
                      <a:pt x="49" y="6"/>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412" name="Freeform 472"/>
              <p:cNvSpPr/>
              <p:nvPr/>
            </p:nvSpPr>
            <p:spPr>
              <a:xfrm>
                <a:off x="4232" y="1019"/>
                <a:ext cx="50" cy="21"/>
              </a:xfrm>
              <a:custGeom>
                <a:avLst/>
                <a:gdLst/>
                <a:ahLst/>
                <a:cxnLst>
                  <a:cxn ang="0">
                    <a:pos x="0" y="0"/>
                  </a:cxn>
                  <a:cxn ang="0">
                    <a:pos x="35" y="9"/>
                  </a:cxn>
                  <a:cxn ang="0">
                    <a:pos x="49" y="20"/>
                  </a:cxn>
                  <a:cxn ang="0">
                    <a:pos x="14" y="12"/>
                  </a:cxn>
                  <a:cxn ang="0">
                    <a:pos x="0" y="0"/>
                  </a:cxn>
                </a:cxnLst>
                <a:rect l="0" t="0" r="0" b="0"/>
                <a:pathLst>
                  <a:path w="50" h="21">
                    <a:moveTo>
                      <a:pt x="0" y="0"/>
                    </a:moveTo>
                    <a:lnTo>
                      <a:pt x="35" y="9"/>
                    </a:lnTo>
                    <a:lnTo>
                      <a:pt x="49" y="20"/>
                    </a:lnTo>
                    <a:lnTo>
                      <a:pt x="14" y="12"/>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413" name="Line 473"/>
              <p:cNvSpPr/>
              <p:nvPr/>
            </p:nvSpPr>
            <p:spPr>
              <a:xfrm>
                <a:off x="4247" y="980"/>
                <a:ext cx="23" cy="7"/>
              </a:xfrm>
              <a:prstGeom prst="line">
                <a:avLst/>
              </a:prstGeom>
              <a:ln w="12700" cap="flat" cmpd="sng">
                <a:solidFill>
                  <a:schemeClr val="tx1"/>
                </a:solidFill>
                <a:prstDash val="solid"/>
                <a:headEnd type="none" w="med" len="med"/>
                <a:tailEnd type="none" w="med" len="med"/>
              </a:ln>
            </p:spPr>
          </p:sp>
          <p:sp>
            <p:nvSpPr>
              <p:cNvPr id="53414" name="Oval 474"/>
              <p:cNvSpPr/>
              <p:nvPr/>
            </p:nvSpPr>
            <p:spPr>
              <a:xfrm rot="540000">
                <a:off x="4289" y="993"/>
                <a:ext cx="16"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415" name="Line 475"/>
              <p:cNvSpPr/>
              <p:nvPr/>
            </p:nvSpPr>
            <p:spPr>
              <a:xfrm>
                <a:off x="4298" y="986"/>
                <a:ext cx="2" cy="0"/>
              </a:xfrm>
              <a:prstGeom prst="line">
                <a:avLst/>
              </a:prstGeom>
              <a:ln w="12700" cap="flat" cmpd="sng">
                <a:solidFill>
                  <a:schemeClr val="tx1"/>
                </a:solidFill>
                <a:prstDash val="solid"/>
                <a:headEnd type="none" w="med" len="med"/>
                <a:tailEnd type="none" w="med" len="med"/>
              </a:ln>
            </p:spPr>
          </p:sp>
          <p:sp>
            <p:nvSpPr>
              <p:cNvPr id="53416" name="Line 476"/>
              <p:cNvSpPr/>
              <p:nvPr/>
            </p:nvSpPr>
            <p:spPr>
              <a:xfrm>
                <a:off x="4293" y="993"/>
                <a:ext cx="5" cy="3"/>
              </a:xfrm>
              <a:prstGeom prst="line">
                <a:avLst/>
              </a:prstGeom>
              <a:ln w="12700" cap="flat" cmpd="sng">
                <a:solidFill>
                  <a:schemeClr val="tx1"/>
                </a:solidFill>
                <a:prstDash val="solid"/>
                <a:headEnd type="none" w="med" len="med"/>
                <a:tailEnd type="none" w="med" len="med"/>
              </a:ln>
            </p:spPr>
          </p:sp>
          <p:sp>
            <p:nvSpPr>
              <p:cNvPr id="53417" name="Oval 477"/>
              <p:cNvSpPr/>
              <p:nvPr/>
            </p:nvSpPr>
            <p:spPr>
              <a:xfrm rot="540000">
                <a:off x="4277" y="1002"/>
                <a:ext cx="69" cy="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418" name="Line 478"/>
              <p:cNvSpPr/>
              <p:nvPr/>
            </p:nvSpPr>
            <p:spPr>
              <a:xfrm>
                <a:off x="4341" y="998"/>
                <a:ext cx="25" cy="1"/>
              </a:xfrm>
              <a:prstGeom prst="line">
                <a:avLst/>
              </a:prstGeom>
              <a:ln w="12700" cap="flat" cmpd="sng">
                <a:solidFill>
                  <a:schemeClr val="tx1"/>
                </a:solidFill>
                <a:prstDash val="solid"/>
                <a:headEnd type="none" w="med" len="med"/>
                <a:tailEnd type="none" w="med" len="med"/>
              </a:ln>
            </p:spPr>
          </p:sp>
          <p:sp>
            <p:nvSpPr>
              <p:cNvPr id="53419" name="Freeform 479"/>
              <p:cNvSpPr/>
              <p:nvPr/>
            </p:nvSpPr>
            <p:spPr>
              <a:xfrm>
                <a:off x="4291" y="992"/>
                <a:ext cx="24" cy="19"/>
              </a:xfrm>
              <a:custGeom>
                <a:avLst/>
                <a:gdLst/>
                <a:ahLst/>
                <a:cxnLst>
                  <a:cxn ang="0">
                    <a:pos x="0" y="1"/>
                  </a:cxn>
                  <a:cxn ang="0">
                    <a:pos x="16" y="0"/>
                  </a:cxn>
                  <a:cxn ang="0">
                    <a:pos x="23" y="9"/>
                  </a:cxn>
                  <a:cxn ang="0">
                    <a:pos x="13" y="18"/>
                  </a:cxn>
                  <a:cxn ang="0">
                    <a:pos x="0" y="1"/>
                  </a:cxn>
                </a:cxnLst>
                <a:rect l="0" t="0" r="0" b="0"/>
                <a:pathLst>
                  <a:path w="24" h="19">
                    <a:moveTo>
                      <a:pt x="0" y="1"/>
                    </a:moveTo>
                    <a:lnTo>
                      <a:pt x="16" y="0"/>
                    </a:lnTo>
                    <a:lnTo>
                      <a:pt x="23" y="9"/>
                    </a:lnTo>
                    <a:lnTo>
                      <a:pt x="13" y="18"/>
                    </a:lnTo>
                    <a:lnTo>
                      <a:pt x="0" y="1"/>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20" name="Freeform 480"/>
              <p:cNvSpPr/>
              <p:nvPr/>
            </p:nvSpPr>
            <p:spPr>
              <a:xfrm>
                <a:off x="4292" y="995"/>
                <a:ext cx="22" cy="17"/>
              </a:xfrm>
              <a:custGeom>
                <a:avLst/>
                <a:gdLst/>
                <a:ahLst/>
                <a:cxnLst>
                  <a:cxn ang="0">
                    <a:pos x="21" y="0"/>
                  </a:cxn>
                  <a:cxn ang="0">
                    <a:pos x="20" y="14"/>
                  </a:cxn>
                  <a:cxn ang="0">
                    <a:pos x="8" y="16"/>
                  </a:cxn>
                  <a:cxn ang="0">
                    <a:pos x="0" y="1"/>
                  </a:cxn>
                  <a:cxn ang="0">
                    <a:pos x="15" y="1"/>
                  </a:cxn>
                  <a:cxn ang="0">
                    <a:pos x="21" y="0"/>
                  </a:cxn>
                </a:cxnLst>
                <a:rect l="0" t="0" r="0" b="0"/>
                <a:pathLst>
                  <a:path w="22" h="17">
                    <a:moveTo>
                      <a:pt x="21" y="0"/>
                    </a:moveTo>
                    <a:lnTo>
                      <a:pt x="20" y="14"/>
                    </a:lnTo>
                    <a:lnTo>
                      <a:pt x="8" y="16"/>
                    </a:lnTo>
                    <a:lnTo>
                      <a:pt x="0" y="1"/>
                    </a:lnTo>
                    <a:lnTo>
                      <a:pt x="15" y="1"/>
                    </a:lnTo>
                    <a:lnTo>
                      <a:pt x="21"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21" name="Rectangle 481"/>
              <p:cNvSpPr/>
              <p:nvPr/>
            </p:nvSpPr>
            <p:spPr>
              <a:xfrm rot="540000">
                <a:off x="4233" y="1000"/>
                <a:ext cx="15" cy="8"/>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3422" name="Freeform 482"/>
              <p:cNvSpPr/>
              <p:nvPr/>
            </p:nvSpPr>
            <p:spPr>
              <a:xfrm>
                <a:off x="4133" y="937"/>
                <a:ext cx="108" cy="104"/>
              </a:xfrm>
              <a:custGeom>
                <a:avLst/>
                <a:gdLst/>
                <a:ahLst/>
                <a:cxnLst>
                  <a:cxn ang="0">
                    <a:pos x="18" y="0"/>
                  </a:cxn>
                  <a:cxn ang="0">
                    <a:pos x="0" y="95"/>
                  </a:cxn>
                  <a:cxn ang="0">
                    <a:pos x="90" y="103"/>
                  </a:cxn>
                  <a:cxn ang="0">
                    <a:pos x="107" y="14"/>
                  </a:cxn>
                  <a:cxn ang="0">
                    <a:pos x="18" y="0"/>
                  </a:cxn>
                </a:cxnLst>
                <a:rect l="0" t="0" r="0" b="0"/>
                <a:pathLst>
                  <a:path w="108" h="104">
                    <a:moveTo>
                      <a:pt x="18" y="0"/>
                    </a:moveTo>
                    <a:lnTo>
                      <a:pt x="0" y="95"/>
                    </a:lnTo>
                    <a:lnTo>
                      <a:pt x="90" y="103"/>
                    </a:lnTo>
                    <a:lnTo>
                      <a:pt x="107" y="14"/>
                    </a:lnTo>
                    <a:lnTo>
                      <a:pt x="18"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423" name="Line 483"/>
              <p:cNvSpPr/>
              <p:nvPr/>
            </p:nvSpPr>
            <p:spPr>
              <a:xfrm>
                <a:off x="4294" y="1028"/>
                <a:ext cx="2" cy="4"/>
              </a:xfrm>
              <a:prstGeom prst="line">
                <a:avLst/>
              </a:prstGeom>
              <a:ln w="12700" cap="flat" cmpd="sng">
                <a:solidFill>
                  <a:schemeClr val="tx1"/>
                </a:solidFill>
                <a:prstDash val="solid"/>
                <a:headEnd type="none" w="med" len="med"/>
                <a:tailEnd type="none" w="med" len="med"/>
              </a:ln>
            </p:spPr>
          </p:sp>
          <p:sp>
            <p:nvSpPr>
              <p:cNvPr id="53424" name="Line 484"/>
              <p:cNvSpPr/>
              <p:nvPr/>
            </p:nvSpPr>
            <p:spPr>
              <a:xfrm>
                <a:off x="4293" y="1027"/>
                <a:ext cx="3" cy="3"/>
              </a:xfrm>
              <a:prstGeom prst="line">
                <a:avLst/>
              </a:prstGeom>
              <a:ln w="12700" cap="flat" cmpd="sng">
                <a:solidFill>
                  <a:schemeClr val="tx1"/>
                </a:solidFill>
                <a:prstDash val="solid"/>
                <a:headEnd type="none" w="med" len="med"/>
                <a:tailEnd type="none" w="med" len="med"/>
              </a:ln>
            </p:spPr>
          </p:sp>
          <p:sp>
            <p:nvSpPr>
              <p:cNvPr id="53425" name="Freeform 485"/>
              <p:cNvSpPr/>
              <p:nvPr/>
            </p:nvSpPr>
            <p:spPr>
              <a:xfrm>
                <a:off x="4283" y="1028"/>
                <a:ext cx="24" cy="17"/>
              </a:xfrm>
              <a:custGeom>
                <a:avLst/>
                <a:gdLst/>
                <a:ahLst/>
                <a:cxnLst>
                  <a:cxn ang="0">
                    <a:pos x="15" y="16"/>
                  </a:cxn>
                  <a:cxn ang="0">
                    <a:pos x="20" y="16"/>
                  </a:cxn>
                  <a:cxn ang="0">
                    <a:pos x="21" y="13"/>
                  </a:cxn>
                  <a:cxn ang="0">
                    <a:pos x="23" y="2"/>
                  </a:cxn>
                  <a:cxn ang="0">
                    <a:pos x="23" y="0"/>
                  </a:cxn>
                  <a:cxn ang="0">
                    <a:pos x="18" y="0"/>
                  </a:cxn>
                  <a:cxn ang="0">
                    <a:pos x="12" y="1"/>
                  </a:cxn>
                  <a:cxn ang="0">
                    <a:pos x="6" y="2"/>
                  </a:cxn>
                  <a:cxn ang="0">
                    <a:pos x="0" y="4"/>
                  </a:cxn>
                  <a:cxn ang="0">
                    <a:pos x="0" y="6"/>
                  </a:cxn>
                  <a:cxn ang="0">
                    <a:pos x="5" y="8"/>
                  </a:cxn>
                  <a:cxn ang="0">
                    <a:pos x="4" y="12"/>
                  </a:cxn>
                  <a:cxn ang="0">
                    <a:pos x="9" y="16"/>
                  </a:cxn>
                  <a:cxn ang="0">
                    <a:pos x="15" y="16"/>
                  </a:cxn>
                </a:cxnLst>
                <a:rect l="0" t="0" r="0" b="0"/>
                <a:pathLst>
                  <a:path w="24" h="17">
                    <a:moveTo>
                      <a:pt x="15" y="16"/>
                    </a:moveTo>
                    <a:lnTo>
                      <a:pt x="20" y="16"/>
                    </a:lnTo>
                    <a:lnTo>
                      <a:pt x="21" y="13"/>
                    </a:lnTo>
                    <a:lnTo>
                      <a:pt x="23" y="2"/>
                    </a:lnTo>
                    <a:lnTo>
                      <a:pt x="23" y="0"/>
                    </a:lnTo>
                    <a:lnTo>
                      <a:pt x="18" y="0"/>
                    </a:lnTo>
                    <a:lnTo>
                      <a:pt x="12" y="1"/>
                    </a:lnTo>
                    <a:lnTo>
                      <a:pt x="6" y="2"/>
                    </a:lnTo>
                    <a:lnTo>
                      <a:pt x="0" y="4"/>
                    </a:lnTo>
                    <a:lnTo>
                      <a:pt x="0" y="6"/>
                    </a:lnTo>
                    <a:lnTo>
                      <a:pt x="5" y="8"/>
                    </a:lnTo>
                    <a:lnTo>
                      <a:pt x="4" y="12"/>
                    </a:lnTo>
                    <a:lnTo>
                      <a:pt x="9" y="16"/>
                    </a:lnTo>
                    <a:lnTo>
                      <a:pt x="15"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26" name="Freeform 486"/>
              <p:cNvSpPr/>
              <p:nvPr/>
            </p:nvSpPr>
            <p:spPr>
              <a:xfrm>
                <a:off x="4282" y="1028"/>
                <a:ext cx="27" cy="18"/>
              </a:xfrm>
              <a:custGeom>
                <a:avLst/>
                <a:gdLst/>
                <a:ahLst/>
                <a:cxnLst>
                  <a:cxn ang="0">
                    <a:pos x="5" y="0"/>
                  </a:cxn>
                  <a:cxn ang="0">
                    <a:pos x="26" y="9"/>
                  </a:cxn>
                  <a:cxn ang="0">
                    <a:pos x="22" y="17"/>
                  </a:cxn>
                  <a:cxn ang="0">
                    <a:pos x="0" y="8"/>
                  </a:cxn>
                  <a:cxn ang="0">
                    <a:pos x="5" y="0"/>
                  </a:cxn>
                </a:cxnLst>
                <a:rect l="0" t="0" r="0" b="0"/>
                <a:pathLst>
                  <a:path w="27" h="18">
                    <a:moveTo>
                      <a:pt x="5" y="0"/>
                    </a:moveTo>
                    <a:lnTo>
                      <a:pt x="26" y="9"/>
                    </a:lnTo>
                    <a:lnTo>
                      <a:pt x="22" y="17"/>
                    </a:lnTo>
                    <a:lnTo>
                      <a:pt x="0" y="8"/>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27" name="Freeform 487"/>
              <p:cNvSpPr/>
              <p:nvPr/>
            </p:nvSpPr>
            <p:spPr>
              <a:xfrm>
                <a:off x="4296" y="1032"/>
                <a:ext cx="23" cy="17"/>
              </a:xfrm>
              <a:custGeom>
                <a:avLst/>
                <a:gdLst/>
                <a:ahLst/>
                <a:cxnLst>
                  <a:cxn ang="0">
                    <a:pos x="0" y="6"/>
                  </a:cxn>
                  <a:cxn ang="0">
                    <a:pos x="0" y="9"/>
                  </a:cxn>
                  <a:cxn ang="0">
                    <a:pos x="3" y="9"/>
                  </a:cxn>
                  <a:cxn ang="0">
                    <a:pos x="3" y="11"/>
                  </a:cxn>
                  <a:cxn ang="0">
                    <a:pos x="5" y="13"/>
                  </a:cxn>
                  <a:cxn ang="0">
                    <a:pos x="8" y="16"/>
                  </a:cxn>
                  <a:cxn ang="0">
                    <a:pos x="11" y="16"/>
                  </a:cxn>
                  <a:cxn ang="0">
                    <a:pos x="15" y="13"/>
                  </a:cxn>
                  <a:cxn ang="0">
                    <a:pos x="18" y="12"/>
                  </a:cxn>
                  <a:cxn ang="0">
                    <a:pos x="19" y="10"/>
                  </a:cxn>
                  <a:cxn ang="0">
                    <a:pos x="22" y="10"/>
                  </a:cxn>
                  <a:cxn ang="0">
                    <a:pos x="22" y="8"/>
                  </a:cxn>
                  <a:cxn ang="0">
                    <a:pos x="20" y="6"/>
                  </a:cxn>
                  <a:cxn ang="0">
                    <a:pos x="17" y="3"/>
                  </a:cxn>
                  <a:cxn ang="0">
                    <a:pos x="15" y="0"/>
                  </a:cxn>
                  <a:cxn ang="0">
                    <a:pos x="12" y="0"/>
                  </a:cxn>
                  <a:cxn ang="0">
                    <a:pos x="8" y="2"/>
                  </a:cxn>
                  <a:cxn ang="0">
                    <a:pos x="4" y="4"/>
                  </a:cxn>
                  <a:cxn ang="0">
                    <a:pos x="0" y="6"/>
                  </a:cxn>
                </a:cxnLst>
                <a:rect l="0" t="0" r="0" b="0"/>
                <a:pathLst>
                  <a:path w="23" h="17">
                    <a:moveTo>
                      <a:pt x="0" y="6"/>
                    </a:moveTo>
                    <a:lnTo>
                      <a:pt x="0" y="9"/>
                    </a:lnTo>
                    <a:lnTo>
                      <a:pt x="3" y="9"/>
                    </a:lnTo>
                    <a:lnTo>
                      <a:pt x="3" y="11"/>
                    </a:lnTo>
                    <a:lnTo>
                      <a:pt x="5" y="13"/>
                    </a:lnTo>
                    <a:lnTo>
                      <a:pt x="8" y="16"/>
                    </a:lnTo>
                    <a:lnTo>
                      <a:pt x="11" y="16"/>
                    </a:lnTo>
                    <a:lnTo>
                      <a:pt x="15" y="13"/>
                    </a:lnTo>
                    <a:lnTo>
                      <a:pt x="18" y="12"/>
                    </a:lnTo>
                    <a:lnTo>
                      <a:pt x="19" y="10"/>
                    </a:lnTo>
                    <a:lnTo>
                      <a:pt x="22" y="10"/>
                    </a:lnTo>
                    <a:lnTo>
                      <a:pt x="22" y="8"/>
                    </a:lnTo>
                    <a:lnTo>
                      <a:pt x="20" y="6"/>
                    </a:lnTo>
                    <a:lnTo>
                      <a:pt x="17" y="3"/>
                    </a:lnTo>
                    <a:lnTo>
                      <a:pt x="15" y="0"/>
                    </a:lnTo>
                    <a:lnTo>
                      <a:pt x="12" y="0"/>
                    </a:lnTo>
                    <a:lnTo>
                      <a:pt x="8" y="2"/>
                    </a:lnTo>
                    <a:lnTo>
                      <a:pt x="4" y="4"/>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28" name="Line 488"/>
              <p:cNvSpPr/>
              <p:nvPr/>
            </p:nvSpPr>
            <p:spPr>
              <a:xfrm>
                <a:off x="4286" y="1019"/>
                <a:ext cx="0" cy="1"/>
              </a:xfrm>
              <a:prstGeom prst="line">
                <a:avLst/>
              </a:prstGeom>
              <a:ln w="12700" cap="flat" cmpd="sng">
                <a:solidFill>
                  <a:schemeClr val="tx1"/>
                </a:solidFill>
                <a:prstDash val="solid"/>
                <a:headEnd type="none" w="med" len="med"/>
                <a:tailEnd type="none" w="med" len="med"/>
              </a:ln>
            </p:spPr>
          </p:sp>
          <p:sp>
            <p:nvSpPr>
              <p:cNvPr id="53429" name="Line 489"/>
              <p:cNvSpPr/>
              <p:nvPr/>
            </p:nvSpPr>
            <p:spPr>
              <a:xfrm>
                <a:off x="4287" y="1014"/>
                <a:ext cx="3" cy="4"/>
              </a:xfrm>
              <a:prstGeom prst="line">
                <a:avLst/>
              </a:prstGeom>
              <a:ln w="12700" cap="flat" cmpd="sng">
                <a:solidFill>
                  <a:schemeClr val="tx1"/>
                </a:solidFill>
                <a:prstDash val="solid"/>
                <a:headEnd type="none" w="med" len="med"/>
                <a:tailEnd type="none" w="med" len="med"/>
              </a:ln>
            </p:spPr>
          </p:sp>
          <p:sp>
            <p:nvSpPr>
              <p:cNvPr id="53430" name="Freeform 490"/>
              <p:cNvSpPr/>
              <p:nvPr/>
            </p:nvSpPr>
            <p:spPr>
              <a:xfrm>
                <a:off x="4277" y="1018"/>
                <a:ext cx="25" cy="18"/>
              </a:xfrm>
              <a:custGeom>
                <a:avLst/>
                <a:gdLst/>
                <a:ahLst/>
                <a:cxnLst>
                  <a:cxn ang="0">
                    <a:pos x="16" y="17"/>
                  </a:cxn>
                  <a:cxn ang="0">
                    <a:pos x="22" y="17"/>
                  </a:cxn>
                  <a:cxn ang="0">
                    <a:pos x="23" y="15"/>
                  </a:cxn>
                  <a:cxn ang="0">
                    <a:pos x="24" y="5"/>
                  </a:cxn>
                  <a:cxn ang="0">
                    <a:pos x="24" y="3"/>
                  </a:cxn>
                  <a:cxn ang="0">
                    <a:pos x="18" y="1"/>
                  </a:cxn>
                  <a:cxn ang="0">
                    <a:pos x="13" y="0"/>
                  </a:cxn>
                  <a:cxn ang="0">
                    <a:pos x="7" y="1"/>
                  </a:cxn>
                  <a:cxn ang="0">
                    <a:pos x="6" y="4"/>
                  </a:cxn>
                  <a:cxn ang="0">
                    <a:pos x="1" y="3"/>
                  </a:cxn>
                  <a:cxn ang="0">
                    <a:pos x="0" y="5"/>
                  </a:cxn>
                  <a:cxn ang="0">
                    <a:pos x="5" y="8"/>
                  </a:cxn>
                  <a:cxn ang="0">
                    <a:pos x="5" y="10"/>
                  </a:cxn>
                  <a:cxn ang="0">
                    <a:pos x="10" y="13"/>
                  </a:cxn>
                  <a:cxn ang="0">
                    <a:pos x="16" y="17"/>
                  </a:cxn>
                </a:cxnLst>
                <a:rect l="0" t="0" r="0" b="0"/>
                <a:pathLst>
                  <a:path w="25" h="18">
                    <a:moveTo>
                      <a:pt x="16" y="17"/>
                    </a:moveTo>
                    <a:lnTo>
                      <a:pt x="22" y="17"/>
                    </a:lnTo>
                    <a:lnTo>
                      <a:pt x="23" y="15"/>
                    </a:lnTo>
                    <a:lnTo>
                      <a:pt x="24" y="5"/>
                    </a:lnTo>
                    <a:lnTo>
                      <a:pt x="24" y="3"/>
                    </a:lnTo>
                    <a:lnTo>
                      <a:pt x="18" y="1"/>
                    </a:lnTo>
                    <a:lnTo>
                      <a:pt x="13" y="0"/>
                    </a:lnTo>
                    <a:lnTo>
                      <a:pt x="7" y="1"/>
                    </a:lnTo>
                    <a:lnTo>
                      <a:pt x="6" y="4"/>
                    </a:lnTo>
                    <a:lnTo>
                      <a:pt x="1" y="3"/>
                    </a:lnTo>
                    <a:lnTo>
                      <a:pt x="0" y="5"/>
                    </a:lnTo>
                    <a:lnTo>
                      <a:pt x="5" y="8"/>
                    </a:lnTo>
                    <a:lnTo>
                      <a:pt x="5" y="10"/>
                    </a:lnTo>
                    <a:lnTo>
                      <a:pt x="10" y="13"/>
                    </a:lnTo>
                    <a:lnTo>
                      <a:pt x="1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31" name="Freeform 491"/>
              <p:cNvSpPr/>
              <p:nvPr/>
            </p:nvSpPr>
            <p:spPr>
              <a:xfrm>
                <a:off x="4275" y="1015"/>
                <a:ext cx="27" cy="20"/>
              </a:xfrm>
              <a:custGeom>
                <a:avLst/>
                <a:gdLst/>
                <a:ahLst/>
                <a:cxnLst>
                  <a:cxn ang="0">
                    <a:pos x="6" y="0"/>
                  </a:cxn>
                  <a:cxn ang="0">
                    <a:pos x="26" y="10"/>
                  </a:cxn>
                  <a:cxn ang="0">
                    <a:pos x="22" y="19"/>
                  </a:cxn>
                  <a:cxn ang="0">
                    <a:pos x="0" y="10"/>
                  </a:cxn>
                  <a:cxn ang="0">
                    <a:pos x="6" y="0"/>
                  </a:cxn>
                </a:cxnLst>
                <a:rect l="0" t="0" r="0" b="0"/>
                <a:pathLst>
                  <a:path w="27" h="20">
                    <a:moveTo>
                      <a:pt x="6" y="0"/>
                    </a:moveTo>
                    <a:lnTo>
                      <a:pt x="26" y="10"/>
                    </a:lnTo>
                    <a:lnTo>
                      <a:pt x="22" y="19"/>
                    </a:lnTo>
                    <a:lnTo>
                      <a:pt x="0" y="10"/>
                    </a:lnTo>
                    <a:lnTo>
                      <a:pt x="6"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32" name="Freeform 492"/>
              <p:cNvSpPr/>
              <p:nvPr/>
            </p:nvSpPr>
            <p:spPr>
              <a:xfrm>
                <a:off x="4290" y="1019"/>
                <a:ext cx="24" cy="18"/>
              </a:xfrm>
              <a:custGeom>
                <a:avLst/>
                <a:gdLst/>
                <a:ahLst/>
                <a:cxnLst>
                  <a:cxn ang="0">
                    <a:pos x="1" y="4"/>
                  </a:cxn>
                  <a:cxn ang="0">
                    <a:pos x="0" y="7"/>
                  </a:cxn>
                  <a:cxn ang="0">
                    <a:pos x="4" y="7"/>
                  </a:cxn>
                  <a:cxn ang="0">
                    <a:pos x="2" y="12"/>
                  </a:cxn>
                  <a:cxn ang="0">
                    <a:pos x="5" y="15"/>
                  </a:cxn>
                  <a:cxn ang="0">
                    <a:pos x="9" y="15"/>
                  </a:cxn>
                  <a:cxn ang="0">
                    <a:pos x="11" y="16"/>
                  </a:cxn>
                  <a:cxn ang="0">
                    <a:pos x="15" y="17"/>
                  </a:cxn>
                  <a:cxn ang="0">
                    <a:pos x="18" y="14"/>
                  </a:cxn>
                  <a:cxn ang="0">
                    <a:pos x="19" y="9"/>
                  </a:cxn>
                  <a:cxn ang="0">
                    <a:pos x="22" y="9"/>
                  </a:cxn>
                  <a:cxn ang="0">
                    <a:pos x="23" y="7"/>
                  </a:cxn>
                  <a:cxn ang="0">
                    <a:pos x="20" y="5"/>
                  </a:cxn>
                  <a:cxn ang="0">
                    <a:pos x="20" y="2"/>
                  </a:cxn>
                  <a:cxn ang="0">
                    <a:pos x="17" y="1"/>
                  </a:cxn>
                  <a:cxn ang="0">
                    <a:pos x="14" y="1"/>
                  </a:cxn>
                  <a:cxn ang="0">
                    <a:pos x="8" y="0"/>
                  </a:cxn>
                  <a:cxn ang="0">
                    <a:pos x="5" y="0"/>
                  </a:cxn>
                  <a:cxn ang="0">
                    <a:pos x="5" y="2"/>
                  </a:cxn>
                  <a:cxn ang="0">
                    <a:pos x="1" y="4"/>
                  </a:cxn>
                </a:cxnLst>
                <a:rect l="0" t="0" r="0" b="0"/>
                <a:pathLst>
                  <a:path w="24" h="18">
                    <a:moveTo>
                      <a:pt x="1" y="4"/>
                    </a:moveTo>
                    <a:lnTo>
                      <a:pt x="0" y="7"/>
                    </a:lnTo>
                    <a:lnTo>
                      <a:pt x="4" y="7"/>
                    </a:lnTo>
                    <a:lnTo>
                      <a:pt x="2" y="12"/>
                    </a:lnTo>
                    <a:lnTo>
                      <a:pt x="5" y="15"/>
                    </a:lnTo>
                    <a:lnTo>
                      <a:pt x="9" y="15"/>
                    </a:lnTo>
                    <a:lnTo>
                      <a:pt x="11" y="16"/>
                    </a:lnTo>
                    <a:lnTo>
                      <a:pt x="15" y="17"/>
                    </a:lnTo>
                    <a:lnTo>
                      <a:pt x="18" y="14"/>
                    </a:lnTo>
                    <a:lnTo>
                      <a:pt x="19" y="9"/>
                    </a:lnTo>
                    <a:lnTo>
                      <a:pt x="22" y="9"/>
                    </a:lnTo>
                    <a:lnTo>
                      <a:pt x="23" y="7"/>
                    </a:lnTo>
                    <a:lnTo>
                      <a:pt x="20" y="5"/>
                    </a:lnTo>
                    <a:lnTo>
                      <a:pt x="20" y="2"/>
                    </a:lnTo>
                    <a:lnTo>
                      <a:pt x="17" y="1"/>
                    </a:lnTo>
                    <a:lnTo>
                      <a:pt x="14" y="1"/>
                    </a:lnTo>
                    <a:lnTo>
                      <a:pt x="8" y="0"/>
                    </a:lnTo>
                    <a:lnTo>
                      <a:pt x="5" y="0"/>
                    </a:lnTo>
                    <a:lnTo>
                      <a:pt x="5" y="2"/>
                    </a:lnTo>
                    <a:lnTo>
                      <a:pt x="1" y="4"/>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33" name="Line 493"/>
              <p:cNvSpPr/>
              <p:nvPr/>
            </p:nvSpPr>
            <p:spPr>
              <a:xfrm>
                <a:off x="4294" y="1009"/>
                <a:ext cx="4" cy="1"/>
              </a:xfrm>
              <a:prstGeom prst="line">
                <a:avLst/>
              </a:prstGeom>
              <a:ln w="12700" cap="flat" cmpd="sng">
                <a:solidFill>
                  <a:schemeClr val="tx1"/>
                </a:solidFill>
                <a:prstDash val="solid"/>
                <a:headEnd type="none" w="med" len="med"/>
                <a:tailEnd type="none" w="med" len="med"/>
              </a:ln>
            </p:spPr>
          </p:sp>
          <p:sp>
            <p:nvSpPr>
              <p:cNvPr id="53434" name="Line 494"/>
              <p:cNvSpPr/>
              <p:nvPr/>
            </p:nvSpPr>
            <p:spPr>
              <a:xfrm>
                <a:off x="4297" y="1007"/>
                <a:ext cx="3" cy="1"/>
              </a:xfrm>
              <a:prstGeom prst="line">
                <a:avLst/>
              </a:prstGeom>
              <a:ln w="12700" cap="flat" cmpd="sng">
                <a:solidFill>
                  <a:schemeClr val="tx1"/>
                </a:solidFill>
                <a:prstDash val="solid"/>
                <a:headEnd type="none" w="med" len="med"/>
                <a:tailEnd type="none" w="med" len="med"/>
              </a:ln>
            </p:spPr>
          </p:sp>
          <p:sp>
            <p:nvSpPr>
              <p:cNvPr id="53435" name="Freeform 495"/>
              <p:cNvSpPr/>
              <p:nvPr/>
            </p:nvSpPr>
            <p:spPr>
              <a:xfrm>
                <a:off x="4287" y="1005"/>
                <a:ext cx="25" cy="17"/>
              </a:xfrm>
              <a:custGeom>
                <a:avLst/>
                <a:gdLst/>
                <a:ahLst/>
                <a:cxnLst>
                  <a:cxn ang="0">
                    <a:pos x="16" y="16"/>
                  </a:cxn>
                  <a:cxn ang="0">
                    <a:pos x="16" y="14"/>
                  </a:cxn>
                  <a:cxn ang="0">
                    <a:pos x="22" y="14"/>
                  </a:cxn>
                  <a:cxn ang="0">
                    <a:pos x="24" y="4"/>
                  </a:cxn>
                  <a:cxn ang="0">
                    <a:pos x="19" y="3"/>
                  </a:cxn>
                  <a:cxn ang="0">
                    <a:pos x="19" y="1"/>
                  </a:cxn>
                  <a:cxn ang="0">
                    <a:pos x="14" y="0"/>
                  </a:cxn>
                  <a:cxn ang="0">
                    <a:pos x="13" y="2"/>
                  </a:cxn>
                  <a:cxn ang="0">
                    <a:pos x="7" y="1"/>
                  </a:cxn>
                  <a:cxn ang="0">
                    <a:pos x="0" y="3"/>
                  </a:cxn>
                  <a:cxn ang="0">
                    <a:pos x="0" y="5"/>
                  </a:cxn>
                  <a:cxn ang="0">
                    <a:pos x="0" y="7"/>
                  </a:cxn>
                  <a:cxn ang="0">
                    <a:pos x="0" y="10"/>
                  </a:cxn>
                  <a:cxn ang="0">
                    <a:pos x="5" y="12"/>
                  </a:cxn>
                  <a:cxn ang="0">
                    <a:pos x="11" y="14"/>
                  </a:cxn>
                  <a:cxn ang="0">
                    <a:pos x="10" y="16"/>
                  </a:cxn>
                  <a:cxn ang="0">
                    <a:pos x="16" y="16"/>
                  </a:cxn>
                </a:cxnLst>
                <a:rect l="0" t="0" r="0" b="0"/>
                <a:pathLst>
                  <a:path w="25" h="17">
                    <a:moveTo>
                      <a:pt x="16" y="16"/>
                    </a:moveTo>
                    <a:lnTo>
                      <a:pt x="16" y="14"/>
                    </a:lnTo>
                    <a:lnTo>
                      <a:pt x="22" y="14"/>
                    </a:lnTo>
                    <a:lnTo>
                      <a:pt x="24" y="4"/>
                    </a:lnTo>
                    <a:lnTo>
                      <a:pt x="19" y="3"/>
                    </a:lnTo>
                    <a:lnTo>
                      <a:pt x="19" y="1"/>
                    </a:lnTo>
                    <a:lnTo>
                      <a:pt x="14" y="0"/>
                    </a:lnTo>
                    <a:lnTo>
                      <a:pt x="13" y="2"/>
                    </a:lnTo>
                    <a:lnTo>
                      <a:pt x="7" y="1"/>
                    </a:lnTo>
                    <a:lnTo>
                      <a:pt x="0" y="3"/>
                    </a:lnTo>
                    <a:lnTo>
                      <a:pt x="0" y="5"/>
                    </a:lnTo>
                    <a:lnTo>
                      <a:pt x="0" y="7"/>
                    </a:lnTo>
                    <a:lnTo>
                      <a:pt x="0" y="10"/>
                    </a:lnTo>
                    <a:lnTo>
                      <a:pt x="5" y="12"/>
                    </a:lnTo>
                    <a:lnTo>
                      <a:pt x="11" y="14"/>
                    </a:lnTo>
                    <a:lnTo>
                      <a:pt x="10" y="16"/>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36" name="Freeform 496"/>
              <p:cNvSpPr/>
              <p:nvPr/>
            </p:nvSpPr>
            <p:spPr>
              <a:xfrm>
                <a:off x="4285" y="1007"/>
                <a:ext cx="27" cy="20"/>
              </a:xfrm>
              <a:custGeom>
                <a:avLst/>
                <a:gdLst/>
                <a:ahLst/>
                <a:cxnLst>
                  <a:cxn ang="0">
                    <a:pos x="4" y="0"/>
                  </a:cxn>
                  <a:cxn ang="0">
                    <a:pos x="26" y="10"/>
                  </a:cxn>
                  <a:cxn ang="0">
                    <a:pos x="22" y="19"/>
                  </a:cxn>
                  <a:cxn ang="0">
                    <a:pos x="0" y="8"/>
                  </a:cxn>
                  <a:cxn ang="0">
                    <a:pos x="4" y="0"/>
                  </a:cxn>
                </a:cxnLst>
                <a:rect l="0" t="0" r="0" b="0"/>
                <a:pathLst>
                  <a:path w="27" h="20">
                    <a:moveTo>
                      <a:pt x="4" y="0"/>
                    </a:moveTo>
                    <a:lnTo>
                      <a:pt x="26" y="10"/>
                    </a:lnTo>
                    <a:lnTo>
                      <a:pt x="22" y="19"/>
                    </a:lnTo>
                    <a:lnTo>
                      <a:pt x="0" y="8"/>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37" name="Freeform 497"/>
              <p:cNvSpPr/>
              <p:nvPr/>
            </p:nvSpPr>
            <p:spPr>
              <a:xfrm>
                <a:off x="4297" y="1010"/>
                <a:ext cx="25" cy="17"/>
              </a:xfrm>
              <a:custGeom>
                <a:avLst/>
                <a:gdLst/>
                <a:ahLst/>
                <a:cxnLst>
                  <a:cxn ang="0">
                    <a:pos x="0" y="6"/>
                  </a:cxn>
                  <a:cxn ang="0">
                    <a:pos x="0" y="8"/>
                  </a:cxn>
                  <a:cxn ang="0">
                    <a:pos x="0" y="10"/>
                  </a:cxn>
                  <a:cxn ang="0">
                    <a:pos x="6" y="16"/>
                  </a:cxn>
                  <a:cxn ang="0">
                    <a:pos x="10" y="16"/>
                  </a:cxn>
                  <a:cxn ang="0">
                    <a:pos x="11" y="13"/>
                  </a:cxn>
                  <a:cxn ang="0">
                    <a:pos x="14" y="13"/>
                  </a:cxn>
                  <a:cxn ang="0">
                    <a:pos x="19" y="12"/>
                  </a:cxn>
                  <a:cxn ang="0">
                    <a:pos x="19" y="9"/>
                  </a:cxn>
                  <a:cxn ang="0">
                    <a:pos x="23" y="10"/>
                  </a:cxn>
                  <a:cxn ang="0">
                    <a:pos x="24" y="6"/>
                  </a:cxn>
                  <a:cxn ang="0">
                    <a:pos x="20" y="5"/>
                  </a:cxn>
                  <a:cxn ang="0">
                    <a:pos x="21" y="3"/>
                  </a:cxn>
                  <a:cxn ang="0">
                    <a:pos x="17" y="1"/>
                  </a:cxn>
                  <a:cxn ang="0">
                    <a:pos x="13" y="1"/>
                  </a:cxn>
                  <a:cxn ang="0">
                    <a:pos x="9" y="0"/>
                  </a:cxn>
                  <a:cxn ang="0">
                    <a:pos x="1" y="3"/>
                  </a:cxn>
                  <a:cxn ang="0">
                    <a:pos x="0" y="6"/>
                  </a:cxn>
                </a:cxnLst>
                <a:rect l="0" t="0" r="0" b="0"/>
                <a:pathLst>
                  <a:path w="25" h="17">
                    <a:moveTo>
                      <a:pt x="0" y="6"/>
                    </a:moveTo>
                    <a:lnTo>
                      <a:pt x="0" y="8"/>
                    </a:lnTo>
                    <a:lnTo>
                      <a:pt x="0" y="10"/>
                    </a:lnTo>
                    <a:lnTo>
                      <a:pt x="6" y="16"/>
                    </a:lnTo>
                    <a:lnTo>
                      <a:pt x="10" y="16"/>
                    </a:lnTo>
                    <a:lnTo>
                      <a:pt x="11" y="13"/>
                    </a:lnTo>
                    <a:lnTo>
                      <a:pt x="14" y="13"/>
                    </a:lnTo>
                    <a:lnTo>
                      <a:pt x="19" y="12"/>
                    </a:lnTo>
                    <a:lnTo>
                      <a:pt x="19" y="9"/>
                    </a:lnTo>
                    <a:lnTo>
                      <a:pt x="23" y="10"/>
                    </a:lnTo>
                    <a:lnTo>
                      <a:pt x="24" y="6"/>
                    </a:lnTo>
                    <a:lnTo>
                      <a:pt x="20" y="5"/>
                    </a:lnTo>
                    <a:lnTo>
                      <a:pt x="21" y="3"/>
                    </a:lnTo>
                    <a:lnTo>
                      <a:pt x="17" y="1"/>
                    </a:lnTo>
                    <a:lnTo>
                      <a:pt x="13" y="1"/>
                    </a:lnTo>
                    <a:lnTo>
                      <a:pt x="9" y="0"/>
                    </a:lnTo>
                    <a:lnTo>
                      <a:pt x="1" y="3"/>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38" name="Line 498"/>
              <p:cNvSpPr/>
              <p:nvPr/>
            </p:nvSpPr>
            <p:spPr>
              <a:xfrm>
                <a:off x="4319" y="1006"/>
                <a:ext cx="3" cy="2"/>
              </a:xfrm>
              <a:prstGeom prst="line">
                <a:avLst/>
              </a:prstGeom>
              <a:ln w="12700" cap="flat" cmpd="sng">
                <a:solidFill>
                  <a:schemeClr val="tx1"/>
                </a:solidFill>
                <a:prstDash val="solid"/>
                <a:headEnd type="none" w="med" len="med"/>
                <a:tailEnd type="none" w="med" len="med"/>
              </a:ln>
            </p:spPr>
          </p:sp>
          <p:sp>
            <p:nvSpPr>
              <p:cNvPr id="53439" name="Line 499"/>
              <p:cNvSpPr/>
              <p:nvPr/>
            </p:nvSpPr>
            <p:spPr>
              <a:xfrm>
                <a:off x="4320" y="1004"/>
                <a:ext cx="2" cy="4"/>
              </a:xfrm>
              <a:prstGeom prst="line">
                <a:avLst/>
              </a:prstGeom>
              <a:ln w="12700" cap="flat" cmpd="sng">
                <a:solidFill>
                  <a:schemeClr val="tx1"/>
                </a:solidFill>
                <a:prstDash val="solid"/>
                <a:headEnd type="none" w="med" len="med"/>
                <a:tailEnd type="none" w="med" len="med"/>
              </a:ln>
            </p:spPr>
          </p:sp>
          <p:sp>
            <p:nvSpPr>
              <p:cNvPr id="53440" name="Freeform 500"/>
              <p:cNvSpPr/>
              <p:nvPr/>
            </p:nvSpPr>
            <p:spPr>
              <a:xfrm>
                <a:off x="4310" y="1007"/>
                <a:ext cx="25" cy="17"/>
              </a:xfrm>
              <a:custGeom>
                <a:avLst/>
                <a:gdLst/>
                <a:ahLst/>
                <a:cxnLst>
                  <a:cxn ang="0">
                    <a:pos x="15" y="14"/>
                  </a:cxn>
                  <a:cxn ang="0">
                    <a:pos x="21" y="16"/>
                  </a:cxn>
                  <a:cxn ang="0">
                    <a:pos x="21" y="13"/>
                  </a:cxn>
                  <a:cxn ang="0">
                    <a:pos x="23" y="3"/>
                  </a:cxn>
                  <a:cxn ang="0">
                    <a:pos x="24" y="1"/>
                  </a:cxn>
                  <a:cxn ang="0">
                    <a:pos x="18" y="0"/>
                  </a:cxn>
                  <a:cxn ang="0">
                    <a:pos x="12" y="1"/>
                  </a:cxn>
                  <a:cxn ang="0">
                    <a:pos x="7" y="2"/>
                  </a:cxn>
                  <a:cxn ang="0">
                    <a:pos x="0" y="4"/>
                  </a:cxn>
                  <a:cxn ang="0">
                    <a:pos x="0" y="6"/>
                  </a:cxn>
                  <a:cxn ang="0">
                    <a:pos x="5" y="8"/>
                  </a:cxn>
                  <a:cxn ang="0">
                    <a:pos x="10" y="12"/>
                  </a:cxn>
                  <a:cxn ang="0">
                    <a:pos x="15" y="14"/>
                  </a:cxn>
                </a:cxnLst>
                <a:rect l="0" t="0" r="0" b="0"/>
                <a:pathLst>
                  <a:path w="25" h="17">
                    <a:moveTo>
                      <a:pt x="15" y="14"/>
                    </a:moveTo>
                    <a:lnTo>
                      <a:pt x="21" y="16"/>
                    </a:lnTo>
                    <a:lnTo>
                      <a:pt x="21" y="13"/>
                    </a:lnTo>
                    <a:lnTo>
                      <a:pt x="23" y="3"/>
                    </a:lnTo>
                    <a:lnTo>
                      <a:pt x="24" y="1"/>
                    </a:lnTo>
                    <a:lnTo>
                      <a:pt x="18" y="0"/>
                    </a:lnTo>
                    <a:lnTo>
                      <a:pt x="12" y="1"/>
                    </a:lnTo>
                    <a:lnTo>
                      <a:pt x="7" y="2"/>
                    </a:lnTo>
                    <a:lnTo>
                      <a:pt x="0" y="4"/>
                    </a:lnTo>
                    <a:lnTo>
                      <a:pt x="0" y="6"/>
                    </a:lnTo>
                    <a:lnTo>
                      <a:pt x="5" y="8"/>
                    </a:lnTo>
                    <a:lnTo>
                      <a:pt x="10" y="12"/>
                    </a:lnTo>
                    <a:lnTo>
                      <a:pt x="15"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41" name="Freeform 501"/>
              <p:cNvSpPr/>
              <p:nvPr/>
            </p:nvSpPr>
            <p:spPr>
              <a:xfrm>
                <a:off x="4309" y="1006"/>
                <a:ext cx="26" cy="19"/>
              </a:xfrm>
              <a:custGeom>
                <a:avLst/>
                <a:gdLst/>
                <a:ahLst/>
                <a:cxnLst>
                  <a:cxn ang="0">
                    <a:pos x="4" y="0"/>
                  </a:cxn>
                  <a:cxn ang="0">
                    <a:pos x="25" y="10"/>
                  </a:cxn>
                  <a:cxn ang="0">
                    <a:pos x="21" y="18"/>
                  </a:cxn>
                  <a:cxn ang="0">
                    <a:pos x="0" y="9"/>
                  </a:cxn>
                  <a:cxn ang="0">
                    <a:pos x="4" y="0"/>
                  </a:cxn>
                </a:cxnLst>
                <a:rect l="0" t="0" r="0" b="0"/>
                <a:pathLst>
                  <a:path w="26" h="19">
                    <a:moveTo>
                      <a:pt x="4" y="0"/>
                    </a:moveTo>
                    <a:lnTo>
                      <a:pt x="25" y="10"/>
                    </a:lnTo>
                    <a:lnTo>
                      <a:pt x="21" y="18"/>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42" name="Freeform 502"/>
              <p:cNvSpPr/>
              <p:nvPr/>
            </p:nvSpPr>
            <p:spPr>
              <a:xfrm>
                <a:off x="4322" y="1008"/>
                <a:ext cx="25" cy="18"/>
              </a:xfrm>
              <a:custGeom>
                <a:avLst/>
                <a:gdLst/>
                <a:ahLst/>
                <a:cxnLst>
                  <a:cxn ang="0">
                    <a:pos x="0" y="6"/>
                  </a:cxn>
                  <a:cxn ang="0">
                    <a:pos x="3" y="9"/>
                  </a:cxn>
                  <a:cxn ang="0">
                    <a:pos x="2" y="11"/>
                  </a:cxn>
                  <a:cxn ang="0">
                    <a:pos x="6" y="14"/>
                  </a:cxn>
                  <a:cxn ang="0">
                    <a:pos x="9" y="16"/>
                  </a:cxn>
                  <a:cxn ang="0">
                    <a:pos x="13" y="17"/>
                  </a:cxn>
                  <a:cxn ang="0">
                    <a:pos x="12" y="14"/>
                  </a:cxn>
                  <a:cxn ang="0">
                    <a:pos x="15" y="15"/>
                  </a:cxn>
                  <a:cxn ang="0">
                    <a:pos x="19" y="13"/>
                  </a:cxn>
                  <a:cxn ang="0">
                    <a:pos x="20" y="11"/>
                  </a:cxn>
                  <a:cxn ang="0">
                    <a:pos x="24" y="9"/>
                  </a:cxn>
                  <a:cxn ang="0">
                    <a:pos x="24" y="7"/>
                  </a:cxn>
                  <a:cxn ang="0">
                    <a:pos x="21" y="7"/>
                  </a:cxn>
                  <a:cxn ang="0">
                    <a:pos x="21" y="4"/>
                  </a:cxn>
                  <a:cxn ang="0">
                    <a:pos x="18" y="1"/>
                  </a:cxn>
                  <a:cxn ang="0">
                    <a:pos x="14" y="1"/>
                  </a:cxn>
                  <a:cxn ang="0">
                    <a:pos x="11" y="1"/>
                  </a:cxn>
                  <a:cxn ang="0">
                    <a:pos x="9" y="0"/>
                  </a:cxn>
                  <a:cxn ang="0">
                    <a:pos x="5" y="2"/>
                  </a:cxn>
                  <a:cxn ang="0">
                    <a:pos x="4" y="4"/>
                  </a:cxn>
                  <a:cxn ang="0">
                    <a:pos x="1" y="4"/>
                  </a:cxn>
                  <a:cxn ang="0">
                    <a:pos x="0" y="6"/>
                  </a:cxn>
                </a:cxnLst>
                <a:rect l="0" t="0" r="0" b="0"/>
                <a:pathLst>
                  <a:path w="25" h="18">
                    <a:moveTo>
                      <a:pt x="0" y="6"/>
                    </a:moveTo>
                    <a:lnTo>
                      <a:pt x="3" y="9"/>
                    </a:lnTo>
                    <a:lnTo>
                      <a:pt x="2" y="11"/>
                    </a:lnTo>
                    <a:lnTo>
                      <a:pt x="6" y="14"/>
                    </a:lnTo>
                    <a:lnTo>
                      <a:pt x="9" y="16"/>
                    </a:lnTo>
                    <a:lnTo>
                      <a:pt x="13" y="17"/>
                    </a:lnTo>
                    <a:lnTo>
                      <a:pt x="12" y="14"/>
                    </a:lnTo>
                    <a:lnTo>
                      <a:pt x="15" y="15"/>
                    </a:lnTo>
                    <a:lnTo>
                      <a:pt x="19" y="13"/>
                    </a:lnTo>
                    <a:lnTo>
                      <a:pt x="20" y="11"/>
                    </a:lnTo>
                    <a:lnTo>
                      <a:pt x="24" y="9"/>
                    </a:lnTo>
                    <a:lnTo>
                      <a:pt x="24" y="7"/>
                    </a:lnTo>
                    <a:lnTo>
                      <a:pt x="21" y="7"/>
                    </a:lnTo>
                    <a:lnTo>
                      <a:pt x="21" y="4"/>
                    </a:lnTo>
                    <a:lnTo>
                      <a:pt x="18" y="1"/>
                    </a:lnTo>
                    <a:lnTo>
                      <a:pt x="14" y="1"/>
                    </a:lnTo>
                    <a:lnTo>
                      <a:pt x="11" y="1"/>
                    </a:lnTo>
                    <a:lnTo>
                      <a:pt x="9" y="0"/>
                    </a:lnTo>
                    <a:lnTo>
                      <a:pt x="5" y="2"/>
                    </a:lnTo>
                    <a:lnTo>
                      <a:pt x="4" y="4"/>
                    </a:lnTo>
                    <a:lnTo>
                      <a:pt x="1" y="4"/>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43" name="Line 503"/>
              <p:cNvSpPr/>
              <p:nvPr/>
            </p:nvSpPr>
            <p:spPr>
              <a:xfrm>
                <a:off x="4338" y="1013"/>
                <a:ext cx="2" cy="1"/>
              </a:xfrm>
              <a:prstGeom prst="line">
                <a:avLst/>
              </a:prstGeom>
              <a:ln w="12700" cap="flat" cmpd="sng">
                <a:solidFill>
                  <a:schemeClr val="tx1"/>
                </a:solidFill>
                <a:prstDash val="solid"/>
                <a:headEnd type="none" w="med" len="med"/>
                <a:tailEnd type="none" w="med" len="med"/>
              </a:ln>
            </p:spPr>
          </p:sp>
          <p:sp>
            <p:nvSpPr>
              <p:cNvPr id="53444" name="Line 504"/>
              <p:cNvSpPr/>
              <p:nvPr/>
            </p:nvSpPr>
            <p:spPr>
              <a:xfrm>
                <a:off x="4340" y="1011"/>
                <a:ext cx="4" cy="1"/>
              </a:xfrm>
              <a:prstGeom prst="line">
                <a:avLst/>
              </a:prstGeom>
              <a:ln w="12700" cap="flat" cmpd="sng">
                <a:solidFill>
                  <a:schemeClr val="tx1"/>
                </a:solidFill>
                <a:prstDash val="solid"/>
                <a:headEnd type="none" w="med" len="med"/>
                <a:tailEnd type="none" w="med" len="med"/>
              </a:ln>
            </p:spPr>
          </p:sp>
          <p:sp>
            <p:nvSpPr>
              <p:cNvPr id="53445" name="Freeform 505"/>
              <p:cNvSpPr/>
              <p:nvPr/>
            </p:nvSpPr>
            <p:spPr>
              <a:xfrm>
                <a:off x="4330" y="1011"/>
                <a:ext cx="25" cy="18"/>
              </a:xfrm>
              <a:custGeom>
                <a:avLst/>
                <a:gdLst/>
                <a:ahLst/>
                <a:cxnLst>
                  <a:cxn ang="0">
                    <a:pos x="15" y="16"/>
                  </a:cxn>
                  <a:cxn ang="0">
                    <a:pos x="21" y="17"/>
                  </a:cxn>
                  <a:cxn ang="0">
                    <a:pos x="22" y="14"/>
                  </a:cxn>
                  <a:cxn ang="0">
                    <a:pos x="24" y="4"/>
                  </a:cxn>
                  <a:cxn ang="0">
                    <a:pos x="24" y="2"/>
                  </a:cxn>
                  <a:cxn ang="0">
                    <a:pos x="19" y="1"/>
                  </a:cxn>
                  <a:cxn ang="0">
                    <a:pos x="14" y="0"/>
                  </a:cxn>
                  <a:cxn ang="0">
                    <a:pos x="7" y="5"/>
                  </a:cxn>
                  <a:cxn ang="0">
                    <a:pos x="1" y="8"/>
                  </a:cxn>
                  <a:cxn ang="0">
                    <a:pos x="0" y="10"/>
                  </a:cxn>
                  <a:cxn ang="0">
                    <a:pos x="5" y="10"/>
                  </a:cxn>
                  <a:cxn ang="0">
                    <a:pos x="5" y="13"/>
                  </a:cxn>
                  <a:cxn ang="0">
                    <a:pos x="10" y="15"/>
                  </a:cxn>
                  <a:cxn ang="0">
                    <a:pos x="15" y="16"/>
                  </a:cxn>
                </a:cxnLst>
                <a:rect l="0" t="0" r="0" b="0"/>
                <a:pathLst>
                  <a:path w="25" h="18">
                    <a:moveTo>
                      <a:pt x="15" y="16"/>
                    </a:moveTo>
                    <a:lnTo>
                      <a:pt x="21" y="17"/>
                    </a:lnTo>
                    <a:lnTo>
                      <a:pt x="22" y="14"/>
                    </a:lnTo>
                    <a:lnTo>
                      <a:pt x="24" y="4"/>
                    </a:lnTo>
                    <a:lnTo>
                      <a:pt x="24" y="2"/>
                    </a:lnTo>
                    <a:lnTo>
                      <a:pt x="19" y="1"/>
                    </a:lnTo>
                    <a:lnTo>
                      <a:pt x="14" y="0"/>
                    </a:lnTo>
                    <a:lnTo>
                      <a:pt x="7" y="5"/>
                    </a:lnTo>
                    <a:lnTo>
                      <a:pt x="1" y="8"/>
                    </a:lnTo>
                    <a:lnTo>
                      <a:pt x="0" y="10"/>
                    </a:lnTo>
                    <a:lnTo>
                      <a:pt x="5" y="10"/>
                    </a:lnTo>
                    <a:lnTo>
                      <a:pt x="5" y="13"/>
                    </a:lnTo>
                    <a:lnTo>
                      <a:pt x="10" y="15"/>
                    </a:lnTo>
                    <a:lnTo>
                      <a:pt x="15"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46" name="Freeform 506"/>
              <p:cNvSpPr/>
              <p:nvPr/>
            </p:nvSpPr>
            <p:spPr>
              <a:xfrm>
                <a:off x="4328" y="1010"/>
                <a:ext cx="27" cy="18"/>
              </a:xfrm>
              <a:custGeom>
                <a:avLst/>
                <a:gdLst/>
                <a:ahLst/>
                <a:cxnLst>
                  <a:cxn ang="0">
                    <a:pos x="5" y="1"/>
                  </a:cxn>
                  <a:cxn ang="0">
                    <a:pos x="26" y="9"/>
                  </a:cxn>
                  <a:cxn ang="0">
                    <a:pos x="22" y="17"/>
                  </a:cxn>
                  <a:cxn ang="0">
                    <a:pos x="0" y="9"/>
                  </a:cxn>
                  <a:cxn ang="0">
                    <a:pos x="5" y="0"/>
                  </a:cxn>
                  <a:cxn ang="0">
                    <a:pos x="5" y="1"/>
                  </a:cxn>
                </a:cxnLst>
                <a:rect l="0" t="0" r="0" b="0"/>
                <a:pathLst>
                  <a:path w="27" h="18">
                    <a:moveTo>
                      <a:pt x="5" y="1"/>
                    </a:moveTo>
                    <a:lnTo>
                      <a:pt x="26" y="9"/>
                    </a:lnTo>
                    <a:lnTo>
                      <a:pt x="22" y="17"/>
                    </a:lnTo>
                    <a:lnTo>
                      <a:pt x="0" y="9"/>
                    </a:lnTo>
                    <a:lnTo>
                      <a:pt x="5"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47" name="Freeform 507"/>
              <p:cNvSpPr/>
              <p:nvPr/>
            </p:nvSpPr>
            <p:spPr>
              <a:xfrm>
                <a:off x="4343" y="1016"/>
                <a:ext cx="24" cy="17"/>
              </a:xfrm>
              <a:custGeom>
                <a:avLst/>
                <a:gdLst/>
                <a:ahLst/>
                <a:cxnLst>
                  <a:cxn ang="0">
                    <a:pos x="0" y="7"/>
                  </a:cxn>
                  <a:cxn ang="0">
                    <a:pos x="3" y="10"/>
                  </a:cxn>
                  <a:cxn ang="0">
                    <a:pos x="3" y="12"/>
                  </a:cxn>
                  <a:cxn ang="0">
                    <a:pos x="5" y="14"/>
                  </a:cxn>
                  <a:cxn ang="0">
                    <a:pos x="9" y="16"/>
                  </a:cxn>
                  <a:cxn ang="0">
                    <a:pos x="12" y="16"/>
                  </a:cxn>
                  <a:cxn ang="0">
                    <a:pos x="15" y="16"/>
                  </a:cxn>
                  <a:cxn ang="0">
                    <a:pos x="19" y="14"/>
                  </a:cxn>
                  <a:cxn ang="0">
                    <a:pos x="19" y="12"/>
                  </a:cxn>
                  <a:cxn ang="0">
                    <a:pos x="23" y="11"/>
                  </a:cxn>
                  <a:cxn ang="0">
                    <a:pos x="23" y="9"/>
                  </a:cxn>
                  <a:cxn ang="0">
                    <a:pos x="20" y="6"/>
                  </a:cxn>
                  <a:cxn ang="0">
                    <a:pos x="17" y="3"/>
                  </a:cxn>
                  <a:cxn ang="0">
                    <a:pos x="14" y="3"/>
                  </a:cxn>
                  <a:cxn ang="0">
                    <a:pos x="14" y="1"/>
                  </a:cxn>
                  <a:cxn ang="0">
                    <a:pos x="12" y="0"/>
                  </a:cxn>
                  <a:cxn ang="0">
                    <a:pos x="8" y="2"/>
                  </a:cxn>
                  <a:cxn ang="0">
                    <a:pos x="4" y="3"/>
                  </a:cxn>
                  <a:cxn ang="0">
                    <a:pos x="0" y="5"/>
                  </a:cxn>
                  <a:cxn ang="0">
                    <a:pos x="0" y="7"/>
                  </a:cxn>
                </a:cxnLst>
                <a:rect l="0" t="0" r="0" b="0"/>
                <a:pathLst>
                  <a:path w="24" h="17">
                    <a:moveTo>
                      <a:pt x="0" y="7"/>
                    </a:moveTo>
                    <a:lnTo>
                      <a:pt x="3" y="10"/>
                    </a:lnTo>
                    <a:lnTo>
                      <a:pt x="3" y="12"/>
                    </a:lnTo>
                    <a:lnTo>
                      <a:pt x="5" y="14"/>
                    </a:lnTo>
                    <a:lnTo>
                      <a:pt x="9" y="16"/>
                    </a:lnTo>
                    <a:lnTo>
                      <a:pt x="12" y="16"/>
                    </a:lnTo>
                    <a:lnTo>
                      <a:pt x="15" y="16"/>
                    </a:lnTo>
                    <a:lnTo>
                      <a:pt x="19" y="14"/>
                    </a:lnTo>
                    <a:lnTo>
                      <a:pt x="19" y="12"/>
                    </a:lnTo>
                    <a:lnTo>
                      <a:pt x="23" y="11"/>
                    </a:lnTo>
                    <a:lnTo>
                      <a:pt x="23" y="9"/>
                    </a:lnTo>
                    <a:lnTo>
                      <a:pt x="20" y="6"/>
                    </a:lnTo>
                    <a:lnTo>
                      <a:pt x="17" y="3"/>
                    </a:lnTo>
                    <a:lnTo>
                      <a:pt x="14" y="3"/>
                    </a:lnTo>
                    <a:lnTo>
                      <a:pt x="14" y="1"/>
                    </a:lnTo>
                    <a:lnTo>
                      <a:pt x="12" y="0"/>
                    </a:lnTo>
                    <a:lnTo>
                      <a:pt x="8" y="2"/>
                    </a:lnTo>
                    <a:lnTo>
                      <a:pt x="4" y="3"/>
                    </a:lnTo>
                    <a:lnTo>
                      <a:pt x="0"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48" name="Line 508"/>
              <p:cNvSpPr/>
              <p:nvPr/>
            </p:nvSpPr>
            <p:spPr>
              <a:xfrm>
                <a:off x="4346" y="1026"/>
                <a:ext cx="3" cy="1"/>
              </a:xfrm>
              <a:prstGeom prst="line">
                <a:avLst/>
              </a:prstGeom>
              <a:ln w="12700" cap="flat" cmpd="sng">
                <a:solidFill>
                  <a:schemeClr val="tx1"/>
                </a:solidFill>
                <a:prstDash val="solid"/>
                <a:headEnd type="none" w="med" len="med"/>
                <a:tailEnd type="none" w="med" len="med"/>
              </a:ln>
            </p:spPr>
          </p:sp>
          <p:sp>
            <p:nvSpPr>
              <p:cNvPr id="53449" name="Line 509"/>
              <p:cNvSpPr/>
              <p:nvPr/>
            </p:nvSpPr>
            <p:spPr>
              <a:xfrm>
                <a:off x="4348" y="1024"/>
                <a:ext cx="1" cy="1"/>
              </a:xfrm>
              <a:prstGeom prst="line">
                <a:avLst/>
              </a:prstGeom>
              <a:ln w="12700" cap="flat" cmpd="sng">
                <a:solidFill>
                  <a:schemeClr val="tx1"/>
                </a:solidFill>
                <a:prstDash val="solid"/>
                <a:headEnd type="none" w="med" len="med"/>
                <a:tailEnd type="none" w="med" len="med"/>
              </a:ln>
            </p:spPr>
          </p:sp>
          <p:sp>
            <p:nvSpPr>
              <p:cNvPr id="53450" name="Freeform 510"/>
              <p:cNvSpPr/>
              <p:nvPr/>
            </p:nvSpPr>
            <p:spPr>
              <a:xfrm>
                <a:off x="4339" y="1022"/>
                <a:ext cx="26" cy="17"/>
              </a:xfrm>
              <a:custGeom>
                <a:avLst/>
                <a:gdLst/>
                <a:ahLst/>
                <a:cxnLst>
                  <a:cxn ang="0">
                    <a:pos x="18" y="16"/>
                  </a:cxn>
                  <a:cxn ang="0">
                    <a:pos x="23" y="15"/>
                  </a:cxn>
                  <a:cxn ang="0">
                    <a:pos x="25" y="5"/>
                  </a:cxn>
                  <a:cxn ang="0">
                    <a:pos x="20" y="2"/>
                  </a:cxn>
                  <a:cxn ang="0">
                    <a:pos x="16" y="1"/>
                  </a:cxn>
                  <a:cxn ang="0">
                    <a:pos x="11" y="0"/>
                  </a:cxn>
                  <a:cxn ang="0">
                    <a:pos x="7" y="1"/>
                  </a:cxn>
                  <a:cxn ang="0">
                    <a:pos x="6" y="5"/>
                  </a:cxn>
                  <a:cxn ang="0">
                    <a:pos x="1" y="3"/>
                  </a:cxn>
                  <a:cxn ang="0">
                    <a:pos x="0" y="9"/>
                  </a:cxn>
                  <a:cxn ang="0">
                    <a:pos x="5" y="9"/>
                  </a:cxn>
                  <a:cxn ang="0">
                    <a:pos x="6" y="12"/>
                  </a:cxn>
                  <a:cxn ang="0">
                    <a:pos x="9" y="15"/>
                  </a:cxn>
                  <a:cxn ang="0">
                    <a:pos x="13" y="16"/>
                  </a:cxn>
                  <a:cxn ang="0">
                    <a:pos x="18" y="16"/>
                  </a:cxn>
                </a:cxnLst>
                <a:rect l="0" t="0" r="0" b="0"/>
                <a:pathLst>
                  <a:path w="26" h="17">
                    <a:moveTo>
                      <a:pt x="18" y="16"/>
                    </a:moveTo>
                    <a:lnTo>
                      <a:pt x="23" y="15"/>
                    </a:lnTo>
                    <a:lnTo>
                      <a:pt x="25" y="5"/>
                    </a:lnTo>
                    <a:lnTo>
                      <a:pt x="20" y="2"/>
                    </a:lnTo>
                    <a:lnTo>
                      <a:pt x="16" y="1"/>
                    </a:lnTo>
                    <a:lnTo>
                      <a:pt x="11" y="0"/>
                    </a:lnTo>
                    <a:lnTo>
                      <a:pt x="7" y="1"/>
                    </a:lnTo>
                    <a:lnTo>
                      <a:pt x="6" y="5"/>
                    </a:lnTo>
                    <a:lnTo>
                      <a:pt x="1" y="3"/>
                    </a:lnTo>
                    <a:lnTo>
                      <a:pt x="0" y="9"/>
                    </a:lnTo>
                    <a:lnTo>
                      <a:pt x="5" y="9"/>
                    </a:lnTo>
                    <a:lnTo>
                      <a:pt x="6" y="12"/>
                    </a:lnTo>
                    <a:lnTo>
                      <a:pt x="9" y="15"/>
                    </a:lnTo>
                    <a:lnTo>
                      <a:pt x="13" y="16"/>
                    </a:lnTo>
                    <a:lnTo>
                      <a:pt x="18"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51" name="Freeform 511"/>
              <p:cNvSpPr/>
              <p:nvPr/>
            </p:nvSpPr>
            <p:spPr>
              <a:xfrm>
                <a:off x="4336" y="1023"/>
                <a:ext cx="26" cy="20"/>
              </a:xfrm>
              <a:custGeom>
                <a:avLst/>
                <a:gdLst/>
                <a:ahLst/>
                <a:cxnLst>
                  <a:cxn ang="0">
                    <a:pos x="5" y="1"/>
                  </a:cxn>
                  <a:cxn ang="0">
                    <a:pos x="25" y="10"/>
                  </a:cxn>
                  <a:cxn ang="0">
                    <a:pos x="21" y="19"/>
                  </a:cxn>
                  <a:cxn ang="0">
                    <a:pos x="0" y="9"/>
                  </a:cxn>
                  <a:cxn ang="0">
                    <a:pos x="6" y="0"/>
                  </a:cxn>
                  <a:cxn ang="0">
                    <a:pos x="5" y="1"/>
                  </a:cxn>
                </a:cxnLst>
                <a:rect l="0" t="0" r="0" b="0"/>
                <a:pathLst>
                  <a:path w="26" h="20">
                    <a:moveTo>
                      <a:pt x="5" y="1"/>
                    </a:moveTo>
                    <a:lnTo>
                      <a:pt x="25" y="10"/>
                    </a:lnTo>
                    <a:lnTo>
                      <a:pt x="21" y="19"/>
                    </a:lnTo>
                    <a:lnTo>
                      <a:pt x="0" y="9"/>
                    </a:lnTo>
                    <a:lnTo>
                      <a:pt x="6" y="0"/>
                    </a:lnTo>
                    <a:lnTo>
                      <a:pt x="5"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52" name="Freeform 512"/>
              <p:cNvSpPr/>
              <p:nvPr/>
            </p:nvSpPr>
            <p:spPr>
              <a:xfrm>
                <a:off x="4350" y="1028"/>
                <a:ext cx="22" cy="17"/>
              </a:xfrm>
              <a:custGeom>
                <a:avLst/>
                <a:gdLst/>
                <a:ahLst/>
                <a:cxnLst>
                  <a:cxn ang="0">
                    <a:pos x="1" y="6"/>
                  </a:cxn>
                  <a:cxn ang="0">
                    <a:pos x="0" y="8"/>
                  </a:cxn>
                  <a:cxn ang="0">
                    <a:pos x="3" y="10"/>
                  </a:cxn>
                  <a:cxn ang="0">
                    <a:pos x="2" y="13"/>
                  </a:cxn>
                  <a:cxn ang="0">
                    <a:pos x="5" y="15"/>
                  </a:cxn>
                  <a:cxn ang="0">
                    <a:pos x="8" y="16"/>
                  </a:cxn>
                  <a:cxn ang="0">
                    <a:pos x="11" y="16"/>
                  </a:cxn>
                  <a:cxn ang="0">
                    <a:pos x="14" y="16"/>
                  </a:cxn>
                  <a:cxn ang="0">
                    <a:pos x="17" y="15"/>
                  </a:cxn>
                  <a:cxn ang="0">
                    <a:pos x="17" y="12"/>
                  </a:cxn>
                  <a:cxn ang="0">
                    <a:pos x="21" y="10"/>
                  </a:cxn>
                  <a:cxn ang="0">
                    <a:pos x="21" y="8"/>
                  </a:cxn>
                  <a:cxn ang="0">
                    <a:pos x="19" y="6"/>
                  </a:cxn>
                  <a:cxn ang="0">
                    <a:pos x="16" y="3"/>
                  </a:cxn>
                  <a:cxn ang="0">
                    <a:pos x="14" y="0"/>
                  </a:cxn>
                  <a:cxn ang="0">
                    <a:pos x="11" y="1"/>
                  </a:cxn>
                  <a:cxn ang="0">
                    <a:pos x="10" y="3"/>
                  </a:cxn>
                  <a:cxn ang="0">
                    <a:pos x="7" y="2"/>
                  </a:cxn>
                  <a:cxn ang="0">
                    <a:pos x="4" y="4"/>
                  </a:cxn>
                  <a:cxn ang="0">
                    <a:pos x="1" y="6"/>
                  </a:cxn>
                </a:cxnLst>
                <a:rect l="0" t="0" r="0" b="0"/>
                <a:pathLst>
                  <a:path w="22" h="17">
                    <a:moveTo>
                      <a:pt x="1" y="6"/>
                    </a:moveTo>
                    <a:lnTo>
                      <a:pt x="0" y="8"/>
                    </a:lnTo>
                    <a:lnTo>
                      <a:pt x="3" y="10"/>
                    </a:lnTo>
                    <a:lnTo>
                      <a:pt x="2" y="13"/>
                    </a:lnTo>
                    <a:lnTo>
                      <a:pt x="5" y="15"/>
                    </a:lnTo>
                    <a:lnTo>
                      <a:pt x="8" y="16"/>
                    </a:lnTo>
                    <a:lnTo>
                      <a:pt x="11" y="16"/>
                    </a:lnTo>
                    <a:lnTo>
                      <a:pt x="14" y="16"/>
                    </a:lnTo>
                    <a:lnTo>
                      <a:pt x="17" y="15"/>
                    </a:lnTo>
                    <a:lnTo>
                      <a:pt x="17" y="12"/>
                    </a:lnTo>
                    <a:lnTo>
                      <a:pt x="21" y="10"/>
                    </a:lnTo>
                    <a:lnTo>
                      <a:pt x="21" y="8"/>
                    </a:lnTo>
                    <a:lnTo>
                      <a:pt x="19" y="6"/>
                    </a:lnTo>
                    <a:lnTo>
                      <a:pt x="16" y="3"/>
                    </a:lnTo>
                    <a:lnTo>
                      <a:pt x="14" y="0"/>
                    </a:lnTo>
                    <a:lnTo>
                      <a:pt x="11" y="1"/>
                    </a:lnTo>
                    <a:lnTo>
                      <a:pt x="10" y="3"/>
                    </a:lnTo>
                    <a:lnTo>
                      <a:pt x="7" y="2"/>
                    </a:lnTo>
                    <a:lnTo>
                      <a:pt x="4" y="4"/>
                    </a:lnTo>
                    <a:lnTo>
                      <a:pt x="1"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53" name="Line 513"/>
              <p:cNvSpPr/>
              <p:nvPr/>
            </p:nvSpPr>
            <p:spPr>
              <a:xfrm>
                <a:off x="4335" y="1034"/>
                <a:ext cx="4" cy="1"/>
              </a:xfrm>
              <a:prstGeom prst="line">
                <a:avLst/>
              </a:prstGeom>
              <a:ln w="12700" cap="flat" cmpd="sng">
                <a:solidFill>
                  <a:schemeClr val="tx1"/>
                </a:solidFill>
                <a:prstDash val="solid"/>
                <a:headEnd type="none" w="med" len="med"/>
                <a:tailEnd type="none" w="med" len="med"/>
              </a:ln>
            </p:spPr>
          </p:sp>
          <p:sp>
            <p:nvSpPr>
              <p:cNvPr id="53454" name="Line 514"/>
              <p:cNvSpPr/>
              <p:nvPr/>
            </p:nvSpPr>
            <p:spPr>
              <a:xfrm>
                <a:off x="4338" y="1033"/>
                <a:ext cx="1" cy="2"/>
              </a:xfrm>
              <a:prstGeom prst="line">
                <a:avLst/>
              </a:prstGeom>
              <a:ln w="12700" cap="flat" cmpd="sng">
                <a:solidFill>
                  <a:schemeClr val="tx1"/>
                </a:solidFill>
                <a:prstDash val="solid"/>
                <a:headEnd type="none" w="med" len="med"/>
                <a:tailEnd type="none" w="med" len="med"/>
              </a:ln>
            </p:spPr>
          </p:sp>
          <p:sp>
            <p:nvSpPr>
              <p:cNvPr id="53455" name="Freeform 515"/>
              <p:cNvSpPr/>
              <p:nvPr/>
            </p:nvSpPr>
            <p:spPr>
              <a:xfrm>
                <a:off x="4330" y="1033"/>
                <a:ext cx="25" cy="17"/>
              </a:xfrm>
              <a:custGeom>
                <a:avLst/>
                <a:gdLst/>
                <a:ahLst/>
                <a:cxnLst>
                  <a:cxn ang="0">
                    <a:pos x="13" y="16"/>
                  </a:cxn>
                  <a:cxn ang="0">
                    <a:pos x="17" y="16"/>
                  </a:cxn>
                  <a:cxn ang="0">
                    <a:pos x="17" y="15"/>
                  </a:cxn>
                  <a:cxn ang="0">
                    <a:pos x="23" y="14"/>
                  </a:cxn>
                  <a:cxn ang="0">
                    <a:pos x="24" y="5"/>
                  </a:cxn>
                  <a:cxn ang="0">
                    <a:pos x="19" y="2"/>
                  </a:cxn>
                  <a:cxn ang="0">
                    <a:pos x="15" y="1"/>
                  </a:cxn>
                  <a:cxn ang="0">
                    <a:pos x="10" y="0"/>
                  </a:cxn>
                  <a:cxn ang="0">
                    <a:pos x="5" y="2"/>
                  </a:cxn>
                  <a:cxn ang="0">
                    <a:pos x="5" y="4"/>
                  </a:cxn>
                  <a:cxn ang="0">
                    <a:pos x="1" y="3"/>
                  </a:cxn>
                  <a:cxn ang="0">
                    <a:pos x="0" y="5"/>
                  </a:cxn>
                  <a:cxn ang="0">
                    <a:pos x="4" y="9"/>
                  </a:cxn>
                  <a:cxn ang="0">
                    <a:pos x="4" y="11"/>
                  </a:cxn>
                  <a:cxn ang="0">
                    <a:pos x="8" y="13"/>
                  </a:cxn>
                  <a:cxn ang="0">
                    <a:pos x="13" y="16"/>
                  </a:cxn>
                </a:cxnLst>
                <a:rect l="0" t="0" r="0" b="0"/>
                <a:pathLst>
                  <a:path w="25" h="17">
                    <a:moveTo>
                      <a:pt x="13" y="16"/>
                    </a:moveTo>
                    <a:lnTo>
                      <a:pt x="17" y="16"/>
                    </a:lnTo>
                    <a:lnTo>
                      <a:pt x="17" y="15"/>
                    </a:lnTo>
                    <a:lnTo>
                      <a:pt x="23" y="14"/>
                    </a:lnTo>
                    <a:lnTo>
                      <a:pt x="24" y="5"/>
                    </a:lnTo>
                    <a:lnTo>
                      <a:pt x="19" y="2"/>
                    </a:lnTo>
                    <a:lnTo>
                      <a:pt x="15" y="1"/>
                    </a:lnTo>
                    <a:lnTo>
                      <a:pt x="10" y="0"/>
                    </a:lnTo>
                    <a:lnTo>
                      <a:pt x="5" y="2"/>
                    </a:lnTo>
                    <a:lnTo>
                      <a:pt x="5" y="4"/>
                    </a:lnTo>
                    <a:lnTo>
                      <a:pt x="1" y="3"/>
                    </a:lnTo>
                    <a:lnTo>
                      <a:pt x="0" y="5"/>
                    </a:lnTo>
                    <a:lnTo>
                      <a:pt x="4" y="9"/>
                    </a:lnTo>
                    <a:lnTo>
                      <a:pt x="4" y="11"/>
                    </a:lnTo>
                    <a:lnTo>
                      <a:pt x="8" y="13"/>
                    </a:lnTo>
                    <a:lnTo>
                      <a:pt x="13"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56" name="Freeform 516"/>
              <p:cNvSpPr/>
              <p:nvPr/>
            </p:nvSpPr>
            <p:spPr>
              <a:xfrm>
                <a:off x="4326" y="1032"/>
                <a:ext cx="27" cy="20"/>
              </a:xfrm>
              <a:custGeom>
                <a:avLst/>
                <a:gdLst/>
                <a:ahLst/>
                <a:cxnLst>
                  <a:cxn ang="0">
                    <a:pos x="4" y="0"/>
                  </a:cxn>
                  <a:cxn ang="0">
                    <a:pos x="26" y="10"/>
                  </a:cxn>
                  <a:cxn ang="0">
                    <a:pos x="21" y="19"/>
                  </a:cxn>
                  <a:cxn ang="0">
                    <a:pos x="0" y="9"/>
                  </a:cxn>
                  <a:cxn ang="0">
                    <a:pos x="4" y="0"/>
                  </a:cxn>
                </a:cxnLst>
                <a:rect l="0" t="0" r="0" b="0"/>
                <a:pathLst>
                  <a:path w="27" h="20">
                    <a:moveTo>
                      <a:pt x="4" y="0"/>
                    </a:moveTo>
                    <a:lnTo>
                      <a:pt x="26" y="10"/>
                    </a:lnTo>
                    <a:lnTo>
                      <a:pt x="21" y="19"/>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57" name="Freeform 517"/>
              <p:cNvSpPr/>
              <p:nvPr/>
            </p:nvSpPr>
            <p:spPr>
              <a:xfrm>
                <a:off x="4339" y="1036"/>
                <a:ext cx="25" cy="17"/>
              </a:xfrm>
              <a:custGeom>
                <a:avLst/>
                <a:gdLst/>
                <a:ahLst/>
                <a:cxnLst>
                  <a:cxn ang="0">
                    <a:pos x="0" y="7"/>
                  </a:cxn>
                  <a:cxn ang="0">
                    <a:pos x="3" y="10"/>
                  </a:cxn>
                  <a:cxn ang="0">
                    <a:pos x="5" y="13"/>
                  </a:cxn>
                  <a:cxn ang="0">
                    <a:pos x="9" y="16"/>
                  </a:cxn>
                  <a:cxn ang="0">
                    <a:pos x="12" y="16"/>
                  </a:cxn>
                  <a:cxn ang="0">
                    <a:pos x="16" y="15"/>
                  </a:cxn>
                  <a:cxn ang="0">
                    <a:pos x="19" y="12"/>
                  </a:cxn>
                  <a:cxn ang="0">
                    <a:pos x="23" y="11"/>
                  </a:cxn>
                  <a:cxn ang="0">
                    <a:pos x="24" y="9"/>
                  </a:cxn>
                  <a:cxn ang="0">
                    <a:pos x="20" y="8"/>
                  </a:cxn>
                  <a:cxn ang="0">
                    <a:pos x="21" y="5"/>
                  </a:cxn>
                  <a:cxn ang="0">
                    <a:pos x="18" y="3"/>
                  </a:cxn>
                  <a:cxn ang="0">
                    <a:pos x="15" y="2"/>
                  </a:cxn>
                  <a:cxn ang="0">
                    <a:pos x="11" y="2"/>
                  </a:cxn>
                  <a:cxn ang="0">
                    <a:pos x="8" y="0"/>
                  </a:cxn>
                  <a:cxn ang="0">
                    <a:pos x="4" y="3"/>
                  </a:cxn>
                  <a:cxn ang="0">
                    <a:pos x="4" y="5"/>
                  </a:cxn>
                  <a:cxn ang="0">
                    <a:pos x="0" y="5"/>
                  </a:cxn>
                  <a:cxn ang="0">
                    <a:pos x="0" y="7"/>
                  </a:cxn>
                </a:cxnLst>
                <a:rect l="0" t="0" r="0" b="0"/>
                <a:pathLst>
                  <a:path w="25" h="17">
                    <a:moveTo>
                      <a:pt x="0" y="7"/>
                    </a:moveTo>
                    <a:lnTo>
                      <a:pt x="3" y="10"/>
                    </a:lnTo>
                    <a:lnTo>
                      <a:pt x="5" y="13"/>
                    </a:lnTo>
                    <a:lnTo>
                      <a:pt x="9" y="16"/>
                    </a:lnTo>
                    <a:lnTo>
                      <a:pt x="12" y="16"/>
                    </a:lnTo>
                    <a:lnTo>
                      <a:pt x="16" y="15"/>
                    </a:lnTo>
                    <a:lnTo>
                      <a:pt x="19" y="12"/>
                    </a:lnTo>
                    <a:lnTo>
                      <a:pt x="23" y="11"/>
                    </a:lnTo>
                    <a:lnTo>
                      <a:pt x="24" y="9"/>
                    </a:lnTo>
                    <a:lnTo>
                      <a:pt x="20" y="8"/>
                    </a:lnTo>
                    <a:lnTo>
                      <a:pt x="21" y="5"/>
                    </a:lnTo>
                    <a:lnTo>
                      <a:pt x="18" y="3"/>
                    </a:lnTo>
                    <a:lnTo>
                      <a:pt x="15" y="2"/>
                    </a:lnTo>
                    <a:lnTo>
                      <a:pt x="11" y="2"/>
                    </a:lnTo>
                    <a:lnTo>
                      <a:pt x="8" y="0"/>
                    </a:lnTo>
                    <a:lnTo>
                      <a:pt x="4" y="3"/>
                    </a:lnTo>
                    <a:lnTo>
                      <a:pt x="4" y="5"/>
                    </a:lnTo>
                    <a:lnTo>
                      <a:pt x="0" y="5"/>
                    </a:lnTo>
                    <a:lnTo>
                      <a:pt x="0" y="7"/>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58" name="Line 518"/>
              <p:cNvSpPr/>
              <p:nvPr/>
            </p:nvSpPr>
            <p:spPr>
              <a:xfrm>
                <a:off x="4314" y="1036"/>
                <a:ext cx="3" cy="2"/>
              </a:xfrm>
              <a:prstGeom prst="line">
                <a:avLst/>
              </a:prstGeom>
              <a:ln w="12700" cap="flat" cmpd="sng">
                <a:solidFill>
                  <a:schemeClr val="tx1"/>
                </a:solidFill>
                <a:prstDash val="solid"/>
                <a:headEnd type="none" w="med" len="med"/>
                <a:tailEnd type="none" w="med" len="med"/>
              </a:ln>
            </p:spPr>
          </p:sp>
          <p:sp>
            <p:nvSpPr>
              <p:cNvPr id="53459" name="Line 519"/>
              <p:cNvSpPr/>
              <p:nvPr/>
            </p:nvSpPr>
            <p:spPr>
              <a:xfrm>
                <a:off x="4317" y="1035"/>
                <a:ext cx="1" cy="1"/>
              </a:xfrm>
              <a:prstGeom prst="line">
                <a:avLst/>
              </a:prstGeom>
              <a:ln w="12700" cap="flat" cmpd="sng">
                <a:solidFill>
                  <a:schemeClr val="tx1"/>
                </a:solidFill>
                <a:prstDash val="solid"/>
                <a:headEnd type="none" w="med" len="med"/>
                <a:tailEnd type="none" w="med" len="med"/>
              </a:ln>
            </p:spPr>
          </p:sp>
          <p:sp>
            <p:nvSpPr>
              <p:cNvPr id="53460" name="Freeform 520"/>
              <p:cNvSpPr/>
              <p:nvPr/>
            </p:nvSpPr>
            <p:spPr>
              <a:xfrm>
                <a:off x="4305" y="1038"/>
                <a:ext cx="25" cy="17"/>
              </a:xfrm>
              <a:custGeom>
                <a:avLst/>
                <a:gdLst/>
                <a:ahLst/>
                <a:cxnLst>
                  <a:cxn ang="0">
                    <a:pos x="16" y="16"/>
                  </a:cxn>
                  <a:cxn ang="0">
                    <a:pos x="17" y="13"/>
                  </a:cxn>
                  <a:cxn ang="0">
                    <a:pos x="23" y="14"/>
                  </a:cxn>
                  <a:cxn ang="0">
                    <a:pos x="24" y="3"/>
                  </a:cxn>
                  <a:cxn ang="0">
                    <a:pos x="18" y="2"/>
                  </a:cxn>
                  <a:cxn ang="0">
                    <a:pos x="19" y="0"/>
                  </a:cxn>
                  <a:cxn ang="0">
                    <a:pos x="13" y="0"/>
                  </a:cxn>
                  <a:cxn ang="0">
                    <a:pos x="13" y="2"/>
                  </a:cxn>
                  <a:cxn ang="0">
                    <a:pos x="8" y="1"/>
                  </a:cxn>
                  <a:cxn ang="0">
                    <a:pos x="1" y="1"/>
                  </a:cxn>
                  <a:cxn ang="0">
                    <a:pos x="1" y="4"/>
                  </a:cxn>
                  <a:cxn ang="0">
                    <a:pos x="1" y="6"/>
                  </a:cxn>
                  <a:cxn ang="0">
                    <a:pos x="0" y="9"/>
                  </a:cxn>
                  <a:cxn ang="0">
                    <a:pos x="6" y="12"/>
                  </a:cxn>
                  <a:cxn ang="0">
                    <a:pos x="12" y="12"/>
                  </a:cxn>
                  <a:cxn ang="0">
                    <a:pos x="11" y="14"/>
                  </a:cxn>
                  <a:cxn ang="0">
                    <a:pos x="16" y="16"/>
                  </a:cxn>
                </a:cxnLst>
                <a:rect l="0" t="0" r="0" b="0"/>
                <a:pathLst>
                  <a:path w="25" h="17">
                    <a:moveTo>
                      <a:pt x="16" y="16"/>
                    </a:moveTo>
                    <a:lnTo>
                      <a:pt x="17" y="13"/>
                    </a:lnTo>
                    <a:lnTo>
                      <a:pt x="23" y="14"/>
                    </a:lnTo>
                    <a:lnTo>
                      <a:pt x="24" y="3"/>
                    </a:lnTo>
                    <a:lnTo>
                      <a:pt x="18" y="2"/>
                    </a:lnTo>
                    <a:lnTo>
                      <a:pt x="19" y="0"/>
                    </a:lnTo>
                    <a:lnTo>
                      <a:pt x="13" y="0"/>
                    </a:lnTo>
                    <a:lnTo>
                      <a:pt x="13" y="2"/>
                    </a:lnTo>
                    <a:lnTo>
                      <a:pt x="8" y="1"/>
                    </a:lnTo>
                    <a:lnTo>
                      <a:pt x="1" y="1"/>
                    </a:lnTo>
                    <a:lnTo>
                      <a:pt x="1" y="4"/>
                    </a:lnTo>
                    <a:lnTo>
                      <a:pt x="1" y="6"/>
                    </a:lnTo>
                    <a:lnTo>
                      <a:pt x="0" y="9"/>
                    </a:lnTo>
                    <a:lnTo>
                      <a:pt x="6" y="12"/>
                    </a:lnTo>
                    <a:lnTo>
                      <a:pt x="12" y="12"/>
                    </a:lnTo>
                    <a:lnTo>
                      <a:pt x="11" y="14"/>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61" name="Freeform 521"/>
              <p:cNvSpPr/>
              <p:nvPr/>
            </p:nvSpPr>
            <p:spPr>
              <a:xfrm>
                <a:off x="4302" y="1036"/>
                <a:ext cx="26" cy="19"/>
              </a:xfrm>
              <a:custGeom>
                <a:avLst/>
                <a:gdLst/>
                <a:ahLst/>
                <a:cxnLst>
                  <a:cxn ang="0">
                    <a:pos x="4" y="0"/>
                  </a:cxn>
                  <a:cxn ang="0">
                    <a:pos x="25" y="9"/>
                  </a:cxn>
                  <a:cxn ang="0">
                    <a:pos x="22" y="18"/>
                  </a:cxn>
                  <a:cxn ang="0">
                    <a:pos x="0" y="9"/>
                  </a:cxn>
                  <a:cxn ang="0">
                    <a:pos x="4" y="0"/>
                  </a:cxn>
                </a:cxnLst>
                <a:rect l="0" t="0" r="0" b="0"/>
                <a:pathLst>
                  <a:path w="26" h="19">
                    <a:moveTo>
                      <a:pt x="4" y="0"/>
                    </a:moveTo>
                    <a:lnTo>
                      <a:pt x="25" y="9"/>
                    </a:lnTo>
                    <a:lnTo>
                      <a:pt x="22" y="18"/>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62" name="Freeform 522"/>
              <p:cNvSpPr/>
              <p:nvPr/>
            </p:nvSpPr>
            <p:spPr>
              <a:xfrm>
                <a:off x="4317" y="1036"/>
                <a:ext cx="24" cy="17"/>
              </a:xfrm>
              <a:custGeom>
                <a:avLst/>
                <a:gdLst/>
                <a:ahLst/>
                <a:cxnLst>
                  <a:cxn ang="0">
                    <a:pos x="1" y="6"/>
                  </a:cxn>
                  <a:cxn ang="0">
                    <a:pos x="0" y="8"/>
                  </a:cxn>
                  <a:cxn ang="0">
                    <a:pos x="0" y="10"/>
                  </a:cxn>
                  <a:cxn ang="0">
                    <a:pos x="3" y="13"/>
                  </a:cxn>
                  <a:cxn ang="0">
                    <a:pos x="6" y="13"/>
                  </a:cxn>
                  <a:cxn ang="0">
                    <a:pos x="7" y="16"/>
                  </a:cxn>
                  <a:cxn ang="0">
                    <a:pos x="10" y="16"/>
                  </a:cxn>
                  <a:cxn ang="0">
                    <a:pos x="18" y="13"/>
                  </a:cxn>
                  <a:cxn ang="0">
                    <a:pos x="22" y="11"/>
                  </a:cxn>
                  <a:cxn ang="0">
                    <a:pos x="23" y="6"/>
                  </a:cxn>
                  <a:cxn ang="0">
                    <a:pos x="13" y="1"/>
                  </a:cxn>
                  <a:cxn ang="0">
                    <a:pos x="9" y="0"/>
                  </a:cxn>
                  <a:cxn ang="0">
                    <a:pos x="6" y="1"/>
                  </a:cxn>
                  <a:cxn ang="0">
                    <a:pos x="2" y="3"/>
                  </a:cxn>
                  <a:cxn ang="0">
                    <a:pos x="1" y="5"/>
                  </a:cxn>
                  <a:cxn ang="0">
                    <a:pos x="1" y="6"/>
                  </a:cxn>
                </a:cxnLst>
                <a:rect l="0" t="0" r="0" b="0"/>
                <a:pathLst>
                  <a:path w="24" h="17">
                    <a:moveTo>
                      <a:pt x="1" y="6"/>
                    </a:moveTo>
                    <a:lnTo>
                      <a:pt x="0" y="8"/>
                    </a:lnTo>
                    <a:lnTo>
                      <a:pt x="0" y="10"/>
                    </a:lnTo>
                    <a:lnTo>
                      <a:pt x="3" y="13"/>
                    </a:lnTo>
                    <a:lnTo>
                      <a:pt x="6" y="13"/>
                    </a:lnTo>
                    <a:lnTo>
                      <a:pt x="7" y="16"/>
                    </a:lnTo>
                    <a:lnTo>
                      <a:pt x="10" y="16"/>
                    </a:lnTo>
                    <a:lnTo>
                      <a:pt x="18" y="13"/>
                    </a:lnTo>
                    <a:lnTo>
                      <a:pt x="22" y="11"/>
                    </a:lnTo>
                    <a:lnTo>
                      <a:pt x="23" y="6"/>
                    </a:lnTo>
                    <a:lnTo>
                      <a:pt x="13" y="1"/>
                    </a:lnTo>
                    <a:lnTo>
                      <a:pt x="9" y="0"/>
                    </a:lnTo>
                    <a:lnTo>
                      <a:pt x="6" y="1"/>
                    </a:lnTo>
                    <a:lnTo>
                      <a:pt x="2" y="3"/>
                    </a:lnTo>
                    <a:lnTo>
                      <a:pt x="1" y="5"/>
                    </a:lnTo>
                    <a:lnTo>
                      <a:pt x="1"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63" name="Line 523"/>
              <p:cNvSpPr/>
              <p:nvPr/>
            </p:nvSpPr>
            <p:spPr>
              <a:xfrm>
                <a:off x="4315" y="1029"/>
                <a:ext cx="6" cy="1"/>
              </a:xfrm>
              <a:prstGeom prst="line">
                <a:avLst/>
              </a:prstGeom>
              <a:ln w="12700" cap="flat" cmpd="sng">
                <a:solidFill>
                  <a:schemeClr val="tx1"/>
                </a:solidFill>
                <a:prstDash val="solid"/>
                <a:headEnd type="none" w="med" len="med"/>
                <a:tailEnd type="none" w="med" len="med"/>
              </a:ln>
            </p:spPr>
          </p:sp>
          <p:sp>
            <p:nvSpPr>
              <p:cNvPr id="53464" name="Line 524"/>
              <p:cNvSpPr/>
              <p:nvPr/>
            </p:nvSpPr>
            <p:spPr>
              <a:xfrm>
                <a:off x="4317" y="1027"/>
                <a:ext cx="2" cy="5"/>
              </a:xfrm>
              <a:prstGeom prst="line">
                <a:avLst/>
              </a:prstGeom>
              <a:ln w="12700" cap="flat" cmpd="sng">
                <a:solidFill>
                  <a:schemeClr val="tx1"/>
                </a:solidFill>
                <a:prstDash val="solid"/>
                <a:headEnd type="none" w="med" len="med"/>
                <a:tailEnd type="none" w="med" len="med"/>
              </a:ln>
            </p:spPr>
          </p:sp>
          <p:sp>
            <p:nvSpPr>
              <p:cNvPr id="53465" name="Freeform 525"/>
              <p:cNvSpPr/>
              <p:nvPr/>
            </p:nvSpPr>
            <p:spPr>
              <a:xfrm>
                <a:off x="4306" y="1025"/>
                <a:ext cx="24" cy="17"/>
              </a:xfrm>
              <a:custGeom>
                <a:avLst/>
                <a:gdLst/>
                <a:ahLst/>
                <a:cxnLst>
                  <a:cxn ang="0">
                    <a:pos x="16" y="16"/>
                  </a:cxn>
                  <a:cxn ang="0">
                    <a:pos x="21" y="14"/>
                  </a:cxn>
                  <a:cxn ang="0">
                    <a:pos x="23" y="4"/>
                  </a:cxn>
                  <a:cxn ang="0">
                    <a:pos x="18" y="3"/>
                  </a:cxn>
                  <a:cxn ang="0">
                    <a:pos x="18" y="1"/>
                  </a:cxn>
                  <a:cxn ang="0">
                    <a:pos x="12" y="0"/>
                  </a:cxn>
                  <a:cxn ang="0">
                    <a:pos x="12" y="2"/>
                  </a:cxn>
                  <a:cxn ang="0">
                    <a:pos x="7" y="1"/>
                  </a:cxn>
                  <a:cxn ang="0">
                    <a:pos x="1" y="3"/>
                  </a:cxn>
                  <a:cxn ang="0">
                    <a:pos x="0" y="5"/>
                  </a:cxn>
                  <a:cxn ang="0">
                    <a:pos x="0" y="6"/>
                  </a:cxn>
                  <a:cxn ang="0">
                    <a:pos x="0" y="8"/>
                  </a:cxn>
                  <a:cxn ang="0">
                    <a:pos x="5" y="13"/>
                  </a:cxn>
                  <a:cxn ang="0">
                    <a:pos x="10" y="14"/>
                  </a:cxn>
                  <a:cxn ang="0">
                    <a:pos x="16" y="16"/>
                  </a:cxn>
                </a:cxnLst>
                <a:rect l="0" t="0" r="0" b="0"/>
                <a:pathLst>
                  <a:path w="24" h="17">
                    <a:moveTo>
                      <a:pt x="16" y="16"/>
                    </a:moveTo>
                    <a:lnTo>
                      <a:pt x="21" y="14"/>
                    </a:lnTo>
                    <a:lnTo>
                      <a:pt x="23" y="4"/>
                    </a:lnTo>
                    <a:lnTo>
                      <a:pt x="18" y="3"/>
                    </a:lnTo>
                    <a:lnTo>
                      <a:pt x="18" y="1"/>
                    </a:lnTo>
                    <a:lnTo>
                      <a:pt x="12" y="0"/>
                    </a:lnTo>
                    <a:lnTo>
                      <a:pt x="12" y="2"/>
                    </a:lnTo>
                    <a:lnTo>
                      <a:pt x="7" y="1"/>
                    </a:lnTo>
                    <a:lnTo>
                      <a:pt x="1" y="3"/>
                    </a:lnTo>
                    <a:lnTo>
                      <a:pt x="0" y="5"/>
                    </a:lnTo>
                    <a:lnTo>
                      <a:pt x="0" y="6"/>
                    </a:lnTo>
                    <a:lnTo>
                      <a:pt x="0" y="8"/>
                    </a:lnTo>
                    <a:lnTo>
                      <a:pt x="5" y="13"/>
                    </a:lnTo>
                    <a:lnTo>
                      <a:pt x="10" y="14"/>
                    </a:lnTo>
                    <a:lnTo>
                      <a:pt x="16"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66" name="Freeform 526"/>
              <p:cNvSpPr/>
              <p:nvPr/>
            </p:nvSpPr>
            <p:spPr>
              <a:xfrm>
                <a:off x="4303" y="1024"/>
                <a:ext cx="26" cy="19"/>
              </a:xfrm>
              <a:custGeom>
                <a:avLst/>
                <a:gdLst/>
                <a:ahLst/>
                <a:cxnLst>
                  <a:cxn ang="0">
                    <a:pos x="5" y="0"/>
                  </a:cxn>
                  <a:cxn ang="0">
                    <a:pos x="25" y="9"/>
                  </a:cxn>
                  <a:cxn ang="0">
                    <a:pos x="22" y="18"/>
                  </a:cxn>
                  <a:cxn ang="0">
                    <a:pos x="0" y="9"/>
                  </a:cxn>
                  <a:cxn ang="0">
                    <a:pos x="5" y="0"/>
                  </a:cxn>
                </a:cxnLst>
                <a:rect l="0" t="0" r="0" b="0"/>
                <a:pathLst>
                  <a:path w="26" h="19">
                    <a:moveTo>
                      <a:pt x="5" y="0"/>
                    </a:moveTo>
                    <a:lnTo>
                      <a:pt x="25" y="9"/>
                    </a:lnTo>
                    <a:lnTo>
                      <a:pt x="22" y="18"/>
                    </a:lnTo>
                    <a:lnTo>
                      <a:pt x="0" y="9"/>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67" name="Freeform 527"/>
              <p:cNvSpPr/>
              <p:nvPr/>
            </p:nvSpPr>
            <p:spPr>
              <a:xfrm>
                <a:off x="4320" y="1029"/>
                <a:ext cx="24" cy="17"/>
              </a:xfrm>
              <a:custGeom>
                <a:avLst/>
                <a:gdLst/>
                <a:ahLst/>
                <a:cxnLst>
                  <a:cxn ang="0">
                    <a:pos x="0" y="6"/>
                  </a:cxn>
                  <a:cxn ang="0">
                    <a:pos x="0" y="9"/>
                  </a:cxn>
                  <a:cxn ang="0">
                    <a:pos x="0" y="11"/>
                  </a:cxn>
                  <a:cxn ang="0">
                    <a:pos x="2" y="13"/>
                  </a:cxn>
                  <a:cxn ang="0">
                    <a:pos x="6" y="14"/>
                  </a:cxn>
                  <a:cxn ang="0">
                    <a:pos x="5" y="16"/>
                  </a:cxn>
                  <a:cxn ang="0">
                    <a:pos x="9" y="16"/>
                  </a:cxn>
                  <a:cxn ang="0">
                    <a:pos x="21" y="10"/>
                  </a:cxn>
                  <a:cxn ang="0">
                    <a:pos x="23" y="6"/>
                  </a:cxn>
                  <a:cxn ang="0">
                    <a:pos x="13" y="0"/>
                  </a:cxn>
                  <a:cxn ang="0">
                    <a:pos x="10" y="0"/>
                  </a:cxn>
                  <a:cxn ang="0">
                    <a:pos x="9" y="2"/>
                  </a:cxn>
                  <a:cxn ang="0">
                    <a:pos x="6" y="2"/>
                  </a:cxn>
                  <a:cxn ang="0">
                    <a:pos x="0" y="5"/>
                  </a:cxn>
                  <a:cxn ang="0">
                    <a:pos x="0" y="6"/>
                  </a:cxn>
                </a:cxnLst>
                <a:rect l="0" t="0" r="0" b="0"/>
                <a:pathLst>
                  <a:path w="24" h="17">
                    <a:moveTo>
                      <a:pt x="0" y="6"/>
                    </a:moveTo>
                    <a:lnTo>
                      <a:pt x="0" y="9"/>
                    </a:lnTo>
                    <a:lnTo>
                      <a:pt x="0" y="11"/>
                    </a:lnTo>
                    <a:lnTo>
                      <a:pt x="2" y="13"/>
                    </a:lnTo>
                    <a:lnTo>
                      <a:pt x="6" y="14"/>
                    </a:lnTo>
                    <a:lnTo>
                      <a:pt x="5" y="16"/>
                    </a:lnTo>
                    <a:lnTo>
                      <a:pt x="9" y="16"/>
                    </a:lnTo>
                    <a:lnTo>
                      <a:pt x="21" y="10"/>
                    </a:lnTo>
                    <a:lnTo>
                      <a:pt x="23" y="6"/>
                    </a:lnTo>
                    <a:lnTo>
                      <a:pt x="13" y="0"/>
                    </a:lnTo>
                    <a:lnTo>
                      <a:pt x="10" y="0"/>
                    </a:lnTo>
                    <a:lnTo>
                      <a:pt x="9" y="2"/>
                    </a:lnTo>
                    <a:lnTo>
                      <a:pt x="6" y="2"/>
                    </a:lnTo>
                    <a:lnTo>
                      <a:pt x="0" y="5"/>
                    </a:lnTo>
                    <a:lnTo>
                      <a:pt x="0"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68" name="Line 528"/>
              <p:cNvSpPr/>
              <p:nvPr/>
            </p:nvSpPr>
            <p:spPr>
              <a:xfrm>
                <a:off x="4304" y="1023"/>
                <a:ext cx="0" cy="1"/>
              </a:xfrm>
              <a:prstGeom prst="line">
                <a:avLst/>
              </a:prstGeom>
              <a:ln w="12700" cap="flat" cmpd="sng">
                <a:solidFill>
                  <a:schemeClr val="tx1"/>
                </a:solidFill>
                <a:prstDash val="solid"/>
                <a:headEnd type="none" w="med" len="med"/>
                <a:tailEnd type="none" w="med" len="med"/>
              </a:ln>
            </p:spPr>
          </p:sp>
          <p:sp>
            <p:nvSpPr>
              <p:cNvPr id="53469" name="Line 529"/>
              <p:cNvSpPr/>
              <p:nvPr/>
            </p:nvSpPr>
            <p:spPr>
              <a:xfrm>
                <a:off x="4304" y="1018"/>
                <a:ext cx="2" cy="3"/>
              </a:xfrm>
              <a:prstGeom prst="line">
                <a:avLst/>
              </a:prstGeom>
              <a:ln w="12700" cap="flat" cmpd="sng">
                <a:solidFill>
                  <a:schemeClr val="tx1"/>
                </a:solidFill>
                <a:prstDash val="solid"/>
                <a:headEnd type="none" w="med" len="med"/>
                <a:tailEnd type="none" w="med" len="med"/>
              </a:ln>
            </p:spPr>
          </p:sp>
          <p:sp>
            <p:nvSpPr>
              <p:cNvPr id="53470" name="Freeform 530"/>
              <p:cNvSpPr/>
              <p:nvPr/>
            </p:nvSpPr>
            <p:spPr>
              <a:xfrm>
                <a:off x="4297" y="1019"/>
                <a:ext cx="24" cy="17"/>
              </a:xfrm>
              <a:custGeom>
                <a:avLst/>
                <a:gdLst/>
                <a:ahLst/>
                <a:cxnLst>
                  <a:cxn ang="0">
                    <a:pos x="17" y="16"/>
                  </a:cxn>
                  <a:cxn ang="0">
                    <a:pos x="16" y="13"/>
                  </a:cxn>
                  <a:cxn ang="0">
                    <a:pos x="22" y="14"/>
                  </a:cxn>
                  <a:cxn ang="0">
                    <a:pos x="23" y="4"/>
                  </a:cxn>
                  <a:cxn ang="0">
                    <a:pos x="19" y="4"/>
                  </a:cxn>
                  <a:cxn ang="0">
                    <a:pos x="18" y="1"/>
                  </a:cxn>
                  <a:cxn ang="0">
                    <a:pos x="14" y="0"/>
                  </a:cxn>
                  <a:cxn ang="0">
                    <a:pos x="14" y="2"/>
                  </a:cxn>
                  <a:cxn ang="0">
                    <a:pos x="9" y="2"/>
                  </a:cxn>
                  <a:cxn ang="0">
                    <a:pos x="5" y="3"/>
                  </a:cxn>
                  <a:cxn ang="0">
                    <a:pos x="5" y="5"/>
                  </a:cxn>
                  <a:cxn ang="0">
                    <a:pos x="1" y="5"/>
                  </a:cxn>
                  <a:cxn ang="0">
                    <a:pos x="0" y="7"/>
                  </a:cxn>
                  <a:cxn ang="0">
                    <a:pos x="4" y="9"/>
                  </a:cxn>
                  <a:cxn ang="0">
                    <a:pos x="8" y="12"/>
                  </a:cxn>
                  <a:cxn ang="0">
                    <a:pos x="12" y="12"/>
                  </a:cxn>
                  <a:cxn ang="0">
                    <a:pos x="13" y="15"/>
                  </a:cxn>
                  <a:cxn ang="0">
                    <a:pos x="17" y="16"/>
                  </a:cxn>
                </a:cxnLst>
                <a:rect l="0" t="0" r="0" b="0"/>
                <a:pathLst>
                  <a:path w="24" h="17">
                    <a:moveTo>
                      <a:pt x="17" y="16"/>
                    </a:moveTo>
                    <a:lnTo>
                      <a:pt x="16" y="13"/>
                    </a:lnTo>
                    <a:lnTo>
                      <a:pt x="22" y="14"/>
                    </a:lnTo>
                    <a:lnTo>
                      <a:pt x="23" y="4"/>
                    </a:lnTo>
                    <a:lnTo>
                      <a:pt x="19" y="4"/>
                    </a:lnTo>
                    <a:lnTo>
                      <a:pt x="18" y="1"/>
                    </a:lnTo>
                    <a:lnTo>
                      <a:pt x="14" y="0"/>
                    </a:lnTo>
                    <a:lnTo>
                      <a:pt x="14" y="2"/>
                    </a:lnTo>
                    <a:lnTo>
                      <a:pt x="9" y="2"/>
                    </a:lnTo>
                    <a:lnTo>
                      <a:pt x="5" y="3"/>
                    </a:lnTo>
                    <a:lnTo>
                      <a:pt x="5" y="5"/>
                    </a:lnTo>
                    <a:lnTo>
                      <a:pt x="1" y="5"/>
                    </a:lnTo>
                    <a:lnTo>
                      <a:pt x="0" y="7"/>
                    </a:lnTo>
                    <a:lnTo>
                      <a:pt x="4" y="9"/>
                    </a:lnTo>
                    <a:lnTo>
                      <a:pt x="8" y="12"/>
                    </a:lnTo>
                    <a:lnTo>
                      <a:pt x="12" y="12"/>
                    </a:lnTo>
                    <a:lnTo>
                      <a:pt x="13" y="15"/>
                    </a:lnTo>
                    <a:lnTo>
                      <a:pt x="17"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71" name="Freeform 531"/>
              <p:cNvSpPr/>
              <p:nvPr/>
            </p:nvSpPr>
            <p:spPr>
              <a:xfrm>
                <a:off x="4296" y="1019"/>
                <a:ext cx="26" cy="18"/>
              </a:xfrm>
              <a:custGeom>
                <a:avLst/>
                <a:gdLst/>
                <a:ahLst/>
                <a:cxnLst>
                  <a:cxn ang="0">
                    <a:pos x="4" y="0"/>
                  </a:cxn>
                  <a:cxn ang="0">
                    <a:pos x="25" y="8"/>
                  </a:cxn>
                  <a:cxn ang="0">
                    <a:pos x="21" y="17"/>
                  </a:cxn>
                  <a:cxn ang="0">
                    <a:pos x="0" y="9"/>
                  </a:cxn>
                  <a:cxn ang="0">
                    <a:pos x="4" y="0"/>
                  </a:cxn>
                </a:cxnLst>
                <a:rect l="0" t="0" r="0" b="0"/>
                <a:pathLst>
                  <a:path w="26" h="18">
                    <a:moveTo>
                      <a:pt x="4" y="0"/>
                    </a:moveTo>
                    <a:lnTo>
                      <a:pt x="25" y="8"/>
                    </a:lnTo>
                    <a:lnTo>
                      <a:pt x="21" y="17"/>
                    </a:lnTo>
                    <a:lnTo>
                      <a:pt x="0" y="9"/>
                    </a:lnTo>
                    <a:lnTo>
                      <a:pt x="4"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72" name="Freeform 532"/>
              <p:cNvSpPr/>
              <p:nvPr/>
            </p:nvSpPr>
            <p:spPr>
              <a:xfrm>
                <a:off x="4306" y="1022"/>
                <a:ext cx="25" cy="17"/>
              </a:xfrm>
              <a:custGeom>
                <a:avLst/>
                <a:gdLst/>
                <a:ahLst/>
                <a:cxnLst>
                  <a:cxn ang="0">
                    <a:pos x="1" y="6"/>
                  </a:cxn>
                  <a:cxn ang="0">
                    <a:pos x="1" y="8"/>
                  </a:cxn>
                  <a:cxn ang="0">
                    <a:pos x="0" y="11"/>
                  </a:cxn>
                  <a:cxn ang="0">
                    <a:pos x="3" y="13"/>
                  </a:cxn>
                  <a:cxn ang="0">
                    <a:pos x="7" y="14"/>
                  </a:cxn>
                  <a:cxn ang="0">
                    <a:pos x="7" y="16"/>
                  </a:cxn>
                  <a:cxn ang="0">
                    <a:pos x="11" y="16"/>
                  </a:cxn>
                  <a:cxn ang="0">
                    <a:pos x="16" y="14"/>
                  </a:cxn>
                  <a:cxn ang="0">
                    <a:pos x="20" y="12"/>
                  </a:cxn>
                  <a:cxn ang="0">
                    <a:pos x="20" y="10"/>
                  </a:cxn>
                  <a:cxn ang="0">
                    <a:pos x="24" y="10"/>
                  </a:cxn>
                  <a:cxn ang="0">
                    <a:pos x="24" y="8"/>
                  </a:cxn>
                  <a:cxn ang="0">
                    <a:pos x="22" y="5"/>
                  </a:cxn>
                  <a:cxn ang="0">
                    <a:pos x="22" y="3"/>
                  </a:cxn>
                  <a:cxn ang="0">
                    <a:pos x="18" y="1"/>
                  </a:cxn>
                  <a:cxn ang="0">
                    <a:pos x="14" y="1"/>
                  </a:cxn>
                  <a:cxn ang="0">
                    <a:pos x="11" y="0"/>
                  </a:cxn>
                  <a:cxn ang="0">
                    <a:pos x="7" y="0"/>
                  </a:cxn>
                  <a:cxn ang="0">
                    <a:pos x="3" y="2"/>
                  </a:cxn>
                  <a:cxn ang="0">
                    <a:pos x="2" y="4"/>
                  </a:cxn>
                  <a:cxn ang="0">
                    <a:pos x="1" y="6"/>
                  </a:cxn>
                </a:cxnLst>
                <a:rect l="0" t="0" r="0" b="0"/>
                <a:pathLst>
                  <a:path w="25" h="17">
                    <a:moveTo>
                      <a:pt x="1" y="6"/>
                    </a:moveTo>
                    <a:lnTo>
                      <a:pt x="1" y="8"/>
                    </a:lnTo>
                    <a:lnTo>
                      <a:pt x="0" y="11"/>
                    </a:lnTo>
                    <a:lnTo>
                      <a:pt x="3" y="13"/>
                    </a:lnTo>
                    <a:lnTo>
                      <a:pt x="7" y="14"/>
                    </a:lnTo>
                    <a:lnTo>
                      <a:pt x="7" y="16"/>
                    </a:lnTo>
                    <a:lnTo>
                      <a:pt x="11" y="16"/>
                    </a:lnTo>
                    <a:lnTo>
                      <a:pt x="16" y="14"/>
                    </a:lnTo>
                    <a:lnTo>
                      <a:pt x="20" y="12"/>
                    </a:lnTo>
                    <a:lnTo>
                      <a:pt x="20" y="10"/>
                    </a:lnTo>
                    <a:lnTo>
                      <a:pt x="24" y="10"/>
                    </a:lnTo>
                    <a:lnTo>
                      <a:pt x="24" y="8"/>
                    </a:lnTo>
                    <a:lnTo>
                      <a:pt x="22" y="5"/>
                    </a:lnTo>
                    <a:lnTo>
                      <a:pt x="22" y="3"/>
                    </a:lnTo>
                    <a:lnTo>
                      <a:pt x="18" y="1"/>
                    </a:lnTo>
                    <a:lnTo>
                      <a:pt x="14" y="1"/>
                    </a:lnTo>
                    <a:lnTo>
                      <a:pt x="11" y="0"/>
                    </a:lnTo>
                    <a:lnTo>
                      <a:pt x="7" y="0"/>
                    </a:lnTo>
                    <a:lnTo>
                      <a:pt x="3" y="2"/>
                    </a:lnTo>
                    <a:lnTo>
                      <a:pt x="2" y="4"/>
                    </a:lnTo>
                    <a:lnTo>
                      <a:pt x="1" y="6"/>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73" name="Line 533"/>
              <p:cNvSpPr/>
              <p:nvPr/>
            </p:nvSpPr>
            <p:spPr>
              <a:xfrm>
                <a:off x="4328" y="1024"/>
                <a:ext cx="0" cy="1"/>
              </a:xfrm>
              <a:prstGeom prst="line">
                <a:avLst/>
              </a:prstGeom>
              <a:ln w="12700" cap="flat" cmpd="sng">
                <a:solidFill>
                  <a:schemeClr val="tx1"/>
                </a:solidFill>
                <a:prstDash val="solid"/>
                <a:headEnd type="none" w="med" len="med"/>
                <a:tailEnd type="none" w="med" len="med"/>
              </a:ln>
            </p:spPr>
          </p:sp>
          <p:sp>
            <p:nvSpPr>
              <p:cNvPr id="53474" name="Line 534"/>
              <p:cNvSpPr/>
              <p:nvPr/>
            </p:nvSpPr>
            <p:spPr>
              <a:xfrm>
                <a:off x="4330" y="1021"/>
                <a:ext cx="2" cy="4"/>
              </a:xfrm>
              <a:prstGeom prst="line">
                <a:avLst/>
              </a:prstGeom>
              <a:ln w="12700" cap="flat" cmpd="sng">
                <a:solidFill>
                  <a:schemeClr val="tx1"/>
                </a:solidFill>
                <a:prstDash val="solid"/>
                <a:headEnd type="none" w="med" len="med"/>
                <a:tailEnd type="none" w="med" len="med"/>
              </a:ln>
            </p:spPr>
          </p:sp>
          <p:sp>
            <p:nvSpPr>
              <p:cNvPr id="53475" name="Freeform 535"/>
              <p:cNvSpPr/>
              <p:nvPr/>
            </p:nvSpPr>
            <p:spPr>
              <a:xfrm>
                <a:off x="4320" y="1021"/>
                <a:ext cx="24" cy="17"/>
              </a:xfrm>
              <a:custGeom>
                <a:avLst/>
                <a:gdLst/>
                <a:ahLst/>
                <a:cxnLst>
                  <a:cxn ang="0">
                    <a:pos x="15" y="14"/>
                  </a:cxn>
                  <a:cxn ang="0">
                    <a:pos x="21" y="16"/>
                  </a:cxn>
                  <a:cxn ang="0">
                    <a:pos x="21" y="13"/>
                  </a:cxn>
                  <a:cxn ang="0">
                    <a:pos x="23" y="4"/>
                  </a:cxn>
                  <a:cxn ang="0">
                    <a:pos x="23" y="1"/>
                  </a:cxn>
                  <a:cxn ang="0">
                    <a:pos x="18" y="0"/>
                  </a:cxn>
                  <a:cxn ang="0">
                    <a:pos x="12" y="2"/>
                  </a:cxn>
                  <a:cxn ang="0">
                    <a:pos x="6" y="3"/>
                  </a:cxn>
                  <a:cxn ang="0">
                    <a:pos x="1" y="4"/>
                  </a:cxn>
                  <a:cxn ang="0">
                    <a:pos x="0" y="6"/>
                  </a:cxn>
                  <a:cxn ang="0">
                    <a:pos x="5" y="10"/>
                  </a:cxn>
                  <a:cxn ang="0">
                    <a:pos x="10" y="12"/>
                  </a:cxn>
                  <a:cxn ang="0">
                    <a:pos x="15" y="14"/>
                  </a:cxn>
                </a:cxnLst>
                <a:rect l="0" t="0" r="0" b="0"/>
                <a:pathLst>
                  <a:path w="24" h="17">
                    <a:moveTo>
                      <a:pt x="15" y="14"/>
                    </a:moveTo>
                    <a:lnTo>
                      <a:pt x="21" y="16"/>
                    </a:lnTo>
                    <a:lnTo>
                      <a:pt x="21" y="13"/>
                    </a:lnTo>
                    <a:lnTo>
                      <a:pt x="23" y="4"/>
                    </a:lnTo>
                    <a:lnTo>
                      <a:pt x="23" y="1"/>
                    </a:lnTo>
                    <a:lnTo>
                      <a:pt x="18" y="0"/>
                    </a:lnTo>
                    <a:lnTo>
                      <a:pt x="12" y="2"/>
                    </a:lnTo>
                    <a:lnTo>
                      <a:pt x="6" y="3"/>
                    </a:lnTo>
                    <a:lnTo>
                      <a:pt x="1" y="4"/>
                    </a:lnTo>
                    <a:lnTo>
                      <a:pt x="0" y="6"/>
                    </a:lnTo>
                    <a:lnTo>
                      <a:pt x="5" y="10"/>
                    </a:lnTo>
                    <a:lnTo>
                      <a:pt x="10" y="12"/>
                    </a:lnTo>
                    <a:lnTo>
                      <a:pt x="15" y="14"/>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76" name="Freeform 536"/>
              <p:cNvSpPr/>
              <p:nvPr/>
            </p:nvSpPr>
            <p:spPr>
              <a:xfrm>
                <a:off x="4317" y="1021"/>
                <a:ext cx="27" cy="19"/>
              </a:xfrm>
              <a:custGeom>
                <a:avLst/>
                <a:gdLst/>
                <a:ahLst/>
                <a:cxnLst>
                  <a:cxn ang="0">
                    <a:pos x="5" y="0"/>
                  </a:cxn>
                  <a:cxn ang="0">
                    <a:pos x="26" y="10"/>
                  </a:cxn>
                  <a:cxn ang="0">
                    <a:pos x="22" y="18"/>
                  </a:cxn>
                  <a:cxn ang="0">
                    <a:pos x="0" y="9"/>
                  </a:cxn>
                  <a:cxn ang="0">
                    <a:pos x="5" y="0"/>
                  </a:cxn>
                </a:cxnLst>
                <a:rect l="0" t="0" r="0" b="0"/>
                <a:pathLst>
                  <a:path w="27" h="19">
                    <a:moveTo>
                      <a:pt x="5" y="0"/>
                    </a:moveTo>
                    <a:lnTo>
                      <a:pt x="26" y="10"/>
                    </a:lnTo>
                    <a:lnTo>
                      <a:pt x="22" y="18"/>
                    </a:lnTo>
                    <a:lnTo>
                      <a:pt x="0" y="9"/>
                    </a:lnTo>
                    <a:lnTo>
                      <a:pt x="5"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77" name="Freeform 537"/>
              <p:cNvSpPr/>
              <p:nvPr/>
            </p:nvSpPr>
            <p:spPr>
              <a:xfrm>
                <a:off x="4334" y="1027"/>
                <a:ext cx="22" cy="17"/>
              </a:xfrm>
              <a:custGeom>
                <a:avLst/>
                <a:gdLst/>
                <a:ahLst/>
                <a:cxnLst>
                  <a:cxn ang="0">
                    <a:pos x="1" y="5"/>
                  </a:cxn>
                  <a:cxn ang="0">
                    <a:pos x="0" y="7"/>
                  </a:cxn>
                  <a:cxn ang="0">
                    <a:pos x="3" y="8"/>
                  </a:cxn>
                  <a:cxn ang="0">
                    <a:pos x="2" y="10"/>
                  </a:cxn>
                  <a:cxn ang="0">
                    <a:pos x="5" y="12"/>
                  </a:cxn>
                  <a:cxn ang="0">
                    <a:pos x="7" y="14"/>
                  </a:cxn>
                  <a:cxn ang="0">
                    <a:pos x="10" y="16"/>
                  </a:cxn>
                  <a:cxn ang="0">
                    <a:pos x="14" y="13"/>
                  </a:cxn>
                  <a:cxn ang="0">
                    <a:pos x="17" y="11"/>
                  </a:cxn>
                  <a:cxn ang="0">
                    <a:pos x="17" y="9"/>
                  </a:cxn>
                  <a:cxn ang="0">
                    <a:pos x="20" y="9"/>
                  </a:cxn>
                  <a:cxn ang="0">
                    <a:pos x="21" y="6"/>
                  </a:cxn>
                  <a:cxn ang="0">
                    <a:pos x="18" y="5"/>
                  </a:cxn>
                  <a:cxn ang="0">
                    <a:pos x="19" y="3"/>
                  </a:cxn>
                  <a:cxn ang="0">
                    <a:pos x="16" y="1"/>
                  </a:cxn>
                  <a:cxn ang="0">
                    <a:pos x="13" y="1"/>
                  </a:cxn>
                  <a:cxn ang="0">
                    <a:pos x="10" y="0"/>
                  </a:cxn>
                  <a:cxn ang="0">
                    <a:pos x="7" y="0"/>
                  </a:cxn>
                  <a:cxn ang="0">
                    <a:pos x="4" y="2"/>
                  </a:cxn>
                  <a:cxn ang="0">
                    <a:pos x="4" y="4"/>
                  </a:cxn>
                  <a:cxn ang="0">
                    <a:pos x="1" y="3"/>
                  </a:cxn>
                  <a:cxn ang="0">
                    <a:pos x="1" y="5"/>
                  </a:cxn>
                </a:cxnLst>
                <a:rect l="0" t="0" r="0" b="0"/>
                <a:pathLst>
                  <a:path w="22" h="17">
                    <a:moveTo>
                      <a:pt x="1" y="5"/>
                    </a:moveTo>
                    <a:lnTo>
                      <a:pt x="0" y="7"/>
                    </a:lnTo>
                    <a:lnTo>
                      <a:pt x="3" y="8"/>
                    </a:lnTo>
                    <a:lnTo>
                      <a:pt x="2" y="10"/>
                    </a:lnTo>
                    <a:lnTo>
                      <a:pt x="5" y="12"/>
                    </a:lnTo>
                    <a:lnTo>
                      <a:pt x="7" y="14"/>
                    </a:lnTo>
                    <a:lnTo>
                      <a:pt x="10" y="16"/>
                    </a:lnTo>
                    <a:lnTo>
                      <a:pt x="14" y="13"/>
                    </a:lnTo>
                    <a:lnTo>
                      <a:pt x="17" y="11"/>
                    </a:lnTo>
                    <a:lnTo>
                      <a:pt x="17" y="9"/>
                    </a:lnTo>
                    <a:lnTo>
                      <a:pt x="20" y="9"/>
                    </a:lnTo>
                    <a:lnTo>
                      <a:pt x="21" y="6"/>
                    </a:lnTo>
                    <a:lnTo>
                      <a:pt x="18" y="5"/>
                    </a:lnTo>
                    <a:lnTo>
                      <a:pt x="19" y="3"/>
                    </a:lnTo>
                    <a:lnTo>
                      <a:pt x="16" y="1"/>
                    </a:lnTo>
                    <a:lnTo>
                      <a:pt x="13" y="1"/>
                    </a:lnTo>
                    <a:lnTo>
                      <a:pt x="10" y="0"/>
                    </a:lnTo>
                    <a:lnTo>
                      <a:pt x="7" y="0"/>
                    </a:lnTo>
                    <a:lnTo>
                      <a:pt x="4" y="2"/>
                    </a:lnTo>
                    <a:lnTo>
                      <a:pt x="4" y="4"/>
                    </a:lnTo>
                    <a:lnTo>
                      <a:pt x="1" y="3"/>
                    </a:lnTo>
                    <a:lnTo>
                      <a:pt x="1"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478" name="Line 538"/>
              <p:cNvSpPr/>
              <p:nvPr/>
            </p:nvSpPr>
            <p:spPr>
              <a:xfrm>
                <a:off x="4317" y="1017"/>
                <a:ext cx="4" cy="2"/>
              </a:xfrm>
              <a:prstGeom prst="line">
                <a:avLst/>
              </a:prstGeom>
              <a:ln w="12700" cap="flat" cmpd="sng">
                <a:solidFill>
                  <a:schemeClr val="tx1"/>
                </a:solidFill>
                <a:prstDash val="solid"/>
                <a:headEnd type="none" w="med" len="med"/>
                <a:tailEnd type="none" w="med" len="med"/>
              </a:ln>
            </p:spPr>
          </p:sp>
          <p:sp>
            <p:nvSpPr>
              <p:cNvPr id="53479" name="Line 539"/>
              <p:cNvSpPr/>
              <p:nvPr/>
            </p:nvSpPr>
            <p:spPr>
              <a:xfrm>
                <a:off x="4316" y="1013"/>
                <a:ext cx="7" cy="2"/>
              </a:xfrm>
              <a:prstGeom prst="line">
                <a:avLst/>
              </a:prstGeom>
              <a:ln w="12700" cap="flat" cmpd="sng">
                <a:solidFill>
                  <a:schemeClr val="tx1"/>
                </a:solidFill>
                <a:prstDash val="solid"/>
                <a:headEnd type="none" w="med" len="med"/>
                <a:tailEnd type="none" w="med" len="med"/>
              </a:ln>
            </p:spPr>
          </p:sp>
          <p:sp>
            <p:nvSpPr>
              <p:cNvPr id="53480" name="Freeform 540"/>
              <p:cNvSpPr/>
              <p:nvPr/>
            </p:nvSpPr>
            <p:spPr>
              <a:xfrm>
                <a:off x="4309" y="1012"/>
                <a:ext cx="24" cy="18"/>
              </a:xfrm>
              <a:custGeom>
                <a:avLst/>
                <a:gdLst/>
                <a:ahLst/>
                <a:cxnLst>
                  <a:cxn ang="0">
                    <a:pos x="16" y="17"/>
                  </a:cxn>
                  <a:cxn ang="0">
                    <a:pos x="22" y="15"/>
                  </a:cxn>
                  <a:cxn ang="0">
                    <a:pos x="23" y="5"/>
                  </a:cxn>
                  <a:cxn ang="0">
                    <a:pos x="19" y="2"/>
                  </a:cxn>
                  <a:cxn ang="0">
                    <a:pos x="13" y="1"/>
                  </a:cxn>
                  <a:cxn ang="0">
                    <a:pos x="8" y="0"/>
                  </a:cxn>
                  <a:cxn ang="0">
                    <a:pos x="1" y="2"/>
                  </a:cxn>
                  <a:cxn ang="0">
                    <a:pos x="1" y="4"/>
                  </a:cxn>
                  <a:cxn ang="0">
                    <a:pos x="0" y="8"/>
                  </a:cxn>
                  <a:cxn ang="0">
                    <a:pos x="0" y="10"/>
                  </a:cxn>
                  <a:cxn ang="0">
                    <a:pos x="4" y="15"/>
                  </a:cxn>
                  <a:cxn ang="0">
                    <a:pos x="10" y="16"/>
                  </a:cxn>
                  <a:cxn ang="0">
                    <a:pos x="16" y="17"/>
                  </a:cxn>
                </a:cxnLst>
                <a:rect l="0" t="0" r="0" b="0"/>
                <a:pathLst>
                  <a:path w="24" h="18">
                    <a:moveTo>
                      <a:pt x="16" y="17"/>
                    </a:moveTo>
                    <a:lnTo>
                      <a:pt x="22" y="15"/>
                    </a:lnTo>
                    <a:lnTo>
                      <a:pt x="23" y="5"/>
                    </a:lnTo>
                    <a:lnTo>
                      <a:pt x="19" y="2"/>
                    </a:lnTo>
                    <a:lnTo>
                      <a:pt x="13" y="1"/>
                    </a:lnTo>
                    <a:lnTo>
                      <a:pt x="8" y="0"/>
                    </a:lnTo>
                    <a:lnTo>
                      <a:pt x="1" y="2"/>
                    </a:lnTo>
                    <a:lnTo>
                      <a:pt x="1" y="4"/>
                    </a:lnTo>
                    <a:lnTo>
                      <a:pt x="0" y="8"/>
                    </a:lnTo>
                    <a:lnTo>
                      <a:pt x="0" y="10"/>
                    </a:lnTo>
                    <a:lnTo>
                      <a:pt x="4" y="15"/>
                    </a:lnTo>
                    <a:lnTo>
                      <a:pt x="10" y="16"/>
                    </a:lnTo>
                    <a:lnTo>
                      <a:pt x="16"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81" name="Freeform 541"/>
              <p:cNvSpPr/>
              <p:nvPr/>
            </p:nvSpPr>
            <p:spPr>
              <a:xfrm>
                <a:off x="4306" y="1012"/>
                <a:ext cx="25" cy="18"/>
              </a:xfrm>
              <a:custGeom>
                <a:avLst/>
                <a:gdLst/>
                <a:ahLst/>
                <a:cxnLst>
                  <a:cxn ang="0">
                    <a:pos x="3" y="0"/>
                  </a:cxn>
                  <a:cxn ang="0">
                    <a:pos x="24" y="9"/>
                  </a:cxn>
                  <a:cxn ang="0">
                    <a:pos x="22" y="17"/>
                  </a:cxn>
                  <a:cxn ang="0">
                    <a:pos x="0" y="9"/>
                  </a:cxn>
                  <a:cxn ang="0">
                    <a:pos x="4" y="0"/>
                  </a:cxn>
                  <a:cxn ang="0">
                    <a:pos x="3" y="0"/>
                  </a:cxn>
                </a:cxnLst>
                <a:rect l="0" t="0" r="0" b="0"/>
                <a:pathLst>
                  <a:path w="25" h="18">
                    <a:moveTo>
                      <a:pt x="3" y="0"/>
                    </a:moveTo>
                    <a:lnTo>
                      <a:pt x="24" y="9"/>
                    </a:lnTo>
                    <a:lnTo>
                      <a:pt x="22" y="17"/>
                    </a:lnTo>
                    <a:lnTo>
                      <a:pt x="0" y="9"/>
                    </a:lnTo>
                    <a:lnTo>
                      <a:pt x="4" y="0"/>
                    </a:lnTo>
                    <a:lnTo>
                      <a:pt x="3"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482" name="Freeform 542"/>
              <p:cNvSpPr/>
              <p:nvPr/>
            </p:nvSpPr>
            <p:spPr>
              <a:xfrm>
                <a:off x="4322" y="1019"/>
                <a:ext cx="25" cy="17"/>
              </a:xfrm>
              <a:custGeom>
                <a:avLst/>
                <a:gdLst/>
                <a:ahLst/>
                <a:cxnLst>
                  <a:cxn ang="0">
                    <a:pos x="1" y="5"/>
                  </a:cxn>
                  <a:cxn ang="0">
                    <a:pos x="0" y="7"/>
                  </a:cxn>
                  <a:cxn ang="0">
                    <a:pos x="0" y="9"/>
                  </a:cxn>
                  <a:cxn ang="0">
                    <a:pos x="3" y="13"/>
                  </a:cxn>
                  <a:cxn ang="0">
                    <a:pos x="7" y="14"/>
                  </a:cxn>
                  <a:cxn ang="0">
                    <a:pos x="11" y="16"/>
                  </a:cxn>
                  <a:cxn ang="0">
                    <a:pos x="14" y="16"/>
                  </a:cxn>
                  <a:cxn ang="0">
                    <a:pos x="19" y="16"/>
                  </a:cxn>
                  <a:cxn ang="0">
                    <a:pos x="22" y="12"/>
                  </a:cxn>
                  <a:cxn ang="0">
                    <a:pos x="23" y="10"/>
                  </a:cxn>
                  <a:cxn ang="0">
                    <a:pos x="23" y="8"/>
                  </a:cxn>
                  <a:cxn ang="0">
                    <a:pos x="24" y="6"/>
                  </a:cxn>
                  <a:cxn ang="0">
                    <a:pos x="20" y="4"/>
                  </a:cxn>
                  <a:cxn ang="0">
                    <a:pos x="16" y="3"/>
                  </a:cxn>
                  <a:cxn ang="0">
                    <a:pos x="13" y="0"/>
                  </a:cxn>
                  <a:cxn ang="0">
                    <a:pos x="10" y="0"/>
                  </a:cxn>
                  <a:cxn ang="0">
                    <a:pos x="9" y="2"/>
                  </a:cxn>
                  <a:cxn ang="0">
                    <a:pos x="5" y="1"/>
                  </a:cxn>
                  <a:cxn ang="0">
                    <a:pos x="1" y="3"/>
                  </a:cxn>
                  <a:cxn ang="0">
                    <a:pos x="1" y="5"/>
                  </a:cxn>
                </a:cxnLst>
                <a:rect l="0" t="0" r="0" b="0"/>
                <a:pathLst>
                  <a:path w="25" h="17">
                    <a:moveTo>
                      <a:pt x="1" y="5"/>
                    </a:moveTo>
                    <a:lnTo>
                      <a:pt x="0" y="7"/>
                    </a:lnTo>
                    <a:lnTo>
                      <a:pt x="0" y="9"/>
                    </a:lnTo>
                    <a:lnTo>
                      <a:pt x="3" y="13"/>
                    </a:lnTo>
                    <a:lnTo>
                      <a:pt x="7" y="14"/>
                    </a:lnTo>
                    <a:lnTo>
                      <a:pt x="11" y="16"/>
                    </a:lnTo>
                    <a:lnTo>
                      <a:pt x="14" y="16"/>
                    </a:lnTo>
                    <a:lnTo>
                      <a:pt x="19" y="16"/>
                    </a:lnTo>
                    <a:lnTo>
                      <a:pt x="22" y="12"/>
                    </a:lnTo>
                    <a:lnTo>
                      <a:pt x="23" y="10"/>
                    </a:lnTo>
                    <a:lnTo>
                      <a:pt x="23" y="8"/>
                    </a:lnTo>
                    <a:lnTo>
                      <a:pt x="24" y="6"/>
                    </a:lnTo>
                    <a:lnTo>
                      <a:pt x="20" y="4"/>
                    </a:lnTo>
                    <a:lnTo>
                      <a:pt x="16" y="3"/>
                    </a:lnTo>
                    <a:lnTo>
                      <a:pt x="13" y="0"/>
                    </a:lnTo>
                    <a:lnTo>
                      <a:pt x="10" y="0"/>
                    </a:lnTo>
                    <a:lnTo>
                      <a:pt x="9" y="2"/>
                    </a:lnTo>
                    <a:lnTo>
                      <a:pt x="5" y="1"/>
                    </a:lnTo>
                    <a:lnTo>
                      <a:pt x="1" y="3"/>
                    </a:lnTo>
                    <a:lnTo>
                      <a:pt x="1" y="5"/>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grpSp>
          <p:nvGrpSpPr>
            <p:cNvPr id="53483" name="Group 543"/>
            <p:cNvGrpSpPr/>
            <p:nvPr/>
          </p:nvGrpSpPr>
          <p:grpSpPr>
            <a:xfrm>
              <a:off x="3682" y="1674"/>
              <a:ext cx="283" cy="233"/>
              <a:chOff x="4897" y="1200"/>
              <a:chExt cx="283" cy="233"/>
            </a:xfrm>
          </p:grpSpPr>
          <p:sp>
            <p:nvSpPr>
              <p:cNvPr id="53484" name="Freeform 544"/>
              <p:cNvSpPr/>
              <p:nvPr/>
            </p:nvSpPr>
            <p:spPr>
              <a:xfrm>
                <a:off x="5067" y="1325"/>
                <a:ext cx="113" cy="108"/>
              </a:xfrm>
              <a:custGeom>
                <a:avLst/>
                <a:gdLst/>
                <a:ahLst/>
                <a:cxnLst>
                  <a:cxn ang="0">
                    <a:pos x="64" y="107"/>
                  </a:cxn>
                  <a:cxn ang="0">
                    <a:pos x="112" y="47"/>
                  </a:cxn>
                  <a:cxn ang="0">
                    <a:pos x="52" y="0"/>
                  </a:cxn>
                  <a:cxn ang="0">
                    <a:pos x="0" y="66"/>
                  </a:cxn>
                  <a:cxn ang="0">
                    <a:pos x="64" y="107"/>
                  </a:cxn>
                </a:cxnLst>
                <a:rect l="0" t="0" r="0" b="0"/>
                <a:pathLst>
                  <a:path w="113" h="108">
                    <a:moveTo>
                      <a:pt x="64" y="107"/>
                    </a:moveTo>
                    <a:lnTo>
                      <a:pt x="112" y="47"/>
                    </a:lnTo>
                    <a:lnTo>
                      <a:pt x="52" y="0"/>
                    </a:lnTo>
                    <a:lnTo>
                      <a:pt x="0" y="66"/>
                    </a:lnTo>
                    <a:lnTo>
                      <a:pt x="64" y="107"/>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485" name="Freeform 545"/>
              <p:cNvSpPr/>
              <p:nvPr/>
            </p:nvSpPr>
            <p:spPr>
              <a:xfrm>
                <a:off x="4993" y="1278"/>
                <a:ext cx="91" cy="79"/>
              </a:xfrm>
              <a:custGeom>
                <a:avLst/>
                <a:gdLst/>
                <a:ahLst/>
                <a:cxnLst>
                  <a:cxn ang="0">
                    <a:pos x="43" y="2"/>
                  </a:cxn>
                  <a:cxn ang="0">
                    <a:pos x="83" y="31"/>
                  </a:cxn>
                  <a:cxn ang="0">
                    <a:pos x="90" y="47"/>
                  </a:cxn>
                  <a:cxn ang="0">
                    <a:pos x="65" y="78"/>
                  </a:cxn>
                  <a:cxn ang="0">
                    <a:pos x="47" y="75"/>
                  </a:cxn>
                  <a:cxn ang="0">
                    <a:pos x="7" y="47"/>
                  </a:cxn>
                  <a:cxn ang="0">
                    <a:pos x="0" y="31"/>
                  </a:cxn>
                  <a:cxn ang="0">
                    <a:pos x="25" y="0"/>
                  </a:cxn>
                  <a:cxn ang="0">
                    <a:pos x="43" y="2"/>
                  </a:cxn>
                </a:cxnLst>
                <a:rect l="0" t="0" r="0" b="0"/>
                <a:pathLst>
                  <a:path w="91" h="79">
                    <a:moveTo>
                      <a:pt x="43" y="2"/>
                    </a:moveTo>
                    <a:lnTo>
                      <a:pt x="83" y="31"/>
                    </a:lnTo>
                    <a:lnTo>
                      <a:pt x="90" y="47"/>
                    </a:lnTo>
                    <a:lnTo>
                      <a:pt x="65" y="78"/>
                    </a:lnTo>
                    <a:lnTo>
                      <a:pt x="47" y="75"/>
                    </a:lnTo>
                    <a:lnTo>
                      <a:pt x="7" y="47"/>
                    </a:lnTo>
                    <a:lnTo>
                      <a:pt x="0" y="31"/>
                    </a:lnTo>
                    <a:lnTo>
                      <a:pt x="25" y="0"/>
                    </a:lnTo>
                    <a:lnTo>
                      <a:pt x="43" y="2"/>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86" name="Freeform 546"/>
              <p:cNvSpPr/>
              <p:nvPr/>
            </p:nvSpPr>
            <p:spPr>
              <a:xfrm>
                <a:off x="5020" y="1299"/>
                <a:ext cx="92" cy="81"/>
              </a:xfrm>
              <a:custGeom>
                <a:avLst/>
                <a:gdLst/>
                <a:ahLst/>
                <a:cxnLst>
                  <a:cxn ang="0">
                    <a:pos x="43" y="3"/>
                  </a:cxn>
                  <a:cxn ang="0">
                    <a:pos x="83" y="32"/>
                  </a:cxn>
                  <a:cxn ang="0">
                    <a:pos x="91" y="48"/>
                  </a:cxn>
                  <a:cxn ang="0">
                    <a:pos x="66" y="80"/>
                  </a:cxn>
                  <a:cxn ang="0">
                    <a:pos x="48" y="76"/>
                  </a:cxn>
                  <a:cxn ang="0">
                    <a:pos x="8" y="48"/>
                  </a:cxn>
                  <a:cxn ang="0">
                    <a:pos x="0" y="31"/>
                  </a:cxn>
                  <a:cxn ang="0">
                    <a:pos x="24" y="0"/>
                  </a:cxn>
                  <a:cxn ang="0">
                    <a:pos x="43" y="3"/>
                  </a:cxn>
                </a:cxnLst>
                <a:rect l="0" t="0" r="0" b="0"/>
                <a:pathLst>
                  <a:path w="92" h="81">
                    <a:moveTo>
                      <a:pt x="43" y="3"/>
                    </a:moveTo>
                    <a:lnTo>
                      <a:pt x="83" y="32"/>
                    </a:lnTo>
                    <a:lnTo>
                      <a:pt x="91" y="48"/>
                    </a:lnTo>
                    <a:lnTo>
                      <a:pt x="66" y="80"/>
                    </a:lnTo>
                    <a:lnTo>
                      <a:pt x="48" y="76"/>
                    </a:lnTo>
                    <a:lnTo>
                      <a:pt x="8" y="48"/>
                    </a:lnTo>
                    <a:lnTo>
                      <a:pt x="0" y="31"/>
                    </a:lnTo>
                    <a:lnTo>
                      <a:pt x="24" y="0"/>
                    </a:lnTo>
                    <a:lnTo>
                      <a:pt x="43" y="3"/>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87" name="Freeform 547"/>
              <p:cNvSpPr/>
              <p:nvPr/>
            </p:nvSpPr>
            <p:spPr>
              <a:xfrm>
                <a:off x="5037" y="1279"/>
                <a:ext cx="60" cy="61"/>
              </a:xfrm>
              <a:custGeom>
                <a:avLst/>
                <a:gdLst/>
                <a:ahLst/>
                <a:cxnLst>
                  <a:cxn ang="0">
                    <a:pos x="40" y="28"/>
                  </a:cxn>
                  <a:cxn ang="0">
                    <a:pos x="59" y="60"/>
                  </a:cxn>
                  <a:cxn ang="0">
                    <a:pos x="20" y="32"/>
                  </a:cxn>
                  <a:cxn ang="0">
                    <a:pos x="0" y="0"/>
                  </a:cxn>
                  <a:cxn ang="0">
                    <a:pos x="40" y="28"/>
                  </a:cxn>
                </a:cxnLst>
                <a:rect l="0" t="0" r="0" b="0"/>
                <a:pathLst>
                  <a:path w="60" h="61">
                    <a:moveTo>
                      <a:pt x="40" y="28"/>
                    </a:moveTo>
                    <a:lnTo>
                      <a:pt x="59" y="60"/>
                    </a:lnTo>
                    <a:lnTo>
                      <a:pt x="20" y="32"/>
                    </a:lnTo>
                    <a:lnTo>
                      <a:pt x="0" y="0"/>
                    </a:lnTo>
                    <a:lnTo>
                      <a:pt x="40" y="28"/>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488" name="Freeform 548"/>
              <p:cNvSpPr/>
              <p:nvPr/>
            </p:nvSpPr>
            <p:spPr>
              <a:xfrm>
                <a:off x="4991" y="1311"/>
                <a:ext cx="35" cy="41"/>
              </a:xfrm>
              <a:custGeom>
                <a:avLst/>
                <a:gdLst/>
                <a:ahLst/>
                <a:cxnLst>
                  <a:cxn ang="0">
                    <a:pos x="0" y="0"/>
                  </a:cxn>
                  <a:cxn ang="0">
                    <a:pos x="27" y="23"/>
                  </a:cxn>
                  <a:cxn ang="0">
                    <a:pos x="34" y="40"/>
                  </a:cxn>
                  <a:cxn ang="0">
                    <a:pos x="7" y="16"/>
                  </a:cxn>
                  <a:cxn ang="0">
                    <a:pos x="0" y="0"/>
                  </a:cxn>
                </a:cxnLst>
                <a:rect l="0" t="0" r="0" b="0"/>
                <a:pathLst>
                  <a:path w="35" h="41">
                    <a:moveTo>
                      <a:pt x="0" y="0"/>
                    </a:moveTo>
                    <a:lnTo>
                      <a:pt x="27" y="23"/>
                    </a:lnTo>
                    <a:lnTo>
                      <a:pt x="34" y="40"/>
                    </a:lnTo>
                    <a:lnTo>
                      <a:pt x="7" y="16"/>
                    </a:lnTo>
                    <a:lnTo>
                      <a:pt x="0" y="0"/>
                    </a:lnTo>
                  </a:path>
                </a:pathLst>
              </a:custGeom>
              <a:solidFill>
                <a:srgbClr val="D9D9D9"/>
              </a:solidFill>
              <a:ln w="12700" cap="rnd" cmpd="sng">
                <a:solidFill>
                  <a:schemeClr val="tx1"/>
                </a:solidFill>
                <a:prstDash val="solid"/>
                <a:round/>
                <a:headEnd type="none" w="med" len="med"/>
                <a:tailEnd type="none" w="med" len="med"/>
              </a:ln>
            </p:spPr>
            <p:txBody>
              <a:bodyPr/>
              <a:lstStyle/>
              <a:p>
                <a:endParaRPr lang="zh-CN" altLang="en-US"/>
              </a:p>
            </p:txBody>
          </p:sp>
          <p:sp>
            <p:nvSpPr>
              <p:cNvPr id="53489" name="Line 549"/>
              <p:cNvSpPr/>
              <p:nvPr/>
            </p:nvSpPr>
            <p:spPr>
              <a:xfrm>
                <a:off x="5024" y="1284"/>
                <a:ext cx="15" cy="14"/>
              </a:xfrm>
              <a:prstGeom prst="line">
                <a:avLst/>
              </a:prstGeom>
              <a:ln w="12700" cap="flat" cmpd="sng">
                <a:solidFill>
                  <a:schemeClr val="tx1"/>
                </a:solidFill>
                <a:prstDash val="solid"/>
                <a:headEnd type="none" w="med" len="med"/>
                <a:tailEnd type="none" w="med" len="med"/>
              </a:ln>
            </p:spPr>
          </p:sp>
          <p:sp>
            <p:nvSpPr>
              <p:cNvPr id="53490" name="Oval 550"/>
              <p:cNvSpPr/>
              <p:nvPr/>
            </p:nvSpPr>
            <p:spPr>
              <a:xfrm rot="2220000">
                <a:off x="5050" y="1317"/>
                <a:ext cx="16" cy="8"/>
              </a:xfrm>
              <a:prstGeom prst="ellipse">
                <a:avLst/>
              </a:prstGeom>
              <a:solidFill>
                <a:srgbClr val="999999"/>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491" name="Line 551"/>
              <p:cNvSpPr/>
              <p:nvPr/>
            </p:nvSpPr>
            <p:spPr>
              <a:xfrm>
                <a:off x="5065" y="1311"/>
                <a:ext cx="1" cy="4"/>
              </a:xfrm>
              <a:prstGeom prst="line">
                <a:avLst/>
              </a:prstGeom>
              <a:ln w="12700" cap="flat" cmpd="sng">
                <a:solidFill>
                  <a:schemeClr val="tx1"/>
                </a:solidFill>
                <a:prstDash val="solid"/>
                <a:headEnd type="none" w="med" len="med"/>
                <a:tailEnd type="none" w="med" len="med"/>
              </a:ln>
            </p:spPr>
          </p:sp>
          <p:sp>
            <p:nvSpPr>
              <p:cNvPr id="53492" name="Line 552"/>
              <p:cNvSpPr/>
              <p:nvPr/>
            </p:nvSpPr>
            <p:spPr>
              <a:xfrm>
                <a:off x="5058" y="1315"/>
                <a:ext cx="1" cy="6"/>
              </a:xfrm>
              <a:prstGeom prst="line">
                <a:avLst/>
              </a:prstGeom>
              <a:ln w="12700" cap="flat" cmpd="sng">
                <a:solidFill>
                  <a:schemeClr val="tx1"/>
                </a:solidFill>
                <a:prstDash val="solid"/>
                <a:headEnd type="none" w="med" len="med"/>
                <a:tailEnd type="none" w="med" len="med"/>
              </a:ln>
            </p:spPr>
          </p:sp>
          <p:sp>
            <p:nvSpPr>
              <p:cNvPr id="53493" name="Oval 553"/>
              <p:cNvSpPr/>
              <p:nvPr/>
            </p:nvSpPr>
            <p:spPr>
              <a:xfrm rot="2220000">
                <a:off x="5026" y="1330"/>
                <a:ext cx="69" cy="3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endParaRPr lang="zh-CN" altLang="en-US" dirty="0"/>
              </a:p>
            </p:txBody>
          </p:sp>
          <p:sp>
            <p:nvSpPr>
              <p:cNvPr id="53494" name="Line 554"/>
              <p:cNvSpPr/>
              <p:nvPr/>
            </p:nvSpPr>
            <p:spPr>
              <a:xfrm>
                <a:off x="5100" y="1341"/>
                <a:ext cx="16" cy="16"/>
              </a:xfrm>
              <a:prstGeom prst="line">
                <a:avLst/>
              </a:prstGeom>
              <a:ln w="12700" cap="flat" cmpd="sng">
                <a:solidFill>
                  <a:schemeClr val="tx1"/>
                </a:solidFill>
                <a:prstDash val="solid"/>
                <a:headEnd type="none" w="med" len="med"/>
                <a:tailEnd type="none" w="med" len="med"/>
              </a:ln>
            </p:spPr>
          </p:sp>
          <p:sp>
            <p:nvSpPr>
              <p:cNvPr id="53495" name="Freeform 555"/>
              <p:cNvSpPr/>
              <p:nvPr/>
            </p:nvSpPr>
            <p:spPr>
              <a:xfrm>
                <a:off x="5055" y="1315"/>
                <a:ext cx="17" cy="22"/>
              </a:xfrm>
              <a:custGeom>
                <a:avLst/>
                <a:gdLst/>
                <a:ahLst/>
                <a:cxnLst>
                  <a:cxn ang="0">
                    <a:pos x="0" y="0"/>
                  </a:cxn>
                  <a:cxn ang="0">
                    <a:pos x="15" y="7"/>
                  </a:cxn>
                  <a:cxn ang="0">
                    <a:pos x="16" y="18"/>
                  </a:cxn>
                  <a:cxn ang="0">
                    <a:pos x="3" y="21"/>
                  </a:cxn>
                  <a:cxn ang="0">
                    <a:pos x="0" y="0"/>
                  </a:cxn>
                </a:cxnLst>
                <a:rect l="0" t="0" r="0" b="0"/>
                <a:pathLst>
                  <a:path w="17" h="22">
                    <a:moveTo>
                      <a:pt x="0" y="0"/>
                    </a:moveTo>
                    <a:lnTo>
                      <a:pt x="15" y="7"/>
                    </a:lnTo>
                    <a:lnTo>
                      <a:pt x="16" y="18"/>
                    </a:lnTo>
                    <a:lnTo>
                      <a:pt x="3" y="21"/>
                    </a:lnTo>
                    <a:lnTo>
                      <a:pt x="0" y="0"/>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96" name="Freeform 556"/>
              <p:cNvSpPr/>
              <p:nvPr/>
            </p:nvSpPr>
            <p:spPr>
              <a:xfrm>
                <a:off x="5054" y="1318"/>
                <a:ext cx="21" cy="20"/>
              </a:xfrm>
              <a:custGeom>
                <a:avLst/>
                <a:gdLst/>
                <a:ahLst/>
                <a:cxnLst>
                  <a:cxn ang="0">
                    <a:pos x="20" y="9"/>
                  </a:cxn>
                  <a:cxn ang="0">
                    <a:pos x="13" y="19"/>
                  </a:cxn>
                  <a:cxn ang="0">
                    <a:pos x="2" y="13"/>
                  </a:cxn>
                  <a:cxn ang="0">
                    <a:pos x="0" y="0"/>
                  </a:cxn>
                  <a:cxn ang="0">
                    <a:pos x="14" y="7"/>
                  </a:cxn>
                  <a:cxn ang="0">
                    <a:pos x="20" y="9"/>
                  </a:cxn>
                </a:cxnLst>
                <a:rect l="0" t="0" r="0" b="0"/>
                <a:pathLst>
                  <a:path w="21" h="20">
                    <a:moveTo>
                      <a:pt x="20" y="9"/>
                    </a:moveTo>
                    <a:lnTo>
                      <a:pt x="13" y="19"/>
                    </a:lnTo>
                    <a:lnTo>
                      <a:pt x="2" y="13"/>
                    </a:lnTo>
                    <a:lnTo>
                      <a:pt x="0" y="0"/>
                    </a:lnTo>
                    <a:lnTo>
                      <a:pt x="14" y="7"/>
                    </a:lnTo>
                    <a:lnTo>
                      <a:pt x="20" y="9"/>
                    </a:lnTo>
                  </a:path>
                </a:pathLst>
              </a:custGeom>
              <a:solidFill>
                <a:schemeClr val="bg1"/>
              </a:solidFill>
              <a:ln w="12700" cap="rnd" cmpd="sng">
                <a:solidFill>
                  <a:schemeClr val="tx1"/>
                </a:solidFill>
                <a:prstDash val="solid"/>
                <a:round/>
                <a:headEnd type="none" w="med" len="med"/>
                <a:tailEnd type="none" w="med" len="med"/>
              </a:ln>
            </p:spPr>
            <p:txBody>
              <a:bodyPr/>
              <a:lstStyle/>
              <a:p>
                <a:endParaRPr lang="zh-CN" altLang="en-US"/>
              </a:p>
            </p:txBody>
          </p:sp>
          <p:sp>
            <p:nvSpPr>
              <p:cNvPr id="53497" name="Rectangle 557"/>
              <p:cNvSpPr/>
              <p:nvPr/>
            </p:nvSpPr>
            <p:spPr>
              <a:xfrm rot="2220000">
                <a:off x="4998" y="1297"/>
                <a:ext cx="15" cy="9"/>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lstStyle/>
              <a:p>
                <a:endParaRPr lang="zh-CN" altLang="en-US" dirty="0"/>
              </a:p>
            </p:txBody>
          </p:sp>
          <p:sp>
            <p:nvSpPr>
              <p:cNvPr id="53498" name="Freeform 558"/>
              <p:cNvSpPr/>
              <p:nvPr/>
            </p:nvSpPr>
            <p:spPr>
              <a:xfrm>
                <a:off x="4897" y="1200"/>
                <a:ext cx="133" cy="125"/>
              </a:xfrm>
              <a:custGeom>
                <a:avLst/>
                <a:gdLst/>
                <a:ahLst/>
                <a:cxnLst>
                  <a:cxn ang="0">
                    <a:pos x="61" y="0"/>
                  </a:cxn>
                  <a:cxn ang="0">
                    <a:pos x="0" y="75"/>
                  </a:cxn>
                  <a:cxn ang="0">
                    <a:pos x="76" y="124"/>
                  </a:cxn>
                  <a:cxn ang="0">
                    <a:pos x="132" y="54"/>
                  </a:cxn>
                  <a:cxn ang="0">
                    <a:pos x="61" y="0"/>
                  </a:cxn>
                </a:cxnLst>
                <a:rect l="0" t="0" r="0" b="0"/>
                <a:pathLst>
                  <a:path w="133" h="125">
                    <a:moveTo>
                      <a:pt x="61" y="0"/>
                    </a:moveTo>
                    <a:lnTo>
                      <a:pt x="0" y="75"/>
                    </a:lnTo>
                    <a:lnTo>
                      <a:pt x="76" y="124"/>
                    </a:lnTo>
                    <a:lnTo>
                      <a:pt x="132" y="54"/>
                    </a:lnTo>
                    <a:lnTo>
                      <a:pt x="61" y="0"/>
                    </a:lnTo>
                  </a:path>
                </a:pathLst>
              </a:custGeom>
              <a:gradFill rotWithShape="0">
                <a:gsLst>
                  <a:gs pos="0">
                    <a:srgbClr val="FFFFFF"/>
                  </a:gs>
                  <a:gs pos="100000">
                    <a:srgbClr val="E5E5E5"/>
                  </a:gs>
                </a:gsLst>
                <a:lin ang="5400000" scaled="1"/>
                <a:tileRect/>
              </a:gradFill>
              <a:ln w="12700" cap="rnd" cmpd="sng">
                <a:solidFill>
                  <a:schemeClr val="tx1"/>
                </a:solidFill>
                <a:prstDash val="solid"/>
                <a:round/>
                <a:headEnd type="none" w="med" len="med"/>
                <a:tailEnd type="none" w="med" len="med"/>
              </a:ln>
            </p:spPr>
            <p:txBody>
              <a:bodyPr/>
              <a:lstStyle/>
              <a:p>
                <a:endParaRPr lang="zh-CN" altLang="en-US"/>
              </a:p>
            </p:txBody>
          </p:sp>
          <p:sp>
            <p:nvSpPr>
              <p:cNvPr id="53499" name="Line 559"/>
              <p:cNvSpPr/>
              <p:nvPr/>
            </p:nvSpPr>
            <p:spPr>
              <a:xfrm>
                <a:off x="5039" y="1349"/>
                <a:ext cx="6" cy="1"/>
              </a:xfrm>
              <a:prstGeom prst="line">
                <a:avLst/>
              </a:prstGeom>
              <a:ln w="12700" cap="flat" cmpd="sng">
                <a:solidFill>
                  <a:schemeClr val="tx1"/>
                </a:solidFill>
                <a:prstDash val="solid"/>
                <a:headEnd type="none" w="med" len="med"/>
                <a:tailEnd type="none" w="med" len="med"/>
              </a:ln>
            </p:spPr>
          </p:sp>
          <p:sp>
            <p:nvSpPr>
              <p:cNvPr id="53500" name="Line 560"/>
              <p:cNvSpPr/>
              <p:nvPr/>
            </p:nvSpPr>
            <p:spPr>
              <a:xfrm>
                <a:off x="5039" y="1348"/>
                <a:ext cx="7" cy="0"/>
              </a:xfrm>
              <a:prstGeom prst="line">
                <a:avLst/>
              </a:prstGeom>
              <a:ln w="12700" cap="flat" cmpd="sng">
                <a:solidFill>
                  <a:schemeClr val="tx1"/>
                </a:solidFill>
                <a:prstDash val="solid"/>
                <a:headEnd type="none" w="med" len="med"/>
                <a:tailEnd type="none" w="med" len="med"/>
              </a:ln>
            </p:spPr>
          </p:sp>
          <p:sp>
            <p:nvSpPr>
              <p:cNvPr id="53501" name="Freeform 561"/>
              <p:cNvSpPr/>
              <p:nvPr/>
            </p:nvSpPr>
            <p:spPr>
              <a:xfrm>
                <a:off x="5028" y="1346"/>
                <a:ext cx="25" cy="19"/>
              </a:xfrm>
              <a:custGeom>
                <a:avLst/>
                <a:gdLst/>
                <a:ahLst/>
                <a:cxnLst>
                  <a:cxn ang="0">
                    <a:pos x="10" y="15"/>
                  </a:cxn>
                  <a:cxn ang="0">
                    <a:pos x="14" y="18"/>
                  </a:cxn>
                  <a:cxn ang="0">
                    <a:pos x="16" y="17"/>
                  </a:cxn>
                  <a:cxn ang="0">
                    <a:pos x="23" y="8"/>
                  </a:cxn>
                  <a:cxn ang="0">
                    <a:pos x="24" y="7"/>
                  </a:cxn>
                  <a:cxn ang="0">
                    <a:pos x="19" y="4"/>
                  </a:cxn>
                  <a:cxn ang="0">
                    <a:pos x="14" y="3"/>
                  </a:cxn>
                  <a:cxn ang="0">
                    <a:pos x="8" y="1"/>
                  </a:cxn>
                  <a:cxn ang="0">
                    <a:pos x="2" y="0"/>
                  </a:cxn>
                  <a:cxn ang="0">
                    <a:pos x="0" y="1"/>
                  </a:cxn>
                  <a:cxn ang="0">
                    <a:pos x="5" y="5"/>
                  </a:cxn>
                  <a:cxn ang="0">
                    <a:pos x="2" y="8"/>
                  </a:cxn>
                  <a:cxn ang="0">
                    <a:pos x="5" y="13"/>
                  </a:cxn>
                  <a:cxn ang="0">
                    <a:pos x="10" y="15"/>
                  </a:cxn>
                </a:cxnLst>
                <a:rect l="0" t="0" r="0" b="0"/>
                <a:pathLst>
                  <a:path w="25" h="19">
                    <a:moveTo>
                      <a:pt x="10" y="15"/>
                    </a:moveTo>
                    <a:lnTo>
                      <a:pt x="14" y="18"/>
                    </a:lnTo>
                    <a:lnTo>
                      <a:pt x="16" y="17"/>
                    </a:lnTo>
                    <a:lnTo>
                      <a:pt x="23" y="8"/>
                    </a:lnTo>
                    <a:lnTo>
                      <a:pt x="24" y="7"/>
                    </a:lnTo>
                    <a:lnTo>
                      <a:pt x="19" y="4"/>
                    </a:lnTo>
                    <a:lnTo>
                      <a:pt x="14" y="3"/>
                    </a:lnTo>
                    <a:lnTo>
                      <a:pt x="8" y="1"/>
                    </a:lnTo>
                    <a:lnTo>
                      <a:pt x="2" y="0"/>
                    </a:lnTo>
                    <a:lnTo>
                      <a:pt x="0" y="1"/>
                    </a:lnTo>
                    <a:lnTo>
                      <a:pt x="5" y="5"/>
                    </a:lnTo>
                    <a:lnTo>
                      <a:pt x="2" y="8"/>
                    </a:lnTo>
                    <a:lnTo>
                      <a:pt x="5" y="13"/>
                    </a:lnTo>
                    <a:lnTo>
                      <a:pt x="10"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02" name="Freeform 562"/>
              <p:cNvSpPr/>
              <p:nvPr/>
            </p:nvSpPr>
            <p:spPr>
              <a:xfrm>
                <a:off x="5027" y="1344"/>
                <a:ext cx="23" cy="24"/>
              </a:xfrm>
              <a:custGeom>
                <a:avLst/>
                <a:gdLst/>
                <a:ahLst/>
                <a:cxnLst>
                  <a:cxn ang="0">
                    <a:pos x="8" y="0"/>
                  </a:cxn>
                  <a:cxn ang="0">
                    <a:pos x="22" y="17"/>
                  </a:cxn>
                  <a:cxn ang="0">
                    <a:pos x="15" y="23"/>
                  </a:cxn>
                  <a:cxn ang="0">
                    <a:pos x="0" y="5"/>
                  </a:cxn>
                  <a:cxn ang="0">
                    <a:pos x="8" y="0"/>
                  </a:cxn>
                </a:cxnLst>
                <a:rect l="0" t="0" r="0" b="0"/>
                <a:pathLst>
                  <a:path w="23" h="24">
                    <a:moveTo>
                      <a:pt x="8" y="0"/>
                    </a:moveTo>
                    <a:lnTo>
                      <a:pt x="22" y="17"/>
                    </a:lnTo>
                    <a:lnTo>
                      <a:pt x="15" y="23"/>
                    </a:lnTo>
                    <a:lnTo>
                      <a:pt x="0" y="5"/>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03" name="Freeform 563"/>
              <p:cNvSpPr/>
              <p:nvPr/>
            </p:nvSpPr>
            <p:spPr>
              <a:xfrm>
                <a:off x="5037" y="1357"/>
                <a:ext cx="21" cy="17"/>
              </a:xfrm>
              <a:custGeom>
                <a:avLst/>
                <a:gdLst/>
                <a:ahLst/>
                <a:cxnLst>
                  <a:cxn ang="0">
                    <a:pos x="1" y="0"/>
                  </a:cxn>
                  <a:cxn ang="0">
                    <a:pos x="0" y="2"/>
                  </a:cxn>
                  <a:cxn ang="0">
                    <a:pos x="3" y="4"/>
                  </a:cxn>
                  <a:cxn ang="0">
                    <a:pos x="1" y="6"/>
                  </a:cxn>
                  <a:cxn ang="0">
                    <a:pos x="3" y="10"/>
                  </a:cxn>
                  <a:cxn ang="0">
                    <a:pos x="4" y="13"/>
                  </a:cxn>
                  <a:cxn ang="0">
                    <a:pos x="7" y="14"/>
                  </a:cxn>
                  <a:cxn ang="0">
                    <a:pos x="11" y="14"/>
                  </a:cxn>
                  <a:cxn ang="0">
                    <a:pos x="14" y="16"/>
                  </a:cxn>
                  <a:cxn ang="0">
                    <a:pos x="16" y="13"/>
                  </a:cxn>
                  <a:cxn ang="0">
                    <a:pos x="19" y="16"/>
                  </a:cxn>
                  <a:cxn ang="0">
                    <a:pos x="20" y="13"/>
                  </a:cxn>
                  <a:cxn ang="0">
                    <a:pos x="19" y="10"/>
                  </a:cxn>
                  <a:cxn ang="0">
                    <a:pos x="17" y="5"/>
                  </a:cxn>
                  <a:cxn ang="0">
                    <a:pos x="17" y="2"/>
                  </a:cxn>
                  <a:cxn ang="0">
                    <a:pos x="14" y="0"/>
                  </a:cxn>
                  <a:cxn ang="0">
                    <a:pos x="10" y="0"/>
                  </a:cxn>
                  <a:cxn ang="0">
                    <a:pos x="6" y="0"/>
                  </a:cxn>
                  <a:cxn ang="0">
                    <a:pos x="1" y="0"/>
                  </a:cxn>
                </a:cxnLst>
                <a:rect l="0" t="0" r="0" b="0"/>
                <a:pathLst>
                  <a:path w="21" h="17">
                    <a:moveTo>
                      <a:pt x="1" y="0"/>
                    </a:moveTo>
                    <a:lnTo>
                      <a:pt x="0" y="2"/>
                    </a:lnTo>
                    <a:lnTo>
                      <a:pt x="3" y="4"/>
                    </a:lnTo>
                    <a:lnTo>
                      <a:pt x="1" y="6"/>
                    </a:lnTo>
                    <a:lnTo>
                      <a:pt x="3" y="10"/>
                    </a:lnTo>
                    <a:lnTo>
                      <a:pt x="4" y="13"/>
                    </a:lnTo>
                    <a:lnTo>
                      <a:pt x="7" y="14"/>
                    </a:lnTo>
                    <a:lnTo>
                      <a:pt x="11" y="14"/>
                    </a:lnTo>
                    <a:lnTo>
                      <a:pt x="14" y="16"/>
                    </a:lnTo>
                    <a:lnTo>
                      <a:pt x="16" y="13"/>
                    </a:lnTo>
                    <a:lnTo>
                      <a:pt x="19" y="16"/>
                    </a:lnTo>
                    <a:lnTo>
                      <a:pt x="20" y="13"/>
                    </a:lnTo>
                    <a:lnTo>
                      <a:pt x="19" y="10"/>
                    </a:lnTo>
                    <a:lnTo>
                      <a:pt x="17" y="5"/>
                    </a:lnTo>
                    <a:lnTo>
                      <a:pt x="17" y="2"/>
                    </a:lnTo>
                    <a:lnTo>
                      <a:pt x="14" y="0"/>
                    </a:lnTo>
                    <a:lnTo>
                      <a:pt x="10" y="0"/>
                    </a:lnTo>
                    <a:lnTo>
                      <a:pt x="6" y="0"/>
                    </a:lnTo>
                    <a:lnTo>
                      <a:pt x="1" y="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04" name="Line 564"/>
              <p:cNvSpPr/>
              <p:nvPr/>
            </p:nvSpPr>
            <p:spPr>
              <a:xfrm>
                <a:off x="5036" y="1333"/>
                <a:ext cx="6" cy="6"/>
              </a:xfrm>
              <a:prstGeom prst="line">
                <a:avLst/>
              </a:prstGeom>
              <a:ln w="12700" cap="flat" cmpd="sng">
                <a:solidFill>
                  <a:schemeClr val="tx1"/>
                </a:solidFill>
                <a:prstDash val="solid"/>
                <a:headEnd type="none" w="med" len="med"/>
                <a:tailEnd type="none" w="med" len="med"/>
              </a:ln>
            </p:spPr>
          </p:sp>
          <p:sp>
            <p:nvSpPr>
              <p:cNvPr id="53505" name="Line 565"/>
              <p:cNvSpPr/>
              <p:nvPr/>
            </p:nvSpPr>
            <p:spPr>
              <a:xfrm>
                <a:off x="5039" y="1334"/>
                <a:ext cx="7" cy="1"/>
              </a:xfrm>
              <a:prstGeom prst="line">
                <a:avLst/>
              </a:prstGeom>
              <a:ln w="12700" cap="flat" cmpd="sng">
                <a:solidFill>
                  <a:schemeClr val="tx1"/>
                </a:solidFill>
                <a:prstDash val="solid"/>
                <a:headEnd type="none" w="med" len="med"/>
                <a:tailEnd type="none" w="med" len="med"/>
              </a:ln>
            </p:spPr>
          </p:sp>
          <p:sp>
            <p:nvSpPr>
              <p:cNvPr id="53506" name="Freeform 566"/>
              <p:cNvSpPr/>
              <p:nvPr/>
            </p:nvSpPr>
            <p:spPr>
              <a:xfrm>
                <a:off x="5029" y="1333"/>
                <a:ext cx="23" cy="24"/>
              </a:xfrm>
              <a:custGeom>
                <a:avLst/>
                <a:gdLst/>
                <a:ahLst/>
                <a:cxnLst>
                  <a:cxn ang="0">
                    <a:pos x="8" y="20"/>
                  </a:cxn>
                  <a:cxn ang="0">
                    <a:pos x="14" y="23"/>
                  </a:cxn>
                  <a:cxn ang="0">
                    <a:pos x="15" y="22"/>
                  </a:cxn>
                  <a:cxn ang="0">
                    <a:pos x="21" y="13"/>
                  </a:cxn>
                  <a:cxn ang="0">
                    <a:pos x="22" y="11"/>
                  </a:cxn>
                  <a:cxn ang="0">
                    <a:pos x="17" y="7"/>
                  </a:cxn>
                  <a:cxn ang="0">
                    <a:pos x="13" y="4"/>
                  </a:cxn>
                  <a:cxn ang="0">
                    <a:pos x="7" y="2"/>
                  </a:cxn>
                  <a:cxn ang="0">
                    <a:pos x="6" y="3"/>
                  </a:cxn>
                  <a:cxn ang="0">
                    <a:pos x="1" y="0"/>
                  </a:cxn>
                  <a:cxn ang="0">
                    <a:pos x="0" y="2"/>
                  </a:cxn>
                  <a:cxn ang="0">
                    <a:pos x="3" y="7"/>
                  </a:cxn>
                  <a:cxn ang="0">
                    <a:pos x="2" y="9"/>
                  </a:cxn>
                  <a:cxn ang="0">
                    <a:pos x="5" y="14"/>
                  </a:cxn>
                  <a:cxn ang="0">
                    <a:pos x="8" y="20"/>
                  </a:cxn>
                </a:cxnLst>
                <a:rect l="0" t="0" r="0" b="0"/>
                <a:pathLst>
                  <a:path w="23" h="24">
                    <a:moveTo>
                      <a:pt x="8" y="20"/>
                    </a:moveTo>
                    <a:lnTo>
                      <a:pt x="14" y="23"/>
                    </a:lnTo>
                    <a:lnTo>
                      <a:pt x="15" y="22"/>
                    </a:lnTo>
                    <a:lnTo>
                      <a:pt x="21" y="13"/>
                    </a:lnTo>
                    <a:lnTo>
                      <a:pt x="22" y="11"/>
                    </a:lnTo>
                    <a:lnTo>
                      <a:pt x="17" y="7"/>
                    </a:lnTo>
                    <a:lnTo>
                      <a:pt x="13" y="4"/>
                    </a:lnTo>
                    <a:lnTo>
                      <a:pt x="7" y="2"/>
                    </a:lnTo>
                    <a:lnTo>
                      <a:pt x="6" y="3"/>
                    </a:lnTo>
                    <a:lnTo>
                      <a:pt x="1" y="0"/>
                    </a:lnTo>
                    <a:lnTo>
                      <a:pt x="0" y="2"/>
                    </a:lnTo>
                    <a:lnTo>
                      <a:pt x="3" y="7"/>
                    </a:lnTo>
                    <a:lnTo>
                      <a:pt x="2" y="9"/>
                    </a:lnTo>
                    <a:lnTo>
                      <a:pt x="5" y="14"/>
                    </a:lnTo>
                    <a:lnTo>
                      <a:pt x="8"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07" name="Freeform 567"/>
              <p:cNvSpPr/>
              <p:nvPr/>
            </p:nvSpPr>
            <p:spPr>
              <a:xfrm>
                <a:off x="5026" y="1330"/>
                <a:ext cx="24" cy="25"/>
              </a:xfrm>
              <a:custGeom>
                <a:avLst/>
                <a:gdLst/>
                <a:ahLst/>
                <a:cxnLst>
                  <a:cxn ang="0">
                    <a:pos x="10" y="0"/>
                  </a:cxn>
                  <a:cxn ang="0">
                    <a:pos x="23" y="18"/>
                  </a:cxn>
                  <a:cxn ang="0">
                    <a:pos x="15" y="24"/>
                  </a:cxn>
                  <a:cxn ang="0">
                    <a:pos x="0" y="6"/>
                  </a:cxn>
                  <a:cxn ang="0">
                    <a:pos x="10" y="0"/>
                  </a:cxn>
                </a:cxnLst>
                <a:rect l="0" t="0" r="0" b="0"/>
                <a:pathLst>
                  <a:path w="24" h="25">
                    <a:moveTo>
                      <a:pt x="10" y="0"/>
                    </a:moveTo>
                    <a:lnTo>
                      <a:pt x="23" y="18"/>
                    </a:lnTo>
                    <a:lnTo>
                      <a:pt x="15" y="24"/>
                    </a:lnTo>
                    <a:lnTo>
                      <a:pt x="0" y="6"/>
                    </a:lnTo>
                    <a:lnTo>
                      <a:pt x="10"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08" name="Freeform 568"/>
              <p:cNvSpPr/>
              <p:nvPr/>
            </p:nvSpPr>
            <p:spPr>
              <a:xfrm>
                <a:off x="5038" y="1340"/>
                <a:ext cx="22" cy="20"/>
              </a:xfrm>
              <a:custGeom>
                <a:avLst/>
                <a:gdLst/>
                <a:ahLst/>
                <a:cxnLst>
                  <a:cxn ang="0">
                    <a:pos x="3" y="1"/>
                  </a:cxn>
                  <a:cxn ang="0">
                    <a:pos x="1" y="4"/>
                  </a:cxn>
                  <a:cxn ang="0">
                    <a:pos x="4" y="6"/>
                  </a:cxn>
                  <a:cxn ang="0">
                    <a:pos x="0" y="9"/>
                  </a:cxn>
                  <a:cxn ang="0">
                    <a:pos x="2" y="13"/>
                  </a:cxn>
                  <a:cxn ang="0">
                    <a:pos x="4" y="15"/>
                  </a:cxn>
                  <a:cxn ang="0">
                    <a:pos x="6" y="17"/>
                  </a:cxn>
                  <a:cxn ang="0">
                    <a:pos x="9" y="19"/>
                  </a:cxn>
                  <a:cxn ang="0">
                    <a:pos x="13" y="19"/>
                  </a:cxn>
                  <a:cxn ang="0">
                    <a:pos x="16" y="14"/>
                  </a:cxn>
                  <a:cxn ang="0">
                    <a:pos x="19" y="16"/>
                  </a:cxn>
                  <a:cxn ang="0">
                    <a:pos x="21" y="15"/>
                  </a:cxn>
                  <a:cxn ang="0">
                    <a:pos x="19" y="11"/>
                  </a:cxn>
                  <a:cxn ang="0">
                    <a:pos x="21" y="8"/>
                  </a:cxn>
                  <a:cxn ang="0">
                    <a:pos x="18" y="7"/>
                  </a:cxn>
                  <a:cxn ang="0">
                    <a:pos x="16" y="5"/>
                  </a:cxn>
                  <a:cxn ang="0">
                    <a:pos x="11" y="2"/>
                  </a:cxn>
                  <a:cxn ang="0">
                    <a:pos x="8" y="0"/>
                  </a:cxn>
                  <a:cxn ang="0">
                    <a:pos x="7" y="1"/>
                  </a:cxn>
                  <a:cxn ang="0">
                    <a:pos x="3" y="1"/>
                  </a:cxn>
                </a:cxnLst>
                <a:rect l="0" t="0" r="0" b="0"/>
                <a:pathLst>
                  <a:path w="22" h="20">
                    <a:moveTo>
                      <a:pt x="3" y="1"/>
                    </a:moveTo>
                    <a:lnTo>
                      <a:pt x="1" y="4"/>
                    </a:lnTo>
                    <a:lnTo>
                      <a:pt x="4" y="6"/>
                    </a:lnTo>
                    <a:lnTo>
                      <a:pt x="0" y="9"/>
                    </a:lnTo>
                    <a:lnTo>
                      <a:pt x="2" y="13"/>
                    </a:lnTo>
                    <a:lnTo>
                      <a:pt x="4" y="15"/>
                    </a:lnTo>
                    <a:lnTo>
                      <a:pt x="6" y="17"/>
                    </a:lnTo>
                    <a:lnTo>
                      <a:pt x="9" y="19"/>
                    </a:lnTo>
                    <a:lnTo>
                      <a:pt x="13" y="19"/>
                    </a:lnTo>
                    <a:lnTo>
                      <a:pt x="16" y="14"/>
                    </a:lnTo>
                    <a:lnTo>
                      <a:pt x="19" y="16"/>
                    </a:lnTo>
                    <a:lnTo>
                      <a:pt x="21" y="15"/>
                    </a:lnTo>
                    <a:lnTo>
                      <a:pt x="19" y="11"/>
                    </a:lnTo>
                    <a:lnTo>
                      <a:pt x="21" y="8"/>
                    </a:lnTo>
                    <a:lnTo>
                      <a:pt x="18" y="7"/>
                    </a:lnTo>
                    <a:lnTo>
                      <a:pt x="16" y="5"/>
                    </a:lnTo>
                    <a:lnTo>
                      <a:pt x="11" y="2"/>
                    </a:lnTo>
                    <a:lnTo>
                      <a:pt x="8" y="0"/>
                    </a:lnTo>
                    <a:lnTo>
                      <a:pt x="7" y="1"/>
                    </a:lnTo>
                    <a:lnTo>
                      <a:pt x="3"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09" name="Line 569"/>
              <p:cNvSpPr/>
              <p:nvPr/>
            </p:nvSpPr>
            <p:spPr>
              <a:xfrm>
                <a:off x="5051" y="1328"/>
                <a:ext cx="1" cy="7"/>
              </a:xfrm>
              <a:prstGeom prst="line">
                <a:avLst/>
              </a:prstGeom>
              <a:ln w="12700" cap="flat" cmpd="sng">
                <a:solidFill>
                  <a:schemeClr val="tx1"/>
                </a:solidFill>
                <a:prstDash val="solid"/>
                <a:headEnd type="none" w="med" len="med"/>
                <a:tailEnd type="none" w="med" len="med"/>
              </a:ln>
            </p:spPr>
          </p:sp>
          <p:sp>
            <p:nvSpPr>
              <p:cNvPr id="53510" name="Line 570"/>
              <p:cNvSpPr/>
              <p:nvPr/>
            </p:nvSpPr>
            <p:spPr>
              <a:xfrm>
                <a:off x="5055" y="1328"/>
                <a:ext cx="1" cy="7"/>
              </a:xfrm>
              <a:prstGeom prst="line">
                <a:avLst/>
              </a:prstGeom>
              <a:ln w="12700" cap="flat" cmpd="sng">
                <a:solidFill>
                  <a:schemeClr val="tx1"/>
                </a:solidFill>
                <a:prstDash val="solid"/>
                <a:headEnd type="none" w="med" len="med"/>
                <a:tailEnd type="none" w="med" len="med"/>
              </a:ln>
            </p:spPr>
          </p:sp>
          <p:sp>
            <p:nvSpPr>
              <p:cNvPr id="53511" name="Freeform 571"/>
              <p:cNvSpPr/>
              <p:nvPr/>
            </p:nvSpPr>
            <p:spPr>
              <a:xfrm>
                <a:off x="5041" y="1327"/>
                <a:ext cx="25" cy="21"/>
              </a:xfrm>
              <a:custGeom>
                <a:avLst/>
                <a:gdLst/>
                <a:ahLst/>
                <a:cxnLst>
                  <a:cxn ang="0">
                    <a:pos x="11" y="19"/>
                  </a:cxn>
                  <a:cxn ang="0">
                    <a:pos x="13" y="17"/>
                  </a:cxn>
                  <a:cxn ang="0">
                    <a:pos x="18" y="20"/>
                  </a:cxn>
                  <a:cxn ang="0">
                    <a:pos x="24" y="11"/>
                  </a:cxn>
                  <a:cxn ang="0">
                    <a:pos x="20" y="8"/>
                  </a:cxn>
                  <a:cxn ang="0">
                    <a:pos x="21" y="7"/>
                  </a:cxn>
                  <a:cxn ang="0">
                    <a:pos x="17" y="3"/>
                  </a:cxn>
                  <a:cxn ang="0">
                    <a:pos x="15" y="5"/>
                  </a:cxn>
                  <a:cxn ang="0">
                    <a:pos x="10" y="1"/>
                  </a:cxn>
                  <a:cxn ang="0">
                    <a:pos x="3" y="0"/>
                  </a:cxn>
                  <a:cxn ang="0">
                    <a:pos x="3" y="1"/>
                  </a:cxn>
                  <a:cxn ang="0">
                    <a:pos x="2" y="3"/>
                  </a:cxn>
                  <a:cxn ang="0">
                    <a:pos x="0" y="5"/>
                  </a:cxn>
                  <a:cxn ang="0">
                    <a:pos x="3" y="10"/>
                  </a:cxn>
                  <a:cxn ang="0">
                    <a:pos x="8" y="14"/>
                  </a:cxn>
                  <a:cxn ang="0">
                    <a:pos x="7" y="15"/>
                  </a:cxn>
                  <a:cxn ang="0">
                    <a:pos x="11" y="19"/>
                  </a:cxn>
                </a:cxnLst>
                <a:rect l="0" t="0" r="0" b="0"/>
                <a:pathLst>
                  <a:path w="25" h="21">
                    <a:moveTo>
                      <a:pt x="11" y="19"/>
                    </a:moveTo>
                    <a:lnTo>
                      <a:pt x="13" y="17"/>
                    </a:lnTo>
                    <a:lnTo>
                      <a:pt x="18" y="20"/>
                    </a:lnTo>
                    <a:lnTo>
                      <a:pt x="24" y="11"/>
                    </a:lnTo>
                    <a:lnTo>
                      <a:pt x="20" y="8"/>
                    </a:lnTo>
                    <a:lnTo>
                      <a:pt x="21" y="7"/>
                    </a:lnTo>
                    <a:lnTo>
                      <a:pt x="17" y="3"/>
                    </a:lnTo>
                    <a:lnTo>
                      <a:pt x="15" y="5"/>
                    </a:lnTo>
                    <a:lnTo>
                      <a:pt x="10" y="1"/>
                    </a:lnTo>
                    <a:lnTo>
                      <a:pt x="3" y="0"/>
                    </a:lnTo>
                    <a:lnTo>
                      <a:pt x="3" y="1"/>
                    </a:lnTo>
                    <a:lnTo>
                      <a:pt x="2" y="3"/>
                    </a:lnTo>
                    <a:lnTo>
                      <a:pt x="0" y="5"/>
                    </a:lnTo>
                    <a:lnTo>
                      <a:pt x="3" y="10"/>
                    </a:lnTo>
                    <a:lnTo>
                      <a:pt x="8" y="14"/>
                    </a:lnTo>
                    <a:lnTo>
                      <a:pt x="7" y="15"/>
                    </a:lnTo>
                    <a:lnTo>
                      <a:pt x="11"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12" name="Freeform 572"/>
              <p:cNvSpPr/>
              <p:nvPr/>
            </p:nvSpPr>
            <p:spPr>
              <a:xfrm>
                <a:off x="5039" y="1326"/>
                <a:ext cx="24" cy="26"/>
              </a:xfrm>
              <a:custGeom>
                <a:avLst/>
                <a:gdLst/>
                <a:ahLst/>
                <a:cxnLst>
                  <a:cxn ang="0">
                    <a:pos x="8" y="0"/>
                  </a:cxn>
                  <a:cxn ang="0">
                    <a:pos x="23" y="19"/>
                  </a:cxn>
                  <a:cxn ang="0">
                    <a:pos x="15" y="25"/>
                  </a:cxn>
                  <a:cxn ang="0">
                    <a:pos x="0" y="6"/>
                  </a:cxn>
                  <a:cxn ang="0">
                    <a:pos x="8" y="0"/>
                  </a:cxn>
                </a:cxnLst>
                <a:rect l="0" t="0" r="0" b="0"/>
                <a:pathLst>
                  <a:path w="24" h="26">
                    <a:moveTo>
                      <a:pt x="8" y="0"/>
                    </a:moveTo>
                    <a:lnTo>
                      <a:pt x="23" y="19"/>
                    </a:lnTo>
                    <a:lnTo>
                      <a:pt x="15" y="25"/>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13" name="Freeform 573"/>
              <p:cNvSpPr/>
              <p:nvPr/>
            </p:nvSpPr>
            <p:spPr>
              <a:xfrm>
                <a:off x="5047" y="1336"/>
                <a:ext cx="25" cy="17"/>
              </a:xfrm>
              <a:custGeom>
                <a:avLst/>
                <a:gdLst/>
                <a:ahLst/>
                <a:cxnLst>
                  <a:cxn ang="0">
                    <a:pos x="3" y="2"/>
                  </a:cxn>
                  <a:cxn ang="0">
                    <a:pos x="2" y="4"/>
                  </a:cxn>
                  <a:cxn ang="0">
                    <a:pos x="0" y="6"/>
                  </a:cxn>
                  <a:cxn ang="0">
                    <a:pos x="3" y="13"/>
                  </a:cxn>
                  <a:cxn ang="0">
                    <a:pos x="7" y="15"/>
                  </a:cxn>
                  <a:cxn ang="0">
                    <a:pos x="9" y="14"/>
                  </a:cxn>
                  <a:cxn ang="0">
                    <a:pos x="12" y="15"/>
                  </a:cxn>
                  <a:cxn ang="0">
                    <a:pos x="16" y="16"/>
                  </a:cxn>
                  <a:cxn ang="0">
                    <a:pos x="18" y="14"/>
                  </a:cxn>
                  <a:cxn ang="0">
                    <a:pos x="21" y="16"/>
                  </a:cxn>
                  <a:cxn ang="0">
                    <a:pos x="24" y="13"/>
                  </a:cxn>
                  <a:cxn ang="0">
                    <a:pos x="21" y="11"/>
                  </a:cxn>
                  <a:cxn ang="0">
                    <a:pos x="22" y="9"/>
                  </a:cxn>
                  <a:cxn ang="0">
                    <a:pos x="20" y="6"/>
                  </a:cxn>
                  <a:cxn ang="0">
                    <a:pos x="17" y="4"/>
                  </a:cxn>
                  <a:cxn ang="0">
                    <a:pos x="14" y="1"/>
                  </a:cxn>
                  <a:cxn ang="0">
                    <a:pos x="5" y="0"/>
                  </a:cxn>
                  <a:cxn ang="0">
                    <a:pos x="3" y="2"/>
                  </a:cxn>
                </a:cxnLst>
                <a:rect l="0" t="0" r="0" b="0"/>
                <a:pathLst>
                  <a:path w="25" h="17">
                    <a:moveTo>
                      <a:pt x="3" y="2"/>
                    </a:moveTo>
                    <a:lnTo>
                      <a:pt x="2" y="4"/>
                    </a:lnTo>
                    <a:lnTo>
                      <a:pt x="0" y="6"/>
                    </a:lnTo>
                    <a:lnTo>
                      <a:pt x="3" y="13"/>
                    </a:lnTo>
                    <a:lnTo>
                      <a:pt x="7" y="15"/>
                    </a:lnTo>
                    <a:lnTo>
                      <a:pt x="9" y="14"/>
                    </a:lnTo>
                    <a:lnTo>
                      <a:pt x="12" y="15"/>
                    </a:lnTo>
                    <a:lnTo>
                      <a:pt x="16" y="16"/>
                    </a:lnTo>
                    <a:lnTo>
                      <a:pt x="18" y="14"/>
                    </a:lnTo>
                    <a:lnTo>
                      <a:pt x="21" y="16"/>
                    </a:lnTo>
                    <a:lnTo>
                      <a:pt x="24" y="13"/>
                    </a:lnTo>
                    <a:lnTo>
                      <a:pt x="21" y="11"/>
                    </a:lnTo>
                    <a:lnTo>
                      <a:pt x="22" y="9"/>
                    </a:lnTo>
                    <a:lnTo>
                      <a:pt x="20" y="6"/>
                    </a:lnTo>
                    <a:lnTo>
                      <a:pt x="17" y="4"/>
                    </a:lnTo>
                    <a:lnTo>
                      <a:pt x="14" y="1"/>
                    </a:lnTo>
                    <a:lnTo>
                      <a:pt x="5" y="0"/>
                    </a:lnTo>
                    <a:lnTo>
                      <a:pt x="3"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14" name="Line 574"/>
              <p:cNvSpPr/>
              <p:nvPr/>
            </p:nvSpPr>
            <p:spPr>
              <a:xfrm>
                <a:off x="5075" y="1341"/>
                <a:ext cx="0" cy="0"/>
              </a:xfrm>
              <a:prstGeom prst="line">
                <a:avLst/>
              </a:prstGeom>
              <a:ln w="12700" cap="flat" cmpd="sng">
                <a:solidFill>
                  <a:schemeClr val="tx1"/>
                </a:solidFill>
                <a:prstDash val="solid"/>
                <a:headEnd type="none" w="med" len="med"/>
                <a:tailEnd type="none" w="med" len="med"/>
              </a:ln>
            </p:spPr>
          </p:sp>
          <p:sp>
            <p:nvSpPr>
              <p:cNvPr id="53515" name="Line 575"/>
              <p:cNvSpPr/>
              <p:nvPr/>
            </p:nvSpPr>
            <p:spPr>
              <a:xfrm>
                <a:off x="5073" y="1340"/>
                <a:ext cx="5" cy="0"/>
              </a:xfrm>
              <a:prstGeom prst="line">
                <a:avLst/>
              </a:prstGeom>
              <a:ln w="12700" cap="flat" cmpd="sng">
                <a:solidFill>
                  <a:schemeClr val="tx1"/>
                </a:solidFill>
                <a:prstDash val="solid"/>
                <a:headEnd type="none" w="med" len="med"/>
                <a:tailEnd type="none" w="med" len="med"/>
              </a:ln>
            </p:spPr>
          </p:sp>
          <p:sp>
            <p:nvSpPr>
              <p:cNvPr id="53516" name="Freeform 576"/>
              <p:cNvSpPr/>
              <p:nvPr/>
            </p:nvSpPr>
            <p:spPr>
              <a:xfrm>
                <a:off x="5062" y="1340"/>
                <a:ext cx="25" cy="21"/>
              </a:xfrm>
              <a:custGeom>
                <a:avLst/>
                <a:gdLst/>
                <a:ahLst/>
                <a:cxnLst>
                  <a:cxn ang="0">
                    <a:pos x="10" y="16"/>
                  </a:cxn>
                  <a:cxn ang="0">
                    <a:pos x="14" y="20"/>
                  </a:cxn>
                  <a:cxn ang="0">
                    <a:pos x="16" y="18"/>
                  </a:cxn>
                  <a:cxn ang="0">
                    <a:pos x="23" y="10"/>
                  </a:cxn>
                  <a:cxn ang="0">
                    <a:pos x="24" y="8"/>
                  </a:cxn>
                  <a:cxn ang="0">
                    <a:pos x="19" y="4"/>
                  </a:cxn>
                  <a:cxn ang="0">
                    <a:pos x="14" y="3"/>
                  </a:cxn>
                  <a:cxn ang="0">
                    <a:pos x="8" y="1"/>
                  </a:cxn>
                  <a:cxn ang="0">
                    <a:pos x="1" y="0"/>
                  </a:cxn>
                  <a:cxn ang="0">
                    <a:pos x="0" y="2"/>
                  </a:cxn>
                  <a:cxn ang="0">
                    <a:pos x="4" y="6"/>
                  </a:cxn>
                  <a:cxn ang="0">
                    <a:pos x="7" y="11"/>
                  </a:cxn>
                  <a:cxn ang="0">
                    <a:pos x="10" y="16"/>
                  </a:cxn>
                </a:cxnLst>
                <a:rect l="0" t="0" r="0" b="0"/>
                <a:pathLst>
                  <a:path w="25" h="21">
                    <a:moveTo>
                      <a:pt x="10" y="16"/>
                    </a:moveTo>
                    <a:lnTo>
                      <a:pt x="14" y="20"/>
                    </a:lnTo>
                    <a:lnTo>
                      <a:pt x="16" y="18"/>
                    </a:lnTo>
                    <a:lnTo>
                      <a:pt x="23" y="10"/>
                    </a:lnTo>
                    <a:lnTo>
                      <a:pt x="24" y="8"/>
                    </a:lnTo>
                    <a:lnTo>
                      <a:pt x="19" y="4"/>
                    </a:lnTo>
                    <a:lnTo>
                      <a:pt x="14" y="3"/>
                    </a:lnTo>
                    <a:lnTo>
                      <a:pt x="8" y="1"/>
                    </a:lnTo>
                    <a:lnTo>
                      <a:pt x="1" y="0"/>
                    </a:lnTo>
                    <a:lnTo>
                      <a:pt x="0" y="2"/>
                    </a:lnTo>
                    <a:lnTo>
                      <a:pt x="4" y="6"/>
                    </a:lnTo>
                    <a:lnTo>
                      <a:pt x="7" y="11"/>
                    </a:lnTo>
                    <a:lnTo>
                      <a:pt x="10"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17" name="Freeform 577"/>
              <p:cNvSpPr/>
              <p:nvPr/>
            </p:nvSpPr>
            <p:spPr>
              <a:xfrm>
                <a:off x="5060" y="1337"/>
                <a:ext cx="23" cy="25"/>
              </a:xfrm>
              <a:custGeom>
                <a:avLst/>
                <a:gdLst/>
                <a:ahLst/>
                <a:cxnLst>
                  <a:cxn ang="0">
                    <a:pos x="8" y="0"/>
                  </a:cxn>
                  <a:cxn ang="0">
                    <a:pos x="22" y="18"/>
                  </a:cxn>
                  <a:cxn ang="0">
                    <a:pos x="15" y="24"/>
                  </a:cxn>
                  <a:cxn ang="0">
                    <a:pos x="0" y="6"/>
                  </a:cxn>
                  <a:cxn ang="0">
                    <a:pos x="8" y="0"/>
                  </a:cxn>
                </a:cxnLst>
                <a:rect l="0" t="0" r="0" b="0"/>
                <a:pathLst>
                  <a:path w="23" h="25">
                    <a:moveTo>
                      <a:pt x="8" y="0"/>
                    </a:moveTo>
                    <a:lnTo>
                      <a:pt x="22" y="18"/>
                    </a:lnTo>
                    <a:lnTo>
                      <a:pt x="15"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18" name="Freeform 578"/>
              <p:cNvSpPr/>
              <p:nvPr/>
            </p:nvSpPr>
            <p:spPr>
              <a:xfrm>
                <a:off x="5072" y="1347"/>
                <a:ext cx="23" cy="17"/>
              </a:xfrm>
              <a:custGeom>
                <a:avLst/>
                <a:gdLst/>
                <a:ahLst/>
                <a:cxnLst>
                  <a:cxn ang="0">
                    <a:pos x="1" y="1"/>
                  </a:cxn>
                  <a:cxn ang="0">
                    <a:pos x="2" y="5"/>
                  </a:cxn>
                  <a:cxn ang="0">
                    <a:pos x="0" y="6"/>
                  </a:cxn>
                  <a:cxn ang="0">
                    <a:pos x="2" y="11"/>
                  </a:cxn>
                  <a:cxn ang="0">
                    <a:pos x="4" y="14"/>
                  </a:cxn>
                  <a:cxn ang="0">
                    <a:pos x="7" y="16"/>
                  </a:cxn>
                  <a:cxn ang="0">
                    <a:pos x="8" y="14"/>
                  </a:cxn>
                  <a:cxn ang="0">
                    <a:pos x="10" y="16"/>
                  </a:cxn>
                  <a:cxn ang="0">
                    <a:pos x="14" y="16"/>
                  </a:cxn>
                  <a:cxn ang="0">
                    <a:pos x="16" y="15"/>
                  </a:cxn>
                  <a:cxn ang="0">
                    <a:pos x="20" y="15"/>
                  </a:cxn>
                  <a:cxn ang="0">
                    <a:pos x="22" y="13"/>
                  </a:cxn>
                  <a:cxn ang="0">
                    <a:pos x="19" y="11"/>
                  </a:cxn>
                  <a:cxn ang="0">
                    <a:pos x="20" y="9"/>
                  </a:cxn>
                  <a:cxn ang="0">
                    <a:pos x="18" y="5"/>
                  </a:cxn>
                  <a:cxn ang="0">
                    <a:pos x="15" y="3"/>
                  </a:cxn>
                  <a:cxn ang="0">
                    <a:pos x="13" y="2"/>
                  </a:cxn>
                  <a:cxn ang="0">
                    <a:pos x="11" y="0"/>
                  </a:cxn>
                  <a:cxn ang="0">
                    <a:pos x="6" y="0"/>
                  </a:cxn>
                  <a:cxn ang="0">
                    <a:pos x="5" y="2"/>
                  </a:cxn>
                  <a:cxn ang="0">
                    <a:pos x="2" y="0"/>
                  </a:cxn>
                  <a:cxn ang="0">
                    <a:pos x="1" y="1"/>
                  </a:cxn>
                </a:cxnLst>
                <a:rect l="0" t="0" r="0" b="0"/>
                <a:pathLst>
                  <a:path w="23" h="17">
                    <a:moveTo>
                      <a:pt x="1" y="1"/>
                    </a:moveTo>
                    <a:lnTo>
                      <a:pt x="2" y="5"/>
                    </a:lnTo>
                    <a:lnTo>
                      <a:pt x="0" y="6"/>
                    </a:lnTo>
                    <a:lnTo>
                      <a:pt x="2" y="11"/>
                    </a:lnTo>
                    <a:lnTo>
                      <a:pt x="4" y="14"/>
                    </a:lnTo>
                    <a:lnTo>
                      <a:pt x="7" y="16"/>
                    </a:lnTo>
                    <a:lnTo>
                      <a:pt x="8" y="14"/>
                    </a:lnTo>
                    <a:lnTo>
                      <a:pt x="10" y="16"/>
                    </a:lnTo>
                    <a:lnTo>
                      <a:pt x="14" y="16"/>
                    </a:lnTo>
                    <a:lnTo>
                      <a:pt x="16" y="15"/>
                    </a:lnTo>
                    <a:lnTo>
                      <a:pt x="20" y="15"/>
                    </a:lnTo>
                    <a:lnTo>
                      <a:pt x="22" y="13"/>
                    </a:lnTo>
                    <a:lnTo>
                      <a:pt x="19" y="11"/>
                    </a:lnTo>
                    <a:lnTo>
                      <a:pt x="20" y="9"/>
                    </a:lnTo>
                    <a:lnTo>
                      <a:pt x="18" y="5"/>
                    </a:lnTo>
                    <a:lnTo>
                      <a:pt x="15" y="3"/>
                    </a:lnTo>
                    <a:lnTo>
                      <a:pt x="13" y="2"/>
                    </a:lnTo>
                    <a:lnTo>
                      <a:pt x="11" y="0"/>
                    </a:lnTo>
                    <a:lnTo>
                      <a:pt x="6" y="0"/>
                    </a:lnTo>
                    <a:lnTo>
                      <a:pt x="5" y="2"/>
                    </a:lnTo>
                    <a:lnTo>
                      <a:pt x="2" y="0"/>
                    </a:lnTo>
                    <a:lnTo>
                      <a:pt x="1"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19" name="Line 579"/>
              <p:cNvSpPr/>
              <p:nvPr/>
            </p:nvSpPr>
            <p:spPr>
              <a:xfrm>
                <a:off x="5088" y="1353"/>
                <a:ext cx="0" cy="5"/>
              </a:xfrm>
              <a:prstGeom prst="line">
                <a:avLst/>
              </a:prstGeom>
              <a:ln w="12700" cap="flat" cmpd="sng">
                <a:solidFill>
                  <a:schemeClr val="tx1"/>
                </a:solidFill>
                <a:prstDash val="solid"/>
                <a:headEnd type="none" w="med" len="med"/>
                <a:tailEnd type="none" w="med" len="med"/>
              </a:ln>
            </p:spPr>
          </p:sp>
          <p:sp>
            <p:nvSpPr>
              <p:cNvPr id="53520" name="Line 580"/>
              <p:cNvSpPr/>
              <p:nvPr/>
            </p:nvSpPr>
            <p:spPr>
              <a:xfrm>
                <a:off x="5092" y="1355"/>
                <a:ext cx="0" cy="0"/>
              </a:xfrm>
              <a:prstGeom prst="line">
                <a:avLst/>
              </a:prstGeom>
              <a:ln w="12700" cap="flat" cmpd="sng">
                <a:solidFill>
                  <a:schemeClr val="tx1"/>
                </a:solidFill>
                <a:prstDash val="solid"/>
                <a:headEnd type="none" w="med" len="med"/>
                <a:tailEnd type="none" w="med" len="med"/>
              </a:ln>
            </p:spPr>
          </p:sp>
          <p:sp>
            <p:nvSpPr>
              <p:cNvPr id="53521" name="Freeform 581"/>
              <p:cNvSpPr/>
              <p:nvPr/>
            </p:nvSpPr>
            <p:spPr>
              <a:xfrm>
                <a:off x="5076" y="1356"/>
                <a:ext cx="27" cy="19"/>
              </a:xfrm>
              <a:custGeom>
                <a:avLst/>
                <a:gdLst/>
                <a:ahLst/>
                <a:cxnLst>
                  <a:cxn ang="0">
                    <a:pos x="11" y="15"/>
                  </a:cxn>
                  <a:cxn ang="0">
                    <a:pos x="15" y="18"/>
                  </a:cxn>
                  <a:cxn ang="0">
                    <a:pos x="18" y="16"/>
                  </a:cxn>
                  <a:cxn ang="0">
                    <a:pos x="24" y="8"/>
                  </a:cxn>
                  <a:cxn ang="0">
                    <a:pos x="26" y="6"/>
                  </a:cxn>
                  <a:cxn ang="0">
                    <a:pos x="21" y="2"/>
                  </a:cxn>
                  <a:cxn ang="0">
                    <a:pos x="17" y="0"/>
                  </a:cxn>
                  <a:cxn ang="0">
                    <a:pos x="9" y="1"/>
                  </a:cxn>
                  <a:cxn ang="0">
                    <a:pos x="2" y="0"/>
                  </a:cxn>
                  <a:cxn ang="0">
                    <a:pos x="0" y="2"/>
                  </a:cxn>
                  <a:cxn ang="0">
                    <a:pos x="5" y="5"/>
                  </a:cxn>
                  <a:cxn ang="0">
                    <a:pos x="4" y="7"/>
                  </a:cxn>
                  <a:cxn ang="0">
                    <a:pos x="6" y="11"/>
                  </a:cxn>
                  <a:cxn ang="0">
                    <a:pos x="11" y="15"/>
                  </a:cxn>
                </a:cxnLst>
                <a:rect l="0" t="0" r="0" b="0"/>
                <a:pathLst>
                  <a:path w="27" h="19">
                    <a:moveTo>
                      <a:pt x="11" y="15"/>
                    </a:moveTo>
                    <a:lnTo>
                      <a:pt x="15" y="18"/>
                    </a:lnTo>
                    <a:lnTo>
                      <a:pt x="18" y="16"/>
                    </a:lnTo>
                    <a:lnTo>
                      <a:pt x="24" y="8"/>
                    </a:lnTo>
                    <a:lnTo>
                      <a:pt x="26" y="6"/>
                    </a:lnTo>
                    <a:lnTo>
                      <a:pt x="21" y="2"/>
                    </a:lnTo>
                    <a:lnTo>
                      <a:pt x="17" y="0"/>
                    </a:lnTo>
                    <a:lnTo>
                      <a:pt x="9" y="1"/>
                    </a:lnTo>
                    <a:lnTo>
                      <a:pt x="2" y="0"/>
                    </a:lnTo>
                    <a:lnTo>
                      <a:pt x="0" y="2"/>
                    </a:lnTo>
                    <a:lnTo>
                      <a:pt x="5" y="5"/>
                    </a:lnTo>
                    <a:lnTo>
                      <a:pt x="4" y="7"/>
                    </a:lnTo>
                    <a:lnTo>
                      <a:pt x="6" y="11"/>
                    </a:lnTo>
                    <a:lnTo>
                      <a:pt x="11" y="15"/>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22" name="Freeform 582"/>
              <p:cNvSpPr/>
              <p:nvPr/>
            </p:nvSpPr>
            <p:spPr>
              <a:xfrm>
                <a:off x="5075" y="1350"/>
                <a:ext cx="24" cy="24"/>
              </a:xfrm>
              <a:custGeom>
                <a:avLst/>
                <a:gdLst/>
                <a:ahLst/>
                <a:cxnLst>
                  <a:cxn ang="0">
                    <a:pos x="8" y="1"/>
                  </a:cxn>
                  <a:cxn ang="0">
                    <a:pos x="23" y="17"/>
                  </a:cxn>
                  <a:cxn ang="0">
                    <a:pos x="16" y="23"/>
                  </a:cxn>
                  <a:cxn ang="0">
                    <a:pos x="0" y="6"/>
                  </a:cxn>
                  <a:cxn ang="0">
                    <a:pos x="9" y="0"/>
                  </a:cxn>
                  <a:cxn ang="0">
                    <a:pos x="8" y="1"/>
                  </a:cxn>
                </a:cxnLst>
                <a:rect l="0" t="0" r="0" b="0"/>
                <a:pathLst>
                  <a:path w="24" h="24">
                    <a:moveTo>
                      <a:pt x="8" y="1"/>
                    </a:moveTo>
                    <a:lnTo>
                      <a:pt x="23" y="17"/>
                    </a:lnTo>
                    <a:lnTo>
                      <a:pt x="16" y="23"/>
                    </a:lnTo>
                    <a:lnTo>
                      <a:pt x="0" y="6"/>
                    </a:lnTo>
                    <a:lnTo>
                      <a:pt x="9" y="0"/>
                    </a:lnTo>
                    <a:lnTo>
                      <a:pt x="8"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23" name="Freeform 583"/>
              <p:cNvSpPr/>
              <p:nvPr/>
            </p:nvSpPr>
            <p:spPr>
              <a:xfrm>
                <a:off x="5087" y="1364"/>
                <a:ext cx="21" cy="18"/>
              </a:xfrm>
              <a:custGeom>
                <a:avLst/>
                <a:gdLst/>
                <a:ahLst/>
                <a:cxnLst>
                  <a:cxn ang="0">
                    <a:pos x="0" y="2"/>
                  </a:cxn>
                  <a:cxn ang="0">
                    <a:pos x="1" y="6"/>
                  </a:cxn>
                  <a:cxn ang="0">
                    <a:pos x="0" y="8"/>
                  </a:cxn>
                  <a:cxn ang="0">
                    <a:pos x="1" y="11"/>
                  </a:cxn>
                  <a:cxn ang="0">
                    <a:pos x="4" y="13"/>
                  </a:cxn>
                  <a:cxn ang="0">
                    <a:pos x="7" y="15"/>
                  </a:cxn>
                  <a:cxn ang="0">
                    <a:pos x="10" y="16"/>
                  </a:cxn>
                  <a:cxn ang="0">
                    <a:pos x="13" y="17"/>
                  </a:cxn>
                  <a:cxn ang="0">
                    <a:pos x="14" y="15"/>
                  </a:cxn>
                  <a:cxn ang="0">
                    <a:pos x="18" y="16"/>
                  </a:cxn>
                  <a:cxn ang="0">
                    <a:pos x="20" y="14"/>
                  </a:cxn>
                  <a:cxn ang="0">
                    <a:pos x="18" y="10"/>
                  </a:cxn>
                  <a:cxn ang="0">
                    <a:pos x="17" y="7"/>
                  </a:cxn>
                  <a:cxn ang="0">
                    <a:pos x="14" y="5"/>
                  </a:cxn>
                  <a:cxn ang="0">
                    <a:pos x="15" y="3"/>
                  </a:cxn>
                  <a:cxn ang="0">
                    <a:pos x="13" y="1"/>
                  </a:cxn>
                  <a:cxn ang="0">
                    <a:pos x="9" y="1"/>
                  </a:cxn>
                  <a:cxn ang="0">
                    <a:pos x="5" y="0"/>
                  </a:cxn>
                  <a:cxn ang="0">
                    <a:pos x="1" y="0"/>
                  </a:cxn>
                  <a:cxn ang="0">
                    <a:pos x="0" y="2"/>
                  </a:cxn>
                </a:cxnLst>
                <a:rect l="0" t="0" r="0" b="0"/>
                <a:pathLst>
                  <a:path w="21" h="18">
                    <a:moveTo>
                      <a:pt x="0" y="2"/>
                    </a:moveTo>
                    <a:lnTo>
                      <a:pt x="1" y="6"/>
                    </a:lnTo>
                    <a:lnTo>
                      <a:pt x="0" y="8"/>
                    </a:lnTo>
                    <a:lnTo>
                      <a:pt x="1" y="11"/>
                    </a:lnTo>
                    <a:lnTo>
                      <a:pt x="4" y="13"/>
                    </a:lnTo>
                    <a:lnTo>
                      <a:pt x="7" y="15"/>
                    </a:lnTo>
                    <a:lnTo>
                      <a:pt x="10" y="16"/>
                    </a:lnTo>
                    <a:lnTo>
                      <a:pt x="13" y="17"/>
                    </a:lnTo>
                    <a:lnTo>
                      <a:pt x="14" y="15"/>
                    </a:lnTo>
                    <a:lnTo>
                      <a:pt x="18" y="16"/>
                    </a:lnTo>
                    <a:lnTo>
                      <a:pt x="20" y="14"/>
                    </a:lnTo>
                    <a:lnTo>
                      <a:pt x="18" y="10"/>
                    </a:lnTo>
                    <a:lnTo>
                      <a:pt x="17" y="7"/>
                    </a:lnTo>
                    <a:lnTo>
                      <a:pt x="14" y="5"/>
                    </a:lnTo>
                    <a:lnTo>
                      <a:pt x="15" y="3"/>
                    </a:lnTo>
                    <a:lnTo>
                      <a:pt x="13" y="1"/>
                    </a:lnTo>
                    <a:lnTo>
                      <a:pt x="9" y="1"/>
                    </a:lnTo>
                    <a:lnTo>
                      <a:pt x="5" y="0"/>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24" name="Line 584"/>
              <p:cNvSpPr/>
              <p:nvPr/>
            </p:nvSpPr>
            <p:spPr>
              <a:xfrm>
                <a:off x="5090" y="1368"/>
                <a:ext cx="0" cy="6"/>
              </a:xfrm>
              <a:prstGeom prst="line">
                <a:avLst/>
              </a:prstGeom>
              <a:ln w="12700" cap="flat" cmpd="sng">
                <a:solidFill>
                  <a:schemeClr val="tx1"/>
                </a:solidFill>
                <a:prstDash val="solid"/>
                <a:headEnd type="none" w="med" len="med"/>
                <a:tailEnd type="none" w="med" len="med"/>
              </a:ln>
            </p:spPr>
          </p:sp>
          <p:sp>
            <p:nvSpPr>
              <p:cNvPr id="53525" name="Line 585"/>
              <p:cNvSpPr/>
              <p:nvPr/>
            </p:nvSpPr>
            <p:spPr>
              <a:xfrm>
                <a:off x="5089" y="1367"/>
                <a:ext cx="6" cy="5"/>
              </a:xfrm>
              <a:prstGeom prst="line">
                <a:avLst/>
              </a:prstGeom>
              <a:ln w="12700" cap="flat" cmpd="sng">
                <a:solidFill>
                  <a:schemeClr val="tx1"/>
                </a:solidFill>
                <a:prstDash val="solid"/>
                <a:headEnd type="none" w="med" len="med"/>
                <a:tailEnd type="none" w="med" len="med"/>
              </a:ln>
            </p:spPr>
          </p:sp>
          <p:sp>
            <p:nvSpPr>
              <p:cNvPr id="53526" name="Freeform 586"/>
              <p:cNvSpPr/>
              <p:nvPr/>
            </p:nvSpPr>
            <p:spPr>
              <a:xfrm>
                <a:off x="5080" y="1367"/>
                <a:ext cx="25" cy="21"/>
              </a:xfrm>
              <a:custGeom>
                <a:avLst/>
                <a:gdLst/>
                <a:ahLst/>
                <a:cxnLst>
                  <a:cxn ang="0">
                    <a:pos x="12" y="19"/>
                  </a:cxn>
                  <a:cxn ang="0">
                    <a:pos x="17" y="20"/>
                  </a:cxn>
                  <a:cxn ang="0">
                    <a:pos x="24" y="12"/>
                  </a:cxn>
                  <a:cxn ang="0">
                    <a:pos x="21" y="7"/>
                  </a:cxn>
                  <a:cxn ang="0">
                    <a:pos x="18" y="4"/>
                  </a:cxn>
                  <a:cxn ang="0">
                    <a:pos x="14" y="2"/>
                  </a:cxn>
                  <a:cxn ang="0">
                    <a:pos x="9" y="0"/>
                  </a:cxn>
                  <a:cxn ang="0">
                    <a:pos x="7" y="3"/>
                  </a:cxn>
                  <a:cxn ang="0">
                    <a:pos x="3" y="0"/>
                  </a:cxn>
                  <a:cxn ang="0">
                    <a:pos x="0" y="4"/>
                  </a:cxn>
                  <a:cxn ang="0">
                    <a:pos x="4" y="6"/>
                  </a:cxn>
                  <a:cxn ang="0">
                    <a:pos x="3" y="9"/>
                  </a:cxn>
                  <a:cxn ang="0">
                    <a:pos x="5" y="13"/>
                  </a:cxn>
                  <a:cxn ang="0">
                    <a:pos x="8" y="16"/>
                  </a:cxn>
                  <a:cxn ang="0">
                    <a:pos x="12" y="19"/>
                  </a:cxn>
                </a:cxnLst>
                <a:rect l="0" t="0" r="0" b="0"/>
                <a:pathLst>
                  <a:path w="25" h="21">
                    <a:moveTo>
                      <a:pt x="12" y="19"/>
                    </a:moveTo>
                    <a:lnTo>
                      <a:pt x="17" y="20"/>
                    </a:lnTo>
                    <a:lnTo>
                      <a:pt x="24" y="12"/>
                    </a:lnTo>
                    <a:lnTo>
                      <a:pt x="21" y="7"/>
                    </a:lnTo>
                    <a:lnTo>
                      <a:pt x="18" y="4"/>
                    </a:lnTo>
                    <a:lnTo>
                      <a:pt x="14" y="2"/>
                    </a:lnTo>
                    <a:lnTo>
                      <a:pt x="9" y="0"/>
                    </a:lnTo>
                    <a:lnTo>
                      <a:pt x="7" y="3"/>
                    </a:lnTo>
                    <a:lnTo>
                      <a:pt x="3" y="0"/>
                    </a:lnTo>
                    <a:lnTo>
                      <a:pt x="0" y="4"/>
                    </a:lnTo>
                    <a:lnTo>
                      <a:pt x="4" y="6"/>
                    </a:lnTo>
                    <a:lnTo>
                      <a:pt x="3" y="9"/>
                    </a:lnTo>
                    <a:lnTo>
                      <a:pt x="5" y="13"/>
                    </a:lnTo>
                    <a:lnTo>
                      <a:pt x="8" y="16"/>
                    </a:lnTo>
                    <a:lnTo>
                      <a:pt x="12" y="19"/>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27" name="Freeform 587"/>
              <p:cNvSpPr/>
              <p:nvPr/>
            </p:nvSpPr>
            <p:spPr>
              <a:xfrm>
                <a:off x="5076" y="1365"/>
                <a:ext cx="23" cy="25"/>
              </a:xfrm>
              <a:custGeom>
                <a:avLst/>
                <a:gdLst/>
                <a:ahLst/>
                <a:cxnLst>
                  <a:cxn ang="0">
                    <a:pos x="8" y="1"/>
                  </a:cxn>
                  <a:cxn ang="0">
                    <a:pos x="22" y="18"/>
                  </a:cxn>
                  <a:cxn ang="0">
                    <a:pos x="15" y="24"/>
                  </a:cxn>
                  <a:cxn ang="0">
                    <a:pos x="0" y="6"/>
                  </a:cxn>
                  <a:cxn ang="0">
                    <a:pos x="10" y="0"/>
                  </a:cxn>
                  <a:cxn ang="0">
                    <a:pos x="8" y="1"/>
                  </a:cxn>
                </a:cxnLst>
                <a:rect l="0" t="0" r="0" b="0"/>
                <a:pathLst>
                  <a:path w="23" h="25">
                    <a:moveTo>
                      <a:pt x="8" y="1"/>
                    </a:moveTo>
                    <a:lnTo>
                      <a:pt x="22" y="18"/>
                    </a:lnTo>
                    <a:lnTo>
                      <a:pt x="15" y="24"/>
                    </a:lnTo>
                    <a:lnTo>
                      <a:pt x="0" y="6"/>
                    </a:lnTo>
                    <a:lnTo>
                      <a:pt x="10" y="0"/>
                    </a:lnTo>
                    <a:lnTo>
                      <a:pt x="8"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28" name="Freeform 588"/>
              <p:cNvSpPr/>
              <p:nvPr/>
            </p:nvSpPr>
            <p:spPr>
              <a:xfrm>
                <a:off x="5087" y="1379"/>
                <a:ext cx="20" cy="17"/>
              </a:xfrm>
              <a:custGeom>
                <a:avLst/>
                <a:gdLst/>
                <a:ahLst/>
                <a:cxnLst>
                  <a:cxn ang="0">
                    <a:pos x="1" y="0"/>
                  </a:cxn>
                  <a:cxn ang="0">
                    <a:pos x="0" y="2"/>
                  </a:cxn>
                  <a:cxn ang="0">
                    <a:pos x="1" y="5"/>
                  </a:cxn>
                  <a:cxn ang="0">
                    <a:pos x="0" y="7"/>
                  </a:cxn>
                  <a:cxn ang="0">
                    <a:pos x="1" y="10"/>
                  </a:cxn>
                  <a:cxn ang="0">
                    <a:pos x="3" y="12"/>
                  </a:cxn>
                  <a:cxn ang="0">
                    <a:pos x="6" y="14"/>
                  </a:cxn>
                  <a:cxn ang="0">
                    <a:pos x="8" y="16"/>
                  </a:cxn>
                  <a:cxn ang="0">
                    <a:pos x="12" y="16"/>
                  </a:cxn>
                  <a:cxn ang="0">
                    <a:pos x="13" y="14"/>
                  </a:cxn>
                  <a:cxn ang="0">
                    <a:pos x="17" y="13"/>
                  </a:cxn>
                  <a:cxn ang="0">
                    <a:pos x="19" y="12"/>
                  </a:cxn>
                  <a:cxn ang="0">
                    <a:pos x="17" y="8"/>
                  </a:cxn>
                  <a:cxn ang="0">
                    <a:pos x="16" y="5"/>
                  </a:cxn>
                  <a:cxn ang="0">
                    <a:pos x="16" y="1"/>
                  </a:cxn>
                  <a:cxn ang="0">
                    <a:pos x="13" y="0"/>
                  </a:cxn>
                  <a:cxn ang="0">
                    <a:pos x="12" y="2"/>
                  </a:cxn>
                  <a:cxn ang="0">
                    <a:pos x="9" y="0"/>
                  </a:cxn>
                  <a:cxn ang="0">
                    <a:pos x="5" y="0"/>
                  </a:cxn>
                  <a:cxn ang="0">
                    <a:pos x="1" y="0"/>
                  </a:cxn>
                </a:cxnLst>
                <a:rect l="0" t="0" r="0" b="0"/>
                <a:pathLst>
                  <a:path w="20" h="17">
                    <a:moveTo>
                      <a:pt x="1" y="0"/>
                    </a:moveTo>
                    <a:lnTo>
                      <a:pt x="0" y="2"/>
                    </a:lnTo>
                    <a:lnTo>
                      <a:pt x="1" y="5"/>
                    </a:lnTo>
                    <a:lnTo>
                      <a:pt x="0" y="7"/>
                    </a:lnTo>
                    <a:lnTo>
                      <a:pt x="1" y="10"/>
                    </a:lnTo>
                    <a:lnTo>
                      <a:pt x="3" y="12"/>
                    </a:lnTo>
                    <a:lnTo>
                      <a:pt x="6" y="14"/>
                    </a:lnTo>
                    <a:lnTo>
                      <a:pt x="8" y="16"/>
                    </a:lnTo>
                    <a:lnTo>
                      <a:pt x="12" y="16"/>
                    </a:lnTo>
                    <a:lnTo>
                      <a:pt x="13" y="14"/>
                    </a:lnTo>
                    <a:lnTo>
                      <a:pt x="17" y="13"/>
                    </a:lnTo>
                    <a:lnTo>
                      <a:pt x="19" y="12"/>
                    </a:lnTo>
                    <a:lnTo>
                      <a:pt x="17" y="8"/>
                    </a:lnTo>
                    <a:lnTo>
                      <a:pt x="16" y="5"/>
                    </a:lnTo>
                    <a:lnTo>
                      <a:pt x="16" y="1"/>
                    </a:lnTo>
                    <a:lnTo>
                      <a:pt x="13" y="0"/>
                    </a:lnTo>
                    <a:lnTo>
                      <a:pt x="12" y="2"/>
                    </a:lnTo>
                    <a:lnTo>
                      <a:pt x="9" y="0"/>
                    </a:lnTo>
                    <a:lnTo>
                      <a:pt x="5" y="0"/>
                    </a:lnTo>
                    <a:lnTo>
                      <a:pt x="1" y="0"/>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29" name="Line 589"/>
              <p:cNvSpPr/>
              <p:nvPr/>
            </p:nvSpPr>
            <p:spPr>
              <a:xfrm>
                <a:off x="5076" y="1370"/>
                <a:ext cx="1" cy="7"/>
              </a:xfrm>
              <a:prstGeom prst="line">
                <a:avLst/>
              </a:prstGeom>
              <a:ln w="12700" cap="flat" cmpd="sng">
                <a:solidFill>
                  <a:schemeClr val="tx1"/>
                </a:solidFill>
                <a:prstDash val="solid"/>
                <a:headEnd type="none" w="med" len="med"/>
                <a:tailEnd type="none" w="med" len="med"/>
              </a:ln>
            </p:spPr>
          </p:sp>
          <p:sp>
            <p:nvSpPr>
              <p:cNvPr id="53530" name="Line 590"/>
              <p:cNvSpPr/>
              <p:nvPr/>
            </p:nvSpPr>
            <p:spPr>
              <a:xfrm>
                <a:off x="5075" y="1370"/>
                <a:ext cx="6" cy="7"/>
              </a:xfrm>
              <a:prstGeom prst="line">
                <a:avLst/>
              </a:prstGeom>
              <a:ln w="12700" cap="flat" cmpd="sng">
                <a:solidFill>
                  <a:schemeClr val="tx1"/>
                </a:solidFill>
                <a:prstDash val="solid"/>
                <a:headEnd type="none" w="med" len="med"/>
                <a:tailEnd type="none" w="med" len="med"/>
              </a:ln>
            </p:spPr>
          </p:sp>
          <p:sp>
            <p:nvSpPr>
              <p:cNvPr id="53531" name="Freeform 591"/>
              <p:cNvSpPr/>
              <p:nvPr/>
            </p:nvSpPr>
            <p:spPr>
              <a:xfrm>
                <a:off x="5068" y="1372"/>
                <a:ext cx="22" cy="20"/>
              </a:xfrm>
              <a:custGeom>
                <a:avLst/>
                <a:gdLst/>
                <a:ahLst/>
                <a:cxnLst>
                  <a:cxn ang="0">
                    <a:pos x="7" y="17"/>
                  </a:cxn>
                  <a:cxn ang="0">
                    <a:pos x="10" y="19"/>
                  </a:cxn>
                  <a:cxn ang="0">
                    <a:pos x="11" y="18"/>
                  </a:cxn>
                  <a:cxn ang="0">
                    <a:pos x="17" y="19"/>
                  </a:cxn>
                  <a:cxn ang="0">
                    <a:pos x="21" y="13"/>
                  </a:cxn>
                  <a:cxn ang="0">
                    <a:pos x="19" y="8"/>
                  </a:cxn>
                  <a:cxn ang="0">
                    <a:pos x="15" y="5"/>
                  </a:cxn>
                  <a:cxn ang="0">
                    <a:pos x="11" y="2"/>
                  </a:cxn>
                  <a:cxn ang="0">
                    <a:pos x="6" y="1"/>
                  </a:cxn>
                  <a:cxn ang="0">
                    <a:pos x="5" y="2"/>
                  </a:cxn>
                  <a:cxn ang="0">
                    <a:pos x="2" y="0"/>
                  </a:cxn>
                  <a:cxn ang="0">
                    <a:pos x="0" y="1"/>
                  </a:cxn>
                  <a:cxn ang="0">
                    <a:pos x="2" y="6"/>
                  </a:cxn>
                  <a:cxn ang="0">
                    <a:pos x="1" y="8"/>
                  </a:cxn>
                  <a:cxn ang="0">
                    <a:pos x="4" y="12"/>
                  </a:cxn>
                  <a:cxn ang="0">
                    <a:pos x="7" y="17"/>
                  </a:cxn>
                </a:cxnLst>
                <a:rect l="0" t="0" r="0" b="0"/>
                <a:pathLst>
                  <a:path w="22" h="20">
                    <a:moveTo>
                      <a:pt x="7" y="17"/>
                    </a:moveTo>
                    <a:lnTo>
                      <a:pt x="10" y="19"/>
                    </a:lnTo>
                    <a:lnTo>
                      <a:pt x="11" y="18"/>
                    </a:lnTo>
                    <a:lnTo>
                      <a:pt x="17" y="19"/>
                    </a:lnTo>
                    <a:lnTo>
                      <a:pt x="21" y="13"/>
                    </a:lnTo>
                    <a:lnTo>
                      <a:pt x="19" y="8"/>
                    </a:lnTo>
                    <a:lnTo>
                      <a:pt x="15" y="5"/>
                    </a:lnTo>
                    <a:lnTo>
                      <a:pt x="11" y="2"/>
                    </a:lnTo>
                    <a:lnTo>
                      <a:pt x="6" y="1"/>
                    </a:lnTo>
                    <a:lnTo>
                      <a:pt x="5" y="2"/>
                    </a:lnTo>
                    <a:lnTo>
                      <a:pt x="2" y="0"/>
                    </a:lnTo>
                    <a:lnTo>
                      <a:pt x="0" y="1"/>
                    </a:lnTo>
                    <a:lnTo>
                      <a:pt x="2" y="6"/>
                    </a:lnTo>
                    <a:lnTo>
                      <a:pt x="1" y="8"/>
                    </a:lnTo>
                    <a:lnTo>
                      <a:pt x="4" y="12"/>
                    </a:lnTo>
                    <a:lnTo>
                      <a:pt x="7" y="17"/>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32" name="Freeform 592"/>
              <p:cNvSpPr/>
              <p:nvPr/>
            </p:nvSpPr>
            <p:spPr>
              <a:xfrm>
                <a:off x="5063" y="1368"/>
                <a:ext cx="24" cy="25"/>
              </a:xfrm>
              <a:custGeom>
                <a:avLst/>
                <a:gdLst/>
                <a:ahLst/>
                <a:cxnLst>
                  <a:cxn ang="0">
                    <a:pos x="8" y="0"/>
                  </a:cxn>
                  <a:cxn ang="0">
                    <a:pos x="23" y="19"/>
                  </a:cxn>
                  <a:cxn ang="0">
                    <a:pos x="14" y="24"/>
                  </a:cxn>
                  <a:cxn ang="0">
                    <a:pos x="0" y="6"/>
                  </a:cxn>
                  <a:cxn ang="0">
                    <a:pos x="8" y="0"/>
                  </a:cxn>
                </a:cxnLst>
                <a:rect l="0" t="0" r="0" b="0"/>
                <a:pathLst>
                  <a:path w="24" h="25">
                    <a:moveTo>
                      <a:pt x="8" y="0"/>
                    </a:moveTo>
                    <a:lnTo>
                      <a:pt x="23" y="19"/>
                    </a:lnTo>
                    <a:lnTo>
                      <a:pt x="14"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33" name="Freeform 593"/>
              <p:cNvSpPr/>
              <p:nvPr/>
            </p:nvSpPr>
            <p:spPr>
              <a:xfrm>
                <a:off x="5074" y="1380"/>
                <a:ext cx="21" cy="17"/>
              </a:xfrm>
              <a:custGeom>
                <a:avLst/>
                <a:gdLst/>
                <a:ahLst/>
                <a:cxnLst>
                  <a:cxn ang="0">
                    <a:pos x="0" y="2"/>
                  </a:cxn>
                  <a:cxn ang="0">
                    <a:pos x="1" y="6"/>
                  </a:cxn>
                  <a:cxn ang="0">
                    <a:pos x="2" y="10"/>
                  </a:cxn>
                  <a:cxn ang="0">
                    <a:pos x="4" y="14"/>
                  </a:cxn>
                  <a:cxn ang="0">
                    <a:pos x="6" y="16"/>
                  </a:cxn>
                  <a:cxn ang="0">
                    <a:pos x="10" y="16"/>
                  </a:cxn>
                  <a:cxn ang="0">
                    <a:pos x="14" y="15"/>
                  </a:cxn>
                  <a:cxn ang="0">
                    <a:pos x="18" y="16"/>
                  </a:cxn>
                  <a:cxn ang="0">
                    <a:pos x="20" y="14"/>
                  </a:cxn>
                  <a:cxn ang="0">
                    <a:pos x="17" y="12"/>
                  </a:cxn>
                  <a:cxn ang="0">
                    <a:pos x="19" y="10"/>
                  </a:cxn>
                  <a:cxn ang="0">
                    <a:pos x="18" y="6"/>
                  </a:cxn>
                  <a:cxn ang="0">
                    <a:pos x="15" y="4"/>
                  </a:cxn>
                  <a:cxn ang="0">
                    <a:pos x="12" y="3"/>
                  </a:cxn>
                  <a:cxn ang="0">
                    <a:pos x="10" y="0"/>
                  </a:cxn>
                  <a:cxn ang="0">
                    <a:pos x="5" y="0"/>
                  </a:cxn>
                  <a:cxn ang="0">
                    <a:pos x="4" y="2"/>
                  </a:cxn>
                  <a:cxn ang="0">
                    <a:pos x="1" y="0"/>
                  </a:cxn>
                  <a:cxn ang="0">
                    <a:pos x="0" y="2"/>
                  </a:cxn>
                </a:cxnLst>
                <a:rect l="0" t="0" r="0" b="0"/>
                <a:pathLst>
                  <a:path w="21" h="17">
                    <a:moveTo>
                      <a:pt x="0" y="2"/>
                    </a:moveTo>
                    <a:lnTo>
                      <a:pt x="1" y="6"/>
                    </a:lnTo>
                    <a:lnTo>
                      <a:pt x="2" y="10"/>
                    </a:lnTo>
                    <a:lnTo>
                      <a:pt x="4" y="14"/>
                    </a:lnTo>
                    <a:lnTo>
                      <a:pt x="6" y="16"/>
                    </a:lnTo>
                    <a:lnTo>
                      <a:pt x="10" y="16"/>
                    </a:lnTo>
                    <a:lnTo>
                      <a:pt x="14" y="15"/>
                    </a:lnTo>
                    <a:lnTo>
                      <a:pt x="18" y="16"/>
                    </a:lnTo>
                    <a:lnTo>
                      <a:pt x="20" y="14"/>
                    </a:lnTo>
                    <a:lnTo>
                      <a:pt x="17" y="12"/>
                    </a:lnTo>
                    <a:lnTo>
                      <a:pt x="19" y="10"/>
                    </a:lnTo>
                    <a:lnTo>
                      <a:pt x="18" y="6"/>
                    </a:lnTo>
                    <a:lnTo>
                      <a:pt x="15" y="4"/>
                    </a:lnTo>
                    <a:lnTo>
                      <a:pt x="12" y="3"/>
                    </a:lnTo>
                    <a:lnTo>
                      <a:pt x="10" y="0"/>
                    </a:lnTo>
                    <a:lnTo>
                      <a:pt x="5" y="0"/>
                    </a:lnTo>
                    <a:lnTo>
                      <a:pt x="4" y="2"/>
                    </a:lnTo>
                    <a:lnTo>
                      <a:pt x="1" y="0"/>
                    </a:lnTo>
                    <a:lnTo>
                      <a:pt x="0"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34" name="Line 594"/>
              <p:cNvSpPr/>
              <p:nvPr/>
            </p:nvSpPr>
            <p:spPr>
              <a:xfrm>
                <a:off x="5053" y="1365"/>
                <a:ext cx="7" cy="0"/>
              </a:xfrm>
              <a:prstGeom prst="line">
                <a:avLst/>
              </a:prstGeom>
              <a:ln w="12700" cap="flat" cmpd="sng">
                <a:solidFill>
                  <a:schemeClr val="tx1"/>
                </a:solidFill>
                <a:prstDash val="solid"/>
                <a:headEnd type="none" w="med" len="med"/>
                <a:tailEnd type="none" w="med" len="med"/>
              </a:ln>
            </p:spPr>
          </p:sp>
          <p:sp>
            <p:nvSpPr>
              <p:cNvPr id="53535" name="Line 595"/>
              <p:cNvSpPr/>
              <p:nvPr/>
            </p:nvSpPr>
            <p:spPr>
              <a:xfrm>
                <a:off x="5055" y="1362"/>
                <a:ext cx="7" cy="5"/>
              </a:xfrm>
              <a:prstGeom prst="line">
                <a:avLst/>
              </a:prstGeom>
              <a:ln w="12700" cap="flat" cmpd="sng">
                <a:solidFill>
                  <a:schemeClr val="tx1"/>
                </a:solidFill>
                <a:prstDash val="solid"/>
                <a:headEnd type="none" w="med" len="med"/>
                <a:tailEnd type="none" w="med" len="med"/>
              </a:ln>
            </p:spPr>
          </p:sp>
          <p:sp>
            <p:nvSpPr>
              <p:cNvPr id="53536" name="Freeform 596"/>
              <p:cNvSpPr/>
              <p:nvPr/>
            </p:nvSpPr>
            <p:spPr>
              <a:xfrm>
                <a:off x="5043" y="1363"/>
                <a:ext cx="24" cy="22"/>
              </a:xfrm>
              <a:custGeom>
                <a:avLst/>
                <a:gdLst/>
                <a:ahLst/>
                <a:cxnLst>
                  <a:cxn ang="0">
                    <a:pos x="11" y="18"/>
                  </a:cxn>
                  <a:cxn ang="0">
                    <a:pos x="12" y="17"/>
                  </a:cxn>
                  <a:cxn ang="0">
                    <a:pos x="17" y="21"/>
                  </a:cxn>
                  <a:cxn ang="0">
                    <a:pos x="23" y="12"/>
                  </a:cxn>
                  <a:cxn ang="0">
                    <a:pos x="19" y="8"/>
                  </a:cxn>
                  <a:cxn ang="0">
                    <a:pos x="20" y="7"/>
                  </a:cxn>
                  <a:cxn ang="0">
                    <a:pos x="15" y="4"/>
                  </a:cxn>
                  <a:cxn ang="0">
                    <a:pos x="14" y="6"/>
                  </a:cxn>
                  <a:cxn ang="0">
                    <a:pos x="10" y="2"/>
                  </a:cxn>
                  <a:cxn ang="0">
                    <a:pos x="4" y="0"/>
                  </a:cxn>
                  <a:cxn ang="0">
                    <a:pos x="3" y="2"/>
                  </a:cxn>
                  <a:cxn ang="0">
                    <a:pos x="1" y="4"/>
                  </a:cxn>
                  <a:cxn ang="0">
                    <a:pos x="0" y="5"/>
                  </a:cxn>
                  <a:cxn ang="0">
                    <a:pos x="3" y="11"/>
                  </a:cxn>
                  <a:cxn ang="0">
                    <a:pos x="8" y="14"/>
                  </a:cxn>
                  <a:cxn ang="0">
                    <a:pos x="7" y="15"/>
                  </a:cxn>
                  <a:cxn ang="0">
                    <a:pos x="11" y="18"/>
                  </a:cxn>
                </a:cxnLst>
                <a:rect l="0" t="0" r="0" b="0"/>
                <a:pathLst>
                  <a:path w="24" h="22">
                    <a:moveTo>
                      <a:pt x="11" y="18"/>
                    </a:moveTo>
                    <a:lnTo>
                      <a:pt x="12" y="17"/>
                    </a:lnTo>
                    <a:lnTo>
                      <a:pt x="17" y="21"/>
                    </a:lnTo>
                    <a:lnTo>
                      <a:pt x="23" y="12"/>
                    </a:lnTo>
                    <a:lnTo>
                      <a:pt x="19" y="8"/>
                    </a:lnTo>
                    <a:lnTo>
                      <a:pt x="20" y="7"/>
                    </a:lnTo>
                    <a:lnTo>
                      <a:pt x="15" y="4"/>
                    </a:lnTo>
                    <a:lnTo>
                      <a:pt x="14" y="6"/>
                    </a:lnTo>
                    <a:lnTo>
                      <a:pt x="10" y="2"/>
                    </a:lnTo>
                    <a:lnTo>
                      <a:pt x="4" y="0"/>
                    </a:lnTo>
                    <a:lnTo>
                      <a:pt x="3" y="2"/>
                    </a:lnTo>
                    <a:lnTo>
                      <a:pt x="1" y="4"/>
                    </a:lnTo>
                    <a:lnTo>
                      <a:pt x="0" y="5"/>
                    </a:lnTo>
                    <a:lnTo>
                      <a:pt x="3" y="11"/>
                    </a:lnTo>
                    <a:lnTo>
                      <a:pt x="8" y="14"/>
                    </a:lnTo>
                    <a:lnTo>
                      <a:pt x="7" y="15"/>
                    </a:lnTo>
                    <a:lnTo>
                      <a:pt x="11"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37" name="Freeform 597"/>
              <p:cNvSpPr/>
              <p:nvPr/>
            </p:nvSpPr>
            <p:spPr>
              <a:xfrm>
                <a:off x="5040" y="1360"/>
                <a:ext cx="23" cy="25"/>
              </a:xfrm>
              <a:custGeom>
                <a:avLst/>
                <a:gdLst/>
                <a:ahLst/>
                <a:cxnLst>
                  <a:cxn ang="0">
                    <a:pos x="8" y="0"/>
                  </a:cxn>
                  <a:cxn ang="0">
                    <a:pos x="22" y="18"/>
                  </a:cxn>
                  <a:cxn ang="0">
                    <a:pos x="15" y="24"/>
                  </a:cxn>
                  <a:cxn ang="0">
                    <a:pos x="0" y="6"/>
                  </a:cxn>
                  <a:cxn ang="0">
                    <a:pos x="8" y="0"/>
                  </a:cxn>
                </a:cxnLst>
                <a:rect l="0" t="0" r="0" b="0"/>
                <a:pathLst>
                  <a:path w="23" h="25">
                    <a:moveTo>
                      <a:pt x="8" y="0"/>
                    </a:moveTo>
                    <a:lnTo>
                      <a:pt x="22" y="18"/>
                    </a:lnTo>
                    <a:lnTo>
                      <a:pt x="15"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38" name="Freeform 598"/>
              <p:cNvSpPr/>
              <p:nvPr/>
            </p:nvSpPr>
            <p:spPr>
              <a:xfrm>
                <a:off x="5053" y="1368"/>
                <a:ext cx="23" cy="18"/>
              </a:xfrm>
              <a:custGeom>
                <a:avLst/>
                <a:gdLst/>
                <a:ahLst/>
                <a:cxnLst>
                  <a:cxn ang="0">
                    <a:pos x="3" y="3"/>
                  </a:cxn>
                  <a:cxn ang="0">
                    <a:pos x="1" y="5"/>
                  </a:cxn>
                  <a:cxn ang="0">
                    <a:pos x="0" y="6"/>
                  </a:cxn>
                  <a:cxn ang="0">
                    <a:pos x="1" y="10"/>
                  </a:cxn>
                  <a:cxn ang="0">
                    <a:pos x="4" y="12"/>
                  </a:cxn>
                  <a:cxn ang="0">
                    <a:pos x="3" y="14"/>
                  </a:cxn>
                  <a:cxn ang="0">
                    <a:pos x="6" y="16"/>
                  </a:cxn>
                  <a:cxn ang="0">
                    <a:pos x="15" y="17"/>
                  </a:cxn>
                  <a:cxn ang="0">
                    <a:pos x="19" y="17"/>
                  </a:cxn>
                  <a:cxn ang="0">
                    <a:pos x="22" y="13"/>
                  </a:cxn>
                  <a:cxn ang="0">
                    <a:pos x="16" y="4"/>
                  </a:cxn>
                  <a:cxn ang="0">
                    <a:pos x="13" y="2"/>
                  </a:cxn>
                  <a:cxn ang="0">
                    <a:pos x="9" y="0"/>
                  </a:cxn>
                  <a:cxn ang="0">
                    <a:pos x="5" y="0"/>
                  </a:cxn>
                  <a:cxn ang="0">
                    <a:pos x="3" y="2"/>
                  </a:cxn>
                  <a:cxn ang="0">
                    <a:pos x="3" y="3"/>
                  </a:cxn>
                </a:cxnLst>
                <a:rect l="0" t="0" r="0" b="0"/>
                <a:pathLst>
                  <a:path w="23" h="18">
                    <a:moveTo>
                      <a:pt x="3" y="3"/>
                    </a:moveTo>
                    <a:lnTo>
                      <a:pt x="1" y="5"/>
                    </a:lnTo>
                    <a:lnTo>
                      <a:pt x="0" y="6"/>
                    </a:lnTo>
                    <a:lnTo>
                      <a:pt x="1" y="10"/>
                    </a:lnTo>
                    <a:lnTo>
                      <a:pt x="4" y="12"/>
                    </a:lnTo>
                    <a:lnTo>
                      <a:pt x="3" y="14"/>
                    </a:lnTo>
                    <a:lnTo>
                      <a:pt x="6" y="16"/>
                    </a:lnTo>
                    <a:lnTo>
                      <a:pt x="15" y="17"/>
                    </a:lnTo>
                    <a:lnTo>
                      <a:pt x="19" y="17"/>
                    </a:lnTo>
                    <a:lnTo>
                      <a:pt x="22" y="13"/>
                    </a:lnTo>
                    <a:lnTo>
                      <a:pt x="16" y="4"/>
                    </a:lnTo>
                    <a:lnTo>
                      <a:pt x="13" y="2"/>
                    </a:lnTo>
                    <a:lnTo>
                      <a:pt x="9" y="0"/>
                    </a:lnTo>
                    <a:lnTo>
                      <a:pt x="5" y="0"/>
                    </a:lnTo>
                    <a:lnTo>
                      <a:pt x="3" y="2"/>
                    </a:lnTo>
                    <a:lnTo>
                      <a:pt x="3" y="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39" name="Line 599"/>
              <p:cNvSpPr/>
              <p:nvPr/>
            </p:nvSpPr>
            <p:spPr>
              <a:xfrm>
                <a:off x="5060" y="1360"/>
                <a:ext cx="4" cy="0"/>
              </a:xfrm>
              <a:prstGeom prst="line">
                <a:avLst/>
              </a:prstGeom>
              <a:ln w="12700" cap="flat" cmpd="sng">
                <a:solidFill>
                  <a:schemeClr val="tx1"/>
                </a:solidFill>
                <a:prstDash val="solid"/>
                <a:headEnd type="none" w="med" len="med"/>
                <a:tailEnd type="none" w="med" len="med"/>
              </a:ln>
            </p:spPr>
          </p:sp>
          <p:sp>
            <p:nvSpPr>
              <p:cNvPr id="53540" name="Line 600"/>
              <p:cNvSpPr/>
              <p:nvPr/>
            </p:nvSpPr>
            <p:spPr>
              <a:xfrm>
                <a:off x="5059" y="1359"/>
                <a:ext cx="6" cy="1"/>
              </a:xfrm>
              <a:prstGeom prst="line">
                <a:avLst/>
              </a:prstGeom>
              <a:ln w="12700" cap="flat" cmpd="sng">
                <a:solidFill>
                  <a:schemeClr val="tx1"/>
                </a:solidFill>
                <a:prstDash val="solid"/>
                <a:headEnd type="none" w="med" len="med"/>
                <a:tailEnd type="none" w="med" len="med"/>
              </a:ln>
            </p:spPr>
          </p:sp>
          <p:sp>
            <p:nvSpPr>
              <p:cNvPr id="53541" name="Freeform 601"/>
              <p:cNvSpPr/>
              <p:nvPr/>
            </p:nvSpPr>
            <p:spPr>
              <a:xfrm>
                <a:off x="5049" y="1353"/>
                <a:ext cx="24" cy="21"/>
              </a:xfrm>
              <a:custGeom>
                <a:avLst/>
                <a:gdLst/>
                <a:ahLst/>
                <a:cxnLst>
                  <a:cxn ang="0">
                    <a:pos x="11" y="18"/>
                  </a:cxn>
                  <a:cxn ang="0">
                    <a:pos x="16" y="20"/>
                  </a:cxn>
                  <a:cxn ang="0">
                    <a:pos x="23" y="12"/>
                  </a:cxn>
                  <a:cxn ang="0">
                    <a:pos x="18" y="8"/>
                  </a:cxn>
                  <a:cxn ang="0">
                    <a:pos x="20" y="7"/>
                  </a:cxn>
                  <a:cxn ang="0">
                    <a:pos x="15" y="3"/>
                  </a:cxn>
                  <a:cxn ang="0">
                    <a:pos x="14" y="5"/>
                  </a:cxn>
                  <a:cxn ang="0">
                    <a:pos x="10" y="1"/>
                  </a:cxn>
                  <a:cxn ang="0">
                    <a:pos x="3" y="0"/>
                  </a:cxn>
                  <a:cxn ang="0">
                    <a:pos x="2" y="2"/>
                  </a:cxn>
                  <a:cxn ang="0">
                    <a:pos x="2" y="3"/>
                  </a:cxn>
                  <a:cxn ang="0">
                    <a:pos x="0" y="4"/>
                  </a:cxn>
                  <a:cxn ang="0">
                    <a:pos x="2" y="11"/>
                  </a:cxn>
                  <a:cxn ang="0">
                    <a:pos x="6" y="14"/>
                  </a:cxn>
                  <a:cxn ang="0">
                    <a:pos x="11" y="18"/>
                  </a:cxn>
                </a:cxnLst>
                <a:rect l="0" t="0" r="0" b="0"/>
                <a:pathLst>
                  <a:path w="24" h="21">
                    <a:moveTo>
                      <a:pt x="11" y="18"/>
                    </a:moveTo>
                    <a:lnTo>
                      <a:pt x="16" y="20"/>
                    </a:lnTo>
                    <a:lnTo>
                      <a:pt x="23" y="12"/>
                    </a:lnTo>
                    <a:lnTo>
                      <a:pt x="18" y="8"/>
                    </a:lnTo>
                    <a:lnTo>
                      <a:pt x="20" y="7"/>
                    </a:lnTo>
                    <a:lnTo>
                      <a:pt x="15" y="3"/>
                    </a:lnTo>
                    <a:lnTo>
                      <a:pt x="14" y="5"/>
                    </a:lnTo>
                    <a:lnTo>
                      <a:pt x="10" y="1"/>
                    </a:lnTo>
                    <a:lnTo>
                      <a:pt x="3" y="0"/>
                    </a:lnTo>
                    <a:lnTo>
                      <a:pt x="2" y="2"/>
                    </a:lnTo>
                    <a:lnTo>
                      <a:pt x="2" y="3"/>
                    </a:lnTo>
                    <a:lnTo>
                      <a:pt x="0" y="4"/>
                    </a:lnTo>
                    <a:lnTo>
                      <a:pt x="2" y="11"/>
                    </a:lnTo>
                    <a:lnTo>
                      <a:pt x="6" y="14"/>
                    </a:lnTo>
                    <a:lnTo>
                      <a:pt x="11"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42" name="Freeform 602"/>
              <p:cNvSpPr/>
              <p:nvPr/>
            </p:nvSpPr>
            <p:spPr>
              <a:xfrm>
                <a:off x="5047" y="1350"/>
                <a:ext cx="23" cy="25"/>
              </a:xfrm>
              <a:custGeom>
                <a:avLst/>
                <a:gdLst/>
                <a:ahLst/>
                <a:cxnLst>
                  <a:cxn ang="0">
                    <a:pos x="8" y="0"/>
                  </a:cxn>
                  <a:cxn ang="0">
                    <a:pos x="22" y="18"/>
                  </a:cxn>
                  <a:cxn ang="0">
                    <a:pos x="15" y="24"/>
                  </a:cxn>
                  <a:cxn ang="0">
                    <a:pos x="0" y="6"/>
                  </a:cxn>
                  <a:cxn ang="0">
                    <a:pos x="8" y="0"/>
                  </a:cxn>
                </a:cxnLst>
                <a:rect l="0" t="0" r="0" b="0"/>
                <a:pathLst>
                  <a:path w="23" h="25">
                    <a:moveTo>
                      <a:pt x="8" y="0"/>
                    </a:moveTo>
                    <a:lnTo>
                      <a:pt x="22" y="18"/>
                    </a:lnTo>
                    <a:lnTo>
                      <a:pt x="15" y="24"/>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43" name="Freeform 603"/>
              <p:cNvSpPr/>
              <p:nvPr/>
            </p:nvSpPr>
            <p:spPr>
              <a:xfrm>
                <a:off x="5058" y="1365"/>
                <a:ext cx="24" cy="17"/>
              </a:xfrm>
              <a:custGeom>
                <a:avLst/>
                <a:gdLst/>
                <a:ahLst/>
                <a:cxnLst>
                  <a:cxn ang="0">
                    <a:pos x="3" y="1"/>
                  </a:cxn>
                  <a:cxn ang="0">
                    <a:pos x="2" y="3"/>
                  </a:cxn>
                  <a:cxn ang="0">
                    <a:pos x="0" y="5"/>
                  </a:cxn>
                  <a:cxn ang="0">
                    <a:pos x="1" y="9"/>
                  </a:cxn>
                  <a:cxn ang="0">
                    <a:pos x="5" y="11"/>
                  </a:cxn>
                  <a:cxn ang="0">
                    <a:pos x="3" y="13"/>
                  </a:cxn>
                  <a:cxn ang="0">
                    <a:pos x="6" y="14"/>
                  </a:cxn>
                  <a:cxn ang="0">
                    <a:pos x="20" y="16"/>
                  </a:cxn>
                  <a:cxn ang="0">
                    <a:pos x="23" y="12"/>
                  </a:cxn>
                  <a:cxn ang="0">
                    <a:pos x="17" y="2"/>
                  </a:cxn>
                  <a:cxn ang="0">
                    <a:pos x="14" y="0"/>
                  </a:cxn>
                  <a:cxn ang="0">
                    <a:pos x="13" y="2"/>
                  </a:cxn>
                  <a:cxn ang="0">
                    <a:pos x="10" y="0"/>
                  </a:cxn>
                  <a:cxn ang="0">
                    <a:pos x="4" y="0"/>
                  </a:cxn>
                  <a:cxn ang="0">
                    <a:pos x="3" y="1"/>
                  </a:cxn>
                </a:cxnLst>
                <a:rect l="0" t="0" r="0" b="0"/>
                <a:pathLst>
                  <a:path w="24" h="17">
                    <a:moveTo>
                      <a:pt x="3" y="1"/>
                    </a:moveTo>
                    <a:lnTo>
                      <a:pt x="2" y="3"/>
                    </a:lnTo>
                    <a:lnTo>
                      <a:pt x="0" y="5"/>
                    </a:lnTo>
                    <a:lnTo>
                      <a:pt x="1" y="9"/>
                    </a:lnTo>
                    <a:lnTo>
                      <a:pt x="5" y="11"/>
                    </a:lnTo>
                    <a:lnTo>
                      <a:pt x="3" y="13"/>
                    </a:lnTo>
                    <a:lnTo>
                      <a:pt x="6" y="14"/>
                    </a:lnTo>
                    <a:lnTo>
                      <a:pt x="20" y="16"/>
                    </a:lnTo>
                    <a:lnTo>
                      <a:pt x="23" y="12"/>
                    </a:lnTo>
                    <a:lnTo>
                      <a:pt x="17" y="2"/>
                    </a:lnTo>
                    <a:lnTo>
                      <a:pt x="14" y="0"/>
                    </a:lnTo>
                    <a:lnTo>
                      <a:pt x="13" y="2"/>
                    </a:lnTo>
                    <a:lnTo>
                      <a:pt x="10" y="0"/>
                    </a:lnTo>
                    <a:lnTo>
                      <a:pt x="4" y="0"/>
                    </a:lnTo>
                    <a:lnTo>
                      <a:pt x="3"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44" name="Line 604"/>
              <p:cNvSpPr/>
              <p:nvPr/>
            </p:nvSpPr>
            <p:spPr>
              <a:xfrm>
                <a:off x="5050" y="1345"/>
                <a:ext cx="6" cy="5"/>
              </a:xfrm>
              <a:prstGeom prst="line">
                <a:avLst/>
              </a:prstGeom>
              <a:ln w="12700" cap="flat" cmpd="sng">
                <a:solidFill>
                  <a:schemeClr val="tx1"/>
                </a:solidFill>
                <a:prstDash val="solid"/>
                <a:headEnd type="none" w="med" len="med"/>
                <a:tailEnd type="none" w="med" len="med"/>
              </a:ln>
            </p:spPr>
          </p:sp>
          <p:sp>
            <p:nvSpPr>
              <p:cNvPr id="53545" name="Line 605"/>
              <p:cNvSpPr/>
              <p:nvPr/>
            </p:nvSpPr>
            <p:spPr>
              <a:xfrm>
                <a:off x="5052" y="1344"/>
                <a:ext cx="7" cy="1"/>
              </a:xfrm>
              <a:prstGeom prst="line">
                <a:avLst/>
              </a:prstGeom>
              <a:ln w="12700" cap="flat" cmpd="sng">
                <a:solidFill>
                  <a:schemeClr val="tx1"/>
                </a:solidFill>
                <a:prstDash val="solid"/>
                <a:headEnd type="none" w="med" len="med"/>
                <a:tailEnd type="none" w="med" len="med"/>
              </a:ln>
            </p:spPr>
          </p:sp>
          <p:sp>
            <p:nvSpPr>
              <p:cNvPr id="53546" name="Freeform 606"/>
              <p:cNvSpPr/>
              <p:nvPr/>
            </p:nvSpPr>
            <p:spPr>
              <a:xfrm>
                <a:off x="5045" y="1345"/>
                <a:ext cx="23" cy="19"/>
              </a:xfrm>
              <a:custGeom>
                <a:avLst/>
                <a:gdLst/>
                <a:ahLst/>
                <a:cxnLst>
                  <a:cxn ang="0">
                    <a:pos x="10" y="18"/>
                  </a:cxn>
                  <a:cxn ang="0">
                    <a:pos x="11" y="15"/>
                  </a:cxn>
                  <a:cxn ang="0">
                    <a:pos x="15" y="18"/>
                  </a:cxn>
                  <a:cxn ang="0">
                    <a:pos x="22" y="10"/>
                  </a:cxn>
                  <a:cxn ang="0">
                    <a:pos x="18" y="8"/>
                  </a:cxn>
                  <a:cxn ang="0">
                    <a:pos x="19" y="5"/>
                  </a:cxn>
                  <a:cxn ang="0">
                    <a:pos x="16" y="3"/>
                  </a:cxn>
                  <a:cxn ang="0">
                    <a:pos x="14" y="4"/>
                  </a:cxn>
                  <a:cxn ang="0">
                    <a:pos x="11" y="2"/>
                  </a:cxn>
                  <a:cxn ang="0">
                    <a:pos x="6" y="0"/>
                  </a:cxn>
                  <a:cxn ang="0">
                    <a:pos x="5" y="3"/>
                  </a:cxn>
                  <a:cxn ang="0">
                    <a:pos x="1" y="0"/>
                  </a:cxn>
                  <a:cxn ang="0">
                    <a:pos x="0" y="2"/>
                  </a:cxn>
                  <a:cxn ang="0">
                    <a:pos x="3" y="6"/>
                  </a:cxn>
                  <a:cxn ang="0">
                    <a:pos x="4" y="10"/>
                  </a:cxn>
                  <a:cxn ang="0">
                    <a:pos x="8" y="12"/>
                  </a:cxn>
                  <a:cxn ang="0">
                    <a:pos x="7" y="15"/>
                  </a:cxn>
                  <a:cxn ang="0">
                    <a:pos x="10" y="18"/>
                  </a:cxn>
                </a:cxnLst>
                <a:rect l="0" t="0" r="0" b="0"/>
                <a:pathLst>
                  <a:path w="23" h="19">
                    <a:moveTo>
                      <a:pt x="10" y="18"/>
                    </a:moveTo>
                    <a:lnTo>
                      <a:pt x="11" y="15"/>
                    </a:lnTo>
                    <a:lnTo>
                      <a:pt x="15" y="18"/>
                    </a:lnTo>
                    <a:lnTo>
                      <a:pt x="22" y="10"/>
                    </a:lnTo>
                    <a:lnTo>
                      <a:pt x="18" y="8"/>
                    </a:lnTo>
                    <a:lnTo>
                      <a:pt x="19" y="5"/>
                    </a:lnTo>
                    <a:lnTo>
                      <a:pt x="16" y="3"/>
                    </a:lnTo>
                    <a:lnTo>
                      <a:pt x="14" y="4"/>
                    </a:lnTo>
                    <a:lnTo>
                      <a:pt x="11" y="2"/>
                    </a:lnTo>
                    <a:lnTo>
                      <a:pt x="6" y="0"/>
                    </a:lnTo>
                    <a:lnTo>
                      <a:pt x="5" y="3"/>
                    </a:lnTo>
                    <a:lnTo>
                      <a:pt x="1" y="0"/>
                    </a:lnTo>
                    <a:lnTo>
                      <a:pt x="0" y="2"/>
                    </a:lnTo>
                    <a:lnTo>
                      <a:pt x="3" y="6"/>
                    </a:lnTo>
                    <a:lnTo>
                      <a:pt x="4" y="10"/>
                    </a:lnTo>
                    <a:lnTo>
                      <a:pt x="8" y="12"/>
                    </a:lnTo>
                    <a:lnTo>
                      <a:pt x="7" y="15"/>
                    </a:lnTo>
                    <a:lnTo>
                      <a:pt x="10" y="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47" name="Freeform 607"/>
              <p:cNvSpPr/>
              <p:nvPr/>
            </p:nvSpPr>
            <p:spPr>
              <a:xfrm>
                <a:off x="5043" y="1342"/>
                <a:ext cx="23" cy="24"/>
              </a:xfrm>
              <a:custGeom>
                <a:avLst/>
                <a:gdLst/>
                <a:ahLst/>
                <a:cxnLst>
                  <a:cxn ang="0">
                    <a:pos x="8" y="0"/>
                  </a:cxn>
                  <a:cxn ang="0">
                    <a:pos x="22" y="17"/>
                  </a:cxn>
                  <a:cxn ang="0">
                    <a:pos x="14" y="23"/>
                  </a:cxn>
                  <a:cxn ang="0">
                    <a:pos x="0" y="6"/>
                  </a:cxn>
                  <a:cxn ang="0">
                    <a:pos x="8" y="0"/>
                  </a:cxn>
                </a:cxnLst>
                <a:rect l="0" t="0" r="0" b="0"/>
                <a:pathLst>
                  <a:path w="23" h="24">
                    <a:moveTo>
                      <a:pt x="8" y="0"/>
                    </a:moveTo>
                    <a:lnTo>
                      <a:pt x="22" y="17"/>
                    </a:lnTo>
                    <a:lnTo>
                      <a:pt x="14" y="23"/>
                    </a:lnTo>
                    <a:lnTo>
                      <a:pt x="0" y="6"/>
                    </a:lnTo>
                    <a:lnTo>
                      <a:pt x="8"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48" name="Freeform 608"/>
              <p:cNvSpPr/>
              <p:nvPr/>
            </p:nvSpPr>
            <p:spPr>
              <a:xfrm>
                <a:off x="5050" y="1351"/>
                <a:ext cx="23" cy="18"/>
              </a:xfrm>
              <a:custGeom>
                <a:avLst/>
                <a:gdLst/>
                <a:ahLst/>
                <a:cxnLst>
                  <a:cxn ang="0">
                    <a:pos x="3" y="3"/>
                  </a:cxn>
                  <a:cxn ang="0">
                    <a:pos x="1" y="4"/>
                  </a:cxn>
                  <a:cxn ang="0">
                    <a:pos x="0" y="6"/>
                  </a:cxn>
                  <a:cxn ang="0">
                    <a:pos x="1" y="10"/>
                  </a:cxn>
                  <a:cxn ang="0">
                    <a:pos x="5" y="13"/>
                  </a:cxn>
                  <a:cxn ang="0">
                    <a:pos x="3" y="14"/>
                  </a:cxn>
                  <a:cxn ang="0">
                    <a:pos x="7" y="15"/>
                  </a:cxn>
                  <a:cxn ang="0">
                    <a:pos x="12" y="16"/>
                  </a:cxn>
                  <a:cxn ang="0">
                    <a:pos x="16" y="16"/>
                  </a:cxn>
                  <a:cxn ang="0">
                    <a:pos x="18" y="15"/>
                  </a:cxn>
                  <a:cxn ang="0">
                    <a:pos x="21" y="17"/>
                  </a:cxn>
                  <a:cxn ang="0">
                    <a:pos x="22" y="15"/>
                  </a:cxn>
                  <a:cxn ang="0">
                    <a:pos x="21" y="12"/>
                  </a:cxn>
                  <a:cxn ang="0">
                    <a:pos x="22" y="9"/>
                  </a:cxn>
                  <a:cxn ang="0">
                    <a:pos x="20" y="6"/>
                  </a:cxn>
                  <a:cxn ang="0">
                    <a:pos x="17" y="4"/>
                  </a:cxn>
                  <a:cxn ang="0">
                    <a:pos x="14" y="2"/>
                  </a:cxn>
                  <a:cxn ang="0">
                    <a:pos x="11" y="0"/>
                  </a:cxn>
                  <a:cxn ang="0">
                    <a:pos x="6" y="0"/>
                  </a:cxn>
                  <a:cxn ang="0">
                    <a:pos x="4" y="1"/>
                  </a:cxn>
                  <a:cxn ang="0">
                    <a:pos x="3" y="3"/>
                  </a:cxn>
                </a:cxnLst>
                <a:rect l="0" t="0" r="0" b="0"/>
                <a:pathLst>
                  <a:path w="23" h="18">
                    <a:moveTo>
                      <a:pt x="3" y="3"/>
                    </a:moveTo>
                    <a:lnTo>
                      <a:pt x="1" y="4"/>
                    </a:lnTo>
                    <a:lnTo>
                      <a:pt x="0" y="6"/>
                    </a:lnTo>
                    <a:lnTo>
                      <a:pt x="1" y="10"/>
                    </a:lnTo>
                    <a:lnTo>
                      <a:pt x="5" y="13"/>
                    </a:lnTo>
                    <a:lnTo>
                      <a:pt x="3" y="14"/>
                    </a:lnTo>
                    <a:lnTo>
                      <a:pt x="7" y="15"/>
                    </a:lnTo>
                    <a:lnTo>
                      <a:pt x="12" y="16"/>
                    </a:lnTo>
                    <a:lnTo>
                      <a:pt x="16" y="16"/>
                    </a:lnTo>
                    <a:lnTo>
                      <a:pt x="18" y="15"/>
                    </a:lnTo>
                    <a:lnTo>
                      <a:pt x="21" y="17"/>
                    </a:lnTo>
                    <a:lnTo>
                      <a:pt x="22" y="15"/>
                    </a:lnTo>
                    <a:lnTo>
                      <a:pt x="21" y="12"/>
                    </a:lnTo>
                    <a:lnTo>
                      <a:pt x="22" y="9"/>
                    </a:lnTo>
                    <a:lnTo>
                      <a:pt x="20" y="6"/>
                    </a:lnTo>
                    <a:lnTo>
                      <a:pt x="17" y="4"/>
                    </a:lnTo>
                    <a:lnTo>
                      <a:pt x="14" y="2"/>
                    </a:lnTo>
                    <a:lnTo>
                      <a:pt x="11" y="0"/>
                    </a:lnTo>
                    <a:lnTo>
                      <a:pt x="6" y="0"/>
                    </a:lnTo>
                    <a:lnTo>
                      <a:pt x="4" y="1"/>
                    </a:lnTo>
                    <a:lnTo>
                      <a:pt x="3" y="3"/>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49" name="Line 609"/>
              <p:cNvSpPr/>
              <p:nvPr/>
            </p:nvSpPr>
            <p:spPr>
              <a:xfrm>
                <a:off x="5070" y="1358"/>
                <a:ext cx="6" cy="5"/>
              </a:xfrm>
              <a:prstGeom prst="line">
                <a:avLst/>
              </a:prstGeom>
              <a:ln w="12700" cap="flat" cmpd="sng">
                <a:solidFill>
                  <a:schemeClr val="tx1"/>
                </a:solidFill>
                <a:prstDash val="solid"/>
                <a:headEnd type="none" w="med" len="med"/>
                <a:tailEnd type="none" w="med" len="med"/>
              </a:ln>
            </p:spPr>
          </p:sp>
          <p:sp>
            <p:nvSpPr>
              <p:cNvPr id="53550" name="Line 610"/>
              <p:cNvSpPr/>
              <p:nvPr/>
            </p:nvSpPr>
            <p:spPr>
              <a:xfrm>
                <a:off x="5073" y="1360"/>
                <a:ext cx="6" cy="1"/>
              </a:xfrm>
              <a:prstGeom prst="line">
                <a:avLst/>
              </a:prstGeom>
              <a:ln w="12700" cap="flat" cmpd="sng">
                <a:solidFill>
                  <a:schemeClr val="tx1"/>
                </a:solidFill>
                <a:prstDash val="solid"/>
                <a:headEnd type="none" w="med" len="med"/>
                <a:tailEnd type="none" w="med" len="med"/>
              </a:ln>
            </p:spPr>
          </p:sp>
          <p:sp>
            <p:nvSpPr>
              <p:cNvPr id="53551" name="Freeform 611"/>
              <p:cNvSpPr/>
              <p:nvPr/>
            </p:nvSpPr>
            <p:spPr>
              <a:xfrm>
                <a:off x="5064" y="1357"/>
                <a:ext cx="24" cy="21"/>
              </a:xfrm>
              <a:custGeom>
                <a:avLst/>
                <a:gdLst/>
                <a:ahLst/>
                <a:cxnLst>
                  <a:cxn ang="0">
                    <a:pos x="10" y="16"/>
                  </a:cxn>
                  <a:cxn ang="0">
                    <a:pos x="15" y="20"/>
                  </a:cxn>
                  <a:cxn ang="0">
                    <a:pos x="16" y="18"/>
                  </a:cxn>
                  <a:cxn ang="0">
                    <a:pos x="22" y="10"/>
                  </a:cxn>
                  <a:cxn ang="0">
                    <a:pos x="23" y="8"/>
                  </a:cxn>
                  <a:cxn ang="0">
                    <a:pos x="19" y="5"/>
                  </a:cxn>
                  <a:cxn ang="0">
                    <a:pos x="13" y="3"/>
                  </a:cxn>
                  <a:cxn ang="0">
                    <a:pos x="8" y="2"/>
                  </a:cxn>
                  <a:cxn ang="0">
                    <a:pos x="2" y="0"/>
                  </a:cxn>
                  <a:cxn ang="0">
                    <a:pos x="0" y="2"/>
                  </a:cxn>
                  <a:cxn ang="0">
                    <a:pos x="4" y="7"/>
                  </a:cxn>
                  <a:cxn ang="0">
                    <a:pos x="7" y="12"/>
                  </a:cxn>
                  <a:cxn ang="0">
                    <a:pos x="10" y="16"/>
                  </a:cxn>
                </a:cxnLst>
                <a:rect l="0" t="0" r="0" b="0"/>
                <a:pathLst>
                  <a:path w="24" h="21">
                    <a:moveTo>
                      <a:pt x="10" y="16"/>
                    </a:moveTo>
                    <a:lnTo>
                      <a:pt x="15" y="20"/>
                    </a:lnTo>
                    <a:lnTo>
                      <a:pt x="16" y="18"/>
                    </a:lnTo>
                    <a:lnTo>
                      <a:pt x="22" y="10"/>
                    </a:lnTo>
                    <a:lnTo>
                      <a:pt x="23" y="8"/>
                    </a:lnTo>
                    <a:lnTo>
                      <a:pt x="19" y="5"/>
                    </a:lnTo>
                    <a:lnTo>
                      <a:pt x="13" y="3"/>
                    </a:lnTo>
                    <a:lnTo>
                      <a:pt x="8" y="2"/>
                    </a:lnTo>
                    <a:lnTo>
                      <a:pt x="2" y="0"/>
                    </a:lnTo>
                    <a:lnTo>
                      <a:pt x="0" y="2"/>
                    </a:lnTo>
                    <a:lnTo>
                      <a:pt x="4" y="7"/>
                    </a:lnTo>
                    <a:lnTo>
                      <a:pt x="7" y="12"/>
                    </a:lnTo>
                    <a:lnTo>
                      <a:pt x="10" y="16"/>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52" name="Freeform 612"/>
              <p:cNvSpPr/>
              <p:nvPr/>
            </p:nvSpPr>
            <p:spPr>
              <a:xfrm>
                <a:off x="5060" y="1354"/>
                <a:ext cx="24" cy="25"/>
              </a:xfrm>
              <a:custGeom>
                <a:avLst/>
                <a:gdLst/>
                <a:ahLst/>
                <a:cxnLst>
                  <a:cxn ang="0">
                    <a:pos x="9" y="0"/>
                  </a:cxn>
                  <a:cxn ang="0">
                    <a:pos x="23" y="19"/>
                  </a:cxn>
                  <a:cxn ang="0">
                    <a:pos x="16" y="24"/>
                  </a:cxn>
                  <a:cxn ang="0">
                    <a:pos x="0" y="6"/>
                  </a:cxn>
                  <a:cxn ang="0">
                    <a:pos x="9" y="0"/>
                  </a:cxn>
                </a:cxnLst>
                <a:rect l="0" t="0" r="0" b="0"/>
                <a:pathLst>
                  <a:path w="24" h="25">
                    <a:moveTo>
                      <a:pt x="9" y="0"/>
                    </a:moveTo>
                    <a:lnTo>
                      <a:pt x="23" y="19"/>
                    </a:lnTo>
                    <a:lnTo>
                      <a:pt x="16" y="24"/>
                    </a:lnTo>
                    <a:lnTo>
                      <a:pt x="0" y="6"/>
                    </a:lnTo>
                    <a:lnTo>
                      <a:pt x="9" y="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53" name="Freeform 613"/>
              <p:cNvSpPr/>
              <p:nvPr/>
            </p:nvSpPr>
            <p:spPr>
              <a:xfrm>
                <a:off x="5074" y="1368"/>
                <a:ext cx="20" cy="17"/>
              </a:xfrm>
              <a:custGeom>
                <a:avLst/>
                <a:gdLst/>
                <a:ahLst/>
                <a:cxnLst>
                  <a:cxn ang="0">
                    <a:pos x="1" y="2"/>
                  </a:cxn>
                  <a:cxn ang="0">
                    <a:pos x="0" y="3"/>
                  </a:cxn>
                  <a:cxn ang="0">
                    <a:pos x="2" y="5"/>
                  </a:cxn>
                  <a:cxn ang="0">
                    <a:pos x="0" y="7"/>
                  </a:cxn>
                  <a:cxn ang="0">
                    <a:pos x="1" y="10"/>
                  </a:cxn>
                  <a:cxn ang="0">
                    <a:pos x="3" y="13"/>
                  </a:cxn>
                  <a:cxn ang="0">
                    <a:pos x="5" y="16"/>
                  </a:cxn>
                  <a:cxn ang="0">
                    <a:pos x="9" y="16"/>
                  </a:cxn>
                  <a:cxn ang="0">
                    <a:pos x="13" y="16"/>
                  </a:cxn>
                  <a:cxn ang="0">
                    <a:pos x="14" y="13"/>
                  </a:cxn>
                  <a:cxn ang="0">
                    <a:pos x="17" y="16"/>
                  </a:cxn>
                  <a:cxn ang="0">
                    <a:pos x="19" y="12"/>
                  </a:cxn>
                  <a:cxn ang="0">
                    <a:pos x="17" y="10"/>
                  </a:cxn>
                  <a:cxn ang="0">
                    <a:pos x="18" y="9"/>
                  </a:cxn>
                  <a:cxn ang="0">
                    <a:pos x="17" y="6"/>
                  </a:cxn>
                  <a:cxn ang="0">
                    <a:pos x="14" y="4"/>
                  </a:cxn>
                  <a:cxn ang="0">
                    <a:pos x="12" y="2"/>
                  </a:cxn>
                  <a:cxn ang="0">
                    <a:pos x="10" y="0"/>
                  </a:cxn>
                  <a:cxn ang="0">
                    <a:pos x="6" y="1"/>
                  </a:cxn>
                  <a:cxn ang="0">
                    <a:pos x="4" y="2"/>
                  </a:cxn>
                  <a:cxn ang="0">
                    <a:pos x="3" y="0"/>
                  </a:cxn>
                  <a:cxn ang="0">
                    <a:pos x="1" y="2"/>
                  </a:cxn>
                </a:cxnLst>
                <a:rect l="0" t="0" r="0" b="0"/>
                <a:pathLst>
                  <a:path w="20" h="17">
                    <a:moveTo>
                      <a:pt x="1" y="2"/>
                    </a:moveTo>
                    <a:lnTo>
                      <a:pt x="0" y="3"/>
                    </a:lnTo>
                    <a:lnTo>
                      <a:pt x="2" y="5"/>
                    </a:lnTo>
                    <a:lnTo>
                      <a:pt x="0" y="7"/>
                    </a:lnTo>
                    <a:lnTo>
                      <a:pt x="1" y="10"/>
                    </a:lnTo>
                    <a:lnTo>
                      <a:pt x="3" y="13"/>
                    </a:lnTo>
                    <a:lnTo>
                      <a:pt x="5" y="16"/>
                    </a:lnTo>
                    <a:lnTo>
                      <a:pt x="9" y="16"/>
                    </a:lnTo>
                    <a:lnTo>
                      <a:pt x="13" y="16"/>
                    </a:lnTo>
                    <a:lnTo>
                      <a:pt x="14" y="13"/>
                    </a:lnTo>
                    <a:lnTo>
                      <a:pt x="17" y="16"/>
                    </a:lnTo>
                    <a:lnTo>
                      <a:pt x="19" y="12"/>
                    </a:lnTo>
                    <a:lnTo>
                      <a:pt x="17" y="10"/>
                    </a:lnTo>
                    <a:lnTo>
                      <a:pt x="18" y="9"/>
                    </a:lnTo>
                    <a:lnTo>
                      <a:pt x="17" y="6"/>
                    </a:lnTo>
                    <a:lnTo>
                      <a:pt x="14" y="4"/>
                    </a:lnTo>
                    <a:lnTo>
                      <a:pt x="12" y="2"/>
                    </a:lnTo>
                    <a:lnTo>
                      <a:pt x="10" y="0"/>
                    </a:lnTo>
                    <a:lnTo>
                      <a:pt x="6" y="1"/>
                    </a:lnTo>
                    <a:lnTo>
                      <a:pt x="4" y="2"/>
                    </a:lnTo>
                    <a:lnTo>
                      <a:pt x="3" y="0"/>
                    </a:lnTo>
                    <a:lnTo>
                      <a:pt x="1" y="2"/>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sp>
            <p:nvSpPr>
              <p:cNvPr id="53554" name="Line 614"/>
              <p:cNvSpPr/>
              <p:nvPr/>
            </p:nvSpPr>
            <p:spPr>
              <a:xfrm>
                <a:off x="5068" y="1349"/>
                <a:ext cx="1" cy="1"/>
              </a:xfrm>
              <a:prstGeom prst="line">
                <a:avLst/>
              </a:prstGeom>
              <a:ln w="12700" cap="flat" cmpd="sng">
                <a:solidFill>
                  <a:schemeClr val="tx1"/>
                </a:solidFill>
                <a:prstDash val="solid"/>
                <a:headEnd type="none" w="med" len="med"/>
                <a:tailEnd type="none" w="med" len="med"/>
              </a:ln>
            </p:spPr>
          </p:sp>
          <p:sp>
            <p:nvSpPr>
              <p:cNvPr id="53555" name="Line 615"/>
              <p:cNvSpPr/>
              <p:nvPr/>
            </p:nvSpPr>
            <p:spPr>
              <a:xfrm>
                <a:off x="5069" y="1344"/>
                <a:ext cx="4" cy="6"/>
              </a:xfrm>
              <a:prstGeom prst="line">
                <a:avLst/>
              </a:prstGeom>
              <a:ln w="12700" cap="flat" cmpd="sng">
                <a:solidFill>
                  <a:schemeClr val="tx1"/>
                </a:solidFill>
                <a:prstDash val="solid"/>
                <a:headEnd type="none" w="med" len="med"/>
                <a:tailEnd type="none" w="med" len="med"/>
              </a:ln>
            </p:spPr>
          </p:sp>
          <p:sp>
            <p:nvSpPr>
              <p:cNvPr id="53556" name="Freeform 616"/>
              <p:cNvSpPr/>
              <p:nvPr/>
            </p:nvSpPr>
            <p:spPr>
              <a:xfrm>
                <a:off x="5057" y="1343"/>
                <a:ext cx="24" cy="22"/>
              </a:xfrm>
              <a:custGeom>
                <a:avLst/>
                <a:gdLst/>
                <a:ahLst/>
                <a:cxnLst>
                  <a:cxn ang="0">
                    <a:pos x="11" y="20"/>
                  </a:cxn>
                  <a:cxn ang="0">
                    <a:pos x="17" y="21"/>
                  </a:cxn>
                  <a:cxn ang="0">
                    <a:pos x="23" y="13"/>
                  </a:cxn>
                  <a:cxn ang="0">
                    <a:pos x="20" y="8"/>
                  </a:cxn>
                  <a:cxn ang="0">
                    <a:pos x="16" y="4"/>
                  </a:cxn>
                  <a:cxn ang="0">
                    <a:pos x="12" y="1"/>
                  </a:cxn>
                  <a:cxn ang="0">
                    <a:pos x="5" y="0"/>
                  </a:cxn>
                  <a:cxn ang="0">
                    <a:pos x="3" y="1"/>
                  </a:cxn>
                  <a:cxn ang="0">
                    <a:pos x="1" y="4"/>
                  </a:cxn>
                  <a:cxn ang="0">
                    <a:pos x="0" y="6"/>
                  </a:cxn>
                  <a:cxn ang="0">
                    <a:pos x="2" y="13"/>
                  </a:cxn>
                  <a:cxn ang="0">
                    <a:pos x="6" y="16"/>
                  </a:cxn>
                  <a:cxn ang="0">
                    <a:pos x="11" y="20"/>
                  </a:cxn>
                </a:cxnLst>
                <a:rect l="0" t="0" r="0" b="0"/>
                <a:pathLst>
                  <a:path w="24" h="22">
                    <a:moveTo>
                      <a:pt x="11" y="20"/>
                    </a:moveTo>
                    <a:lnTo>
                      <a:pt x="17" y="21"/>
                    </a:lnTo>
                    <a:lnTo>
                      <a:pt x="23" y="13"/>
                    </a:lnTo>
                    <a:lnTo>
                      <a:pt x="20" y="8"/>
                    </a:lnTo>
                    <a:lnTo>
                      <a:pt x="16" y="4"/>
                    </a:lnTo>
                    <a:lnTo>
                      <a:pt x="12" y="1"/>
                    </a:lnTo>
                    <a:lnTo>
                      <a:pt x="5" y="0"/>
                    </a:lnTo>
                    <a:lnTo>
                      <a:pt x="3" y="1"/>
                    </a:lnTo>
                    <a:lnTo>
                      <a:pt x="1" y="4"/>
                    </a:lnTo>
                    <a:lnTo>
                      <a:pt x="0" y="6"/>
                    </a:lnTo>
                    <a:lnTo>
                      <a:pt x="2" y="13"/>
                    </a:lnTo>
                    <a:lnTo>
                      <a:pt x="6" y="16"/>
                    </a:lnTo>
                    <a:lnTo>
                      <a:pt x="11" y="20"/>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57" name="Freeform 617"/>
              <p:cNvSpPr/>
              <p:nvPr/>
            </p:nvSpPr>
            <p:spPr>
              <a:xfrm>
                <a:off x="5055" y="1340"/>
                <a:ext cx="23" cy="25"/>
              </a:xfrm>
              <a:custGeom>
                <a:avLst/>
                <a:gdLst/>
                <a:ahLst/>
                <a:cxnLst>
                  <a:cxn ang="0">
                    <a:pos x="7" y="1"/>
                  </a:cxn>
                  <a:cxn ang="0">
                    <a:pos x="22" y="18"/>
                  </a:cxn>
                  <a:cxn ang="0">
                    <a:pos x="15" y="24"/>
                  </a:cxn>
                  <a:cxn ang="0">
                    <a:pos x="0" y="6"/>
                  </a:cxn>
                  <a:cxn ang="0">
                    <a:pos x="8" y="0"/>
                  </a:cxn>
                  <a:cxn ang="0">
                    <a:pos x="7" y="1"/>
                  </a:cxn>
                </a:cxnLst>
                <a:rect l="0" t="0" r="0" b="0"/>
                <a:pathLst>
                  <a:path w="23" h="25">
                    <a:moveTo>
                      <a:pt x="7" y="1"/>
                    </a:moveTo>
                    <a:lnTo>
                      <a:pt x="22" y="18"/>
                    </a:lnTo>
                    <a:lnTo>
                      <a:pt x="15" y="24"/>
                    </a:lnTo>
                    <a:lnTo>
                      <a:pt x="0" y="6"/>
                    </a:lnTo>
                    <a:lnTo>
                      <a:pt x="8" y="0"/>
                    </a:lnTo>
                    <a:lnTo>
                      <a:pt x="7" y="1"/>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zh-CN" altLang="en-US"/>
              </a:p>
            </p:txBody>
          </p:sp>
          <p:sp>
            <p:nvSpPr>
              <p:cNvPr id="53558" name="Freeform 618"/>
              <p:cNvSpPr/>
              <p:nvPr/>
            </p:nvSpPr>
            <p:spPr>
              <a:xfrm>
                <a:off x="5066" y="1356"/>
                <a:ext cx="23" cy="20"/>
              </a:xfrm>
              <a:custGeom>
                <a:avLst/>
                <a:gdLst/>
                <a:ahLst/>
                <a:cxnLst>
                  <a:cxn ang="0">
                    <a:pos x="2" y="1"/>
                  </a:cxn>
                  <a:cxn ang="0">
                    <a:pos x="1" y="3"/>
                  </a:cxn>
                  <a:cxn ang="0">
                    <a:pos x="0" y="4"/>
                  </a:cxn>
                  <a:cxn ang="0">
                    <a:pos x="1" y="9"/>
                  </a:cxn>
                  <a:cxn ang="0">
                    <a:pos x="4" y="12"/>
                  </a:cxn>
                  <a:cxn ang="0">
                    <a:pos x="7" y="15"/>
                  </a:cxn>
                  <a:cxn ang="0">
                    <a:pos x="10" y="16"/>
                  </a:cxn>
                  <a:cxn ang="0">
                    <a:pos x="13" y="19"/>
                  </a:cxn>
                  <a:cxn ang="0">
                    <a:pos x="18" y="18"/>
                  </a:cxn>
                  <a:cxn ang="0">
                    <a:pos x="20" y="16"/>
                  </a:cxn>
                  <a:cxn ang="0">
                    <a:pos x="21" y="15"/>
                  </a:cxn>
                  <a:cxn ang="0">
                    <a:pos x="22" y="13"/>
                  </a:cxn>
                  <a:cxn ang="0">
                    <a:pos x="20" y="10"/>
                  </a:cxn>
                  <a:cxn ang="0">
                    <a:pos x="17" y="7"/>
                  </a:cxn>
                  <a:cxn ang="0">
                    <a:pos x="15" y="3"/>
                  </a:cxn>
                  <a:cxn ang="0">
                    <a:pos x="13" y="1"/>
                  </a:cxn>
                  <a:cxn ang="0">
                    <a:pos x="11" y="2"/>
                  </a:cxn>
                  <a:cxn ang="0">
                    <a:pos x="8" y="0"/>
                  </a:cxn>
                  <a:cxn ang="0">
                    <a:pos x="4" y="0"/>
                  </a:cxn>
                  <a:cxn ang="0">
                    <a:pos x="2" y="1"/>
                  </a:cxn>
                </a:cxnLst>
                <a:rect l="0" t="0" r="0" b="0"/>
                <a:pathLst>
                  <a:path w="23" h="20">
                    <a:moveTo>
                      <a:pt x="2" y="1"/>
                    </a:moveTo>
                    <a:lnTo>
                      <a:pt x="1" y="3"/>
                    </a:lnTo>
                    <a:lnTo>
                      <a:pt x="0" y="4"/>
                    </a:lnTo>
                    <a:lnTo>
                      <a:pt x="1" y="9"/>
                    </a:lnTo>
                    <a:lnTo>
                      <a:pt x="4" y="12"/>
                    </a:lnTo>
                    <a:lnTo>
                      <a:pt x="7" y="15"/>
                    </a:lnTo>
                    <a:lnTo>
                      <a:pt x="10" y="16"/>
                    </a:lnTo>
                    <a:lnTo>
                      <a:pt x="13" y="19"/>
                    </a:lnTo>
                    <a:lnTo>
                      <a:pt x="18" y="18"/>
                    </a:lnTo>
                    <a:lnTo>
                      <a:pt x="20" y="16"/>
                    </a:lnTo>
                    <a:lnTo>
                      <a:pt x="21" y="15"/>
                    </a:lnTo>
                    <a:lnTo>
                      <a:pt x="22" y="13"/>
                    </a:lnTo>
                    <a:lnTo>
                      <a:pt x="20" y="10"/>
                    </a:lnTo>
                    <a:lnTo>
                      <a:pt x="17" y="7"/>
                    </a:lnTo>
                    <a:lnTo>
                      <a:pt x="15" y="3"/>
                    </a:lnTo>
                    <a:lnTo>
                      <a:pt x="13" y="1"/>
                    </a:lnTo>
                    <a:lnTo>
                      <a:pt x="11" y="2"/>
                    </a:lnTo>
                    <a:lnTo>
                      <a:pt x="8" y="0"/>
                    </a:lnTo>
                    <a:lnTo>
                      <a:pt x="4" y="0"/>
                    </a:lnTo>
                    <a:lnTo>
                      <a:pt x="2" y="1"/>
                    </a:lnTo>
                  </a:path>
                </a:pathLst>
              </a:custGeom>
              <a:solidFill>
                <a:srgbClr val="E6E6E6"/>
              </a:solidFill>
              <a:ln w="12700" cap="rnd" cmpd="sng">
                <a:solidFill>
                  <a:schemeClr val="tx1"/>
                </a:solidFill>
                <a:prstDash val="solid"/>
                <a:round/>
                <a:headEnd type="none" w="med" len="med"/>
                <a:tailEnd type="none" w="med" len="med"/>
              </a:ln>
            </p:spPr>
            <p:txBody>
              <a:bodyPr/>
              <a:lstStyle/>
              <a:p>
                <a:endParaRPr lang="zh-CN" altLang="en-US"/>
              </a:p>
            </p:txBody>
          </p:sp>
        </p:grpSp>
        <p:sp>
          <p:nvSpPr>
            <p:cNvPr id="53559" name="Line 619"/>
            <p:cNvSpPr/>
            <p:nvPr/>
          </p:nvSpPr>
          <p:spPr>
            <a:xfrm>
              <a:off x="2158" y="1610"/>
              <a:ext cx="1575" cy="1986"/>
            </a:xfrm>
            <a:prstGeom prst="line">
              <a:avLst/>
            </a:prstGeom>
            <a:ln w="12700" cap="flat" cmpd="sng">
              <a:solidFill>
                <a:srgbClr val="FF3300"/>
              </a:solidFill>
              <a:prstDash val="solid"/>
              <a:headEnd type="none" w="med" len="med"/>
              <a:tailEnd type="none" w="med" len="med"/>
            </a:ln>
          </p:spPr>
        </p:sp>
        <p:sp>
          <p:nvSpPr>
            <p:cNvPr id="53560" name="Line 620"/>
            <p:cNvSpPr/>
            <p:nvPr/>
          </p:nvSpPr>
          <p:spPr>
            <a:xfrm>
              <a:off x="3066" y="1523"/>
              <a:ext cx="667" cy="2073"/>
            </a:xfrm>
            <a:prstGeom prst="line">
              <a:avLst/>
            </a:prstGeom>
            <a:ln w="12700" cap="flat" cmpd="sng">
              <a:solidFill>
                <a:srgbClr val="FF3300"/>
              </a:solidFill>
              <a:prstDash val="solid"/>
              <a:headEnd type="none" w="med" len="med"/>
              <a:tailEnd type="none" w="med" len="med"/>
            </a:ln>
          </p:spPr>
        </p:sp>
        <p:sp>
          <p:nvSpPr>
            <p:cNvPr id="53561" name="Line 621"/>
            <p:cNvSpPr/>
            <p:nvPr/>
          </p:nvSpPr>
          <p:spPr>
            <a:xfrm flipH="1">
              <a:off x="3756" y="1847"/>
              <a:ext cx="39" cy="1749"/>
            </a:xfrm>
            <a:prstGeom prst="line">
              <a:avLst/>
            </a:prstGeom>
            <a:ln w="12700" cap="flat" cmpd="sng">
              <a:solidFill>
                <a:srgbClr val="FF3300"/>
              </a:solidFill>
              <a:prstDash val="solid"/>
              <a:headEnd type="none" w="med" len="med"/>
              <a:tailEnd type="none" w="med" len="med"/>
            </a:ln>
          </p:spPr>
        </p:sp>
        <p:sp>
          <p:nvSpPr>
            <p:cNvPr id="53562" name="Line 622"/>
            <p:cNvSpPr/>
            <p:nvPr/>
          </p:nvSpPr>
          <p:spPr>
            <a:xfrm>
              <a:off x="1645" y="2437"/>
              <a:ext cx="2088" cy="1159"/>
            </a:xfrm>
            <a:prstGeom prst="line">
              <a:avLst/>
            </a:prstGeom>
            <a:ln w="12700" cap="flat" cmpd="sng">
              <a:solidFill>
                <a:srgbClr val="FF3300"/>
              </a:solidFill>
              <a:prstDash val="solid"/>
              <a:headEnd type="none" w="med" len="med"/>
              <a:tailEnd type="none" w="med" len="med"/>
            </a:ln>
          </p:spPr>
        </p:sp>
        <p:sp>
          <p:nvSpPr>
            <p:cNvPr id="36464" name="Freeform 624"/>
            <p:cNvSpPr/>
            <p:nvPr/>
          </p:nvSpPr>
          <p:spPr bwMode="auto">
            <a:xfrm>
              <a:off x="295" y="3566"/>
              <a:ext cx="4853" cy="754"/>
            </a:xfrm>
            <a:custGeom>
              <a:avLst/>
              <a:gdLst/>
              <a:ahLst/>
              <a:cxnLst>
                <a:cxn ang="0">
                  <a:pos x="398" y="36"/>
                </a:cxn>
                <a:cxn ang="0">
                  <a:pos x="551" y="36"/>
                </a:cxn>
                <a:cxn ang="0">
                  <a:pos x="694" y="9"/>
                </a:cxn>
                <a:cxn ang="0">
                  <a:pos x="816" y="0"/>
                </a:cxn>
                <a:cxn ang="0">
                  <a:pos x="908" y="0"/>
                </a:cxn>
                <a:cxn ang="0">
                  <a:pos x="990" y="0"/>
                </a:cxn>
                <a:cxn ang="0">
                  <a:pos x="1082" y="18"/>
                </a:cxn>
                <a:cxn ang="0">
                  <a:pos x="1173" y="36"/>
                </a:cxn>
                <a:cxn ang="0">
                  <a:pos x="1275" y="45"/>
                </a:cxn>
                <a:cxn ang="0">
                  <a:pos x="1388" y="27"/>
                </a:cxn>
                <a:cxn ang="0">
                  <a:pos x="1500" y="9"/>
                </a:cxn>
                <a:cxn ang="0">
                  <a:pos x="1612" y="9"/>
                </a:cxn>
                <a:cxn ang="0">
                  <a:pos x="1704" y="27"/>
                </a:cxn>
                <a:cxn ang="0">
                  <a:pos x="1806" y="55"/>
                </a:cxn>
                <a:cxn ang="0">
                  <a:pos x="1939" y="64"/>
                </a:cxn>
                <a:cxn ang="0">
                  <a:pos x="2093" y="109"/>
                </a:cxn>
                <a:cxn ang="0">
                  <a:pos x="2215" y="154"/>
                </a:cxn>
                <a:cxn ang="0">
                  <a:pos x="2306" y="200"/>
                </a:cxn>
                <a:cxn ang="0">
                  <a:pos x="2398" y="236"/>
                </a:cxn>
                <a:cxn ang="0">
                  <a:pos x="2501" y="282"/>
                </a:cxn>
                <a:cxn ang="0">
                  <a:pos x="2440" y="327"/>
                </a:cxn>
                <a:cxn ang="0">
                  <a:pos x="2348" y="309"/>
                </a:cxn>
                <a:cxn ang="0">
                  <a:pos x="2276" y="273"/>
                </a:cxn>
                <a:cxn ang="0">
                  <a:pos x="2153" y="273"/>
                </a:cxn>
                <a:cxn ang="0">
                  <a:pos x="2051" y="282"/>
                </a:cxn>
                <a:cxn ang="0">
                  <a:pos x="1949" y="291"/>
                </a:cxn>
                <a:cxn ang="0">
                  <a:pos x="1847" y="273"/>
                </a:cxn>
                <a:cxn ang="0">
                  <a:pos x="1746" y="300"/>
                </a:cxn>
                <a:cxn ang="0">
                  <a:pos x="1644" y="282"/>
                </a:cxn>
                <a:cxn ang="0">
                  <a:pos x="1531" y="227"/>
                </a:cxn>
                <a:cxn ang="0">
                  <a:pos x="1429" y="227"/>
                </a:cxn>
                <a:cxn ang="0">
                  <a:pos x="1297" y="173"/>
                </a:cxn>
                <a:cxn ang="0">
                  <a:pos x="1215" y="182"/>
                </a:cxn>
                <a:cxn ang="0">
                  <a:pos x="1102" y="227"/>
                </a:cxn>
                <a:cxn ang="0">
                  <a:pos x="980" y="236"/>
                </a:cxn>
                <a:cxn ang="0">
                  <a:pos x="735" y="236"/>
                </a:cxn>
                <a:cxn ang="0">
                  <a:pos x="551" y="254"/>
                </a:cxn>
                <a:cxn ang="0">
                  <a:pos x="459" y="300"/>
                </a:cxn>
                <a:cxn ang="0">
                  <a:pos x="367" y="327"/>
                </a:cxn>
                <a:cxn ang="0">
                  <a:pos x="286" y="273"/>
                </a:cxn>
                <a:cxn ang="0">
                  <a:pos x="204" y="236"/>
                </a:cxn>
                <a:cxn ang="0">
                  <a:pos x="122" y="245"/>
                </a:cxn>
                <a:cxn ang="0">
                  <a:pos x="41" y="245"/>
                </a:cxn>
                <a:cxn ang="0">
                  <a:pos x="41" y="200"/>
                </a:cxn>
                <a:cxn ang="0">
                  <a:pos x="152" y="164"/>
                </a:cxn>
                <a:cxn ang="0">
                  <a:pos x="234" y="118"/>
                </a:cxn>
              </a:cxnLst>
              <a:rect l="0" t="0" r="r" b="b"/>
              <a:pathLst>
                <a:path w="2502" h="328">
                  <a:moveTo>
                    <a:pt x="335" y="77"/>
                  </a:moveTo>
                  <a:lnTo>
                    <a:pt x="367" y="36"/>
                  </a:lnTo>
                  <a:lnTo>
                    <a:pt x="398" y="36"/>
                  </a:lnTo>
                  <a:lnTo>
                    <a:pt x="449" y="27"/>
                  </a:lnTo>
                  <a:lnTo>
                    <a:pt x="551" y="27"/>
                  </a:lnTo>
                  <a:lnTo>
                    <a:pt x="551" y="36"/>
                  </a:lnTo>
                  <a:lnTo>
                    <a:pt x="633" y="36"/>
                  </a:lnTo>
                  <a:lnTo>
                    <a:pt x="663" y="27"/>
                  </a:lnTo>
                  <a:lnTo>
                    <a:pt x="694" y="9"/>
                  </a:lnTo>
                  <a:lnTo>
                    <a:pt x="735" y="0"/>
                  </a:lnTo>
                  <a:lnTo>
                    <a:pt x="776" y="0"/>
                  </a:lnTo>
                  <a:lnTo>
                    <a:pt x="816" y="0"/>
                  </a:lnTo>
                  <a:lnTo>
                    <a:pt x="837" y="0"/>
                  </a:lnTo>
                  <a:lnTo>
                    <a:pt x="878" y="0"/>
                  </a:lnTo>
                  <a:lnTo>
                    <a:pt x="908" y="0"/>
                  </a:lnTo>
                  <a:lnTo>
                    <a:pt x="938" y="0"/>
                  </a:lnTo>
                  <a:lnTo>
                    <a:pt x="960" y="0"/>
                  </a:lnTo>
                  <a:lnTo>
                    <a:pt x="990" y="0"/>
                  </a:lnTo>
                  <a:lnTo>
                    <a:pt x="1030" y="9"/>
                  </a:lnTo>
                  <a:lnTo>
                    <a:pt x="1061" y="9"/>
                  </a:lnTo>
                  <a:lnTo>
                    <a:pt x="1082" y="18"/>
                  </a:lnTo>
                  <a:lnTo>
                    <a:pt x="1112" y="27"/>
                  </a:lnTo>
                  <a:lnTo>
                    <a:pt x="1143" y="36"/>
                  </a:lnTo>
                  <a:lnTo>
                    <a:pt x="1173" y="36"/>
                  </a:lnTo>
                  <a:lnTo>
                    <a:pt x="1194" y="36"/>
                  </a:lnTo>
                  <a:lnTo>
                    <a:pt x="1245" y="36"/>
                  </a:lnTo>
                  <a:lnTo>
                    <a:pt x="1275" y="45"/>
                  </a:lnTo>
                  <a:lnTo>
                    <a:pt x="1297" y="45"/>
                  </a:lnTo>
                  <a:lnTo>
                    <a:pt x="1347" y="36"/>
                  </a:lnTo>
                  <a:lnTo>
                    <a:pt x="1388" y="27"/>
                  </a:lnTo>
                  <a:lnTo>
                    <a:pt x="1419" y="27"/>
                  </a:lnTo>
                  <a:lnTo>
                    <a:pt x="1459" y="9"/>
                  </a:lnTo>
                  <a:lnTo>
                    <a:pt x="1500" y="9"/>
                  </a:lnTo>
                  <a:lnTo>
                    <a:pt x="1531" y="9"/>
                  </a:lnTo>
                  <a:lnTo>
                    <a:pt x="1572" y="9"/>
                  </a:lnTo>
                  <a:lnTo>
                    <a:pt x="1612" y="9"/>
                  </a:lnTo>
                  <a:lnTo>
                    <a:pt x="1634" y="27"/>
                  </a:lnTo>
                  <a:lnTo>
                    <a:pt x="1674" y="27"/>
                  </a:lnTo>
                  <a:lnTo>
                    <a:pt x="1704" y="27"/>
                  </a:lnTo>
                  <a:lnTo>
                    <a:pt x="1735" y="45"/>
                  </a:lnTo>
                  <a:lnTo>
                    <a:pt x="1756" y="45"/>
                  </a:lnTo>
                  <a:lnTo>
                    <a:pt x="1806" y="55"/>
                  </a:lnTo>
                  <a:lnTo>
                    <a:pt x="1837" y="64"/>
                  </a:lnTo>
                  <a:lnTo>
                    <a:pt x="1909" y="64"/>
                  </a:lnTo>
                  <a:lnTo>
                    <a:pt x="1939" y="64"/>
                  </a:lnTo>
                  <a:lnTo>
                    <a:pt x="1981" y="73"/>
                  </a:lnTo>
                  <a:lnTo>
                    <a:pt x="2031" y="91"/>
                  </a:lnTo>
                  <a:lnTo>
                    <a:pt x="2093" y="109"/>
                  </a:lnTo>
                  <a:lnTo>
                    <a:pt x="2133" y="109"/>
                  </a:lnTo>
                  <a:lnTo>
                    <a:pt x="2174" y="136"/>
                  </a:lnTo>
                  <a:lnTo>
                    <a:pt x="2215" y="154"/>
                  </a:lnTo>
                  <a:lnTo>
                    <a:pt x="2246" y="173"/>
                  </a:lnTo>
                  <a:lnTo>
                    <a:pt x="2276" y="173"/>
                  </a:lnTo>
                  <a:lnTo>
                    <a:pt x="2306" y="200"/>
                  </a:lnTo>
                  <a:lnTo>
                    <a:pt x="2338" y="218"/>
                  </a:lnTo>
                  <a:lnTo>
                    <a:pt x="2368" y="218"/>
                  </a:lnTo>
                  <a:lnTo>
                    <a:pt x="2398" y="236"/>
                  </a:lnTo>
                  <a:lnTo>
                    <a:pt x="2430" y="254"/>
                  </a:lnTo>
                  <a:lnTo>
                    <a:pt x="2470" y="273"/>
                  </a:lnTo>
                  <a:lnTo>
                    <a:pt x="2501" y="282"/>
                  </a:lnTo>
                  <a:lnTo>
                    <a:pt x="2501" y="309"/>
                  </a:lnTo>
                  <a:lnTo>
                    <a:pt x="2470" y="327"/>
                  </a:lnTo>
                  <a:lnTo>
                    <a:pt x="2440" y="327"/>
                  </a:lnTo>
                  <a:lnTo>
                    <a:pt x="2408" y="327"/>
                  </a:lnTo>
                  <a:lnTo>
                    <a:pt x="2378" y="318"/>
                  </a:lnTo>
                  <a:lnTo>
                    <a:pt x="2348" y="309"/>
                  </a:lnTo>
                  <a:lnTo>
                    <a:pt x="2317" y="300"/>
                  </a:lnTo>
                  <a:lnTo>
                    <a:pt x="2296" y="300"/>
                  </a:lnTo>
                  <a:lnTo>
                    <a:pt x="2276" y="273"/>
                  </a:lnTo>
                  <a:lnTo>
                    <a:pt x="2235" y="254"/>
                  </a:lnTo>
                  <a:lnTo>
                    <a:pt x="2194" y="254"/>
                  </a:lnTo>
                  <a:lnTo>
                    <a:pt x="2153" y="273"/>
                  </a:lnTo>
                  <a:lnTo>
                    <a:pt x="2123" y="273"/>
                  </a:lnTo>
                  <a:lnTo>
                    <a:pt x="2082" y="273"/>
                  </a:lnTo>
                  <a:lnTo>
                    <a:pt x="2051" y="282"/>
                  </a:lnTo>
                  <a:lnTo>
                    <a:pt x="2011" y="291"/>
                  </a:lnTo>
                  <a:lnTo>
                    <a:pt x="1970" y="291"/>
                  </a:lnTo>
                  <a:lnTo>
                    <a:pt x="1949" y="291"/>
                  </a:lnTo>
                  <a:lnTo>
                    <a:pt x="1909" y="282"/>
                  </a:lnTo>
                  <a:lnTo>
                    <a:pt x="1868" y="273"/>
                  </a:lnTo>
                  <a:lnTo>
                    <a:pt x="1847" y="273"/>
                  </a:lnTo>
                  <a:lnTo>
                    <a:pt x="1817" y="273"/>
                  </a:lnTo>
                  <a:lnTo>
                    <a:pt x="1776" y="291"/>
                  </a:lnTo>
                  <a:lnTo>
                    <a:pt x="1746" y="300"/>
                  </a:lnTo>
                  <a:lnTo>
                    <a:pt x="1724" y="300"/>
                  </a:lnTo>
                  <a:lnTo>
                    <a:pt x="1684" y="300"/>
                  </a:lnTo>
                  <a:lnTo>
                    <a:pt x="1644" y="282"/>
                  </a:lnTo>
                  <a:lnTo>
                    <a:pt x="1612" y="264"/>
                  </a:lnTo>
                  <a:lnTo>
                    <a:pt x="1582" y="245"/>
                  </a:lnTo>
                  <a:lnTo>
                    <a:pt x="1531" y="227"/>
                  </a:lnTo>
                  <a:lnTo>
                    <a:pt x="1500" y="218"/>
                  </a:lnTo>
                  <a:lnTo>
                    <a:pt x="1459" y="227"/>
                  </a:lnTo>
                  <a:lnTo>
                    <a:pt x="1429" y="227"/>
                  </a:lnTo>
                  <a:lnTo>
                    <a:pt x="1367" y="209"/>
                  </a:lnTo>
                  <a:lnTo>
                    <a:pt x="1327" y="191"/>
                  </a:lnTo>
                  <a:lnTo>
                    <a:pt x="1297" y="173"/>
                  </a:lnTo>
                  <a:lnTo>
                    <a:pt x="1275" y="173"/>
                  </a:lnTo>
                  <a:lnTo>
                    <a:pt x="1245" y="164"/>
                  </a:lnTo>
                  <a:lnTo>
                    <a:pt x="1215" y="182"/>
                  </a:lnTo>
                  <a:lnTo>
                    <a:pt x="1173" y="200"/>
                  </a:lnTo>
                  <a:lnTo>
                    <a:pt x="1143" y="218"/>
                  </a:lnTo>
                  <a:lnTo>
                    <a:pt x="1102" y="227"/>
                  </a:lnTo>
                  <a:lnTo>
                    <a:pt x="1072" y="236"/>
                  </a:lnTo>
                  <a:lnTo>
                    <a:pt x="1020" y="236"/>
                  </a:lnTo>
                  <a:lnTo>
                    <a:pt x="980" y="236"/>
                  </a:lnTo>
                  <a:lnTo>
                    <a:pt x="938" y="236"/>
                  </a:lnTo>
                  <a:lnTo>
                    <a:pt x="796" y="236"/>
                  </a:lnTo>
                  <a:lnTo>
                    <a:pt x="735" y="236"/>
                  </a:lnTo>
                  <a:lnTo>
                    <a:pt x="694" y="236"/>
                  </a:lnTo>
                  <a:lnTo>
                    <a:pt x="551" y="236"/>
                  </a:lnTo>
                  <a:lnTo>
                    <a:pt x="551" y="254"/>
                  </a:lnTo>
                  <a:lnTo>
                    <a:pt x="551" y="273"/>
                  </a:lnTo>
                  <a:lnTo>
                    <a:pt x="551" y="282"/>
                  </a:lnTo>
                  <a:lnTo>
                    <a:pt x="459" y="300"/>
                  </a:lnTo>
                  <a:lnTo>
                    <a:pt x="428" y="300"/>
                  </a:lnTo>
                  <a:lnTo>
                    <a:pt x="388" y="327"/>
                  </a:lnTo>
                  <a:lnTo>
                    <a:pt x="367" y="327"/>
                  </a:lnTo>
                  <a:lnTo>
                    <a:pt x="336" y="327"/>
                  </a:lnTo>
                  <a:lnTo>
                    <a:pt x="306" y="309"/>
                  </a:lnTo>
                  <a:lnTo>
                    <a:pt x="286" y="273"/>
                  </a:lnTo>
                  <a:lnTo>
                    <a:pt x="265" y="273"/>
                  </a:lnTo>
                  <a:lnTo>
                    <a:pt x="234" y="254"/>
                  </a:lnTo>
                  <a:lnTo>
                    <a:pt x="204" y="236"/>
                  </a:lnTo>
                  <a:lnTo>
                    <a:pt x="174" y="227"/>
                  </a:lnTo>
                  <a:lnTo>
                    <a:pt x="152" y="236"/>
                  </a:lnTo>
                  <a:lnTo>
                    <a:pt x="122" y="245"/>
                  </a:lnTo>
                  <a:lnTo>
                    <a:pt x="102" y="264"/>
                  </a:lnTo>
                  <a:lnTo>
                    <a:pt x="71" y="264"/>
                  </a:lnTo>
                  <a:lnTo>
                    <a:pt x="41" y="245"/>
                  </a:lnTo>
                  <a:lnTo>
                    <a:pt x="20" y="245"/>
                  </a:lnTo>
                  <a:lnTo>
                    <a:pt x="0" y="218"/>
                  </a:lnTo>
                  <a:lnTo>
                    <a:pt x="41" y="200"/>
                  </a:lnTo>
                  <a:lnTo>
                    <a:pt x="81" y="182"/>
                  </a:lnTo>
                  <a:lnTo>
                    <a:pt x="112" y="173"/>
                  </a:lnTo>
                  <a:lnTo>
                    <a:pt x="152" y="164"/>
                  </a:lnTo>
                  <a:lnTo>
                    <a:pt x="174" y="154"/>
                  </a:lnTo>
                  <a:lnTo>
                    <a:pt x="204" y="136"/>
                  </a:lnTo>
                  <a:lnTo>
                    <a:pt x="234" y="118"/>
                  </a:lnTo>
                  <a:lnTo>
                    <a:pt x="265" y="100"/>
                  </a:lnTo>
                  <a:lnTo>
                    <a:pt x="335" y="77"/>
                  </a:lnTo>
                </a:path>
              </a:pathLst>
            </a:custGeom>
            <a:gradFill rotWithShape="0">
              <a:gsLst>
                <a:gs pos="0">
                  <a:srgbClr val="00AE00"/>
                </a:gs>
                <a:gs pos="100000">
                  <a:srgbClr val="00AE00">
                    <a:gamma/>
                    <a:tint val="50196"/>
                    <a:invGamma/>
                  </a:srgbClr>
                </a:gs>
              </a:gsLst>
              <a:lin ang="5400000" scaled="1"/>
            </a:gradFill>
            <a:ln w="12700" cap="rnd" cmpd="sng">
              <a:solidFill>
                <a:schemeClr val="tx1"/>
              </a:solidFill>
              <a:prstDash val="solid"/>
              <a:round/>
              <a:headEnd type="none" w="med" len="med"/>
              <a:tailEnd type="none" w="med" len="med"/>
            </a:ln>
            <a:effectLst>
              <a:outerShdw dist="107763" dir="2700000" algn="ctr" rotWithShape="0">
                <a:schemeClr val="tx2"/>
              </a:outerShdw>
            </a:effectLst>
          </p:spPr>
          <p:txBody>
            <a:bodyPr/>
            <a:lstStyle/>
            <a:p>
              <a:pPr fontAlgn="base">
                <a:spcBef>
                  <a:spcPct val="0"/>
                </a:spcBef>
                <a:spcAft>
                  <a:spcPct val="0"/>
                </a:spcAft>
                <a:defRPr/>
              </a:pPr>
              <a:endParaRPr lang="zh-CN" altLang="en-US" sz="3600"/>
            </a:p>
          </p:txBody>
        </p:sp>
        <p:grpSp>
          <p:nvGrpSpPr>
            <p:cNvPr id="53564" name="Group 625"/>
            <p:cNvGrpSpPr/>
            <p:nvPr/>
          </p:nvGrpSpPr>
          <p:grpSpPr>
            <a:xfrm>
              <a:off x="1247" y="3566"/>
              <a:ext cx="224" cy="374"/>
              <a:chOff x="3174" y="3098"/>
              <a:chExt cx="224" cy="374"/>
            </a:xfrm>
          </p:grpSpPr>
          <p:sp>
            <p:nvSpPr>
              <p:cNvPr id="53565" name="Freeform 626"/>
              <p:cNvSpPr/>
              <p:nvPr/>
            </p:nvSpPr>
            <p:spPr>
              <a:xfrm>
                <a:off x="3174" y="3211"/>
                <a:ext cx="224" cy="261"/>
              </a:xfrm>
              <a:custGeom>
                <a:avLst/>
                <a:gdLst/>
                <a:ahLst/>
                <a:cxnLst>
                  <a:cxn ang="0">
                    <a:pos x="83" y="0"/>
                  </a:cxn>
                  <a:cxn ang="0">
                    <a:pos x="131" y="0"/>
                  </a:cxn>
                  <a:cxn ang="0">
                    <a:pos x="223" y="260"/>
                  </a:cxn>
                  <a:cxn ang="0">
                    <a:pos x="126" y="21"/>
                  </a:cxn>
                  <a:cxn ang="0">
                    <a:pos x="113" y="260"/>
                  </a:cxn>
                  <a:cxn ang="0">
                    <a:pos x="87" y="21"/>
                  </a:cxn>
                  <a:cxn ang="0">
                    <a:pos x="0" y="260"/>
                  </a:cxn>
                  <a:cxn ang="0">
                    <a:pos x="83" y="0"/>
                  </a:cxn>
                </a:cxnLst>
                <a:rect l="0" t="0" r="0" b="0"/>
                <a:pathLst>
                  <a:path w="224" h="261">
                    <a:moveTo>
                      <a:pt x="83" y="0"/>
                    </a:moveTo>
                    <a:lnTo>
                      <a:pt x="131" y="0"/>
                    </a:lnTo>
                    <a:lnTo>
                      <a:pt x="223" y="260"/>
                    </a:lnTo>
                    <a:lnTo>
                      <a:pt x="126" y="21"/>
                    </a:lnTo>
                    <a:lnTo>
                      <a:pt x="113" y="260"/>
                    </a:lnTo>
                    <a:lnTo>
                      <a:pt x="87" y="21"/>
                    </a:lnTo>
                    <a:lnTo>
                      <a:pt x="0" y="260"/>
                    </a:lnTo>
                    <a:lnTo>
                      <a:pt x="83"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53566" name="Freeform 627"/>
              <p:cNvSpPr/>
              <p:nvPr/>
            </p:nvSpPr>
            <p:spPr>
              <a:xfrm>
                <a:off x="3316" y="3230"/>
                <a:ext cx="36" cy="36"/>
              </a:xfrm>
              <a:custGeom>
                <a:avLst/>
                <a:gdLst/>
                <a:ahLst/>
                <a:cxnLst>
                  <a:cxn ang="0">
                    <a:pos x="0" y="4"/>
                  </a:cxn>
                  <a:cxn ang="0">
                    <a:pos x="10" y="35"/>
                  </a:cxn>
                  <a:cxn ang="0">
                    <a:pos x="35" y="30"/>
                  </a:cxn>
                  <a:cxn ang="0">
                    <a:pos x="24" y="0"/>
                  </a:cxn>
                  <a:cxn ang="0">
                    <a:pos x="0" y="4"/>
                  </a:cxn>
                </a:cxnLst>
                <a:rect l="0" t="0" r="0" b="0"/>
                <a:pathLst>
                  <a:path w="36" h="36">
                    <a:moveTo>
                      <a:pt x="0" y="4"/>
                    </a:moveTo>
                    <a:lnTo>
                      <a:pt x="10" y="35"/>
                    </a:lnTo>
                    <a:lnTo>
                      <a:pt x="35" y="30"/>
                    </a:lnTo>
                    <a:lnTo>
                      <a:pt x="24"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53567" name="Rectangle 628"/>
              <p:cNvSpPr/>
              <p:nvPr/>
            </p:nvSpPr>
            <p:spPr>
              <a:xfrm>
                <a:off x="3333" y="3181"/>
                <a:ext cx="8" cy="8"/>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68" name="Line 629"/>
              <p:cNvSpPr/>
              <p:nvPr/>
            </p:nvSpPr>
            <p:spPr>
              <a:xfrm>
                <a:off x="3333" y="3179"/>
                <a:ext cx="0" cy="2"/>
              </a:xfrm>
              <a:prstGeom prst="line">
                <a:avLst/>
              </a:prstGeom>
              <a:ln w="12700" cap="flat" cmpd="sng">
                <a:solidFill>
                  <a:srgbClr val="FFFFFF"/>
                </a:solidFill>
                <a:prstDash val="solid"/>
                <a:headEnd type="none" w="med" len="med"/>
                <a:tailEnd type="none" w="med" len="med"/>
              </a:ln>
            </p:spPr>
          </p:sp>
          <p:sp>
            <p:nvSpPr>
              <p:cNvPr id="53569" name="Freeform 630"/>
              <p:cNvSpPr/>
              <p:nvPr/>
            </p:nvSpPr>
            <p:spPr>
              <a:xfrm>
                <a:off x="3326"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570" name="Line 631"/>
              <p:cNvSpPr/>
              <p:nvPr/>
            </p:nvSpPr>
            <p:spPr>
              <a:xfrm>
                <a:off x="3332" y="3179"/>
                <a:ext cx="0" cy="2"/>
              </a:xfrm>
              <a:prstGeom prst="line">
                <a:avLst/>
              </a:prstGeom>
              <a:ln w="12700" cap="flat" cmpd="sng">
                <a:solidFill>
                  <a:srgbClr val="FFFFFF"/>
                </a:solidFill>
                <a:prstDash val="solid"/>
                <a:headEnd type="none" w="med" len="med"/>
                <a:tailEnd type="none" w="med" len="med"/>
              </a:ln>
            </p:spPr>
          </p:sp>
          <p:sp>
            <p:nvSpPr>
              <p:cNvPr id="53571" name="Freeform 632"/>
              <p:cNvSpPr/>
              <p:nvPr/>
            </p:nvSpPr>
            <p:spPr>
              <a:xfrm>
                <a:off x="3325"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572" name="Line 633"/>
              <p:cNvSpPr/>
              <p:nvPr/>
            </p:nvSpPr>
            <p:spPr>
              <a:xfrm>
                <a:off x="3331" y="3179"/>
                <a:ext cx="0" cy="2"/>
              </a:xfrm>
              <a:prstGeom prst="line">
                <a:avLst/>
              </a:prstGeom>
              <a:ln w="12700" cap="flat" cmpd="sng">
                <a:solidFill>
                  <a:srgbClr val="FFFFFF"/>
                </a:solidFill>
                <a:prstDash val="solid"/>
                <a:headEnd type="none" w="med" len="med"/>
                <a:tailEnd type="none" w="med" len="med"/>
              </a:ln>
            </p:spPr>
          </p:sp>
          <p:sp>
            <p:nvSpPr>
              <p:cNvPr id="53573" name="Freeform 634"/>
              <p:cNvSpPr/>
              <p:nvPr/>
            </p:nvSpPr>
            <p:spPr>
              <a:xfrm>
                <a:off x="3325"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574" name="Line 635"/>
              <p:cNvSpPr/>
              <p:nvPr/>
            </p:nvSpPr>
            <p:spPr>
              <a:xfrm>
                <a:off x="3330" y="3179"/>
                <a:ext cx="0" cy="2"/>
              </a:xfrm>
              <a:prstGeom prst="line">
                <a:avLst/>
              </a:prstGeom>
              <a:ln w="12700" cap="flat" cmpd="sng">
                <a:solidFill>
                  <a:srgbClr val="FFFFFF"/>
                </a:solidFill>
                <a:prstDash val="solid"/>
                <a:headEnd type="none" w="med" len="med"/>
                <a:tailEnd type="none" w="med" len="med"/>
              </a:ln>
            </p:spPr>
          </p:sp>
          <p:sp>
            <p:nvSpPr>
              <p:cNvPr id="53575" name="Freeform 636"/>
              <p:cNvSpPr/>
              <p:nvPr/>
            </p:nvSpPr>
            <p:spPr>
              <a:xfrm>
                <a:off x="3325" y="3172"/>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576" name="Line 637"/>
              <p:cNvSpPr/>
              <p:nvPr/>
            </p:nvSpPr>
            <p:spPr>
              <a:xfrm>
                <a:off x="3329" y="3179"/>
                <a:ext cx="0" cy="2"/>
              </a:xfrm>
              <a:prstGeom prst="line">
                <a:avLst/>
              </a:prstGeom>
              <a:ln w="12700" cap="flat" cmpd="sng">
                <a:solidFill>
                  <a:srgbClr val="FFFFFF"/>
                </a:solidFill>
                <a:prstDash val="solid"/>
                <a:headEnd type="none" w="med" len="med"/>
                <a:tailEnd type="none" w="med" len="med"/>
              </a:ln>
            </p:spPr>
          </p:sp>
          <p:sp>
            <p:nvSpPr>
              <p:cNvPr id="53577" name="Freeform 638"/>
              <p:cNvSpPr/>
              <p:nvPr/>
            </p:nvSpPr>
            <p:spPr>
              <a:xfrm>
                <a:off x="3325" y="3172"/>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578" name="Line 639"/>
              <p:cNvSpPr/>
              <p:nvPr/>
            </p:nvSpPr>
            <p:spPr>
              <a:xfrm>
                <a:off x="3329" y="3179"/>
                <a:ext cx="0" cy="2"/>
              </a:xfrm>
              <a:prstGeom prst="line">
                <a:avLst/>
              </a:prstGeom>
              <a:ln w="12700" cap="flat" cmpd="sng">
                <a:solidFill>
                  <a:srgbClr val="FFFFFF"/>
                </a:solidFill>
                <a:prstDash val="solid"/>
                <a:headEnd type="none" w="med" len="med"/>
                <a:tailEnd type="none" w="med" len="med"/>
              </a:ln>
            </p:spPr>
          </p:sp>
          <p:sp>
            <p:nvSpPr>
              <p:cNvPr id="53579" name="Freeform 640"/>
              <p:cNvSpPr/>
              <p:nvPr/>
            </p:nvSpPr>
            <p:spPr>
              <a:xfrm>
                <a:off x="3325" y="3172"/>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580" name="Rectangle 641"/>
              <p:cNvSpPr/>
              <p:nvPr/>
            </p:nvSpPr>
            <p:spPr>
              <a:xfrm>
                <a:off x="3333" y="3172"/>
                <a:ext cx="8"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81" name="Freeform 642"/>
              <p:cNvSpPr/>
              <p:nvPr/>
            </p:nvSpPr>
            <p:spPr>
              <a:xfrm>
                <a:off x="3329" y="3157"/>
                <a:ext cx="17" cy="17"/>
              </a:xfrm>
              <a:custGeom>
                <a:avLst/>
                <a:gdLst/>
                <a:ahLst/>
                <a:cxnLst>
                  <a:cxn ang="0">
                    <a:pos x="16" y="16"/>
                  </a:cxn>
                  <a:cxn ang="0">
                    <a:pos x="12" y="5"/>
                  </a:cxn>
                  <a:cxn ang="0">
                    <a:pos x="12" y="0"/>
                  </a:cxn>
                  <a:cxn ang="0">
                    <a:pos x="7" y="0"/>
                  </a:cxn>
                  <a:cxn ang="0">
                    <a:pos x="7" y="5"/>
                  </a:cxn>
                  <a:cxn ang="0">
                    <a:pos x="0" y="16"/>
                  </a:cxn>
                  <a:cxn ang="0">
                    <a:pos x="16" y="16"/>
                  </a:cxn>
                </a:cxnLst>
                <a:rect l="0" t="0" r="0" b="0"/>
                <a:pathLst>
                  <a:path w="17" h="17">
                    <a:moveTo>
                      <a:pt x="16" y="16"/>
                    </a:moveTo>
                    <a:lnTo>
                      <a:pt x="12" y="5"/>
                    </a:lnTo>
                    <a:lnTo>
                      <a:pt x="12" y="0"/>
                    </a:lnTo>
                    <a:lnTo>
                      <a:pt x="7" y="0"/>
                    </a:lnTo>
                    <a:lnTo>
                      <a:pt x="7" y="5"/>
                    </a:lnTo>
                    <a:lnTo>
                      <a:pt x="0" y="16"/>
                    </a:lnTo>
                    <a:lnTo>
                      <a:pt x="16" y="16"/>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53582" name="Rectangle 643"/>
              <p:cNvSpPr/>
              <p:nvPr/>
            </p:nvSpPr>
            <p:spPr>
              <a:xfrm>
                <a:off x="3335" y="3103"/>
                <a:ext cx="8" cy="50"/>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83" name="Freeform 644"/>
              <p:cNvSpPr/>
              <p:nvPr/>
            </p:nvSpPr>
            <p:spPr>
              <a:xfrm>
                <a:off x="3329" y="3098"/>
                <a:ext cx="17" cy="17"/>
              </a:xfrm>
              <a:custGeom>
                <a:avLst/>
                <a:gdLst/>
                <a:ahLst/>
                <a:cxnLst>
                  <a:cxn ang="0">
                    <a:pos x="12" y="13"/>
                  </a:cxn>
                  <a:cxn ang="0">
                    <a:pos x="16" y="13"/>
                  </a:cxn>
                  <a:cxn ang="0">
                    <a:pos x="16" y="10"/>
                  </a:cxn>
                  <a:cxn ang="0">
                    <a:pos x="16" y="7"/>
                  </a:cxn>
                  <a:cxn ang="0">
                    <a:pos x="16" y="5"/>
                  </a:cxn>
                  <a:cxn ang="0">
                    <a:pos x="16" y="2"/>
                  </a:cxn>
                  <a:cxn ang="0">
                    <a:pos x="16" y="0"/>
                  </a:cxn>
                  <a:cxn ang="0">
                    <a:pos x="12" y="0"/>
                  </a:cxn>
                  <a:cxn ang="0">
                    <a:pos x="6" y="0"/>
                  </a:cxn>
                  <a:cxn ang="0">
                    <a:pos x="0" y="0"/>
                  </a:cxn>
                  <a:cxn ang="0">
                    <a:pos x="0" y="2"/>
                  </a:cxn>
                  <a:cxn ang="0">
                    <a:pos x="0" y="5"/>
                  </a:cxn>
                  <a:cxn ang="0">
                    <a:pos x="0" y="7"/>
                  </a:cxn>
                  <a:cxn ang="0">
                    <a:pos x="0" y="10"/>
                  </a:cxn>
                  <a:cxn ang="0">
                    <a:pos x="6" y="10"/>
                  </a:cxn>
                  <a:cxn ang="0">
                    <a:pos x="6" y="13"/>
                  </a:cxn>
                  <a:cxn ang="0">
                    <a:pos x="6" y="16"/>
                  </a:cxn>
                  <a:cxn ang="0">
                    <a:pos x="12" y="16"/>
                  </a:cxn>
                  <a:cxn ang="0">
                    <a:pos x="12" y="13"/>
                  </a:cxn>
                </a:cxnLst>
                <a:rect l="0" t="0" r="0" b="0"/>
                <a:pathLst>
                  <a:path w="17" h="17">
                    <a:moveTo>
                      <a:pt x="12" y="13"/>
                    </a:moveTo>
                    <a:lnTo>
                      <a:pt x="16" y="13"/>
                    </a:lnTo>
                    <a:lnTo>
                      <a:pt x="16" y="10"/>
                    </a:lnTo>
                    <a:lnTo>
                      <a:pt x="16" y="7"/>
                    </a:lnTo>
                    <a:lnTo>
                      <a:pt x="16" y="5"/>
                    </a:lnTo>
                    <a:lnTo>
                      <a:pt x="16" y="2"/>
                    </a:lnTo>
                    <a:lnTo>
                      <a:pt x="16" y="0"/>
                    </a:lnTo>
                    <a:lnTo>
                      <a:pt x="12" y="0"/>
                    </a:lnTo>
                    <a:lnTo>
                      <a:pt x="6" y="0"/>
                    </a:lnTo>
                    <a:lnTo>
                      <a:pt x="0" y="0"/>
                    </a:lnTo>
                    <a:lnTo>
                      <a:pt x="0" y="2"/>
                    </a:lnTo>
                    <a:lnTo>
                      <a:pt x="0" y="5"/>
                    </a:lnTo>
                    <a:lnTo>
                      <a:pt x="0" y="7"/>
                    </a:lnTo>
                    <a:lnTo>
                      <a:pt x="0" y="10"/>
                    </a:lnTo>
                    <a:lnTo>
                      <a:pt x="6" y="10"/>
                    </a:lnTo>
                    <a:lnTo>
                      <a:pt x="6" y="13"/>
                    </a:lnTo>
                    <a:lnTo>
                      <a:pt x="6" y="16"/>
                    </a:lnTo>
                    <a:lnTo>
                      <a:pt x="12" y="16"/>
                    </a:lnTo>
                    <a:lnTo>
                      <a:pt x="12"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53584" name="Rectangle 645"/>
              <p:cNvSpPr/>
              <p:nvPr/>
            </p:nvSpPr>
            <p:spPr>
              <a:xfrm>
                <a:off x="3333" y="3185"/>
                <a:ext cx="8" cy="62"/>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85" name="Freeform 646"/>
              <p:cNvSpPr/>
              <p:nvPr/>
            </p:nvSpPr>
            <p:spPr>
              <a:xfrm>
                <a:off x="3315" y="3231"/>
                <a:ext cx="24" cy="35"/>
              </a:xfrm>
              <a:custGeom>
                <a:avLst/>
                <a:gdLst/>
                <a:ahLst/>
                <a:cxnLst>
                  <a:cxn ang="0">
                    <a:pos x="0" y="2"/>
                  </a:cxn>
                  <a:cxn ang="0">
                    <a:pos x="9" y="34"/>
                  </a:cxn>
                  <a:cxn ang="0">
                    <a:pos x="23" y="31"/>
                  </a:cxn>
                  <a:cxn ang="0">
                    <a:pos x="13" y="0"/>
                  </a:cxn>
                  <a:cxn ang="0">
                    <a:pos x="0" y="2"/>
                  </a:cxn>
                </a:cxnLst>
                <a:rect l="0" t="0" r="0" b="0"/>
                <a:pathLst>
                  <a:path w="24" h="35">
                    <a:moveTo>
                      <a:pt x="0" y="2"/>
                    </a:moveTo>
                    <a:lnTo>
                      <a:pt x="9" y="34"/>
                    </a:lnTo>
                    <a:lnTo>
                      <a:pt x="23" y="31"/>
                    </a:lnTo>
                    <a:lnTo>
                      <a:pt x="13" y="0"/>
                    </a:lnTo>
                    <a:lnTo>
                      <a:pt x="0" y="2"/>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53586" name="Freeform 647"/>
              <p:cNvSpPr/>
              <p:nvPr/>
            </p:nvSpPr>
            <p:spPr>
              <a:xfrm>
                <a:off x="3238" y="3118"/>
                <a:ext cx="84" cy="36"/>
              </a:xfrm>
              <a:custGeom>
                <a:avLst/>
                <a:gdLst/>
                <a:ahLst/>
                <a:cxnLst>
                  <a:cxn ang="0">
                    <a:pos x="0" y="9"/>
                  </a:cxn>
                  <a:cxn ang="0">
                    <a:pos x="41" y="0"/>
                  </a:cxn>
                  <a:cxn ang="0">
                    <a:pos x="83" y="9"/>
                  </a:cxn>
                  <a:cxn ang="0">
                    <a:pos x="83" y="29"/>
                  </a:cxn>
                  <a:cxn ang="0">
                    <a:pos x="80" y="31"/>
                  </a:cxn>
                  <a:cxn ang="0">
                    <a:pos x="57" y="35"/>
                  </a:cxn>
                  <a:cxn ang="0">
                    <a:pos x="54" y="35"/>
                  </a:cxn>
                  <a:cxn ang="0">
                    <a:pos x="29" y="35"/>
                  </a:cxn>
                  <a:cxn ang="0">
                    <a:pos x="25" y="35"/>
                  </a:cxn>
                  <a:cxn ang="0">
                    <a:pos x="3" y="31"/>
                  </a:cxn>
                  <a:cxn ang="0">
                    <a:pos x="0" y="29"/>
                  </a:cxn>
                  <a:cxn ang="0">
                    <a:pos x="0" y="9"/>
                  </a:cxn>
                </a:cxnLst>
                <a:rect l="0" t="0" r="0" b="0"/>
                <a:pathLst>
                  <a:path w="84" h="36">
                    <a:moveTo>
                      <a:pt x="0" y="9"/>
                    </a:moveTo>
                    <a:lnTo>
                      <a:pt x="41" y="0"/>
                    </a:lnTo>
                    <a:lnTo>
                      <a:pt x="83" y="9"/>
                    </a:lnTo>
                    <a:lnTo>
                      <a:pt x="83" y="29"/>
                    </a:lnTo>
                    <a:lnTo>
                      <a:pt x="80" y="31"/>
                    </a:lnTo>
                    <a:lnTo>
                      <a:pt x="57" y="35"/>
                    </a:lnTo>
                    <a:lnTo>
                      <a:pt x="54" y="35"/>
                    </a:lnTo>
                    <a:lnTo>
                      <a:pt x="29" y="35"/>
                    </a:lnTo>
                    <a:lnTo>
                      <a:pt x="25" y="35"/>
                    </a:lnTo>
                    <a:lnTo>
                      <a:pt x="3" y="31"/>
                    </a:lnTo>
                    <a:lnTo>
                      <a:pt x="0" y="29"/>
                    </a:lnTo>
                    <a:lnTo>
                      <a:pt x="0" y="9"/>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3587" name="Rectangle 648"/>
              <p:cNvSpPr/>
              <p:nvPr/>
            </p:nvSpPr>
            <p:spPr>
              <a:xfrm>
                <a:off x="3243" y="3140"/>
                <a:ext cx="76" cy="8"/>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88" name="Freeform 649"/>
              <p:cNvSpPr/>
              <p:nvPr/>
            </p:nvSpPr>
            <p:spPr>
              <a:xfrm>
                <a:off x="3262" y="3153"/>
                <a:ext cx="37" cy="44"/>
              </a:xfrm>
              <a:custGeom>
                <a:avLst/>
                <a:gdLst/>
                <a:ahLst/>
                <a:cxnLst>
                  <a:cxn ang="0">
                    <a:pos x="15" y="5"/>
                  </a:cxn>
                  <a:cxn ang="0">
                    <a:pos x="15" y="16"/>
                  </a:cxn>
                  <a:cxn ang="0">
                    <a:pos x="13" y="16"/>
                  </a:cxn>
                  <a:cxn ang="0">
                    <a:pos x="13" y="25"/>
                  </a:cxn>
                  <a:cxn ang="0">
                    <a:pos x="7" y="25"/>
                  </a:cxn>
                  <a:cxn ang="0">
                    <a:pos x="7" y="33"/>
                  </a:cxn>
                  <a:cxn ang="0">
                    <a:pos x="0" y="33"/>
                  </a:cxn>
                  <a:cxn ang="0">
                    <a:pos x="0" y="43"/>
                  </a:cxn>
                  <a:cxn ang="0">
                    <a:pos x="36" y="43"/>
                  </a:cxn>
                  <a:cxn ang="0">
                    <a:pos x="36" y="33"/>
                  </a:cxn>
                  <a:cxn ang="0">
                    <a:pos x="28" y="33"/>
                  </a:cxn>
                  <a:cxn ang="0">
                    <a:pos x="28" y="25"/>
                  </a:cxn>
                  <a:cxn ang="0">
                    <a:pos x="22" y="25"/>
                  </a:cxn>
                  <a:cxn ang="0">
                    <a:pos x="22" y="16"/>
                  </a:cxn>
                  <a:cxn ang="0">
                    <a:pos x="19" y="16"/>
                  </a:cxn>
                  <a:cxn ang="0">
                    <a:pos x="19" y="5"/>
                  </a:cxn>
                  <a:cxn ang="0">
                    <a:pos x="19" y="3"/>
                  </a:cxn>
                  <a:cxn ang="0">
                    <a:pos x="19" y="0"/>
                  </a:cxn>
                  <a:cxn ang="0">
                    <a:pos x="15" y="0"/>
                  </a:cxn>
                  <a:cxn ang="0">
                    <a:pos x="15" y="3"/>
                  </a:cxn>
                  <a:cxn ang="0">
                    <a:pos x="16" y="4"/>
                  </a:cxn>
                  <a:cxn ang="0">
                    <a:pos x="15" y="5"/>
                  </a:cxn>
                </a:cxnLst>
                <a:rect l="0" t="0" r="0" b="0"/>
                <a:pathLst>
                  <a:path w="37" h="44">
                    <a:moveTo>
                      <a:pt x="15" y="5"/>
                    </a:moveTo>
                    <a:lnTo>
                      <a:pt x="15" y="16"/>
                    </a:lnTo>
                    <a:lnTo>
                      <a:pt x="13" y="16"/>
                    </a:lnTo>
                    <a:lnTo>
                      <a:pt x="13" y="25"/>
                    </a:lnTo>
                    <a:lnTo>
                      <a:pt x="7" y="25"/>
                    </a:lnTo>
                    <a:lnTo>
                      <a:pt x="7" y="33"/>
                    </a:lnTo>
                    <a:lnTo>
                      <a:pt x="0" y="33"/>
                    </a:lnTo>
                    <a:lnTo>
                      <a:pt x="0" y="43"/>
                    </a:lnTo>
                    <a:lnTo>
                      <a:pt x="36" y="43"/>
                    </a:lnTo>
                    <a:lnTo>
                      <a:pt x="36" y="33"/>
                    </a:lnTo>
                    <a:lnTo>
                      <a:pt x="28" y="33"/>
                    </a:lnTo>
                    <a:lnTo>
                      <a:pt x="28" y="25"/>
                    </a:lnTo>
                    <a:lnTo>
                      <a:pt x="22" y="25"/>
                    </a:lnTo>
                    <a:lnTo>
                      <a:pt x="22" y="16"/>
                    </a:lnTo>
                    <a:lnTo>
                      <a:pt x="19" y="16"/>
                    </a:lnTo>
                    <a:lnTo>
                      <a:pt x="19" y="5"/>
                    </a:lnTo>
                    <a:lnTo>
                      <a:pt x="19" y="3"/>
                    </a:lnTo>
                    <a:lnTo>
                      <a:pt x="19" y="0"/>
                    </a:lnTo>
                    <a:lnTo>
                      <a:pt x="15" y="0"/>
                    </a:lnTo>
                    <a:lnTo>
                      <a:pt x="15" y="3"/>
                    </a:lnTo>
                    <a:lnTo>
                      <a:pt x="16" y="4"/>
                    </a:lnTo>
                    <a:lnTo>
                      <a:pt x="15" y="5"/>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53589" name="Freeform 650"/>
              <p:cNvSpPr/>
              <p:nvPr/>
            </p:nvSpPr>
            <p:spPr>
              <a:xfrm>
                <a:off x="3263" y="3153"/>
                <a:ext cx="34" cy="17"/>
              </a:xfrm>
              <a:custGeom>
                <a:avLst/>
                <a:gdLst/>
                <a:ahLst/>
                <a:cxnLst>
                  <a:cxn ang="0">
                    <a:pos x="0" y="0"/>
                  </a:cxn>
                  <a:cxn ang="0">
                    <a:pos x="6" y="0"/>
                  </a:cxn>
                  <a:cxn ang="0">
                    <a:pos x="6" y="6"/>
                  </a:cxn>
                  <a:cxn ang="0">
                    <a:pos x="9" y="6"/>
                  </a:cxn>
                  <a:cxn ang="0">
                    <a:pos x="9" y="8"/>
                  </a:cxn>
                  <a:cxn ang="0">
                    <a:pos x="6" y="8"/>
                  </a:cxn>
                  <a:cxn ang="0">
                    <a:pos x="6" y="15"/>
                  </a:cxn>
                  <a:cxn ang="0">
                    <a:pos x="9" y="15"/>
                  </a:cxn>
                  <a:cxn ang="0">
                    <a:pos x="9" y="16"/>
                  </a:cxn>
                  <a:cxn ang="0">
                    <a:pos x="22" y="16"/>
                  </a:cxn>
                  <a:cxn ang="0">
                    <a:pos x="22" y="14"/>
                  </a:cxn>
                  <a:cxn ang="0">
                    <a:pos x="26" y="14"/>
                  </a:cxn>
                  <a:cxn ang="0">
                    <a:pos x="26" y="8"/>
                  </a:cxn>
                  <a:cxn ang="0">
                    <a:pos x="22" y="8"/>
                  </a:cxn>
                  <a:cxn ang="0">
                    <a:pos x="22" y="6"/>
                  </a:cxn>
                  <a:cxn ang="0">
                    <a:pos x="26" y="6"/>
                  </a:cxn>
                  <a:cxn ang="0">
                    <a:pos x="26" y="0"/>
                  </a:cxn>
                  <a:cxn ang="0">
                    <a:pos x="31" y="0"/>
                  </a:cxn>
                  <a:cxn ang="0">
                    <a:pos x="33" y="0"/>
                  </a:cxn>
                  <a:cxn ang="0">
                    <a:pos x="0" y="0"/>
                  </a:cxn>
                </a:cxnLst>
                <a:rect l="0" t="0" r="0" b="0"/>
                <a:pathLst>
                  <a:path w="34" h="17">
                    <a:moveTo>
                      <a:pt x="0" y="0"/>
                    </a:moveTo>
                    <a:lnTo>
                      <a:pt x="6" y="0"/>
                    </a:lnTo>
                    <a:lnTo>
                      <a:pt x="6" y="6"/>
                    </a:lnTo>
                    <a:lnTo>
                      <a:pt x="9" y="6"/>
                    </a:lnTo>
                    <a:lnTo>
                      <a:pt x="9" y="8"/>
                    </a:lnTo>
                    <a:lnTo>
                      <a:pt x="6" y="8"/>
                    </a:lnTo>
                    <a:lnTo>
                      <a:pt x="6" y="15"/>
                    </a:lnTo>
                    <a:lnTo>
                      <a:pt x="9" y="15"/>
                    </a:lnTo>
                    <a:lnTo>
                      <a:pt x="9" y="16"/>
                    </a:lnTo>
                    <a:lnTo>
                      <a:pt x="22" y="16"/>
                    </a:lnTo>
                    <a:lnTo>
                      <a:pt x="22" y="14"/>
                    </a:lnTo>
                    <a:lnTo>
                      <a:pt x="26" y="14"/>
                    </a:lnTo>
                    <a:lnTo>
                      <a:pt x="26" y="8"/>
                    </a:lnTo>
                    <a:lnTo>
                      <a:pt x="22" y="8"/>
                    </a:lnTo>
                    <a:lnTo>
                      <a:pt x="22" y="6"/>
                    </a:lnTo>
                    <a:lnTo>
                      <a:pt x="26" y="6"/>
                    </a:lnTo>
                    <a:lnTo>
                      <a:pt x="26" y="0"/>
                    </a:lnTo>
                    <a:lnTo>
                      <a:pt x="31" y="0"/>
                    </a:lnTo>
                    <a:lnTo>
                      <a:pt x="33"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3590" name="Rectangle 651"/>
              <p:cNvSpPr/>
              <p:nvPr/>
            </p:nvSpPr>
            <p:spPr>
              <a:xfrm>
                <a:off x="3257" y="3200"/>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91" name="Rectangle 652"/>
              <p:cNvSpPr/>
              <p:nvPr/>
            </p:nvSpPr>
            <p:spPr>
              <a:xfrm>
                <a:off x="3257" y="3212"/>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592" name="Freeform 653"/>
              <p:cNvSpPr/>
              <p:nvPr/>
            </p:nvSpPr>
            <p:spPr>
              <a:xfrm>
                <a:off x="3296" y="3202"/>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3593" name="Freeform 654"/>
              <p:cNvSpPr/>
              <p:nvPr/>
            </p:nvSpPr>
            <p:spPr>
              <a:xfrm>
                <a:off x="3252" y="3202"/>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3594" name="Freeform 655"/>
              <p:cNvSpPr/>
              <p:nvPr/>
            </p:nvSpPr>
            <p:spPr>
              <a:xfrm>
                <a:off x="3262" y="3195"/>
                <a:ext cx="37" cy="17"/>
              </a:xfrm>
              <a:custGeom>
                <a:avLst/>
                <a:gdLst/>
                <a:ahLst/>
                <a:cxnLst>
                  <a:cxn ang="0">
                    <a:pos x="0" y="0"/>
                  </a:cxn>
                  <a:cxn ang="0">
                    <a:pos x="0" y="16"/>
                  </a:cxn>
                  <a:cxn ang="0">
                    <a:pos x="36" y="16"/>
                  </a:cxn>
                  <a:cxn ang="0">
                    <a:pos x="36" y="5"/>
                  </a:cxn>
                </a:cxnLst>
                <a:rect l="0" t="0" r="0" b="0"/>
                <a:pathLst>
                  <a:path w="37" h="17">
                    <a:moveTo>
                      <a:pt x="0" y="0"/>
                    </a:moveTo>
                    <a:lnTo>
                      <a:pt x="0" y="16"/>
                    </a:lnTo>
                    <a:lnTo>
                      <a:pt x="36" y="16"/>
                    </a:lnTo>
                    <a:lnTo>
                      <a:pt x="36"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3595" name="Freeform 656"/>
              <p:cNvSpPr/>
              <p:nvPr/>
            </p:nvSpPr>
            <p:spPr>
              <a:xfrm>
                <a:off x="3255" y="3211"/>
                <a:ext cx="53" cy="17"/>
              </a:xfrm>
              <a:custGeom>
                <a:avLst/>
                <a:gdLst/>
                <a:ahLst/>
                <a:cxnLst>
                  <a:cxn ang="0">
                    <a:pos x="1" y="0"/>
                  </a:cxn>
                  <a:cxn ang="0">
                    <a:pos x="49" y="0"/>
                  </a:cxn>
                  <a:cxn ang="0">
                    <a:pos x="52" y="16"/>
                  </a:cxn>
                  <a:cxn ang="0">
                    <a:pos x="0" y="16"/>
                  </a:cxn>
                  <a:cxn ang="0">
                    <a:pos x="1" y="0"/>
                  </a:cxn>
                </a:cxnLst>
                <a:rect l="0" t="0" r="0" b="0"/>
                <a:pathLst>
                  <a:path w="53" h="17">
                    <a:moveTo>
                      <a:pt x="1" y="0"/>
                    </a:moveTo>
                    <a:lnTo>
                      <a:pt x="49" y="0"/>
                    </a:lnTo>
                    <a:lnTo>
                      <a:pt x="52" y="16"/>
                    </a:lnTo>
                    <a:lnTo>
                      <a:pt x="0" y="16"/>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grpSp>
          <p:nvGrpSpPr>
            <p:cNvPr id="53596" name="Group 657"/>
            <p:cNvGrpSpPr/>
            <p:nvPr/>
          </p:nvGrpSpPr>
          <p:grpSpPr>
            <a:xfrm>
              <a:off x="3634" y="3546"/>
              <a:ext cx="224" cy="374"/>
              <a:chOff x="4846" y="3203"/>
              <a:chExt cx="224" cy="374"/>
            </a:xfrm>
          </p:grpSpPr>
          <p:sp>
            <p:nvSpPr>
              <p:cNvPr id="53597" name="Freeform 658"/>
              <p:cNvSpPr/>
              <p:nvPr/>
            </p:nvSpPr>
            <p:spPr>
              <a:xfrm>
                <a:off x="4846" y="3316"/>
                <a:ext cx="224" cy="261"/>
              </a:xfrm>
              <a:custGeom>
                <a:avLst/>
                <a:gdLst/>
                <a:ahLst/>
                <a:cxnLst>
                  <a:cxn ang="0">
                    <a:pos x="83" y="0"/>
                  </a:cxn>
                  <a:cxn ang="0">
                    <a:pos x="131" y="0"/>
                  </a:cxn>
                  <a:cxn ang="0">
                    <a:pos x="223" y="260"/>
                  </a:cxn>
                  <a:cxn ang="0">
                    <a:pos x="126" y="21"/>
                  </a:cxn>
                  <a:cxn ang="0">
                    <a:pos x="113" y="260"/>
                  </a:cxn>
                  <a:cxn ang="0">
                    <a:pos x="87" y="21"/>
                  </a:cxn>
                  <a:cxn ang="0">
                    <a:pos x="0" y="260"/>
                  </a:cxn>
                  <a:cxn ang="0">
                    <a:pos x="83" y="0"/>
                  </a:cxn>
                </a:cxnLst>
                <a:rect l="0" t="0" r="0" b="0"/>
                <a:pathLst>
                  <a:path w="224" h="261">
                    <a:moveTo>
                      <a:pt x="83" y="0"/>
                    </a:moveTo>
                    <a:lnTo>
                      <a:pt x="131" y="0"/>
                    </a:lnTo>
                    <a:lnTo>
                      <a:pt x="223" y="260"/>
                    </a:lnTo>
                    <a:lnTo>
                      <a:pt x="126" y="21"/>
                    </a:lnTo>
                    <a:lnTo>
                      <a:pt x="113" y="260"/>
                    </a:lnTo>
                    <a:lnTo>
                      <a:pt x="87" y="21"/>
                    </a:lnTo>
                    <a:lnTo>
                      <a:pt x="0" y="260"/>
                    </a:lnTo>
                    <a:lnTo>
                      <a:pt x="83"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53598" name="Freeform 659"/>
              <p:cNvSpPr/>
              <p:nvPr/>
            </p:nvSpPr>
            <p:spPr>
              <a:xfrm>
                <a:off x="4988" y="3335"/>
                <a:ext cx="36" cy="36"/>
              </a:xfrm>
              <a:custGeom>
                <a:avLst/>
                <a:gdLst/>
                <a:ahLst/>
                <a:cxnLst>
                  <a:cxn ang="0">
                    <a:pos x="0" y="4"/>
                  </a:cxn>
                  <a:cxn ang="0">
                    <a:pos x="10" y="35"/>
                  </a:cxn>
                  <a:cxn ang="0">
                    <a:pos x="35" y="30"/>
                  </a:cxn>
                  <a:cxn ang="0">
                    <a:pos x="24" y="0"/>
                  </a:cxn>
                  <a:cxn ang="0">
                    <a:pos x="0" y="4"/>
                  </a:cxn>
                </a:cxnLst>
                <a:rect l="0" t="0" r="0" b="0"/>
                <a:pathLst>
                  <a:path w="36" h="36">
                    <a:moveTo>
                      <a:pt x="0" y="4"/>
                    </a:moveTo>
                    <a:lnTo>
                      <a:pt x="10" y="35"/>
                    </a:lnTo>
                    <a:lnTo>
                      <a:pt x="35" y="30"/>
                    </a:lnTo>
                    <a:lnTo>
                      <a:pt x="24"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53599" name="Rectangle 660"/>
              <p:cNvSpPr/>
              <p:nvPr/>
            </p:nvSpPr>
            <p:spPr>
              <a:xfrm>
                <a:off x="5005" y="3286"/>
                <a:ext cx="8" cy="8"/>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00" name="Line 661"/>
              <p:cNvSpPr/>
              <p:nvPr/>
            </p:nvSpPr>
            <p:spPr>
              <a:xfrm>
                <a:off x="5005" y="3284"/>
                <a:ext cx="0" cy="2"/>
              </a:xfrm>
              <a:prstGeom prst="line">
                <a:avLst/>
              </a:prstGeom>
              <a:ln w="12700" cap="flat" cmpd="sng">
                <a:solidFill>
                  <a:srgbClr val="FFFFFF"/>
                </a:solidFill>
                <a:prstDash val="solid"/>
                <a:headEnd type="none" w="med" len="med"/>
                <a:tailEnd type="none" w="med" len="med"/>
              </a:ln>
            </p:spPr>
          </p:sp>
          <p:sp>
            <p:nvSpPr>
              <p:cNvPr id="53601" name="Freeform 662"/>
              <p:cNvSpPr/>
              <p:nvPr/>
            </p:nvSpPr>
            <p:spPr>
              <a:xfrm>
                <a:off x="4998"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02" name="Line 663"/>
              <p:cNvSpPr/>
              <p:nvPr/>
            </p:nvSpPr>
            <p:spPr>
              <a:xfrm>
                <a:off x="5004" y="3284"/>
                <a:ext cx="0" cy="2"/>
              </a:xfrm>
              <a:prstGeom prst="line">
                <a:avLst/>
              </a:prstGeom>
              <a:ln w="12700" cap="flat" cmpd="sng">
                <a:solidFill>
                  <a:srgbClr val="FFFFFF"/>
                </a:solidFill>
                <a:prstDash val="solid"/>
                <a:headEnd type="none" w="med" len="med"/>
                <a:tailEnd type="none" w="med" len="med"/>
              </a:ln>
            </p:spPr>
          </p:sp>
          <p:sp>
            <p:nvSpPr>
              <p:cNvPr id="53603" name="Freeform 664"/>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04" name="Line 665"/>
              <p:cNvSpPr/>
              <p:nvPr/>
            </p:nvSpPr>
            <p:spPr>
              <a:xfrm>
                <a:off x="5003" y="3284"/>
                <a:ext cx="0" cy="2"/>
              </a:xfrm>
              <a:prstGeom prst="line">
                <a:avLst/>
              </a:prstGeom>
              <a:ln w="12700" cap="flat" cmpd="sng">
                <a:solidFill>
                  <a:srgbClr val="FFFFFF"/>
                </a:solidFill>
                <a:prstDash val="solid"/>
                <a:headEnd type="none" w="med" len="med"/>
                <a:tailEnd type="none" w="med" len="med"/>
              </a:ln>
            </p:spPr>
          </p:sp>
          <p:sp>
            <p:nvSpPr>
              <p:cNvPr id="53605" name="Freeform 666"/>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06" name="Line 667"/>
              <p:cNvSpPr/>
              <p:nvPr/>
            </p:nvSpPr>
            <p:spPr>
              <a:xfrm>
                <a:off x="5002" y="3284"/>
                <a:ext cx="0" cy="2"/>
              </a:xfrm>
              <a:prstGeom prst="line">
                <a:avLst/>
              </a:prstGeom>
              <a:ln w="12700" cap="flat" cmpd="sng">
                <a:solidFill>
                  <a:srgbClr val="FFFFFF"/>
                </a:solidFill>
                <a:prstDash val="solid"/>
                <a:headEnd type="none" w="med" len="med"/>
                <a:tailEnd type="none" w="med" len="med"/>
              </a:ln>
            </p:spPr>
          </p:sp>
          <p:sp>
            <p:nvSpPr>
              <p:cNvPr id="53607" name="Freeform 668"/>
              <p:cNvSpPr/>
              <p:nvPr/>
            </p:nvSpPr>
            <p:spPr>
              <a:xfrm>
                <a:off x="4997" y="3277"/>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08" name="Line 669"/>
              <p:cNvSpPr/>
              <p:nvPr/>
            </p:nvSpPr>
            <p:spPr>
              <a:xfrm>
                <a:off x="5001" y="3284"/>
                <a:ext cx="0" cy="2"/>
              </a:xfrm>
              <a:prstGeom prst="line">
                <a:avLst/>
              </a:prstGeom>
              <a:ln w="12700" cap="flat" cmpd="sng">
                <a:solidFill>
                  <a:srgbClr val="FFFFFF"/>
                </a:solidFill>
                <a:prstDash val="solid"/>
                <a:headEnd type="none" w="med" len="med"/>
                <a:tailEnd type="none" w="med" len="med"/>
              </a:ln>
            </p:spPr>
          </p:sp>
          <p:sp>
            <p:nvSpPr>
              <p:cNvPr id="53609" name="Freeform 670"/>
              <p:cNvSpPr/>
              <p:nvPr/>
            </p:nvSpPr>
            <p:spPr>
              <a:xfrm>
                <a:off x="4997" y="3277"/>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10" name="Line 671"/>
              <p:cNvSpPr/>
              <p:nvPr/>
            </p:nvSpPr>
            <p:spPr>
              <a:xfrm>
                <a:off x="5001" y="3284"/>
                <a:ext cx="0" cy="2"/>
              </a:xfrm>
              <a:prstGeom prst="line">
                <a:avLst/>
              </a:prstGeom>
              <a:ln w="12700" cap="flat" cmpd="sng">
                <a:solidFill>
                  <a:srgbClr val="FFFFFF"/>
                </a:solidFill>
                <a:prstDash val="solid"/>
                <a:headEnd type="none" w="med" len="med"/>
                <a:tailEnd type="none" w="med" len="med"/>
              </a:ln>
            </p:spPr>
          </p:sp>
          <p:sp>
            <p:nvSpPr>
              <p:cNvPr id="53611" name="Freeform 672"/>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12" name="Rectangle 673"/>
              <p:cNvSpPr/>
              <p:nvPr/>
            </p:nvSpPr>
            <p:spPr>
              <a:xfrm>
                <a:off x="5005" y="3277"/>
                <a:ext cx="8"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13" name="Freeform 674"/>
              <p:cNvSpPr/>
              <p:nvPr/>
            </p:nvSpPr>
            <p:spPr>
              <a:xfrm>
                <a:off x="5001" y="3262"/>
                <a:ext cx="17" cy="17"/>
              </a:xfrm>
              <a:custGeom>
                <a:avLst/>
                <a:gdLst/>
                <a:ahLst/>
                <a:cxnLst>
                  <a:cxn ang="0">
                    <a:pos x="16" y="16"/>
                  </a:cxn>
                  <a:cxn ang="0">
                    <a:pos x="12" y="5"/>
                  </a:cxn>
                  <a:cxn ang="0">
                    <a:pos x="12" y="0"/>
                  </a:cxn>
                  <a:cxn ang="0">
                    <a:pos x="7" y="0"/>
                  </a:cxn>
                  <a:cxn ang="0">
                    <a:pos x="7" y="5"/>
                  </a:cxn>
                  <a:cxn ang="0">
                    <a:pos x="0" y="16"/>
                  </a:cxn>
                  <a:cxn ang="0">
                    <a:pos x="16" y="16"/>
                  </a:cxn>
                </a:cxnLst>
                <a:rect l="0" t="0" r="0" b="0"/>
                <a:pathLst>
                  <a:path w="17" h="17">
                    <a:moveTo>
                      <a:pt x="16" y="16"/>
                    </a:moveTo>
                    <a:lnTo>
                      <a:pt x="12" y="5"/>
                    </a:lnTo>
                    <a:lnTo>
                      <a:pt x="12" y="0"/>
                    </a:lnTo>
                    <a:lnTo>
                      <a:pt x="7" y="0"/>
                    </a:lnTo>
                    <a:lnTo>
                      <a:pt x="7" y="5"/>
                    </a:lnTo>
                    <a:lnTo>
                      <a:pt x="0" y="16"/>
                    </a:lnTo>
                    <a:lnTo>
                      <a:pt x="16" y="16"/>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53614" name="Rectangle 675"/>
              <p:cNvSpPr/>
              <p:nvPr/>
            </p:nvSpPr>
            <p:spPr>
              <a:xfrm>
                <a:off x="5007" y="3208"/>
                <a:ext cx="8" cy="50"/>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15" name="Freeform 676"/>
              <p:cNvSpPr/>
              <p:nvPr/>
            </p:nvSpPr>
            <p:spPr>
              <a:xfrm>
                <a:off x="5001" y="3203"/>
                <a:ext cx="17" cy="17"/>
              </a:xfrm>
              <a:custGeom>
                <a:avLst/>
                <a:gdLst/>
                <a:ahLst/>
                <a:cxnLst>
                  <a:cxn ang="0">
                    <a:pos x="12" y="13"/>
                  </a:cxn>
                  <a:cxn ang="0">
                    <a:pos x="16" y="13"/>
                  </a:cxn>
                  <a:cxn ang="0">
                    <a:pos x="16" y="10"/>
                  </a:cxn>
                  <a:cxn ang="0">
                    <a:pos x="16" y="7"/>
                  </a:cxn>
                  <a:cxn ang="0">
                    <a:pos x="16" y="5"/>
                  </a:cxn>
                  <a:cxn ang="0">
                    <a:pos x="16" y="2"/>
                  </a:cxn>
                  <a:cxn ang="0">
                    <a:pos x="16" y="0"/>
                  </a:cxn>
                  <a:cxn ang="0">
                    <a:pos x="12" y="0"/>
                  </a:cxn>
                  <a:cxn ang="0">
                    <a:pos x="6" y="0"/>
                  </a:cxn>
                  <a:cxn ang="0">
                    <a:pos x="0" y="0"/>
                  </a:cxn>
                  <a:cxn ang="0">
                    <a:pos x="0" y="2"/>
                  </a:cxn>
                  <a:cxn ang="0">
                    <a:pos x="0" y="5"/>
                  </a:cxn>
                  <a:cxn ang="0">
                    <a:pos x="0" y="7"/>
                  </a:cxn>
                  <a:cxn ang="0">
                    <a:pos x="0" y="10"/>
                  </a:cxn>
                  <a:cxn ang="0">
                    <a:pos x="6" y="10"/>
                  </a:cxn>
                  <a:cxn ang="0">
                    <a:pos x="6" y="13"/>
                  </a:cxn>
                  <a:cxn ang="0">
                    <a:pos x="6" y="16"/>
                  </a:cxn>
                  <a:cxn ang="0">
                    <a:pos x="12" y="16"/>
                  </a:cxn>
                  <a:cxn ang="0">
                    <a:pos x="12" y="13"/>
                  </a:cxn>
                </a:cxnLst>
                <a:rect l="0" t="0" r="0" b="0"/>
                <a:pathLst>
                  <a:path w="17" h="17">
                    <a:moveTo>
                      <a:pt x="12" y="13"/>
                    </a:moveTo>
                    <a:lnTo>
                      <a:pt x="16" y="13"/>
                    </a:lnTo>
                    <a:lnTo>
                      <a:pt x="16" y="10"/>
                    </a:lnTo>
                    <a:lnTo>
                      <a:pt x="16" y="7"/>
                    </a:lnTo>
                    <a:lnTo>
                      <a:pt x="16" y="5"/>
                    </a:lnTo>
                    <a:lnTo>
                      <a:pt x="16" y="2"/>
                    </a:lnTo>
                    <a:lnTo>
                      <a:pt x="16" y="0"/>
                    </a:lnTo>
                    <a:lnTo>
                      <a:pt x="12" y="0"/>
                    </a:lnTo>
                    <a:lnTo>
                      <a:pt x="6" y="0"/>
                    </a:lnTo>
                    <a:lnTo>
                      <a:pt x="0" y="0"/>
                    </a:lnTo>
                    <a:lnTo>
                      <a:pt x="0" y="2"/>
                    </a:lnTo>
                    <a:lnTo>
                      <a:pt x="0" y="5"/>
                    </a:lnTo>
                    <a:lnTo>
                      <a:pt x="0" y="7"/>
                    </a:lnTo>
                    <a:lnTo>
                      <a:pt x="0" y="10"/>
                    </a:lnTo>
                    <a:lnTo>
                      <a:pt x="6" y="10"/>
                    </a:lnTo>
                    <a:lnTo>
                      <a:pt x="6" y="13"/>
                    </a:lnTo>
                    <a:lnTo>
                      <a:pt x="6" y="16"/>
                    </a:lnTo>
                    <a:lnTo>
                      <a:pt x="12" y="16"/>
                    </a:lnTo>
                    <a:lnTo>
                      <a:pt x="12"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53616" name="Rectangle 677"/>
              <p:cNvSpPr/>
              <p:nvPr/>
            </p:nvSpPr>
            <p:spPr>
              <a:xfrm>
                <a:off x="5005" y="3290"/>
                <a:ext cx="8" cy="62"/>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17" name="Freeform 678"/>
              <p:cNvSpPr/>
              <p:nvPr/>
            </p:nvSpPr>
            <p:spPr>
              <a:xfrm>
                <a:off x="4987" y="3336"/>
                <a:ext cx="24" cy="35"/>
              </a:xfrm>
              <a:custGeom>
                <a:avLst/>
                <a:gdLst/>
                <a:ahLst/>
                <a:cxnLst>
                  <a:cxn ang="0">
                    <a:pos x="0" y="2"/>
                  </a:cxn>
                  <a:cxn ang="0">
                    <a:pos x="9" y="34"/>
                  </a:cxn>
                  <a:cxn ang="0">
                    <a:pos x="23" y="31"/>
                  </a:cxn>
                  <a:cxn ang="0">
                    <a:pos x="13" y="0"/>
                  </a:cxn>
                  <a:cxn ang="0">
                    <a:pos x="0" y="2"/>
                  </a:cxn>
                </a:cxnLst>
                <a:rect l="0" t="0" r="0" b="0"/>
                <a:pathLst>
                  <a:path w="24" h="35">
                    <a:moveTo>
                      <a:pt x="0" y="2"/>
                    </a:moveTo>
                    <a:lnTo>
                      <a:pt x="9" y="34"/>
                    </a:lnTo>
                    <a:lnTo>
                      <a:pt x="23" y="31"/>
                    </a:lnTo>
                    <a:lnTo>
                      <a:pt x="13" y="0"/>
                    </a:lnTo>
                    <a:lnTo>
                      <a:pt x="0" y="2"/>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53618" name="Freeform 679"/>
              <p:cNvSpPr/>
              <p:nvPr/>
            </p:nvSpPr>
            <p:spPr>
              <a:xfrm>
                <a:off x="4910" y="3223"/>
                <a:ext cx="84" cy="36"/>
              </a:xfrm>
              <a:custGeom>
                <a:avLst/>
                <a:gdLst/>
                <a:ahLst/>
                <a:cxnLst>
                  <a:cxn ang="0">
                    <a:pos x="0" y="9"/>
                  </a:cxn>
                  <a:cxn ang="0">
                    <a:pos x="41" y="0"/>
                  </a:cxn>
                  <a:cxn ang="0">
                    <a:pos x="83" y="9"/>
                  </a:cxn>
                  <a:cxn ang="0">
                    <a:pos x="83" y="29"/>
                  </a:cxn>
                  <a:cxn ang="0">
                    <a:pos x="80" y="31"/>
                  </a:cxn>
                  <a:cxn ang="0">
                    <a:pos x="57" y="35"/>
                  </a:cxn>
                  <a:cxn ang="0">
                    <a:pos x="54" y="35"/>
                  </a:cxn>
                  <a:cxn ang="0">
                    <a:pos x="29" y="35"/>
                  </a:cxn>
                  <a:cxn ang="0">
                    <a:pos x="25" y="35"/>
                  </a:cxn>
                  <a:cxn ang="0">
                    <a:pos x="3" y="31"/>
                  </a:cxn>
                  <a:cxn ang="0">
                    <a:pos x="0" y="29"/>
                  </a:cxn>
                  <a:cxn ang="0">
                    <a:pos x="0" y="9"/>
                  </a:cxn>
                </a:cxnLst>
                <a:rect l="0" t="0" r="0" b="0"/>
                <a:pathLst>
                  <a:path w="84" h="36">
                    <a:moveTo>
                      <a:pt x="0" y="9"/>
                    </a:moveTo>
                    <a:lnTo>
                      <a:pt x="41" y="0"/>
                    </a:lnTo>
                    <a:lnTo>
                      <a:pt x="83" y="9"/>
                    </a:lnTo>
                    <a:lnTo>
                      <a:pt x="83" y="29"/>
                    </a:lnTo>
                    <a:lnTo>
                      <a:pt x="80" y="31"/>
                    </a:lnTo>
                    <a:lnTo>
                      <a:pt x="57" y="35"/>
                    </a:lnTo>
                    <a:lnTo>
                      <a:pt x="54" y="35"/>
                    </a:lnTo>
                    <a:lnTo>
                      <a:pt x="29" y="35"/>
                    </a:lnTo>
                    <a:lnTo>
                      <a:pt x="25" y="35"/>
                    </a:lnTo>
                    <a:lnTo>
                      <a:pt x="3" y="31"/>
                    </a:lnTo>
                    <a:lnTo>
                      <a:pt x="0" y="29"/>
                    </a:lnTo>
                    <a:lnTo>
                      <a:pt x="0" y="9"/>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3619" name="Rectangle 680"/>
              <p:cNvSpPr/>
              <p:nvPr/>
            </p:nvSpPr>
            <p:spPr>
              <a:xfrm>
                <a:off x="4915" y="3245"/>
                <a:ext cx="76" cy="8"/>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20" name="Freeform 681"/>
              <p:cNvSpPr/>
              <p:nvPr/>
            </p:nvSpPr>
            <p:spPr>
              <a:xfrm>
                <a:off x="4934" y="3258"/>
                <a:ext cx="37" cy="44"/>
              </a:xfrm>
              <a:custGeom>
                <a:avLst/>
                <a:gdLst/>
                <a:ahLst/>
                <a:cxnLst>
                  <a:cxn ang="0">
                    <a:pos x="15" y="5"/>
                  </a:cxn>
                  <a:cxn ang="0">
                    <a:pos x="15" y="16"/>
                  </a:cxn>
                  <a:cxn ang="0">
                    <a:pos x="13" y="16"/>
                  </a:cxn>
                  <a:cxn ang="0">
                    <a:pos x="13" y="25"/>
                  </a:cxn>
                  <a:cxn ang="0">
                    <a:pos x="7" y="25"/>
                  </a:cxn>
                  <a:cxn ang="0">
                    <a:pos x="7" y="33"/>
                  </a:cxn>
                  <a:cxn ang="0">
                    <a:pos x="0" y="33"/>
                  </a:cxn>
                  <a:cxn ang="0">
                    <a:pos x="0" y="43"/>
                  </a:cxn>
                  <a:cxn ang="0">
                    <a:pos x="36" y="43"/>
                  </a:cxn>
                  <a:cxn ang="0">
                    <a:pos x="36" y="33"/>
                  </a:cxn>
                  <a:cxn ang="0">
                    <a:pos x="28" y="33"/>
                  </a:cxn>
                  <a:cxn ang="0">
                    <a:pos x="28" y="25"/>
                  </a:cxn>
                  <a:cxn ang="0">
                    <a:pos x="22" y="25"/>
                  </a:cxn>
                  <a:cxn ang="0">
                    <a:pos x="22" y="16"/>
                  </a:cxn>
                  <a:cxn ang="0">
                    <a:pos x="19" y="16"/>
                  </a:cxn>
                  <a:cxn ang="0">
                    <a:pos x="19" y="5"/>
                  </a:cxn>
                  <a:cxn ang="0">
                    <a:pos x="19" y="3"/>
                  </a:cxn>
                  <a:cxn ang="0">
                    <a:pos x="19" y="0"/>
                  </a:cxn>
                  <a:cxn ang="0">
                    <a:pos x="15" y="0"/>
                  </a:cxn>
                  <a:cxn ang="0">
                    <a:pos x="15" y="3"/>
                  </a:cxn>
                  <a:cxn ang="0">
                    <a:pos x="16" y="4"/>
                  </a:cxn>
                  <a:cxn ang="0">
                    <a:pos x="15" y="5"/>
                  </a:cxn>
                </a:cxnLst>
                <a:rect l="0" t="0" r="0" b="0"/>
                <a:pathLst>
                  <a:path w="37" h="44">
                    <a:moveTo>
                      <a:pt x="15" y="5"/>
                    </a:moveTo>
                    <a:lnTo>
                      <a:pt x="15" y="16"/>
                    </a:lnTo>
                    <a:lnTo>
                      <a:pt x="13" y="16"/>
                    </a:lnTo>
                    <a:lnTo>
                      <a:pt x="13" y="25"/>
                    </a:lnTo>
                    <a:lnTo>
                      <a:pt x="7" y="25"/>
                    </a:lnTo>
                    <a:lnTo>
                      <a:pt x="7" y="33"/>
                    </a:lnTo>
                    <a:lnTo>
                      <a:pt x="0" y="33"/>
                    </a:lnTo>
                    <a:lnTo>
                      <a:pt x="0" y="43"/>
                    </a:lnTo>
                    <a:lnTo>
                      <a:pt x="36" y="43"/>
                    </a:lnTo>
                    <a:lnTo>
                      <a:pt x="36" y="33"/>
                    </a:lnTo>
                    <a:lnTo>
                      <a:pt x="28" y="33"/>
                    </a:lnTo>
                    <a:lnTo>
                      <a:pt x="28" y="25"/>
                    </a:lnTo>
                    <a:lnTo>
                      <a:pt x="22" y="25"/>
                    </a:lnTo>
                    <a:lnTo>
                      <a:pt x="22" y="16"/>
                    </a:lnTo>
                    <a:lnTo>
                      <a:pt x="19" y="16"/>
                    </a:lnTo>
                    <a:lnTo>
                      <a:pt x="19" y="5"/>
                    </a:lnTo>
                    <a:lnTo>
                      <a:pt x="19" y="3"/>
                    </a:lnTo>
                    <a:lnTo>
                      <a:pt x="19" y="0"/>
                    </a:lnTo>
                    <a:lnTo>
                      <a:pt x="15" y="0"/>
                    </a:lnTo>
                    <a:lnTo>
                      <a:pt x="15" y="3"/>
                    </a:lnTo>
                    <a:lnTo>
                      <a:pt x="16" y="4"/>
                    </a:lnTo>
                    <a:lnTo>
                      <a:pt x="15" y="5"/>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53621" name="Freeform 682"/>
              <p:cNvSpPr/>
              <p:nvPr/>
            </p:nvSpPr>
            <p:spPr>
              <a:xfrm>
                <a:off x="4935" y="3258"/>
                <a:ext cx="34" cy="17"/>
              </a:xfrm>
              <a:custGeom>
                <a:avLst/>
                <a:gdLst/>
                <a:ahLst/>
                <a:cxnLst>
                  <a:cxn ang="0">
                    <a:pos x="0" y="0"/>
                  </a:cxn>
                  <a:cxn ang="0">
                    <a:pos x="6" y="0"/>
                  </a:cxn>
                  <a:cxn ang="0">
                    <a:pos x="6" y="6"/>
                  </a:cxn>
                  <a:cxn ang="0">
                    <a:pos x="9" y="6"/>
                  </a:cxn>
                  <a:cxn ang="0">
                    <a:pos x="9" y="8"/>
                  </a:cxn>
                  <a:cxn ang="0">
                    <a:pos x="6" y="8"/>
                  </a:cxn>
                  <a:cxn ang="0">
                    <a:pos x="6" y="15"/>
                  </a:cxn>
                  <a:cxn ang="0">
                    <a:pos x="9" y="15"/>
                  </a:cxn>
                  <a:cxn ang="0">
                    <a:pos x="9" y="16"/>
                  </a:cxn>
                  <a:cxn ang="0">
                    <a:pos x="22" y="16"/>
                  </a:cxn>
                  <a:cxn ang="0">
                    <a:pos x="22" y="14"/>
                  </a:cxn>
                  <a:cxn ang="0">
                    <a:pos x="26" y="14"/>
                  </a:cxn>
                  <a:cxn ang="0">
                    <a:pos x="26" y="8"/>
                  </a:cxn>
                  <a:cxn ang="0">
                    <a:pos x="22" y="8"/>
                  </a:cxn>
                  <a:cxn ang="0">
                    <a:pos x="22" y="6"/>
                  </a:cxn>
                  <a:cxn ang="0">
                    <a:pos x="26" y="6"/>
                  </a:cxn>
                  <a:cxn ang="0">
                    <a:pos x="26" y="0"/>
                  </a:cxn>
                  <a:cxn ang="0">
                    <a:pos x="31" y="0"/>
                  </a:cxn>
                  <a:cxn ang="0">
                    <a:pos x="33" y="0"/>
                  </a:cxn>
                  <a:cxn ang="0">
                    <a:pos x="0" y="0"/>
                  </a:cxn>
                </a:cxnLst>
                <a:rect l="0" t="0" r="0" b="0"/>
                <a:pathLst>
                  <a:path w="34" h="17">
                    <a:moveTo>
                      <a:pt x="0" y="0"/>
                    </a:moveTo>
                    <a:lnTo>
                      <a:pt x="6" y="0"/>
                    </a:lnTo>
                    <a:lnTo>
                      <a:pt x="6" y="6"/>
                    </a:lnTo>
                    <a:lnTo>
                      <a:pt x="9" y="6"/>
                    </a:lnTo>
                    <a:lnTo>
                      <a:pt x="9" y="8"/>
                    </a:lnTo>
                    <a:lnTo>
                      <a:pt x="6" y="8"/>
                    </a:lnTo>
                    <a:lnTo>
                      <a:pt x="6" y="15"/>
                    </a:lnTo>
                    <a:lnTo>
                      <a:pt x="9" y="15"/>
                    </a:lnTo>
                    <a:lnTo>
                      <a:pt x="9" y="16"/>
                    </a:lnTo>
                    <a:lnTo>
                      <a:pt x="22" y="16"/>
                    </a:lnTo>
                    <a:lnTo>
                      <a:pt x="22" y="14"/>
                    </a:lnTo>
                    <a:lnTo>
                      <a:pt x="26" y="14"/>
                    </a:lnTo>
                    <a:lnTo>
                      <a:pt x="26" y="8"/>
                    </a:lnTo>
                    <a:lnTo>
                      <a:pt x="22" y="8"/>
                    </a:lnTo>
                    <a:lnTo>
                      <a:pt x="22" y="6"/>
                    </a:lnTo>
                    <a:lnTo>
                      <a:pt x="26" y="6"/>
                    </a:lnTo>
                    <a:lnTo>
                      <a:pt x="26" y="0"/>
                    </a:lnTo>
                    <a:lnTo>
                      <a:pt x="31" y="0"/>
                    </a:lnTo>
                    <a:lnTo>
                      <a:pt x="33"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3622" name="Rectangle 683"/>
              <p:cNvSpPr/>
              <p:nvPr/>
            </p:nvSpPr>
            <p:spPr>
              <a:xfrm>
                <a:off x="4929" y="3305"/>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23" name="Rectangle 684"/>
              <p:cNvSpPr/>
              <p:nvPr/>
            </p:nvSpPr>
            <p:spPr>
              <a:xfrm>
                <a:off x="4929" y="3317"/>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24" name="Freeform 685"/>
              <p:cNvSpPr/>
              <p:nvPr/>
            </p:nvSpPr>
            <p:spPr>
              <a:xfrm>
                <a:off x="4968" y="3307"/>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3625" name="Freeform 686"/>
              <p:cNvSpPr/>
              <p:nvPr/>
            </p:nvSpPr>
            <p:spPr>
              <a:xfrm>
                <a:off x="4924" y="3307"/>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3626" name="Freeform 687"/>
              <p:cNvSpPr/>
              <p:nvPr/>
            </p:nvSpPr>
            <p:spPr>
              <a:xfrm>
                <a:off x="4934" y="3300"/>
                <a:ext cx="37" cy="17"/>
              </a:xfrm>
              <a:custGeom>
                <a:avLst/>
                <a:gdLst/>
                <a:ahLst/>
                <a:cxnLst>
                  <a:cxn ang="0">
                    <a:pos x="0" y="0"/>
                  </a:cxn>
                  <a:cxn ang="0">
                    <a:pos x="0" y="16"/>
                  </a:cxn>
                  <a:cxn ang="0">
                    <a:pos x="36" y="16"/>
                  </a:cxn>
                  <a:cxn ang="0">
                    <a:pos x="36" y="5"/>
                  </a:cxn>
                </a:cxnLst>
                <a:rect l="0" t="0" r="0" b="0"/>
                <a:pathLst>
                  <a:path w="37" h="17">
                    <a:moveTo>
                      <a:pt x="0" y="0"/>
                    </a:moveTo>
                    <a:lnTo>
                      <a:pt x="0" y="16"/>
                    </a:lnTo>
                    <a:lnTo>
                      <a:pt x="36" y="16"/>
                    </a:lnTo>
                    <a:lnTo>
                      <a:pt x="36"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3627" name="Freeform 688"/>
              <p:cNvSpPr/>
              <p:nvPr/>
            </p:nvSpPr>
            <p:spPr>
              <a:xfrm>
                <a:off x="4927" y="3316"/>
                <a:ext cx="53" cy="17"/>
              </a:xfrm>
              <a:custGeom>
                <a:avLst/>
                <a:gdLst/>
                <a:ahLst/>
                <a:cxnLst>
                  <a:cxn ang="0">
                    <a:pos x="1" y="0"/>
                  </a:cxn>
                  <a:cxn ang="0">
                    <a:pos x="49" y="0"/>
                  </a:cxn>
                  <a:cxn ang="0">
                    <a:pos x="52" y="16"/>
                  </a:cxn>
                  <a:cxn ang="0">
                    <a:pos x="0" y="16"/>
                  </a:cxn>
                  <a:cxn ang="0">
                    <a:pos x="1" y="0"/>
                  </a:cxn>
                </a:cxnLst>
                <a:rect l="0" t="0" r="0" b="0"/>
                <a:pathLst>
                  <a:path w="53" h="17">
                    <a:moveTo>
                      <a:pt x="1" y="0"/>
                    </a:moveTo>
                    <a:lnTo>
                      <a:pt x="49" y="0"/>
                    </a:lnTo>
                    <a:lnTo>
                      <a:pt x="52" y="16"/>
                    </a:lnTo>
                    <a:lnTo>
                      <a:pt x="0" y="16"/>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53628" name="Rectangle 690"/>
            <p:cNvSpPr/>
            <p:nvPr/>
          </p:nvSpPr>
          <p:spPr>
            <a:xfrm>
              <a:off x="4468" y="3475"/>
              <a:ext cx="218" cy="229"/>
            </a:xfrm>
            <a:prstGeom prst="rect">
              <a:avLst/>
            </a:prstGeom>
            <a:noFill/>
            <a:ln w="12700">
              <a:noFill/>
            </a:ln>
          </p:spPr>
          <p:txBody>
            <a:bodyPr wrap="none" lIns="90488" tIns="44450" rIns="90488" bIns="44450">
              <a:spAutoFit/>
            </a:bodyPr>
            <a:lstStyle/>
            <a:p>
              <a:pPr marL="390525" indent="-390525" defTabSz="1043305" eaLnBrk="0" hangingPunct="0">
                <a:spcBef>
                  <a:spcPct val="20000"/>
                </a:spcBef>
              </a:pPr>
              <a:r>
                <a:rPr lang="en-US" altLang="zh-CN" b="1" i="1"/>
                <a:t>B</a:t>
              </a:r>
            </a:p>
          </p:txBody>
        </p:sp>
        <p:sp>
          <p:nvSpPr>
            <p:cNvPr id="36531" name="Rectangle 691"/>
            <p:cNvSpPr>
              <a:spLocks noChangeArrowheads="1"/>
            </p:cNvSpPr>
            <p:nvPr/>
          </p:nvSpPr>
          <p:spPr bwMode="auto">
            <a:xfrm>
              <a:off x="1111" y="3430"/>
              <a:ext cx="212" cy="231"/>
            </a:xfrm>
            <a:prstGeom prst="rect">
              <a:avLst/>
            </a:prstGeom>
            <a:noFill/>
            <a:ln w="12700">
              <a:noFill/>
              <a:miter lim="800000"/>
            </a:ln>
            <a:effectLst/>
          </p:spPr>
          <p:txBody>
            <a:bodyPr wrap="none" lIns="90488" tIns="44450" rIns="90488" bIns="44450">
              <a:spAutoFit/>
            </a:bodyPr>
            <a:lstStyle/>
            <a:p>
              <a:pPr marL="390525" indent="-390525" defTabSz="1043305" eaLnBrk="0" fontAlgn="base" hangingPunct="0">
                <a:spcBef>
                  <a:spcPct val="20000"/>
                </a:spcBef>
              </a:pPr>
              <a:r>
                <a:rPr lang="en-US" altLang="zh-CN" b="1" i="1" noProof="1">
                  <a:effectLst>
                    <a:outerShdw blurRad="38100" dist="38100" dir="2700000">
                      <a:srgbClr val="000000"/>
                    </a:outerShdw>
                  </a:effectLst>
                </a:rPr>
                <a:t>A</a:t>
              </a:r>
            </a:p>
          </p:txBody>
        </p:sp>
        <p:sp>
          <p:nvSpPr>
            <p:cNvPr id="53630" name="Text Box 693"/>
            <p:cNvSpPr txBox="1"/>
            <p:nvPr/>
          </p:nvSpPr>
          <p:spPr>
            <a:xfrm>
              <a:off x="521" y="3475"/>
              <a:ext cx="596" cy="250"/>
            </a:xfrm>
            <a:prstGeom prst="rect">
              <a:avLst/>
            </a:prstGeom>
            <a:noFill/>
            <a:ln w="9525">
              <a:noFill/>
            </a:ln>
          </p:spPr>
          <p:txBody>
            <a:bodyPr wrap="none">
              <a:spAutoFit/>
            </a:bodyPr>
            <a:lstStyle/>
            <a:p>
              <a:r>
                <a:rPr lang="zh-CN" altLang="en-US" sz="2000" dirty="0"/>
                <a:t>基准站</a:t>
              </a:r>
            </a:p>
          </p:txBody>
        </p:sp>
        <p:sp>
          <p:nvSpPr>
            <p:cNvPr id="53631" name="Text Box 694"/>
            <p:cNvSpPr txBox="1"/>
            <p:nvPr/>
          </p:nvSpPr>
          <p:spPr>
            <a:xfrm>
              <a:off x="3878" y="3475"/>
              <a:ext cx="596" cy="250"/>
            </a:xfrm>
            <a:prstGeom prst="rect">
              <a:avLst/>
            </a:prstGeom>
            <a:noFill/>
            <a:ln w="9525">
              <a:noFill/>
            </a:ln>
          </p:spPr>
          <p:txBody>
            <a:bodyPr wrap="none">
              <a:spAutoFit/>
            </a:bodyPr>
            <a:lstStyle/>
            <a:p>
              <a:r>
                <a:rPr lang="zh-CN" altLang="en-US" sz="2000" dirty="0"/>
                <a:t>流动站</a:t>
              </a:r>
            </a:p>
          </p:txBody>
        </p:sp>
        <p:grpSp>
          <p:nvGrpSpPr>
            <p:cNvPr id="53632" name="Group 696"/>
            <p:cNvGrpSpPr/>
            <p:nvPr/>
          </p:nvGrpSpPr>
          <p:grpSpPr>
            <a:xfrm>
              <a:off x="2653" y="3702"/>
              <a:ext cx="224" cy="374"/>
              <a:chOff x="4846" y="3203"/>
              <a:chExt cx="224" cy="374"/>
            </a:xfrm>
          </p:grpSpPr>
          <p:sp>
            <p:nvSpPr>
              <p:cNvPr id="53633" name="Freeform 697"/>
              <p:cNvSpPr/>
              <p:nvPr/>
            </p:nvSpPr>
            <p:spPr>
              <a:xfrm>
                <a:off x="4846" y="3316"/>
                <a:ext cx="224" cy="261"/>
              </a:xfrm>
              <a:custGeom>
                <a:avLst/>
                <a:gdLst/>
                <a:ahLst/>
                <a:cxnLst>
                  <a:cxn ang="0">
                    <a:pos x="83" y="0"/>
                  </a:cxn>
                  <a:cxn ang="0">
                    <a:pos x="131" y="0"/>
                  </a:cxn>
                  <a:cxn ang="0">
                    <a:pos x="223" y="260"/>
                  </a:cxn>
                  <a:cxn ang="0">
                    <a:pos x="126" y="21"/>
                  </a:cxn>
                  <a:cxn ang="0">
                    <a:pos x="113" y="260"/>
                  </a:cxn>
                  <a:cxn ang="0">
                    <a:pos x="87" y="21"/>
                  </a:cxn>
                  <a:cxn ang="0">
                    <a:pos x="0" y="260"/>
                  </a:cxn>
                  <a:cxn ang="0">
                    <a:pos x="83" y="0"/>
                  </a:cxn>
                </a:cxnLst>
                <a:rect l="0" t="0" r="0" b="0"/>
                <a:pathLst>
                  <a:path w="224" h="261">
                    <a:moveTo>
                      <a:pt x="83" y="0"/>
                    </a:moveTo>
                    <a:lnTo>
                      <a:pt x="131" y="0"/>
                    </a:lnTo>
                    <a:lnTo>
                      <a:pt x="223" y="260"/>
                    </a:lnTo>
                    <a:lnTo>
                      <a:pt x="126" y="21"/>
                    </a:lnTo>
                    <a:lnTo>
                      <a:pt x="113" y="260"/>
                    </a:lnTo>
                    <a:lnTo>
                      <a:pt x="87" y="21"/>
                    </a:lnTo>
                    <a:lnTo>
                      <a:pt x="0" y="260"/>
                    </a:lnTo>
                    <a:lnTo>
                      <a:pt x="83" y="0"/>
                    </a:lnTo>
                  </a:path>
                </a:pathLst>
              </a:custGeom>
              <a:solidFill>
                <a:srgbClr val="FFFF00"/>
              </a:solidFill>
              <a:ln w="12700" cap="rnd" cmpd="sng">
                <a:solidFill>
                  <a:srgbClr val="000000"/>
                </a:solidFill>
                <a:prstDash val="solid"/>
                <a:round/>
                <a:headEnd type="none" w="med" len="med"/>
                <a:tailEnd type="none" w="med" len="med"/>
              </a:ln>
            </p:spPr>
            <p:txBody>
              <a:bodyPr/>
              <a:lstStyle/>
              <a:p>
                <a:endParaRPr lang="zh-CN" altLang="en-US"/>
              </a:p>
            </p:txBody>
          </p:sp>
          <p:sp>
            <p:nvSpPr>
              <p:cNvPr id="53634" name="Freeform 698"/>
              <p:cNvSpPr/>
              <p:nvPr/>
            </p:nvSpPr>
            <p:spPr>
              <a:xfrm>
                <a:off x="4988" y="3335"/>
                <a:ext cx="36" cy="36"/>
              </a:xfrm>
              <a:custGeom>
                <a:avLst/>
                <a:gdLst/>
                <a:ahLst/>
                <a:cxnLst>
                  <a:cxn ang="0">
                    <a:pos x="0" y="4"/>
                  </a:cxn>
                  <a:cxn ang="0">
                    <a:pos x="10" y="35"/>
                  </a:cxn>
                  <a:cxn ang="0">
                    <a:pos x="35" y="30"/>
                  </a:cxn>
                  <a:cxn ang="0">
                    <a:pos x="24" y="0"/>
                  </a:cxn>
                  <a:cxn ang="0">
                    <a:pos x="0" y="4"/>
                  </a:cxn>
                </a:cxnLst>
                <a:rect l="0" t="0" r="0" b="0"/>
                <a:pathLst>
                  <a:path w="36" h="36">
                    <a:moveTo>
                      <a:pt x="0" y="4"/>
                    </a:moveTo>
                    <a:lnTo>
                      <a:pt x="10" y="35"/>
                    </a:lnTo>
                    <a:lnTo>
                      <a:pt x="35" y="30"/>
                    </a:lnTo>
                    <a:lnTo>
                      <a:pt x="24" y="0"/>
                    </a:lnTo>
                    <a:lnTo>
                      <a:pt x="0" y="4"/>
                    </a:lnTo>
                  </a:path>
                </a:pathLst>
              </a:custGeom>
              <a:solidFill>
                <a:srgbClr val="F0F0F0"/>
              </a:solidFill>
              <a:ln w="12700" cap="rnd" cmpd="sng">
                <a:solidFill>
                  <a:srgbClr val="000000"/>
                </a:solidFill>
                <a:prstDash val="solid"/>
                <a:round/>
                <a:headEnd type="none" w="med" len="med"/>
                <a:tailEnd type="none" w="med" len="med"/>
              </a:ln>
            </p:spPr>
            <p:txBody>
              <a:bodyPr/>
              <a:lstStyle/>
              <a:p>
                <a:endParaRPr lang="zh-CN" altLang="en-US"/>
              </a:p>
            </p:txBody>
          </p:sp>
          <p:sp>
            <p:nvSpPr>
              <p:cNvPr id="53635" name="Rectangle 699"/>
              <p:cNvSpPr/>
              <p:nvPr/>
            </p:nvSpPr>
            <p:spPr>
              <a:xfrm>
                <a:off x="5005" y="3286"/>
                <a:ext cx="8" cy="8"/>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36" name="Line 700"/>
              <p:cNvSpPr/>
              <p:nvPr/>
            </p:nvSpPr>
            <p:spPr>
              <a:xfrm>
                <a:off x="5005" y="3284"/>
                <a:ext cx="0" cy="2"/>
              </a:xfrm>
              <a:prstGeom prst="line">
                <a:avLst/>
              </a:prstGeom>
              <a:ln w="12700" cap="flat" cmpd="sng">
                <a:solidFill>
                  <a:srgbClr val="FFFFFF"/>
                </a:solidFill>
                <a:prstDash val="solid"/>
                <a:headEnd type="none" w="med" len="med"/>
                <a:tailEnd type="none" w="med" len="med"/>
              </a:ln>
            </p:spPr>
          </p:sp>
          <p:sp>
            <p:nvSpPr>
              <p:cNvPr id="53637" name="Freeform 701"/>
              <p:cNvSpPr/>
              <p:nvPr/>
            </p:nvSpPr>
            <p:spPr>
              <a:xfrm>
                <a:off x="4998"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38" name="Line 702"/>
              <p:cNvSpPr/>
              <p:nvPr/>
            </p:nvSpPr>
            <p:spPr>
              <a:xfrm>
                <a:off x="5004" y="3284"/>
                <a:ext cx="0" cy="2"/>
              </a:xfrm>
              <a:prstGeom prst="line">
                <a:avLst/>
              </a:prstGeom>
              <a:ln w="12700" cap="flat" cmpd="sng">
                <a:solidFill>
                  <a:srgbClr val="FFFFFF"/>
                </a:solidFill>
                <a:prstDash val="solid"/>
                <a:headEnd type="none" w="med" len="med"/>
                <a:tailEnd type="none" w="med" len="med"/>
              </a:ln>
            </p:spPr>
          </p:sp>
          <p:sp>
            <p:nvSpPr>
              <p:cNvPr id="53639" name="Freeform 703"/>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40" name="Line 704"/>
              <p:cNvSpPr/>
              <p:nvPr/>
            </p:nvSpPr>
            <p:spPr>
              <a:xfrm>
                <a:off x="5003" y="3284"/>
                <a:ext cx="0" cy="2"/>
              </a:xfrm>
              <a:prstGeom prst="line">
                <a:avLst/>
              </a:prstGeom>
              <a:ln w="12700" cap="flat" cmpd="sng">
                <a:solidFill>
                  <a:srgbClr val="FFFFFF"/>
                </a:solidFill>
                <a:prstDash val="solid"/>
                <a:headEnd type="none" w="med" len="med"/>
                <a:tailEnd type="none" w="med" len="med"/>
              </a:ln>
            </p:spPr>
          </p:sp>
          <p:sp>
            <p:nvSpPr>
              <p:cNvPr id="53641" name="Freeform 705"/>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42" name="Line 706"/>
              <p:cNvSpPr/>
              <p:nvPr/>
            </p:nvSpPr>
            <p:spPr>
              <a:xfrm>
                <a:off x="5002" y="3284"/>
                <a:ext cx="0" cy="2"/>
              </a:xfrm>
              <a:prstGeom prst="line">
                <a:avLst/>
              </a:prstGeom>
              <a:ln w="12700" cap="flat" cmpd="sng">
                <a:solidFill>
                  <a:srgbClr val="FFFFFF"/>
                </a:solidFill>
                <a:prstDash val="solid"/>
                <a:headEnd type="none" w="med" len="med"/>
                <a:tailEnd type="none" w="med" len="med"/>
              </a:ln>
            </p:spPr>
          </p:sp>
          <p:sp>
            <p:nvSpPr>
              <p:cNvPr id="53643" name="Freeform 707"/>
              <p:cNvSpPr/>
              <p:nvPr/>
            </p:nvSpPr>
            <p:spPr>
              <a:xfrm>
                <a:off x="4997" y="3277"/>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44" name="Line 708"/>
              <p:cNvSpPr/>
              <p:nvPr/>
            </p:nvSpPr>
            <p:spPr>
              <a:xfrm>
                <a:off x="5001" y="3284"/>
                <a:ext cx="0" cy="2"/>
              </a:xfrm>
              <a:prstGeom prst="line">
                <a:avLst/>
              </a:prstGeom>
              <a:ln w="12700" cap="flat" cmpd="sng">
                <a:solidFill>
                  <a:srgbClr val="FFFFFF"/>
                </a:solidFill>
                <a:prstDash val="solid"/>
                <a:headEnd type="none" w="med" len="med"/>
                <a:tailEnd type="none" w="med" len="med"/>
              </a:ln>
            </p:spPr>
          </p:sp>
          <p:sp>
            <p:nvSpPr>
              <p:cNvPr id="53645" name="Freeform 709"/>
              <p:cNvSpPr/>
              <p:nvPr/>
            </p:nvSpPr>
            <p:spPr>
              <a:xfrm>
                <a:off x="4997" y="3277"/>
                <a:ext cx="17" cy="17"/>
              </a:xfrm>
              <a:custGeom>
                <a:avLst/>
                <a:gdLst/>
                <a:ahLst/>
                <a:cxnLst>
                  <a:cxn ang="0">
                    <a:pos x="16" y="0"/>
                  </a:cxn>
                  <a:cxn ang="0">
                    <a:pos x="7" y="16"/>
                  </a:cxn>
                  <a:cxn ang="0">
                    <a:pos x="0" y="0"/>
                  </a:cxn>
                </a:cxnLst>
                <a:rect l="0" t="0" r="0" b="0"/>
                <a:pathLst>
                  <a:path w="17" h="17">
                    <a:moveTo>
                      <a:pt x="16" y="0"/>
                    </a:moveTo>
                    <a:lnTo>
                      <a:pt x="7"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46" name="Line 710"/>
              <p:cNvSpPr/>
              <p:nvPr/>
            </p:nvSpPr>
            <p:spPr>
              <a:xfrm>
                <a:off x="5001" y="3284"/>
                <a:ext cx="0" cy="2"/>
              </a:xfrm>
              <a:prstGeom prst="line">
                <a:avLst/>
              </a:prstGeom>
              <a:ln w="12700" cap="flat" cmpd="sng">
                <a:solidFill>
                  <a:srgbClr val="FFFFFF"/>
                </a:solidFill>
                <a:prstDash val="solid"/>
                <a:headEnd type="none" w="med" len="med"/>
                <a:tailEnd type="none" w="med" len="med"/>
              </a:ln>
            </p:spPr>
          </p:sp>
          <p:sp>
            <p:nvSpPr>
              <p:cNvPr id="53647" name="Freeform 711"/>
              <p:cNvSpPr/>
              <p:nvPr/>
            </p:nvSpPr>
            <p:spPr>
              <a:xfrm>
                <a:off x="4997" y="3277"/>
                <a:ext cx="17" cy="17"/>
              </a:xfrm>
              <a:custGeom>
                <a:avLst/>
                <a:gdLst/>
                <a:ahLst/>
                <a:cxnLst>
                  <a:cxn ang="0">
                    <a:pos x="16" y="0"/>
                  </a:cxn>
                  <a:cxn ang="0">
                    <a:pos x="8" y="16"/>
                  </a:cxn>
                  <a:cxn ang="0">
                    <a:pos x="0" y="0"/>
                  </a:cxn>
                </a:cxnLst>
                <a:rect l="0" t="0" r="0" b="0"/>
                <a:pathLst>
                  <a:path w="17" h="17">
                    <a:moveTo>
                      <a:pt x="16" y="0"/>
                    </a:moveTo>
                    <a:lnTo>
                      <a:pt x="8" y="16"/>
                    </a:lnTo>
                    <a:lnTo>
                      <a:pt x="0" y="0"/>
                    </a:lnTo>
                  </a:path>
                </a:pathLst>
              </a:custGeom>
              <a:noFill/>
              <a:ln w="12700" cap="rnd" cmpd="sng">
                <a:solidFill>
                  <a:srgbClr val="FFFFFF"/>
                </a:solidFill>
                <a:prstDash val="solid"/>
                <a:round/>
                <a:headEnd type="none" w="med" len="med"/>
                <a:tailEnd type="none" w="med" len="med"/>
              </a:ln>
            </p:spPr>
            <p:txBody>
              <a:bodyPr/>
              <a:lstStyle/>
              <a:p>
                <a:endParaRPr lang="zh-CN" altLang="en-US"/>
              </a:p>
            </p:txBody>
          </p:sp>
          <p:sp>
            <p:nvSpPr>
              <p:cNvPr id="53648" name="Rectangle 712"/>
              <p:cNvSpPr/>
              <p:nvPr/>
            </p:nvSpPr>
            <p:spPr>
              <a:xfrm>
                <a:off x="5005" y="3277"/>
                <a:ext cx="8" cy="8"/>
              </a:xfrm>
              <a:prstGeom prst="rect">
                <a:avLst/>
              </a:prstGeom>
              <a:solidFill>
                <a:srgbClr val="212121"/>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49" name="Freeform 713"/>
              <p:cNvSpPr/>
              <p:nvPr/>
            </p:nvSpPr>
            <p:spPr>
              <a:xfrm>
                <a:off x="5001" y="3262"/>
                <a:ext cx="17" cy="17"/>
              </a:xfrm>
              <a:custGeom>
                <a:avLst/>
                <a:gdLst/>
                <a:ahLst/>
                <a:cxnLst>
                  <a:cxn ang="0">
                    <a:pos x="16" y="16"/>
                  </a:cxn>
                  <a:cxn ang="0">
                    <a:pos x="12" y="5"/>
                  </a:cxn>
                  <a:cxn ang="0">
                    <a:pos x="12" y="0"/>
                  </a:cxn>
                  <a:cxn ang="0">
                    <a:pos x="7" y="0"/>
                  </a:cxn>
                  <a:cxn ang="0">
                    <a:pos x="7" y="5"/>
                  </a:cxn>
                  <a:cxn ang="0">
                    <a:pos x="0" y="16"/>
                  </a:cxn>
                  <a:cxn ang="0">
                    <a:pos x="16" y="16"/>
                  </a:cxn>
                </a:cxnLst>
                <a:rect l="0" t="0" r="0" b="0"/>
                <a:pathLst>
                  <a:path w="17" h="17">
                    <a:moveTo>
                      <a:pt x="16" y="16"/>
                    </a:moveTo>
                    <a:lnTo>
                      <a:pt x="12" y="5"/>
                    </a:lnTo>
                    <a:lnTo>
                      <a:pt x="12" y="0"/>
                    </a:lnTo>
                    <a:lnTo>
                      <a:pt x="7" y="0"/>
                    </a:lnTo>
                    <a:lnTo>
                      <a:pt x="7" y="5"/>
                    </a:lnTo>
                    <a:lnTo>
                      <a:pt x="0" y="16"/>
                    </a:lnTo>
                    <a:lnTo>
                      <a:pt x="16" y="16"/>
                    </a:lnTo>
                  </a:path>
                </a:pathLst>
              </a:custGeom>
              <a:solidFill>
                <a:srgbClr val="212121"/>
              </a:solidFill>
              <a:ln w="12700" cap="rnd" cmpd="sng">
                <a:solidFill>
                  <a:srgbClr val="000000"/>
                </a:solidFill>
                <a:prstDash val="solid"/>
                <a:round/>
                <a:headEnd type="none" w="med" len="med"/>
                <a:tailEnd type="none" w="med" len="med"/>
              </a:ln>
            </p:spPr>
            <p:txBody>
              <a:bodyPr/>
              <a:lstStyle/>
              <a:p>
                <a:endParaRPr lang="zh-CN" altLang="en-US"/>
              </a:p>
            </p:txBody>
          </p:sp>
          <p:sp>
            <p:nvSpPr>
              <p:cNvPr id="53650" name="Rectangle 714"/>
              <p:cNvSpPr/>
              <p:nvPr/>
            </p:nvSpPr>
            <p:spPr>
              <a:xfrm>
                <a:off x="5007" y="3208"/>
                <a:ext cx="8" cy="50"/>
              </a:xfrm>
              <a:prstGeom prst="rect">
                <a:avLst/>
              </a:prstGeom>
              <a:solidFill>
                <a:srgbClr val="FFFFFF"/>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51" name="Freeform 715"/>
              <p:cNvSpPr/>
              <p:nvPr/>
            </p:nvSpPr>
            <p:spPr>
              <a:xfrm>
                <a:off x="5001" y="3203"/>
                <a:ext cx="17" cy="17"/>
              </a:xfrm>
              <a:custGeom>
                <a:avLst/>
                <a:gdLst/>
                <a:ahLst/>
                <a:cxnLst>
                  <a:cxn ang="0">
                    <a:pos x="12" y="13"/>
                  </a:cxn>
                  <a:cxn ang="0">
                    <a:pos x="16" y="13"/>
                  </a:cxn>
                  <a:cxn ang="0">
                    <a:pos x="16" y="10"/>
                  </a:cxn>
                  <a:cxn ang="0">
                    <a:pos x="16" y="7"/>
                  </a:cxn>
                  <a:cxn ang="0">
                    <a:pos x="16" y="5"/>
                  </a:cxn>
                  <a:cxn ang="0">
                    <a:pos x="16" y="2"/>
                  </a:cxn>
                  <a:cxn ang="0">
                    <a:pos x="16" y="0"/>
                  </a:cxn>
                  <a:cxn ang="0">
                    <a:pos x="12" y="0"/>
                  </a:cxn>
                  <a:cxn ang="0">
                    <a:pos x="6" y="0"/>
                  </a:cxn>
                  <a:cxn ang="0">
                    <a:pos x="0" y="0"/>
                  </a:cxn>
                  <a:cxn ang="0">
                    <a:pos x="0" y="2"/>
                  </a:cxn>
                  <a:cxn ang="0">
                    <a:pos x="0" y="5"/>
                  </a:cxn>
                  <a:cxn ang="0">
                    <a:pos x="0" y="7"/>
                  </a:cxn>
                  <a:cxn ang="0">
                    <a:pos x="0" y="10"/>
                  </a:cxn>
                  <a:cxn ang="0">
                    <a:pos x="6" y="10"/>
                  </a:cxn>
                  <a:cxn ang="0">
                    <a:pos x="6" y="13"/>
                  </a:cxn>
                  <a:cxn ang="0">
                    <a:pos x="6" y="16"/>
                  </a:cxn>
                  <a:cxn ang="0">
                    <a:pos x="12" y="16"/>
                  </a:cxn>
                  <a:cxn ang="0">
                    <a:pos x="12" y="13"/>
                  </a:cxn>
                </a:cxnLst>
                <a:rect l="0" t="0" r="0" b="0"/>
                <a:pathLst>
                  <a:path w="17" h="17">
                    <a:moveTo>
                      <a:pt x="12" y="13"/>
                    </a:moveTo>
                    <a:lnTo>
                      <a:pt x="16" y="13"/>
                    </a:lnTo>
                    <a:lnTo>
                      <a:pt x="16" y="10"/>
                    </a:lnTo>
                    <a:lnTo>
                      <a:pt x="16" y="7"/>
                    </a:lnTo>
                    <a:lnTo>
                      <a:pt x="16" y="5"/>
                    </a:lnTo>
                    <a:lnTo>
                      <a:pt x="16" y="2"/>
                    </a:lnTo>
                    <a:lnTo>
                      <a:pt x="16" y="0"/>
                    </a:lnTo>
                    <a:lnTo>
                      <a:pt x="12" y="0"/>
                    </a:lnTo>
                    <a:lnTo>
                      <a:pt x="6" y="0"/>
                    </a:lnTo>
                    <a:lnTo>
                      <a:pt x="0" y="0"/>
                    </a:lnTo>
                    <a:lnTo>
                      <a:pt x="0" y="2"/>
                    </a:lnTo>
                    <a:lnTo>
                      <a:pt x="0" y="5"/>
                    </a:lnTo>
                    <a:lnTo>
                      <a:pt x="0" y="7"/>
                    </a:lnTo>
                    <a:lnTo>
                      <a:pt x="0" y="10"/>
                    </a:lnTo>
                    <a:lnTo>
                      <a:pt x="6" y="10"/>
                    </a:lnTo>
                    <a:lnTo>
                      <a:pt x="6" y="13"/>
                    </a:lnTo>
                    <a:lnTo>
                      <a:pt x="6" y="16"/>
                    </a:lnTo>
                    <a:lnTo>
                      <a:pt x="12" y="16"/>
                    </a:lnTo>
                    <a:lnTo>
                      <a:pt x="12" y="13"/>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zh-CN" altLang="en-US"/>
              </a:p>
            </p:txBody>
          </p:sp>
          <p:sp>
            <p:nvSpPr>
              <p:cNvPr id="53652" name="Rectangle 716"/>
              <p:cNvSpPr/>
              <p:nvPr/>
            </p:nvSpPr>
            <p:spPr>
              <a:xfrm>
                <a:off x="5005" y="3290"/>
                <a:ext cx="8" cy="62"/>
              </a:xfrm>
              <a:prstGeom prst="rect">
                <a:avLst/>
              </a:prstGeom>
              <a:solidFill>
                <a:srgbClr val="E0E0E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53" name="Freeform 717"/>
              <p:cNvSpPr/>
              <p:nvPr/>
            </p:nvSpPr>
            <p:spPr>
              <a:xfrm>
                <a:off x="4987" y="3336"/>
                <a:ext cx="24" cy="35"/>
              </a:xfrm>
              <a:custGeom>
                <a:avLst/>
                <a:gdLst/>
                <a:ahLst/>
                <a:cxnLst>
                  <a:cxn ang="0">
                    <a:pos x="0" y="2"/>
                  </a:cxn>
                  <a:cxn ang="0">
                    <a:pos x="9" y="34"/>
                  </a:cxn>
                  <a:cxn ang="0">
                    <a:pos x="23" y="31"/>
                  </a:cxn>
                  <a:cxn ang="0">
                    <a:pos x="13" y="0"/>
                  </a:cxn>
                  <a:cxn ang="0">
                    <a:pos x="0" y="2"/>
                  </a:cxn>
                </a:cxnLst>
                <a:rect l="0" t="0" r="0" b="0"/>
                <a:pathLst>
                  <a:path w="24" h="35">
                    <a:moveTo>
                      <a:pt x="0" y="2"/>
                    </a:moveTo>
                    <a:lnTo>
                      <a:pt x="9" y="34"/>
                    </a:lnTo>
                    <a:lnTo>
                      <a:pt x="23" y="31"/>
                    </a:lnTo>
                    <a:lnTo>
                      <a:pt x="13" y="0"/>
                    </a:lnTo>
                    <a:lnTo>
                      <a:pt x="0" y="2"/>
                    </a:lnTo>
                  </a:path>
                </a:pathLst>
              </a:custGeom>
              <a:solidFill>
                <a:srgbClr val="E0E0E0"/>
              </a:solidFill>
              <a:ln w="12700" cap="rnd" cmpd="sng">
                <a:solidFill>
                  <a:srgbClr val="000000"/>
                </a:solidFill>
                <a:prstDash val="solid"/>
                <a:round/>
                <a:headEnd type="none" w="med" len="med"/>
                <a:tailEnd type="none" w="med" len="med"/>
              </a:ln>
            </p:spPr>
            <p:txBody>
              <a:bodyPr/>
              <a:lstStyle/>
              <a:p>
                <a:endParaRPr lang="zh-CN" altLang="en-US"/>
              </a:p>
            </p:txBody>
          </p:sp>
          <p:sp>
            <p:nvSpPr>
              <p:cNvPr id="53654" name="Freeform 718"/>
              <p:cNvSpPr/>
              <p:nvPr/>
            </p:nvSpPr>
            <p:spPr>
              <a:xfrm>
                <a:off x="4910" y="3223"/>
                <a:ext cx="84" cy="36"/>
              </a:xfrm>
              <a:custGeom>
                <a:avLst/>
                <a:gdLst/>
                <a:ahLst/>
                <a:cxnLst>
                  <a:cxn ang="0">
                    <a:pos x="0" y="9"/>
                  </a:cxn>
                  <a:cxn ang="0">
                    <a:pos x="41" y="0"/>
                  </a:cxn>
                  <a:cxn ang="0">
                    <a:pos x="83" y="9"/>
                  </a:cxn>
                  <a:cxn ang="0">
                    <a:pos x="83" y="29"/>
                  </a:cxn>
                  <a:cxn ang="0">
                    <a:pos x="80" y="31"/>
                  </a:cxn>
                  <a:cxn ang="0">
                    <a:pos x="57" y="35"/>
                  </a:cxn>
                  <a:cxn ang="0">
                    <a:pos x="54" y="35"/>
                  </a:cxn>
                  <a:cxn ang="0">
                    <a:pos x="29" y="35"/>
                  </a:cxn>
                  <a:cxn ang="0">
                    <a:pos x="25" y="35"/>
                  </a:cxn>
                  <a:cxn ang="0">
                    <a:pos x="3" y="31"/>
                  </a:cxn>
                  <a:cxn ang="0">
                    <a:pos x="0" y="29"/>
                  </a:cxn>
                  <a:cxn ang="0">
                    <a:pos x="0" y="9"/>
                  </a:cxn>
                </a:cxnLst>
                <a:rect l="0" t="0" r="0" b="0"/>
                <a:pathLst>
                  <a:path w="84" h="36">
                    <a:moveTo>
                      <a:pt x="0" y="9"/>
                    </a:moveTo>
                    <a:lnTo>
                      <a:pt x="41" y="0"/>
                    </a:lnTo>
                    <a:lnTo>
                      <a:pt x="83" y="9"/>
                    </a:lnTo>
                    <a:lnTo>
                      <a:pt x="83" y="29"/>
                    </a:lnTo>
                    <a:lnTo>
                      <a:pt x="80" y="31"/>
                    </a:lnTo>
                    <a:lnTo>
                      <a:pt x="57" y="35"/>
                    </a:lnTo>
                    <a:lnTo>
                      <a:pt x="54" y="35"/>
                    </a:lnTo>
                    <a:lnTo>
                      <a:pt x="29" y="35"/>
                    </a:lnTo>
                    <a:lnTo>
                      <a:pt x="25" y="35"/>
                    </a:lnTo>
                    <a:lnTo>
                      <a:pt x="3" y="31"/>
                    </a:lnTo>
                    <a:lnTo>
                      <a:pt x="0" y="29"/>
                    </a:lnTo>
                    <a:lnTo>
                      <a:pt x="0" y="9"/>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3655" name="Rectangle 719"/>
              <p:cNvSpPr/>
              <p:nvPr/>
            </p:nvSpPr>
            <p:spPr>
              <a:xfrm>
                <a:off x="4915" y="3245"/>
                <a:ext cx="76" cy="8"/>
              </a:xfrm>
              <a:prstGeom prst="rect">
                <a:avLst/>
              </a:prstGeom>
              <a:solidFill>
                <a:srgbClr val="008040"/>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56" name="Freeform 720"/>
              <p:cNvSpPr/>
              <p:nvPr/>
            </p:nvSpPr>
            <p:spPr>
              <a:xfrm>
                <a:off x="4934" y="3258"/>
                <a:ext cx="37" cy="44"/>
              </a:xfrm>
              <a:custGeom>
                <a:avLst/>
                <a:gdLst/>
                <a:ahLst/>
                <a:cxnLst>
                  <a:cxn ang="0">
                    <a:pos x="15" y="5"/>
                  </a:cxn>
                  <a:cxn ang="0">
                    <a:pos x="15" y="16"/>
                  </a:cxn>
                  <a:cxn ang="0">
                    <a:pos x="13" y="16"/>
                  </a:cxn>
                  <a:cxn ang="0">
                    <a:pos x="13" y="25"/>
                  </a:cxn>
                  <a:cxn ang="0">
                    <a:pos x="7" y="25"/>
                  </a:cxn>
                  <a:cxn ang="0">
                    <a:pos x="7" y="33"/>
                  </a:cxn>
                  <a:cxn ang="0">
                    <a:pos x="0" y="33"/>
                  </a:cxn>
                  <a:cxn ang="0">
                    <a:pos x="0" y="43"/>
                  </a:cxn>
                  <a:cxn ang="0">
                    <a:pos x="36" y="43"/>
                  </a:cxn>
                  <a:cxn ang="0">
                    <a:pos x="36" y="33"/>
                  </a:cxn>
                  <a:cxn ang="0">
                    <a:pos x="28" y="33"/>
                  </a:cxn>
                  <a:cxn ang="0">
                    <a:pos x="28" y="25"/>
                  </a:cxn>
                  <a:cxn ang="0">
                    <a:pos x="22" y="25"/>
                  </a:cxn>
                  <a:cxn ang="0">
                    <a:pos x="22" y="16"/>
                  </a:cxn>
                  <a:cxn ang="0">
                    <a:pos x="19" y="16"/>
                  </a:cxn>
                  <a:cxn ang="0">
                    <a:pos x="19" y="5"/>
                  </a:cxn>
                  <a:cxn ang="0">
                    <a:pos x="19" y="3"/>
                  </a:cxn>
                  <a:cxn ang="0">
                    <a:pos x="19" y="0"/>
                  </a:cxn>
                  <a:cxn ang="0">
                    <a:pos x="15" y="0"/>
                  </a:cxn>
                  <a:cxn ang="0">
                    <a:pos x="15" y="3"/>
                  </a:cxn>
                  <a:cxn ang="0">
                    <a:pos x="16" y="4"/>
                  </a:cxn>
                  <a:cxn ang="0">
                    <a:pos x="15" y="5"/>
                  </a:cxn>
                </a:cxnLst>
                <a:rect l="0" t="0" r="0" b="0"/>
                <a:pathLst>
                  <a:path w="37" h="44">
                    <a:moveTo>
                      <a:pt x="15" y="5"/>
                    </a:moveTo>
                    <a:lnTo>
                      <a:pt x="15" y="16"/>
                    </a:lnTo>
                    <a:lnTo>
                      <a:pt x="13" y="16"/>
                    </a:lnTo>
                    <a:lnTo>
                      <a:pt x="13" y="25"/>
                    </a:lnTo>
                    <a:lnTo>
                      <a:pt x="7" y="25"/>
                    </a:lnTo>
                    <a:lnTo>
                      <a:pt x="7" y="33"/>
                    </a:lnTo>
                    <a:lnTo>
                      <a:pt x="0" y="33"/>
                    </a:lnTo>
                    <a:lnTo>
                      <a:pt x="0" y="43"/>
                    </a:lnTo>
                    <a:lnTo>
                      <a:pt x="36" y="43"/>
                    </a:lnTo>
                    <a:lnTo>
                      <a:pt x="36" y="33"/>
                    </a:lnTo>
                    <a:lnTo>
                      <a:pt x="28" y="33"/>
                    </a:lnTo>
                    <a:lnTo>
                      <a:pt x="28" y="25"/>
                    </a:lnTo>
                    <a:lnTo>
                      <a:pt x="22" y="25"/>
                    </a:lnTo>
                    <a:lnTo>
                      <a:pt x="22" y="16"/>
                    </a:lnTo>
                    <a:lnTo>
                      <a:pt x="19" y="16"/>
                    </a:lnTo>
                    <a:lnTo>
                      <a:pt x="19" y="5"/>
                    </a:lnTo>
                    <a:lnTo>
                      <a:pt x="19" y="3"/>
                    </a:lnTo>
                    <a:lnTo>
                      <a:pt x="19" y="0"/>
                    </a:lnTo>
                    <a:lnTo>
                      <a:pt x="15" y="0"/>
                    </a:lnTo>
                    <a:lnTo>
                      <a:pt x="15" y="3"/>
                    </a:lnTo>
                    <a:lnTo>
                      <a:pt x="16" y="4"/>
                    </a:lnTo>
                    <a:lnTo>
                      <a:pt x="15" y="5"/>
                    </a:lnTo>
                  </a:path>
                </a:pathLst>
              </a:custGeom>
              <a:solidFill>
                <a:srgbClr val="96C137"/>
              </a:solidFill>
              <a:ln w="12700" cap="rnd" cmpd="sng">
                <a:solidFill>
                  <a:srgbClr val="000000"/>
                </a:solidFill>
                <a:prstDash val="solid"/>
                <a:round/>
                <a:headEnd type="none" w="med" len="med"/>
                <a:tailEnd type="none" w="med" len="med"/>
              </a:ln>
            </p:spPr>
            <p:txBody>
              <a:bodyPr/>
              <a:lstStyle/>
              <a:p>
                <a:endParaRPr lang="zh-CN" altLang="en-US"/>
              </a:p>
            </p:txBody>
          </p:sp>
          <p:sp>
            <p:nvSpPr>
              <p:cNvPr id="53657" name="Freeform 721"/>
              <p:cNvSpPr/>
              <p:nvPr/>
            </p:nvSpPr>
            <p:spPr>
              <a:xfrm>
                <a:off x="4935" y="3258"/>
                <a:ext cx="34" cy="17"/>
              </a:xfrm>
              <a:custGeom>
                <a:avLst/>
                <a:gdLst/>
                <a:ahLst/>
                <a:cxnLst>
                  <a:cxn ang="0">
                    <a:pos x="0" y="0"/>
                  </a:cxn>
                  <a:cxn ang="0">
                    <a:pos x="6" y="0"/>
                  </a:cxn>
                  <a:cxn ang="0">
                    <a:pos x="6" y="6"/>
                  </a:cxn>
                  <a:cxn ang="0">
                    <a:pos x="9" y="6"/>
                  </a:cxn>
                  <a:cxn ang="0">
                    <a:pos x="9" y="8"/>
                  </a:cxn>
                  <a:cxn ang="0">
                    <a:pos x="6" y="8"/>
                  </a:cxn>
                  <a:cxn ang="0">
                    <a:pos x="6" y="15"/>
                  </a:cxn>
                  <a:cxn ang="0">
                    <a:pos x="9" y="15"/>
                  </a:cxn>
                  <a:cxn ang="0">
                    <a:pos x="9" y="16"/>
                  </a:cxn>
                  <a:cxn ang="0">
                    <a:pos x="22" y="16"/>
                  </a:cxn>
                  <a:cxn ang="0">
                    <a:pos x="22" y="14"/>
                  </a:cxn>
                  <a:cxn ang="0">
                    <a:pos x="26" y="14"/>
                  </a:cxn>
                  <a:cxn ang="0">
                    <a:pos x="26" y="8"/>
                  </a:cxn>
                  <a:cxn ang="0">
                    <a:pos x="22" y="8"/>
                  </a:cxn>
                  <a:cxn ang="0">
                    <a:pos x="22" y="6"/>
                  </a:cxn>
                  <a:cxn ang="0">
                    <a:pos x="26" y="6"/>
                  </a:cxn>
                  <a:cxn ang="0">
                    <a:pos x="26" y="0"/>
                  </a:cxn>
                  <a:cxn ang="0">
                    <a:pos x="31" y="0"/>
                  </a:cxn>
                  <a:cxn ang="0">
                    <a:pos x="33" y="0"/>
                  </a:cxn>
                  <a:cxn ang="0">
                    <a:pos x="0" y="0"/>
                  </a:cxn>
                </a:cxnLst>
                <a:rect l="0" t="0" r="0" b="0"/>
                <a:pathLst>
                  <a:path w="34" h="17">
                    <a:moveTo>
                      <a:pt x="0" y="0"/>
                    </a:moveTo>
                    <a:lnTo>
                      <a:pt x="6" y="0"/>
                    </a:lnTo>
                    <a:lnTo>
                      <a:pt x="6" y="6"/>
                    </a:lnTo>
                    <a:lnTo>
                      <a:pt x="9" y="6"/>
                    </a:lnTo>
                    <a:lnTo>
                      <a:pt x="9" y="8"/>
                    </a:lnTo>
                    <a:lnTo>
                      <a:pt x="6" y="8"/>
                    </a:lnTo>
                    <a:lnTo>
                      <a:pt x="6" y="15"/>
                    </a:lnTo>
                    <a:lnTo>
                      <a:pt x="9" y="15"/>
                    </a:lnTo>
                    <a:lnTo>
                      <a:pt x="9" y="16"/>
                    </a:lnTo>
                    <a:lnTo>
                      <a:pt x="22" y="16"/>
                    </a:lnTo>
                    <a:lnTo>
                      <a:pt x="22" y="14"/>
                    </a:lnTo>
                    <a:lnTo>
                      <a:pt x="26" y="14"/>
                    </a:lnTo>
                    <a:lnTo>
                      <a:pt x="26" y="8"/>
                    </a:lnTo>
                    <a:lnTo>
                      <a:pt x="22" y="8"/>
                    </a:lnTo>
                    <a:lnTo>
                      <a:pt x="22" y="6"/>
                    </a:lnTo>
                    <a:lnTo>
                      <a:pt x="26" y="6"/>
                    </a:lnTo>
                    <a:lnTo>
                      <a:pt x="26" y="0"/>
                    </a:lnTo>
                    <a:lnTo>
                      <a:pt x="31" y="0"/>
                    </a:lnTo>
                    <a:lnTo>
                      <a:pt x="33" y="0"/>
                    </a:lnTo>
                    <a:lnTo>
                      <a:pt x="0" y="0"/>
                    </a:lnTo>
                  </a:path>
                </a:pathLst>
              </a:custGeom>
              <a:solidFill>
                <a:srgbClr val="FFFFDC"/>
              </a:solidFill>
              <a:ln w="12700" cap="rnd" cmpd="sng">
                <a:solidFill>
                  <a:srgbClr val="000000"/>
                </a:solidFill>
                <a:prstDash val="solid"/>
                <a:round/>
                <a:headEnd type="none" w="med" len="med"/>
                <a:tailEnd type="none" w="med" len="med"/>
              </a:ln>
            </p:spPr>
            <p:txBody>
              <a:bodyPr/>
              <a:lstStyle/>
              <a:p>
                <a:endParaRPr lang="zh-CN" altLang="en-US"/>
              </a:p>
            </p:txBody>
          </p:sp>
          <p:sp>
            <p:nvSpPr>
              <p:cNvPr id="53658" name="Rectangle 722"/>
              <p:cNvSpPr/>
              <p:nvPr/>
            </p:nvSpPr>
            <p:spPr>
              <a:xfrm>
                <a:off x="4929" y="3305"/>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59" name="Rectangle 723"/>
              <p:cNvSpPr/>
              <p:nvPr/>
            </p:nvSpPr>
            <p:spPr>
              <a:xfrm>
                <a:off x="4929" y="3317"/>
                <a:ext cx="46" cy="8"/>
              </a:xfrm>
              <a:prstGeom prst="rect">
                <a:avLst/>
              </a:prstGeom>
              <a:solidFill>
                <a:srgbClr val="96C137"/>
              </a:solidFill>
              <a:ln w="12700" cap="flat" cmpd="sng">
                <a:solidFill>
                  <a:srgbClr val="000000"/>
                </a:solidFill>
                <a:prstDash val="solid"/>
                <a:miter/>
                <a:headEnd type="none" w="med" len="med"/>
                <a:tailEnd type="none" w="med" len="med"/>
              </a:ln>
            </p:spPr>
            <p:txBody>
              <a:bodyPr wrap="none" anchor="ctr"/>
              <a:lstStyle/>
              <a:p>
                <a:endParaRPr lang="zh-CN" altLang="en-US" dirty="0"/>
              </a:p>
            </p:txBody>
          </p:sp>
          <p:sp>
            <p:nvSpPr>
              <p:cNvPr id="53660" name="Freeform 724"/>
              <p:cNvSpPr/>
              <p:nvPr/>
            </p:nvSpPr>
            <p:spPr>
              <a:xfrm>
                <a:off x="4968" y="3307"/>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3661" name="Freeform 725"/>
              <p:cNvSpPr/>
              <p:nvPr/>
            </p:nvSpPr>
            <p:spPr>
              <a:xfrm>
                <a:off x="4924" y="3307"/>
                <a:ext cx="17" cy="17"/>
              </a:xfrm>
              <a:custGeom>
                <a:avLst/>
                <a:gdLst/>
                <a:ahLst/>
                <a:cxnLst>
                  <a:cxn ang="0">
                    <a:pos x="2" y="0"/>
                  </a:cxn>
                  <a:cxn ang="0">
                    <a:pos x="2" y="9"/>
                  </a:cxn>
                  <a:cxn ang="0">
                    <a:pos x="0" y="9"/>
                  </a:cxn>
                  <a:cxn ang="0">
                    <a:pos x="0" y="14"/>
                  </a:cxn>
                  <a:cxn ang="0">
                    <a:pos x="3" y="14"/>
                  </a:cxn>
                  <a:cxn ang="0">
                    <a:pos x="3" y="16"/>
                  </a:cxn>
                  <a:cxn ang="0">
                    <a:pos x="12" y="16"/>
                  </a:cxn>
                  <a:cxn ang="0">
                    <a:pos x="12" y="14"/>
                  </a:cxn>
                  <a:cxn ang="0">
                    <a:pos x="16" y="14"/>
                  </a:cxn>
                  <a:cxn ang="0">
                    <a:pos x="16" y="9"/>
                  </a:cxn>
                  <a:cxn ang="0">
                    <a:pos x="12" y="9"/>
                  </a:cxn>
                  <a:cxn ang="0">
                    <a:pos x="12" y="0"/>
                  </a:cxn>
                  <a:cxn ang="0">
                    <a:pos x="2" y="0"/>
                  </a:cxn>
                </a:cxnLst>
                <a:rect l="0" t="0" r="0" b="0"/>
                <a:pathLst>
                  <a:path w="17" h="17">
                    <a:moveTo>
                      <a:pt x="2" y="0"/>
                    </a:moveTo>
                    <a:lnTo>
                      <a:pt x="2" y="9"/>
                    </a:lnTo>
                    <a:lnTo>
                      <a:pt x="0" y="9"/>
                    </a:lnTo>
                    <a:lnTo>
                      <a:pt x="0" y="14"/>
                    </a:lnTo>
                    <a:lnTo>
                      <a:pt x="3" y="14"/>
                    </a:lnTo>
                    <a:lnTo>
                      <a:pt x="3" y="16"/>
                    </a:lnTo>
                    <a:lnTo>
                      <a:pt x="12" y="16"/>
                    </a:lnTo>
                    <a:lnTo>
                      <a:pt x="12" y="14"/>
                    </a:lnTo>
                    <a:lnTo>
                      <a:pt x="16" y="14"/>
                    </a:lnTo>
                    <a:lnTo>
                      <a:pt x="16" y="9"/>
                    </a:lnTo>
                    <a:lnTo>
                      <a:pt x="12" y="9"/>
                    </a:lnTo>
                    <a:lnTo>
                      <a:pt x="12" y="0"/>
                    </a:lnTo>
                    <a:lnTo>
                      <a:pt x="2"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zh-CN" altLang="en-US"/>
              </a:p>
            </p:txBody>
          </p:sp>
          <p:sp>
            <p:nvSpPr>
              <p:cNvPr id="53662" name="Freeform 726"/>
              <p:cNvSpPr/>
              <p:nvPr/>
            </p:nvSpPr>
            <p:spPr>
              <a:xfrm>
                <a:off x="4934" y="3300"/>
                <a:ext cx="37" cy="17"/>
              </a:xfrm>
              <a:custGeom>
                <a:avLst/>
                <a:gdLst/>
                <a:ahLst/>
                <a:cxnLst>
                  <a:cxn ang="0">
                    <a:pos x="0" y="0"/>
                  </a:cxn>
                  <a:cxn ang="0">
                    <a:pos x="0" y="16"/>
                  </a:cxn>
                  <a:cxn ang="0">
                    <a:pos x="36" y="16"/>
                  </a:cxn>
                  <a:cxn ang="0">
                    <a:pos x="36" y="5"/>
                  </a:cxn>
                </a:cxnLst>
                <a:rect l="0" t="0" r="0" b="0"/>
                <a:pathLst>
                  <a:path w="37" h="17">
                    <a:moveTo>
                      <a:pt x="0" y="0"/>
                    </a:moveTo>
                    <a:lnTo>
                      <a:pt x="0" y="16"/>
                    </a:lnTo>
                    <a:lnTo>
                      <a:pt x="36" y="16"/>
                    </a:lnTo>
                    <a:lnTo>
                      <a:pt x="36" y="5"/>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3663" name="Freeform 727"/>
              <p:cNvSpPr/>
              <p:nvPr/>
            </p:nvSpPr>
            <p:spPr>
              <a:xfrm>
                <a:off x="4927" y="3316"/>
                <a:ext cx="53" cy="17"/>
              </a:xfrm>
              <a:custGeom>
                <a:avLst/>
                <a:gdLst/>
                <a:ahLst/>
                <a:cxnLst>
                  <a:cxn ang="0">
                    <a:pos x="1" y="0"/>
                  </a:cxn>
                  <a:cxn ang="0">
                    <a:pos x="49" y="0"/>
                  </a:cxn>
                  <a:cxn ang="0">
                    <a:pos x="52" y="16"/>
                  </a:cxn>
                  <a:cxn ang="0">
                    <a:pos x="0" y="16"/>
                  </a:cxn>
                  <a:cxn ang="0">
                    <a:pos x="1" y="0"/>
                  </a:cxn>
                </a:cxnLst>
                <a:rect l="0" t="0" r="0" b="0"/>
                <a:pathLst>
                  <a:path w="53" h="17">
                    <a:moveTo>
                      <a:pt x="1" y="0"/>
                    </a:moveTo>
                    <a:lnTo>
                      <a:pt x="49" y="0"/>
                    </a:lnTo>
                    <a:lnTo>
                      <a:pt x="52" y="16"/>
                    </a:lnTo>
                    <a:lnTo>
                      <a:pt x="0" y="16"/>
                    </a:lnTo>
                    <a:lnTo>
                      <a:pt x="1" y="0"/>
                    </a:lnTo>
                  </a:path>
                </a:pathLst>
              </a:custGeom>
              <a:solidFill>
                <a:srgbClr val="FF8000"/>
              </a:solidFill>
              <a:ln w="12700" cap="rnd" cmpd="sng">
                <a:solidFill>
                  <a:srgbClr val="000000"/>
                </a:solidFill>
                <a:prstDash val="solid"/>
                <a:round/>
                <a:headEnd type="none" w="med" len="med"/>
                <a:tailEnd type="none" w="med" len="med"/>
              </a:ln>
            </p:spPr>
            <p:txBody>
              <a:bodyPr/>
              <a:lstStyle/>
              <a:p>
                <a:endParaRPr lang="zh-CN" altLang="en-US"/>
              </a:p>
            </p:txBody>
          </p:sp>
        </p:grpSp>
        <p:sp>
          <p:nvSpPr>
            <p:cNvPr id="53664" name="Text Box 728"/>
            <p:cNvSpPr txBox="1"/>
            <p:nvPr/>
          </p:nvSpPr>
          <p:spPr>
            <a:xfrm>
              <a:off x="2789" y="3793"/>
              <a:ext cx="596" cy="250"/>
            </a:xfrm>
            <a:prstGeom prst="rect">
              <a:avLst/>
            </a:prstGeom>
            <a:noFill/>
            <a:ln w="9525">
              <a:noFill/>
            </a:ln>
          </p:spPr>
          <p:txBody>
            <a:bodyPr wrap="none">
              <a:spAutoFit/>
            </a:bodyPr>
            <a:lstStyle/>
            <a:p>
              <a:r>
                <a:rPr lang="zh-CN" altLang="en-US" sz="2000" dirty="0"/>
                <a:t>流动站</a:t>
              </a:r>
            </a:p>
          </p:txBody>
        </p:sp>
        <p:sp>
          <p:nvSpPr>
            <p:cNvPr id="53665" name="Text Box 729"/>
            <p:cNvSpPr txBox="1"/>
            <p:nvPr/>
          </p:nvSpPr>
          <p:spPr>
            <a:xfrm>
              <a:off x="3288" y="3838"/>
              <a:ext cx="213" cy="233"/>
            </a:xfrm>
            <a:prstGeom prst="rect">
              <a:avLst/>
            </a:prstGeom>
            <a:noFill/>
            <a:ln w="9525">
              <a:noFill/>
            </a:ln>
          </p:spPr>
          <p:txBody>
            <a:bodyPr wrap="none">
              <a:spAutoFit/>
            </a:bodyPr>
            <a:lstStyle/>
            <a:p>
              <a:r>
                <a:rPr lang="en-US" altLang="zh-CN"/>
                <a:t>C</a:t>
              </a:r>
            </a:p>
          </p:txBody>
        </p:sp>
        <p:sp>
          <p:nvSpPr>
            <p:cNvPr id="53666" name="Line 730"/>
            <p:cNvSpPr/>
            <p:nvPr/>
          </p:nvSpPr>
          <p:spPr>
            <a:xfrm>
              <a:off x="1610" y="2432"/>
              <a:ext cx="1179" cy="1361"/>
            </a:xfrm>
            <a:prstGeom prst="line">
              <a:avLst/>
            </a:prstGeom>
            <a:ln w="9525" cap="flat" cmpd="sng">
              <a:solidFill>
                <a:srgbClr val="FF3300"/>
              </a:solidFill>
              <a:prstDash val="solid"/>
              <a:headEnd type="none" w="med" len="med"/>
              <a:tailEnd type="none" w="med" len="med"/>
            </a:ln>
          </p:spPr>
        </p:sp>
        <p:sp>
          <p:nvSpPr>
            <p:cNvPr id="53667" name="Line 731"/>
            <p:cNvSpPr/>
            <p:nvPr/>
          </p:nvSpPr>
          <p:spPr>
            <a:xfrm>
              <a:off x="2154" y="1616"/>
              <a:ext cx="635" cy="2177"/>
            </a:xfrm>
            <a:prstGeom prst="line">
              <a:avLst/>
            </a:prstGeom>
            <a:ln w="9525" cap="flat" cmpd="sng">
              <a:solidFill>
                <a:srgbClr val="FF3300"/>
              </a:solidFill>
              <a:prstDash val="solid"/>
              <a:headEnd type="none" w="med" len="med"/>
              <a:tailEnd type="none" w="med" len="med"/>
            </a:ln>
          </p:spPr>
        </p:sp>
        <p:sp>
          <p:nvSpPr>
            <p:cNvPr id="53668" name="Line 732"/>
            <p:cNvSpPr/>
            <p:nvPr/>
          </p:nvSpPr>
          <p:spPr>
            <a:xfrm flipH="1">
              <a:off x="2789" y="1525"/>
              <a:ext cx="272" cy="2223"/>
            </a:xfrm>
            <a:prstGeom prst="line">
              <a:avLst/>
            </a:prstGeom>
            <a:ln w="9525" cap="flat" cmpd="sng">
              <a:solidFill>
                <a:srgbClr val="FF3300"/>
              </a:solidFill>
              <a:prstDash val="solid"/>
              <a:headEnd type="none" w="med" len="med"/>
              <a:tailEnd type="none" w="med" len="med"/>
            </a:ln>
          </p:spPr>
        </p:sp>
        <p:sp>
          <p:nvSpPr>
            <p:cNvPr id="53669" name="Line 733"/>
            <p:cNvSpPr/>
            <p:nvPr/>
          </p:nvSpPr>
          <p:spPr>
            <a:xfrm flipH="1">
              <a:off x="2789" y="1842"/>
              <a:ext cx="998" cy="1906"/>
            </a:xfrm>
            <a:prstGeom prst="line">
              <a:avLst/>
            </a:prstGeom>
            <a:ln w="9525" cap="flat" cmpd="sng">
              <a:solidFill>
                <a:srgbClr val="FF3300"/>
              </a:solidFill>
              <a:prstDash val="solid"/>
              <a:headEnd type="none" w="med" len="med"/>
              <a:tailEnd type="none" w="med" len="med"/>
            </a:ln>
          </p:spPr>
        </p:sp>
      </p:grpSp>
      <p:grpSp>
        <p:nvGrpSpPr>
          <p:cNvPr id="10" name="Group 739"/>
          <p:cNvGrpSpPr/>
          <p:nvPr/>
        </p:nvGrpSpPr>
        <p:grpSpPr>
          <a:xfrm>
            <a:off x="3071813" y="4797425"/>
            <a:ext cx="304800" cy="609600"/>
            <a:chOff x="1429" y="2387"/>
            <a:chExt cx="192" cy="384"/>
          </a:xfrm>
        </p:grpSpPr>
        <p:grpSp>
          <p:nvGrpSpPr>
            <p:cNvPr id="53671" name="Group 740"/>
            <p:cNvGrpSpPr/>
            <p:nvPr/>
          </p:nvGrpSpPr>
          <p:grpSpPr>
            <a:xfrm>
              <a:off x="1429" y="2387"/>
              <a:ext cx="192" cy="384"/>
              <a:chOff x="2544" y="2304"/>
              <a:chExt cx="192" cy="384"/>
            </a:xfrm>
          </p:grpSpPr>
          <p:sp>
            <p:nvSpPr>
              <p:cNvPr id="53672" name="Oval 741"/>
              <p:cNvSpPr/>
              <p:nvPr/>
            </p:nvSpPr>
            <p:spPr>
              <a:xfrm>
                <a:off x="2544" y="2640"/>
                <a:ext cx="192"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endParaRPr lang="zh-CN" altLang="en-US" dirty="0"/>
              </a:p>
            </p:txBody>
          </p:sp>
          <p:sp>
            <p:nvSpPr>
              <p:cNvPr id="53673" name="Line 742"/>
              <p:cNvSpPr/>
              <p:nvPr/>
            </p:nvSpPr>
            <p:spPr>
              <a:xfrm flipV="1">
                <a:off x="2640" y="2400"/>
                <a:ext cx="48" cy="96"/>
              </a:xfrm>
              <a:prstGeom prst="line">
                <a:avLst/>
              </a:prstGeom>
              <a:ln w="9525" cap="flat" cmpd="sng">
                <a:solidFill>
                  <a:schemeClr val="tx1"/>
                </a:solidFill>
                <a:prstDash val="solid"/>
                <a:headEnd type="none" w="med" len="med"/>
                <a:tailEnd type="none" w="med" len="med"/>
              </a:ln>
            </p:spPr>
          </p:sp>
          <p:sp>
            <p:nvSpPr>
              <p:cNvPr id="53674" name="Line 743"/>
              <p:cNvSpPr/>
              <p:nvPr/>
            </p:nvSpPr>
            <p:spPr>
              <a:xfrm flipH="1" flipV="1">
                <a:off x="2592" y="2400"/>
                <a:ext cx="48" cy="96"/>
              </a:xfrm>
              <a:prstGeom prst="line">
                <a:avLst/>
              </a:prstGeom>
              <a:ln w="9525" cap="flat" cmpd="sng">
                <a:solidFill>
                  <a:schemeClr val="tx1"/>
                </a:solidFill>
                <a:prstDash val="solid"/>
                <a:headEnd type="none" w="med" len="med"/>
                <a:tailEnd type="none" w="med" len="med"/>
              </a:ln>
            </p:spPr>
          </p:sp>
          <p:sp>
            <p:nvSpPr>
              <p:cNvPr id="53675" name="Line 744"/>
              <p:cNvSpPr/>
              <p:nvPr/>
            </p:nvSpPr>
            <p:spPr>
              <a:xfrm>
                <a:off x="2640" y="2304"/>
                <a:ext cx="0" cy="336"/>
              </a:xfrm>
              <a:prstGeom prst="line">
                <a:avLst/>
              </a:prstGeom>
              <a:ln w="9525" cap="flat" cmpd="sng">
                <a:solidFill>
                  <a:schemeClr val="tx1"/>
                </a:solidFill>
                <a:prstDash val="solid"/>
                <a:headEnd type="none" w="med" len="med"/>
                <a:tailEnd type="none" w="med" len="med"/>
              </a:ln>
            </p:spPr>
          </p:sp>
        </p:grpSp>
        <p:sp>
          <p:nvSpPr>
            <p:cNvPr id="53676" name="AutoShape 745"/>
            <p:cNvSpPr/>
            <p:nvPr/>
          </p:nvSpPr>
          <p:spPr>
            <a:xfrm rot="10795621">
              <a:off x="1477" y="2387"/>
              <a:ext cx="109" cy="372"/>
            </a:xfrm>
            <a:prstGeom prst="flowChartMerge">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p>
          </p:txBody>
        </p:sp>
      </p:grpSp>
      <p:cxnSp>
        <p:nvCxnSpPr>
          <p:cNvPr id="36586" name="AutoShape 746"/>
          <p:cNvCxnSpPr>
            <a:stCxn id="36531" idx="3"/>
            <a:endCxn id="53676" idx="0"/>
          </p:cNvCxnSpPr>
          <p:nvPr/>
        </p:nvCxnSpPr>
        <p:spPr>
          <a:xfrm flipH="1" flipV="1">
            <a:off x="3234908" y="5387975"/>
            <a:ext cx="389356" cy="240508"/>
          </a:xfrm>
          <a:prstGeom prst="bentConnector4">
            <a:avLst>
              <a:gd name="adj1" fmla="val -58712"/>
              <a:gd name="adj2" fmla="val 88118"/>
            </a:avLst>
          </a:prstGeom>
          <a:ln w="38100" cap="flat" cmpd="sng">
            <a:solidFill>
              <a:srgbClr val="E72909"/>
            </a:solidFill>
            <a:prstDash val="solid"/>
            <a:miter/>
            <a:headEnd type="none" w="med" len="med"/>
            <a:tailEnd type="triangle" w="med" len="med"/>
          </a:ln>
        </p:spPr>
      </p:cxnSp>
      <p:cxnSp>
        <p:nvCxnSpPr>
          <p:cNvPr id="36597" name="AutoShape 757"/>
          <p:cNvCxnSpPr>
            <a:stCxn id="53676" idx="2"/>
            <a:endCxn id="53685" idx="2"/>
          </p:cNvCxnSpPr>
          <p:nvPr/>
        </p:nvCxnSpPr>
        <p:spPr>
          <a:xfrm rot="5400000" flipV="1">
            <a:off x="3883026" y="4148139"/>
            <a:ext cx="936625" cy="2232025"/>
          </a:xfrm>
          <a:prstGeom prst="curvedConnector3">
            <a:avLst>
              <a:gd name="adj1" fmla="val 105593"/>
            </a:avLst>
          </a:prstGeom>
          <a:ln w="38100" cap="rnd" cmpd="sng">
            <a:solidFill>
              <a:srgbClr val="E72909"/>
            </a:solidFill>
            <a:prstDash val="sysDot"/>
            <a:headEnd type="none" w="med" len="med"/>
            <a:tailEnd type="triangle" w="med" len="med"/>
          </a:ln>
        </p:spPr>
      </p:cxnSp>
      <p:grpSp>
        <p:nvGrpSpPr>
          <p:cNvPr id="12" name="Group 788"/>
          <p:cNvGrpSpPr/>
          <p:nvPr/>
        </p:nvGrpSpPr>
        <p:grpSpPr>
          <a:xfrm>
            <a:off x="5303838" y="5734051"/>
            <a:ext cx="304800" cy="633413"/>
            <a:chOff x="2976" y="2529"/>
            <a:chExt cx="192" cy="399"/>
          </a:xfrm>
        </p:grpSpPr>
        <p:grpSp>
          <p:nvGrpSpPr>
            <p:cNvPr id="53680" name="Group 789"/>
            <p:cNvGrpSpPr/>
            <p:nvPr/>
          </p:nvGrpSpPr>
          <p:grpSpPr>
            <a:xfrm>
              <a:off x="2976" y="2544"/>
              <a:ext cx="192" cy="384"/>
              <a:chOff x="2544" y="2304"/>
              <a:chExt cx="192" cy="384"/>
            </a:xfrm>
          </p:grpSpPr>
          <p:sp>
            <p:nvSpPr>
              <p:cNvPr id="53681" name="Oval 790"/>
              <p:cNvSpPr/>
              <p:nvPr/>
            </p:nvSpPr>
            <p:spPr>
              <a:xfrm>
                <a:off x="2544" y="2640"/>
                <a:ext cx="192"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endParaRPr lang="zh-CN" altLang="en-US" dirty="0"/>
              </a:p>
            </p:txBody>
          </p:sp>
          <p:sp>
            <p:nvSpPr>
              <p:cNvPr id="53682" name="Line 791"/>
              <p:cNvSpPr/>
              <p:nvPr/>
            </p:nvSpPr>
            <p:spPr>
              <a:xfrm flipV="1">
                <a:off x="2640" y="2400"/>
                <a:ext cx="48" cy="96"/>
              </a:xfrm>
              <a:prstGeom prst="line">
                <a:avLst/>
              </a:prstGeom>
              <a:ln w="9525" cap="flat" cmpd="sng">
                <a:solidFill>
                  <a:schemeClr val="tx1"/>
                </a:solidFill>
                <a:prstDash val="solid"/>
                <a:headEnd type="none" w="med" len="med"/>
                <a:tailEnd type="none" w="med" len="med"/>
              </a:ln>
            </p:spPr>
          </p:sp>
          <p:sp>
            <p:nvSpPr>
              <p:cNvPr id="53683" name="Line 792"/>
              <p:cNvSpPr/>
              <p:nvPr/>
            </p:nvSpPr>
            <p:spPr>
              <a:xfrm flipH="1" flipV="1">
                <a:off x="2592" y="2400"/>
                <a:ext cx="48" cy="96"/>
              </a:xfrm>
              <a:prstGeom prst="line">
                <a:avLst/>
              </a:prstGeom>
              <a:ln w="9525" cap="flat" cmpd="sng">
                <a:solidFill>
                  <a:schemeClr val="tx1"/>
                </a:solidFill>
                <a:prstDash val="solid"/>
                <a:headEnd type="none" w="med" len="med"/>
                <a:tailEnd type="none" w="med" len="med"/>
              </a:ln>
            </p:spPr>
          </p:sp>
          <p:sp>
            <p:nvSpPr>
              <p:cNvPr id="53684" name="Line 793"/>
              <p:cNvSpPr/>
              <p:nvPr/>
            </p:nvSpPr>
            <p:spPr>
              <a:xfrm>
                <a:off x="2640" y="2304"/>
                <a:ext cx="0" cy="336"/>
              </a:xfrm>
              <a:prstGeom prst="line">
                <a:avLst/>
              </a:prstGeom>
              <a:ln w="9525" cap="flat" cmpd="sng">
                <a:solidFill>
                  <a:schemeClr val="tx1"/>
                </a:solidFill>
                <a:prstDash val="solid"/>
                <a:headEnd type="none" w="med" len="med"/>
                <a:tailEnd type="none" w="med" len="med"/>
              </a:ln>
            </p:spPr>
          </p:sp>
        </p:grpSp>
        <p:sp>
          <p:nvSpPr>
            <p:cNvPr id="53685" name="AutoShape 794"/>
            <p:cNvSpPr/>
            <p:nvPr/>
          </p:nvSpPr>
          <p:spPr>
            <a:xfrm rot="10795621">
              <a:off x="3024" y="2529"/>
              <a:ext cx="109" cy="372"/>
            </a:xfrm>
            <a:prstGeom prst="flowChartMerge">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p>
          </p:txBody>
        </p:sp>
      </p:grpSp>
      <p:grpSp>
        <p:nvGrpSpPr>
          <p:cNvPr id="14" name="Group 796"/>
          <p:cNvGrpSpPr/>
          <p:nvPr/>
        </p:nvGrpSpPr>
        <p:grpSpPr>
          <a:xfrm>
            <a:off x="7751763" y="4941888"/>
            <a:ext cx="304800" cy="633412"/>
            <a:chOff x="2976" y="2529"/>
            <a:chExt cx="192" cy="399"/>
          </a:xfrm>
        </p:grpSpPr>
        <p:grpSp>
          <p:nvGrpSpPr>
            <p:cNvPr id="53687" name="Group 797"/>
            <p:cNvGrpSpPr/>
            <p:nvPr/>
          </p:nvGrpSpPr>
          <p:grpSpPr>
            <a:xfrm>
              <a:off x="2976" y="2544"/>
              <a:ext cx="192" cy="384"/>
              <a:chOff x="2544" y="2304"/>
              <a:chExt cx="192" cy="384"/>
            </a:xfrm>
          </p:grpSpPr>
          <p:sp>
            <p:nvSpPr>
              <p:cNvPr id="53688" name="Oval 798"/>
              <p:cNvSpPr/>
              <p:nvPr/>
            </p:nvSpPr>
            <p:spPr>
              <a:xfrm>
                <a:off x="2544" y="2640"/>
                <a:ext cx="192"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endParaRPr lang="zh-CN" altLang="en-US" dirty="0"/>
              </a:p>
            </p:txBody>
          </p:sp>
          <p:sp>
            <p:nvSpPr>
              <p:cNvPr id="53689" name="Line 799"/>
              <p:cNvSpPr/>
              <p:nvPr/>
            </p:nvSpPr>
            <p:spPr>
              <a:xfrm flipV="1">
                <a:off x="2640" y="2400"/>
                <a:ext cx="48" cy="96"/>
              </a:xfrm>
              <a:prstGeom prst="line">
                <a:avLst/>
              </a:prstGeom>
              <a:ln w="9525" cap="flat" cmpd="sng">
                <a:solidFill>
                  <a:schemeClr val="tx1"/>
                </a:solidFill>
                <a:prstDash val="solid"/>
                <a:headEnd type="none" w="med" len="med"/>
                <a:tailEnd type="none" w="med" len="med"/>
              </a:ln>
            </p:spPr>
          </p:sp>
          <p:sp>
            <p:nvSpPr>
              <p:cNvPr id="53690" name="Line 800"/>
              <p:cNvSpPr/>
              <p:nvPr/>
            </p:nvSpPr>
            <p:spPr>
              <a:xfrm flipH="1" flipV="1">
                <a:off x="2592" y="2400"/>
                <a:ext cx="48" cy="96"/>
              </a:xfrm>
              <a:prstGeom prst="line">
                <a:avLst/>
              </a:prstGeom>
              <a:ln w="9525" cap="flat" cmpd="sng">
                <a:solidFill>
                  <a:schemeClr val="tx1"/>
                </a:solidFill>
                <a:prstDash val="solid"/>
                <a:headEnd type="none" w="med" len="med"/>
                <a:tailEnd type="none" w="med" len="med"/>
              </a:ln>
            </p:spPr>
          </p:sp>
          <p:sp>
            <p:nvSpPr>
              <p:cNvPr id="53691" name="Line 801"/>
              <p:cNvSpPr/>
              <p:nvPr/>
            </p:nvSpPr>
            <p:spPr>
              <a:xfrm>
                <a:off x="2640" y="2304"/>
                <a:ext cx="0" cy="336"/>
              </a:xfrm>
              <a:prstGeom prst="line">
                <a:avLst/>
              </a:prstGeom>
              <a:ln w="9525" cap="flat" cmpd="sng">
                <a:solidFill>
                  <a:schemeClr val="tx1"/>
                </a:solidFill>
                <a:prstDash val="solid"/>
                <a:headEnd type="none" w="med" len="med"/>
                <a:tailEnd type="none" w="med" len="med"/>
              </a:ln>
            </p:spPr>
          </p:sp>
        </p:grpSp>
        <p:sp>
          <p:nvSpPr>
            <p:cNvPr id="53692" name="AutoShape 802"/>
            <p:cNvSpPr/>
            <p:nvPr/>
          </p:nvSpPr>
          <p:spPr>
            <a:xfrm rot="10795621">
              <a:off x="3024" y="2529"/>
              <a:ext cx="109" cy="372"/>
            </a:xfrm>
            <a:prstGeom prst="flowChartMerge">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p>
          </p:txBody>
        </p:sp>
      </p:grpSp>
      <p:cxnSp>
        <p:nvCxnSpPr>
          <p:cNvPr id="36643" name="AutoShape 803"/>
          <p:cNvCxnSpPr>
            <a:stCxn id="53676" idx="2"/>
            <a:endCxn id="53692" idx="2"/>
          </p:cNvCxnSpPr>
          <p:nvPr/>
        </p:nvCxnSpPr>
        <p:spPr>
          <a:xfrm rot="5400000" flipV="1">
            <a:off x="5500688" y="2525713"/>
            <a:ext cx="144462" cy="4679950"/>
          </a:xfrm>
          <a:prstGeom prst="curvedConnector3">
            <a:avLst>
              <a:gd name="adj1" fmla="val -324176"/>
            </a:avLst>
          </a:prstGeom>
          <a:ln w="38100" cap="rnd" cmpd="sng">
            <a:solidFill>
              <a:srgbClr val="E72909"/>
            </a:solidFill>
            <a:prstDash val="sysDot"/>
            <a:headEnd type="none" w="med" len="med"/>
            <a:tailEnd type="triangle" w="med" len="med"/>
          </a:ln>
        </p:spPr>
      </p:cxnSp>
      <p:cxnSp>
        <p:nvCxnSpPr>
          <p:cNvPr id="36644" name="AutoShape 804"/>
          <p:cNvCxnSpPr>
            <a:stCxn id="53669" idx="1"/>
            <a:endCxn id="53685" idx="0"/>
          </p:cNvCxnSpPr>
          <p:nvPr/>
        </p:nvCxnSpPr>
        <p:spPr>
          <a:xfrm rot="5400000">
            <a:off x="5522913" y="5894389"/>
            <a:ext cx="373062" cy="484187"/>
          </a:xfrm>
          <a:prstGeom prst="bentConnector3">
            <a:avLst>
              <a:gd name="adj1" fmla="val 161704"/>
            </a:avLst>
          </a:prstGeom>
          <a:ln w="28575" cap="flat" cmpd="sng">
            <a:solidFill>
              <a:srgbClr val="E72909"/>
            </a:solidFill>
            <a:prstDash val="solid"/>
            <a:miter/>
            <a:headEnd type="triangle" w="med" len="med"/>
            <a:tailEnd type="none" w="med" len="med"/>
          </a:ln>
        </p:spPr>
      </p:cxnSp>
      <p:cxnSp>
        <p:nvCxnSpPr>
          <p:cNvPr id="41997" name="AutoShape 805"/>
          <p:cNvCxnSpPr>
            <a:stCxn id="53627" idx="1"/>
            <a:endCxn id="53685" idx="0"/>
          </p:cNvCxnSpPr>
          <p:nvPr/>
        </p:nvCxnSpPr>
        <p:spPr>
          <a:xfrm flipV="1">
            <a:off x="7499351" y="5602289"/>
            <a:ext cx="396875" cy="206375"/>
          </a:xfrm>
          <a:prstGeom prst="bentConnector2">
            <a:avLst/>
          </a:prstGeom>
          <a:ln w="28575" cap="flat" cmpd="sng">
            <a:solidFill>
              <a:srgbClr val="E72909"/>
            </a:solidFill>
            <a:prstDash val="solid"/>
            <a:miter/>
            <a:headEnd type="triangle" w="med" len="med"/>
            <a:tailEnd type="none" w="med" len="med"/>
          </a:ln>
        </p:spPr>
      </p:cxnSp>
      <p:sp>
        <p:nvSpPr>
          <p:cNvPr id="36646" name="Text Box 806"/>
          <p:cNvSpPr txBox="1"/>
          <p:nvPr/>
        </p:nvSpPr>
        <p:spPr>
          <a:xfrm>
            <a:off x="2167311" y="1384162"/>
            <a:ext cx="7725192" cy="523220"/>
          </a:xfrm>
          <a:prstGeom prst="rect">
            <a:avLst/>
          </a:prstGeom>
          <a:noFill/>
          <a:ln w="9525">
            <a:noFill/>
          </a:ln>
        </p:spPr>
        <p:txBody>
          <a:bodyPr wrap="none">
            <a:spAutoFit/>
          </a:bodyPr>
          <a:lstStyle/>
          <a:p>
            <a:pPr>
              <a:buChar char="•"/>
            </a:pPr>
            <a:r>
              <a:rPr lang="en-US" altLang="zh-CN" sz="2800"/>
              <a:t> </a:t>
            </a:r>
            <a:r>
              <a:rPr lang="zh-CN" altLang="en-US" sz="2800" dirty="0"/>
              <a:t>采用差分定位方法确定一个点只需</a:t>
            </a:r>
            <a:r>
              <a:rPr lang="zh-CN" altLang="en-US" sz="2800" dirty="0">
                <a:highlight>
                  <a:srgbClr val="FFFF00"/>
                </a:highlight>
              </a:rPr>
              <a:t>几十秒</a:t>
            </a:r>
            <a:r>
              <a:rPr lang="zh-CN" altLang="en-US" sz="2800" dirty="0"/>
              <a:t>钟。</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 calcmode="lin" valueType="num">
                                      <p:cBhvr additive="base">
                                        <p:cTn id="7" dur="500" fill="hold"/>
                                        <p:tgtEl>
                                          <p:spTgt spid="358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8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36586"/>
                                        </p:tgtEl>
                                        <p:attrNameLst>
                                          <p:attrName>style.visibility</p:attrName>
                                        </p:attrNameLst>
                                      </p:cBhvr>
                                      <p:to>
                                        <p:strVal val="visible"/>
                                      </p:to>
                                    </p:set>
                                    <p:animEffect transition="in" filter="wipe(right)">
                                      <p:cBhvr>
                                        <p:cTn id="36" dur="500"/>
                                        <p:tgtEl>
                                          <p:spTgt spid="3658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6643"/>
                                        </p:tgtEl>
                                        <p:attrNameLst>
                                          <p:attrName>style.visibility</p:attrName>
                                        </p:attrNameLst>
                                      </p:cBhvr>
                                      <p:to>
                                        <p:strVal val="visible"/>
                                      </p:to>
                                    </p:set>
                                    <p:animEffect transition="in" filter="wipe(left)">
                                      <p:cBhvr>
                                        <p:cTn id="41" dur="500"/>
                                        <p:tgtEl>
                                          <p:spTgt spid="3664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6597"/>
                                        </p:tgtEl>
                                        <p:attrNameLst>
                                          <p:attrName>style.visibility</p:attrName>
                                        </p:attrNameLst>
                                      </p:cBhvr>
                                      <p:to>
                                        <p:strVal val="visible"/>
                                      </p:to>
                                    </p:set>
                                    <p:animEffect transition="in" filter="wipe(left)">
                                      <p:cBhvr>
                                        <p:cTn id="46" dur="500"/>
                                        <p:tgtEl>
                                          <p:spTgt spid="3659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41997"/>
                                        </p:tgtEl>
                                        <p:attrNameLst>
                                          <p:attrName>style.visibility</p:attrName>
                                        </p:attrNameLst>
                                      </p:cBhvr>
                                      <p:to>
                                        <p:strVal val="visible"/>
                                      </p:to>
                                    </p:set>
                                    <p:animEffect transition="in" filter="wipe(right)">
                                      <p:cBhvr>
                                        <p:cTn id="51" dur="500"/>
                                        <p:tgtEl>
                                          <p:spTgt spid="4199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6644"/>
                                        </p:tgtEl>
                                        <p:attrNameLst>
                                          <p:attrName>style.visibility</p:attrName>
                                        </p:attrNameLst>
                                      </p:cBhvr>
                                      <p:to>
                                        <p:strVal val="visible"/>
                                      </p:to>
                                    </p:set>
                                    <p:animEffect transition="in" filter="wipe(left)">
                                      <p:cBhvr>
                                        <p:cTn id="56" dur="500"/>
                                        <p:tgtEl>
                                          <p:spTgt spid="36644"/>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6646"/>
                                        </p:tgtEl>
                                        <p:attrNameLst>
                                          <p:attrName>style.visibility</p:attrName>
                                        </p:attrNameLst>
                                      </p:cBhvr>
                                      <p:to>
                                        <p:strVal val="visible"/>
                                      </p:to>
                                    </p:set>
                                    <p:anim calcmode="lin" valueType="num">
                                      <p:cBhvr additive="base">
                                        <p:cTn id="61" dur="500" fill="hold"/>
                                        <p:tgtEl>
                                          <p:spTgt spid="36646"/>
                                        </p:tgtEl>
                                        <p:attrNameLst>
                                          <p:attrName>ppt_x</p:attrName>
                                        </p:attrNameLst>
                                      </p:cBhvr>
                                      <p:tavLst>
                                        <p:tav tm="0">
                                          <p:val>
                                            <p:strVal val="0-#ppt_w/2"/>
                                          </p:val>
                                        </p:tav>
                                        <p:tav tm="100000">
                                          <p:val>
                                            <p:strVal val="#ppt_x"/>
                                          </p:val>
                                        </p:tav>
                                      </p:tavLst>
                                    </p:anim>
                                    <p:anim calcmode="lin" valueType="num">
                                      <p:cBhvr additive="base">
                                        <p:cTn id="62" dur="500" fill="hold"/>
                                        <p:tgtEl>
                                          <p:spTgt spid="366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P spid="3664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p:nvPr/>
        </p:nvSpPr>
        <p:spPr>
          <a:xfrm>
            <a:off x="672934" y="3512125"/>
            <a:ext cx="2438400" cy="1524000"/>
          </a:xfrm>
          <a:prstGeom prst="rect">
            <a:avLst/>
          </a:prstGeom>
          <a:noFill/>
          <a:ln w="28575" cap="flat" cmpd="sng">
            <a:solidFill>
              <a:srgbClr val="7249D9"/>
            </a:solidFill>
            <a:prstDash val="dash"/>
            <a:miter/>
            <a:headEnd type="none" w="med" len="med"/>
            <a:tailEnd type="none" w="med" len="med"/>
          </a:ln>
        </p:spPr>
        <p:txBody>
          <a:bodyPr wrap="none" anchor="ctr"/>
          <a:lstStyle/>
          <a:p>
            <a:endParaRPr lang="zh-CN" altLang="en-US" dirty="0">
              <a:latin typeface="Times New Roman" panose="02020603050405020304" pitchFamily="18" charset="0"/>
            </a:endParaRPr>
          </a:p>
        </p:txBody>
      </p:sp>
      <p:cxnSp>
        <p:nvCxnSpPr>
          <p:cNvPr id="41988" name="AutoShape 4"/>
          <p:cNvCxnSpPr>
            <a:endCxn id="42037" idx="2"/>
          </p:cNvCxnSpPr>
          <p:nvPr/>
        </p:nvCxnSpPr>
        <p:spPr>
          <a:xfrm>
            <a:off x="4036848" y="4634488"/>
            <a:ext cx="369887" cy="87312"/>
          </a:xfrm>
          <a:prstGeom prst="straightConnector1">
            <a:avLst/>
          </a:prstGeom>
          <a:ln w="9525" cap="flat" cmpd="sng">
            <a:solidFill>
              <a:srgbClr val="E72909"/>
            </a:solidFill>
            <a:prstDash val="solid"/>
            <a:headEnd type="none" w="med" len="med"/>
            <a:tailEnd type="triangle" w="med" len="med"/>
          </a:ln>
        </p:spPr>
      </p:cxnSp>
      <p:cxnSp>
        <p:nvCxnSpPr>
          <p:cNvPr id="41989" name="AutoShape 5"/>
          <p:cNvCxnSpPr>
            <a:endCxn id="42037" idx="2"/>
          </p:cNvCxnSpPr>
          <p:nvPr/>
        </p:nvCxnSpPr>
        <p:spPr>
          <a:xfrm>
            <a:off x="4940134" y="4578926"/>
            <a:ext cx="76200" cy="714375"/>
          </a:xfrm>
          <a:prstGeom prst="bentConnector3">
            <a:avLst>
              <a:gd name="adj1" fmla="val 364583"/>
            </a:avLst>
          </a:prstGeom>
          <a:ln w="9525" cap="flat" cmpd="sng">
            <a:solidFill>
              <a:srgbClr val="E72909"/>
            </a:solidFill>
            <a:prstDash val="solid"/>
            <a:miter/>
            <a:headEnd type="none" w="med" len="med"/>
            <a:tailEnd type="triangle" w="med" len="med"/>
          </a:ln>
        </p:spPr>
      </p:cxnSp>
      <p:sp>
        <p:nvSpPr>
          <p:cNvPr id="41990" name="AutoShape 6"/>
          <p:cNvSpPr/>
          <p:nvPr/>
        </p:nvSpPr>
        <p:spPr>
          <a:xfrm>
            <a:off x="1874672" y="4482088"/>
            <a:ext cx="533400" cy="228600"/>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2" name="Group 7"/>
          <p:cNvGrpSpPr/>
          <p:nvPr/>
        </p:nvGrpSpPr>
        <p:grpSpPr>
          <a:xfrm>
            <a:off x="1417472" y="3872488"/>
            <a:ext cx="304800" cy="609600"/>
            <a:chOff x="1429" y="2387"/>
            <a:chExt cx="192" cy="384"/>
          </a:xfrm>
        </p:grpSpPr>
        <p:grpSp>
          <p:nvGrpSpPr>
            <p:cNvPr id="54278" name="Group 8"/>
            <p:cNvGrpSpPr/>
            <p:nvPr/>
          </p:nvGrpSpPr>
          <p:grpSpPr>
            <a:xfrm>
              <a:off x="1429" y="2387"/>
              <a:ext cx="192" cy="384"/>
              <a:chOff x="2544" y="2304"/>
              <a:chExt cx="192" cy="384"/>
            </a:xfrm>
          </p:grpSpPr>
          <p:sp>
            <p:nvSpPr>
              <p:cNvPr id="54279" name="Oval 9"/>
              <p:cNvSpPr/>
              <p:nvPr/>
            </p:nvSpPr>
            <p:spPr>
              <a:xfrm>
                <a:off x="2544" y="2640"/>
                <a:ext cx="192"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280" name="Line 10"/>
              <p:cNvSpPr/>
              <p:nvPr/>
            </p:nvSpPr>
            <p:spPr>
              <a:xfrm flipV="1">
                <a:off x="2640" y="2400"/>
                <a:ext cx="48" cy="96"/>
              </a:xfrm>
              <a:prstGeom prst="line">
                <a:avLst/>
              </a:prstGeom>
              <a:ln w="9525" cap="flat" cmpd="sng">
                <a:solidFill>
                  <a:schemeClr val="tx1"/>
                </a:solidFill>
                <a:prstDash val="solid"/>
                <a:headEnd type="none" w="med" len="med"/>
                <a:tailEnd type="none" w="med" len="med"/>
              </a:ln>
            </p:spPr>
          </p:sp>
          <p:sp>
            <p:nvSpPr>
              <p:cNvPr id="54281" name="Line 11"/>
              <p:cNvSpPr/>
              <p:nvPr/>
            </p:nvSpPr>
            <p:spPr>
              <a:xfrm flipH="1" flipV="1">
                <a:off x="2592" y="2400"/>
                <a:ext cx="48" cy="96"/>
              </a:xfrm>
              <a:prstGeom prst="line">
                <a:avLst/>
              </a:prstGeom>
              <a:ln w="9525" cap="flat" cmpd="sng">
                <a:solidFill>
                  <a:schemeClr val="tx1"/>
                </a:solidFill>
                <a:prstDash val="solid"/>
                <a:headEnd type="none" w="med" len="med"/>
                <a:tailEnd type="none" w="med" len="med"/>
              </a:ln>
            </p:spPr>
          </p:sp>
          <p:sp>
            <p:nvSpPr>
              <p:cNvPr id="54282" name="Line 12"/>
              <p:cNvSpPr/>
              <p:nvPr/>
            </p:nvSpPr>
            <p:spPr>
              <a:xfrm>
                <a:off x="2640" y="2304"/>
                <a:ext cx="0" cy="336"/>
              </a:xfrm>
              <a:prstGeom prst="line">
                <a:avLst/>
              </a:prstGeom>
              <a:ln w="9525" cap="flat" cmpd="sng">
                <a:solidFill>
                  <a:schemeClr val="tx1"/>
                </a:solidFill>
                <a:prstDash val="solid"/>
                <a:headEnd type="none" w="med" len="med"/>
                <a:tailEnd type="none" w="med" len="med"/>
              </a:ln>
            </p:spPr>
          </p:sp>
        </p:grpSp>
        <p:sp>
          <p:nvSpPr>
            <p:cNvPr id="54283" name="AutoShape 13"/>
            <p:cNvSpPr/>
            <p:nvPr/>
          </p:nvSpPr>
          <p:spPr>
            <a:xfrm rot="10795621">
              <a:off x="1477" y="2387"/>
              <a:ext cx="109" cy="372"/>
            </a:xfrm>
            <a:prstGeom prst="flowChartMerge">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cxnSp>
        <p:nvCxnSpPr>
          <p:cNvPr id="43017" name="AutoShape 14"/>
          <p:cNvCxnSpPr>
            <a:stCxn id="41990" idx="2"/>
            <a:endCxn id="54283" idx="0"/>
          </p:cNvCxnSpPr>
          <p:nvPr/>
        </p:nvCxnSpPr>
        <p:spPr>
          <a:xfrm rot="10800000">
            <a:off x="1580984" y="4461451"/>
            <a:ext cx="293688" cy="163513"/>
          </a:xfrm>
          <a:prstGeom prst="bentConnector2">
            <a:avLst/>
          </a:prstGeom>
          <a:ln w="9525" cap="flat" cmpd="sng">
            <a:solidFill>
              <a:srgbClr val="E72909"/>
            </a:solidFill>
            <a:prstDash val="solid"/>
            <a:miter/>
            <a:headEnd type="none" w="med" len="med"/>
            <a:tailEnd type="triangle" w="med" len="med"/>
          </a:ln>
        </p:spPr>
      </p:cxnSp>
      <p:grpSp>
        <p:nvGrpSpPr>
          <p:cNvPr id="4" name="Group 15"/>
          <p:cNvGrpSpPr/>
          <p:nvPr/>
        </p:nvGrpSpPr>
        <p:grpSpPr>
          <a:xfrm>
            <a:off x="2065172" y="2004000"/>
            <a:ext cx="3429000" cy="2514600"/>
            <a:chOff x="1837" y="1210"/>
            <a:chExt cx="2160" cy="1584"/>
          </a:xfrm>
        </p:grpSpPr>
        <p:sp>
          <p:nvSpPr>
            <p:cNvPr id="54286" name="Line 16"/>
            <p:cNvSpPr/>
            <p:nvPr/>
          </p:nvSpPr>
          <p:spPr>
            <a:xfrm flipH="1">
              <a:off x="1885" y="1450"/>
              <a:ext cx="240" cy="1344"/>
            </a:xfrm>
            <a:prstGeom prst="line">
              <a:avLst/>
            </a:prstGeom>
            <a:ln w="28575" cap="rnd" cmpd="sng">
              <a:solidFill>
                <a:srgbClr val="FA928A"/>
              </a:solidFill>
              <a:prstDash val="sysDot"/>
              <a:headEnd type="none" w="med" len="med"/>
              <a:tailEnd type="none" w="med" len="med"/>
            </a:ln>
          </p:spPr>
        </p:sp>
        <p:sp>
          <p:nvSpPr>
            <p:cNvPr id="54287" name="Line 17"/>
            <p:cNvSpPr/>
            <p:nvPr/>
          </p:nvSpPr>
          <p:spPr>
            <a:xfrm flipH="1">
              <a:off x="1885" y="1210"/>
              <a:ext cx="1008" cy="1584"/>
            </a:xfrm>
            <a:prstGeom prst="line">
              <a:avLst/>
            </a:prstGeom>
            <a:ln w="28575" cap="rnd" cmpd="sng">
              <a:solidFill>
                <a:srgbClr val="FA928A"/>
              </a:solidFill>
              <a:prstDash val="sysDot"/>
              <a:headEnd type="none" w="med" len="med"/>
              <a:tailEnd type="none" w="med" len="med"/>
            </a:ln>
          </p:spPr>
        </p:sp>
        <p:sp>
          <p:nvSpPr>
            <p:cNvPr id="54288" name="Line 18"/>
            <p:cNvSpPr/>
            <p:nvPr/>
          </p:nvSpPr>
          <p:spPr>
            <a:xfrm flipH="1">
              <a:off x="1885" y="1642"/>
              <a:ext cx="1296" cy="1104"/>
            </a:xfrm>
            <a:prstGeom prst="line">
              <a:avLst/>
            </a:prstGeom>
            <a:ln w="28575" cap="rnd" cmpd="sng">
              <a:solidFill>
                <a:srgbClr val="FA928A"/>
              </a:solidFill>
              <a:prstDash val="sysDot"/>
              <a:headEnd type="none" w="med" len="med"/>
              <a:tailEnd type="none" w="med" len="med"/>
            </a:ln>
          </p:spPr>
        </p:sp>
        <p:sp>
          <p:nvSpPr>
            <p:cNvPr id="54289" name="Line 19"/>
            <p:cNvSpPr/>
            <p:nvPr/>
          </p:nvSpPr>
          <p:spPr>
            <a:xfrm flipH="1">
              <a:off x="1837" y="1642"/>
              <a:ext cx="2160" cy="1152"/>
            </a:xfrm>
            <a:prstGeom prst="line">
              <a:avLst/>
            </a:prstGeom>
            <a:ln w="28575" cap="rnd" cmpd="sng">
              <a:solidFill>
                <a:srgbClr val="FA928A"/>
              </a:solidFill>
              <a:prstDash val="sysDot"/>
              <a:headEnd type="none" w="med" len="med"/>
              <a:tailEnd type="none" w="med" len="med"/>
            </a:ln>
          </p:spPr>
        </p:sp>
      </p:grpSp>
      <p:grpSp>
        <p:nvGrpSpPr>
          <p:cNvPr id="5" name="Group 20"/>
          <p:cNvGrpSpPr/>
          <p:nvPr/>
        </p:nvGrpSpPr>
        <p:grpSpPr>
          <a:xfrm>
            <a:off x="2522372" y="1927800"/>
            <a:ext cx="2971800" cy="2667000"/>
            <a:chOff x="2125" y="1162"/>
            <a:chExt cx="1872" cy="1680"/>
          </a:xfrm>
        </p:grpSpPr>
        <p:sp>
          <p:nvSpPr>
            <p:cNvPr id="54291" name="Line 21"/>
            <p:cNvSpPr/>
            <p:nvPr/>
          </p:nvSpPr>
          <p:spPr>
            <a:xfrm>
              <a:off x="2125" y="1450"/>
              <a:ext cx="1344" cy="1392"/>
            </a:xfrm>
            <a:prstGeom prst="line">
              <a:avLst/>
            </a:prstGeom>
            <a:ln w="28575" cap="rnd" cmpd="sng">
              <a:solidFill>
                <a:srgbClr val="FA928A"/>
              </a:solidFill>
              <a:prstDash val="sysDot"/>
              <a:headEnd type="none" w="med" len="med"/>
              <a:tailEnd type="none" w="med" len="med"/>
            </a:ln>
          </p:spPr>
        </p:sp>
        <p:sp>
          <p:nvSpPr>
            <p:cNvPr id="54292" name="Line 22"/>
            <p:cNvSpPr/>
            <p:nvPr/>
          </p:nvSpPr>
          <p:spPr>
            <a:xfrm>
              <a:off x="2845" y="1162"/>
              <a:ext cx="624" cy="1680"/>
            </a:xfrm>
            <a:prstGeom prst="line">
              <a:avLst/>
            </a:prstGeom>
            <a:ln w="28575" cap="rnd" cmpd="sng">
              <a:solidFill>
                <a:srgbClr val="FA928A"/>
              </a:solidFill>
              <a:prstDash val="sysDot"/>
              <a:headEnd type="none" w="med" len="med"/>
              <a:tailEnd type="none" w="med" len="med"/>
            </a:ln>
          </p:spPr>
        </p:sp>
        <p:sp>
          <p:nvSpPr>
            <p:cNvPr id="54293" name="Line 23"/>
            <p:cNvSpPr/>
            <p:nvPr/>
          </p:nvSpPr>
          <p:spPr>
            <a:xfrm>
              <a:off x="3181" y="1594"/>
              <a:ext cx="288" cy="1248"/>
            </a:xfrm>
            <a:prstGeom prst="line">
              <a:avLst/>
            </a:prstGeom>
            <a:ln w="28575" cap="rnd" cmpd="sng">
              <a:solidFill>
                <a:srgbClr val="FA928A"/>
              </a:solidFill>
              <a:prstDash val="sysDot"/>
              <a:headEnd type="none" w="med" len="med"/>
              <a:tailEnd type="none" w="med" len="med"/>
            </a:ln>
          </p:spPr>
        </p:sp>
        <p:sp>
          <p:nvSpPr>
            <p:cNvPr id="54294" name="Line 24"/>
            <p:cNvSpPr/>
            <p:nvPr/>
          </p:nvSpPr>
          <p:spPr>
            <a:xfrm flipH="1">
              <a:off x="3469" y="1594"/>
              <a:ext cx="528" cy="1248"/>
            </a:xfrm>
            <a:prstGeom prst="line">
              <a:avLst/>
            </a:prstGeom>
            <a:ln w="28575" cap="rnd" cmpd="sng">
              <a:solidFill>
                <a:srgbClr val="FA928A"/>
              </a:solidFill>
              <a:prstDash val="sysDot"/>
              <a:headEnd type="none" w="med" len="med"/>
              <a:tailEnd type="none" w="med" len="med"/>
            </a:ln>
          </p:spPr>
        </p:sp>
      </p:grpSp>
      <p:cxnSp>
        <p:nvCxnSpPr>
          <p:cNvPr id="42009" name="AutoShape 25"/>
          <p:cNvCxnSpPr>
            <a:stCxn id="54283" idx="2"/>
            <a:endCxn id="54283" idx="0"/>
          </p:cNvCxnSpPr>
          <p:nvPr/>
        </p:nvCxnSpPr>
        <p:spPr>
          <a:xfrm rot="5400000" flipV="1">
            <a:off x="2696997" y="2751713"/>
            <a:ext cx="247650" cy="2482850"/>
          </a:xfrm>
          <a:prstGeom prst="curvedConnector4">
            <a:avLst>
              <a:gd name="adj1" fmla="val -92306"/>
              <a:gd name="adj2" fmla="val 51694"/>
            </a:avLst>
          </a:prstGeom>
          <a:ln w="38100" cap="rnd" cmpd="sng">
            <a:solidFill>
              <a:srgbClr val="E72909"/>
            </a:solidFill>
            <a:prstDash val="sysDot"/>
            <a:headEnd type="none" w="med" len="med"/>
            <a:tailEnd type="triangle" w="med" len="med"/>
          </a:ln>
        </p:spPr>
      </p:cxnSp>
      <p:sp>
        <p:nvSpPr>
          <p:cNvPr id="42010" name="Rectangle 26"/>
          <p:cNvSpPr/>
          <p:nvPr/>
        </p:nvSpPr>
        <p:spPr>
          <a:xfrm>
            <a:off x="3720934" y="3816925"/>
            <a:ext cx="1905000" cy="2057400"/>
          </a:xfrm>
          <a:prstGeom prst="rect">
            <a:avLst/>
          </a:prstGeom>
          <a:noFill/>
          <a:ln w="28575" cap="flat" cmpd="sng">
            <a:solidFill>
              <a:srgbClr val="7249D9"/>
            </a:solidFill>
            <a:prstDash val="dash"/>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2011" name="Rectangle 27"/>
          <p:cNvSpPr/>
          <p:nvPr/>
        </p:nvSpPr>
        <p:spPr>
          <a:xfrm>
            <a:off x="596734" y="3893125"/>
            <a:ext cx="996950" cy="336550"/>
          </a:xfrm>
          <a:prstGeom prst="rect">
            <a:avLst/>
          </a:prstGeom>
          <a:noFill/>
          <a:ln w="9525">
            <a:noFill/>
          </a:ln>
        </p:spPr>
        <p:txBody>
          <a:bodyPr wrap="none">
            <a:spAutoFit/>
          </a:bodyPr>
          <a:lstStyle/>
          <a:p>
            <a:r>
              <a:rPr lang="zh-CN" altLang="en-US" sz="1600" u="sng" dirty="0">
                <a:solidFill>
                  <a:srgbClr val="FF3300"/>
                </a:solidFill>
                <a:latin typeface="Tahoma" panose="020B0604030504040204" pitchFamily="34" charset="0"/>
              </a:rPr>
              <a:t>发射电台</a:t>
            </a:r>
          </a:p>
        </p:txBody>
      </p:sp>
      <p:sp>
        <p:nvSpPr>
          <p:cNvPr id="42012" name="Text Box 28"/>
          <p:cNvSpPr txBox="1"/>
          <p:nvPr/>
        </p:nvSpPr>
        <p:spPr>
          <a:xfrm>
            <a:off x="1800060" y="4710688"/>
            <a:ext cx="950913" cy="336550"/>
          </a:xfrm>
          <a:prstGeom prst="rect">
            <a:avLst/>
          </a:prstGeom>
          <a:noFill/>
          <a:ln w="9525">
            <a:noFill/>
          </a:ln>
        </p:spPr>
        <p:txBody>
          <a:bodyPr wrap="none">
            <a:spAutoFit/>
          </a:bodyPr>
          <a:lstStyle/>
          <a:p>
            <a:r>
              <a:rPr lang="en-US" altLang="zh-CN" sz="1600" u="sng">
                <a:solidFill>
                  <a:srgbClr val="FF3300"/>
                </a:solidFill>
                <a:latin typeface="Tahoma" panose="020B0604030504040204" pitchFamily="34" charset="0"/>
              </a:rPr>
              <a:t>GPS</a:t>
            </a:r>
            <a:r>
              <a:rPr lang="zh-CN" altLang="en-US" sz="1600" u="sng" dirty="0">
                <a:solidFill>
                  <a:srgbClr val="FF3300"/>
                </a:solidFill>
                <a:latin typeface="Tahoma" panose="020B0604030504040204" pitchFamily="34" charset="0"/>
              </a:rPr>
              <a:t>主机</a:t>
            </a:r>
          </a:p>
        </p:txBody>
      </p:sp>
      <p:sp>
        <p:nvSpPr>
          <p:cNvPr id="42013" name="Text Box 29"/>
          <p:cNvSpPr txBox="1"/>
          <p:nvPr/>
        </p:nvSpPr>
        <p:spPr>
          <a:xfrm>
            <a:off x="1199984" y="5528251"/>
            <a:ext cx="1112838" cy="466725"/>
          </a:xfrm>
          <a:prstGeom prst="rect">
            <a:avLst/>
          </a:prstGeom>
          <a:noFill/>
          <a:ln w="9525" cap="flat" cmpd="sng">
            <a:solidFill>
              <a:srgbClr val="FF0000"/>
            </a:solidFill>
            <a:prstDash val="solid"/>
            <a:miter/>
            <a:headEnd type="none" w="med" len="med"/>
            <a:tailEnd type="none" w="med" len="med"/>
          </a:ln>
        </p:spPr>
        <p:txBody>
          <a:bodyPr wrap="none">
            <a:spAutoFit/>
          </a:bodyPr>
          <a:lstStyle/>
          <a:p>
            <a:r>
              <a:rPr lang="zh-CN" altLang="en-US" sz="2400" b="1" dirty="0">
                <a:solidFill>
                  <a:srgbClr val="FA928A"/>
                </a:solidFill>
                <a:latin typeface="Tahoma" panose="020B0604030504040204" pitchFamily="34" charset="0"/>
                <a:ea typeface="黑体" panose="02010609060101010101" charset="-122"/>
              </a:rPr>
              <a:t>基准站</a:t>
            </a:r>
          </a:p>
        </p:txBody>
      </p:sp>
      <p:sp>
        <p:nvSpPr>
          <p:cNvPr id="42014" name="Text Box 30"/>
          <p:cNvSpPr txBox="1"/>
          <p:nvPr/>
        </p:nvSpPr>
        <p:spPr>
          <a:xfrm>
            <a:off x="6459411" y="4350325"/>
            <a:ext cx="553998" cy="1001236"/>
          </a:xfrm>
          <a:prstGeom prst="rect">
            <a:avLst/>
          </a:prstGeom>
          <a:noFill/>
          <a:ln w="9525" cap="flat" cmpd="sng">
            <a:solidFill>
              <a:srgbClr val="FF3300"/>
            </a:solidFill>
            <a:prstDash val="solid"/>
            <a:miter/>
            <a:headEnd type="none" w="med" len="med"/>
            <a:tailEnd type="none" w="med" len="med"/>
          </a:ln>
        </p:spPr>
        <p:txBody>
          <a:bodyPr vert="eaVert" wrap="none">
            <a:spAutoFit/>
          </a:bodyPr>
          <a:lstStyle/>
          <a:p>
            <a:r>
              <a:rPr lang="zh-CN" altLang="en-US" sz="2400" b="1" dirty="0">
                <a:solidFill>
                  <a:srgbClr val="FA928A"/>
                </a:solidFill>
                <a:latin typeface="Tahoma" panose="020B0604030504040204" pitchFamily="34" charset="0"/>
                <a:ea typeface="黑体" panose="02010609060101010101" charset="-122"/>
              </a:rPr>
              <a:t>流动站</a:t>
            </a:r>
          </a:p>
        </p:txBody>
      </p:sp>
      <p:sp>
        <p:nvSpPr>
          <p:cNvPr id="42015" name="AutoShape 31"/>
          <p:cNvSpPr/>
          <p:nvPr/>
        </p:nvSpPr>
        <p:spPr>
          <a:xfrm>
            <a:off x="1587334" y="5112325"/>
            <a:ext cx="304800" cy="344488"/>
          </a:xfrm>
          <a:prstGeom prst="upArrow">
            <a:avLst>
              <a:gd name="adj1" fmla="val 50000"/>
              <a:gd name="adj2" fmla="val 28244"/>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imes New Roman" panose="02020603050405020304" pitchFamily="18" charset="0"/>
            </a:endParaRPr>
          </a:p>
        </p:txBody>
      </p:sp>
      <p:sp>
        <p:nvSpPr>
          <p:cNvPr id="42016" name="AutoShape 32"/>
          <p:cNvSpPr/>
          <p:nvPr/>
        </p:nvSpPr>
        <p:spPr>
          <a:xfrm>
            <a:off x="5952959" y="4736088"/>
            <a:ext cx="457200" cy="228600"/>
          </a:xfrm>
          <a:prstGeom prst="lef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2017" name="Text Box 33"/>
          <p:cNvSpPr txBox="1"/>
          <p:nvPr/>
        </p:nvSpPr>
        <p:spPr>
          <a:xfrm>
            <a:off x="4178135" y="4731325"/>
            <a:ext cx="950913" cy="336550"/>
          </a:xfrm>
          <a:prstGeom prst="rect">
            <a:avLst/>
          </a:prstGeom>
          <a:noFill/>
          <a:ln w="9525">
            <a:noFill/>
          </a:ln>
        </p:spPr>
        <p:txBody>
          <a:bodyPr wrap="none">
            <a:spAutoFit/>
          </a:bodyPr>
          <a:lstStyle/>
          <a:p>
            <a:r>
              <a:rPr lang="en-US" altLang="zh-CN" sz="1600" u="sng">
                <a:solidFill>
                  <a:srgbClr val="FF3300"/>
                </a:solidFill>
                <a:latin typeface="Tahoma" panose="020B0604030504040204" pitchFamily="34" charset="0"/>
              </a:rPr>
              <a:t>GPS</a:t>
            </a:r>
            <a:r>
              <a:rPr lang="zh-CN" altLang="en-US" sz="1600" u="sng" dirty="0">
                <a:solidFill>
                  <a:srgbClr val="FF3300"/>
                </a:solidFill>
                <a:latin typeface="Tahoma" panose="020B0604030504040204" pitchFamily="34" charset="0"/>
              </a:rPr>
              <a:t>主机</a:t>
            </a:r>
          </a:p>
        </p:txBody>
      </p:sp>
      <p:grpSp>
        <p:nvGrpSpPr>
          <p:cNvPr id="6" name="Group 34"/>
          <p:cNvGrpSpPr/>
          <p:nvPr/>
        </p:nvGrpSpPr>
        <p:grpSpPr>
          <a:xfrm>
            <a:off x="2281073" y="1856364"/>
            <a:ext cx="3430587" cy="765175"/>
            <a:chOff x="1968" y="1104"/>
            <a:chExt cx="2161" cy="482"/>
          </a:xfrm>
        </p:grpSpPr>
        <p:grpSp>
          <p:nvGrpSpPr>
            <p:cNvPr id="54305" name="Group 35"/>
            <p:cNvGrpSpPr/>
            <p:nvPr/>
          </p:nvGrpSpPr>
          <p:grpSpPr>
            <a:xfrm>
              <a:off x="1968" y="1392"/>
              <a:ext cx="289" cy="50"/>
              <a:chOff x="3456" y="1584"/>
              <a:chExt cx="289" cy="98"/>
            </a:xfrm>
          </p:grpSpPr>
          <p:sp>
            <p:nvSpPr>
              <p:cNvPr id="54306" name="Rectangle 36"/>
              <p:cNvSpPr/>
              <p:nvPr/>
            </p:nvSpPr>
            <p:spPr>
              <a:xfrm>
                <a:off x="3506" y="1625"/>
                <a:ext cx="141"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07" name="Rectangle 37"/>
              <p:cNvSpPr/>
              <p:nvPr/>
            </p:nvSpPr>
            <p:spPr>
              <a:xfrm rot="1151679">
                <a:off x="3456" y="1584"/>
                <a:ext cx="95"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08" name="Rectangle 38"/>
              <p:cNvSpPr/>
              <p:nvPr/>
            </p:nvSpPr>
            <p:spPr>
              <a:xfrm rot="1849660">
                <a:off x="3647" y="1584"/>
                <a:ext cx="98" cy="98"/>
              </a:xfrm>
              <a:prstGeom prst="rect">
                <a:avLst/>
              </a:prstGeom>
              <a:solidFill>
                <a:srgbClr val="AA8BF9"/>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4309" name="Group 39"/>
            <p:cNvGrpSpPr/>
            <p:nvPr/>
          </p:nvGrpSpPr>
          <p:grpSpPr>
            <a:xfrm>
              <a:off x="2736" y="1104"/>
              <a:ext cx="240" cy="48"/>
              <a:chOff x="3456" y="1584"/>
              <a:chExt cx="289" cy="98"/>
            </a:xfrm>
          </p:grpSpPr>
          <p:sp>
            <p:nvSpPr>
              <p:cNvPr id="54310" name="Rectangle 40"/>
              <p:cNvSpPr/>
              <p:nvPr/>
            </p:nvSpPr>
            <p:spPr>
              <a:xfrm>
                <a:off x="3506" y="1625"/>
                <a:ext cx="141"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11" name="Rectangle 41"/>
              <p:cNvSpPr/>
              <p:nvPr/>
            </p:nvSpPr>
            <p:spPr>
              <a:xfrm rot="1151679">
                <a:off x="3456" y="1584"/>
                <a:ext cx="95"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12" name="Rectangle 42"/>
              <p:cNvSpPr/>
              <p:nvPr/>
            </p:nvSpPr>
            <p:spPr>
              <a:xfrm rot="1849660">
                <a:off x="3647" y="1584"/>
                <a:ext cx="98" cy="98"/>
              </a:xfrm>
              <a:prstGeom prst="rect">
                <a:avLst/>
              </a:prstGeom>
              <a:solidFill>
                <a:srgbClr val="AA8BF9"/>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4313" name="Group 43"/>
            <p:cNvGrpSpPr/>
            <p:nvPr/>
          </p:nvGrpSpPr>
          <p:grpSpPr>
            <a:xfrm>
              <a:off x="3840" y="1536"/>
              <a:ext cx="289" cy="50"/>
              <a:chOff x="3456" y="1584"/>
              <a:chExt cx="289" cy="98"/>
            </a:xfrm>
          </p:grpSpPr>
          <p:sp>
            <p:nvSpPr>
              <p:cNvPr id="54314" name="Rectangle 44"/>
              <p:cNvSpPr/>
              <p:nvPr/>
            </p:nvSpPr>
            <p:spPr>
              <a:xfrm>
                <a:off x="3506" y="1625"/>
                <a:ext cx="141"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15" name="Rectangle 45"/>
              <p:cNvSpPr/>
              <p:nvPr/>
            </p:nvSpPr>
            <p:spPr>
              <a:xfrm rot="1151679">
                <a:off x="3456" y="1584"/>
                <a:ext cx="95"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16" name="Rectangle 46"/>
              <p:cNvSpPr/>
              <p:nvPr/>
            </p:nvSpPr>
            <p:spPr>
              <a:xfrm rot="1849660">
                <a:off x="3647" y="1584"/>
                <a:ext cx="98" cy="98"/>
              </a:xfrm>
              <a:prstGeom prst="rect">
                <a:avLst/>
              </a:prstGeom>
              <a:solidFill>
                <a:srgbClr val="AA8BF9"/>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4317" name="Group 47"/>
            <p:cNvGrpSpPr/>
            <p:nvPr/>
          </p:nvGrpSpPr>
          <p:grpSpPr>
            <a:xfrm>
              <a:off x="3072" y="1536"/>
              <a:ext cx="240" cy="48"/>
              <a:chOff x="3456" y="1584"/>
              <a:chExt cx="289" cy="98"/>
            </a:xfrm>
          </p:grpSpPr>
          <p:sp>
            <p:nvSpPr>
              <p:cNvPr id="54318" name="Rectangle 48"/>
              <p:cNvSpPr/>
              <p:nvPr/>
            </p:nvSpPr>
            <p:spPr>
              <a:xfrm>
                <a:off x="3506" y="1625"/>
                <a:ext cx="141"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19" name="Rectangle 49"/>
              <p:cNvSpPr/>
              <p:nvPr/>
            </p:nvSpPr>
            <p:spPr>
              <a:xfrm rot="1151679">
                <a:off x="3456" y="1584"/>
                <a:ext cx="95"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20" name="Rectangle 50"/>
              <p:cNvSpPr/>
              <p:nvPr/>
            </p:nvSpPr>
            <p:spPr>
              <a:xfrm rot="1849660">
                <a:off x="3647" y="1584"/>
                <a:ext cx="98" cy="98"/>
              </a:xfrm>
              <a:prstGeom prst="rect">
                <a:avLst/>
              </a:prstGeom>
              <a:solidFill>
                <a:srgbClr val="AA8BF9"/>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sp>
        <p:nvSpPr>
          <p:cNvPr id="42035" name="Text Box 51"/>
          <p:cNvSpPr txBox="1"/>
          <p:nvPr/>
        </p:nvSpPr>
        <p:spPr>
          <a:xfrm>
            <a:off x="4219007" y="536783"/>
            <a:ext cx="3531736" cy="707886"/>
          </a:xfrm>
          <a:prstGeom prst="rect">
            <a:avLst/>
          </a:prstGeom>
          <a:noFill/>
          <a:ln w="9525">
            <a:noFill/>
          </a:ln>
        </p:spPr>
        <p:txBody>
          <a:bodyPr wrap="none">
            <a:spAutoFit/>
          </a:bodyPr>
          <a:lstStyle/>
          <a:p>
            <a:r>
              <a:rPr lang="en-US" altLang="zh-CN" sz="4000" b="1" dirty="0">
                <a:solidFill>
                  <a:schemeClr val="tx1">
                    <a:lumMod val="50000"/>
                    <a:lumOff val="50000"/>
                  </a:schemeClr>
                </a:solidFill>
                <a:latin typeface="楷体_GB2312" panose="02010609030101010101" pitchFamily="49" charset="-122"/>
                <a:ea typeface="楷体_GB2312" panose="02010609030101010101" pitchFamily="49" charset="-122"/>
              </a:rPr>
              <a:t>RTK</a:t>
            </a:r>
            <a:r>
              <a:rPr lang="zh-CN" altLang="en-US" sz="4000" b="1" dirty="0">
                <a:solidFill>
                  <a:schemeClr val="tx1">
                    <a:lumMod val="50000"/>
                    <a:lumOff val="50000"/>
                  </a:schemeClr>
                </a:solidFill>
                <a:latin typeface="楷体_GB2312" panose="02010609030101010101" pitchFamily="49" charset="-122"/>
                <a:ea typeface="楷体_GB2312" panose="02010609030101010101" pitchFamily="49" charset="-122"/>
              </a:rPr>
              <a:t>测量原理图</a:t>
            </a:r>
          </a:p>
        </p:txBody>
      </p:sp>
      <p:sp>
        <p:nvSpPr>
          <p:cNvPr id="42036" name="Text Box 52"/>
          <p:cNvSpPr txBox="1"/>
          <p:nvPr/>
        </p:nvSpPr>
        <p:spPr>
          <a:xfrm>
            <a:off x="4330534" y="5493326"/>
            <a:ext cx="869950" cy="366713"/>
          </a:xfrm>
          <a:prstGeom prst="rect">
            <a:avLst/>
          </a:prstGeom>
          <a:noFill/>
          <a:ln w="9525">
            <a:noFill/>
          </a:ln>
        </p:spPr>
        <p:txBody>
          <a:bodyPr wrap="none">
            <a:spAutoFit/>
          </a:bodyPr>
          <a:lstStyle/>
          <a:p>
            <a:r>
              <a:rPr lang="zh-CN" altLang="en-US" u="sng" dirty="0">
                <a:solidFill>
                  <a:srgbClr val="FF3300"/>
                </a:solidFill>
                <a:latin typeface="Tahoma" panose="020B0604030504040204" pitchFamily="34" charset="0"/>
              </a:rPr>
              <a:t>采集器</a:t>
            </a:r>
          </a:p>
        </p:txBody>
      </p:sp>
      <p:sp>
        <p:nvSpPr>
          <p:cNvPr id="42037" name="AutoShape 53"/>
          <p:cNvSpPr/>
          <p:nvPr/>
        </p:nvSpPr>
        <p:spPr>
          <a:xfrm>
            <a:off x="4406734" y="4578925"/>
            <a:ext cx="533400" cy="228600"/>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11" name="Group 54"/>
          <p:cNvGrpSpPr/>
          <p:nvPr/>
        </p:nvGrpSpPr>
        <p:grpSpPr>
          <a:xfrm>
            <a:off x="4635334" y="5188525"/>
            <a:ext cx="381000" cy="381000"/>
            <a:chOff x="3456" y="3216"/>
            <a:chExt cx="240" cy="240"/>
          </a:xfrm>
        </p:grpSpPr>
        <p:sp>
          <p:nvSpPr>
            <p:cNvPr id="54325" name="AutoShape 55"/>
            <p:cNvSpPr/>
            <p:nvPr/>
          </p:nvSpPr>
          <p:spPr>
            <a:xfrm>
              <a:off x="3456" y="3216"/>
              <a:ext cx="240" cy="240"/>
            </a:xfrm>
            <a:prstGeom prst="parallelogram">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26" name="AutoShape 56"/>
            <p:cNvSpPr/>
            <p:nvPr/>
          </p:nvSpPr>
          <p:spPr>
            <a:xfrm>
              <a:off x="3504" y="3264"/>
              <a:ext cx="144" cy="96"/>
            </a:xfrm>
            <a:prstGeom prst="parallelogram">
              <a:avLst>
                <a:gd name="adj" fmla="val 37500"/>
              </a:avLst>
            </a:prstGeom>
            <a:solidFill>
              <a:srgbClr val="0066FF"/>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12" name="Group 57"/>
          <p:cNvGrpSpPr/>
          <p:nvPr/>
        </p:nvGrpSpPr>
        <p:grpSpPr>
          <a:xfrm>
            <a:off x="3873334" y="4097913"/>
            <a:ext cx="304800" cy="633412"/>
            <a:chOff x="2976" y="2529"/>
            <a:chExt cx="192" cy="399"/>
          </a:xfrm>
        </p:grpSpPr>
        <p:grpSp>
          <p:nvGrpSpPr>
            <p:cNvPr id="54328" name="Group 58"/>
            <p:cNvGrpSpPr/>
            <p:nvPr/>
          </p:nvGrpSpPr>
          <p:grpSpPr>
            <a:xfrm>
              <a:off x="2976" y="2544"/>
              <a:ext cx="192" cy="384"/>
              <a:chOff x="2544" y="2304"/>
              <a:chExt cx="192" cy="384"/>
            </a:xfrm>
          </p:grpSpPr>
          <p:sp>
            <p:nvSpPr>
              <p:cNvPr id="54329" name="Oval 59"/>
              <p:cNvSpPr/>
              <p:nvPr/>
            </p:nvSpPr>
            <p:spPr>
              <a:xfrm>
                <a:off x="2544" y="2640"/>
                <a:ext cx="192"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4330" name="Line 60"/>
              <p:cNvSpPr/>
              <p:nvPr/>
            </p:nvSpPr>
            <p:spPr>
              <a:xfrm flipV="1">
                <a:off x="2640" y="2400"/>
                <a:ext cx="48" cy="96"/>
              </a:xfrm>
              <a:prstGeom prst="line">
                <a:avLst/>
              </a:prstGeom>
              <a:ln w="9525" cap="flat" cmpd="sng">
                <a:solidFill>
                  <a:schemeClr val="tx1"/>
                </a:solidFill>
                <a:prstDash val="solid"/>
                <a:headEnd type="none" w="med" len="med"/>
                <a:tailEnd type="none" w="med" len="med"/>
              </a:ln>
            </p:spPr>
          </p:sp>
          <p:sp>
            <p:nvSpPr>
              <p:cNvPr id="54331" name="Line 61"/>
              <p:cNvSpPr/>
              <p:nvPr/>
            </p:nvSpPr>
            <p:spPr>
              <a:xfrm flipH="1" flipV="1">
                <a:off x="2592" y="2400"/>
                <a:ext cx="48" cy="96"/>
              </a:xfrm>
              <a:prstGeom prst="line">
                <a:avLst/>
              </a:prstGeom>
              <a:ln w="9525" cap="flat" cmpd="sng">
                <a:solidFill>
                  <a:schemeClr val="tx1"/>
                </a:solidFill>
                <a:prstDash val="solid"/>
                <a:headEnd type="none" w="med" len="med"/>
                <a:tailEnd type="none" w="med" len="med"/>
              </a:ln>
            </p:spPr>
          </p:sp>
          <p:sp>
            <p:nvSpPr>
              <p:cNvPr id="54332" name="Line 62"/>
              <p:cNvSpPr/>
              <p:nvPr/>
            </p:nvSpPr>
            <p:spPr>
              <a:xfrm>
                <a:off x="2640" y="2304"/>
                <a:ext cx="0" cy="336"/>
              </a:xfrm>
              <a:prstGeom prst="line">
                <a:avLst/>
              </a:prstGeom>
              <a:ln w="9525" cap="flat" cmpd="sng">
                <a:solidFill>
                  <a:schemeClr val="tx1"/>
                </a:solidFill>
                <a:prstDash val="solid"/>
                <a:headEnd type="none" w="med" len="med"/>
                <a:tailEnd type="none" w="med" len="med"/>
              </a:ln>
            </p:spPr>
          </p:sp>
        </p:grpSp>
        <p:sp>
          <p:nvSpPr>
            <p:cNvPr id="54333" name="AutoShape 63"/>
            <p:cNvSpPr/>
            <p:nvPr/>
          </p:nvSpPr>
          <p:spPr>
            <a:xfrm rot="10795621">
              <a:off x="3024" y="2529"/>
              <a:ext cx="109" cy="372"/>
            </a:xfrm>
            <a:prstGeom prst="flowChartMerge">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42048" name="Text Box 64"/>
          <p:cNvSpPr txBox="1"/>
          <p:nvPr/>
        </p:nvSpPr>
        <p:spPr>
          <a:xfrm>
            <a:off x="3111334" y="4197925"/>
            <a:ext cx="996950" cy="336550"/>
          </a:xfrm>
          <a:prstGeom prst="rect">
            <a:avLst/>
          </a:prstGeom>
          <a:noFill/>
          <a:ln w="9525">
            <a:noFill/>
          </a:ln>
        </p:spPr>
        <p:txBody>
          <a:bodyPr wrap="none">
            <a:spAutoFit/>
          </a:bodyPr>
          <a:lstStyle/>
          <a:p>
            <a:r>
              <a:rPr lang="zh-CN" altLang="en-US" sz="1600" u="sng" dirty="0">
                <a:solidFill>
                  <a:srgbClr val="FF3300"/>
                </a:solidFill>
                <a:latin typeface="Tahoma" panose="020B0604030504040204" pitchFamily="34" charset="0"/>
              </a:rPr>
              <a:t>接收电台</a:t>
            </a:r>
          </a:p>
        </p:txBody>
      </p:sp>
      <p:sp>
        <p:nvSpPr>
          <p:cNvPr id="3" name="矩形 2"/>
          <p:cNvSpPr/>
          <p:nvPr/>
        </p:nvSpPr>
        <p:spPr>
          <a:xfrm>
            <a:off x="7846886" y="3347700"/>
            <a:ext cx="3820261" cy="2031325"/>
          </a:xfrm>
          <a:prstGeom prst="rect">
            <a:avLst/>
          </a:prstGeom>
        </p:spPr>
        <p:txBody>
          <a:bodyPr wrap="square">
            <a:spAutoFit/>
          </a:bodyPr>
          <a:lstStyle/>
          <a:p>
            <a:r>
              <a:rPr lang="zh-CN" altLang="en-US" dirty="0">
                <a:solidFill>
                  <a:schemeClr val="tx1">
                    <a:lumMod val="50000"/>
                    <a:lumOff val="50000"/>
                  </a:schemeClr>
                </a:solidFill>
                <a:latin typeface="Arial" panose="020B0604020202020204" pitchFamily="34" charset="0"/>
              </a:rPr>
              <a:t>在</a:t>
            </a:r>
            <a:r>
              <a:rPr lang="en-US" altLang="zh-CN" dirty="0">
                <a:solidFill>
                  <a:schemeClr val="tx1">
                    <a:lumMod val="50000"/>
                    <a:lumOff val="50000"/>
                  </a:schemeClr>
                </a:solidFill>
                <a:latin typeface="Arial" panose="020B0604020202020204" pitchFamily="34" charset="0"/>
              </a:rPr>
              <a:t>GPS</a:t>
            </a:r>
            <a:r>
              <a:rPr lang="zh-CN" altLang="en-US" dirty="0">
                <a:solidFill>
                  <a:schemeClr val="tx1">
                    <a:lumMod val="50000"/>
                    <a:lumOff val="50000"/>
                  </a:schemeClr>
                </a:solidFill>
                <a:latin typeface="Arial" panose="020B0604020202020204" pitchFamily="34" charset="0"/>
              </a:rPr>
              <a:t>测量中，如静态、快速静态、动态测量都需要事后进行解算才能获得厘米级的精度，而</a:t>
            </a:r>
            <a:r>
              <a:rPr lang="en-US" altLang="zh-CN" dirty="0">
                <a:solidFill>
                  <a:schemeClr val="tx1">
                    <a:lumMod val="50000"/>
                    <a:lumOff val="50000"/>
                  </a:schemeClr>
                </a:solidFill>
                <a:latin typeface="Arial" panose="020B0604020202020204" pitchFamily="34" charset="0"/>
              </a:rPr>
              <a:t>RTK</a:t>
            </a:r>
            <a:r>
              <a:rPr lang="zh-CN" altLang="en-US" dirty="0">
                <a:solidFill>
                  <a:schemeClr val="tx1">
                    <a:lumMod val="50000"/>
                    <a:lumOff val="50000"/>
                  </a:schemeClr>
                </a:solidFill>
                <a:latin typeface="Arial" panose="020B0604020202020204" pitchFamily="34" charset="0"/>
              </a:rPr>
              <a:t>（</a:t>
            </a:r>
            <a:r>
              <a:rPr lang="en-US" altLang="zh-CN" dirty="0">
                <a:solidFill>
                  <a:schemeClr val="tx1">
                    <a:lumMod val="50000"/>
                    <a:lumOff val="50000"/>
                  </a:schemeClr>
                </a:solidFill>
                <a:latin typeface="Arial" panose="020B0604020202020204" pitchFamily="34" charset="0"/>
              </a:rPr>
              <a:t>Real - time kinematic</a:t>
            </a:r>
            <a:r>
              <a:rPr lang="zh-CN" altLang="en-US" dirty="0">
                <a:solidFill>
                  <a:schemeClr val="tx1">
                    <a:lumMod val="50000"/>
                    <a:lumOff val="50000"/>
                  </a:schemeClr>
                </a:solidFill>
                <a:latin typeface="Arial" panose="020B0604020202020204" pitchFamily="34" charset="0"/>
              </a:rPr>
              <a:t>）实时差分定位是一种能够在野外实时得到厘米级定位精度的测量方法，它的出现极大地提高了野外作业效率。</a:t>
            </a:r>
            <a:endParaRPr lang="zh-CN" altLang="en-US" dirty="0">
              <a:solidFill>
                <a:schemeClr val="tx1">
                  <a:lumMod val="50000"/>
                  <a:lumOff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42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42013"/>
                                        </p:tgtEl>
                                        <p:attrNameLst>
                                          <p:attrName>style.visibility</p:attrName>
                                        </p:attrNameLst>
                                      </p:cBhvr>
                                      <p:to>
                                        <p:strVal val="visible"/>
                                      </p:to>
                                    </p:set>
                                    <p:anim calcmode="lin" valueType="num">
                                      <p:cBhvr additive="base">
                                        <p:cTn id="11" dur="500" fill="hold"/>
                                        <p:tgtEl>
                                          <p:spTgt spid="42013"/>
                                        </p:tgtEl>
                                        <p:attrNameLst>
                                          <p:attrName>ppt_x</p:attrName>
                                        </p:attrNameLst>
                                      </p:cBhvr>
                                      <p:tavLst>
                                        <p:tav tm="0">
                                          <p:val>
                                            <p:strVal val="0-#ppt_w/2"/>
                                          </p:val>
                                        </p:tav>
                                        <p:tav tm="100000">
                                          <p:val>
                                            <p:strVal val="#ppt_x"/>
                                          </p:val>
                                        </p:tav>
                                      </p:tavLst>
                                    </p:anim>
                                    <p:anim calcmode="lin" valueType="num">
                                      <p:cBhvr additive="base">
                                        <p:cTn id="12" dur="500" fill="hold"/>
                                        <p:tgtEl>
                                          <p:spTgt spid="4201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2015"/>
                                        </p:tgtEl>
                                        <p:attrNameLst>
                                          <p:attrName>style.visibility</p:attrName>
                                        </p:attrNameLst>
                                      </p:cBhvr>
                                      <p:to>
                                        <p:strVal val="visible"/>
                                      </p:to>
                                    </p:set>
                                    <p:anim calcmode="lin" valueType="num">
                                      <p:cBhvr additive="base">
                                        <p:cTn id="17" dur="500" fill="hold"/>
                                        <p:tgtEl>
                                          <p:spTgt spid="42015"/>
                                        </p:tgtEl>
                                        <p:attrNameLst>
                                          <p:attrName>ppt_x</p:attrName>
                                        </p:attrNameLst>
                                      </p:cBhvr>
                                      <p:tavLst>
                                        <p:tav tm="0">
                                          <p:val>
                                            <p:strVal val="0-#ppt_w/2"/>
                                          </p:val>
                                        </p:tav>
                                        <p:tav tm="100000">
                                          <p:val>
                                            <p:strVal val="#ppt_x"/>
                                          </p:val>
                                        </p:tav>
                                      </p:tavLst>
                                    </p:anim>
                                    <p:anim calcmode="lin" valueType="num">
                                      <p:cBhvr additive="base">
                                        <p:cTn id="18" dur="500" fill="hold"/>
                                        <p:tgtEl>
                                          <p:spTgt spid="4201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41987"/>
                                        </p:tgtEl>
                                        <p:attrNameLst>
                                          <p:attrName>style.visibility</p:attrName>
                                        </p:attrNameLst>
                                      </p:cBhvr>
                                      <p:to>
                                        <p:strVal val="visible"/>
                                      </p:to>
                                    </p:set>
                                    <p:animEffect transition="in" filter="wheel(4)">
                                      <p:cBhvr>
                                        <p:cTn id="23" dur="500"/>
                                        <p:tgtEl>
                                          <p:spTgt spid="41987"/>
                                        </p:tgtEl>
                                      </p:cBhvr>
                                    </p:animEffect>
                                  </p:childTnLst>
                                </p:cTn>
                              </p:par>
                            </p:childTnLst>
                          </p:cTn>
                        </p:par>
                        <p:par>
                          <p:cTn id="24" fill="hold">
                            <p:stCondLst>
                              <p:cond delay="500"/>
                            </p:stCondLst>
                            <p:childTnLst>
                              <p:par>
                                <p:cTn id="25" presetID="23" presetClass="entr" presetSubtype="272" fill="hold" grpId="0" nodeType="afterEffect">
                                  <p:stCondLst>
                                    <p:cond delay="0"/>
                                  </p:stCondLst>
                                  <p:childTnLst>
                                    <p:set>
                                      <p:cBhvr>
                                        <p:cTn id="26" dur="1" fill="hold">
                                          <p:stCondLst>
                                            <p:cond delay="0"/>
                                          </p:stCondLst>
                                        </p:cTn>
                                        <p:tgtEl>
                                          <p:spTgt spid="41990"/>
                                        </p:tgtEl>
                                        <p:attrNameLst>
                                          <p:attrName>style.visibility</p:attrName>
                                        </p:attrNameLst>
                                      </p:cBhvr>
                                      <p:to>
                                        <p:strVal val="visible"/>
                                      </p:to>
                                    </p:set>
                                    <p:anim calcmode="lin" valueType="num">
                                      <p:cBhvr>
                                        <p:cTn id="27" dur="500" fill="hold"/>
                                        <p:tgtEl>
                                          <p:spTgt spid="41990"/>
                                        </p:tgtEl>
                                        <p:attrNameLst>
                                          <p:attrName>ppt_w</p:attrName>
                                        </p:attrNameLst>
                                      </p:cBhvr>
                                      <p:tavLst>
                                        <p:tav tm="0">
                                          <p:val>
                                            <p:strVal val="2/3*#ppt_w"/>
                                          </p:val>
                                        </p:tav>
                                        <p:tav tm="100000">
                                          <p:val>
                                            <p:strVal val="#ppt_w"/>
                                          </p:val>
                                        </p:tav>
                                      </p:tavLst>
                                    </p:anim>
                                    <p:anim calcmode="lin" valueType="num">
                                      <p:cBhvr>
                                        <p:cTn id="28" dur="500" fill="hold"/>
                                        <p:tgtEl>
                                          <p:spTgt spid="41990"/>
                                        </p:tgtEl>
                                        <p:attrNameLst>
                                          <p:attrName>ppt_h</p:attrName>
                                        </p:attrNameLst>
                                      </p:cBhvr>
                                      <p:tavLst>
                                        <p:tav tm="0">
                                          <p:val>
                                            <p:strVal val="2/3*#ppt_h"/>
                                          </p:val>
                                        </p:tav>
                                        <p:tav tm="100000">
                                          <p:val>
                                            <p:strVal val="#ppt_h"/>
                                          </p:val>
                                        </p:tav>
                                      </p:tavLst>
                                    </p:anim>
                                  </p:childTnLst>
                                </p:cTn>
                              </p:par>
                            </p:childTnLst>
                          </p:cTn>
                        </p:par>
                        <p:par>
                          <p:cTn id="29" fill="hold">
                            <p:stCondLst>
                              <p:cond delay="1000"/>
                            </p:stCondLst>
                            <p:childTnLst>
                              <p:par>
                                <p:cTn id="30" presetID="1" presetClass="entr" presetSubtype="0" fill="hold" grpId="0" nodeType="afterEffect">
                                  <p:stCondLst>
                                    <p:cond delay="0"/>
                                  </p:stCondLst>
                                  <p:iterate type="lt">
                                    <p:tmAbs val="75"/>
                                  </p:iterate>
                                  <p:childTnLst>
                                    <p:set>
                                      <p:cBhvr>
                                        <p:cTn id="31" dur="1" fill="hold">
                                          <p:stCondLst>
                                            <p:cond delay="74"/>
                                          </p:stCondLst>
                                        </p:cTn>
                                        <p:tgtEl>
                                          <p:spTgt spid="42012"/>
                                        </p:tgtEl>
                                        <p:attrNameLst>
                                          <p:attrName>style.visibility</p:attrName>
                                        </p:attrNameLst>
                                      </p:cBhvr>
                                      <p:to>
                                        <p:strVal val="visible"/>
                                      </p:to>
                                    </p:set>
                                  </p:childTnLst>
                                </p:cTn>
                              </p:par>
                            </p:childTnLst>
                          </p:cTn>
                        </p:par>
                        <p:par>
                          <p:cTn id="32" fill="hold">
                            <p:stCondLst>
                              <p:cond delay="1375"/>
                            </p:stCondLst>
                            <p:childTnLst>
                              <p:par>
                                <p:cTn id="33" presetID="12" presetClass="entr" presetSubtype="4"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slide(fromBottom)">
                                      <p:cBhvr>
                                        <p:cTn id="35" dur="500"/>
                                        <p:tgtEl>
                                          <p:spTgt spid="2"/>
                                        </p:tgtEl>
                                      </p:cBhvr>
                                    </p:animEffect>
                                  </p:childTnLst>
                                </p:cTn>
                              </p:par>
                            </p:childTnLst>
                          </p:cTn>
                        </p:par>
                        <p:par>
                          <p:cTn id="36" fill="hold">
                            <p:stCondLst>
                              <p:cond delay="1875"/>
                            </p:stCondLst>
                            <p:childTnLst>
                              <p:par>
                                <p:cTn id="37" presetID="22" presetClass="entr" presetSubtype="4" fill="hold" grpId="0" nodeType="afterEffect">
                                  <p:stCondLst>
                                    <p:cond delay="0"/>
                                  </p:stCondLst>
                                  <p:childTnLst>
                                    <p:set>
                                      <p:cBhvr>
                                        <p:cTn id="38" dur="1" fill="hold">
                                          <p:stCondLst>
                                            <p:cond delay="0"/>
                                          </p:stCondLst>
                                        </p:cTn>
                                        <p:tgtEl>
                                          <p:spTgt spid="42011"/>
                                        </p:tgtEl>
                                        <p:attrNameLst>
                                          <p:attrName>style.visibility</p:attrName>
                                        </p:attrNameLst>
                                      </p:cBhvr>
                                      <p:to>
                                        <p:strVal val="visible"/>
                                      </p:to>
                                    </p:set>
                                    <p:animEffect transition="in" filter="wipe(down)">
                                      <p:cBhvr>
                                        <p:cTn id="39" dur="500"/>
                                        <p:tgtEl>
                                          <p:spTgt spid="42011"/>
                                        </p:tgtEl>
                                      </p:cBhvr>
                                    </p:animEffect>
                                  </p:childTnLst>
                                </p:cTn>
                              </p:par>
                            </p:childTnLst>
                          </p:cTn>
                        </p:par>
                        <p:par>
                          <p:cTn id="40" fill="hold">
                            <p:stCondLst>
                              <p:cond delay="2375"/>
                            </p:stCondLst>
                            <p:childTnLst>
                              <p:par>
                                <p:cTn id="41" presetID="1" presetClass="entr" presetSubtype="0" fill="hold" grpId="0" nodeType="afterEffect">
                                  <p:stCondLst>
                                    <p:cond delay="0"/>
                                  </p:stCondLst>
                                  <p:iterate type="lt">
                                    <p:tmAbs val="75"/>
                                  </p:iterate>
                                  <p:childTnLst>
                                    <p:set>
                                      <p:cBhvr>
                                        <p:cTn id="42" dur="1" fill="hold">
                                          <p:stCondLst>
                                            <p:cond delay="74"/>
                                          </p:stCondLst>
                                        </p:cTn>
                                        <p:tgtEl>
                                          <p:spTgt spid="42014"/>
                                        </p:tgtEl>
                                        <p:attrNameLst>
                                          <p:attrName>style.visibility</p:attrName>
                                        </p:attrNameLst>
                                      </p:cBhvr>
                                      <p:to>
                                        <p:strVal val="visible"/>
                                      </p:to>
                                    </p:set>
                                  </p:childTnLst>
                                </p:cTn>
                              </p:par>
                            </p:childTnLst>
                          </p:cTn>
                        </p:par>
                        <p:par>
                          <p:cTn id="43" fill="hold">
                            <p:stCondLst>
                              <p:cond delay="2599"/>
                            </p:stCondLst>
                            <p:childTnLst>
                              <p:par>
                                <p:cTn id="44" presetID="23" presetClass="entr" presetSubtype="16" fill="hold" grpId="0" nodeType="afterEffect">
                                  <p:stCondLst>
                                    <p:cond delay="0"/>
                                  </p:stCondLst>
                                  <p:childTnLst>
                                    <p:set>
                                      <p:cBhvr>
                                        <p:cTn id="45" dur="1" fill="hold">
                                          <p:stCondLst>
                                            <p:cond delay="0"/>
                                          </p:stCondLst>
                                        </p:cTn>
                                        <p:tgtEl>
                                          <p:spTgt spid="42016"/>
                                        </p:tgtEl>
                                        <p:attrNameLst>
                                          <p:attrName>style.visibility</p:attrName>
                                        </p:attrNameLst>
                                      </p:cBhvr>
                                      <p:to>
                                        <p:strVal val="visible"/>
                                      </p:to>
                                    </p:set>
                                    <p:anim calcmode="lin" valueType="num">
                                      <p:cBhvr>
                                        <p:cTn id="46" dur="500" fill="hold"/>
                                        <p:tgtEl>
                                          <p:spTgt spid="42016"/>
                                        </p:tgtEl>
                                        <p:attrNameLst>
                                          <p:attrName>ppt_w</p:attrName>
                                        </p:attrNameLst>
                                      </p:cBhvr>
                                      <p:tavLst>
                                        <p:tav tm="0">
                                          <p:val>
                                            <p:fltVal val="0"/>
                                          </p:val>
                                        </p:tav>
                                        <p:tav tm="100000">
                                          <p:val>
                                            <p:strVal val="#ppt_w"/>
                                          </p:val>
                                        </p:tav>
                                      </p:tavLst>
                                    </p:anim>
                                    <p:anim calcmode="lin" valueType="num">
                                      <p:cBhvr>
                                        <p:cTn id="47" dur="500" fill="hold"/>
                                        <p:tgtEl>
                                          <p:spTgt spid="42016"/>
                                        </p:tgtEl>
                                        <p:attrNameLst>
                                          <p:attrName>ppt_h</p:attrName>
                                        </p:attrNameLst>
                                      </p:cBhvr>
                                      <p:tavLst>
                                        <p:tav tm="0">
                                          <p:val>
                                            <p:fltVal val="0"/>
                                          </p:val>
                                        </p:tav>
                                        <p:tav tm="100000">
                                          <p:val>
                                            <p:strVal val="#ppt_h"/>
                                          </p:val>
                                        </p:tav>
                                      </p:tavLst>
                                    </p:anim>
                                  </p:childTnLst>
                                </p:cTn>
                              </p:par>
                            </p:childTnLst>
                          </p:cTn>
                        </p:par>
                        <p:par>
                          <p:cTn id="48" fill="hold">
                            <p:stCondLst>
                              <p:cond delay="3099"/>
                            </p:stCondLst>
                            <p:childTnLst>
                              <p:par>
                                <p:cTn id="49" presetID="1" presetClass="entr" presetSubtype="0" fill="hold" grpId="0" nodeType="afterEffect">
                                  <p:stCondLst>
                                    <p:cond delay="0"/>
                                  </p:stCondLst>
                                  <p:childTnLst>
                                    <p:set>
                                      <p:cBhvr>
                                        <p:cTn id="50" dur="1" fill="hold">
                                          <p:stCondLst>
                                            <p:cond delay="499"/>
                                          </p:stCondLst>
                                        </p:cTn>
                                        <p:tgtEl>
                                          <p:spTgt spid="42010"/>
                                        </p:tgtEl>
                                        <p:attrNameLst>
                                          <p:attrName>style.visibility</p:attrName>
                                        </p:attrNameLst>
                                      </p:cBhvr>
                                      <p:to>
                                        <p:strVal val="visible"/>
                                      </p:to>
                                    </p:set>
                                  </p:childTnLst>
                                </p:cTn>
                              </p:par>
                            </p:childTnLst>
                          </p:cTn>
                        </p:par>
                        <p:par>
                          <p:cTn id="51" fill="hold">
                            <p:stCondLst>
                              <p:cond delay="3599"/>
                            </p:stCondLst>
                            <p:childTnLst>
                              <p:par>
                                <p:cTn id="52" presetID="1" presetClass="entr" presetSubtype="0" fill="hold" grpId="0" nodeType="afterEffect">
                                  <p:stCondLst>
                                    <p:cond delay="0"/>
                                  </p:stCondLst>
                                  <p:childTnLst>
                                    <p:set>
                                      <p:cBhvr>
                                        <p:cTn id="53" dur="1" fill="hold">
                                          <p:stCondLst>
                                            <p:cond delay="499"/>
                                          </p:stCondLst>
                                        </p:cTn>
                                        <p:tgtEl>
                                          <p:spTgt spid="42037"/>
                                        </p:tgtEl>
                                        <p:attrNameLst>
                                          <p:attrName>style.visibility</p:attrName>
                                        </p:attrNameLst>
                                      </p:cBhvr>
                                      <p:to>
                                        <p:strVal val="visible"/>
                                      </p:to>
                                    </p:set>
                                  </p:childTnLst>
                                </p:cTn>
                              </p:par>
                            </p:childTnLst>
                          </p:cTn>
                        </p:par>
                        <p:par>
                          <p:cTn id="54" fill="hold">
                            <p:stCondLst>
                              <p:cond delay="4099"/>
                            </p:stCondLst>
                            <p:childTnLst>
                              <p:par>
                                <p:cTn id="55" presetID="3" presetClass="entr" presetSubtype="10" fill="hold" grpId="0" nodeType="afterEffect">
                                  <p:stCondLst>
                                    <p:cond delay="0"/>
                                  </p:stCondLst>
                                  <p:childTnLst>
                                    <p:set>
                                      <p:cBhvr>
                                        <p:cTn id="56" dur="1" fill="hold">
                                          <p:stCondLst>
                                            <p:cond delay="0"/>
                                          </p:stCondLst>
                                        </p:cTn>
                                        <p:tgtEl>
                                          <p:spTgt spid="42017"/>
                                        </p:tgtEl>
                                        <p:attrNameLst>
                                          <p:attrName>style.visibility</p:attrName>
                                        </p:attrNameLst>
                                      </p:cBhvr>
                                      <p:to>
                                        <p:strVal val="visible"/>
                                      </p:to>
                                    </p:set>
                                    <p:animEffect transition="in" filter="blinds(horizontal)">
                                      <p:cBhvr>
                                        <p:cTn id="57" dur="500"/>
                                        <p:tgtEl>
                                          <p:spTgt spid="42017"/>
                                        </p:tgtEl>
                                      </p:cBhvr>
                                    </p:animEffect>
                                  </p:childTnLst>
                                </p:cTn>
                              </p:par>
                            </p:childTnLst>
                          </p:cTn>
                        </p:par>
                        <p:par>
                          <p:cTn id="58" fill="hold">
                            <p:stCondLst>
                              <p:cond delay="4599"/>
                            </p:stCondLst>
                            <p:childTnLst>
                              <p:par>
                                <p:cTn id="59" presetID="12" presetClass="entr" presetSubtype="4"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slide(fromBottom)">
                                      <p:cBhvr>
                                        <p:cTn id="61" dur="500"/>
                                        <p:tgtEl>
                                          <p:spTgt spid="12"/>
                                        </p:tgtEl>
                                      </p:cBhvr>
                                    </p:animEffect>
                                  </p:childTnLst>
                                </p:cTn>
                              </p:par>
                            </p:childTnLst>
                          </p:cTn>
                        </p:par>
                        <p:par>
                          <p:cTn id="62" fill="hold">
                            <p:stCondLst>
                              <p:cond delay="5099"/>
                            </p:stCondLst>
                            <p:childTnLst>
                              <p:par>
                                <p:cTn id="63" presetID="1" presetClass="entr" presetSubtype="0" fill="hold" grpId="0" nodeType="afterEffect">
                                  <p:stCondLst>
                                    <p:cond delay="0"/>
                                  </p:stCondLst>
                                  <p:childTnLst>
                                    <p:set>
                                      <p:cBhvr>
                                        <p:cTn id="64" dur="1" fill="hold">
                                          <p:stCondLst>
                                            <p:cond delay="499"/>
                                          </p:stCondLst>
                                        </p:cTn>
                                        <p:tgtEl>
                                          <p:spTgt spid="42048"/>
                                        </p:tgtEl>
                                        <p:attrNameLst>
                                          <p:attrName>style.visibility</p:attrName>
                                        </p:attrNameLst>
                                      </p:cBhvr>
                                      <p:to>
                                        <p:strVal val="visible"/>
                                      </p:to>
                                    </p:set>
                                  </p:childTnLst>
                                </p:cTn>
                              </p:par>
                            </p:childTnLst>
                          </p:cTn>
                        </p:par>
                        <p:par>
                          <p:cTn id="65" fill="hold">
                            <p:stCondLst>
                              <p:cond delay="5599"/>
                            </p:stCondLst>
                            <p:childTnLst>
                              <p:par>
                                <p:cTn id="66" presetID="1" presetClass="entr" presetSubtype="0" fill="hold" nodeType="afterEffect">
                                  <p:stCondLst>
                                    <p:cond delay="0"/>
                                  </p:stCondLst>
                                  <p:childTnLst>
                                    <p:set>
                                      <p:cBhvr>
                                        <p:cTn id="67" dur="1" fill="hold">
                                          <p:stCondLst>
                                            <p:cond delay="499"/>
                                          </p:stCondLst>
                                        </p:cTn>
                                        <p:tgtEl>
                                          <p:spTgt spid="11"/>
                                        </p:tgtEl>
                                        <p:attrNameLst>
                                          <p:attrName>style.visibility</p:attrName>
                                        </p:attrNameLst>
                                      </p:cBhvr>
                                      <p:to>
                                        <p:strVal val="visible"/>
                                      </p:to>
                                    </p:set>
                                  </p:childTnLst>
                                </p:cTn>
                              </p:par>
                            </p:childTnLst>
                          </p:cTn>
                        </p:par>
                        <p:par>
                          <p:cTn id="68" fill="hold">
                            <p:stCondLst>
                              <p:cond delay="6099"/>
                            </p:stCondLst>
                            <p:childTnLst>
                              <p:par>
                                <p:cTn id="69" presetID="1" presetClass="entr" presetSubtype="0" fill="hold" grpId="0" nodeType="afterEffect">
                                  <p:stCondLst>
                                    <p:cond delay="0"/>
                                  </p:stCondLst>
                                  <p:childTnLst>
                                    <p:set>
                                      <p:cBhvr>
                                        <p:cTn id="70" dur="1" fill="hold">
                                          <p:stCondLst>
                                            <p:cond delay="499"/>
                                          </p:stCondLst>
                                        </p:cTn>
                                        <p:tgtEl>
                                          <p:spTgt spid="420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wipe(up)">
                                      <p:cBhvr>
                                        <p:cTn id="79" dur="500"/>
                                        <p:tgtEl>
                                          <p:spTgt spid="4"/>
                                        </p:tgtEl>
                                      </p:cBhvr>
                                    </p:animEffect>
                                  </p:childTnLst>
                                </p:cTn>
                              </p:par>
                            </p:childTnLst>
                          </p:cTn>
                        </p:par>
                        <p:par>
                          <p:cTn id="80" fill="hold">
                            <p:stCondLst>
                              <p:cond delay="500"/>
                            </p:stCondLst>
                            <p:childTnLst>
                              <p:par>
                                <p:cTn id="81" presetID="22" presetClass="entr" presetSubtype="1" fill="hold" nodeType="after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wipe(up)">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2" fill="hold" nodeType="clickEffect">
                                  <p:stCondLst>
                                    <p:cond delay="0"/>
                                  </p:stCondLst>
                                  <p:childTnLst>
                                    <p:set>
                                      <p:cBhvr>
                                        <p:cTn id="87" dur="1" fill="hold">
                                          <p:stCondLst>
                                            <p:cond delay="0"/>
                                          </p:stCondLst>
                                        </p:cTn>
                                        <p:tgtEl>
                                          <p:spTgt spid="43017"/>
                                        </p:tgtEl>
                                        <p:attrNameLst>
                                          <p:attrName>style.visibility</p:attrName>
                                        </p:attrNameLst>
                                      </p:cBhvr>
                                      <p:to>
                                        <p:strVal val="visible"/>
                                      </p:to>
                                    </p:set>
                                    <p:animEffect transition="in" filter="wipe(right)">
                                      <p:cBhvr>
                                        <p:cTn id="88" dur="500"/>
                                        <p:tgtEl>
                                          <p:spTgt spid="4301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2009"/>
                                        </p:tgtEl>
                                        <p:attrNameLst>
                                          <p:attrName>style.visibility</p:attrName>
                                        </p:attrNameLst>
                                      </p:cBhvr>
                                      <p:to>
                                        <p:strVal val="visible"/>
                                      </p:to>
                                    </p:set>
                                    <p:animEffect transition="in" filter="wipe(left)">
                                      <p:cBhvr>
                                        <p:cTn id="93" dur="500"/>
                                        <p:tgtEl>
                                          <p:spTgt spid="42009"/>
                                        </p:tgtEl>
                                      </p:cBhvr>
                                    </p:animEffec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41988"/>
                                        </p:tgtEl>
                                        <p:attrNameLst>
                                          <p:attrName>style.visibility</p:attrName>
                                        </p:attrNameLst>
                                      </p:cBhvr>
                                      <p:to>
                                        <p:strVal val="visible"/>
                                      </p:to>
                                    </p:set>
                                    <p:animEffect transition="in" filter="wipe(left)">
                                      <p:cBhvr>
                                        <p:cTn id="97" dur="500"/>
                                        <p:tgtEl>
                                          <p:spTgt spid="41988"/>
                                        </p:tgtEl>
                                      </p:cBhvr>
                                    </p:animEffect>
                                  </p:childTnLst>
                                </p:cTn>
                              </p:par>
                            </p:childTnLst>
                          </p:cTn>
                        </p:par>
                        <p:par>
                          <p:cTn id="98" fill="hold">
                            <p:stCondLst>
                              <p:cond delay="1000"/>
                            </p:stCondLst>
                            <p:childTnLst>
                              <p:par>
                                <p:cTn id="99" presetID="22" presetClass="entr" presetSubtype="1" fill="hold" nodeType="afterEffect">
                                  <p:stCondLst>
                                    <p:cond delay="0"/>
                                  </p:stCondLst>
                                  <p:childTnLst>
                                    <p:set>
                                      <p:cBhvr>
                                        <p:cTn id="100" dur="1" fill="hold">
                                          <p:stCondLst>
                                            <p:cond delay="0"/>
                                          </p:stCondLst>
                                        </p:cTn>
                                        <p:tgtEl>
                                          <p:spTgt spid="41989"/>
                                        </p:tgtEl>
                                        <p:attrNameLst>
                                          <p:attrName>style.visibility</p:attrName>
                                        </p:attrNameLst>
                                      </p:cBhvr>
                                      <p:to>
                                        <p:strVal val="visible"/>
                                      </p:to>
                                    </p:set>
                                    <p:animEffect transition="in" filter="wipe(up)">
                                      <p:cBhvr>
                                        <p:cTn id="101"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nimBg="1"/>
      <p:bldP spid="41990" grpId="0" animBg="1"/>
      <p:bldP spid="42010" grpId="0" animBg="1"/>
      <p:bldP spid="42011" grpId="0"/>
      <p:bldP spid="42012" grpId="0"/>
      <p:bldP spid="42013" grpId="0" animBg="1"/>
      <p:bldP spid="42014" grpId="0" animBg="1"/>
      <p:bldP spid="42015" grpId="0" animBg="1"/>
      <p:bldP spid="42016" grpId="0" animBg="1"/>
      <p:bldP spid="42017" grpId="0"/>
      <p:bldP spid="42035" grpId="0"/>
      <p:bldP spid="42036" grpId="0"/>
      <p:bldP spid="42037" grpId="0" animBg="1"/>
      <p:bldP spid="4204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nimation_big_pcc_11"/>
          <p:cNvPicPr>
            <a:picLocks noChangeAspect="1"/>
          </p:cNvPicPr>
          <p:nvPr/>
        </p:nvPicPr>
        <p:blipFill>
          <a:blip r:embed="rId3"/>
          <a:stretch>
            <a:fillRect/>
          </a:stretch>
        </p:blipFill>
        <p:spPr>
          <a:xfrm>
            <a:off x="0" y="1"/>
            <a:ext cx="12279086" cy="6867652"/>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4)">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800" dirty="0">
                <a:latin typeface="+mn-ea"/>
              </a:rPr>
              <a:t>GPS</a:t>
            </a:r>
            <a:r>
              <a:rPr lang="zh-CN" altLang="en-US" sz="2800" dirty="0">
                <a:latin typeface="+mn-ea"/>
              </a:rPr>
              <a:t>定位方法根据模式的不同可以分成单点定位</a:t>
            </a:r>
            <a:r>
              <a:rPr lang="zh-CN" altLang="en-US" sz="2800" dirty="0" smtClean="0">
                <a:latin typeface="+mn-ea"/>
              </a:rPr>
              <a:t>、</a:t>
            </a:r>
            <a:r>
              <a:rPr lang="zh-CN" altLang="en-US" sz="2800" dirty="0" smtClean="0">
                <a:solidFill>
                  <a:srgbClr val="639EF4"/>
                </a:solidFill>
                <a:latin typeface="+mn-ea"/>
              </a:rPr>
              <a:t> </a:t>
            </a:r>
            <a:r>
              <a:rPr lang="en-US" altLang="zh-CN" sz="2800" dirty="0" smtClean="0">
                <a:solidFill>
                  <a:srgbClr val="639EF4"/>
                </a:solidFill>
                <a:latin typeface="+mn-ea"/>
              </a:rPr>
              <a:t>[</a:t>
            </a:r>
            <a:r>
              <a:rPr lang="zh-CN" altLang="en-US" sz="2800" dirty="0" smtClean="0">
                <a:solidFill>
                  <a:srgbClr val="639EF4"/>
                </a:solidFill>
                <a:latin typeface="+mn-ea"/>
              </a:rPr>
              <a:t>填空</a:t>
            </a:r>
            <a:r>
              <a:rPr lang="en-US" altLang="zh-CN" sz="2800" dirty="0" smtClean="0">
                <a:solidFill>
                  <a:srgbClr val="639EF4"/>
                </a:solidFill>
                <a:latin typeface="+mn-ea"/>
              </a:rPr>
              <a:t>1]</a:t>
            </a:r>
            <a:r>
              <a:rPr lang="en-US" altLang="zh-CN" sz="2800" dirty="0" smtClean="0">
                <a:solidFill>
                  <a:srgbClr val="000000"/>
                </a:solidFill>
                <a:latin typeface="+mn-ea"/>
              </a:rPr>
              <a:t> </a:t>
            </a:r>
            <a:r>
              <a:rPr lang="zh-CN" altLang="en-US" sz="2800" dirty="0" smtClean="0">
                <a:latin typeface="+mn-ea"/>
              </a:rPr>
              <a:t>和</a:t>
            </a:r>
            <a:r>
              <a:rPr lang="zh-CN" altLang="en-US" sz="2800" dirty="0" smtClean="0">
                <a:solidFill>
                  <a:srgbClr val="639EF4"/>
                </a:solidFill>
                <a:latin typeface="+mn-ea"/>
              </a:rPr>
              <a:t> </a:t>
            </a:r>
            <a:r>
              <a:rPr lang="en-US" altLang="zh-CN" sz="2800" dirty="0" smtClean="0">
                <a:solidFill>
                  <a:srgbClr val="639EF4"/>
                </a:solidFill>
                <a:latin typeface="+mn-ea"/>
              </a:rPr>
              <a:t>[</a:t>
            </a:r>
            <a:r>
              <a:rPr lang="zh-CN" altLang="en-US" sz="2800" dirty="0" smtClean="0">
                <a:solidFill>
                  <a:srgbClr val="639EF4"/>
                </a:solidFill>
                <a:latin typeface="+mn-ea"/>
              </a:rPr>
              <a:t>填空</a:t>
            </a:r>
            <a:r>
              <a:rPr lang="en-US" altLang="zh-CN" sz="2800" dirty="0" smtClean="0">
                <a:solidFill>
                  <a:srgbClr val="639EF4"/>
                </a:solidFill>
                <a:latin typeface="+mn-ea"/>
              </a:rPr>
              <a:t>2]</a:t>
            </a:r>
            <a:r>
              <a:rPr lang="en-US" altLang="zh-CN" sz="2800" dirty="0" smtClean="0">
                <a:solidFill>
                  <a:srgbClr val="000000"/>
                </a:solidFill>
                <a:latin typeface="+mn-ea"/>
              </a:rPr>
              <a:t> </a:t>
            </a:r>
            <a:r>
              <a:rPr lang="zh-CN" altLang="en-US" sz="2800" dirty="0" smtClean="0">
                <a:latin typeface="+mn-ea"/>
              </a:rPr>
              <a:t>。</a:t>
            </a:r>
            <a:endParaRPr lang="zh-CN" altLang="en-US" sz="2800" dirty="0">
              <a:latin typeface="+mn-ea"/>
            </a:endParaRPr>
          </a:p>
        </p:txBody>
      </p:sp>
      <p:sp>
        <p:nvSpPr>
          <p:cNvPr id="4" name="圆角矩形 3"/>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5"/>
            </p:custDataLst>
          </p:nvPr>
        </p:nvGrpSpPr>
        <p:grpSpPr>
          <a:xfrm>
            <a:off x="0" y="0"/>
            <a:ext cx="12192000" cy="635000"/>
            <a:chOff x="0" y="0"/>
            <a:chExt cx="12192000" cy="635000"/>
          </a:xfrm>
        </p:grpSpPr>
        <p:sp>
          <p:nvSpPr>
            <p:cNvPr id="5"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AutoShape 2"/>
          <p:cNvSpPr/>
          <p:nvPr/>
        </p:nvSpPr>
        <p:spPr>
          <a:xfrm>
            <a:off x="1524000" y="1412876"/>
            <a:ext cx="9144000" cy="3457575"/>
          </a:xfrm>
          <a:prstGeom prst="wedgeEllipseCallout">
            <a:avLst>
              <a:gd name="adj1" fmla="val 454"/>
              <a:gd name="adj2" fmla="val 46648"/>
            </a:avLst>
          </a:prstGeom>
          <a:solidFill>
            <a:srgbClr val="93CDDD">
              <a:alpha val="50196"/>
            </a:srgbClr>
          </a:solidFill>
          <a:ln w="9525" cap="flat" cmpd="sng">
            <a:solidFill>
              <a:schemeClr val="tx1"/>
            </a:solidFill>
            <a:prstDash val="solid"/>
            <a:miter/>
            <a:headEnd type="none" w="med" len="med"/>
            <a:tailEnd type="none" w="med" len="med"/>
          </a:ln>
        </p:spPr>
        <p:txBody>
          <a:bodyPr/>
          <a:lstStyle/>
          <a:p>
            <a:pPr algn="ctr"/>
            <a:r>
              <a:rPr lang="zh-CN" altLang="en-US" sz="3200" b="1" dirty="0">
                <a:latin typeface="Times New Roman" panose="02020603050405020304" pitchFamily="18" charset="0"/>
                <a:ea typeface="楷体_GB2312" panose="02010609030101010101" pitchFamily="49" charset="-122"/>
              </a:rPr>
              <a:t>本节内容回顾</a:t>
            </a:r>
          </a:p>
          <a:p>
            <a:pPr>
              <a:buChar char="•"/>
            </a:pPr>
            <a:r>
              <a:rPr lang="en-US" altLang="zh-CN" sz="2400" b="1" dirty="0">
                <a:latin typeface="楷体_GB2312" panose="02010609030101010101" pitchFamily="49" charset="-122"/>
                <a:ea typeface="楷体_GB2312" panose="02010609030101010101" pitchFamily="49" charset="-122"/>
              </a:rPr>
              <a:t>GPS</a:t>
            </a:r>
            <a:r>
              <a:rPr lang="zh-CN" altLang="en-US" sz="2400" b="1" dirty="0">
                <a:latin typeface="楷体_GB2312" panose="02010609030101010101" pitchFamily="49" charset="-122"/>
                <a:ea typeface="楷体_GB2312" panose="02010609030101010101" pitchFamily="49" charset="-122"/>
              </a:rPr>
              <a:t>定位的基本观测量是距离；定位原理是空间后方交会；在定位点上必须能够接收到四颗以上卫星的信号。</a:t>
            </a:r>
          </a:p>
          <a:p>
            <a:pPr>
              <a:buChar char="•"/>
            </a:pPr>
            <a:r>
              <a:rPr lang="en-US" altLang="zh-CN" sz="2400" b="1" dirty="0">
                <a:latin typeface="Times New Roman" panose="02020603050405020304" pitchFamily="18" charset="0"/>
                <a:ea typeface="楷体_GB2312" panose="02010609030101010101" pitchFamily="49" charset="-122"/>
              </a:rPr>
              <a:t>GPS</a:t>
            </a:r>
            <a:r>
              <a:rPr lang="zh-CN" altLang="en-US" sz="2400" b="1" dirty="0">
                <a:latin typeface="Times New Roman" panose="02020603050405020304" pitchFamily="18" charset="0"/>
                <a:ea typeface="楷体_GB2312" panose="02010609030101010101" pitchFamily="49" charset="-122"/>
              </a:rPr>
              <a:t>定位的方法有单点（绝对）定位法、相对定位法和差分定位法。</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GPS</a:t>
            </a:r>
            <a:r>
              <a:rPr lang="zh-CN" altLang="zh-CN" dirty="0"/>
              <a:t>工作原理</a:t>
            </a:r>
            <a:endParaRPr lang="zh-CN" altLang="en-US" dirty="0"/>
          </a:p>
        </p:txBody>
      </p:sp>
      <p:sp>
        <p:nvSpPr>
          <p:cNvPr id="3" name="内容占位符 2"/>
          <p:cNvSpPr>
            <a:spLocks noGrp="1"/>
          </p:cNvSpPr>
          <p:nvPr>
            <p:ph idx="1"/>
          </p:nvPr>
        </p:nvSpPr>
        <p:spPr/>
        <p:txBody>
          <a:bodyPr/>
          <a:lstStyle/>
          <a:p>
            <a:r>
              <a:rPr lang="en-US" altLang="zh-CN" dirty="0" smtClean="0"/>
              <a:t>        GPS</a:t>
            </a:r>
            <a:r>
              <a:rPr lang="zh-CN" altLang="zh-CN" dirty="0"/>
              <a:t>利用两种伪随机码</a:t>
            </a:r>
            <a:r>
              <a:rPr lang="en-US" altLang="zh-CN" dirty="0"/>
              <a:t>(</a:t>
            </a:r>
            <a:r>
              <a:rPr lang="en-US" altLang="zh-CN" dirty="0">
                <a:solidFill>
                  <a:srgbClr val="FF0000"/>
                </a:solidFill>
              </a:rPr>
              <a:t>C/A</a:t>
            </a:r>
            <a:r>
              <a:rPr lang="zh-CN" altLang="zh-CN" dirty="0">
                <a:solidFill>
                  <a:srgbClr val="FF0000"/>
                </a:solidFill>
              </a:rPr>
              <a:t>码</a:t>
            </a:r>
            <a:r>
              <a:rPr lang="zh-CN" altLang="zh-CN" dirty="0"/>
              <a:t>和</a:t>
            </a:r>
            <a:r>
              <a:rPr lang="en-US" altLang="zh-CN" dirty="0">
                <a:solidFill>
                  <a:srgbClr val="FF0000"/>
                </a:solidFill>
              </a:rPr>
              <a:t>P</a:t>
            </a:r>
            <a:r>
              <a:rPr lang="zh-CN" altLang="zh-CN" dirty="0">
                <a:solidFill>
                  <a:srgbClr val="FF0000"/>
                </a:solidFill>
              </a:rPr>
              <a:t>码</a:t>
            </a:r>
            <a:r>
              <a:rPr lang="en-US" altLang="zh-CN" dirty="0"/>
              <a:t>)</a:t>
            </a:r>
            <a:r>
              <a:rPr lang="zh-CN" altLang="zh-CN" dirty="0"/>
              <a:t>来测距，并提供两种精度的定位服务。</a:t>
            </a:r>
          </a:p>
          <a:p>
            <a:pPr marL="457200" indent="-457200">
              <a:buFont typeface="Wingdings" panose="05000000000000000000" pitchFamily="2" charset="2"/>
              <a:buChar char="ü"/>
            </a:pPr>
            <a:r>
              <a:rPr lang="zh-CN" altLang="zh-CN" dirty="0"/>
              <a:t>标准定位服务</a:t>
            </a:r>
            <a:r>
              <a:rPr lang="en-US" altLang="zh-CN" dirty="0"/>
              <a:t>(SPS)</a:t>
            </a:r>
            <a:r>
              <a:rPr lang="zh-CN" altLang="zh-CN" dirty="0"/>
              <a:t>使用</a:t>
            </a:r>
            <a:r>
              <a:rPr lang="en-US" altLang="zh-CN" dirty="0">
                <a:solidFill>
                  <a:srgbClr val="0F73EE"/>
                </a:solidFill>
              </a:rPr>
              <a:t>C/A</a:t>
            </a:r>
            <a:r>
              <a:rPr lang="zh-CN" altLang="zh-CN" dirty="0">
                <a:solidFill>
                  <a:srgbClr val="0F73EE"/>
                </a:solidFill>
              </a:rPr>
              <a:t>码</a:t>
            </a:r>
            <a:r>
              <a:rPr lang="en-US" altLang="zh-CN" dirty="0"/>
              <a:t>(</a:t>
            </a:r>
            <a:r>
              <a:rPr lang="zh-CN" altLang="zh-CN" dirty="0"/>
              <a:t>又称标准码</a:t>
            </a:r>
            <a:r>
              <a:rPr lang="en-US" altLang="zh-CN" dirty="0"/>
              <a:t>)</a:t>
            </a:r>
            <a:r>
              <a:rPr lang="zh-CN" altLang="zh-CN" dirty="0"/>
              <a:t>，对全世界所有用户开放</a:t>
            </a:r>
            <a:r>
              <a:rPr lang="en-US" altLang="zh-CN" dirty="0"/>
              <a:t>;</a:t>
            </a:r>
            <a:endParaRPr lang="zh-CN" altLang="zh-CN" dirty="0"/>
          </a:p>
          <a:p>
            <a:pPr marL="457200" indent="-457200">
              <a:buFont typeface="Wingdings" panose="05000000000000000000" pitchFamily="2" charset="2"/>
              <a:buChar char="ü"/>
            </a:pPr>
            <a:r>
              <a:rPr lang="zh-CN" altLang="zh-CN" dirty="0"/>
              <a:t>精密定位服务</a:t>
            </a:r>
            <a:r>
              <a:rPr lang="en-US" altLang="zh-CN" dirty="0"/>
              <a:t>(PPS)</a:t>
            </a:r>
            <a:r>
              <a:rPr lang="zh-CN" altLang="zh-CN" dirty="0"/>
              <a:t>使用</a:t>
            </a:r>
            <a:r>
              <a:rPr lang="en-US" altLang="zh-CN" dirty="0">
                <a:solidFill>
                  <a:srgbClr val="0F73EE"/>
                </a:solidFill>
              </a:rPr>
              <a:t>P</a:t>
            </a:r>
            <a:r>
              <a:rPr lang="zh-CN" altLang="zh-CN" dirty="0">
                <a:solidFill>
                  <a:srgbClr val="0F73EE"/>
                </a:solidFill>
              </a:rPr>
              <a:t>码</a:t>
            </a:r>
            <a:r>
              <a:rPr lang="zh-CN" altLang="zh-CN" dirty="0"/>
              <a:t>，只限美军和其友军用户使用。 </a:t>
            </a:r>
          </a:p>
          <a:p>
            <a:endParaRPr lang="zh-CN" altLang="en-US" dirty="0"/>
          </a:p>
        </p:txBody>
      </p:sp>
      <mc:AlternateContent xmlns:mc="http://schemas.openxmlformats.org/markup-compatibility/2006">
        <mc:Choice xmlns:p14="http://schemas.microsoft.com/office/powerpoint/2010/main" Requires="p14">
          <p:contentPart p14:bwMode="auto" r:id="rId2">
            <p14:nvContentPartPr>
              <p14:cNvPr id="4" name="墨迹 3"/>
              <p14:cNvContentPartPr/>
              <p14:nvPr/>
            </p14:nvContentPartPr>
            <p14:xfrm>
              <a:off x="3666960" y="2038320"/>
              <a:ext cx="5248800" cy="1819800"/>
            </p14:xfrm>
          </p:contentPart>
        </mc:Choice>
        <mc:Fallback>
          <p:pic>
            <p:nvPicPr>
              <p:cNvPr id="4" name="墨迹 3"/>
              <p:cNvPicPr/>
              <p:nvPr/>
            </p:nvPicPr>
            <p:blipFill>
              <a:blip r:embed="rId3"/>
              <a:stretch>
                <a:fillRect/>
              </a:stretch>
            </p:blipFill>
            <p:spPr>
              <a:xfrm>
                <a:off x="3657600" y="2028960"/>
                <a:ext cx="5267520" cy="1838520"/>
              </a:xfrm>
              <a:prstGeom prst="rect">
                <a:avLst/>
              </a:prstGeom>
            </p:spPr>
          </p:pic>
        </mc:Fallback>
      </mc:AlternateContent>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marL="457200" indent="-457200">
              <a:buFont typeface="Wingdings" panose="05000000000000000000" pitchFamily="2" charset="2"/>
              <a:buChar char="ü"/>
            </a:pPr>
            <a:r>
              <a:rPr lang="zh-CN" altLang="zh-CN" sz="2800" dirty="0"/>
              <a:t>标准定位服务</a:t>
            </a:r>
            <a:r>
              <a:rPr lang="en-US" altLang="zh-CN" sz="2800" dirty="0"/>
              <a:t>(SPS)</a:t>
            </a:r>
            <a:r>
              <a:rPr lang="zh-CN" altLang="zh-CN" sz="2800" dirty="0" smtClean="0"/>
              <a:t>使用</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r>
              <a:rPr lang="zh-CN" altLang="zh-CN" sz="2800" dirty="0" smtClean="0"/>
              <a:t>码</a:t>
            </a:r>
            <a:r>
              <a:rPr lang="en-US" altLang="zh-CN" sz="2800" dirty="0"/>
              <a:t>(</a:t>
            </a:r>
            <a:r>
              <a:rPr lang="zh-CN" altLang="zh-CN" sz="2800" dirty="0"/>
              <a:t>又称标准码</a:t>
            </a:r>
            <a:r>
              <a:rPr lang="en-US" altLang="zh-CN" sz="2800" dirty="0"/>
              <a:t>)</a:t>
            </a:r>
            <a:r>
              <a:rPr lang="zh-CN" altLang="zh-CN" sz="2800" dirty="0"/>
              <a:t>，对全世界所有用户开放</a:t>
            </a:r>
            <a:r>
              <a:rPr lang="en-US" altLang="zh-CN" sz="2800" dirty="0"/>
              <a:t>;</a:t>
            </a:r>
            <a:endParaRPr lang="zh-CN" altLang="zh-CN" sz="2800" dirty="0"/>
          </a:p>
          <a:p>
            <a:pPr marL="457200" indent="-457200">
              <a:buFont typeface="Wingdings" panose="05000000000000000000" pitchFamily="2" charset="2"/>
              <a:buChar char="ü"/>
            </a:pPr>
            <a:r>
              <a:rPr lang="zh-CN" altLang="zh-CN" sz="2800" dirty="0"/>
              <a:t>精密定位服务</a:t>
            </a:r>
            <a:r>
              <a:rPr lang="en-US" altLang="zh-CN" sz="2800" dirty="0"/>
              <a:t>(PPS)</a:t>
            </a:r>
            <a:r>
              <a:rPr lang="zh-CN" altLang="zh-CN" sz="2800" dirty="0" smtClean="0"/>
              <a:t>使用</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2]</a:t>
            </a:r>
            <a:r>
              <a:rPr lang="en-US" altLang="zh-CN" sz="2800" dirty="0" smtClean="0">
                <a:solidFill>
                  <a:srgbClr val="000000"/>
                </a:solidFill>
              </a:rPr>
              <a:t> </a:t>
            </a:r>
            <a:r>
              <a:rPr lang="zh-CN" altLang="zh-CN" sz="2800" dirty="0" smtClean="0"/>
              <a:t>码</a:t>
            </a:r>
            <a:r>
              <a:rPr lang="zh-CN" altLang="zh-CN" sz="2800" dirty="0"/>
              <a:t>，只限美军和其友军用户使用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mc:AlternateContent xmlns:mc="http://schemas.openxmlformats.org/markup-compatibility/2006">
        <mc:Choice xmlns:p14="http://schemas.microsoft.com/office/powerpoint/2010/main" Requires="p14">
          <p:contentPart p14:bwMode="auto" r:id="rId13">
            <p14:nvContentPartPr>
              <p14:cNvPr id="2" name="墨迹 1"/>
              <p14:cNvContentPartPr/>
              <p14:nvPr/>
            </p14:nvContentPartPr>
            <p14:xfrm>
              <a:off x="5591160" y="1390680"/>
              <a:ext cx="829080" cy="914760"/>
            </p14:xfrm>
          </p:contentPart>
        </mc:Choice>
        <mc:Fallback>
          <p:pic>
            <p:nvPicPr>
              <p:cNvPr id="2" name="墨迹 1"/>
              <p:cNvPicPr/>
              <p:nvPr/>
            </p:nvPicPr>
            <p:blipFill>
              <a:blip r:embed="rId14"/>
              <a:stretch>
                <a:fillRect/>
              </a:stretch>
            </p:blipFill>
            <p:spPr>
              <a:xfrm>
                <a:off x="5581800" y="1381320"/>
                <a:ext cx="847800" cy="933480"/>
              </a:xfrm>
              <a:prstGeom prst="rect">
                <a:avLst/>
              </a:prstGeom>
            </p:spPr>
          </p:pic>
        </mc:Fallback>
      </mc:AlternateContent>
    </p:spTree>
    <p:custDataLst>
      <p:tags r:id="rId1"/>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）伪码</a:t>
            </a:r>
            <a:r>
              <a:rPr lang="en-US" altLang="zh-CN" dirty="0"/>
              <a:t>(</a:t>
            </a:r>
            <a:r>
              <a:rPr lang="zh-CN" altLang="zh-CN" dirty="0"/>
              <a:t>伪随机测距码</a:t>
            </a:r>
            <a:r>
              <a:rPr lang="en-US" altLang="zh-CN" dirty="0"/>
              <a:t>) </a:t>
            </a:r>
            <a:r>
              <a:rPr lang="zh-CN" altLang="zh-CN" dirty="0"/>
              <a:t/>
            </a:r>
            <a:br>
              <a:rPr lang="zh-CN" altLang="zh-CN" dirty="0"/>
            </a:br>
            <a:endParaRPr lang="zh-CN" altLang="en-US" dirty="0"/>
          </a:p>
        </p:txBody>
      </p:sp>
      <p:sp>
        <p:nvSpPr>
          <p:cNvPr id="3" name="内容占位符 2"/>
          <p:cNvSpPr>
            <a:spLocks noGrp="1"/>
          </p:cNvSpPr>
          <p:nvPr>
            <p:ph idx="1"/>
          </p:nvPr>
        </p:nvSpPr>
        <p:spPr/>
        <p:txBody>
          <a:bodyPr/>
          <a:lstStyle/>
          <a:p>
            <a:pPr marL="457200" indent="-457200">
              <a:buFont typeface="Wingdings" panose="05000000000000000000" pitchFamily="2" charset="2"/>
              <a:buChar char="ü"/>
            </a:pPr>
            <a:r>
              <a:rPr lang="en-US" altLang="zh-CN" dirty="0" smtClean="0"/>
              <a:t> C/A</a:t>
            </a:r>
            <a:r>
              <a:rPr lang="zh-CN" altLang="zh-CN" dirty="0"/>
              <a:t>码是以每毫秒为周期重复发出的</a:t>
            </a:r>
            <a:r>
              <a:rPr lang="en-US" altLang="zh-CN" dirty="0"/>
              <a:t>1023</a:t>
            </a:r>
            <a:r>
              <a:rPr lang="zh-CN" altLang="zh-CN" dirty="0"/>
              <a:t>位二进制数字序列。每位码元持续时间约为</a:t>
            </a:r>
            <a:r>
              <a:rPr lang="en-US" altLang="zh-CN" dirty="0"/>
              <a:t>1</a:t>
            </a:r>
            <a:r>
              <a:rPr lang="zh-CN" altLang="zh-CN" dirty="0"/>
              <a:t>微秒，确切地说其码率为</a:t>
            </a:r>
            <a:r>
              <a:rPr lang="en-US" altLang="zh-CN" dirty="0"/>
              <a:t>1.023MHz</a:t>
            </a:r>
            <a:r>
              <a:rPr lang="zh-CN" altLang="zh-CN" dirty="0"/>
              <a:t>，每码元的相当波长为</a:t>
            </a:r>
            <a:r>
              <a:rPr lang="en-US" altLang="zh-CN" dirty="0"/>
              <a:t>300m</a:t>
            </a:r>
            <a:r>
              <a:rPr lang="zh-CN" altLang="zh-CN" dirty="0" smtClean="0"/>
              <a:t>。</a:t>
            </a:r>
            <a:endParaRPr lang="en-US" altLang="zh-CN" dirty="0" smtClean="0"/>
          </a:p>
          <a:p>
            <a:pPr marL="457200" indent="-457200">
              <a:buFont typeface="Wingdings" panose="05000000000000000000" pitchFamily="2" charset="2"/>
              <a:buChar char="ü"/>
            </a:pPr>
            <a:r>
              <a:rPr lang="en-US" altLang="zh-CN" dirty="0"/>
              <a:t> </a:t>
            </a:r>
            <a:r>
              <a:rPr lang="en-US" altLang="zh-CN" dirty="0" smtClean="0"/>
              <a:t>P</a:t>
            </a:r>
            <a:r>
              <a:rPr lang="zh-CN" altLang="zh-CN" dirty="0"/>
              <a:t>码的码元持续时间仅</a:t>
            </a:r>
            <a:r>
              <a:rPr lang="en-US" altLang="zh-CN" dirty="0"/>
              <a:t>0.1</a:t>
            </a:r>
            <a:r>
              <a:rPr lang="zh-CN" altLang="zh-CN" dirty="0"/>
              <a:t>徽秒，其码元速率为</a:t>
            </a:r>
            <a:r>
              <a:rPr lang="en-US" altLang="zh-CN" dirty="0"/>
              <a:t>10.23MHz</a:t>
            </a:r>
            <a:r>
              <a:rPr lang="zh-CN" altLang="zh-CN" dirty="0"/>
              <a:t>，为</a:t>
            </a:r>
            <a:r>
              <a:rPr lang="en-US" altLang="zh-CN" dirty="0"/>
              <a:t>C/A</a:t>
            </a:r>
            <a:r>
              <a:rPr lang="zh-CN" altLang="zh-CN" dirty="0"/>
              <a:t>码率的</a:t>
            </a:r>
            <a:r>
              <a:rPr lang="en-US" altLang="zh-CN" dirty="0"/>
              <a:t>10</a:t>
            </a:r>
            <a:r>
              <a:rPr lang="zh-CN" altLang="zh-CN" dirty="0"/>
              <a:t>倍，码元的相当波长为</a:t>
            </a:r>
            <a:r>
              <a:rPr lang="en-US" altLang="zh-CN" dirty="0"/>
              <a:t>30m</a:t>
            </a:r>
            <a:r>
              <a:rPr lang="zh-CN" altLang="zh-CN" dirty="0" smtClean="0"/>
              <a:t>。</a:t>
            </a:r>
            <a:endParaRPr lang="en-US" altLang="zh-CN" dirty="0" smtClean="0"/>
          </a:p>
          <a:p>
            <a:r>
              <a:rPr lang="en-US" altLang="zh-CN" dirty="0"/>
              <a:t> </a:t>
            </a:r>
            <a:r>
              <a:rPr lang="en-US" altLang="zh-CN" dirty="0" smtClean="0"/>
              <a:t>       </a:t>
            </a:r>
            <a:r>
              <a:rPr lang="zh-CN" altLang="zh-CN" dirty="0" smtClean="0">
                <a:solidFill>
                  <a:srgbClr val="0000FF"/>
                </a:solidFill>
              </a:rPr>
              <a:t>码元</a:t>
            </a:r>
            <a:r>
              <a:rPr lang="zh-CN" altLang="zh-CN" dirty="0">
                <a:solidFill>
                  <a:srgbClr val="0000FF"/>
                </a:solidFill>
              </a:rPr>
              <a:t>波长越短，即码率越高，则测距精度越高，所以使用</a:t>
            </a:r>
            <a:r>
              <a:rPr lang="en-US" altLang="zh-CN" dirty="0">
                <a:solidFill>
                  <a:srgbClr val="0000FF"/>
                </a:solidFill>
              </a:rPr>
              <a:t>P</a:t>
            </a:r>
            <a:r>
              <a:rPr lang="zh-CN" altLang="zh-CN" dirty="0">
                <a:solidFill>
                  <a:srgbClr val="0000FF"/>
                </a:solidFill>
              </a:rPr>
              <a:t>码比使用</a:t>
            </a:r>
            <a:r>
              <a:rPr lang="en-US" altLang="zh-CN" dirty="0">
                <a:solidFill>
                  <a:srgbClr val="0000FF"/>
                </a:solidFill>
              </a:rPr>
              <a:t>C/A</a:t>
            </a:r>
            <a:r>
              <a:rPr lang="zh-CN" altLang="zh-CN" dirty="0">
                <a:solidFill>
                  <a:srgbClr val="0000FF"/>
                </a:solidFill>
              </a:rPr>
              <a:t>码的定位精度高得多</a:t>
            </a:r>
            <a:r>
              <a:rPr lang="zh-CN" altLang="zh-CN" dirty="0"/>
              <a:t>。</a:t>
            </a:r>
            <a:r>
              <a:rPr lang="en-US" altLang="zh-CN" dirty="0"/>
              <a:t>P</a:t>
            </a:r>
            <a:r>
              <a:rPr lang="zh-CN" altLang="zh-CN" dirty="0"/>
              <a:t>码序列长度为</a:t>
            </a:r>
            <a:r>
              <a:rPr lang="en-US" altLang="zh-CN" dirty="0"/>
              <a:t>2.35 X 10</a:t>
            </a:r>
            <a:r>
              <a:rPr lang="en-US" altLang="zh-CN" baseline="30000" dirty="0"/>
              <a:t>14</a:t>
            </a:r>
            <a:r>
              <a:rPr lang="zh-CN" altLang="zh-CN" dirty="0"/>
              <a:t>位，需</a:t>
            </a:r>
            <a:r>
              <a:rPr lang="en-US" altLang="zh-CN" dirty="0"/>
              <a:t>266</a:t>
            </a:r>
            <a:r>
              <a:rPr lang="zh-CN" altLang="zh-CN" dirty="0"/>
              <a:t>天完成一周期。每颗卫星仅利用其中的、各自不同的一星期</a:t>
            </a:r>
            <a:r>
              <a:rPr lang="en-US" altLang="zh-CN" dirty="0"/>
              <a:t>(7</a:t>
            </a:r>
            <a:r>
              <a:rPr lang="zh-CN" altLang="zh-CN" dirty="0"/>
              <a:t>天</a:t>
            </a:r>
            <a:r>
              <a:rPr lang="en-US" altLang="zh-CN" dirty="0"/>
              <a:t>)</a:t>
            </a:r>
            <a:r>
              <a:rPr lang="zh-CN" altLang="zh-CN" dirty="0"/>
              <a:t>的码段</a:t>
            </a:r>
            <a:r>
              <a:rPr lang="en-US" altLang="zh-CN" dirty="0"/>
              <a:t>(</a:t>
            </a:r>
            <a:r>
              <a:rPr lang="zh-CN" altLang="zh-CN" dirty="0"/>
              <a:t>相当于</a:t>
            </a:r>
            <a:r>
              <a:rPr lang="en-US" altLang="zh-CN" dirty="0"/>
              <a:t>P</a:t>
            </a:r>
            <a:r>
              <a:rPr lang="zh-CN" altLang="zh-CN" dirty="0"/>
              <a:t>码序列周期的</a:t>
            </a:r>
            <a:r>
              <a:rPr lang="en-US" altLang="zh-CN" dirty="0"/>
              <a:t>1/38)</a:t>
            </a:r>
            <a:r>
              <a:rPr lang="zh-CN" altLang="zh-CN" dirty="0"/>
              <a:t>进行定位。卫星的</a:t>
            </a:r>
            <a:r>
              <a:rPr lang="en-US" altLang="zh-CN" dirty="0"/>
              <a:t>P</a:t>
            </a:r>
            <a:r>
              <a:rPr lang="zh-CN" altLang="zh-CN" dirty="0"/>
              <a:t>码段的更换以每星期的星期六午夜为界进行。由于</a:t>
            </a:r>
            <a:r>
              <a:rPr lang="en-US" altLang="zh-CN" dirty="0">
                <a:solidFill>
                  <a:srgbClr val="0000FF"/>
                </a:solidFill>
              </a:rPr>
              <a:t>P</a:t>
            </a:r>
            <a:r>
              <a:rPr lang="zh-CN" altLang="zh-CN" dirty="0">
                <a:solidFill>
                  <a:srgbClr val="0000FF"/>
                </a:solidFill>
              </a:rPr>
              <a:t>码在两个信号频率比</a:t>
            </a:r>
            <a:r>
              <a:rPr lang="en-US" altLang="zh-CN" dirty="0">
                <a:solidFill>
                  <a:srgbClr val="0000FF"/>
                </a:solidFill>
              </a:rPr>
              <a:t>(L</a:t>
            </a:r>
            <a:r>
              <a:rPr lang="en-US" altLang="zh-CN" baseline="-25000" dirty="0">
                <a:solidFill>
                  <a:srgbClr val="0000FF"/>
                </a:solidFill>
              </a:rPr>
              <a:t>1</a:t>
            </a:r>
            <a:r>
              <a:rPr lang="zh-CN" altLang="zh-CN" dirty="0">
                <a:solidFill>
                  <a:srgbClr val="0000FF"/>
                </a:solidFill>
              </a:rPr>
              <a:t>和</a:t>
            </a:r>
            <a:r>
              <a:rPr lang="en-US" altLang="zh-CN" dirty="0">
                <a:solidFill>
                  <a:srgbClr val="0000FF"/>
                </a:solidFill>
              </a:rPr>
              <a:t> L</a:t>
            </a:r>
            <a:r>
              <a:rPr lang="en-US" altLang="zh-CN" baseline="-25000" dirty="0">
                <a:solidFill>
                  <a:srgbClr val="0000FF"/>
                </a:solidFill>
              </a:rPr>
              <a:t>2</a:t>
            </a:r>
            <a:r>
              <a:rPr lang="en-US" altLang="zh-CN" dirty="0">
                <a:solidFill>
                  <a:srgbClr val="0000FF"/>
                </a:solidFill>
              </a:rPr>
              <a:t>)</a:t>
            </a:r>
            <a:r>
              <a:rPr lang="zh-CN" altLang="zh-CN" dirty="0">
                <a:solidFill>
                  <a:srgbClr val="0000FF"/>
                </a:solidFill>
              </a:rPr>
              <a:t>上同时传送</a:t>
            </a:r>
            <a:r>
              <a:rPr lang="zh-CN" altLang="zh-CN" dirty="0"/>
              <a:t>，它可提供数据以纠正电离层延迟误差，进一步提高测量精度。 </a:t>
            </a:r>
          </a:p>
          <a:p>
            <a:endParaRPr lang="zh-CN" altLang="en-US" dirty="0"/>
          </a:p>
        </p:txBody>
      </p:sp>
      <mc:AlternateContent xmlns:mc="http://schemas.openxmlformats.org/markup-compatibility/2006">
        <mc:Choice xmlns:p14="http://schemas.microsoft.com/office/powerpoint/2010/main" Requires="p14">
          <p:contentPart p14:bwMode="auto" r:id="rId2">
            <p14:nvContentPartPr>
              <p14:cNvPr id="4" name="墨迹 3"/>
              <p14:cNvContentPartPr/>
              <p14:nvPr/>
            </p14:nvContentPartPr>
            <p14:xfrm>
              <a:off x="1324080" y="1400400"/>
              <a:ext cx="6191640" cy="2257560"/>
            </p14:xfrm>
          </p:contentPart>
        </mc:Choice>
        <mc:Fallback>
          <p:pic>
            <p:nvPicPr>
              <p:cNvPr id="4" name="墨迹 3"/>
              <p:cNvPicPr/>
              <p:nvPr/>
            </p:nvPicPr>
            <p:blipFill>
              <a:blip r:embed="rId3"/>
              <a:stretch>
                <a:fillRect/>
              </a:stretch>
            </p:blipFill>
            <p:spPr>
              <a:xfrm>
                <a:off x="1314720" y="1391040"/>
                <a:ext cx="6210360" cy="2276280"/>
              </a:xfrm>
              <a:prstGeom prst="rect">
                <a:avLst/>
              </a:prstGeom>
            </p:spPr>
          </p:pic>
        </mc:Fallback>
      </mc:AlternateContent>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zh-CN" dirty="0"/>
              <a:t>导航电文 </a:t>
            </a:r>
            <a:br>
              <a:rPr lang="zh-CN" altLang="zh-CN" dirty="0"/>
            </a:br>
            <a:endParaRPr lang="zh-CN" altLang="en-US" dirty="0"/>
          </a:p>
        </p:txBody>
      </p:sp>
      <p:sp>
        <p:nvSpPr>
          <p:cNvPr id="3" name="内容占位符 2"/>
          <p:cNvSpPr>
            <a:spLocks noGrp="1"/>
          </p:cNvSpPr>
          <p:nvPr>
            <p:ph idx="1"/>
          </p:nvPr>
        </p:nvSpPr>
        <p:spPr>
          <a:xfrm>
            <a:off x="914400" y="1470688"/>
            <a:ext cx="10363200" cy="4827105"/>
          </a:xfrm>
        </p:spPr>
        <p:txBody>
          <a:bodyPr/>
          <a:lstStyle/>
          <a:p>
            <a:pPr algn="just"/>
            <a:r>
              <a:rPr lang="en-US" altLang="zh-CN" dirty="0" smtClean="0"/>
              <a:t>        </a:t>
            </a:r>
            <a:r>
              <a:rPr lang="zh-CN" altLang="zh-CN" dirty="0" smtClean="0"/>
              <a:t>卫星</a:t>
            </a:r>
            <a:r>
              <a:rPr lang="zh-CN" altLang="zh-CN" dirty="0"/>
              <a:t>发送的导航电文信息数据是通过伪随机码展宽后发送的，为直接序列扩频通信。卫星发送一个完整的导航电文需时</a:t>
            </a:r>
            <a:r>
              <a:rPr lang="en-US" altLang="zh-CN" dirty="0"/>
              <a:t>12.5</a:t>
            </a:r>
            <a:r>
              <a:rPr lang="zh-CN" altLang="zh-CN" dirty="0"/>
              <a:t>分钟</a:t>
            </a:r>
            <a:r>
              <a:rPr lang="en-US" altLang="zh-CN" dirty="0"/>
              <a:t>(750</a:t>
            </a:r>
            <a:r>
              <a:rPr lang="zh-CN" altLang="zh-CN" dirty="0"/>
              <a:t>秒</a:t>
            </a:r>
            <a:r>
              <a:rPr lang="en-US" altLang="zh-CN" dirty="0"/>
              <a:t>)</a:t>
            </a:r>
            <a:r>
              <a:rPr lang="zh-CN" altLang="zh-CN" dirty="0"/>
              <a:t>。一个完整的导航电文内含</a:t>
            </a:r>
            <a:r>
              <a:rPr lang="en-US" altLang="zh-CN" dirty="0"/>
              <a:t>25</a:t>
            </a:r>
            <a:r>
              <a:rPr lang="zh-CN" altLang="zh-CN" dirty="0"/>
              <a:t>个帧</a:t>
            </a:r>
            <a:r>
              <a:rPr lang="en-US" altLang="zh-CN" dirty="0"/>
              <a:t>(</a:t>
            </a:r>
            <a:r>
              <a:rPr lang="zh-CN" altLang="zh-CN" dirty="0"/>
              <a:t>页</a:t>
            </a:r>
            <a:r>
              <a:rPr lang="en-US" altLang="zh-CN" dirty="0"/>
              <a:t>)</a:t>
            </a:r>
            <a:r>
              <a:rPr lang="zh-CN" altLang="zh-CN" dirty="0"/>
              <a:t>。每帧占时</a:t>
            </a:r>
            <a:r>
              <a:rPr lang="en-US" altLang="zh-CN" dirty="0"/>
              <a:t>30</a:t>
            </a:r>
            <a:r>
              <a:rPr lang="zh-CN" altLang="zh-CN" dirty="0"/>
              <a:t>秒，共有</a:t>
            </a:r>
            <a:r>
              <a:rPr lang="en-US" altLang="zh-CN" dirty="0"/>
              <a:t>5</a:t>
            </a:r>
            <a:r>
              <a:rPr lang="zh-CN" altLang="zh-CN" dirty="0"/>
              <a:t>个子帧。每个子帧占时</a:t>
            </a:r>
            <a:r>
              <a:rPr lang="en-US" altLang="zh-CN" dirty="0"/>
              <a:t>6</a:t>
            </a:r>
            <a:r>
              <a:rPr lang="zh-CN" altLang="zh-CN" dirty="0"/>
              <a:t>秒，由</a:t>
            </a:r>
            <a:r>
              <a:rPr lang="en-US" altLang="zh-CN" dirty="0"/>
              <a:t>10</a:t>
            </a:r>
            <a:r>
              <a:rPr lang="zh-CN" altLang="zh-CN" dirty="0"/>
              <a:t>个字组成。每个字由</a:t>
            </a:r>
            <a:r>
              <a:rPr lang="en-US" altLang="zh-CN" dirty="0"/>
              <a:t>30</a:t>
            </a:r>
            <a:r>
              <a:rPr lang="zh-CN" altLang="zh-CN" dirty="0"/>
              <a:t>位</a:t>
            </a:r>
            <a:r>
              <a:rPr lang="en-US" altLang="zh-CN" dirty="0"/>
              <a:t>(</a:t>
            </a:r>
            <a:r>
              <a:rPr lang="zh-CN" altLang="zh-CN" dirty="0"/>
              <a:t>比特</a:t>
            </a:r>
            <a:r>
              <a:rPr lang="en-US" altLang="zh-CN" dirty="0"/>
              <a:t>)</a:t>
            </a:r>
            <a:r>
              <a:rPr lang="zh-CN" altLang="zh-CN" dirty="0"/>
              <a:t>组成。每个比特持续时间为</a:t>
            </a:r>
            <a:r>
              <a:rPr lang="en-US" altLang="zh-CN" dirty="0"/>
              <a:t>20</a:t>
            </a:r>
            <a:r>
              <a:rPr lang="zh-CN" altLang="zh-CN" dirty="0"/>
              <a:t>毫秒，即导航电文信息以</a:t>
            </a:r>
            <a:r>
              <a:rPr lang="en-US" altLang="zh-CN" dirty="0"/>
              <a:t>50bit/s</a:t>
            </a:r>
            <a:r>
              <a:rPr lang="zh-CN" altLang="zh-CN" dirty="0"/>
              <a:t>的低速率传送</a:t>
            </a:r>
            <a:r>
              <a:rPr lang="en-US" altLang="zh-CN" dirty="0"/>
              <a:t>(</a:t>
            </a:r>
            <a:r>
              <a:rPr lang="zh-CN" altLang="zh-CN" dirty="0"/>
              <a:t>每比特用</a:t>
            </a:r>
            <a:r>
              <a:rPr lang="en-US" altLang="zh-CN" dirty="0"/>
              <a:t>20 x 1023</a:t>
            </a:r>
            <a:r>
              <a:rPr lang="zh-CN" altLang="zh-CN" dirty="0"/>
              <a:t>位</a:t>
            </a:r>
            <a:r>
              <a:rPr lang="en-US" altLang="zh-CN" dirty="0"/>
              <a:t>C/A</a:t>
            </a:r>
            <a:r>
              <a:rPr lang="zh-CN" altLang="zh-CN" dirty="0"/>
              <a:t>码调制</a:t>
            </a:r>
            <a:r>
              <a:rPr lang="en-US" altLang="zh-CN" dirty="0"/>
              <a:t>)</a:t>
            </a:r>
            <a:r>
              <a:rPr lang="zh-CN" altLang="zh-CN" dirty="0"/>
              <a:t>。 </a:t>
            </a:r>
          </a:p>
          <a:p>
            <a:pPr algn="just"/>
            <a:r>
              <a:rPr lang="en-US" altLang="zh-CN" dirty="0" smtClean="0"/>
              <a:t>        </a:t>
            </a:r>
            <a:r>
              <a:rPr lang="zh-CN" altLang="zh-CN" dirty="0" smtClean="0"/>
              <a:t>每</a:t>
            </a:r>
            <a:r>
              <a:rPr lang="zh-CN" altLang="zh-CN" dirty="0"/>
              <a:t>个子帧的第一个字为遥测字，传送遥测信息。每个子帧的第二个字为转换率</a:t>
            </a:r>
            <a:r>
              <a:rPr lang="en-US" altLang="zh-CN" dirty="0"/>
              <a:t> (HOW) </a:t>
            </a:r>
            <a:r>
              <a:rPr lang="zh-CN" altLang="zh-CN" dirty="0"/>
              <a:t>，相当于每隔</a:t>
            </a:r>
            <a:r>
              <a:rPr lang="en-US" altLang="zh-CN" dirty="0"/>
              <a:t>6</a:t>
            </a:r>
            <a:r>
              <a:rPr lang="zh-CN" altLang="zh-CN" dirty="0"/>
              <a:t>秒传输一次，它传送时间信息，即告知下一个子帧属此星期的</a:t>
            </a:r>
            <a:r>
              <a:rPr lang="en-US" altLang="zh-CN" dirty="0"/>
              <a:t>100 800</a:t>
            </a:r>
            <a:r>
              <a:rPr lang="zh-CN" altLang="zh-CN" dirty="0"/>
              <a:t>段内的哪一段。每段</a:t>
            </a:r>
            <a:r>
              <a:rPr lang="en-US" altLang="zh-CN" dirty="0"/>
              <a:t>(</a:t>
            </a:r>
            <a:r>
              <a:rPr lang="zh-CN" altLang="zh-CN" dirty="0"/>
              <a:t>帧</a:t>
            </a:r>
            <a:r>
              <a:rPr lang="en-US" altLang="zh-CN" dirty="0"/>
              <a:t>)</a:t>
            </a:r>
            <a:r>
              <a:rPr lang="zh-CN" altLang="zh-CN" dirty="0"/>
              <a:t>占时</a:t>
            </a:r>
            <a:r>
              <a:rPr lang="en-US" altLang="zh-CN" dirty="0"/>
              <a:t>6</a:t>
            </a:r>
            <a:r>
              <a:rPr lang="zh-CN" altLang="zh-CN" dirty="0"/>
              <a:t>秒</a:t>
            </a:r>
            <a:r>
              <a:rPr lang="en-US" altLang="zh-CN" dirty="0"/>
              <a:t>, 100800x6</a:t>
            </a:r>
            <a:r>
              <a:rPr lang="zh-CN" altLang="zh-CN" dirty="0"/>
              <a:t>秒</a:t>
            </a:r>
            <a:r>
              <a:rPr lang="en-US" altLang="zh-CN" dirty="0"/>
              <a:t>=7</a:t>
            </a:r>
            <a:r>
              <a:rPr lang="zh-CN" altLang="zh-CN" dirty="0"/>
              <a:t>天。相当于把每星期</a:t>
            </a:r>
            <a:r>
              <a:rPr lang="en-US" altLang="zh-CN" dirty="0"/>
              <a:t>P</a:t>
            </a:r>
            <a:r>
              <a:rPr lang="zh-CN" altLang="zh-CN" dirty="0"/>
              <a:t>码序列分成</a:t>
            </a:r>
            <a:r>
              <a:rPr lang="en-US" altLang="zh-CN" dirty="0"/>
              <a:t>100800</a:t>
            </a:r>
            <a:r>
              <a:rPr lang="zh-CN" altLang="zh-CN" dirty="0"/>
              <a:t>时段，每时段</a:t>
            </a:r>
            <a:r>
              <a:rPr lang="en-US" altLang="zh-CN" dirty="0"/>
              <a:t>6</a:t>
            </a:r>
            <a:r>
              <a:rPr lang="zh-CN" altLang="zh-CN" dirty="0"/>
              <a:t>秒。而在</a:t>
            </a:r>
            <a:r>
              <a:rPr lang="en-US" altLang="zh-CN" dirty="0"/>
              <a:t>C/A</a:t>
            </a:r>
            <a:r>
              <a:rPr lang="zh-CN" altLang="zh-CN" dirty="0"/>
              <a:t>从码的每个子帧的第二个字用来传送下一个子帧开始时</a:t>
            </a:r>
            <a:r>
              <a:rPr lang="en-US" altLang="zh-CN" dirty="0"/>
              <a:t>P</a:t>
            </a:r>
            <a:r>
              <a:rPr lang="zh-CN" altLang="zh-CN" dirty="0"/>
              <a:t>码运行到哪一时段，从而每隔</a:t>
            </a:r>
            <a:r>
              <a:rPr lang="en-US" altLang="zh-CN" dirty="0"/>
              <a:t>6</a:t>
            </a:r>
            <a:r>
              <a:rPr lang="zh-CN" altLang="zh-CN" dirty="0"/>
              <a:t>秒在接收</a:t>
            </a:r>
            <a:r>
              <a:rPr lang="en-US" altLang="zh-CN" dirty="0"/>
              <a:t>C/A</a:t>
            </a:r>
            <a:r>
              <a:rPr lang="zh-CN" altLang="zh-CN" dirty="0"/>
              <a:t>码中获得信息以实时</a:t>
            </a:r>
            <a:r>
              <a:rPr lang="zh-CN" altLang="zh-CN" dirty="0" smtClean="0"/>
              <a:t>引导</a:t>
            </a:r>
            <a:r>
              <a:rPr lang="zh-CN" altLang="zh-CN" dirty="0"/>
              <a:t>对</a:t>
            </a:r>
            <a:r>
              <a:rPr lang="en-US" altLang="zh-CN" dirty="0"/>
              <a:t>P</a:t>
            </a:r>
            <a:r>
              <a:rPr lang="zh-CN" altLang="zh-CN" dirty="0"/>
              <a:t>码的捕获和跟踪。</a:t>
            </a:r>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        </a:t>
            </a:r>
            <a:r>
              <a:rPr lang="zh-CN" altLang="zh-CN" dirty="0" smtClean="0"/>
              <a:t>每</a:t>
            </a:r>
            <a:r>
              <a:rPr lang="zh-CN" altLang="zh-CN" dirty="0"/>
              <a:t>帧内第</a:t>
            </a:r>
            <a:r>
              <a:rPr lang="en-US" altLang="zh-CN" dirty="0"/>
              <a:t>1</a:t>
            </a:r>
            <a:r>
              <a:rPr lang="zh-CN" altLang="zh-CN" dirty="0"/>
              <a:t>子帧传送导航星的状态参数和用于计算卫星时钟校正的数据。第</a:t>
            </a:r>
            <a:r>
              <a:rPr lang="en-US" altLang="zh-CN" dirty="0"/>
              <a:t>2-3</a:t>
            </a:r>
            <a:r>
              <a:rPr lang="zh-CN" altLang="zh-CN" dirty="0"/>
              <a:t>子帧传送本卫星的轨道数据</a:t>
            </a:r>
            <a:r>
              <a:rPr lang="en-US" altLang="zh-CN" dirty="0"/>
              <a:t>(</a:t>
            </a:r>
            <a:r>
              <a:rPr lang="zh-CN" altLang="zh-CN" dirty="0"/>
              <a:t>星历</a:t>
            </a:r>
            <a:r>
              <a:rPr lang="en-US" altLang="zh-CN" dirty="0"/>
              <a:t>) </a:t>
            </a:r>
            <a:r>
              <a:rPr lang="zh-CN" altLang="zh-CN" dirty="0"/>
              <a:t>，相当于每隔</a:t>
            </a:r>
            <a:r>
              <a:rPr lang="en-US" altLang="zh-CN" dirty="0"/>
              <a:t>30</a:t>
            </a:r>
            <a:r>
              <a:rPr lang="zh-CN" altLang="zh-CN" dirty="0"/>
              <a:t>秒传送一次有关本卫星的位置和时钟数据。而第</a:t>
            </a:r>
            <a:r>
              <a:rPr lang="en-US" altLang="zh-CN" dirty="0"/>
              <a:t>4-5</a:t>
            </a:r>
            <a:r>
              <a:rPr lang="zh-CN" altLang="zh-CN" dirty="0"/>
              <a:t>子帧传送所有其他卫星的轨道星历和整个系统有关信息，如传送电波传播时延补偿参数和卫星状态信息等，由于其传送的信息数据较多，而将全部数据分配到</a:t>
            </a:r>
            <a:r>
              <a:rPr lang="en-US" altLang="zh-CN" dirty="0"/>
              <a:t>25</a:t>
            </a:r>
            <a:r>
              <a:rPr lang="zh-CN" altLang="zh-CN" dirty="0"/>
              <a:t>帧</a:t>
            </a:r>
            <a:r>
              <a:rPr lang="en-US" altLang="zh-CN" dirty="0"/>
              <a:t>(</a:t>
            </a:r>
            <a:r>
              <a:rPr lang="zh-CN" altLang="zh-CN" dirty="0"/>
              <a:t>页</a:t>
            </a:r>
            <a:r>
              <a:rPr lang="en-US" altLang="zh-CN" dirty="0"/>
              <a:t>)</a:t>
            </a:r>
            <a:r>
              <a:rPr lang="zh-CN" altLang="zh-CN" dirty="0"/>
              <a:t>内，相当于每隔</a:t>
            </a:r>
            <a:r>
              <a:rPr lang="en-US" altLang="zh-CN" dirty="0"/>
              <a:t>12.5</a:t>
            </a:r>
            <a:r>
              <a:rPr lang="zh-CN" altLang="zh-CN" dirty="0"/>
              <a:t>分钟传送一次完整的导航电文。 </a:t>
            </a:r>
          </a:p>
          <a:p>
            <a:r>
              <a:rPr lang="en-US" altLang="zh-CN" dirty="0" smtClean="0"/>
              <a:t>        </a:t>
            </a:r>
            <a:r>
              <a:rPr lang="zh-CN" altLang="zh-CN" dirty="0" smtClean="0"/>
              <a:t>由</a:t>
            </a:r>
            <a:r>
              <a:rPr lang="zh-CN" altLang="zh-CN" dirty="0"/>
              <a:t>上可见，从捕获至跟踪</a:t>
            </a:r>
            <a:r>
              <a:rPr lang="en-US" altLang="zh-CN" dirty="0"/>
              <a:t>C/A</a:t>
            </a:r>
            <a:r>
              <a:rPr lang="zh-CN" altLang="zh-CN" dirty="0"/>
              <a:t>码和</a:t>
            </a:r>
            <a:r>
              <a:rPr lang="en-US" altLang="zh-CN" dirty="0"/>
              <a:t>P</a:t>
            </a:r>
            <a:r>
              <a:rPr lang="zh-CN" altLang="zh-CN" dirty="0"/>
              <a:t>码的时间是较短的，之后通过解调，获得本卫星有关实时位置和工作状态等信息，从而实现对用户的首次定位，其时间最少约需半分钟以上，其后每秒可更新位置数据。</a:t>
            </a:r>
          </a:p>
          <a:p>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a:t>
            </a:r>
            <a:r>
              <a:rPr lang="zh-CN" altLang="zh-CN" dirty="0" smtClean="0"/>
              <a:t>接收机</a:t>
            </a:r>
            <a:r>
              <a:rPr lang="zh-CN" altLang="zh-CN" dirty="0"/>
              <a:t>的工作原理</a:t>
            </a:r>
            <a:endParaRPr lang="zh-CN" altLang="en-US" dirty="0"/>
          </a:p>
        </p:txBody>
      </p:sp>
      <p:sp>
        <p:nvSpPr>
          <p:cNvPr id="3" name="内容占位符 2"/>
          <p:cNvSpPr>
            <a:spLocks noGrp="1"/>
          </p:cNvSpPr>
          <p:nvPr>
            <p:ph idx="1"/>
          </p:nvPr>
        </p:nvSpPr>
        <p:spPr/>
        <p:txBody>
          <a:bodyPr/>
          <a:lstStyle/>
          <a:p>
            <a:r>
              <a:rPr lang="en-US" altLang="zh-CN" dirty="0" smtClean="0"/>
              <a:t>        </a:t>
            </a:r>
            <a:r>
              <a:rPr lang="zh-CN" altLang="zh-CN" dirty="0" smtClean="0"/>
              <a:t>接收机</a:t>
            </a:r>
            <a:r>
              <a:rPr lang="zh-CN" altLang="zh-CN" dirty="0"/>
              <a:t>同时或顺序接收视界内多个卫星发来的信号，经捕获后，用码跟踪环与收到的各卫星的伪码保持同步，同时用锁相环跟踪载频。然后精确测量信号到达时间和多普勒频移。接收到的信号解扩后，再对信息信号进行解调，以获得导航电文。对卫星星历数据译码后，实时计算出各卫星的位置和速度。然后将各卫星位置、速度、信号到达时间和多普勒频移合起来，以计算出用户的位置、速度及用户钟的时间差和频差。由于用户的时钟和系统的时钟有差异，需接收</a:t>
            </a:r>
            <a:r>
              <a:rPr lang="en-US" altLang="zh-CN" dirty="0"/>
              <a:t>4</a:t>
            </a:r>
            <a:r>
              <a:rPr lang="zh-CN" altLang="zh-CN" dirty="0"/>
              <a:t>个卫星信号，测得</a:t>
            </a:r>
            <a:r>
              <a:rPr lang="en-US" altLang="zh-CN" dirty="0"/>
              <a:t>4</a:t>
            </a:r>
            <a:r>
              <a:rPr lang="zh-CN" altLang="zh-CN" dirty="0"/>
              <a:t>个卫星与用户之间的伪距</a:t>
            </a:r>
            <a:r>
              <a:rPr lang="en-US" altLang="zh-CN" dirty="0"/>
              <a:t>(</a:t>
            </a:r>
            <a:r>
              <a:rPr lang="zh-CN" altLang="zh-CN" dirty="0"/>
              <a:t>利用伪码测得的距离称为伪距</a:t>
            </a:r>
            <a:r>
              <a:rPr lang="en-US" altLang="zh-CN" dirty="0"/>
              <a:t>) </a:t>
            </a:r>
            <a:r>
              <a:rPr lang="zh-CN" altLang="zh-CN" dirty="0"/>
              <a:t>，解</a:t>
            </a:r>
            <a:r>
              <a:rPr lang="en-US" altLang="zh-CN" dirty="0"/>
              <a:t>4</a:t>
            </a:r>
            <a:r>
              <a:rPr lang="zh-CN" altLang="zh-CN" dirty="0"/>
              <a:t>个方程，求得</a:t>
            </a:r>
            <a:r>
              <a:rPr lang="en-US" altLang="zh-CN" dirty="0"/>
              <a:t>4</a:t>
            </a:r>
            <a:r>
              <a:rPr lang="zh-CN" altLang="zh-CN" dirty="0"/>
              <a:t>个未知数，即用户的</a:t>
            </a:r>
            <a:r>
              <a:rPr lang="zh-CN" altLang="zh-CN" dirty="0">
                <a:highlight>
                  <a:srgbClr val="FFFF00"/>
                </a:highlight>
              </a:rPr>
              <a:t>三维位置</a:t>
            </a:r>
            <a:r>
              <a:rPr lang="zh-CN" altLang="zh-CN" dirty="0"/>
              <a:t>和</a:t>
            </a:r>
            <a:r>
              <a:rPr lang="zh-CN" altLang="zh-CN" dirty="0">
                <a:highlight>
                  <a:srgbClr val="FFFF00"/>
                </a:highlight>
              </a:rPr>
              <a:t>时间误差值</a:t>
            </a:r>
            <a:r>
              <a:rPr lang="zh-CN" altLang="zh-CN" dirty="0"/>
              <a:t>。如接收</a:t>
            </a:r>
            <a:r>
              <a:rPr lang="en-US" altLang="zh-CN" dirty="0"/>
              <a:t>4</a:t>
            </a:r>
            <a:r>
              <a:rPr lang="zh-CN" altLang="zh-CN" dirty="0"/>
              <a:t>个以上的卫星信号，则定位精度会有所提高。有了位置值后，随着时间的推移，可计算出用户的三维速度。</a:t>
            </a:r>
          </a:p>
          <a:p>
            <a:endParaRPr lang="zh-C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t>
            </a:r>
            <a:r>
              <a:rPr lang="zh-CN" altLang="zh-CN" dirty="0"/>
              <a:t>码的保密性 </a:t>
            </a:r>
            <a:br>
              <a:rPr lang="zh-CN" altLang="zh-CN" dirty="0"/>
            </a:br>
            <a:endParaRPr lang="zh-CN" altLang="en-US" dirty="0"/>
          </a:p>
        </p:txBody>
      </p:sp>
      <p:sp>
        <p:nvSpPr>
          <p:cNvPr id="3" name="内容占位符 2"/>
          <p:cNvSpPr>
            <a:spLocks noGrp="1"/>
          </p:cNvSpPr>
          <p:nvPr>
            <p:ph idx="1"/>
          </p:nvPr>
        </p:nvSpPr>
        <p:spPr>
          <a:xfrm>
            <a:off x="496389" y="1318682"/>
            <a:ext cx="11273245" cy="4827105"/>
          </a:xfrm>
        </p:spPr>
        <p:txBody>
          <a:bodyPr/>
          <a:lstStyle/>
          <a:p>
            <a:r>
              <a:rPr lang="en-US" altLang="zh-CN" sz="2400" dirty="0" smtClean="0"/>
              <a:t>        P</a:t>
            </a:r>
            <a:r>
              <a:rPr lang="zh-CN" altLang="zh-CN" sz="2400" dirty="0"/>
              <a:t>码序列长度</a:t>
            </a:r>
            <a:r>
              <a:rPr lang="en-US" altLang="zh-CN" sz="2400" dirty="0"/>
              <a:t>N = 2. 35 X 10</a:t>
            </a:r>
            <a:r>
              <a:rPr lang="en-US" altLang="zh-CN" sz="2400" baseline="30000" dirty="0"/>
              <a:t>14</a:t>
            </a:r>
            <a:r>
              <a:rPr lang="zh-CN" altLang="zh-CN" sz="2400" dirty="0"/>
              <a:t>位，周期为</a:t>
            </a:r>
            <a:r>
              <a:rPr lang="en-US" altLang="zh-CN" sz="2400" dirty="0"/>
              <a:t>266</a:t>
            </a:r>
            <a:r>
              <a:rPr lang="zh-CN" altLang="zh-CN" sz="2400" dirty="0"/>
              <a:t>天或</a:t>
            </a:r>
            <a:r>
              <a:rPr lang="en-US" altLang="zh-CN" sz="2400" dirty="0"/>
              <a:t>38</a:t>
            </a:r>
            <a:r>
              <a:rPr lang="zh-CN" altLang="zh-CN" sz="2400" dirty="0"/>
              <a:t>个星期，即以</a:t>
            </a:r>
            <a:r>
              <a:rPr lang="en-US" altLang="zh-CN" sz="2400" dirty="0"/>
              <a:t>10. 23MHz</a:t>
            </a:r>
            <a:r>
              <a:rPr lang="zh-CN" altLang="zh-CN" sz="2400" dirty="0" smtClean="0"/>
              <a:t>的速率</a:t>
            </a:r>
            <a:r>
              <a:rPr lang="zh-CN" altLang="zh-CN" sz="2400" dirty="0"/>
              <a:t>连续发射</a:t>
            </a:r>
            <a:r>
              <a:rPr lang="en-US" altLang="zh-CN" sz="2400" dirty="0"/>
              <a:t>P</a:t>
            </a:r>
            <a:r>
              <a:rPr lang="zh-CN" altLang="zh-CN" sz="2400" dirty="0"/>
              <a:t>码，在</a:t>
            </a:r>
            <a:r>
              <a:rPr lang="en-US" altLang="zh-CN" sz="2400" dirty="0"/>
              <a:t>38</a:t>
            </a:r>
            <a:r>
              <a:rPr lang="zh-CN" altLang="zh-CN" sz="2400" dirty="0"/>
              <a:t>星期内才能把</a:t>
            </a:r>
            <a:r>
              <a:rPr lang="en-US" altLang="zh-CN" sz="2400" dirty="0"/>
              <a:t>N</a:t>
            </a:r>
            <a:r>
              <a:rPr lang="zh-CN" altLang="zh-CN" sz="2400" dirty="0"/>
              <a:t>位</a:t>
            </a:r>
            <a:r>
              <a:rPr lang="en-US" altLang="zh-CN" sz="2400" dirty="0"/>
              <a:t>P</a:t>
            </a:r>
            <a:r>
              <a:rPr lang="zh-CN" altLang="zh-CN" sz="2400" dirty="0"/>
              <a:t>码发射一遍。每颗卫星仅利用</a:t>
            </a:r>
            <a:r>
              <a:rPr lang="en-US" altLang="zh-CN" sz="2400" dirty="0"/>
              <a:t>N</a:t>
            </a:r>
            <a:r>
              <a:rPr lang="zh-CN" altLang="zh-CN" sz="2400" dirty="0"/>
              <a:t>位中的一星期</a:t>
            </a:r>
            <a:r>
              <a:rPr lang="en-US" altLang="zh-CN" sz="2400" dirty="0"/>
              <a:t>(7</a:t>
            </a:r>
            <a:r>
              <a:rPr lang="zh-CN" altLang="zh-CN" sz="2400" dirty="0"/>
              <a:t>天</a:t>
            </a:r>
            <a:r>
              <a:rPr lang="en-US" altLang="zh-CN" sz="2400" dirty="0"/>
              <a:t>)</a:t>
            </a:r>
            <a:r>
              <a:rPr lang="zh-CN" altLang="zh-CN" sz="2400" dirty="0"/>
              <a:t>的码段，其长度</a:t>
            </a:r>
            <a:r>
              <a:rPr lang="en-US" altLang="zh-CN" sz="2400" dirty="0"/>
              <a:t>N</a:t>
            </a:r>
            <a:r>
              <a:rPr lang="en-US" altLang="zh-CN" sz="2400" baseline="-25000" dirty="0"/>
              <a:t>i</a:t>
            </a:r>
            <a:r>
              <a:rPr lang="zh-CN" altLang="zh-CN" sz="2400" dirty="0"/>
              <a:t>相当于</a:t>
            </a:r>
            <a:r>
              <a:rPr lang="en-US" altLang="zh-CN" sz="2400" dirty="0"/>
              <a:t>P</a:t>
            </a:r>
            <a:r>
              <a:rPr lang="zh-CN" altLang="zh-CN" sz="2400" dirty="0"/>
              <a:t>码序列周期的</a:t>
            </a:r>
            <a:r>
              <a:rPr lang="en-US" altLang="zh-CN" sz="2400" dirty="0"/>
              <a:t>1/38</a:t>
            </a:r>
            <a:r>
              <a:rPr lang="zh-CN" altLang="zh-CN" sz="2400" dirty="0"/>
              <a:t>，且各个卫星在一星期内采用不同的</a:t>
            </a:r>
            <a:r>
              <a:rPr lang="en-US" altLang="zh-CN" sz="2400" dirty="0"/>
              <a:t>N</a:t>
            </a:r>
            <a:r>
              <a:rPr lang="en-US" altLang="zh-CN" sz="2400" baseline="-25000" dirty="0"/>
              <a:t>i</a:t>
            </a:r>
            <a:r>
              <a:rPr lang="zh-CN" altLang="zh-CN" sz="2400" dirty="0"/>
              <a:t>位</a:t>
            </a:r>
            <a:r>
              <a:rPr lang="en-US" altLang="zh-CN" sz="2400" dirty="0"/>
              <a:t>P</a:t>
            </a:r>
            <a:r>
              <a:rPr lang="zh-CN" altLang="zh-CN" sz="2400" dirty="0"/>
              <a:t>码序列。同一颗卫星在各个星期采用不同的</a:t>
            </a:r>
            <a:r>
              <a:rPr lang="en-US" altLang="zh-CN" sz="2400" dirty="0"/>
              <a:t>N</a:t>
            </a:r>
            <a:r>
              <a:rPr lang="en-US" altLang="zh-CN" sz="2400" baseline="-25000" dirty="0"/>
              <a:t>i</a:t>
            </a:r>
            <a:r>
              <a:rPr lang="zh-CN" altLang="zh-CN" sz="2400" dirty="0"/>
              <a:t>位</a:t>
            </a:r>
            <a:r>
              <a:rPr lang="en-US" altLang="zh-CN" sz="2400" dirty="0"/>
              <a:t>P</a:t>
            </a:r>
            <a:r>
              <a:rPr lang="zh-CN" altLang="zh-CN" sz="2400" dirty="0"/>
              <a:t>码序列，以每星期的星期六午夜零时为界，开始更换其使用的</a:t>
            </a:r>
            <a:r>
              <a:rPr lang="en-US" altLang="zh-CN" sz="2400" dirty="0"/>
              <a:t>N</a:t>
            </a:r>
            <a:r>
              <a:rPr lang="en-US" altLang="zh-CN" sz="2400" baseline="-25000" dirty="0"/>
              <a:t>i</a:t>
            </a:r>
            <a:r>
              <a:rPr lang="zh-CN" altLang="zh-CN" sz="2400" dirty="0"/>
              <a:t>位</a:t>
            </a:r>
            <a:r>
              <a:rPr lang="en-US" altLang="zh-CN" sz="2400" dirty="0"/>
              <a:t>P</a:t>
            </a:r>
            <a:r>
              <a:rPr lang="zh-CN" altLang="zh-CN" sz="2400" dirty="0"/>
              <a:t>码序列</a:t>
            </a:r>
            <a:r>
              <a:rPr lang="zh-CN" altLang="zh-CN" sz="2400" dirty="0" smtClean="0"/>
              <a:t>。</a:t>
            </a:r>
            <a:endParaRPr lang="en-US" altLang="zh-CN" sz="2400" dirty="0" smtClean="0"/>
          </a:p>
          <a:p>
            <a:r>
              <a:rPr lang="en-US" altLang="zh-CN" sz="2400" dirty="0" smtClean="0"/>
              <a:t>        </a:t>
            </a:r>
            <a:r>
              <a:rPr lang="zh-CN" altLang="zh-CN" sz="2400" dirty="0" smtClean="0"/>
              <a:t>接收机</a:t>
            </a:r>
            <a:r>
              <a:rPr lang="zh-CN" altLang="zh-CN" sz="2400" dirty="0"/>
              <a:t>对卫星信号解扩后才能提取导航信息，进行定位和时间等计算。而要解扩卫星的</a:t>
            </a:r>
            <a:r>
              <a:rPr lang="en-US" altLang="zh-CN" sz="2400" dirty="0"/>
              <a:t>P</a:t>
            </a:r>
            <a:r>
              <a:rPr lang="zh-CN" altLang="zh-CN" sz="2400" dirty="0"/>
              <a:t>码扩频调制信号，不仅需要知道</a:t>
            </a:r>
            <a:r>
              <a:rPr lang="en-US" altLang="zh-CN" sz="2400" dirty="0"/>
              <a:t>N</a:t>
            </a:r>
            <a:r>
              <a:rPr lang="zh-CN" altLang="zh-CN" sz="2400" dirty="0"/>
              <a:t>位或</a:t>
            </a:r>
            <a:r>
              <a:rPr lang="en-US" altLang="zh-CN" sz="2400" dirty="0"/>
              <a:t>N</a:t>
            </a:r>
            <a:r>
              <a:rPr lang="en-US" altLang="zh-CN" sz="2400" baseline="-25000" dirty="0"/>
              <a:t>i</a:t>
            </a:r>
            <a:r>
              <a:rPr lang="zh-CN" altLang="zh-CN" sz="2400" dirty="0"/>
              <a:t>位</a:t>
            </a:r>
            <a:r>
              <a:rPr lang="en-US" altLang="zh-CN" sz="2400" dirty="0"/>
              <a:t>P</a:t>
            </a:r>
            <a:r>
              <a:rPr lang="zh-CN" altLang="zh-CN" sz="2400" dirty="0"/>
              <a:t>码序列，而且要知道当前</a:t>
            </a:r>
            <a:r>
              <a:rPr lang="en-US" altLang="zh-CN" sz="2400" dirty="0"/>
              <a:t>(</a:t>
            </a:r>
            <a:r>
              <a:rPr lang="zh-CN" altLang="zh-CN" sz="2400" dirty="0"/>
              <a:t>如在当前导航电文中的某比特或子帧内</a:t>
            </a:r>
            <a:r>
              <a:rPr lang="en-US" altLang="zh-CN" sz="2400" dirty="0"/>
              <a:t>)</a:t>
            </a:r>
            <a:r>
              <a:rPr lang="zh-CN" altLang="zh-CN" sz="2400" dirty="0"/>
              <a:t>卫星使用</a:t>
            </a:r>
            <a:r>
              <a:rPr lang="en-US" altLang="zh-CN" sz="2400" dirty="0"/>
              <a:t>P</a:t>
            </a:r>
            <a:r>
              <a:rPr lang="zh-CN" altLang="zh-CN" sz="2400" dirty="0"/>
              <a:t>码序列的哪一段进行扩频调制，并要将接收机当前解调用的</a:t>
            </a:r>
            <a:r>
              <a:rPr lang="en-US" altLang="zh-CN" sz="2400" dirty="0"/>
              <a:t>P</a:t>
            </a:r>
            <a:r>
              <a:rPr lang="zh-CN" altLang="zh-CN" sz="2400" dirty="0"/>
              <a:t>码段与卫星使用的</a:t>
            </a:r>
            <a:r>
              <a:rPr lang="en-US" altLang="zh-CN" sz="2400" dirty="0"/>
              <a:t>P</a:t>
            </a:r>
            <a:r>
              <a:rPr lang="zh-CN" altLang="zh-CN" sz="2400" dirty="0"/>
              <a:t>码段进行同步。</a:t>
            </a:r>
            <a:r>
              <a:rPr lang="en-US" altLang="zh-CN" sz="2400" dirty="0">
                <a:solidFill>
                  <a:srgbClr val="FF0000"/>
                </a:solidFill>
              </a:rPr>
              <a:t>P</a:t>
            </a:r>
            <a:r>
              <a:rPr lang="zh-CN" altLang="zh-CN" sz="2400" dirty="0">
                <a:solidFill>
                  <a:srgbClr val="FF0000"/>
                </a:solidFill>
              </a:rPr>
              <a:t>码序列是不公开</a:t>
            </a:r>
            <a:r>
              <a:rPr lang="zh-CN" altLang="zh-CN" sz="2400" dirty="0"/>
              <a:t>。在这种条件下，要用猜测、试探、搜索等密码破译方法确定</a:t>
            </a:r>
            <a:r>
              <a:rPr lang="en-US" altLang="zh-CN" sz="2400" dirty="0"/>
              <a:t>N</a:t>
            </a:r>
            <a:r>
              <a:rPr lang="zh-CN" altLang="zh-CN" sz="2400" dirty="0"/>
              <a:t>位</a:t>
            </a:r>
            <a:r>
              <a:rPr lang="en-US" altLang="zh-CN" sz="2400" dirty="0"/>
              <a:t>P</a:t>
            </a:r>
            <a:r>
              <a:rPr lang="zh-CN" altLang="zh-CN" sz="2400" dirty="0"/>
              <a:t>码序列是非常困难的，即使确定了</a:t>
            </a:r>
            <a:r>
              <a:rPr lang="en-US" altLang="zh-CN" sz="2400" dirty="0"/>
              <a:t>N</a:t>
            </a:r>
            <a:r>
              <a:rPr lang="zh-CN" altLang="zh-CN" sz="2400" dirty="0"/>
              <a:t>位</a:t>
            </a:r>
            <a:r>
              <a:rPr lang="en-US" altLang="zh-CN" sz="2400" dirty="0"/>
              <a:t>P</a:t>
            </a:r>
            <a:r>
              <a:rPr lang="zh-CN" altLang="zh-CN" sz="2400" dirty="0"/>
              <a:t>码序列，要确定某颗卫星当前使用的</a:t>
            </a:r>
            <a:r>
              <a:rPr lang="en-US" altLang="zh-CN" sz="2400" dirty="0"/>
              <a:t>P</a:t>
            </a:r>
            <a:r>
              <a:rPr lang="zh-CN" altLang="zh-CN" sz="2400" dirty="0"/>
              <a:t>码段也很困难，如要从</a:t>
            </a:r>
            <a:r>
              <a:rPr lang="en-US" altLang="zh-CN" sz="2400" dirty="0"/>
              <a:t>N</a:t>
            </a:r>
            <a:r>
              <a:rPr lang="zh-CN" altLang="zh-CN" sz="2400" dirty="0"/>
              <a:t>或</a:t>
            </a:r>
            <a:r>
              <a:rPr lang="en-US" altLang="zh-CN" sz="2400" dirty="0"/>
              <a:t>N</a:t>
            </a:r>
            <a:r>
              <a:rPr lang="en-US" altLang="zh-CN" sz="2400" baseline="-25000" dirty="0"/>
              <a:t>i</a:t>
            </a:r>
            <a:r>
              <a:rPr lang="zh-CN" altLang="zh-CN" sz="2400" dirty="0"/>
              <a:t>位中确定调制导航电文</a:t>
            </a:r>
            <a:r>
              <a:rPr lang="en-US" altLang="zh-CN" sz="2400" dirty="0"/>
              <a:t>1</a:t>
            </a:r>
            <a:r>
              <a:rPr lang="zh-CN" altLang="zh-CN" sz="2400" dirty="0"/>
              <a:t>比特所用的序列段</a:t>
            </a:r>
            <a:r>
              <a:rPr lang="en-US" altLang="zh-CN" sz="2400" dirty="0"/>
              <a:t>(20 X 10</a:t>
            </a:r>
            <a:r>
              <a:rPr lang="en-US" altLang="zh-CN" sz="2400" baseline="30000" dirty="0"/>
              <a:t>-3</a:t>
            </a:r>
            <a:r>
              <a:rPr lang="en-US" altLang="zh-CN" sz="2400" dirty="0"/>
              <a:t> X 10. 23 X 10</a:t>
            </a:r>
            <a:r>
              <a:rPr lang="en-US" altLang="zh-CN" sz="2400" baseline="30000" dirty="0"/>
              <a:t>6</a:t>
            </a:r>
            <a:r>
              <a:rPr lang="en-US" altLang="zh-CN" sz="2400" dirty="0"/>
              <a:t> =2 X 10</a:t>
            </a:r>
            <a:r>
              <a:rPr lang="en-US" altLang="zh-CN" sz="2400" baseline="30000" dirty="0"/>
              <a:t>5</a:t>
            </a:r>
            <a:r>
              <a:rPr lang="zh-CN" altLang="zh-CN" sz="2400" dirty="0"/>
              <a:t>位</a:t>
            </a:r>
            <a:r>
              <a:rPr lang="en-US" altLang="zh-CN" sz="2400" dirty="0"/>
              <a:t>)</a:t>
            </a:r>
            <a:r>
              <a:rPr lang="zh-CN" altLang="zh-CN" sz="2400" dirty="0"/>
              <a:t>就很困难的。总而言之，要破译</a:t>
            </a:r>
            <a:r>
              <a:rPr lang="en-US" altLang="zh-CN" sz="2400" dirty="0"/>
              <a:t>P</a:t>
            </a:r>
            <a:r>
              <a:rPr lang="zh-CN" altLang="zh-CN" sz="2400" dirty="0"/>
              <a:t>码及其使用规律是很困难的，</a:t>
            </a:r>
            <a:r>
              <a:rPr lang="en-US" altLang="zh-CN" sz="2400" dirty="0">
                <a:solidFill>
                  <a:srgbClr val="FF0000"/>
                </a:solidFill>
              </a:rPr>
              <a:t>P</a:t>
            </a:r>
            <a:r>
              <a:rPr lang="zh-CN" altLang="zh-CN" sz="2400" dirty="0">
                <a:solidFill>
                  <a:srgbClr val="FF0000"/>
                </a:solidFill>
              </a:rPr>
              <a:t>码具有保密性</a:t>
            </a:r>
            <a:r>
              <a:rPr lang="zh-CN" altLang="zh-CN" sz="2400" dirty="0"/>
              <a:t>。 </a:t>
            </a:r>
          </a:p>
          <a:p>
            <a:r>
              <a:rPr lang="en-US" altLang="zh-CN" sz="2400" dirty="0" smtClean="0"/>
              <a:t>        </a:t>
            </a:r>
            <a:r>
              <a:rPr lang="zh-CN" altLang="zh-CN" sz="2400" dirty="0" smtClean="0"/>
              <a:t>与</a:t>
            </a:r>
            <a:r>
              <a:rPr lang="en-US" altLang="zh-CN" sz="2400" dirty="0"/>
              <a:t>P</a:t>
            </a:r>
            <a:r>
              <a:rPr lang="zh-CN" altLang="zh-CN" sz="2400" dirty="0"/>
              <a:t>码相比，</a:t>
            </a:r>
            <a:r>
              <a:rPr lang="en-US" altLang="zh-CN" sz="2400" dirty="0"/>
              <a:t> C/A</a:t>
            </a:r>
            <a:r>
              <a:rPr lang="zh-CN" altLang="zh-CN" sz="2400" dirty="0"/>
              <a:t>码短的多，容易破译，不具有保密性。所以，</a:t>
            </a:r>
            <a:r>
              <a:rPr lang="en-US" altLang="zh-CN" sz="2400" dirty="0">
                <a:solidFill>
                  <a:srgbClr val="0000FF"/>
                </a:solidFill>
              </a:rPr>
              <a:t>GPS</a:t>
            </a:r>
            <a:r>
              <a:rPr lang="zh-CN" altLang="zh-CN" sz="2400" dirty="0">
                <a:solidFill>
                  <a:srgbClr val="0000FF"/>
                </a:solidFill>
              </a:rPr>
              <a:t>的</a:t>
            </a:r>
            <a:r>
              <a:rPr lang="en-US" altLang="zh-CN" sz="2400" dirty="0">
                <a:solidFill>
                  <a:srgbClr val="0000FF"/>
                </a:solidFill>
              </a:rPr>
              <a:t>C/A</a:t>
            </a:r>
            <a:r>
              <a:rPr lang="zh-CN" altLang="zh-CN" sz="2400" dirty="0">
                <a:solidFill>
                  <a:srgbClr val="0000FF"/>
                </a:solidFill>
              </a:rPr>
              <a:t>码信息是公开的</a:t>
            </a:r>
            <a:r>
              <a:rPr lang="zh-CN" altLang="zh-CN" sz="2400" dirty="0"/>
              <a:t>。 </a:t>
            </a:r>
            <a:endParaRPr lang="zh-CN" altLang="en-US" sz="24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sz="3600" dirty="0" smtClean="0"/>
              <a:t>码分多址</a:t>
            </a:r>
            <a:r>
              <a:rPr lang="zh-CN" altLang="zh-CN" dirty="0" smtClean="0"/>
              <a:t> </a:t>
            </a:r>
            <a:endParaRPr lang="zh-CN" altLang="zh-CN" dirty="0"/>
          </a:p>
          <a:p>
            <a:r>
              <a:rPr lang="en-US" altLang="zh-CN" dirty="0" smtClean="0"/>
              <a:t>        </a:t>
            </a:r>
            <a:r>
              <a:rPr lang="zh-CN" altLang="zh-CN" dirty="0" smtClean="0"/>
              <a:t>不同</a:t>
            </a:r>
            <a:r>
              <a:rPr lang="zh-CN" altLang="zh-CN" dirty="0"/>
              <a:t>的卫星使用不同的</a:t>
            </a:r>
            <a:r>
              <a:rPr lang="en-US" altLang="zh-CN" dirty="0"/>
              <a:t>C/A</a:t>
            </a:r>
            <a:r>
              <a:rPr lang="zh-CN" altLang="zh-CN" dirty="0"/>
              <a:t>码和</a:t>
            </a:r>
            <a:r>
              <a:rPr lang="en-US" altLang="zh-CN" dirty="0"/>
              <a:t>P</a:t>
            </a:r>
            <a:r>
              <a:rPr lang="zh-CN" altLang="zh-CN" dirty="0"/>
              <a:t>码，接收机使用某颗卫星的</a:t>
            </a:r>
            <a:r>
              <a:rPr lang="en-US" altLang="zh-CN" dirty="0"/>
              <a:t>C/A</a:t>
            </a:r>
            <a:r>
              <a:rPr lang="zh-CN" altLang="zh-CN" dirty="0"/>
              <a:t>码和</a:t>
            </a:r>
            <a:r>
              <a:rPr lang="en-US" altLang="zh-CN" dirty="0"/>
              <a:t>P</a:t>
            </a:r>
            <a:r>
              <a:rPr lang="zh-CN" altLang="zh-CN" dirty="0"/>
              <a:t>码进行信号解扩，可以从同时接收到的多颗卫星信号中识别、提取出该卫星的信号，然后进行电波传输延时和距离等计算。 </a:t>
            </a:r>
          </a:p>
          <a:p>
            <a:endParaRPr lang="zh-CN" alt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zh-CN" dirty="0"/>
              <a:t>差分</a:t>
            </a:r>
            <a:r>
              <a:rPr lang="en-US" altLang="zh-CN" dirty="0"/>
              <a:t>GPS </a:t>
            </a:r>
            <a:r>
              <a:rPr lang="zh-CN" altLang="zh-CN" dirty="0"/>
              <a:t/>
            </a:r>
            <a:br>
              <a:rPr lang="zh-CN" altLang="zh-CN" dirty="0"/>
            </a:br>
            <a:endParaRPr lang="zh-CN" altLang="en-US" dirty="0"/>
          </a:p>
        </p:txBody>
      </p:sp>
      <p:sp>
        <p:nvSpPr>
          <p:cNvPr id="3" name="内容占位符 2"/>
          <p:cNvSpPr>
            <a:spLocks noGrp="1"/>
          </p:cNvSpPr>
          <p:nvPr>
            <p:ph idx="1"/>
          </p:nvPr>
        </p:nvSpPr>
        <p:spPr>
          <a:xfrm>
            <a:off x="914399" y="1553816"/>
            <a:ext cx="10659291" cy="4827105"/>
          </a:xfrm>
        </p:spPr>
        <p:txBody>
          <a:bodyPr/>
          <a:lstStyle/>
          <a:p>
            <a:r>
              <a:rPr lang="en-US" altLang="zh-CN" dirty="0" smtClean="0"/>
              <a:t>        </a:t>
            </a:r>
            <a:r>
              <a:rPr lang="zh-CN" altLang="zh-CN" dirty="0" smtClean="0"/>
              <a:t>导航</a:t>
            </a:r>
            <a:r>
              <a:rPr lang="zh-CN" altLang="zh-CN" dirty="0"/>
              <a:t>系统的差分体制，主要用于校正系统中存在的具有一定规律性或稳定性的系统误 差，因为</a:t>
            </a:r>
            <a:r>
              <a:rPr lang="en-US" altLang="zh-CN" dirty="0"/>
              <a:t>GPS</a:t>
            </a:r>
            <a:r>
              <a:rPr lang="zh-CN" altLang="zh-CN" dirty="0"/>
              <a:t>系统只开放</a:t>
            </a:r>
            <a:r>
              <a:rPr lang="en-US" altLang="zh-CN" dirty="0"/>
              <a:t>C/A</a:t>
            </a:r>
            <a:r>
              <a:rPr lang="zh-CN" altLang="zh-CN" dirty="0"/>
              <a:t>码，且又实施</a:t>
            </a:r>
            <a:r>
              <a:rPr lang="en-US" altLang="zh-CN" dirty="0" smtClean="0">
                <a:solidFill>
                  <a:srgbClr val="FF0000"/>
                </a:solidFill>
              </a:rPr>
              <a:t>SA(Selective Availability</a:t>
            </a:r>
            <a:r>
              <a:rPr lang="zh-CN" altLang="en-US" dirty="0">
                <a:solidFill>
                  <a:srgbClr val="FF0000"/>
                </a:solidFill>
              </a:rPr>
              <a:t>选择可用性</a:t>
            </a:r>
            <a:r>
              <a:rPr lang="en-US" altLang="zh-CN" dirty="0" smtClean="0">
                <a:solidFill>
                  <a:srgbClr val="FF0000"/>
                </a:solidFill>
              </a:rPr>
              <a:t>)</a:t>
            </a:r>
            <a:r>
              <a:rPr lang="zh-CN" altLang="zh-CN" dirty="0" smtClean="0"/>
              <a:t>技术</a:t>
            </a:r>
            <a:r>
              <a:rPr lang="zh-CN" altLang="zh-CN" dirty="0"/>
              <a:t>降低系统的定位精度，所以一般用户的定位误差较大。但是通过理论分析和实测实验证明，</a:t>
            </a:r>
            <a:r>
              <a:rPr lang="en-US" altLang="zh-CN" dirty="0"/>
              <a:t>GPS</a:t>
            </a:r>
            <a:r>
              <a:rPr lang="zh-CN" altLang="zh-CN" dirty="0"/>
              <a:t>定位误差中</a:t>
            </a:r>
            <a:r>
              <a:rPr lang="en-US" altLang="zh-CN" dirty="0"/>
              <a:t>(</a:t>
            </a:r>
            <a:r>
              <a:rPr lang="zh-CN" altLang="zh-CN" dirty="0"/>
              <a:t>含</a:t>
            </a:r>
            <a:r>
              <a:rPr lang="en-US" altLang="zh-CN" dirty="0"/>
              <a:t>SA</a:t>
            </a:r>
            <a:r>
              <a:rPr lang="zh-CN" altLang="zh-CN" dirty="0"/>
              <a:t>措施的误差</a:t>
            </a:r>
            <a:r>
              <a:rPr lang="en-US" altLang="zh-CN" dirty="0"/>
              <a:t>) </a:t>
            </a:r>
            <a:r>
              <a:rPr lang="zh-CN" altLang="zh-CN" dirty="0"/>
              <a:t>，除随机性误差外，还包含可及时校正的系统性误差，而且该误差所占的比例很大，所以各国都很重视差分</a:t>
            </a:r>
            <a:r>
              <a:rPr lang="en-US" altLang="zh-CN" dirty="0"/>
              <a:t>GPS</a:t>
            </a:r>
            <a:r>
              <a:rPr lang="zh-CN" altLang="zh-CN" dirty="0"/>
              <a:t>的研究和应用，以提高定位精度。 </a:t>
            </a:r>
          </a:p>
          <a:p>
            <a:r>
              <a:rPr lang="zh-CN" altLang="zh-CN" dirty="0"/>
              <a:t>差分</a:t>
            </a:r>
            <a:r>
              <a:rPr lang="en-US" altLang="zh-CN" dirty="0"/>
              <a:t>GPS</a:t>
            </a:r>
            <a:r>
              <a:rPr lang="zh-CN" altLang="zh-CN" dirty="0"/>
              <a:t>和常规</a:t>
            </a:r>
            <a:r>
              <a:rPr lang="en-US" altLang="zh-CN" dirty="0"/>
              <a:t>GPS</a:t>
            </a:r>
            <a:r>
              <a:rPr lang="zh-CN" altLang="zh-CN" dirty="0"/>
              <a:t>的主要不同有三个方面</a:t>
            </a:r>
            <a:r>
              <a:rPr lang="en-US" altLang="zh-CN" dirty="0"/>
              <a:t>:</a:t>
            </a:r>
            <a:endParaRPr lang="zh-CN" altLang="zh-CN" dirty="0"/>
          </a:p>
          <a:p>
            <a:pPr marL="457200" indent="-457200">
              <a:buFont typeface="Wingdings" panose="05000000000000000000" pitchFamily="2" charset="2"/>
              <a:buChar char="ü"/>
            </a:pPr>
            <a:r>
              <a:rPr lang="zh-CN" altLang="zh-CN" dirty="0"/>
              <a:t>建立差分基准站，以获取误差校正数据</a:t>
            </a:r>
            <a:r>
              <a:rPr lang="en-US" altLang="zh-CN" dirty="0"/>
              <a:t>;</a:t>
            </a:r>
            <a:endParaRPr lang="zh-CN" altLang="zh-CN" dirty="0"/>
          </a:p>
          <a:p>
            <a:pPr marL="457200" indent="-457200">
              <a:buFont typeface="Wingdings" panose="05000000000000000000" pitchFamily="2" charset="2"/>
              <a:buChar char="ü"/>
            </a:pPr>
            <a:r>
              <a:rPr lang="zh-CN" altLang="zh-CN" dirty="0"/>
              <a:t>建立校正数据分发传输系统，以将误差校正数据及时向用户播发</a:t>
            </a:r>
            <a:r>
              <a:rPr lang="en-US" altLang="zh-CN" dirty="0"/>
              <a:t>;</a:t>
            </a:r>
            <a:endParaRPr lang="zh-CN" altLang="zh-CN" dirty="0"/>
          </a:p>
          <a:p>
            <a:pPr marL="457200" indent="-457200">
              <a:buFont typeface="Wingdings" panose="05000000000000000000" pitchFamily="2" charset="2"/>
              <a:buChar char="ü"/>
            </a:pPr>
            <a:r>
              <a:rPr lang="en-US" altLang="zh-CN" dirty="0"/>
              <a:t>GPS</a:t>
            </a:r>
            <a:r>
              <a:rPr lang="zh-CN" altLang="zh-CN" dirty="0"/>
              <a:t>用户接收机必须具备误差校正数据接收及误差校正能力。 </a:t>
            </a:r>
          </a:p>
          <a:p>
            <a:r>
              <a:rPr lang="en-US" altLang="zh-CN" dirty="0"/>
              <a:t> </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美国国防部可引</a:t>
            </a:r>
            <a:r>
              <a:rPr lang="zh-CN" altLang="en-US" dirty="0"/>
              <a:t>入</a:t>
            </a:r>
            <a:r>
              <a:rPr lang="zh-CN" altLang="zh-CN" dirty="0">
                <a:solidFill>
                  <a:srgbClr val="FF0000"/>
                </a:solidFill>
              </a:rPr>
              <a:t>选择可用性</a:t>
            </a:r>
            <a:r>
              <a:rPr lang="en-US" altLang="zh-CN" dirty="0">
                <a:solidFill>
                  <a:srgbClr val="FF0000"/>
                </a:solidFill>
              </a:rPr>
              <a:t>(SA)</a:t>
            </a:r>
            <a:r>
              <a:rPr lang="zh-CN" altLang="zh-CN" dirty="0">
                <a:solidFill>
                  <a:srgbClr val="FF0000"/>
                </a:solidFill>
              </a:rPr>
              <a:t>措施</a:t>
            </a:r>
            <a:r>
              <a:rPr lang="zh-CN" altLang="zh-CN" dirty="0"/>
              <a:t>，即人为引入卫星时钟偏离值等方法，从而使未受准用户的伪距测量引入误差，而降低采用</a:t>
            </a:r>
            <a:r>
              <a:rPr lang="en-US" altLang="zh-CN" dirty="0"/>
              <a:t>C/A</a:t>
            </a:r>
            <a:r>
              <a:rPr lang="zh-CN" altLang="zh-CN" dirty="0"/>
              <a:t>码定位的精度，一般可降低</a:t>
            </a:r>
            <a:r>
              <a:rPr lang="en-US" altLang="zh-CN" dirty="0"/>
              <a:t>2-3</a:t>
            </a:r>
            <a:r>
              <a:rPr lang="zh-CN" altLang="zh-CN" dirty="0"/>
              <a:t>倍，以削弱敌军的利用。而受准用户可同时接收卫星发出的加密的编码校准参数</a:t>
            </a:r>
            <a:r>
              <a:rPr lang="en-US" altLang="zh-CN" dirty="0"/>
              <a:t>;</a:t>
            </a:r>
            <a:r>
              <a:rPr lang="zh-CN" altLang="zh-CN" dirty="0"/>
              <a:t>通过专用软件或硬件以消除</a:t>
            </a:r>
            <a:r>
              <a:rPr lang="en-US" altLang="zh-CN" dirty="0"/>
              <a:t>SA</a:t>
            </a:r>
            <a:r>
              <a:rPr lang="zh-CN" altLang="zh-CN" dirty="0"/>
              <a:t>引入的误差。</a:t>
            </a:r>
            <a:r>
              <a:rPr lang="zh-CN" altLang="zh-CN" dirty="0">
                <a:solidFill>
                  <a:srgbClr val="FF0000"/>
                </a:solidFill>
              </a:rPr>
              <a:t>一般在无</a:t>
            </a:r>
            <a:r>
              <a:rPr lang="en-US" altLang="zh-CN" dirty="0">
                <a:solidFill>
                  <a:srgbClr val="FF0000"/>
                </a:solidFill>
              </a:rPr>
              <a:t>SA</a:t>
            </a:r>
            <a:r>
              <a:rPr lang="zh-CN" altLang="zh-CN" dirty="0">
                <a:solidFill>
                  <a:srgbClr val="FF0000"/>
                </a:solidFill>
              </a:rPr>
              <a:t>时，</a:t>
            </a:r>
            <a:r>
              <a:rPr lang="en-US" altLang="zh-CN" dirty="0">
                <a:solidFill>
                  <a:srgbClr val="FF0000"/>
                </a:solidFill>
              </a:rPr>
              <a:t>SPS</a:t>
            </a:r>
            <a:r>
              <a:rPr lang="zh-CN" altLang="zh-CN" dirty="0">
                <a:solidFill>
                  <a:srgbClr val="FF0000"/>
                </a:solidFill>
              </a:rPr>
              <a:t>实际定位精度可达</a:t>
            </a:r>
            <a:r>
              <a:rPr lang="en-US" altLang="zh-CN" dirty="0">
                <a:solidFill>
                  <a:srgbClr val="FF0000"/>
                </a:solidFill>
              </a:rPr>
              <a:t>20 -40m</a:t>
            </a:r>
            <a:r>
              <a:rPr lang="zh-CN" altLang="zh-CN" dirty="0">
                <a:solidFill>
                  <a:srgbClr val="FF0000"/>
                </a:solidFill>
              </a:rPr>
              <a:t>。而有</a:t>
            </a:r>
            <a:r>
              <a:rPr lang="en-US" altLang="zh-CN" dirty="0">
                <a:solidFill>
                  <a:srgbClr val="FF0000"/>
                </a:solidFill>
              </a:rPr>
              <a:t>SA</a:t>
            </a:r>
            <a:r>
              <a:rPr lang="zh-CN" altLang="zh-CN" dirty="0">
                <a:solidFill>
                  <a:srgbClr val="FF0000"/>
                </a:solidFill>
              </a:rPr>
              <a:t>时，实际定位精度在</a:t>
            </a:r>
            <a:r>
              <a:rPr lang="en-US" altLang="zh-CN" dirty="0">
                <a:solidFill>
                  <a:srgbClr val="FF0000"/>
                </a:solidFill>
              </a:rPr>
              <a:t>100m</a:t>
            </a:r>
            <a:r>
              <a:rPr lang="zh-CN" altLang="zh-CN" dirty="0">
                <a:solidFill>
                  <a:srgbClr val="FF0000"/>
                </a:solidFill>
              </a:rPr>
              <a:t>以内</a:t>
            </a:r>
            <a:r>
              <a:rPr lang="zh-CN" altLang="zh-CN" dirty="0"/>
              <a:t>。为进一步提高定位精度，且消除</a:t>
            </a:r>
            <a:r>
              <a:rPr lang="en-US" altLang="zh-CN" dirty="0"/>
              <a:t>SA</a:t>
            </a:r>
            <a:r>
              <a:rPr lang="zh-CN" altLang="zh-CN" dirty="0"/>
              <a:t>的影响，可采用差分</a:t>
            </a:r>
            <a:r>
              <a:rPr lang="en-US" altLang="zh-CN" dirty="0"/>
              <a:t>GPS (DGPS) </a:t>
            </a:r>
            <a:r>
              <a:rPr lang="zh-CN" altLang="zh-CN" dirty="0"/>
              <a:t>，获得</a:t>
            </a:r>
            <a:r>
              <a:rPr lang="en-US" altLang="zh-CN" dirty="0"/>
              <a:t>1 -5m</a:t>
            </a:r>
            <a:r>
              <a:rPr lang="zh-CN" altLang="zh-CN" dirty="0"/>
              <a:t>定位精度。</a:t>
            </a:r>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GPS</a:t>
            </a:r>
            <a:r>
              <a:rPr lang="zh-CN" altLang="zh-CN" dirty="0"/>
              <a:t>功能 </a:t>
            </a:r>
            <a:endParaRPr lang="zh-CN" altLang="en-US" dirty="0"/>
          </a:p>
        </p:txBody>
      </p:sp>
      <p:sp>
        <p:nvSpPr>
          <p:cNvPr id="3" name="内容占位符 2"/>
          <p:cNvSpPr>
            <a:spLocks noGrp="1"/>
          </p:cNvSpPr>
          <p:nvPr>
            <p:ph idx="1"/>
          </p:nvPr>
        </p:nvSpPr>
        <p:spPr/>
        <p:txBody>
          <a:bodyPr/>
          <a:lstStyle/>
          <a:p>
            <a:r>
              <a:rPr lang="en-US" altLang="zh-CN" dirty="0" smtClean="0"/>
              <a:t>        GPS</a:t>
            </a:r>
            <a:r>
              <a:rPr lang="zh-CN" altLang="zh-CN" dirty="0"/>
              <a:t>能为用户提供位置、速度和时间信息，其应用范围极为广泛，在导弹制导、情报搜集、战场指挥、地形测绘、时间同步、陆海空交通管理、旅游、探险等方面发挥着重要作用。 </a:t>
            </a:r>
          </a:p>
          <a:p>
            <a:r>
              <a:rPr lang="en-US" altLang="zh-CN" dirty="0"/>
              <a:t> </a:t>
            </a:r>
            <a:endParaRPr lang="zh-CN" altLang="zh-CN" dirty="0"/>
          </a:p>
          <a:p>
            <a:r>
              <a:rPr lang="en-US" altLang="zh-CN" dirty="0"/>
              <a:t> </a:t>
            </a:r>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GPS</a:t>
            </a:r>
            <a:r>
              <a:rPr lang="zh-CN" altLang="zh-CN" dirty="0"/>
              <a:t>在军事上的作用可归纳如下</a:t>
            </a:r>
            <a:r>
              <a:rPr lang="en-US" altLang="zh-CN" dirty="0"/>
              <a:t>: </a:t>
            </a:r>
            <a:r>
              <a:rPr lang="zh-CN" altLang="zh-CN" dirty="0"/>
              <a:t/>
            </a:r>
            <a:br>
              <a:rPr lang="zh-CN" altLang="zh-CN" dirty="0"/>
            </a:br>
            <a:endParaRPr lang="zh-CN" altLang="en-US" dirty="0"/>
          </a:p>
        </p:txBody>
      </p:sp>
      <p:sp>
        <p:nvSpPr>
          <p:cNvPr id="3" name="内容占位符 2"/>
          <p:cNvSpPr>
            <a:spLocks noGrp="1"/>
          </p:cNvSpPr>
          <p:nvPr>
            <p:ph idx="1"/>
          </p:nvPr>
        </p:nvSpPr>
        <p:spPr/>
        <p:txBody>
          <a:bodyPr/>
          <a:lstStyle/>
          <a:p>
            <a:r>
              <a:rPr lang="zh-CN" altLang="zh-CN" dirty="0" smtClean="0"/>
              <a:t>（</a:t>
            </a:r>
            <a:r>
              <a:rPr lang="en-US" altLang="zh-CN" dirty="0"/>
              <a:t>1</a:t>
            </a:r>
            <a:r>
              <a:rPr lang="zh-CN" altLang="zh-CN" dirty="0"/>
              <a:t>）用于各种精密打击武器的制导，提高打击精度 </a:t>
            </a:r>
          </a:p>
          <a:p>
            <a:r>
              <a:rPr lang="en-US" altLang="zh-CN" dirty="0"/>
              <a:t>    </a:t>
            </a:r>
            <a:r>
              <a:rPr lang="en-US" altLang="zh-CN" dirty="0" smtClean="0"/>
              <a:t>    </a:t>
            </a:r>
            <a:r>
              <a:rPr lang="zh-CN" altLang="zh-CN" dirty="0" smtClean="0"/>
              <a:t>弹道导弹</a:t>
            </a:r>
            <a:r>
              <a:rPr lang="zh-CN" altLang="zh-CN" dirty="0"/>
              <a:t>、巡航导弹、炸弹和炮弹装备卫星导航</a:t>
            </a:r>
            <a:r>
              <a:rPr lang="en-US" altLang="zh-CN" dirty="0"/>
              <a:t>/</a:t>
            </a:r>
            <a:r>
              <a:rPr lang="zh-CN" altLang="zh-CN" dirty="0"/>
              <a:t>惯性组合导航系统后，使命中精度大为提高，从而极大地改变了作战方式。比如过去在制订作战计划时考虑的是，要派多少飞机才能摧毁给定的目标，而现在考虑的是，一架飞机要去摧毁多少个目标</a:t>
            </a:r>
            <a:r>
              <a:rPr lang="zh-CN" altLang="zh-CN" dirty="0" smtClean="0"/>
              <a:t>。</a:t>
            </a:r>
            <a:r>
              <a:rPr lang="en-US" altLang="zh-CN" dirty="0" smtClean="0"/>
              <a:t> </a:t>
            </a:r>
            <a:endParaRPr lang="zh-CN" altLang="zh-CN" dirty="0"/>
          </a:p>
          <a:p>
            <a:r>
              <a:rPr lang="en-US" altLang="zh-CN" dirty="0"/>
              <a:t> </a:t>
            </a:r>
            <a:r>
              <a:rPr lang="en-US" altLang="zh-CN" dirty="0" smtClean="0"/>
              <a:t>       </a:t>
            </a:r>
            <a:r>
              <a:rPr lang="zh-CN" altLang="zh-CN" dirty="0" smtClean="0"/>
              <a:t>实践证明</a:t>
            </a:r>
            <a:r>
              <a:rPr lang="zh-CN" altLang="zh-CN" dirty="0"/>
              <a:t>，精确打击武器对摧毁重要军事、政治、经济目标和重创敌有生力量发挥了决定性作用。 </a:t>
            </a:r>
          </a:p>
          <a:p>
            <a:r>
              <a:rPr lang="en-US" altLang="zh-CN" dirty="0"/>
              <a:t> </a:t>
            </a:r>
            <a:endParaRPr lang="zh-CN" altLang="zh-CN" dirty="0"/>
          </a:p>
          <a:p>
            <a:r>
              <a:rPr lang="en-US" altLang="zh-CN" dirty="0"/>
              <a:t> </a:t>
            </a:r>
            <a:endParaRPr lang="zh-CN" alt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0080" y="1321904"/>
            <a:ext cx="10816046" cy="4827105"/>
          </a:xfrm>
        </p:spPr>
        <p:txBody>
          <a:bodyPr/>
          <a:lstStyle/>
          <a:p>
            <a:r>
              <a:rPr lang="zh-CN" altLang="zh-CN" sz="2400" dirty="0"/>
              <a:t>（</a:t>
            </a:r>
            <a:r>
              <a:rPr lang="en-US" altLang="zh-CN" sz="2400" dirty="0"/>
              <a:t>2</a:t>
            </a:r>
            <a:r>
              <a:rPr lang="zh-CN" altLang="zh-CN" sz="2400" dirty="0"/>
              <a:t>）成为</a:t>
            </a:r>
            <a:r>
              <a:rPr lang="en-US" altLang="zh-CN" sz="2400" dirty="0"/>
              <a:t>C4ISR</a:t>
            </a:r>
            <a:r>
              <a:rPr lang="zh-CN" altLang="zh-CN" sz="2400" dirty="0"/>
              <a:t>的重要组成部分，提升了整体协调作战能力 </a:t>
            </a:r>
          </a:p>
          <a:p>
            <a:r>
              <a:rPr lang="en-US" altLang="zh-CN" sz="2400" dirty="0" smtClean="0"/>
              <a:t>        GPS</a:t>
            </a:r>
            <a:r>
              <a:rPr lang="zh-CN" altLang="zh-CN" sz="2400" dirty="0"/>
              <a:t>在整个战场</a:t>
            </a:r>
            <a:r>
              <a:rPr lang="en-US" altLang="zh-CN" sz="2400" dirty="0"/>
              <a:t>C4 ISR (Command</a:t>
            </a:r>
            <a:r>
              <a:rPr lang="zh-CN" altLang="zh-CN" sz="2400" dirty="0"/>
              <a:t>，</a:t>
            </a:r>
            <a:r>
              <a:rPr lang="en-US" altLang="zh-CN" sz="2400" dirty="0"/>
              <a:t> Control</a:t>
            </a:r>
            <a:r>
              <a:rPr lang="zh-CN" altLang="zh-CN" sz="2400" dirty="0"/>
              <a:t>，</a:t>
            </a:r>
            <a:r>
              <a:rPr lang="en-US" altLang="zh-CN" sz="2400" dirty="0"/>
              <a:t> Communication</a:t>
            </a:r>
            <a:r>
              <a:rPr lang="zh-CN" altLang="zh-CN" sz="2400" dirty="0"/>
              <a:t>，</a:t>
            </a:r>
            <a:r>
              <a:rPr lang="en-US" altLang="zh-CN" sz="2400" dirty="0"/>
              <a:t> Computer</a:t>
            </a:r>
            <a:r>
              <a:rPr lang="zh-CN" altLang="zh-CN" sz="2400" dirty="0"/>
              <a:t>，</a:t>
            </a:r>
            <a:r>
              <a:rPr lang="en-US" altLang="zh-CN" sz="2400" dirty="0"/>
              <a:t> Intelligence</a:t>
            </a:r>
            <a:r>
              <a:rPr lang="zh-CN" altLang="zh-CN" sz="2400" dirty="0"/>
              <a:t>，</a:t>
            </a:r>
            <a:r>
              <a:rPr lang="en-US" altLang="zh-CN" sz="2400" dirty="0"/>
              <a:t> Surveillance and Reconnaissance)</a:t>
            </a:r>
            <a:r>
              <a:rPr lang="zh-CN" altLang="zh-CN" sz="2400" dirty="0"/>
              <a:t>系统中发挥着重要的作用。它为在整个战场上的各参战单位提供准确的实时位置，再通过数据通信网络让所有参战成员了解整个战场上己方单位的实时分布及相对位置，极大地方便了指挥员的决策和友邻部队的作战配合。卫星导航所提供的统一的准确时间信息，是</a:t>
            </a:r>
            <a:r>
              <a:rPr lang="en-US" altLang="zh-CN" sz="2400" dirty="0"/>
              <a:t>C4ISR</a:t>
            </a:r>
            <a:r>
              <a:rPr lang="zh-CN" altLang="zh-CN" sz="2400" dirty="0"/>
              <a:t>各组成部分协调工作的基础。依靠</a:t>
            </a:r>
            <a:r>
              <a:rPr lang="en-US" altLang="zh-CN" sz="2400" dirty="0"/>
              <a:t>GPS</a:t>
            </a:r>
            <a:r>
              <a:rPr lang="zh-CN" altLang="zh-CN" sz="2400" dirty="0"/>
              <a:t>提供的准确位置，在指挥中心构建相应的战场坐标系，为实施指挥控制奠定基础。 </a:t>
            </a:r>
          </a:p>
          <a:p>
            <a:r>
              <a:rPr lang="en-US" altLang="zh-CN" sz="2400" dirty="0" smtClean="0"/>
              <a:t>        </a:t>
            </a:r>
            <a:r>
              <a:rPr lang="zh-CN" altLang="zh-CN" sz="2400" dirty="0" smtClean="0"/>
              <a:t>天</a:t>
            </a:r>
            <a:r>
              <a:rPr lang="zh-CN" altLang="zh-CN" sz="2400" dirty="0"/>
              <a:t>、空、地各类情报侦察系统、各种机动作战平台、各类精确打击武器系统、各个作战部队，以及各种作战支援单元都依靠</a:t>
            </a:r>
            <a:r>
              <a:rPr lang="en-US" altLang="zh-CN" sz="2400" dirty="0"/>
              <a:t>GPS</a:t>
            </a:r>
            <a:r>
              <a:rPr lang="zh-CN" altLang="zh-CN" sz="2400" dirty="0"/>
              <a:t>系统确定各自的准确位置、运动方向和运动速度，通过通信网络实时传送到各级指挥控制中心，实时准确地加入整个战场</a:t>
            </a:r>
            <a:r>
              <a:rPr lang="en-US" altLang="zh-CN" sz="2400" dirty="0"/>
              <a:t>C4ISR</a:t>
            </a:r>
            <a:r>
              <a:rPr lang="zh-CN" altLang="zh-CN" sz="2400" dirty="0"/>
              <a:t>系统。有了导航提供的准确位置和时间信息，作战部队可以按指挥部的命令在准确的时间出现在准确的地点，从而使新型作战思想能够得以实施。 </a:t>
            </a:r>
          </a:p>
          <a:p>
            <a:endParaRPr lang="zh-CN" altLang="en-US" dirty="0"/>
          </a:p>
        </p:txBody>
      </p:sp>
      <p:sp>
        <p:nvSpPr>
          <p:cNvPr id="6" name="标题 1"/>
          <p:cNvSpPr>
            <a:spLocks noGrp="1"/>
          </p:cNvSpPr>
          <p:nvPr>
            <p:ph type="title"/>
          </p:nvPr>
        </p:nvSpPr>
        <p:spPr>
          <a:xfrm>
            <a:off x="914400" y="609600"/>
            <a:ext cx="10363200" cy="712304"/>
          </a:xfrm>
        </p:spPr>
        <p:txBody>
          <a:bodyPr/>
          <a:lstStyle/>
          <a:p>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sz="2400" dirty="0"/>
              <a:t>        </a:t>
            </a:r>
            <a:r>
              <a:rPr lang="zh-CN" altLang="zh-CN" sz="2400" dirty="0"/>
              <a:t>各类武器运载平台和各类武器控制系统依靠</a:t>
            </a:r>
            <a:r>
              <a:rPr lang="en-US" altLang="zh-CN" sz="2400" dirty="0"/>
              <a:t>GPS</a:t>
            </a:r>
            <a:r>
              <a:rPr lang="zh-CN" altLang="zh-CN" sz="2400" dirty="0"/>
              <a:t>提供精确的时间基准</a:t>
            </a:r>
            <a:r>
              <a:rPr lang="en-US" altLang="zh-CN" sz="2400" dirty="0"/>
              <a:t>(</a:t>
            </a:r>
            <a:r>
              <a:rPr lang="zh-CN" altLang="zh-CN" sz="2400" dirty="0"/>
              <a:t>达到纳秒级</a:t>
            </a:r>
            <a:r>
              <a:rPr lang="en-US" altLang="zh-CN" sz="2400" dirty="0"/>
              <a:t>) </a:t>
            </a:r>
            <a:r>
              <a:rPr lang="zh-CN" altLang="zh-CN" sz="2400" dirty="0"/>
              <a:t>，以保证整个战场各系统的协调运行。</a:t>
            </a:r>
            <a:r>
              <a:rPr lang="en-US" altLang="zh-CN" sz="2400" dirty="0"/>
              <a:t>GPS</a:t>
            </a:r>
            <a:r>
              <a:rPr lang="zh-CN" altLang="zh-CN" sz="2400" dirty="0"/>
              <a:t>还与惯性制导相组合，为各种机动平台提供位置和态势信息。只有以它们为基础，像预警机这样的传感器平台才能准确确定有关作战单元的位置和运动趋势，从而为</a:t>
            </a:r>
            <a:r>
              <a:rPr lang="en-US" altLang="zh-CN" sz="2400" dirty="0"/>
              <a:t>C4ISR</a:t>
            </a:r>
            <a:r>
              <a:rPr lang="zh-CN" altLang="zh-CN" sz="2400" dirty="0"/>
              <a:t>系统生成战场态势图提供必要的信息</a:t>
            </a:r>
            <a:r>
              <a:rPr lang="zh-CN" altLang="zh-CN" dirty="0"/>
              <a:t>。 </a:t>
            </a:r>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4400" y="965752"/>
            <a:ext cx="10363200" cy="4827105"/>
          </a:xfrm>
        </p:spPr>
        <p:txBody>
          <a:bodyPr/>
          <a:lstStyle/>
          <a:p>
            <a:r>
              <a:rPr lang="zh-CN" altLang="zh-CN" dirty="0"/>
              <a:t>（</a:t>
            </a:r>
            <a:r>
              <a:rPr lang="en-US" altLang="zh-CN" dirty="0"/>
              <a:t>3</a:t>
            </a:r>
            <a:r>
              <a:rPr lang="zh-CN" altLang="zh-CN" dirty="0"/>
              <a:t>）用于高速武器试验，提高实验效率 </a:t>
            </a:r>
          </a:p>
          <a:p>
            <a:r>
              <a:rPr lang="en-US" altLang="zh-CN" dirty="0" smtClean="0"/>
              <a:t>        GPS</a:t>
            </a:r>
            <a:r>
              <a:rPr lang="zh-CN" altLang="zh-CN" dirty="0"/>
              <a:t>在军事武器试验场中的作用也很重要，试验场的任务是对各种武器的性能进行鉴 定。历史上大多数军用试验场用陆基导航系统对武器进行定位与跟踪，但用</a:t>
            </a:r>
            <a:r>
              <a:rPr lang="en-US" altLang="zh-CN" dirty="0"/>
              <a:t>GPS</a:t>
            </a:r>
            <a:r>
              <a:rPr lang="zh-CN" altLang="zh-CN" dirty="0"/>
              <a:t>做这样的工作要省力很多。研究表明，如果美国所有军用试验场改用</a:t>
            </a:r>
            <a:r>
              <a:rPr lang="en-US" altLang="zh-CN" dirty="0"/>
              <a:t>GPS</a:t>
            </a:r>
            <a:r>
              <a:rPr lang="zh-CN" altLang="zh-CN" dirty="0"/>
              <a:t>，</a:t>
            </a:r>
            <a:r>
              <a:rPr lang="en-US" altLang="zh-CN" dirty="0"/>
              <a:t> 20</a:t>
            </a:r>
            <a:r>
              <a:rPr lang="zh-CN" altLang="zh-CN" dirty="0"/>
              <a:t>年之内可以节省</a:t>
            </a:r>
            <a:r>
              <a:rPr lang="en-US" altLang="zh-CN" dirty="0"/>
              <a:t>8</a:t>
            </a:r>
            <a:r>
              <a:rPr lang="zh-CN" altLang="zh-CN" dirty="0"/>
              <a:t>亿到</a:t>
            </a:r>
            <a:r>
              <a:rPr lang="en-US" altLang="zh-CN" dirty="0"/>
              <a:t>12</a:t>
            </a:r>
            <a:r>
              <a:rPr lang="zh-CN" altLang="zh-CN" dirty="0"/>
              <a:t>亿美元。 </a:t>
            </a:r>
          </a:p>
          <a:p>
            <a:r>
              <a:rPr lang="en-US" altLang="zh-CN" dirty="0" smtClean="0"/>
              <a:t>        </a:t>
            </a:r>
            <a:r>
              <a:rPr lang="zh-CN" altLang="zh-CN" dirty="0" smtClean="0"/>
              <a:t>在</a:t>
            </a:r>
            <a:r>
              <a:rPr lang="zh-CN" altLang="zh-CN" dirty="0"/>
              <a:t>大多数试验场中，要对大量的高速运载体及其装备进行连续跟踪以证实是否达到了预期的性能，虽然大多数情况下现有的陆基系统也能提供可接收的精度，但这种跟踪设备有缺点。其中包括由地面发射机广播的导航信号常常被山和树遮挡。非标准的和互不兼容的陆基设备造成数据协调、试验结果的工程分析和硬件维护方面的困难。</a:t>
            </a:r>
            <a:r>
              <a:rPr lang="zh-CN" altLang="zh-CN" dirty="0" smtClean="0"/>
              <a:t>相比之下</a:t>
            </a:r>
            <a:r>
              <a:rPr lang="zh-CN" altLang="zh-CN" dirty="0"/>
              <a:t>，利用</a:t>
            </a:r>
            <a:r>
              <a:rPr lang="en-US" altLang="zh-CN" dirty="0"/>
              <a:t>GPS</a:t>
            </a:r>
            <a:r>
              <a:rPr lang="zh-CN" altLang="zh-CN" dirty="0"/>
              <a:t>则能够使军用试验场的设备标准化和简单化，同时还能简化试验协议和程序，提高效率，节省经费。 </a:t>
            </a:r>
          </a:p>
          <a:p>
            <a:endParaRPr lang="zh-CN" alt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31966" y="861485"/>
            <a:ext cx="10363200" cy="4827105"/>
          </a:xfrm>
        </p:spPr>
        <p:txBody>
          <a:bodyPr/>
          <a:lstStyle/>
          <a:p>
            <a:r>
              <a:rPr lang="zh-CN" altLang="zh-CN" dirty="0"/>
              <a:t>（</a:t>
            </a:r>
            <a:r>
              <a:rPr lang="en-US" altLang="zh-CN" dirty="0"/>
              <a:t>4</a:t>
            </a:r>
            <a:r>
              <a:rPr lang="zh-CN" altLang="zh-CN" dirty="0"/>
              <a:t>）在综合支援保障系统中应用。 </a:t>
            </a:r>
          </a:p>
          <a:p>
            <a:r>
              <a:rPr lang="en-US" altLang="zh-CN" dirty="0" smtClean="0"/>
              <a:t>        GPS</a:t>
            </a:r>
            <a:r>
              <a:rPr lang="zh-CN" altLang="zh-CN" dirty="0"/>
              <a:t>是实现综合支援保障网络中各要素准确集结、快速机动、协调派送、全程支援的重要保证。在现代高科技战争中，武器装备种类多、数量大、技术含量高、反应速度快、攻击能力强，增加了对各种技术支援和后勤补给的保障强度。</a:t>
            </a:r>
            <a:r>
              <a:rPr lang="en-US" altLang="zh-CN" dirty="0"/>
              <a:t>GPS</a:t>
            </a:r>
            <a:r>
              <a:rPr lang="zh-CN" altLang="zh-CN" dirty="0"/>
              <a:t>对构建自动化综合支援保障网络，实现各兵种配合协调，作战物资快速调运方面发挥了重要作用。如美军在中东作战中，在给养源源不断地输送方面，</a:t>
            </a:r>
            <a:r>
              <a:rPr lang="en-US" altLang="zh-CN" dirty="0"/>
              <a:t>GPS</a:t>
            </a:r>
            <a:r>
              <a:rPr lang="zh-CN" altLang="zh-CN" dirty="0"/>
              <a:t>做出了重要贡献。在浩瀚无特征的沙漠中机动作战时，精确地定出补给站和医疗后送站</a:t>
            </a:r>
            <a:r>
              <a:rPr lang="en-US" altLang="zh-CN" dirty="0"/>
              <a:t>(MEDEVAC)</a:t>
            </a:r>
            <a:r>
              <a:rPr lang="zh-CN" altLang="zh-CN" dirty="0"/>
              <a:t>设施的位置是十分重要的。直升机驾驶员由于肯定知道下一个加油站的位置，从而可以把飞机的油量用到更少，这种由</a:t>
            </a:r>
            <a:r>
              <a:rPr lang="en-US" altLang="zh-CN" dirty="0"/>
              <a:t>GPS</a:t>
            </a:r>
            <a:r>
              <a:rPr lang="zh-CN" altLang="zh-CN" dirty="0"/>
              <a:t>所提供的附加信息使航空部队具有更大的战斗耐久力。对于地面部队来说，</a:t>
            </a:r>
            <a:r>
              <a:rPr lang="en-US" altLang="zh-CN" dirty="0"/>
              <a:t>GPS</a:t>
            </a:r>
            <a:r>
              <a:rPr lang="zh-CN" altLang="zh-CN" dirty="0"/>
              <a:t>有助于保证在沙漠中很少发生汽油、食品、弹药和水的短缺。 </a:t>
            </a:r>
          </a:p>
          <a:p>
            <a:r>
              <a:rPr lang="en-US" altLang="zh-CN" dirty="0"/>
              <a:t> </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441371" y="770709"/>
            <a:ext cx="3317966" cy="783771"/>
          </a:xfrm>
          <a:prstGeom prst="round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593669" y="777802"/>
            <a:ext cx="8961120" cy="3847207"/>
          </a:xfrm>
          <a:prstGeom prst="rect">
            <a:avLst/>
          </a:prstGeom>
        </p:spPr>
        <p:txBody>
          <a:bodyPr wrap="square">
            <a:spAutoFit/>
          </a:bodyPr>
          <a:lstStyle/>
          <a:p>
            <a:pPr algn="ctr">
              <a:spcAft>
                <a:spcPts val="0"/>
              </a:spcAft>
            </a:pPr>
            <a:r>
              <a:rPr lang="zh-CN" altLang="zh-CN" sz="4800" kern="100" dirty="0">
                <a:solidFill>
                  <a:schemeClr val="bg1"/>
                </a:solidFill>
                <a:latin typeface="+mn-ea"/>
                <a:cs typeface="Times New Roman" panose="02020603050405020304" pitchFamily="18" charset="0"/>
              </a:rPr>
              <a:t>导航对抗</a:t>
            </a:r>
            <a:endParaRPr lang="zh-CN" altLang="zh-CN" sz="2800" kern="100" dirty="0">
              <a:solidFill>
                <a:schemeClr val="bg1"/>
              </a:solidFill>
              <a:latin typeface="+mn-ea"/>
              <a:cs typeface="Times New Roman" panose="02020603050405020304" pitchFamily="18" charset="0"/>
            </a:endParaRPr>
          </a:p>
          <a:p>
            <a:pPr algn="just">
              <a:spcAft>
                <a:spcPts val="0"/>
              </a:spcAft>
            </a:pPr>
            <a:r>
              <a:rPr lang="en-US" altLang="zh-CN" sz="2800" kern="100" dirty="0">
                <a:latin typeface="+mn-ea"/>
                <a:cs typeface="Times New Roman" panose="02020603050405020304" pitchFamily="18" charset="0"/>
              </a:rPr>
              <a:t> </a:t>
            </a:r>
            <a:endParaRPr lang="zh-CN" altLang="zh-CN" sz="2800" kern="100" dirty="0">
              <a:latin typeface="+mn-ea"/>
              <a:cs typeface="Times New Roman" panose="02020603050405020304" pitchFamily="18" charset="0"/>
            </a:endParaRPr>
          </a:p>
          <a:p>
            <a:pPr algn="just">
              <a:spcAft>
                <a:spcPts val="0"/>
              </a:spcAft>
            </a:pPr>
            <a:r>
              <a:rPr lang="en-US" altLang="zh-CN" sz="2800" kern="100" dirty="0" smtClean="0">
                <a:latin typeface="+mn-ea"/>
                <a:cs typeface="Times New Roman" panose="02020603050405020304" pitchFamily="18" charset="0"/>
              </a:rPr>
              <a:t>         GPS</a:t>
            </a:r>
            <a:r>
              <a:rPr lang="zh-CN" altLang="zh-CN" sz="2800" kern="100" dirty="0">
                <a:latin typeface="+mn-ea"/>
                <a:cs typeface="Times New Roman" panose="02020603050405020304" pitchFamily="18" charset="0"/>
              </a:rPr>
              <a:t>等定位导航系统能为地面和空中目标提供实时、精确的定位、速度和时间信息，已成为现代社会活动和战争的重要基础设施。因此，围绕定位导航系统形成的干扰与抗干扰、利用与反利用、摧毁与抗摧毁的斗争悄然兴起。以争夺导航定位信息为标志的导航对抗已成为了信息对抗的重要组成部分。</a:t>
            </a:r>
            <a:endParaRPr lang="zh-CN" altLang="zh-CN" sz="2800" kern="100" dirty="0">
              <a:effectLst/>
              <a:latin typeface="+mn-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22468" y="603447"/>
            <a:ext cx="5068389" cy="71845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 name="标题 1"/>
          <p:cNvSpPr>
            <a:spLocks noGrp="1"/>
          </p:cNvSpPr>
          <p:nvPr>
            <p:ph type="title"/>
          </p:nvPr>
        </p:nvSpPr>
        <p:spPr>
          <a:xfrm>
            <a:off x="3644538" y="660241"/>
            <a:ext cx="4781005" cy="712304"/>
          </a:xfrm>
        </p:spPr>
        <p:txBody>
          <a:bodyPr/>
          <a:lstStyle/>
          <a:p>
            <a:r>
              <a:rPr lang="en-US" altLang="zh-CN" dirty="0">
                <a:solidFill>
                  <a:schemeClr val="bg1"/>
                </a:solidFill>
              </a:rPr>
              <a:t>GPS</a:t>
            </a:r>
            <a:r>
              <a:rPr lang="zh-CN" altLang="zh-CN" dirty="0">
                <a:solidFill>
                  <a:schemeClr val="bg1"/>
                </a:solidFill>
              </a:rPr>
              <a:t>利用与反利用 </a:t>
            </a:r>
            <a:r>
              <a:rPr lang="zh-CN" altLang="zh-CN" dirty="0"/>
              <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smtClean="0"/>
              <a:t>        GPS</a:t>
            </a:r>
            <a:r>
              <a:rPr lang="zh-CN" altLang="zh-CN" dirty="0"/>
              <a:t>的标准定位服务对全世界所有用户开放，但有时，比如战争中，美国不希望对手利用这种服务来定位、导航，这就是所谓的</a:t>
            </a:r>
            <a:r>
              <a:rPr lang="en-US" altLang="zh-CN" dirty="0"/>
              <a:t>GPS (</a:t>
            </a:r>
            <a:r>
              <a:rPr lang="zh-CN" altLang="zh-CN" dirty="0"/>
              <a:t>非法或非授权</a:t>
            </a:r>
            <a:r>
              <a:rPr lang="en-US" altLang="zh-CN" dirty="0"/>
              <a:t>)</a:t>
            </a:r>
            <a:r>
              <a:rPr lang="zh-CN" altLang="zh-CN" dirty="0"/>
              <a:t>利用问题，并采取一些反利用措施，如关闭对手所在区域内的导航卫星信号和采取信号加密、欺骗或扰乱措施等。 </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zh-CN" dirty="0"/>
              <a:t>扰乱利用的措施 </a:t>
            </a:r>
            <a:br>
              <a:rPr lang="zh-CN" altLang="zh-CN" dirty="0"/>
            </a:br>
            <a:endParaRPr lang="zh-CN" altLang="en-US" dirty="0"/>
          </a:p>
        </p:txBody>
      </p:sp>
      <p:sp>
        <p:nvSpPr>
          <p:cNvPr id="3" name="内容占位符 2"/>
          <p:cNvSpPr>
            <a:spLocks noGrp="1"/>
          </p:cNvSpPr>
          <p:nvPr>
            <p:ph idx="1"/>
          </p:nvPr>
        </p:nvSpPr>
        <p:spPr/>
        <p:txBody>
          <a:bodyPr/>
          <a:lstStyle/>
          <a:p>
            <a:r>
              <a:rPr lang="en-US" altLang="zh-CN" sz="2400" dirty="0" smtClean="0"/>
              <a:t>        GPS</a:t>
            </a:r>
            <a:r>
              <a:rPr lang="zh-CN" altLang="zh-CN" sz="2400" dirty="0"/>
              <a:t>的定位精度，当采用</a:t>
            </a:r>
            <a:r>
              <a:rPr lang="en-US" altLang="zh-CN" sz="2400" dirty="0"/>
              <a:t>C/A</a:t>
            </a:r>
            <a:r>
              <a:rPr lang="zh-CN" altLang="zh-CN" sz="2400" dirty="0"/>
              <a:t>码</a:t>
            </a:r>
            <a:r>
              <a:rPr lang="en-US" altLang="zh-CN" sz="2400" dirty="0"/>
              <a:t>(S</a:t>
            </a:r>
            <a:r>
              <a:rPr lang="zh-CN" altLang="zh-CN" sz="2400" dirty="0"/>
              <a:t>码</a:t>
            </a:r>
            <a:r>
              <a:rPr lang="en-US" altLang="zh-CN" sz="2400" dirty="0"/>
              <a:t>)</a:t>
            </a:r>
            <a:r>
              <a:rPr lang="zh-CN" altLang="zh-CN" sz="2400" dirty="0"/>
              <a:t>时，其</a:t>
            </a:r>
            <a:r>
              <a:rPr lang="en-US" altLang="zh-CN" sz="2400" dirty="0"/>
              <a:t>SPS</a:t>
            </a:r>
            <a:r>
              <a:rPr lang="zh-CN" altLang="zh-CN" sz="2400" dirty="0"/>
              <a:t>提供水平面的定位精度为</a:t>
            </a:r>
            <a:r>
              <a:rPr lang="en-US" altLang="zh-CN" sz="2400" dirty="0"/>
              <a:t>100m (95%</a:t>
            </a:r>
            <a:r>
              <a:rPr lang="zh-CN" altLang="zh-CN" sz="2400" dirty="0"/>
              <a:t>概率</a:t>
            </a:r>
            <a:r>
              <a:rPr lang="en-US" altLang="zh-CN" sz="2400" dirty="0"/>
              <a:t>) </a:t>
            </a:r>
            <a:r>
              <a:rPr lang="zh-CN" altLang="zh-CN" sz="2400" dirty="0"/>
              <a:t>，测高精度为</a:t>
            </a:r>
            <a:r>
              <a:rPr lang="en-US" altLang="zh-CN" sz="2400" dirty="0"/>
              <a:t>156m</a:t>
            </a:r>
            <a:r>
              <a:rPr lang="zh-CN" altLang="zh-CN" sz="2400" dirty="0" smtClean="0"/>
              <a:t>。</a:t>
            </a:r>
            <a:endParaRPr lang="en-US" altLang="zh-CN" sz="2400" dirty="0" smtClean="0"/>
          </a:p>
          <a:p>
            <a:r>
              <a:rPr lang="en-US" altLang="zh-CN" sz="2400" dirty="0"/>
              <a:t> </a:t>
            </a:r>
            <a:r>
              <a:rPr lang="en-US" altLang="zh-CN" sz="2400" dirty="0" smtClean="0"/>
              <a:t>       </a:t>
            </a:r>
            <a:r>
              <a:rPr lang="zh-CN" altLang="zh-CN" sz="2400" dirty="0" smtClean="0"/>
              <a:t>当</a:t>
            </a:r>
            <a:r>
              <a:rPr lang="zh-CN" altLang="zh-CN" sz="2400" dirty="0"/>
              <a:t>使用</a:t>
            </a:r>
            <a:r>
              <a:rPr lang="en-US" altLang="zh-CN" sz="2400" dirty="0"/>
              <a:t>P</a:t>
            </a:r>
            <a:r>
              <a:rPr lang="zh-CN" altLang="zh-CN" sz="2400" dirty="0"/>
              <a:t>码时，其</a:t>
            </a:r>
            <a:r>
              <a:rPr lang="en-US" altLang="zh-CN" sz="2400" dirty="0"/>
              <a:t>PPS</a:t>
            </a:r>
            <a:r>
              <a:rPr lang="zh-CN" altLang="zh-CN" sz="2400" dirty="0"/>
              <a:t>提供水平面的定位精度为</a:t>
            </a:r>
            <a:r>
              <a:rPr lang="en-US" altLang="zh-CN" sz="2400" dirty="0"/>
              <a:t>18m</a:t>
            </a:r>
            <a:r>
              <a:rPr lang="zh-CN" altLang="zh-CN" sz="2400" dirty="0"/>
              <a:t>， 实际可达</a:t>
            </a:r>
            <a:r>
              <a:rPr lang="en-US" altLang="zh-CN" sz="2400" dirty="0"/>
              <a:t>2 -15m</a:t>
            </a:r>
            <a:r>
              <a:rPr lang="zh-CN" altLang="zh-CN" sz="2400" dirty="0"/>
              <a:t>定位精度，而测高精度为</a:t>
            </a:r>
            <a:r>
              <a:rPr lang="en-US" altLang="zh-CN" sz="2400" dirty="0"/>
              <a:t>28m</a:t>
            </a:r>
            <a:r>
              <a:rPr lang="zh-CN" altLang="zh-CN" sz="2400" dirty="0"/>
              <a:t>。其定时精度在接收机时钟同步概率为</a:t>
            </a:r>
            <a:r>
              <a:rPr lang="en-US" altLang="zh-CN" sz="2400" dirty="0"/>
              <a:t> 65%</a:t>
            </a:r>
            <a:r>
              <a:rPr lang="zh-CN" altLang="zh-CN" sz="2400" dirty="0"/>
              <a:t>时为</a:t>
            </a:r>
            <a:r>
              <a:rPr lang="en-US" altLang="zh-CN" sz="2400" dirty="0"/>
              <a:t>167ns (SPS)</a:t>
            </a:r>
            <a:r>
              <a:rPr lang="zh-CN" altLang="zh-CN" sz="2400" dirty="0"/>
              <a:t>和</a:t>
            </a:r>
            <a:r>
              <a:rPr lang="en-US" altLang="zh-CN" sz="2400" dirty="0"/>
              <a:t>100ns (PPS) </a:t>
            </a:r>
            <a:r>
              <a:rPr lang="zh-CN" altLang="zh-CN" sz="2400" dirty="0"/>
              <a:t>，采取特殊措施，其定时精度可达</a:t>
            </a:r>
            <a:r>
              <a:rPr lang="en-US" altLang="zh-CN" sz="2400" dirty="0"/>
              <a:t>10ns</a:t>
            </a:r>
            <a:r>
              <a:rPr lang="zh-CN" altLang="zh-CN" sz="2400" dirty="0" smtClean="0"/>
              <a:t>。</a:t>
            </a:r>
            <a:endParaRPr lang="en-US" altLang="zh-CN" sz="2400" dirty="0" smtClean="0"/>
          </a:p>
          <a:p>
            <a:r>
              <a:rPr lang="en-US" altLang="zh-CN" sz="2400" dirty="0"/>
              <a:t> </a:t>
            </a:r>
            <a:r>
              <a:rPr lang="en-US" altLang="zh-CN" sz="2400" dirty="0" smtClean="0"/>
              <a:t>       </a:t>
            </a:r>
            <a:r>
              <a:rPr lang="zh-CN" altLang="zh-CN" sz="2400" dirty="0" smtClean="0"/>
              <a:t>美国国防部</a:t>
            </a:r>
            <a:r>
              <a:rPr lang="zh-CN" altLang="zh-CN" sz="2400" dirty="0"/>
              <a:t>可</a:t>
            </a:r>
            <a:r>
              <a:rPr lang="zh-CN" altLang="zh-CN" sz="2400" dirty="0" smtClean="0"/>
              <a:t>引</a:t>
            </a:r>
            <a:r>
              <a:rPr lang="zh-CN" altLang="en-US" sz="2400" dirty="0"/>
              <a:t>入</a:t>
            </a:r>
            <a:r>
              <a:rPr lang="zh-CN" altLang="zh-CN" sz="2400" dirty="0" smtClean="0">
                <a:solidFill>
                  <a:srgbClr val="FF0000"/>
                </a:solidFill>
              </a:rPr>
              <a:t>选择可用性</a:t>
            </a:r>
            <a:r>
              <a:rPr lang="en-US" altLang="zh-CN" sz="2400" dirty="0">
                <a:solidFill>
                  <a:srgbClr val="FF0000"/>
                </a:solidFill>
              </a:rPr>
              <a:t>(SA)</a:t>
            </a:r>
            <a:r>
              <a:rPr lang="zh-CN" altLang="zh-CN" sz="2400" dirty="0">
                <a:solidFill>
                  <a:srgbClr val="FF0000"/>
                </a:solidFill>
              </a:rPr>
              <a:t>措施</a:t>
            </a:r>
            <a:r>
              <a:rPr lang="zh-CN" altLang="zh-CN" sz="2400" dirty="0"/>
              <a:t>，即人为引入卫星时钟偏离值等方法，从而使未受准用户的伪距测量引入误差，而降低采用</a:t>
            </a:r>
            <a:r>
              <a:rPr lang="en-US" altLang="zh-CN" sz="2400" dirty="0"/>
              <a:t>C/A</a:t>
            </a:r>
            <a:r>
              <a:rPr lang="zh-CN" altLang="zh-CN" sz="2400" dirty="0"/>
              <a:t>码定位的精度，一般可降低</a:t>
            </a:r>
            <a:r>
              <a:rPr lang="en-US" altLang="zh-CN" sz="2400" dirty="0"/>
              <a:t>2-3</a:t>
            </a:r>
            <a:r>
              <a:rPr lang="zh-CN" altLang="zh-CN" sz="2400" dirty="0"/>
              <a:t>倍，以削弱敌军的利用。而受准用户可同时接收卫星发出的加密的编码校准参数</a:t>
            </a:r>
            <a:r>
              <a:rPr lang="en-US" altLang="zh-CN" sz="2400" dirty="0"/>
              <a:t>;</a:t>
            </a:r>
            <a:r>
              <a:rPr lang="zh-CN" altLang="zh-CN" sz="2400" dirty="0"/>
              <a:t>通过专用软件或硬件以消除</a:t>
            </a:r>
            <a:r>
              <a:rPr lang="en-US" altLang="zh-CN" sz="2400" dirty="0"/>
              <a:t>SA</a:t>
            </a:r>
            <a:r>
              <a:rPr lang="zh-CN" altLang="zh-CN" sz="2400" dirty="0"/>
              <a:t>引入的误差。</a:t>
            </a:r>
            <a:r>
              <a:rPr lang="zh-CN" altLang="zh-CN" sz="2400" dirty="0">
                <a:solidFill>
                  <a:srgbClr val="FF0000"/>
                </a:solidFill>
              </a:rPr>
              <a:t>一般在无</a:t>
            </a:r>
            <a:r>
              <a:rPr lang="en-US" altLang="zh-CN" sz="2400" dirty="0">
                <a:solidFill>
                  <a:srgbClr val="FF0000"/>
                </a:solidFill>
              </a:rPr>
              <a:t>SA</a:t>
            </a:r>
            <a:r>
              <a:rPr lang="zh-CN" altLang="zh-CN" sz="2400" dirty="0">
                <a:solidFill>
                  <a:srgbClr val="FF0000"/>
                </a:solidFill>
              </a:rPr>
              <a:t>时，</a:t>
            </a:r>
            <a:r>
              <a:rPr lang="en-US" altLang="zh-CN" sz="2400" dirty="0">
                <a:solidFill>
                  <a:srgbClr val="FF0000"/>
                </a:solidFill>
              </a:rPr>
              <a:t>SPS</a:t>
            </a:r>
            <a:r>
              <a:rPr lang="zh-CN" altLang="zh-CN" sz="2400" dirty="0">
                <a:solidFill>
                  <a:srgbClr val="FF0000"/>
                </a:solidFill>
              </a:rPr>
              <a:t>实际定位精度可达</a:t>
            </a:r>
            <a:r>
              <a:rPr lang="en-US" altLang="zh-CN" sz="2400" dirty="0">
                <a:solidFill>
                  <a:srgbClr val="FF0000"/>
                </a:solidFill>
              </a:rPr>
              <a:t>20 -40m</a:t>
            </a:r>
            <a:r>
              <a:rPr lang="zh-CN" altLang="zh-CN" sz="2400" dirty="0">
                <a:solidFill>
                  <a:srgbClr val="FF0000"/>
                </a:solidFill>
              </a:rPr>
              <a:t>。而有</a:t>
            </a:r>
            <a:r>
              <a:rPr lang="en-US" altLang="zh-CN" sz="2400" dirty="0">
                <a:solidFill>
                  <a:srgbClr val="FF0000"/>
                </a:solidFill>
              </a:rPr>
              <a:t>SA</a:t>
            </a:r>
            <a:r>
              <a:rPr lang="zh-CN" altLang="zh-CN" sz="2400" dirty="0">
                <a:solidFill>
                  <a:srgbClr val="FF0000"/>
                </a:solidFill>
              </a:rPr>
              <a:t>时，实际定位精度在</a:t>
            </a:r>
            <a:r>
              <a:rPr lang="en-US" altLang="zh-CN" sz="2400" dirty="0">
                <a:solidFill>
                  <a:srgbClr val="FF0000"/>
                </a:solidFill>
              </a:rPr>
              <a:t>100m</a:t>
            </a:r>
            <a:r>
              <a:rPr lang="zh-CN" altLang="zh-CN" sz="2400" dirty="0">
                <a:solidFill>
                  <a:srgbClr val="FF0000"/>
                </a:solidFill>
              </a:rPr>
              <a:t>以内</a:t>
            </a:r>
            <a:r>
              <a:rPr lang="zh-CN" altLang="zh-CN" sz="2400" dirty="0"/>
              <a:t>。为进一步提高定位精度，且消除</a:t>
            </a:r>
            <a:r>
              <a:rPr lang="en-US" altLang="zh-CN" sz="2400" dirty="0"/>
              <a:t>SA</a:t>
            </a:r>
            <a:r>
              <a:rPr lang="zh-CN" altLang="zh-CN" sz="2400" dirty="0"/>
              <a:t>的影响，可采用差分</a:t>
            </a:r>
            <a:r>
              <a:rPr lang="en-US" altLang="zh-CN" sz="2400" dirty="0"/>
              <a:t>GPS (DGPS) </a:t>
            </a:r>
            <a:r>
              <a:rPr lang="zh-CN" altLang="zh-CN" sz="2400" dirty="0"/>
              <a:t>，获得</a:t>
            </a:r>
            <a:r>
              <a:rPr lang="en-US" altLang="zh-CN" sz="2400" dirty="0"/>
              <a:t>1 -5m</a:t>
            </a:r>
            <a:r>
              <a:rPr lang="zh-CN" altLang="zh-CN" sz="2400" dirty="0"/>
              <a:t>定位精度。</a:t>
            </a:r>
          </a:p>
          <a:p>
            <a:r>
              <a:rPr lang="en-US" altLang="zh-CN" dirty="0"/>
              <a:t> </a:t>
            </a:r>
            <a:endParaRPr lang="zh-CN" altLang="zh-CN" dirty="0"/>
          </a:p>
          <a:p>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zh-CN" sz="2800" dirty="0"/>
              <a:t>美国国防部可引</a:t>
            </a:r>
            <a:r>
              <a:rPr lang="zh-CN" altLang="en-US" sz="2800" dirty="0"/>
              <a:t>入</a:t>
            </a:r>
            <a:r>
              <a:rPr lang="zh-CN" altLang="zh-CN" sz="2800" dirty="0">
                <a:solidFill>
                  <a:srgbClr val="FF0000"/>
                </a:solidFill>
              </a:rPr>
              <a:t>选择可用性</a:t>
            </a:r>
            <a:r>
              <a:rPr lang="en-US" altLang="zh-CN" sz="2800" dirty="0" smtClean="0">
                <a:solidFill>
                  <a:srgbClr val="FF0000"/>
                </a:solidFill>
              </a:rPr>
              <a:t>(</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r>
              <a:rPr lang="en-US" altLang="zh-CN" sz="2800" dirty="0" smtClean="0">
                <a:solidFill>
                  <a:srgbClr val="FF0000"/>
                </a:solidFill>
              </a:rPr>
              <a:t>)</a:t>
            </a:r>
            <a:r>
              <a:rPr lang="zh-CN" altLang="zh-CN" sz="2800" dirty="0">
                <a:solidFill>
                  <a:srgbClr val="FF0000"/>
                </a:solidFill>
              </a:rPr>
              <a:t>措施</a:t>
            </a:r>
            <a:r>
              <a:rPr lang="zh-CN" altLang="zh-CN" sz="2800" dirty="0"/>
              <a:t>，即人为引入卫星时钟偏离值等方法，从而使未受准用户的伪距测量引入误差，而降低采用</a:t>
            </a:r>
            <a:r>
              <a:rPr lang="en-US" altLang="zh-CN" sz="2800" dirty="0"/>
              <a:t>C/A</a:t>
            </a:r>
            <a:r>
              <a:rPr lang="zh-CN" altLang="zh-CN" sz="2800" dirty="0"/>
              <a:t>码定位的精度，一般可降低</a:t>
            </a:r>
            <a:r>
              <a:rPr lang="en-US" altLang="zh-CN" sz="2800" dirty="0"/>
              <a:t>2-3</a:t>
            </a:r>
            <a:r>
              <a:rPr lang="zh-CN" altLang="zh-CN" sz="2800" dirty="0"/>
              <a:t>倍，以削弱敌军的利用。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        </a:t>
            </a:r>
            <a:r>
              <a:rPr lang="en-US" altLang="zh-CN" dirty="0" smtClean="0">
                <a:solidFill>
                  <a:srgbClr val="FF0000"/>
                </a:solidFill>
              </a:rPr>
              <a:t>SA</a:t>
            </a:r>
            <a:r>
              <a:rPr lang="zh-CN" altLang="zh-CN" dirty="0">
                <a:solidFill>
                  <a:srgbClr val="FF0000"/>
                </a:solidFill>
              </a:rPr>
              <a:t>是指通过</a:t>
            </a:r>
            <a:r>
              <a:rPr lang="zh-CN" altLang="zh-CN" dirty="0">
                <a:solidFill>
                  <a:srgbClr val="0000FF"/>
                </a:solidFill>
              </a:rPr>
              <a:t>抖动星钟</a:t>
            </a:r>
            <a:r>
              <a:rPr lang="en-US" altLang="zh-CN" dirty="0">
                <a:solidFill>
                  <a:srgbClr val="0000FF"/>
                </a:solidFill>
              </a:rPr>
              <a:t>(</a:t>
            </a:r>
            <a:r>
              <a:rPr lang="zh-CN" altLang="zh-CN" dirty="0">
                <a:solidFill>
                  <a:srgbClr val="0000FF"/>
                </a:solidFill>
              </a:rPr>
              <a:t>δ</a:t>
            </a:r>
            <a:r>
              <a:rPr lang="en-US" altLang="zh-CN" dirty="0">
                <a:solidFill>
                  <a:srgbClr val="0000FF"/>
                </a:solidFill>
              </a:rPr>
              <a:t>-</a:t>
            </a:r>
            <a:r>
              <a:rPr lang="zh-CN" altLang="zh-CN" dirty="0">
                <a:solidFill>
                  <a:srgbClr val="0000FF"/>
                </a:solidFill>
              </a:rPr>
              <a:t>过程</a:t>
            </a:r>
            <a:r>
              <a:rPr lang="en-US" altLang="zh-CN" dirty="0">
                <a:solidFill>
                  <a:srgbClr val="0000FF"/>
                </a:solidFill>
              </a:rPr>
              <a:t>)</a:t>
            </a:r>
            <a:r>
              <a:rPr lang="zh-CN" altLang="zh-CN" dirty="0">
                <a:solidFill>
                  <a:srgbClr val="FF0000"/>
                </a:solidFill>
              </a:rPr>
              <a:t>和</a:t>
            </a:r>
            <a:r>
              <a:rPr lang="zh-CN" altLang="zh-CN" dirty="0">
                <a:solidFill>
                  <a:srgbClr val="0000FF"/>
                </a:solidFill>
              </a:rPr>
              <a:t>扰动星历数据</a:t>
            </a:r>
            <a:r>
              <a:rPr lang="en-US" altLang="zh-CN" dirty="0">
                <a:solidFill>
                  <a:srgbClr val="0000FF"/>
                </a:solidFill>
              </a:rPr>
              <a:t>(</a:t>
            </a:r>
            <a:r>
              <a:rPr lang="zh-CN" altLang="zh-CN" dirty="0">
                <a:solidFill>
                  <a:srgbClr val="0000FF"/>
                </a:solidFill>
              </a:rPr>
              <a:t>ε</a:t>
            </a:r>
            <a:r>
              <a:rPr lang="en-US" altLang="zh-CN" dirty="0">
                <a:solidFill>
                  <a:srgbClr val="0000FF"/>
                </a:solidFill>
              </a:rPr>
              <a:t>-</a:t>
            </a:r>
            <a:r>
              <a:rPr lang="zh-CN" altLang="zh-CN" dirty="0">
                <a:solidFill>
                  <a:srgbClr val="0000FF"/>
                </a:solidFill>
              </a:rPr>
              <a:t>过程</a:t>
            </a:r>
            <a:r>
              <a:rPr lang="en-US" altLang="zh-CN" dirty="0">
                <a:solidFill>
                  <a:srgbClr val="0000FF"/>
                </a:solidFill>
              </a:rPr>
              <a:t>)</a:t>
            </a:r>
            <a:r>
              <a:rPr lang="zh-CN" altLang="zh-CN" dirty="0">
                <a:solidFill>
                  <a:srgbClr val="FF0000"/>
                </a:solidFill>
              </a:rPr>
              <a:t>达到降低</a:t>
            </a:r>
            <a:r>
              <a:rPr lang="en-US" altLang="zh-CN" dirty="0">
                <a:solidFill>
                  <a:srgbClr val="FF0000"/>
                </a:solidFill>
              </a:rPr>
              <a:t>C/A</a:t>
            </a:r>
            <a:r>
              <a:rPr lang="zh-CN" altLang="zh-CN" dirty="0">
                <a:solidFill>
                  <a:srgbClr val="FF0000"/>
                </a:solidFill>
              </a:rPr>
              <a:t>码标准定位服务精度的一种人为措施</a:t>
            </a:r>
            <a:r>
              <a:rPr lang="zh-CN" altLang="zh-CN" dirty="0"/>
              <a:t>。卫星钟影响测距精度，星历数据影响卫星位置精度，这两者都是用户获得高定位的关键因素。 </a:t>
            </a:r>
          </a:p>
          <a:p>
            <a:r>
              <a:rPr lang="en-US" altLang="zh-CN" dirty="0" smtClean="0"/>
              <a:t>        </a:t>
            </a:r>
            <a:r>
              <a:rPr lang="zh-CN" altLang="zh-CN" dirty="0" smtClean="0"/>
              <a:t>δ</a:t>
            </a:r>
            <a:r>
              <a:rPr lang="en-US" altLang="zh-CN" dirty="0"/>
              <a:t>-</a:t>
            </a:r>
            <a:r>
              <a:rPr lang="zh-CN" altLang="zh-CN" dirty="0"/>
              <a:t>过程就是人为地在星钟基频上引入一个变化的抖动偏差。由于基频抖动，致使采用码伪距和载波相位伪距的测量受到较大影响。但当两部接收机导出的伪距相减</a:t>
            </a:r>
            <a:r>
              <a:rPr lang="en-US" altLang="zh-CN" dirty="0"/>
              <a:t>(</a:t>
            </a:r>
            <a:r>
              <a:rPr lang="zh-CN" altLang="zh-CN" dirty="0"/>
              <a:t>差分</a:t>
            </a:r>
            <a:r>
              <a:rPr lang="en-US" altLang="zh-CN" dirty="0"/>
              <a:t>) </a:t>
            </a:r>
            <a:r>
              <a:rPr lang="zh-CN" altLang="zh-CN" dirty="0"/>
              <a:t>时，这种抖动的影响在很大程度上被消除了。这就是人们如火如荼地研究</a:t>
            </a:r>
            <a:r>
              <a:rPr lang="en-US" altLang="zh-CN" dirty="0"/>
              <a:t>DGPS (</a:t>
            </a:r>
            <a:r>
              <a:rPr lang="zh-CN" altLang="zh-CN" dirty="0"/>
              <a:t>差分</a:t>
            </a:r>
            <a:r>
              <a:rPr lang="en-US" altLang="zh-CN" dirty="0"/>
              <a:t>GPS)</a:t>
            </a:r>
            <a:r>
              <a:rPr lang="zh-CN" altLang="zh-CN" dirty="0"/>
              <a:t>、</a:t>
            </a:r>
            <a:r>
              <a:rPr lang="en-US" altLang="zh-CN" dirty="0"/>
              <a:t>WDGPS (</a:t>
            </a:r>
            <a:r>
              <a:rPr lang="zh-CN" altLang="zh-CN" dirty="0"/>
              <a:t>广域差分</a:t>
            </a:r>
            <a:r>
              <a:rPr lang="en-US" altLang="zh-CN" dirty="0"/>
              <a:t>GPS)</a:t>
            </a:r>
            <a:r>
              <a:rPr lang="zh-CN" altLang="zh-CN" dirty="0"/>
              <a:t>、</a:t>
            </a:r>
            <a:r>
              <a:rPr lang="en-US" altLang="zh-CN" dirty="0"/>
              <a:t>WAAS (</a:t>
            </a:r>
            <a:r>
              <a:rPr lang="zh-CN" altLang="zh-CN" dirty="0"/>
              <a:t>广域增强系统</a:t>
            </a:r>
            <a:r>
              <a:rPr lang="en-US" altLang="zh-CN" dirty="0"/>
              <a:t>)</a:t>
            </a:r>
            <a:r>
              <a:rPr lang="zh-CN" altLang="zh-CN" dirty="0"/>
              <a:t>、</a:t>
            </a:r>
            <a:r>
              <a:rPr lang="en-US" altLang="zh-CN" dirty="0"/>
              <a:t>LAAS (</a:t>
            </a:r>
            <a:r>
              <a:rPr lang="zh-CN" altLang="zh-CN" dirty="0"/>
              <a:t>局域增强系统</a:t>
            </a:r>
            <a:r>
              <a:rPr lang="en-US" altLang="zh-CN" dirty="0"/>
              <a:t>)</a:t>
            </a:r>
            <a:r>
              <a:rPr lang="zh-CN" altLang="zh-CN" dirty="0"/>
              <a:t>的主要原因。 </a:t>
            </a:r>
          </a:p>
          <a:p>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zh-CN" dirty="0"/>
              <a:t>拒绝利用的措施 </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smtClean="0"/>
              <a:t>        </a:t>
            </a:r>
            <a:r>
              <a:rPr lang="zh-CN" altLang="zh-CN" dirty="0" smtClean="0"/>
              <a:t>美国</a:t>
            </a:r>
            <a:r>
              <a:rPr lang="zh-CN" altLang="zh-CN" dirty="0"/>
              <a:t>政府保证</a:t>
            </a:r>
            <a:r>
              <a:rPr lang="en-US" altLang="zh-CN" dirty="0"/>
              <a:t>C/A</a:t>
            </a:r>
            <a:r>
              <a:rPr lang="zh-CN" altLang="zh-CN" dirty="0"/>
              <a:t>码在国际范围内公开使用，不保密，提供民用，并不收费用。这是因为</a:t>
            </a:r>
            <a:r>
              <a:rPr lang="en-US" altLang="zh-CN" dirty="0"/>
              <a:t>C/A</a:t>
            </a:r>
            <a:r>
              <a:rPr lang="zh-CN" altLang="zh-CN" dirty="0"/>
              <a:t>码短，易破译，对</a:t>
            </a:r>
            <a:r>
              <a:rPr lang="en-US" altLang="zh-CN" dirty="0"/>
              <a:t>C/A</a:t>
            </a:r>
            <a:r>
              <a:rPr lang="zh-CN" altLang="zh-CN" dirty="0"/>
              <a:t>码实行保密意义不大。并且如果对其加密，则需不定</a:t>
            </a:r>
            <a:r>
              <a:rPr lang="zh-CN" altLang="zh-CN" dirty="0" smtClean="0"/>
              <a:t>期</a:t>
            </a:r>
            <a:r>
              <a:rPr lang="zh-CN" altLang="zh-CN" dirty="0"/>
              <a:t>地更换伪码序列图案或信息格式，则要求允许使用</a:t>
            </a:r>
            <a:r>
              <a:rPr lang="en-US" altLang="zh-CN" dirty="0"/>
              <a:t>C/A</a:t>
            </a:r>
            <a:r>
              <a:rPr lang="zh-CN" altLang="zh-CN" dirty="0"/>
              <a:t>码的用户须同步地更换其接收的译码器或软件，由于用户众多，覆盖全球，很难保证不出现差错。 </a:t>
            </a:r>
          </a:p>
          <a:p>
            <a:r>
              <a:rPr lang="en-US" altLang="zh-CN" dirty="0" smtClean="0"/>
              <a:t>        </a:t>
            </a:r>
            <a:r>
              <a:rPr lang="zh-CN" altLang="zh-CN" dirty="0" smtClean="0"/>
              <a:t>对于</a:t>
            </a:r>
            <a:r>
              <a:rPr lang="en-US" altLang="zh-CN" dirty="0"/>
              <a:t>P</a:t>
            </a:r>
            <a:r>
              <a:rPr lang="zh-CN" altLang="zh-CN" dirty="0"/>
              <a:t>码，主要用于美国部队和其友军部队，以提高其定位精度和导航能力。由于</a:t>
            </a:r>
            <a:r>
              <a:rPr lang="en-US" altLang="zh-CN" dirty="0"/>
              <a:t>P</a:t>
            </a:r>
            <a:r>
              <a:rPr lang="zh-CN" altLang="zh-CN" dirty="0"/>
              <a:t>码序列极长，且保密，所以一般用户不能利用</a:t>
            </a:r>
            <a:r>
              <a:rPr lang="en-US" altLang="zh-CN" dirty="0"/>
              <a:t>P</a:t>
            </a:r>
            <a:r>
              <a:rPr lang="zh-CN" altLang="zh-CN" dirty="0"/>
              <a:t>码提供的定位服务。 </a:t>
            </a:r>
          </a:p>
          <a:p>
            <a:r>
              <a:rPr lang="en-US" altLang="zh-CN" dirty="0" smtClean="0"/>
              <a:t>        </a:t>
            </a:r>
            <a:r>
              <a:rPr lang="zh-CN" altLang="zh-CN" dirty="0" smtClean="0"/>
              <a:t>然而</a:t>
            </a:r>
            <a:r>
              <a:rPr lang="zh-CN" altLang="zh-CN" dirty="0"/>
              <a:t>，经过多年的摸索，不少民用用户逐渐掌握和开始使用</a:t>
            </a:r>
            <a:r>
              <a:rPr lang="en-US" altLang="zh-CN" dirty="0"/>
              <a:t>P</a:t>
            </a:r>
            <a:r>
              <a:rPr lang="zh-CN" altLang="zh-CN" dirty="0"/>
              <a:t>码，因此美国军方又出台了所谓</a:t>
            </a:r>
            <a:r>
              <a:rPr lang="en-US" altLang="zh-CN" dirty="0">
                <a:highlight>
                  <a:srgbClr val="FFFF00"/>
                </a:highlight>
              </a:rPr>
              <a:t>A-S</a:t>
            </a:r>
            <a:r>
              <a:rPr lang="zh-CN" altLang="zh-CN" dirty="0">
                <a:highlight>
                  <a:srgbClr val="FFFF00"/>
                </a:highlight>
              </a:rPr>
              <a:t>措施</a:t>
            </a:r>
            <a:r>
              <a:rPr lang="zh-CN" altLang="zh-CN" dirty="0"/>
              <a:t>，对</a:t>
            </a:r>
            <a:r>
              <a:rPr lang="en-US" altLang="zh-CN" dirty="0"/>
              <a:t>P</a:t>
            </a:r>
            <a:r>
              <a:rPr lang="zh-CN" altLang="zh-CN" dirty="0"/>
              <a:t>码加密，使敌方设计的</a:t>
            </a:r>
            <a:r>
              <a:rPr lang="en-US" altLang="zh-CN" dirty="0"/>
              <a:t>P</a:t>
            </a:r>
            <a:r>
              <a:rPr lang="zh-CN" altLang="zh-CN" dirty="0"/>
              <a:t>码接收机再不能直接定位。 </a:t>
            </a:r>
          </a:p>
          <a:p>
            <a:r>
              <a:rPr lang="en-US" altLang="zh-CN" dirty="0"/>
              <a:t> </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3553097" y="613954"/>
            <a:ext cx="4976949" cy="666206"/>
          </a:xfrm>
          <a:prstGeom prst="round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914400" y="648789"/>
            <a:ext cx="10363200" cy="712304"/>
          </a:xfrm>
        </p:spPr>
        <p:txBody>
          <a:bodyPr/>
          <a:lstStyle/>
          <a:p>
            <a:pPr algn="ctr"/>
            <a:r>
              <a:rPr lang="en-US" altLang="zh-CN" dirty="0">
                <a:solidFill>
                  <a:schemeClr val="bg1"/>
                </a:solidFill>
              </a:rPr>
              <a:t>GPS</a:t>
            </a:r>
            <a:r>
              <a:rPr lang="zh-CN" altLang="zh-CN" dirty="0">
                <a:solidFill>
                  <a:schemeClr val="bg1"/>
                </a:solidFill>
              </a:rPr>
              <a:t>欺骗与反欺骗 </a:t>
            </a:r>
            <a:r>
              <a:rPr lang="zh-CN" altLang="zh-CN" dirty="0"/>
              <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smtClean="0"/>
              <a:t>        </a:t>
            </a:r>
            <a:r>
              <a:rPr lang="zh-CN" altLang="zh-CN" dirty="0" smtClean="0"/>
              <a:t>干扰</a:t>
            </a:r>
            <a:r>
              <a:rPr lang="zh-CN" altLang="zh-CN" dirty="0"/>
              <a:t>者可以向</a:t>
            </a:r>
            <a:r>
              <a:rPr lang="en-US" altLang="zh-CN" dirty="0"/>
              <a:t>GPS</a:t>
            </a:r>
            <a:r>
              <a:rPr lang="zh-CN" altLang="zh-CN" dirty="0"/>
              <a:t>接收机发送欺骗</a:t>
            </a:r>
            <a:r>
              <a:rPr lang="en-US" altLang="zh-CN" dirty="0"/>
              <a:t>C/A</a:t>
            </a:r>
            <a:r>
              <a:rPr lang="zh-CN" altLang="zh-CN" dirty="0"/>
              <a:t>码或</a:t>
            </a:r>
            <a:r>
              <a:rPr lang="en-US" altLang="zh-CN" dirty="0"/>
              <a:t>P</a:t>
            </a:r>
            <a:r>
              <a:rPr lang="zh-CN" altLang="zh-CN" dirty="0"/>
              <a:t>码，使接收机给出错误的定位值，达到欺骗的目的。 </a:t>
            </a:r>
          </a:p>
          <a:p>
            <a:r>
              <a:rPr lang="en-US" altLang="zh-CN" dirty="0" smtClean="0"/>
              <a:t>        GPS</a:t>
            </a:r>
            <a:r>
              <a:rPr lang="zh-CN" altLang="zh-CN" dirty="0"/>
              <a:t>的</a:t>
            </a:r>
            <a:r>
              <a:rPr lang="zh-CN" altLang="zh-CN" dirty="0">
                <a:highlight>
                  <a:srgbClr val="FFFF00"/>
                </a:highlight>
              </a:rPr>
              <a:t>反电子欺骗</a:t>
            </a:r>
            <a:r>
              <a:rPr lang="en-US" altLang="zh-CN" dirty="0">
                <a:highlight>
                  <a:srgbClr val="FFFF00"/>
                </a:highlight>
              </a:rPr>
              <a:t>(A- S)</a:t>
            </a:r>
            <a:r>
              <a:rPr lang="zh-CN" altLang="zh-CN" dirty="0"/>
              <a:t>的方法如下</a:t>
            </a:r>
            <a:r>
              <a:rPr lang="en-US" altLang="zh-CN" dirty="0"/>
              <a:t>:</a:t>
            </a:r>
            <a:endParaRPr lang="zh-CN" altLang="zh-CN" dirty="0"/>
          </a:p>
          <a:p>
            <a:r>
              <a:rPr lang="zh-CN" altLang="zh-CN" dirty="0"/>
              <a:t>通过将</a:t>
            </a:r>
            <a:r>
              <a:rPr lang="en-US" altLang="zh-CN" dirty="0"/>
              <a:t>P</a:t>
            </a:r>
            <a:r>
              <a:rPr lang="zh-CN" altLang="zh-CN" dirty="0"/>
              <a:t>码和</a:t>
            </a:r>
            <a:r>
              <a:rPr lang="zh-CN" altLang="zh-CN" dirty="0">
                <a:highlight>
                  <a:srgbClr val="00FF00"/>
                </a:highlight>
              </a:rPr>
              <a:t>密钥</a:t>
            </a:r>
            <a:r>
              <a:rPr lang="en-US" altLang="zh-CN" dirty="0">
                <a:highlight>
                  <a:srgbClr val="00FF00"/>
                </a:highlight>
              </a:rPr>
              <a:t>W</a:t>
            </a:r>
            <a:r>
              <a:rPr lang="zh-CN" altLang="zh-CN" dirty="0"/>
              <a:t>码进行模</a:t>
            </a:r>
            <a:r>
              <a:rPr lang="en-US" altLang="zh-CN" dirty="0"/>
              <a:t>2</a:t>
            </a:r>
            <a:r>
              <a:rPr lang="zh-CN" altLang="zh-CN" dirty="0"/>
              <a:t>求和，形成</a:t>
            </a:r>
            <a:r>
              <a:rPr lang="en-US" altLang="zh-CN" dirty="0">
                <a:solidFill>
                  <a:srgbClr val="FF0000"/>
                </a:solidFill>
              </a:rPr>
              <a:t>Y</a:t>
            </a:r>
            <a:r>
              <a:rPr lang="zh-CN" altLang="zh-CN" dirty="0">
                <a:solidFill>
                  <a:srgbClr val="FF0000"/>
                </a:solidFill>
              </a:rPr>
              <a:t>码</a:t>
            </a:r>
            <a:r>
              <a:rPr lang="en-US" altLang="zh-CN" dirty="0"/>
              <a:t>(Y = P</a:t>
            </a:r>
            <a:r>
              <a:rPr lang="zh-CN" altLang="zh-CN" dirty="0"/>
              <a:t>⊕</a:t>
            </a:r>
            <a:r>
              <a:rPr lang="en-US" altLang="zh-CN" dirty="0"/>
              <a:t>W)</a:t>
            </a:r>
            <a:r>
              <a:rPr lang="zh-CN" altLang="zh-CN" dirty="0"/>
              <a:t>。于是，载波</a:t>
            </a:r>
            <a:r>
              <a:rPr lang="en-US" altLang="zh-CN" dirty="0"/>
              <a:t>L</a:t>
            </a:r>
            <a:r>
              <a:rPr lang="en-US" altLang="zh-CN" baseline="-25000" dirty="0"/>
              <a:t>1</a:t>
            </a:r>
            <a:r>
              <a:rPr lang="zh-CN" altLang="zh-CN" dirty="0"/>
              <a:t>和</a:t>
            </a:r>
            <a:r>
              <a:rPr lang="en-US" altLang="zh-CN" dirty="0"/>
              <a:t>L</a:t>
            </a:r>
            <a:r>
              <a:rPr lang="en-US" altLang="zh-CN" baseline="-25000" dirty="0"/>
              <a:t>2</a:t>
            </a:r>
            <a:r>
              <a:rPr lang="zh-CN" altLang="zh-CN" dirty="0"/>
              <a:t>上的</a:t>
            </a:r>
            <a:r>
              <a:rPr lang="en-US" altLang="zh-CN" dirty="0"/>
              <a:t>P</a:t>
            </a:r>
            <a:r>
              <a:rPr lang="zh-CN" altLang="zh-CN" dirty="0"/>
              <a:t>码便被未知的</a:t>
            </a:r>
            <a:r>
              <a:rPr lang="en-US" altLang="zh-CN" dirty="0"/>
              <a:t>Y</a:t>
            </a:r>
            <a:r>
              <a:rPr lang="zh-CN" altLang="zh-CN" dirty="0"/>
              <a:t>码代替。敌方不知道</a:t>
            </a:r>
            <a:r>
              <a:rPr lang="en-US" altLang="zh-CN" dirty="0"/>
              <a:t> W</a:t>
            </a:r>
            <a:r>
              <a:rPr lang="zh-CN" altLang="zh-CN" dirty="0"/>
              <a:t>码，很难从</a:t>
            </a:r>
            <a:r>
              <a:rPr lang="en-US" altLang="zh-CN" dirty="0"/>
              <a:t>Y</a:t>
            </a:r>
            <a:r>
              <a:rPr lang="zh-CN" altLang="zh-CN" dirty="0"/>
              <a:t>码中提取出</a:t>
            </a:r>
            <a:r>
              <a:rPr lang="en-US" altLang="zh-CN" dirty="0"/>
              <a:t>P</a:t>
            </a:r>
            <a:r>
              <a:rPr lang="zh-CN" altLang="zh-CN" dirty="0"/>
              <a:t>码。没有</a:t>
            </a:r>
            <a:r>
              <a:rPr lang="en-US" altLang="zh-CN" dirty="0"/>
              <a:t>P</a:t>
            </a:r>
            <a:r>
              <a:rPr lang="zh-CN" altLang="zh-CN" dirty="0"/>
              <a:t>码便不能实施欺骗，因为欺骗用的</a:t>
            </a:r>
            <a:r>
              <a:rPr lang="en-US" altLang="zh-CN" dirty="0"/>
              <a:t>P</a:t>
            </a:r>
            <a:r>
              <a:rPr lang="zh-CN" altLang="zh-CN" dirty="0"/>
              <a:t>码和实际信号用的</a:t>
            </a:r>
            <a:r>
              <a:rPr lang="en-US" altLang="zh-CN" dirty="0"/>
              <a:t>P</a:t>
            </a:r>
            <a:r>
              <a:rPr lang="zh-CN" altLang="zh-CN" dirty="0"/>
              <a:t>码不是同一伪码序列图案</a:t>
            </a:r>
            <a:r>
              <a:rPr lang="en-US" altLang="zh-CN" dirty="0"/>
              <a:t>(</a:t>
            </a:r>
            <a:r>
              <a:rPr lang="zh-CN" altLang="zh-CN" dirty="0"/>
              <a:t>或者说两者几乎不可能对应</a:t>
            </a:r>
            <a:r>
              <a:rPr lang="zh-CN" altLang="en-US" dirty="0"/>
              <a:t>；</a:t>
            </a:r>
            <a:r>
              <a:rPr lang="zh-CN" altLang="zh-CN" dirty="0"/>
              <a:t>对应是小概率或偶然事件，通常不考虑</a:t>
            </a:r>
            <a:r>
              <a:rPr lang="en-US" altLang="zh-CN" dirty="0"/>
              <a:t>) </a:t>
            </a:r>
            <a:r>
              <a:rPr lang="zh-CN" altLang="zh-CN" dirty="0"/>
              <a:t>，因而接收机不能给出定位数据</a:t>
            </a:r>
            <a:r>
              <a:rPr lang="en-US" altLang="zh-CN" dirty="0"/>
              <a:t>(</a:t>
            </a:r>
            <a:r>
              <a:rPr lang="zh-CN" altLang="zh-CN" dirty="0"/>
              <a:t>即不能实现</a:t>
            </a:r>
            <a:r>
              <a:rPr lang="en-US" altLang="zh-CN" dirty="0"/>
              <a:t>PPS</a:t>
            </a:r>
            <a:r>
              <a:rPr lang="zh-CN" altLang="zh-CN" dirty="0"/>
              <a:t>定位</a:t>
            </a:r>
            <a:r>
              <a:rPr lang="en-US" altLang="zh-CN" dirty="0"/>
              <a:t>)</a:t>
            </a:r>
            <a:r>
              <a:rPr lang="zh-CN" altLang="zh-CN" dirty="0"/>
              <a:t>。 </a:t>
            </a:r>
          </a:p>
          <a:p>
            <a:r>
              <a:rPr lang="en-US" altLang="zh-CN" dirty="0"/>
              <a:t> </a:t>
            </a:r>
            <a:endParaRPr lang="zh-CN" altLang="zh-CN" dirty="0"/>
          </a:p>
          <a:p>
            <a:endParaRPr lang="zh-CN" altLang="en-US" dirty="0"/>
          </a:p>
        </p:txBody>
      </p:sp>
      <mc:AlternateContent xmlns:mc="http://schemas.openxmlformats.org/markup-compatibility/2006">
        <mc:Choice xmlns:p14="http://schemas.microsoft.com/office/powerpoint/2010/main" Requires="p14">
          <p:contentPart p14:bwMode="auto" r:id="rId2">
            <p14:nvContentPartPr>
              <p14:cNvPr id="5" name="墨迹 4"/>
              <p14:cNvContentPartPr/>
              <p14:nvPr/>
            </p14:nvContentPartPr>
            <p14:xfrm>
              <a:off x="7020000" y="2714760"/>
              <a:ext cx="3124440" cy="895680"/>
            </p14:xfrm>
          </p:contentPart>
        </mc:Choice>
        <mc:Fallback>
          <p:pic>
            <p:nvPicPr>
              <p:cNvPr id="5" name="墨迹 4"/>
              <p:cNvPicPr/>
              <p:nvPr/>
            </p:nvPicPr>
            <p:blipFill>
              <a:blip r:embed="rId3"/>
              <a:stretch>
                <a:fillRect/>
              </a:stretch>
            </p:blipFill>
            <p:spPr>
              <a:xfrm>
                <a:off x="7010640" y="2705400"/>
                <a:ext cx="3143160" cy="914400"/>
              </a:xfrm>
              <a:prstGeom prst="rect">
                <a:avLst/>
              </a:prstGeom>
            </p:spPr>
          </p:pic>
        </mc:Fallback>
      </mc:AlternateContent>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2913017" y="522514"/>
            <a:ext cx="6374674" cy="770709"/>
          </a:xfrm>
          <a:prstGeom prst="round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pPr algn="ctr"/>
            <a:r>
              <a:rPr lang="en-US" altLang="zh-CN" dirty="0">
                <a:solidFill>
                  <a:schemeClr val="bg1"/>
                </a:solidFill>
              </a:rPr>
              <a:t>GPS</a:t>
            </a:r>
            <a:r>
              <a:rPr lang="zh-CN" altLang="zh-CN" dirty="0">
                <a:solidFill>
                  <a:schemeClr val="bg1"/>
                </a:solidFill>
              </a:rPr>
              <a:t>电子干扰与反干扰 </a:t>
            </a:r>
            <a:r>
              <a:rPr lang="zh-CN" altLang="zh-CN" dirty="0"/>
              <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smtClean="0"/>
              <a:t>        </a:t>
            </a:r>
            <a:r>
              <a:rPr lang="zh-CN" altLang="zh-CN" dirty="0" smtClean="0"/>
              <a:t>导航卫星</a:t>
            </a:r>
            <a:r>
              <a:rPr lang="zh-CN" altLang="zh-CN" dirty="0"/>
              <a:t>传到地面的信号非常微弱</a:t>
            </a:r>
            <a:r>
              <a:rPr lang="en-US" altLang="zh-CN" dirty="0"/>
              <a:t>(L</a:t>
            </a:r>
            <a:r>
              <a:rPr lang="en-US" altLang="zh-CN" baseline="-25000" dirty="0"/>
              <a:t>1</a:t>
            </a:r>
            <a:r>
              <a:rPr lang="zh-CN" altLang="zh-CN" dirty="0"/>
              <a:t>频率的地表功率约为</a:t>
            </a:r>
            <a:r>
              <a:rPr lang="en-US" altLang="zh-CN" dirty="0"/>
              <a:t>-160dBW</a:t>
            </a:r>
            <a:r>
              <a:rPr lang="zh-CN" altLang="zh-CN" dirty="0"/>
              <a:t>，</a:t>
            </a:r>
            <a:r>
              <a:rPr lang="en-US" altLang="zh-CN" dirty="0"/>
              <a:t>L</a:t>
            </a:r>
            <a:r>
              <a:rPr lang="en-US" altLang="zh-CN" baseline="-25000" dirty="0"/>
              <a:t>2</a:t>
            </a:r>
            <a:r>
              <a:rPr lang="zh-CN" altLang="zh-CN" dirty="0"/>
              <a:t>频率的地表功率约为</a:t>
            </a:r>
            <a:r>
              <a:rPr lang="en-US" altLang="zh-CN" dirty="0"/>
              <a:t>-166dBW) </a:t>
            </a:r>
            <a:r>
              <a:rPr lang="zh-CN" altLang="zh-CN" dirty="0"/>
              <a:t>，非常容易被干扰，是整个</a:t>
            </a:r>
            <a:r>
              <a:rPr lang="en-US" altLang="zh-CN" dirty="0"/>
              <a:t>GPS</a:t>
            </a:r>
            <a:r>
              <a:rPr lang="zh-CN" altLang="zh-CN" dirty="0"/>
              <a:t>系统中最脆弱的环节。因此在争夺导航定位信息的斗争中，干扰与反干扰是敌对双方对抗的焦点。 </a:t>
            </a:r>
          </a:p>
          <a:p>
            <a:endParaRPr lang="zh-CN" alt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zh-CN" dirty="0"/>
              <a:t>电子干扰 </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smtClean="0"/>
              <a:t>        </a:t>
            </a:r>
            <a:r>
              <a:rPr lang="zh-CN" altLang="zh-CN" dirty="0" smtClean="0"/>
              <a:t>对</a:t>
            </a:r>
            <a:r>
              <a:rPr lang="zh-CN" altLang="zh-CN" dirty="0"/>
              <a:t>导航卫星到地面接收机的信号进行干扰，可以扰乱接收机对</a:t>
            </a:r>
            <a:r>
              <a:rPr lang="en-US" altLang="zh-CN" dirty="0"/>
              <a:t>C/A</a:t>
            </a:r>
            <a:r>
              <a:rPr lang="zh-CN" altLang="zh-CN" dirty="0"/>
              <a:t>码、</a:t>
            </a:r>
            <a:r>
              <a:rPr lang="en-US" altLang="zh-CN" dirty="0"/>
              <a:t>P</a:t>
            </a:r>
            <a:r>
              <a:rPr lang="zh-CN" altLang="zh-CN" dirty="0"/>
              <a:t>码和</a:t>
            </a:r>
            <a:r>
              <a:rPr lang="en-US" altLang="zh-CN" dirty="0"/>
              <a:t>Y</a:t>
            </a:r>
            <a:r>
              <a:rPr lang="zh-CN" altLang="zh-CN" dirty="0"/>
              <a:t>码等信息的接收和提取，因而不能进行定位。 </a:t>
            </a:r>
          </a:p>
          <a:p>
            <a:r>
              <a:rPr lang="en-US" altLang="zh-CN" dirty="0"/>
              <a:t>        GPS</a:t>
            </a:r>
            <a:r>
              <a:rPr lang="zh-CN" altLang="zh-CN" dirty="0"/>
              <a:t>的载频</a:t>
            </a:r>
            <a:r>
              <a:rPr lang="en-US" altLang="zh-CN" dirty="0"/>
              <a:t>L</a:t>
            </a:r>
            <a:r>
              <a:rPr lang="en-US" altLang="zh-CN" baseline="-25000" dirty="0"/>
              <a:t>1</a:t>
            </a:r>
            <a:r>
              <a:rPr lang="zh-CN" altLang="zh-CN" dirty="0"/>
              <a:t>、</a:t>
            </a:r>
            <a:r>
              <a:rPr lang="en-US" altLang="zh-CN" dirty="0"/>
              <a:t>L</a:t>
            </a:r>
            <a:r>
              <a:rPr lang="en-US" altLang="zh-CN" baseline="-25000" dirty="0"/>
              <a:t>2</a:t>
            </a:r>
            <a:r>
              <a:rPr lang="zh-CN" altLang="zh-CN" dirty="0"/>
              <a:t>频均为明显的固定频率，只要干扰系统的体制及技术得当，如采用压制式和欺骗性两种干扰体制，就达到事半功倍的效果。 </a:t>
            </a:r>
          </a:p>
          <a:p>
            <a:r>
              <a:rPr lang="en-US" altLang="zh-CN" dirty="0"/>
              <a:t> </a:t>
            </a:r>
            <a:endParaRPr lang="zh-CN" altLang="zh-CN" dirty="0"/>
          </a:p>
          <a:p>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05394" y="609600"/>
            <a:ext cx="10724606" cy="4827105"/>
          </a:xfrm>
        </p:spPr>
        <p:txBody>
          <a:bodyPr/>
          <a:lstStyle/>
          <a:p>
            <a:r>
              <a:rPr lang="en-US" altLang="zh-CN" dirty="0"/>
              <a:t>1)</a:t>
            </a:r>
            <a:r>
              <a:rPr lang="zh-CN" altLang="zh-CN" dirty="0"/>
              <a:t>压制式干扰 </a:t>
            </a:r>
          </a:p>
          <a:p>
            <a:r>
              <a:rPr lang="zh-CN" altLang="zh-CN" dirty="0"/>
              <a:t>压制式干扰有</a:t>
            </a:r>
            <a:r>
              <a:rPr lang="zh-CN" altLang="zh-CN" dirty="0">
                <a:solidFill>
                  <a:srgbClr val="FF0000"/>
                </a:solidFill>
              </a:rPr>
              <a:t>瞄准式、拦阻式和相关式</a:t>
            </a:r>
            <a:r>
              <a:rPr lang="zh-CN" altLang="zh-CN" dirty="0"/>
              <a:t>三种。</a:t>
            </a:r>
          </a:p>
          <a:p>
            <a:r>
              <a:rPr lang="en-US" altLang="zh-CN" sz="2400" dirty="0" smtClean="0">
                <a:solidFill>
                  <a:srgbClr val="0000FF"/>
                </a:solidFill>
              </a:rPr>
              <a:t>(</a:t>
            </a:r>
            <a:r>
              <a:rPr lang="zh-CN" altLang="zh-CN" sz="2400" dirty="0">
                <a:solidFill>
                  <a:srgbClr val="0000FF"/>
                </a:solidFill>
              </a:rPr>
              <a:t>频率</a:t>
            </a:r>
            <a:r>
              <a:rPr lang="en-US" altLang="zh-CN" sz="2400" dirty="0">
                <a:solidFill>
                  <a:srgbClr val="0000FF"/>
                </a:solidFill>
              </a:rPr>
              <a:t>)</a:t>
            </a:r>
            <a:r>
              <a:rPr lang="zh-CN" altLang="zh-CN" sz="2400" dirty="0">
                <a:solidFill>
                  <a:srgbClr val="0000FF"/>
                </a:solidFill>
              </a:rPr>
              <a:t>瞄准式干扰</a:t>
            </a:r>
            <a:r>
              <a:rPr lang="zh-CN" altLang="zh-CN" sz="2400" dirty="0"/>
              <a:t>将干扰载频精确对准</a:t>
            </a:r>
            <a:r>
              <a:rPr lang="en-US" altLang="zh-CN" sz="2400" dirty="0"/>
              <a:t>1575. 42MHz</a:t>
            </a:r>
            <a:r>
              <a:rPr lang="zh-CN" altLang="zh-CN" sz="2400" dirty="0"/>
              <a:t>或者</a:t>
            </a:r>
            <a:r>
              <a:rPr lang="en-US" altLang="zh-CN" sz="2400" dirty="0"/>
              <a:t>1227.6MHz</a:t>
            </a:r>
            <a:r>
              <a:rPr lang="zh-CN" altLang="zh-CN" sz="2400" dirty="0"/>
              <a:t>的</a:t>
            </a:r>
            <a:r>
              <a:rPr lang="en-US" altLang="zh-CN" sz="2400" dirty="0"/>
              <a:t>GPS</a:t>
            </a:r>
            <a:r>
              <a:rPr lang="zh-CN" altLang="zh-CN" sz="2400" dirty="0"/>
              <a:t>卫星载频，并用相同的调制方式和相同的伪码序列进行干扰。</a:t>
            </a:r>
          </a:p>
          <a:p>
            <a:r>
              <a:rPr lang="zh-CN" altLang="zh-CN" sz="2400" dirty="0">
                <a:solidFill>
                  <a:srgbClr val="0000FF"/>
                </a:solidFill>
              </a:rPr>
              <a:t>拦阻式干扰</a:t>
            </a:r>
            <a:r>
              <a:rPr lang="zh-CN" altLang="zh-CN" sz="2400" dirty="0"/>
              <a:t>用一部干扰系统来扰乱该地域出现的全部</a:t>
            </a:r>
            <a:r>
              <a:rPr lang="en-US" altLang="zh-CN" sz="2400" dirty="0"/>
              <a:t>GPS</a:t>
            </a:r>
            <a:r>
              <a:rPr lang="zh-CN" altLang="zh-CN" sz="2400" dirty="0"/>
              <a:t>信号，是实施全面阻塞干扰的最佳技术，它有两种工作体制</a:t>
            </a:r>
            <a:r>
              <a:rPr lang="en-US" altLang="zh-CN" sz="2400" dirty="0"/>
              <a:t>:</a:t>
            </a:r>
            <a:r>
              <a:rPr lang="zh-CN" altLang="zh-CN" sz="2400" dirty="0"/>
              <a:t>单频窄带干扰体制和均匀频谱宽带干扰体制。单频窄带干扰体制的干扰信号到达</a:t>
            </a:r>
            <a:r>
              <a:rPr lang="en-US" altLang="zh-CN" sz="2400" dirty="0"/>
              <a:t>GPS</a:t>
            </a:r>
            <a:r>
              <a:rPr lang="zh-CN" altLang="zh-CN" sz="2400" dirty="0"/>
              <a:t>接收机与伪码调制的宽带本振信号混频后产生宽带干扰信号输出，只有少部分干扰信号能通过窄带滤波器实施干扰。均匀频谱宽带干扰体制采用锯齿宽带和噪声窄带相结合的调频干扰技术，产生宽带均匀并在时域上呈等幅包络的梳状和连续状干扰频谱来全面阻塞干扰</a:t>
            </a:r>
            <a:r>
              <a:rPr lang="en-US" altLang="zh-CN" sz="2400" dirty="0"/>
              <a:t>GPS</a:t>
            </a:r>
            <a:r>
              <a:rPr lang="zh-CN" altLang="zh-CN" sz="2400" dirty="0"/>
              <a:t>接收机</a:t>
            </a:r>
            <a:r>
              <a:rPr lang="zh-CN" altLang="zh-CN" sz="2400" dirty="0" smtClean="0"/>
              <a:t>。</a:t>
            </a:r>
            <a:endParaRPr lang="en-US" altLang="zh-CN" sz="2400" dirty="0" smtClean="0"/>
          </a:p>
          <a:p>
            <a:r>
              <a:rPr lang="zh-CN" altLang="zh-CN" sz="2400" dirty="0" smtClean="0">
                <a:solidFill>
                  <a:srgbClr val="0000FF"/>
                </a:solidFill>
              </a:rPr>
              <a:t>相关</a:t>
            </a:r>
            <a:r>
              <a:rPr lang="zh-CN" altLang="zh-CN" sz="2400" dirty="0">
                <a:solidFill>
                  <a:srgbClr val="0000FF"/>
                </a:solidFill>
              </a:rPr>
              <a:t>式干扰</a:t>
            </a:r>
            <a:r>
              <a:rPr lang="zh-CN" altLang="zh-CN" sz="2400" dirty="0"/>
              <a:t>利用干扰系统的伪码序列与</a:t>
            </a:r>
            <a:r>
              <a:rPr lang="en-US" altLang="zh-CN" sz="2400" dirty="0"/>
              <a:t>GPS</a:t>
            </a:r>
            <a:r>
              <a:rPr lang="zh-CN" altLang="zh-CN" sz="2400" dirty="0"/>
              <a:t>信号的伪码序列间的相关原理，使干扰信号能量通过</a:t>
            </a:r>
            <a:r>
              <a:rPr lang="en-US" altLang="zh-CN" sz="2400" dirty="0"/>
              <a:t>GPS</a:t>
            </a:r>
            <a:r>
              <a:rPr lang="zh-CN" altLang="zh-CN" sz="2400" dirty="0"/>
              <a:t>接收机的窄带滤波器，以较小的干扰功率来实施有效干扰。 </a:t>
            </a:r>
          </a:p>
          <a:p>
            <a:endParaRPr lang="zh-CN" alt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1337" y="430411"/>
            <a:ext cx="10363200" cy="4827105"/>
          </a:xfrm>
        </p:spPr>
        <p:txBody>
          <a:bodyPr/>
          <a:lstStyle/>
          <a:p>
            <a:r>
              <a:rPr lang="en-US" altLang="zh-CN" dirty="0"/>
              <a:t>2)</a:t>
            </a:r>
            <a:r>
              <a:rPr lang="zh-CN" altLang="zh-CN" dirty="0"/>
              <a:t>欺骗式干扰 </a:t>
            </a:r>
          </a:p>
          <a:p>
            <a:r>
              <a:rPr lang="zh-CN" altLang="zh-CN" dirty="0"/>
              <a:t>就工作原理而言，压制式和欺骗性干扰系统是两种不同体制的干扰</a:t>
            </a:r>
            <a:r>
              <a:rPr lang="zh-CN" altLang="zh-CN" dirty="0" smtClean="0"/>
              <a:t>系统</a:t>
            </a:r>
            <a:r>
              <a:rPr lang="zh-CN" altLang="en-US" dirty="0" smtClean="0"/>
              <a:t>：</a:t>
            </a:r>
            <a:endParaRPr lang="zh-CN" altLang="zh-CN" dirty="0"/>
          </a:p>
          <a:p>
            <a:pPr marL="457200" indent="-457200">
              <a:buFont typeface="Wingdings" panose="05000000000000000000" pitchFamily="2" charset="2"/>
              <a:buChar char="ü"/>
            </a:pPr>
            <a:r>
              <a:rPr lang="zh-CN" altLang="zh-CN" dirty="0" smtClean="0"/>
              <a:t>压制</a:t>
            </a:r>
            <a:r>
              <a:rPr lang="zh-CN" altLang="zh-CN" dirty="0"/>
              <a:t>式干扰系统通过发射强功率干扰信号，迫使</a:t>
            </a:r>
            <a:r>
              <a:rPr lang="en-US" altLang="zh-CN" dirty="0"/>
              <a:t>GPS</a:t>
            </a:r>
            <a:r>
              <a:rPr lang="zh-CN" altLang="zh-CN" dirty="0"/>
              <a:t>接收机饱和或无法正常工作</a:t>
            </a:r>
            <a:r>
              <a:rPr lang="en-US" altLang="zh-CN" dirty="0"/>
              <a:t>;</a:t>
            </a:r>
            <a:endParaRPr lang="zh-CN" altLang="zh-CN" dirty="0"/>
          </a:p>
          <a:p>
            <a:pPr marL="457200" indent="-457200">
              <a:buFont typeface="Wingdings" panose="05000000000000000000" pitchFamily="2" charset="2"/>
              <a:buChar char="ü"/>
            </a:pPr>
            <a:r>
              <a:rPr lang="zh-CN" altLang="zh-CN" dirty="0"/>
              <a:t>而欺骗式干扰通过发射定位诱导信号，迫使</a:t>
            </a:r>
            <a:r>
              <a:rPr lang="en-US" altLang="zh-CN" dirty="0"/>
              <a:t>GPS</a:t>
            </a:r>
            <a:r>
              <a:rPr lang="zh-CN" altLang="zh-CN" dirty="0"/>
              <a:t>接收机给出不正确</a:t>
            </a:r>
            <a:r>
              <a:rPr lang="en-US" altLang="zh-CN" dirty="0"/>
              <a:t>(</a:t>
            </a:r>
            <a:r>
              <a:rPr lang="zh-CN" altLang="zh-CN" dirty="0"/>
              <a:t>或不精确</a:t>
            </a:r>
            <a:r>
              <a:rPr lang="en-US" altLang="zh-CN" dirty="0"/>
              <a:t>)</a:t>
            </a:r>
            <a:r>
              <a:rPr lang="zh-CN" altLang="zh-CN" dirty="0"/>
              <a:t>的导航和定位</a:t>
            </a:r>
            <a:r>
              <a:rPr lang="zh-CN" altLang="zh-CN" dirty="0" smtClean="0"/>
              <a:t>。</a:t>
            </a:r>
            <a:endParaRPr lang="en-US" altLang="zh-CN" dirty="0" smtClean="0"/>
          </a:p>
          <a:p>
            <a:r>
              <a:rPr lang="zh-CN" altLang="zh-CN" dirty="0" smtClean="0"/>
              <a:t>就</a:t>
            </a:r>
            <a:r>
              <a:rPr lang="zh-CN" altLang="zh-CN" dirty="0"/>
              <a:t>技术而言，欺骗性干扰比压制式干扰的技术难度大得多，目前尚存在如准确估算目标所接收到的</a:t>
            </a:r>
            <a:r>
              <a:rPr lang="en-US" altLang="zh-CN" dirty="0"/>
              <a:t>GPS</a:t>
            </a:r>
            <a:r>
              <a:rPr lang="zh-CN" altLang="zh-CN" dirty="0"/>
              <a:t>卫星测量数据及虚假导航信息等关键技术仍未突破</a:t>
            </a:r>
            <a:r>
              <a:rPr lang="zh-CN" altLang="zh-CN" dirty="0" smtClean="0"/>
              <a:t>。</a:t>
            </a:r>
            <a:r>
              <a:rPr lang="en-US" altLang="zh-CN" dirty="0"/>
              <a:t> </a:t>
            </a:r>
            <a:endParaRPr lang="zh-CN" altLang="zh-CN" dirty="0"/>
          </a:p>
          <a:p>
            <a:r>
              <a:rPr lang="en-US" altLang="zh-CN" dirty="0"/>
              <a:t> </a:t>
            </a:r>
            <a:endParaRPr lang="zh-CN" altLang="zh-CN" dirty="0"/>
          </a:p>
          <a:p>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根据欺骗性干扰系统的工作原理可分为</a:t>
            </a:r>
            <a:r>
              <a:rPr lang="en-US" altLang="zh-CN" dirty="0"/>
              <a:t>"</a:t>
            </a:r>
            <a:r>
              <a:rPr lang="zh-CN" altLang="zh-CN" dirty="0"/>
              <a:t>产生式</a:t>
            </a:r>
            <a:r>
              <a:rPr lang="en-US" altLang="zh-CN" dirty="0"/>
              <a:t>"</a:t>
            </a:r>
            <a:r>
              <a:rPr lang="zh-CN" altLang="zh-CN" dirty="0"/>
              <a:t>和</a:t>
            </a:r>
            <a:r>
              <a:rPr lang="en-US" altLang="zh-CN" dirty="0"/>
              <a:t>"</a:t>
            </a:r>
            <a:r>
              <a:rPr lang="zh-CN" altLang="zh-CN" dirty="0"/>
              <a:t>转发式</a:t>
            </a:r>
            <a:r>
              <a:rPr lang="en-US" altLang="zh-CN" dirty="0"/>
              <a:t>"</a:t>
            </a:r>
            <a:r>
              <a:rPr lang="zh-CN" altLang="zh-CN" dirty="0"/>
              <a:t>。</a:t>
            </a:r>
          </a:p>
          <a:p>
            <a:r>
              <a:rPr lang="en-US" altLang="zh-CN" dirty="0"/>
              <a:t>"</a:t>
            </a:r>
            <a:r>
              <a:rPr lang="zh-CN" altLang="zh-CN" dirty="0"/>
              <a:t>产生式</a:t>
            </a:r>
            <a:r>
              <a:rPr lang="en-US" altLang="zh-CN" dirty="0"/>
              <a:t>"</a:t>
            </a:r>
            <a:r>
              <a:rPr lang="zh-CN" altLang="zh-CN" dirty="0"/>
              <a:t>干扰必须先掌握全部</a:t>
            </a:r>
            <a:r>
              <a:rPr lang="en-US" altLang="zh-CN" dirty="0"/>
              <a:t>GPS</a:t>
            </a:r>
            <a:r>
              <a:rPr lang="zh-CN" altLang="zh-CN" dirty="0"/>
              <a:t>卫星的码型及当时发出的电文数据，如</a:t>
            </a:r>
            <a:r>
              <a:rPr lang="en-US" altLang="zh-CN" dirty="0"/>
              <a:t>C/A</a:t>
            </a:r>
            <a:r>
              <a:rPr lang="zh-CN" altLang="zh-CN" dirty="0"/>
              <a:t>码处于公开状态，</a:t>
            </a:r>
            <a:r>
              <a:rPr lang="en-US" altLang="zh-CN" dirty="0"/>
              <a:t>P</a:t>
            </a:r>
            <a:r>
              <a:rPr lang="zh-CN" altLang="zh-CN" dirty="0"/>
              <a:t>码处于半公开状态，对其干扰相对容易，而经</a:t>
            </a:r>
            <a:r>
              <a:rPr lang="en-US" altLang="zh-CN" dirty="0"/>
              <a:t>P</a:t>
            </a:r>
            <a:r>
              <a:rPr lang="zh-CN" altLang="zh-CN" dirty="0"/>
              <a:t>码加密后的</a:t>
            </a:r>
            <a:r>
              <a:rPr lang="en-US" altLang="zh-CN" dirty="0"/>
              <a:t>Y</a:t>
            </a:r>
            <a:r>
              <a:rPr lang="zh-CN" altLang="zh-CN" dirty="0"/>
              <a:t>码，对其干扰难度很大，关键技术目前仍未突破。</a:t>
            </a:r>
          </a:p>
          <a:p>
            <a:r>
              <a:rPr lang="en-US" altLang="zh-CN" dirty="0"/>
              <a:t>"</a:t>
            </a:r>
            <a:r>
              <a:rPr lang="zh-CN" altLang="zh-CN" dirty="0"/>
              <a:t>转发式</a:t>
            </a:r>
            <a:r>
              <a:rPr lang="en-US" altLang="zh-CN" dirty="0"/>
              <a:t>"</a:t>
            </a:r>
            <a:r>
              <a:rPr lang="zh-CN" altLang="zh-CN" dirty="0"/>
              <a:t>干扰利用</a:t>
            </a:r>
            <a:r>
              <a:rPr lang="en-US" altLang="zh-CN" dirty="0"/>
              <a:t>GPS</a:t>
            </a:r>
            <a:r>
              <a:rPr lang="zh-CN" altLang="zh-CN" dirty="0"/>
              <a:t>信号到</a:t>
            </a:r>
            <a:r>
              <a:rPr lang="en-US" altLang="zh-CN" dirty="0"/>
              <a:t>GPS</a:t>
            </a:r>
            <a:r>
              <a:rPr lang="zh-CN" altLang="zh-CN" dirty="0"/>
              <a:t>接收机之间的传输延迟来实现欺骗。</a:t>
            </a:r>
            <a:r>
              <a:rPr lang="en-US" altLang="zh-CN" dirty="0"/>
              <a:t>"</a:t>
            </a:r>
            <a:r>
              <a:rPr lang="zh-CN" altLang="zh-CN" dirty="0"/>
              <a:t>转发式</a:t>
            </a:r>
            <a:r>
              <a:rPr lang="en-US" altLang="zh-CN" dirty="0"/>
              <a:t>"</a:t>
            </a:r>
            <a:r>
              <a:rPr lang="zh-CN" altLang="zh-CN" dirty="0"/>
              <a:t>干扰系统需要在</a:t>
            </a:r>
            <a:r>
              <a:rPr lang="en-US" altLang="zh-CN" dirty="0"/>
              <a:t>-20dB - -60dB</a:t>
            </a:r>
            <a:r>
              <a:rPr lang="zh-CN" altLang="zh-CN" dirty="0"/>
              <a:t>信噪比条件下提取</a:t>
            </a:r>
            <a:r>
              <a:rPr lang="en-US" altLang="zh-CN" dirty="0"/>
              <a:t>GPS</a:t>
            </a:r>
            <a:r>
              <a:rPr lang="zh-CN" altLang="zh-CN" dirty="0"/>
              <a:t>信号，然后将信号放大、转发到</a:t>
            </a:r>
            <a:r>
              <a:rPr lang="en-US" altLang="zh-CN" dirty="0"/>
              <a:t>GPS</a:t>
            </a:r>
            <a:r>
              <a:rPr lang="zh-CN" altLang="zh-CN" dirty="0"/>
              <a:t>接收机。为了提高到达</a:t>
            </a:r>
            <a:r>
              <a:rPr lang="en-US" altLang="zh-CN" dirty="0"/>
              <a:t>GPS</a:t>
            </a:r>
            <a:r>
              <a:rPr lang="zh-CN" altLang="zh-CN" dirty="0"/>
              <a:t>接收机的信号的信噪比，</a:t>
            </a:r>
            <a:r>
              <a:rPr lang="en-US" altLang="zh-CN" dirty="0"/>
              <a:t>"</a:t>
            </a:r>
            <a:r>
              <a:rPr lang="zh-CN" altLang="zh-CN" dirty="0"/>
              <a:t>转发式</a:t>
            </a:r>
            <a:r>
              <a:rPr lang="en-US" altLang="zh-CN" dirty="0"/>
              <a:t>"</a:t>
            </a:r>
            <a:r>
              <a:rPr lang="zh-CN" altLang="zh-CN" dirty="0"/>
              <a:t>干扰系统应确保信号不失真、不变形、不产生畸变。</a:t>
            </a:r>
            <a:r>
              <a:rPr lang="en-US" altLang="zh-CN" dirty="0"/>
              <a:t>"</a:t>
            </a:r>
            <a:r>
              <a:rPr lang="zh-CN" altLang="zh-CN" dirty="0"/>
              <a:t>转发式</a:t>
            </a:r>
            <a:r>
              <a:rPr lang="en-US" altLang="zh-CN" dirty="0"/>
              <a:t>"</a:t>
            </a:r>
            <a:r>
              <a:rPr lang="zh-CN" altLang="zh-CN" dirty="0"/>
              <a:t>干扰的难度比</a:t>
            </a:r>
            <a:r>
              <a:rPr lang="en-US" altLang="zh-CN" dirty="0"/>
              <a:t>"</a:t>
            </a:r>
            <a:r>
              <a:rPr lang="zh-CN" altLang="zh-CN" dirty="0"/>
              <a:t>产生式</a:t>
            </a:r>
            <a:r>
              <a:rPr lang="en-US" altLang="zh-CN" dirty="0"/>
              <a:t>"</a:t>
            </a:r>
            <a:r>
              <a:rPr lang="zh-CN" altLang="zh-CN" dirty="0"/>
              <a:t>干扰小，其关键技术是接收信号和发射信号的隔离技术。 </a:t>
            </a:r>
          </a:p>
          <a:p>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zh-CN" sz="2800" dirty="0"/>
              <a:t>压制式干扰</a:t>
            </a:r>
            <a:r>
              <a:rPr lang="zh-CN" altLang="zh-CN" sz="2800" dirty="0" smtClean="0"/>
              <a:t>有</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r>
              <a:rPr lang="zh-CN" altLang="zh-CN" sz="2800" dirty="0" smtClean="0"/>
              <a:t>、</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2]</a:t>
            </a:r>
            <a:r>
              <a:rPr lang="en-US" altLang="zh-CN" sz="2800" dirty="0" smtClean="0">
                <a:solidFill>
                  <a:srgbClr val="000000"/>
                </a:solidFill>
              </a:rPr>
              <a:t> </a:t>
            </a:r>
            <a:r>
              <a:rPr lang="zh-CN" altLang="zh-CN" sz="2800" dirty="0" smtClean="0"/>
              <a:t>和</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3]</a:t>
            </a:r>
            <a:r>
              <a:rPr lang="en-US" altLang="zh-CN" sz="2800" dirty="0" smtClean="0">
                <a:solidFill>
                  <a:srgbClr val="000000"/>
                </a:solidFill>
              </a:rPr>
              <a:t> </a:t>
            </a:r>
            <a:r>
              <a:rPr lang="zh-CN" altLang="zh-CN" sz="2800" dirty="0" smtClean="0"/>
              <a:t>三</a:t>
            </a:r>
            <a:r>
              <a:rPr lang="zh-CN" altLang="zh-CN" sz="2800" dirty="0"/>
              <a:t>种。</a:t>
            </a: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zh-CN" dirty="0"/>
              <a:t>电子抗干扰 </a:t>
            </a:r>
            <a:br>
              <a:rPr lang="zh-CN" altLang="zh-CN" dirty="0"/>
            </a:br>
            <a:endParaRPr lang="zh-CN" altLang="en-US" dirty="0"/>
          </a:p>
        </p:txBody>
      </p:sp>
      <p:sp>
        <p:nvSpPr>
          <p:cNvPr id="3" name="内容占位符 2"/>
          <p:cNvSpPr>
            <a:spLocks noGrp="1"/>
          </p:cNvSpPr>
          <p:nvPr>
            <p:ph idx="1"/>
          </p:nvPr>
        </p:nvSpPr>
        <p:spPr>
          <a:xfrm>
            <a:off x="803275" y="1553816"/>
            <a:ext cx="10363200" cy="4827105"/>
          </a:xfrm>
        </p:spPr>
        <p:txBody>
          <a:bodyPr/>
          <a:lstStyle/>
          <a:p>
            <a:r>
              <a:rPr lang="en-US" altLang="zh-CN" dirty="0" smtClean="0"/>
              <a:t>        GPS</a:t>
            </a:r>
            <a:r>
              <a:rPr lang="zh-CN" altLang="zh-CN" dirty="0"/>
              <a:t>最大威胁是对用户区段微弱的</a:t>
            </a:r>
            <a:r>
              <a:rPr lang="en-US" altLang="zh-CN" dirty="0"/>
              <a:t>GPS</a:t>
            </a:r>
            <a:r>
              <a:rPr lang="zh-CN" altLang="zh-CN" dirty="0"/>
              <a:t>信号的压制性干扰。因此提高</a:t>
            </a:r>
            <a:r>
              <a:rPr lang="en-US" altLang="zh-CN" dirty="0"/>
              <a:t>GPS</a:t>
            </a:r>
            <a:r>
              <a:rPr lang="zh-CN" altLang="zh-CN" dirty="0"/>
              <a:t>的</a:t>
            </a:r>
            <a:r>
              <a:rPr lang="zh-CN" altLang="zh-CN" dirty="0" smtClean="0"/>
              <a:t>抗干扰能力</a:t>
            </a:r>
            <a:r>
              <a:rPr lang="zh-CN" altLang="zh-CN" dirty="0"/>
              <a:t>得到了美国的高度重视。 </a:t>
            </a:r>
          </a:p>
          <a:p>
            <a:r>
              <a:rPr lang="en-US" altLang="zh-CN" sz="3600" dirty="0">
                <a:latin typeface="+mj-lt"/>
                <a:ea typeface="+mj-ea"/>
                <a:cs typeface="+mj-cs"/>
              </a:rPr>
              <a:t>1) GPS</a:t>
            </a:r>
            <a:r>
              <a:rPr lang="zh-CN" altLang="zh-CN" sz="3600" dirty="0">
                <a:latin typeface="+mj-lt"/>
                <a:ea typeface="+mj-ea"/>
                <a:cs typeface="+mj-cs"/>
              </a:rPr>
              <a:t>卫星抗干扰措施 </a:t>
            </a:r>
          </a:p>
          <a:p>
            <a:r>
              <a:rPr lang="en-US" altLang="zh-CN" sz="2400" dirty="0"/>
              <a:t>GPS</a:t>
            </a:r>
            <a:r>
              <a:rPr lang="zh-CN" altLang="zh-CN" sz="2400" dirty="0"/>
              <a:t>卫星的主要抗干扰措施包括以下几个</a:t>
            </a:r>
            <a:r>
              <a:rPr lang="zh-CN" altLang="zh-CN" sz="2400" dirty="0" smtClean="0"/>
              <a:t>方面</a:t>
            </a:r>
            <a:r>
              <a:rPr lang="zh-CN" altLang="en-US" sz="2400" dirty="0" smtClean="0"/>
              <a:t>：</a:t>
            </a:r>
            <a:endParaRPr lang="zh-CN" altLang="zh-CN" sz="2400" dirty="0"/>
          </a:p>
          <a:p>
            <a:r>
              <a:rPr lang="en-US" altLang="zh-CN" sz="2400" dirty="0">
                <a:highlight>
                  <a:srgbClr val="00FFFF"/>
                </a:highlight>
              </a:rPr>
              <a:t>(1)</a:t>
            </a:r>
            <a:r>
              <a:rPr lang="zh-CN" altLang="zh-CN" sz="2400" dirty="0">
                <a:highlight>
                  <a:srgbClr val="00FFFF"/>
                </a:highlight>
              </a:rPr>
              <a:t>建立独特的军用</a:t>
            </a:r>
            <a:r>
              <a:rPr lang="en-US" altLang="zh-CN" sz="2400" dirty="0">
                <a:highlight>
                  <a:srgbClr val="00FFFF"/>
                </a:highlight>
              </a:rPr>
              <a:t>GPS</a:t>
            </a:r>
            <a:r>
              <a:rPr lang="zh-CN" altLang="zh-CN" sz="2400" dirty="0">
                <a:highlight>
                  <a:srgbClr val="00FFFF"/>
                </a:highlight>
              </a:rPr>
              <a:t>系统</a:t>
            </a:r>
            <a:r>
              <a:rPr lang="zh-CN" altLang="zh-CN" sz="2400" dirty="0"/>
              <a:t>。独特的</a:t>
            </a:r>
            <a:r>
              <a:rPr lang="en-US" altLang="zh-CN" sz="2400" dirty="0"/>
              <a:t>GPS</a:t>
            </a:r>
            <a:r>
              <a:rPr lang="zh-CN" altLang="zh-CN" sz="2400" dirty="0"/>
              <a:t>系统是将军用和民用信号频段分开，既可增强军用信号功率达到提高抗干扰之目的，又不影响民用信号的性能</a:t>
            </a:r>
            <a:r>
              <a:rPr lang="en-US" altLang="zh-CN" sz="2400" dirty="0"/>
              <a:t>;</a:t>
            </a:r>
            <a:r>
              <a:rPr lang="zh-CN" altLang="zh-CN" sz="2400" dirty="0"/>
              <a:t>在战争期间还可将战区内民用信号干扰掉而不影响美军导航战的正常使用，如将</a:t>
            </a:r>
            <a:r>
              <a:rPr lang="en-US" altLang="zh-CN" sz="2400" dirty="0"/>
              <a:t>P</a:t>
            </a:r>
            <a:r>
              <a:rPr lang="zh-CN" altLang="zh-CN" sz="2400" dirty="0"/>
              <a:t>码采取抗欺骗措施后改制成</a:t>
            </a:r>
            <a:r>
              <a:rPr lang="en-US" altLang="zh-CN" sz="2400" dirty="0"/>
              <a:t>Y</a:t>
            </a:r>
            <a:r>
              <a:rPr lang="zh-CN" altLang="zh-CN" sz="2400" dirty="0"/>
              <a:t>码，可大幅度降低接收机受假信号欺骗干扰的能力。 </a:t>
            </a:r>
            <a:r>
              <a:rPr lang="en-US" altLang="zh-CN" sz="2400" dirty="0"/>
              <a:t> </a:t>
            </a:r>
            <a:endParaRPr lang="zh-CN" altLang="zh-CN" sz="2400" dirty="0"/>
          </a:p>
          <a:p>
            <a:r>
              <a:rPr lang="en-US" altLang="zh-CN" sz="2400" dirty="0">
                <a:highlight>
                  <a:srgbClr val="00FFFF"/>
                </a:highlight>
              </a:rPr>
              <a:t>(2)</a:t>
            </a:r>
            <a:r>
              <a:rPr lang="zh-CN" altLang="zh-CN" sz="2400" dirty="0">
                <a:highlight>
                  <a:srgbClr val="00FFFF"/>
                </a:highlight>
              </a:rPr>
              <a:t>采用新型</a:t>
            </a:r>
            <a:r>
              <a:rPr lang="en-US" altLang="zh-CN" sz="2400" dirty="0" err="1">
                <a:highlight>
                  <a:srgbClr val="00FFFF"/>
                </a:highlight>
              </a:rPr>
              <a:t>Lc</a:t>
            </a:r>
            <a:r>
              <a:rPr lang="zh-CN" altLang="zh-CN" sz="2400" dirty="0">
                <a:highlight>
                  <a:srgbClr val="00FFFF"/>
                </a:highlight>
              </a:rPr>
              <a:t>信号频段</a:t>
            </a:r>
            <a:r>
              <a:rPr lang="zh-CN" altLang="zh-CN" sz="2400" dirty="0"/>
              <a:t>。新</a:t>
            </a:r>
            <a:r>
              <a:rPr lang="en-US" altLang="zh-CN" sz="2400" dirty="0" err="1"/>
              <a:t>Lc</a:t>
            </a:r>
            <a:r>
              <a:rPr lang="zh-CN" altLang="zh-CN" sz="2400" dirty="0"/>
              <a:t>信号频段包括第</a:t>
            </a:r>
            <a:r>
              <a:rPr lang="en-US" altLang="zh-CN" sz="2400" dirty="0"/>
              <a:t>3</a:t>
            </a:r>
            <a:r>
              <a:rPr lang="zh-CN" altLang="zh-CN" sz="2400" dirty="0"/>
              <a:t>民用信号频段</a:t>
            </a:r>
            <a:r>
              <a:rPr lang="en-US" altLang="zh-CN" sz="2400" dirty="0"/>
              <a:t>L</a:t>
            </a:r>
            <a:r>
              <a:rPr lang="en-US" altLang="zh-CN" sz="2400" baseline="-25000" dirty="0"/>
              <a:t>3</a:t>
            </a:r>
            <a:r>
              <a:rPr lang="en-US" altLang="zh-CN" sz="2400" dirty="0"/>
              <a:t>=1176.46MHz</a:t>
            </a:r>
            <a:r>
              <a:rPr lang="zh-CN" altLang="zh-CN" sz="2400" dirty="0"/>
              <a:t>、新军用信号频段</a:t>
            </a:r>
            <a:r>
              <a:rPr lang="en-US" altLang="zh-CN" sz="2400" dirty="0"/>
              <a:t>Lm</a:t>
            </a:r>
            <a:r>
              <a:rPr lang="zh-CN" altLang="zh-CN" sz="2400" dirty="0"/>
              <a:t>及新调制并带有先进导航信号的军用</a:t>
            </a:r>
            <a:r>
              <a:rPr lang="en-US" altLang="zh-CN" sz="2400" dirty="0"/>
              <a:t>Y</a:t>
            </a:r>
            <a:r>
              <a:rPr lang="zh-CN" altLang="zh-CN" sz="2400" dirty="0"/>
              <a:t>码等，均具有相当强的抗干扰</a:t>
            </a:r>
            <a:r>
              <a:rPr lang="zh-CN" altLang="zh-CN" sz="2400" dirty="0" smtClean="0"/>
              <a:t>能力</a:t>
            </a:r>
            <a:r>
              <a:rPr lang="zh-CN" altLang="en-US" sz="2400" dirty="0" smtClean="0"/>
              <a:t>。</a:t>
            </a:r>
            <a:endParaRPr lang="zh-CN" altLang="en-US"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sz="2400" dirty="0" smtClean="0">
                <a:highlight>
                  <a:srgbClr val="00FFFF"/>
                </a:highlight>
              </a:rPr>
              <a:t>(</a:t>
            </a:r>
            <a:r>
              <a:rPr lang="en-US" altLang="zh-CN" sz="2400" dirty="0">
                <a:highlight>
                  <a:srgbClr val="00FFFF"/>
                </a:highlight>
              </a:rPr>
              <a:t>3)</a:t>
            </a:r>
            <a:r>
              <a:rPr lang="zh-CN" altLang="zh-CN" sz="2400" dirty="0">
                <a:highlight>
                  <a:srgbClr val="00FFFF"/>
                </a:highlight>
              </a:rPr>
              <a:t>采用现代抗干扰技术和措施</a:t>
            </a:r>
            <a:r>
              <a:rPr lang="zh-CN" altLang="zh-CN" sz="2400" dirty="0"/>
              <a:t>。美空军的空间和导弹系统中心</a:t>
            </a:r>
            <a:r>
              <a:rPr lang="en-US" altLang="zh-CN" sz="2400" dirty="0"/>
              <a:t>(SMC)</a:t>
            </a:r>
            <a:r>
              <a:rPr lang="zh-CN" altLang="zh-CN" sz="2400" dirty="0"/>
              <a:t>的</a:t>
            </a:r>
            <a:r>
              <a:rPr lang="en-US" altLang="zh-CN" sz="2400" dirty="0"/>
              <a:t>GPS</a:t>
            </a:r>
            <a:r>
              <a:rPr lang="zh-CN" altLang="zh-CN" sz="2400" dirty="0"/>
              <a:t>联合团办公室规划了</a:t>
            </a:r>
            <a:r>
              <a:rPr lang="en-US" altLang="zh-CN" sz="2400" dirty="0"/>
              <a:t>30</a:t>
            </a:r>
            <a:r>
              <a:rPr lang="zh-CN" altLang="zh-CN" sz="2400" dirty="0"/>
              <a:t>种利于改进</a:t>
            </a:r>
            <a:r>
              <a:rPr lang="en-US" altLang="zh-CN" sz="2400" dirty="0"/>
              <a:t>GPS</a:t>
            </a:r>
            <a:r>
              <a:rPr lang="zh-CN" altLang="zh-CN" sz="2400" dirty="0"/>
              <a:t>系统性能的技术，其中包括采用小功率原子钟等一代时间源、提高</a:t>
            </a:r>
            <a:r>
              <a:rPr lang="en-US" altLang="zh-CN" sz="2400" dirty="0" err="1"/>
              <a:t>Lc</a:t>
            </a:r>
            <a:r>
              <a:rPr lang="zh-CN" altLang="zh-CN" sz="2400" dirty="0"/>
              <a:t>信号的发射功率、改进新</a:t>
            </a:r>
            <a:r>
              <a:rPr lang="en-US" altLang="zh-CN" sz="2400" dirty="0"/>
              <a:t>Lm</a:t>
            </a:r>
            <a:r>
              <a:rPr lang="zh-CN" altLang="zh-CN" sz="2400" dirty="0"/>
              <a:t>码结构、应用机载伪卫星技术及数字波束调向天线等。 </a:t>
            </a:r>
          </a:p>
          <a:p>
            <a:r>
              <a:rPr lang="en-US" altLang="zh-CN" sz="2400" dirty="0"/>
              <a:t> </a:t>
            </a:r>
            <a:endParaRPr lang="zh-CN" altLang="zh-CN" sz="2400" dirty="0"/>
          </a:p>
          <a:p>
            <a:r>
              <a:rPr lang="en-US" altLang="zh-CN" sz="2400" dirty="0">
                <a:highlight>
                  <a:srgbClr val="00FFFF"/>
                </a:highlight>
              </a:rPr>
              <a:t>(4)</a:t>
            </a:r>
            <a:r>
              <a:rPr lang="zh-CN" altLang="zh-CN" sz="2400" dirty="0">
                <a:highlight>
                  <a:srgbClr val="00FFFF"/>
                </a:highlight>
              </a:rPr>
              <a:t>采用星载</a:t>
            </a:r>
            <a:r>
              <a:rPr lang="en-US" altLang="zh-CN" sz="2400" dirty="0">
                <a:highlight>
                  <a:srgbClr val="00FFFF"/>
                </a:highlight>
              </a:rPr>
              <a:t>GPS</a:t>
            </a:r>
            <a:r>
              <a:rPr lang="zh-CN" altLang="zh-CN" sz="2400" dirty="0">
                <a:highlight>
                  <a:srgbClr val="00FFFF"/>
                </a:highlight>
              </a:rPr>
              <a:t>干扰系统</a:t>
            </a:r>
            <a:r>
              <a:rPr lang="zh-CN" altLang="zh-CN" sz="2400" dirty="0"/>
              <a:t>。未来</a:t>
            </a:r>
            <a:r>
              <a:rPr lang="en-US" altLang="zh-CN" sz="2400" dirty="0"/>
              <a:t>GPS</a:t>
            </a:r>
            <a:r>
              <a:rPr lang="zh-CN" altLang="zh-CN" sz="2400" dirty="0"/>
              <a:t>系统和导航战将采用星载干扰系统以进攻</a:t>
            </a:r>
            <a:r>
              <a:rPr lang="zh-CN" altLang="zh-CN" sz="2400" dirty="0" smtClean="0"/>
              <a:t>促防御</a:t>
            </a:r>
            <a:r>
              <a:rPr lang="en-US" altLang="zh-CN" sz="2400" dirty="0" smtClean="0"/>
              <a:t>; </a:t>
            </a:r>
            <a:r>
              <a:rPr lang="zh-CN" altLang="zh-CN" sz="2400" dirty="0" smtClean="0"/>
              <a:t>强化</a:t>
            </a:r>
            <a:r>
              <a:rPr lang="zh-CN" altLang="zh-CN" sz="2400" dirty="0"/>
              <a:t>卫星独立导航、先进控制和反卫星武器能力。 </a:t>
            </a:r>
          </a:p>
          <a:p>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2) GPS</a:t>
            </a:r>
            <a:r>
              <a:rPr lang="zh-CN" altLang="zh-CN" sz="3600" dirty="0"/>
              <a:t>接收机的抗干扰措施</a:t>
            </a:r>
            <a:r>
              <a:rPr lang="zh-CN" altLang="zh-CN" dirty="0"/>
              <a:t> </a:t>
            </a:r>
            <a:br>
              <a:rPr lang="zh-CN" altLang="zh-CN" dirty="0"/>
            </a:br>
            <a:endParaRPr lang="zh-CN" altLang="en-US" dirty="0"/>
          </a:p>
        </p:txBody>
      </p:sp>
      <p:sp>
        <p:nvSpPr>
          <p:cNvPr id="3" name="内容占位符 2"/>
          <p:cNvSpPr>
            <a:spLocks noGrp="1"/>
          </p:cNvSpPr>
          <p:nvPr>
            <p:ph idx="1"/>
          </p:nvPr>
        </p:nvSpPr>
        <p:spPr/>
        <p:txBody>
          <a:bodyPr/>
          <a:lstStyle/>
          <a:p>
            <a:r>
              <a:rPr lang="en-US" altLang="zh-CN" dirty="0" smtClean="0"/>
              <a:t>GPS</a:t>
            </a:r>
            <a:r>
              <a:rPr lang="zh-CN" altLang="zh-CN" dirty="0"/>
              <a:t>接收机采用的抗干扰技术</a:t>
            </a:r>
            <a:r>
              <a:rPr lang="en-US" altLang="zh-CN" dirty="0" smtClean="0"/>
              <a:t>:</a:t>
            </a:r>
          </a:p>
          <a:p>
            <a:r>
              <a:rPr lang="zh-CN" altLang="zh-CN" dirty="0" smtClean="0"/>
              <a:t>①</a:t>
            </a:r>
            <a:r>
              <a:rPr lang="zh-CN" altLang="zh-CN" dirty="0"/>
              <a:t>射频干扰检测技术</a:t>
            </a:r>
            <a:r>
              <a:rPr lang="en-US" altLang="zh-CN" dirty="0" smtClean="0"/>
              <a:t>;</a:t>
            </a:r>
          </a:p>
          <a:p>
            <a:r>
              <a:rPr lang="zh-CN" altLang="zh-CN" dirty="0" smtClean="0"/>
              <a:t>②</a:t>
            </a:r>
            <a:r>
              <a:rPr lang="zh-CN" altLang="zh-CN" dirty="0"/>
              <a:t>前端滤波技术</a:t>
            </a:r>
            <a:r>
              <a:rPr lang="en-US" altLang="zh-CN" dirty="0" smtClean="0"/>
              <a:t>;</a:t>
            </a:r>
          </a:p>
          <a:p>
            <a:r>
              <a:rPr lang="zh-CN" altLang="zh-CN" dirty="0" smtClean="0"/>
              <a:t>③</a:t>
            </a:r>
            <a:r>
              <a:rPr lang="zh-CN" altLang="zh-CN" dirty="0"/>
              <a:t>码环和载波环跟踪技术</a:t>
            </a:r>
            <a:r>
              <a:rPr lang="en-US" altLang="zh-CN" dirty="0"/>
              <a:t>; </a:t>
            </a:r>
            <a:endParaRPr lang="en-US" altLang="zh-CN" dirty="0" smtClean="0"/>
          </a:p>
          <a:p>
            <a:r>
              <a:rPr lang="zh-CN" altLang="zh-CN" dirty="0" smtClean="0"/>
              <a:t>④</a:t>
            </a:r>
            <a:r>
              <a:rPr lang="zh-CN" altLang="zh-CN" dirty="0"/>
              <a:t>窄带干扰技术</a:t>
            </a:r>
            <a:r>
              <a:rPr lang="en-US" altLang="zh-CN" dirty="0" smtClean="0"/>
              <a:t>;</a:t>
            </a:r>
          </a:p>
          <a:p>
            <a:r>
              <a:rPr lang="zh-CN" altLang="zh-CN" dirty="0" smtClean="0"/>
              <a:t>⑤</a:t>
            </a:r>
            <a:r>
              <a:rPr lang="zh-CN" altLang="zh-CN" dirty="0"/>
              <a:t>天线增强技术</a:t>
            </a:r>
            <a:r>
              <a:rPr lang="en-US" altLang="zh-CN" dirty="0" smtClean="0"/>
              <a:t>;</a:t>
            </a:r>
          </a:p>
          <a:p>
            <a:r>
              <a:rPr lang="zh-CN" altLang="zh-CN" dirty="0" smtClean="0"/>
              <a:t>⑥</a:t>
            </a:r>
            <a:r>
              <a:rPr lang="zh-CN" altLang="zh-CN" dirty="0"/>
              <a:t>抗多径干扰技术。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a:t>
            </a:r>
            <a:r>
              <a:rPr lang="en-US" altLang="zh-CN" dirty="0"/>
              <a:t>1)</a:t>
            </a:r>
            <a:r>
              <a:rPr lang="zh-CN" altLang="zh-CN" dirty="0"/>
              <a:t>射频干扰检测技术 </a:t>
            </a:r>
          </a:p>
          <a:p>
            <a:r>
              <a:rPr lang="en-US" altLang="zh-CN" dirty="0" smtClean="0"/>
              <a:t>        </a:t>
            </a:r>
            <a:r>
              <a:rPr lang="zh-CN" altLang="zh-CN" dirty="0" smtClean="0"/>
              <a:t>采用</a:t>
            </a:r>
            <a:r>
              <a:rPr lang="en-US" altLang="zh-CN" dirty="0"/>
              <a:t>AGC</a:t>
            </a:r>
            <a:r>
              <a:rPr lang="zh-CN" altLang="zh-CN" dirty="0"/>
              <a:t>电路完成射频干扰检测，再通过干</a:t>
            </a:r>
            <a:r>
              <a:rPr lang="en-US" altLang="zh-CN" dirty="0"/>
              <a:t>/</a:t>
            </a:r>
            <a:r>
              <a:rPr lang="zh-CN" altLang="zh-CN" dirty="0"/>
              <a:t>噪</a:t>
            </a:r>
            <a:r>
              <a:rPr lang="en-US" altLang="zh-CN" dirty="0"/>
              <a:t>(J/N)</a:t>
            </a:r>
            <a:r>
              <a:rPr lang="zh-CN" altLang="zh-CN" dirty="0"/>
              <a:t>仪检测其信号的存在。干扰信号一旦影响</a:t>
            </a:r>
            <a:r>
              <a:rPr lang="en-US" altLang="zh-CN" dirty="0"/>
              <a:t>GPS</a:t>
            </a:r>
            <a:r>
              <a:rPr lang="zh-CN" altLang="zh-CN" dirty="0"/>
              <a:t>信号的正常接收就会报警并将信号反馈到</a:t>
            </a:r>
            <a:r>
              <a:rPr lang="en-US" altLang="zh-CN" dirty="0"/>
              <a:t>GPS</a:t>
            </a:r>
            <a:r>
              <a:rPr lang="zh-CN" altLang="zh-CN" dirty="0"/>
              <a:t>接收机天线和前端滤波放大器</a:t>
            </a:r>
            <a:r>
              <a:rPr lang="en-US" altLang="zh-CN" dirty="0"/>
              <a:t>;</a:t>
            </a:r>
            <a:r>
              <a:rPr lang="zh-CN" altLang="zh-CN" dirty="0"/>
              <a:t>当</a:t>
            </a:r>
            <a:r>
              <a:rPr lang="en-US" altLang="zh-CN" dirty="0"/>
              <a:t>ACC</a:t>
            </a:r>
            <a:r>
              <a:rPr lang="zh-CN" altLang="zh-CN" dirty="0"/>
              <a:t>控制电压不能将中频信号自动控制到均方根值而与热噪声均方根值相等时，</a:t>
            </a:r>
            <a:r>
              <a:rPr lang="en-US" altLang="zh-CN" dirty="0"/>
              <a:t>AGC</a:t>
            </a:r>
            <a:r>
              <a:rPr lang="zh-CN" altLang="zh-CN" dirty="0"/>
              <a:t>则受强热噪声信号控制。在此情况下，</a:t>
            </a:r>
            <a:r>
              <a:rPr lang="en-US" altLang="zh-CN" dirty="0"/>
              <a:t>GPS</a:t>
            </a:r>
            <a:r>
              <a:rPr lang="zh-CN" altLang="zh-CN" dirty="0"/>
              <a:t>信号电平低于热噪声电平，强信号就是射频干扰信号。因此，通过</a:t>
            </a:r>
            <a:r>
              <a:rPr lang="en-US" altLang="zh-CN" dirty="0"/>
              <a:t>AGC</a:t>
            </a:r>
            <a:r>
              <a:rPr lang="zh-CN" altLang="zh-CN" dirty="0"/>
              <a:t>自控电压的高低来精确估算</a:t>
            </a:r>
            <a:r>
              <a:rPr lang="en-US" altLang="zh-CN" dirty="0"/>
              <a:t>J/N</a:t>
            </a:r>
            <a:r>
              <a:rPr lang="zh-CN" altLang="zh-CN" dirty="0"/>
              <a:t>比值大小可直接估算干扰信号功率的大小。其优点是不需用接收机去跟踪</a:t>
            </a:r>
            <a:r>
              <a:rPr lang="en-US" altLang="zh-CN" dirty="0"/>
              <a:t>GPS</a:t>
            </a:r>
            <a:r>
              <a:rPr lang="zh-CN" altLang="zh-CN" dirty="0"/>
              <a:t>信号就能确定射频干扰信号的存在。当射频干扰信号出现时，只要改变</a:t>
            </a:r>
            <a:r>
              <a:rPr lang="en-US" altLang="zh-CN" dirty="0"/>
              <a:t>GPS</a:t>
            </a:r>
            <a:r>
              <a:rPr lang="zh-CN" altLang="zh-CN" dirty="0"/>
              <a:t>接收机的搜索跟踪方法就能正常接收</a:t>
            </a:r>
            <a:r>
              <a:rPr lang="en-US" altLang="zh-CN" dirty="0"/>
              <a:t>GPS</a:t>
            </a:r>
            <a:r>
              <a:rPr lang="zh-CN" altLang="zh-CN" dirty="0"/>
              <a:t>卫星信号。 </a:t>
            </a:r>
          </a:p>
          <a:p>
            <a:endParaRPr lang="zh-CN" altLang="en-US" dirty="0"/>
          </a:p>
          <a:p>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(2)</a:t>
            </a:r>
            <a:r>
              <a:rPr lang="zh-CN" altLang="zh-CN" dirty="0"/>
              <a:t>前端滤波技术 </a:t>
            </a:r>
          </a:p>
          <a:p>
            <a:r>
              <a:rPr lang="en-US" altLang="zh-CN" dirty="0"/>
              <a:t>       </a:t>
            </a:r>
            <a:r>
              <a:rPr lang="zh-CN" altLang="zh-CN" dirty="0"/>
              <a:t>抗干扰滤波处理技术是很有潜力且正在高速发展的新技术。它用微电子及软件来实现，能使</a:t>
            </a:r>
            <a:r>
              <a:rPr lang="en-US" altLang="zh-CN" dirty="0"/>
              <a:t>GPS</a:t>
            </a:r>
            <a:r>
              <a:rPr lang="zh-CN" altLang="zh-CN" dirty="0"/>
              <a:t>接收机受两个</a:t>
            </a:r>
            <a:r>
              <a:rPr lang="en-US" altLang="zh-CN" dirty="0"/>
              <a:t>L</a:t>
            </a:r>
            <a:r>
              <a:rPr lang="zh-CN" altLang="zh-CN" dirty="0"/>
              <a:t>频段</a:t>
            </a:r>
            <a:r>
              <a:rPr lang="en-US" altLang="zh-CN" dirty="0"/>
              <a:t>GPS</a:t>
            </a:r>
            <a:r>
              <a:rPr lang="zh-CN" altLang="zh-CN" dirty="0"/>
              <a:t>频带的带外强功率干扰。多数</a:t>
            </a:r>
            <a:r>
              <a:rPr lang="en-US" altLang="zh-CN" dirty="0"/>
              <a:t>GPS</a:t>
            </a:r>
            <a:r>
              <a:rPr lang="zh-CN" altLang="zh-CN" dirty="0"/>
              <a:t>接收机目前采用陡截止频率特性的无源滤波器来抑制强带外功率，而图</a:t>
            </a:r>
            <a:r>
              <a:rPr lang="en-US" altLang="zh-CN" dirty="0"/>
              <a:t>5-1</a:t>
            </a:r>
            <a:r>
              <a:rPr lang="zh-CN" altLang="zh-CN" dirty="0"/>
              <a:t>则采用无源空腔前置滤波器。其优点是插入损耗低，截止带宽的抗干扰性好，是有效解决带外射频干扰的最佳选择，但体积较大，价格昂贵。它与放大器一起在天线中，除前置滤波外，还要对窄带下变频器及本振混频器进行滤波。当下变频率接近中频并与窄带滤波带宽同步时，</a:t>
            </a:r>
            <a:r>
              <a:rPr lang="en-US" altLang="zh-CN" dirty="0"/>
              <a:t>GPS</a:t>
            </a:r>
            <a:r>
              <a:rPr lang="zh-CN" altLang="zh-CN" dirty="0"/>
              <a:t>接收机前端带为</a:t>
            </a:r>
            <a:r>
              <a:rPr lang="en-US" altLang="zh-CN" dirty="0"/>
              <a:t>2</a:t>
            </a:r>
            <a:r>
              <a:rPr lang="zh-CN" altLang="zh-CN" dirty="0"/>
              <a:t>倍速率，对</a:t>
            </a:r>
            <a:r>
              <a:rPr lang="en-US" altLang="zh-CN" dirty="0"/>
              <a:t>C/A</a:t>
            </a:r>
            <a:r>
              <a:rPr lang="zh-CN" altLang="zh-CN" dirty="0"/>
              <a:t>码是</a:t>
            </a:r>
            <a:r>
              <a:rPr lang="en-US" altLang="zh-CN" dirty="0"/>
              <a:t>2.046MHz</a:t>
            </a:r>
            <a:r>
              <a:rPr lang="zh-CN" altLang="zh-CN" dirty="0"/>
              <a:t>，从而改善了接收机的带外干扰特性，降低</a:t>
            </a:r>
            <a:r>
              <a:rPr lang="zh-CN" altLang="zh-CN" dirty="0" smtClean="0"/>
              <a:t>了中频</a:t>
            </a:r>
            <a:r>
              <a:rPr lang="en-US" altLang="zh-CN" dirty="0"/>
              <a:t>A/D</a:t>
            </a:r>
            <a:r>
              <a:rPr lang="zh-CN" altLang="zh-CN" dirty="0"/>
              <a:t>变换处理所需的奈奎斯特采样速率。 </a:t>
            </a:r>
          </a:p>
          <a:p>
            <a:r>
              <a:rPr lang="en-US" altLang="zh-CN" dirty="0"/>
              <a:t> </a:t>
            </a:r>
            <a:endParaRPr lang="zh-CN" altLang="zh-CN"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05393" y="400595"/>
            <a:ext cx="10855235" cy="4827105"/>
          </a:xfrm>
        </p:spPr>
        <p:txBody>
          <a:bodyPr/>
          <a:lstStyle/>
          <a:p>
            <a:r>
              <a:rPr lang="en-US" altLang="zh-CN" dirty="0"/>
              <a:t>(3)</a:t>
            </a:r>
            <a:r>
              <a:rPr lang="zh-CN" altLang="zh-CN" dirty="0"/>
              <a:t>码环和载波环跟踪技术 </a:t>
            </a:r>
          </a:p>
          <a:p>
            <a:r>
              <a:rPr lang="en-US" altLang="zh-CN" dirty="0"/>
              <a:t>        </a:t>
            </a:r>
            <a:r>
              <a:rPr lang="zh-CN" altLang="zh-CN" dirty="0"/>
              <a:t>码环和载波环增强技术位于</a:t>
            </a:r>
            <a:r>
              <a:rPr lang="en-US" altLang="zh-CN" dirty="0"/>
              <a:t>GPS</a:t>
            </a:r>
            <a:r>
              <a:rPr lang="zh-CN" altLang="zh-CN" dirty="0"/>
              <a:t>接收机通道及处理器上，其抗干扰性能通过窄带码环压缩载波跟踪滤波器的带宽和接收机预检测带宽来改善。因动态变化使带宽范围变窄， 可以通过增加环路滤波阶次来弥补，也可通过外部导航系统来弥补，如采用内部辅助增强技术、外部导航辅助增强技术及载波跟踪闭环辅助技术等。其中外部导航辅助增强技术有</a:t>
            </a:r>
            <a:r>
              <a:rPr lang="zh-CN" altLang="zh-CN" dirty="0">
                <a:highlight>
                  <a:srgbClr val="FFFF00"/>
                </a:highlight>
              </a:rPr>
              <a:t>惯性导航系统</a:t>
            </a:r>
            <a:r>
              <a:rPr lang="en-US" altLang="zh-CN" dirty="0">
                <a:highlight>
                  <a:srgbClr val="FFFF00"/>
                </a:highlight>
              </a:rPr>
              <a:t>(INS)</a:t>
            </a:r>
            <a:r>
              <a:rPr lang="zh-CN" altLang="zh-CN" dirty="0"/>
              <a:t>、多普勒雷达和空气速度计，而最引人注目的是</a:t>
            </a:r>
            <a:r>
              <a:rPr lang="en-US" altLang="zh-CN" dirty="0"/>
              <a:t>GPS</a:t>
            </a:r>
            <a:r>
              <a:rPr lang="zh-CN" altLang="zh-CN" dirty="0"/>
              <a:t>和</a:t>
            </a:r>
            <a:r>
              <a:rPr lang="en-US" altLang="zh-CN" dirty="0"/>
              <a:t>INS</a:t>
            </a:r>
            <a:r>
              <a:rPr lang="zh-CN" altLang="zh-CN" dirty="0"/>
              <a:t>的最佳组合</a:t>
            </a:r>
            <a:r>
              <a:rPr lang="en-US" altLang="zh-CN" dirty="0"/>
              <a:t>: </a:t>
            </a:r>
            <a:endParaRPr lang="zh-CN" altLang="zh-CN" dirty="0"/>
          </a:p>
          <a:p>
            <a:r>
              <a:rPr lang="zh-CN" altLang="zh-CN" dirty="0"/>
              <a:t>一是借</a:t>
            </a:r>
            <a:r>
              <a:rPr lang="en-US" altLang="zh-CN" dirty="0"/>
              <a:t>INS</a:t>
            </a:r>
            <a:r>
              <a:rPr lang="zh-CN" altLang="zh-CN" dirty="0"/>
              <a:t>提供的平台速度信息去辅助</a:t>
            </a:r>
            <a:r>
              <a:rPr lang="en-US" altLang="zh-CN" dirty="0"/>
              <a:t>GPS</a:t>
            </a:r>
            <a:r>
              <a:rPr lang="zh-CN" altLang="zh-CN" dirty="0"/>
              <a:t>接收机的载被环和码环，做到环路带宽很窄，有效提高</a:t>
            </a:r>
            <a:r>
              <a:rPr lang="en-US" altLang="zh-CN" dirty="0"/>
              <a:t>GPS</a:t>
            </a:r>
            <a:r>
              <a:rPr lang="zh-CN" altLang="zh-CN" dirty="0"/>
              <a:t>接收机的信号</a:t>
            </a:r>
            <a:r>
              <a:rPr lang="en-US" altLang="zh-CN" dirty="0"/>
              <a:t>/</a:t>
            </a:r>
            <a:r>
              <a:rPr lang="zh-CN" altLang="zh-CN" dirty="0"/>
              <a:t>干扰比</a:t>
            </a:r>
            <a:r>
              <a:rPr lang="en-US" altLang="zh-CN" dirty="0"/>
              <a:t>(S/J);</a:t>
            </a:r>
            <a:endParaRPr lang="zh-CN" altLang="zh-CN" dirty="0"/>
          </a:p>
          <a:p>
            <a:r>
              <a:rPr lang="zh-CN" altLang="zh-CN" dirty="0"/>
              <a:t>二是在强干扰下只用</a:t>
            </a:r>
            <a:r>
              <a:rPr lang="en-US" altLang="zh-CN" dirty="0"/>
              <a:t>GPS</a:t>
            </a:r>
            <a:r>
              <a:rPr lang="zh-CN" altLang="zh-CN" dirty="0"/>
              <a:t>导航，当</a:t>
            </a:r>
            <a:r>
              <a:rPr lang="en-US" altLang="zh-CN" dirty="0"/>
              <a:t>GPS</a:t>
            </a:r>
            <a:r>
              <a:rPr lang="zh-CN" altLang="zh-CN" dirty="0"/>
              <a:t>接收机信噪比恢复到跟踪门限</a:t>
            </a:r>
            <a:r>
              <a:rPr lang="en-US" altLang="zh-CN" dirty="0"/>
              <a:t>C/N0</a:t>
            </a:r>
            <a:r>
              <a:rPr lang="zh-CN" altLang="zh-CN" dirty="0"/>
              <a:t>以上时，再用</a:t>
            </a:r>
            <a:r>
              <a:rPr lang="en-US" altLang="zh-CN" dirty="0"/>
              <a:t>INS</a:t>
            </a:r>
            <a:r>
              <a:rPr lang="zh-CN" altLang="zh-CN" dirty="0"/>
              <a:t>辅助</a:t>
            </a:r>
            <a:r>
              <a:rPr lang="en-US" altLang="zh-CN" dirty="0"/>
              <a:t>GPS</a:t>
            </a:r>
            <a:r>
              <a:rPr lang="zh-CN" altLang="zh-CN" dirty="0"/>
              <a:t>接收机快速捕获</a:t>
            </a:r>
            <a:r>
              <a:rPr lang="en-US" altLang="zh-CN" dirty="0"/>
              <a:t>GPS</a:t>
            </a:r>
            <a:r>
              <a:rPr lang="zh-CN" altLang="zh-CN" dirty="0"/>
              <a:t>信号。</a:t>
            </a:r>
            <a:r>
              <a:rPr lang="en-US" altLang="zh-CN" dirty="0"/>
              <a:t>GPS</a:t>
            </a:r>
            <a:r>
              <a:rPr lang="zh-CN" altLang="zh-CN" dirty="0"/>
              <a:t>和</a:t>
            </a:r>
            <a:r>
              <a:rPr lang="en-US" altLang="zh-CN" dirty="0"/>
              <a:t>INS</a:t>
            </a:r>
            <a:r>
              <a:rPr lang="zh-CN" altLang="zh-CN" dirty="0"/>
              <a:t>的组合可使接收机的抗干扰性能提高</a:t>
            </a:r>
            <a:r>
              <a:rPr lang="en-US" altLang="zh-CN" dirty="0"/>
              <a:t>10 -15dB</a:t>
            </a:r>
            <a:r>
              <a:rPr lang="zh-CN" altLang="zh-CN" dirty="0"/>
              <a:t>。因此，海湾战争后，</a:t>
            </a:r>
            <a:r>
              <a:rPr lang="en-US" altLang="zh-CN" dirty="0"/>
              <a:t> INS/GPS</a:t>
            </a:r>
            <a:r>
              <a:rPr lang="zh-CN" altLang="zh-CN" dirty="0"/>
              <a:t>组合的导航方式在制导炸弹、炮弹和导弹等精确制导武器上获得了广泛</a:t>
            </a:r>
            <a:r>
              <a:rPr lang="zh-CN" altLang="zh-CN" dirty="0" smtClean="0"/>
              <a:t>应用。 </a:t>
            </a:r>
            <a:endParaRPr lang="zh-CN" altLang="zh-CN" dirty="0"/>
          </a:p>
          <a:p>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4400" y="965752"/>
            <a:ext cx="10363200" cy="4827105"/>
          </a:xfrm>
        </p:spPr>
        <p:txBody>
          <a:bodyPr/>
          <a:lstStyle/>
          <a:p>
            <a:r>
              <a:rPr lang="en-US" altLang="zh-CN" dirty="0"/>
              <a:t>(4)</a:t>
            </a:r>
            <a:r>
              <a:rPr lang="zh-CN" altLang="zh-CN" dirty="0"/>
              <a:t>窄带干扰处理技术 </a:t>
            </a:r>
          </a:p>
          <a:p>
            <a:r>
              <a:rPr lang="en-US" altLang="zh-CN" dirty="0"/>
              <a:t>        </a:t>
            </a:r>
            <a:r>
              <a:rPr lang="zh-CN" altLang="zh-CN" dirty="0"/>
              <a:t>窄带干扰处理技术也称暂时滤波技术，是</a:t>
            </a:r>
            <a:r>
              <a:rPr lang="en-US" altLang="zh-CN" dirty="0"/>
              <a:t>DFT</a:t>
            </a:r>
            <a:r>
              <a:rPr lang="zh-CN" altLang="zh-CN" dirty="0"/>
              <a:t>技术用于数字中频信号处理即频域幅度处理的例子，如无射频干扰，热噪声功率谱在频域内相当均匀</a:t>
            </a:r>
            <a:r>
              <a:rPr lang="en-US" altLang="zh-CN" dirty="0"/>
              <a:t>;</a:t>
            </a:r>
            <a:r>
              <a:rPr lang="zh-CN" altLang="zh-CN" dirty="0"/>
              <a:t>又如信号中有窄带干扰，频域出现明显异常，其异常谱线在</a:t>
            </a:r>
            <a:r>
              <a:rPr lang="en-US" altLang="zh-CN" dirty="0"/>
              <a:t>DFT</a:t>
            </a:r>
            <a:r>
              <a:rPr lang="zh-CN" altLang="zh-CN" dirty="0"/>
              <a:t>中被自适应滤除。 </a:t>
            </a:r>
          </a:p>
          <a:p>
            <a:r>
              <a:rPr lang="en-US" altLang="zh-CN" dirty="0"/>
              <a:t>(5)</a:t>
            </a:r>
            <a:r>
              <a:rPr lang="zh-CN" altLang="zh-CN" dirty="0"/>
              <a:t>天线增强技术 </a:t>
            </a:r>
          </a:p>
          <a:p>
            <a:r>
              <a:rPr lang="en-US" altLang="zh-CN" dirty="0"/>
              <a:t>        </a:t>
            </a:r>
            <a:r>
              <a:rPr lang="zh-CN" altLang="zh-CN" dirty="0"/>
              <a:t>采用自适应天线技术提高其接收灵敏度。自适应调零天线技术是提高</a:t>
            </a:r>
            <a:r>
              <a:rPr lang="en-US" altLang="zh-CN" dirty="0"/>
              <a:t>GPS</a:t>
            </a:r>
            <a:r>
              <a:rPr lang="zh-CN" altLang="zh-CN" dirty="0"/>
              <a:t>接收机抗干扰的重要手段，目前美国处于领先地位。这种天线由多元天线阵组成，每一天线阵经微波网络接到处理器，信号处理后又馈送到微波网络进行调节，使各阵元的增益和相位发生变化，对来自天线阵方向图的干扰源归零，以降低干扰系统性能。其中零数由阵元数决定，一般</a:t>
            </a:r>
            <a:r>
              <a:rPr lang="en-US" altLang="zh-CN" dirty="0"/>
              <a:t>N</a:t>
            </a:r>
            <a:r>
              <a:rPr lang="zh-CN" altLang="zh-CN" dirty="0"/>
              <a:t>元阵天线能控制</a:t>
            </a:r>
            <a:r>
              <a:rPr lang="en-US" altLang="zh-CN" dirty="0"/>
              <a:t>N-1</a:t>
            </a:r>
            <a:r>
              <a:rPr lang="zh-CN" altLang="zh-CN" dirty="0"/>
              <a:t>个零点。较理想的自适应天线能把</a:t>
            </a:r>
            <a:r>
              <a:rPr lang="en-US" altLang="zh-CN" dirty="0"/>
              <a:t>GPS</a:t>
            </a:r>
            <a:r>
              <a:rPr lang="zh-CN" altLang="zh-CN" dirty="0"/>
              <a:t>接收机的抗干扰能力提高</a:t>
            </a:r>
            <a:r>
              <a:rPr lang="en-US" altLang="zh-CN" dirty="0"/>
              <a:t>40 -50dB</a:t>
            </a:r>
            <a:r>
              <a:rPr lang="zh-CN" altLang="zh-CN" dirty="0"/>
              <a:t>。 </a:t>
            </a:r>
          </a:p>
          <a:p>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1337" y="782872"/>
            <a:ext cx="10363200" cy="4827105"/>
          </a:xfrm>
        </p:spPr>
        <p:txBody>
          <a:bodyPr/>
          <a:lstStyle/>
          <a:p>
            <a:r>
              <a:rPr lang="en-US" altLang="zh-CN" dirty="0"/>
              <a:t>(6)</a:t>
            </a:r>
            <a:r>
              <a:rPr lang="zh-CN" altLang="zh-CN" dirty="0"/>
              <a:t>多径干扰技术 </a:t>
            </a:r>
          </a:p>
          <a:p>
            <a:r>
              <a:rPr lang="en-US" altLang="zh-CN" dirty="0" smtClean="0"/>
              <a:t>        GPS</a:t>
            </a:r>
            <a:r>
              <a:rPr lang="zh-CN" altLang="zh-CN" dirty="0"/>
              <a:t>天线阵周围设置合适的微波吸收圈或者扼流圈，以增大天线方向图的锐角，从而有效提高抗多径干扰的性能，迫使敌方使用大功率干扰系统，利于</a:t>
            </a:r>
            <a:r>
              <a:rPr lang="en-US" altLang="zh-CN" dirty="0"/>
              <a:t>GPS</a:t>
            </a:r>
            <a:r>
              <a:rPr lang="zh-CN" altLang="zh-CN" dirty="0"/>
              <a:t>检测、定位和摧毁。 </a:t>
            </a:r>
          </a:p>
          <a:p>
            <a:r>
              <a:rPr lang="en-US" altLang="zh-CN" dirty="0" smtClean="0"/>
              <a:t>        </a:t>
            </a:r>
            <a:r>
              <a:rPr lang="zh-CN" altLang="zh-CN" dirty="0" smtClean="0"/>
              <a:t>为</a:t>
            </a:r>
            <a:r>
              <a:rPr lang="zh-CN" altLang="zh-CN" dirty="0"/>
              <a:t>提高</a:t>
            </a:r>
            <a:r>
              <a:rPr lang="en-US" altLang="zh-CN" dirty="0"/>
              <a:t>GPS</a:t>
            </a:r>
            <a:r>
              <a:rPr lang="zh-CN" altLang="zh-CN" dirty="0"/>
              <a:t>的抗干扰能力，美国</a:t>
            </a:r>
            <a:r>
              <a:rPr lang="en-US" altLang="zh-CN" dirty="0"/>
              <a:t>GPS</a:t>
            </a:r>
            <a:r>
              <a:rPr lang="zh-CN" altLang="zh-CN" dirty="0"/>
              <a:t>联合计划办公室于</a:t>
            </a:r>
            <a:r>
              <a:rPr lang="en-US" altLang="zh-CN" dirty="0"/>
              <a:t>1998</a:t>
            </a:r>
            <a:r>
              <a:rPr lang="zh-CN" altLang="zh-CN" dirty="0"/>
              <a:t>年列出了近</a:t>
            </a:r>
            <a:r>
              <a:rPr lang="en-US" altLang="zh-CN" dirty="0"/>
              <a:t>30</a:t>
            </a:r>
            <a:r>
              <a:rPr lang="zh-CN" altLang="zh-CN" dirty="0"/>
              <a:t>种技术手段供单独使用或综合应用，包括抗干扰滤波技术、自适应调零天线技术、直接</a:t>
            </a:r>
            <a:r>
              <a:rPr lang="en-US" altLang="zh-CN" dirty="0"/>
              <a:t>P(Y) </a:t>
            </a:r>
            <a:r>
              <a:rPr lang="zh-CN" altLang="zh-CN" dirty="0"/>
              <a:t>捕获技术、</a:t>
            </a:r>
            <a:r>
              <a:rPr lang="en-US" altLang="zh-CN" dirty="0"/>
              <a:t>GPS</a:t>
            </a:r>
            <a:r>
              <a:rPr lang="zh-CN" altLang="zh-CN" dirty="0"/>
              <a:t>惯性导航</a:t>
            </a:r>
            <a:r>
              <a:rPr lang="en-US" altLang="zh-CN" dirty="0"/>
              <a:t>(IMS)</a:t>
            </a:r>
            <a:r>
              <a:rPr lang="zh-CN" altLang="zh-CN" dirty="0"/>
              <a:t>组合技术等。目前已将</a:t>
            </a:r>
            <a:r>
              <a:rPr lang="en-US" altLang="zh-CN" dirty="0"/>
              <a:t>GPS</a:t>
            </a:r>
            <a:r>
              <a:rPr lang="zh-CN" altLang="zh-CN" dirty="0"/>
              <a:t>与</a:t>
            </a:r>
            <a:r>
              <a:rPr lang="en-US" altLang="zh-CN" dirty="0"/>
              <a:t>INS</a:t>
            </a:r>
            <a:r>
              <a:rPr lang="zh-CN" altLang="zh-CN" dirty="0"/>
              <a:t>紧藕合组合和自适应调零天线技术应用到巡航导弹和</a:t>
            </a:r>
            <a:r>
              <a:rPr lang="en-US" altLang="zh-CN" dirty="0"/>
              <a:t>JDAM</a:t>
            </a:r>
            <a:r>
              <a:rPr lang="zh-CN" altLang="zh-CN" dirty="0"/>
              <a:t>联合直接精确打击弹药上，取得了明显的抗干扰效果。</a:t>
            </a:r>
            <a:r>
              <a:rPr lang="en-US" altLang="zh-CN" dirty="0"/>
              <a:t>1998</a:t>
            </a:r>
            <a:r>
              <a:rPr lang="zh-CN" altLang="zh-CN" dirty="0"/>
              <a:t>年美国对应用上述抗干扰措施的</a:t>
            </a:r>
            <a:r>
              <a:rPr lang="en-US" altLang="zh-CN" dirty="0"/>
              <a:t>JDAM</a:t>
            </a:r>
            <a:r>
              <a:rPr lang="zh-CN" altLang="zh-CN" dirty="0"/>
              <a:t>弹药，在白沙靶场</a:t>
            </a:r>
            <a:r>
              <a:rPr lang="en-US" altLang="zh-CN" dirty="0"/>
              <a:t>44000</a:t>
            </a:r>
            <a:r>
              <a:rPr lang="zh-CN" altLang="zh-CN" dirty="0"/>
              <a:t>英尺高空进行投放试验，小功率干扰时命中目标误差为</a:t>
            </a:r>
            <a:r>
              <a:rPr lang="en-US" altLang="zh-CN" dirty="0"/>
              <a:t>3</a:t>
            </a:r>
            <a:r>
              <a:rPr lang="zh-CN" altLang="zh-CN" dirty="0"/>
              <a:t>米，大功率干扰时命中目标误差仅为</a:t>
            </a:r>
            <a:r>
              <a:rPr lang="en-US" altLang="zh-CN" dirty="0"/>
              <a:t>6</a:t>
            </a:r>
            <a:r>
              <a:rPr lang="zh-CN" altLang="zh-CN" dirty="0"/>
              <a:t>米。伊拉克战争中美军使用的战斧式巡航导弹</a:t>
            </a:r>
            <a:r>
              <a:rPr lang="en-US" altLang="zh-CN" dirty="0"/>
              <a:t>BGM-l09IIIc</a:t>
            </a:r>
            <a:r>
              <a:rPr lang="zh-CN" altLang="zh-CN" dirty="0"/>
              <a:t>和联合直接攻击弹药</a:t>
            </a:r>
            <a:r>
              <a:rPr lang="en-US" altLang="zh-CN" dirty="0"/>
              <a:t>GBU -31</a:t>
            </a:r>
            <a:r>
              <a:rPr lang="zh-CN" altLang="zh-CN" dirty="0"/>
              <a:t>炸弹等都应用了上述抗干扰措施。</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800" b="1" dirty="0"/>
              <a:t>GPS</a:t>
            </a:r>
            <a:r>
              <a:rPr lang="zh-CN" altLang="zh-CN" sz="2800" b="1" dirty="0"/>
              <a:t>卫星抗干扰</a:t>
            </a:r>
            <a:r>
              <a:rPr lang="zh-CN" altLang="zh-CN" sz="2800" b="1" dirty="0" smtClean="0"/>
              <a:t>措施</a:t>
            </a:r>
            <a:r>
              <a:rPr lang="zh-CN" altLang="en-US" sz="2800" b="1" dirty="0" smtClean="0"/>
              <a:t>有（ ）。</a:t>
            </a:r>
            <a:endParaRPr lang="zh-CN" altLang="zh-CN" sz="2800" dirty="0"/>
          </a:p>
        </p:txBody>
      </p:sp>
      <p:sp>
        <p:nvSpPr>
          <p:cNvPr id="6" name="文本框 5"/>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zh-CN" sz="2400" dirty="0"/>
              <a:t>采用新型</a:t>
            </a:r>
            <a:r>
              <a:rPr lang="en-US" altLang="zh-CN" sz="2400" dirty="0" err="1"/>
              <a:t>Lc</a:t>
            </a:r>
            <a:r>
              <a:rPr lang="zh-CN" altLang="zh-CN" sz="2400" dirty="0"/>
              <a:t>信号</a:t>
            </a:r>
            <a:r>
              <a:rPr lang="zh-CN" altLang="zh-CN" sz="2400" dirty="0" smtClean="0"/>
              <a:t>频段</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zh-CN" sz="2400" dirty="0"/>
              <a:t>采用现代抗干扰技术和</a:t>
            </a:r>
            <a:r>
              <a:rPr lang="zh-CN" altLang="zh-CN" sz="2400" dirty="0" smtClean="0"/>
              <a:t>措施</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zh-CN" sz="2400" dirty="0"/>
              <a:t>建立独特的军用</a:t>
            </a:r>
            <a:r>
              <a:rPr lang="en-US" altLang="zh-CN" sz="2400" dirty="0"/>
              <a:t>GPS</a:t>
            </a:r>
            <a:r>
              <a:rPr lang="zh-CN" altLang="zh-CN" sz="2400" dirty="0" smtClean="0"/>
              <a:t>系统</a:t>
            </a:r>
            <a:endParaRPr lang="zh-CN" altLang="zh-CN" sz="2400" dirty="0"/>
          </a:p>
        </p:txBody>
      </p:sp>
      <p:sp>
        <p:nvSpPr>
          <p:cNvPr id="9" name="文本框 8"/>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zh-CN" sz="2400" dirty="0"/>
              <a:t>采用星载</a:t>
            </a:r>
            <a:r>
              <a:rPr lang="en-US" altLang="zh-CN" sz="2400" dirty="0"/>
              <a:t>GPS</a:t>
            </a:r>
            <a:r>
              <a:rPr lang="zh-CN" altLang="zh-CN" sz="2400" dirty="0"/>
              <a:t>干扰</a:t>
            </a:r>
            <a:r>
              <a:rPr lang="zh-CN" altLang="zh-CN" sz="2400" dirty="0" smtClean="0"/>
              <a:t>系统</a:t>
            </a:r>
            <a:endParaRPr lang="zh-CN" altLang="zh-CN" sz="2400" dirty="0"/>
          </a:p>
        </p:txBody>
      </p:sp>
      <p:sp>
        <p:nvSpPr>
          <p:cNvPr id="10" name="矩形 9"/>
          <p:cNvSpPr>
            <a:spLocks noChangeAspect="1"/>
          </p:cNvSpPr>
          <p:nvPr>
            <p:custDataLst>
              <p:tags r:id="rId7"/>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矩形 10"/>
          <p:cNvSpPr>
            <a:spLocks noChangeAspect="1"/>
          </p:cNvSpPr>
          <p:nvPr>
            <p:custDataLst>
              <p:tags r:id="rId8"/>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a:spLocks noChangeAspect="1"/>
          </p:cNvSpPr>
          <p:nvPr>
            <p:custDataLst>
              <p:tags r:id="rId9"/>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12"/>
          <p:cNvSpPr>
            <a:spLocks noChangeAspect="1"/>
          </p:cNvSpPr>
          <p:nvPr>
            <p:custDataLst>
              <p:tags r:id="rId10"/>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圆角矩形 13"/>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2"/>
            </p:custDataLst>
          </p:nvPr>
        </p:nvGrpSpPr>
        <p:grpSpPr>
          <a:xfrm>
            <a:off x="0" y="0"/>
            <a:ext cx="12192000" cy="635000"/>
            <a:chOff x="0" y="0"/>
            <a:chExt cx="12192000" cy="635000"/>
          </a:xfrm>
        </p:grpSpPr>
        <p:sp>
          <p:nvSpPr>
            <p:cNvPr id="15"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690949" y="1580606"/>
            <a:ext cx="7210697" cy="33571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b="1" dirty="0">
                <a:latin typeface="Times New Roman" panose="02020603050405020304" pitchFamily="18" charset="0"/>
                <a:ea typeface="楷体_GB2312" panose="02010609030101010101" pitchFamily="49" charset="-122"/>
              </a:rPr>
              <a:t>本节内容回顾</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75777"/>
          <p:cNvSpPr>
            <a:spLocks noGrp="1"/>
          </p:cNvSpPr>
          <p:nvPr>
            <p:ph type="title"/>
          </p:nvPr>
        </p:nvSpPr>
        <p:spPr/>
        <p:txBody>
          <a:bodyPr/>
          <a:lstStyle/>
          <a:p>
            <a:r>
              <a:rPr lang="en-US" altLang="zh-CN" dirty="0">
                <a:effectLst/>
              </a:rPr>
              <a:t>GPS</a:t>
            </a:r>
            <a:r>
              <a:rPr lang="zh-CN" altLang="en-US" dirty="0">
                <a:effectLst/>
              </a:rPr>
              <a:t>在军事上的作用</a:t>
            </a:r>
          </a:p>
        </p:txBody>
      </p:sp>
      <p:sp>
        <p:nvSpPr>
          <p:cNvPr id="75779" name="文本占位符 75778"/>
          <p:cNvSpPr>
            <a:spLocks noGrp="1"/>
          </p:cNvSpPr>
          <p:nvPr>
            <p:ph idx="1"/>
          </p:nvPr>
        </p:nvSpPr>
        <p:spPr/>
        <p:txBody>
          <a:bodyPr/>
          <a:lstStyle/>
          <a:p>
            <a:r>
              <a:rPr lang="en-US" altLang="zh-CN" dirty="0"/>
              <a:t>1</a:t>
            </a:r>
            <a:r>
              <a:rPr lang="zh-CN" altLang="en-US" dirty="0"/>
              <a:t>、用于各种精密打击武器的制导，提高打击精度。</a:t>
            </a:r>
          </a:p>
          <a:p>
            <a:r>
              <a:rPr lang="en-US" altLang="zh-CN" dirty="0"/>
              <a:t>2</a:t>
            </a:r>
            <a:r>
              <a:rPr lang="zh-CN" altLang="en-US" dirty="0"/>
              <a:t>、成为</a:t>
            </a:r>
            <a:r>
              <a:rPr lang="en-US" altLang="zh-CN" dirty="0"/>
              <a:t>C4ISR</a:t>
            </a:r>
            <a:r>
              <a:rPr lang="zh-CN" altLang="en-US" dirty="0"/>
              <a:t>的重要组成部分，提升了整体协调作战能力。</a:t>
            </a:r>
          </a:p>
          <a:p>
            <a:r>
              <a:rPr lang="en-US" altLang="zh-CN" dirty="0"/>
              <a:t>3</a:t>
            </a:r>
            <a:r>
              <a:rPr lang="zh-CN" altLang="en-US" dirty="0"/>
              <a:t>、用于高速武器试验，提高实验效率。</a:t>
            </a:r>
          </a:p>
          <a:p>
            <a:r>
              <a:rPr lang="en-US" altLang="zh-CN" dirty="0"/>
              <a:t>4</a:t>
            </a:r>
            <a:r>
              <a:rPr lang="zh-CN" altLang="en-US" dirty="0"/>
              <a:t>、在综合支援保障系统中应用。</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74753"/>
          <p:cNvSpPr>
            <a:spLocks noGrp="1"/>
          </p:cNvSpPr>
          <p:nvPr>
            <p:ph type="title"/>
          </p:nvPr>
        </p:nvSpPr>
        <p:spPr/>
        <p:txBody>
          <a:bodyPr/>
          <a:lstStyle/>
          <a:p>
            <a:pPr algn="ctr"/>
            <a:r>
              <a:rPr lang="en-US" altLang="zh-CN" dirty="0">
                <a:effectLst/>
              </a:rPr>
              <a:t>GPS</a:t>
            </a:r>
            <a:r>
              <a:rPr lang="zh-CN" altLang="en-US" dirty="0">
                <a:effectLst/>
              </a:rPr>
              <a:t>利用与反利用</a:t>
            </a:r>
          </a:p>
        </p:txBody>
      </p:sp>
      <p:sp>
        <p:nvSpPr>
          <p:cNvPr id="74755" name="文本占位符 74754"/>
          <p:cNvSpPr>
            <a:spLocks noGrp="1"/>
          </p:cNvSpPr>
          <p:nvPr>
            <p:ph idx="1"/>
          </p:nvPr>
        </p:nvSpPr>
        <p:spPr>
          <a:xfrm>
            <a:off x="3719514" y="1916113"/>
            <a:ext cx="5830887" cy="4114800"/>
          </a:xfrm>
        </p:spPr>
        <p:txBody>
          <a:bodyPr/>
          <a:lstStyle/>
          <a:p>
            <a:r>
              <a:rPr lang="en-US" altLang="zh-CN" dirty="0"/>
              <a:t>1</a:t>
            </a:r>
            <a:r>
              <a:rPr lang="zh-CN" altLang="en-US" dirty="0"/>
              <a:t>、扰乱利用的措施</a:t>
            </a:r>
          </a:p>
          <a:p>
            <a:r>
              <a:rPr lang="en-US" altLang="zh-CN" dirty="0"/>
              <a:t>2</a:t>
            </a:r>
            <a:r>
              <a:rPr lang="zh-CN" altLang="en-US" dirty="0"/>
              <a:t>、拒绝利用的措施</a:t>
            </a:r>
          </a:p>
          <a:p>
            <a:endParaRPr lang="zh-CN" altLang="en-US" dirty="0"/>
          </a:p>
        </p:txBody>
      </p:sp>
      <p:sp>
        <p:nvSpPr>
          <p:cNvPr id="4" name="标题 77825"/>
          <p:cNvSpPr txBox="1"/>
          <p:nvPr/>
        </p:nvSpPr>
        <p:spPr>
          <a:xfrm>
            <a:off x="3719514" y="3559810"/>
            <a:ext cx="4821979" cy="611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mtClean="0"/>
              <a:t>GPS</a:t>
            </a:r>
            <a:r>
              <a:rPr lang="zh-CN" altLang="en-US" smtClean="0"/>
              <a:t>欺骗与反欺骗</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76801"/>
          <p:cNvSpPr>
            <a:spLocks noGrp="1"/>
          </p:cNvSpPr>
          <p:nvPr>
            <p:ph type="title"/>
          </p:nvPr>
        </p:nvSpPr>
        <p:spPr>
          <a:xfrm>
            <a:off x="2135188" y="628303"/>
            <a:ext cx="7772400" cy="642360"/>
          </a:xfrm>
        </p:spPr>
        <p:txBody>
          <a:bodyPr/>
          <a:lstStyle/>
          <a:p>
            <a:pPr algn="ctr"/>
            <a:r>
              <a:rPr lang="en-US" altLang="zh-CN" dirty="0">
                <a:effectLst/>
              </a:rPr>
              <a:t>GPS</a:t>
            </a:r>
            <a:r>
              <a:rPr lang="zh-CN" altLang="en-US" dirty="0">
                <a:effectLst/>
              </a:rPr>
              <a:t>电子干扰与反干扰</a:t>
            </a:r>
          </a:p>
        </p:txBody>
      </p:sp>
      <p:sp>
        <p:nvSpPr>
          <p:cNvPr id="76803" name="文本占位符 76802"/>
          <p:cNvSpPr>
            <a:spLocks noGrp="1"/>
          </p:cNvSpPr>
          <p:nvPr>
            <p:ph idx="1"/>
          </p:nvPr>
        </p:nvSpPr>
        <p:spPr>
          <a:xfrm>
            <a:off x="1745077" y="1567065"/>
            <a:ext cx="7772400" cy="2316162"/>
          </a:xfrm>
        </p:spPr>
        <p:txBody>
          <a:bodyPr/>
          <a:lstStyle/>
          <a:p>
            <a:pPr>
              <a:lnSpc>
                <a:spcPct val="80000"/>
              </a:lnSpc>
            </a:pPr>
            <a:r>
              <a:rPr lang="en-US" altLang="zh-CN" sz="2400" dirty="0"/>
              <a:t>1</a:t>
            </a:r>
            <a:r>
              <a:rPr lang="zh-CN" altLang="en-US" sz="2400" dirty="0"/>
              <a:t>、电子干扰</a:t>
            </a:r>
          </a:p>
          <a:p>
            <a:pPr>
              <a:lnSpc>
                <a:spcPct val="80000"/>
              </a:lnSpc>
            </a:pPr>
            <a:r>
              <a:rPr lang="zh-CN" altLang="en-US" sz="2400" dirty="0"/>
              <a:t>      </a:t>
            </a:r>
            <a:r>
              <a:rPr lang="en-US" altLang="zh-CN" sz="2400" dirty="0"/>
              <a:t>1</a:t>
            </a:r>
            <a:r>
              <a:rPr lang="zh-CN" altLang="en-US" sz="2400" dirty="0"/>
              <a:t>）压制式干扰（瞄准式、阻拦式、相关式）</a:t>
            </a:r>
          </a:p>
          <a:p>
            <a:pPr>
              <a:lnSpc>
                <a:spcPct val="80000"/>
              </a:lnSpc>
            </a:pPr>
            <a:r>
              <a:rPr lang="zh-CN" altLang="en-US" sz="2400" dirty="0"/>
              <a:t>      </a:t>
            </a:r>
            <a:r>
              <a:rPr lang="en-US" altLang="zh-CN" sz="2400" dirty="0"/>
              <a:t>2</a:t>
            </a:r>
            <a:r>
              <a:rPr lang="zh-CN" altLang="en-US" sz="2400" dirty="0"/>
              <a:t>）欺骗式干扰</a:t>
            </a:r>
          </a:p>
          <a:p>
            <a:pPr>
              <a:lnSpc>
                <a:spcPct val="80000"/>
              </a:lnSpc>
            </a:pPr>
            <a:r>
              <a:rPr lang="en-US" altLang="zh-CN" sz="2400" dirty="0"/>
              <a:t>2</a:t>
            </a:r>
            <a:r>
              <a:rPr lang="zh-CN" altLang="en-US" sz="2400" dirty="0"/>
              <a:t>、电子</a:t>
            </a:r>
            <a:r>
              <a:rPr lang="zh-CN" altLang="en-US" sz="2400" dirty="0" smtClean="0"/>
              <a:t>抗干扰</a:t>
            </a:r>
            <a:endParaRPr lang="zh-CN" altLang="en-US" sz="2400" dirty="0"/>
          </a:p>
        </p:txBody>
      </p:sp>
      <p:graphicFrame>
        <p:nvGraphicFramePr>
          <p:cNvPr id="2" name="表格 1"/>
          <p:cNvGraphicFramePr>
            <a:graphicFrameLocks noGrp="1"/>
          </p:cNvGraphicFramePr>
          <p:nvPr/>
        </p:nvGraphicFramePr>
        <p:xfrm>
          <a:off x="1745667" y="3284731"/>
          <a:ext cx="9322134" cy="3200400"/>
        </p:xfrm>
        <a:graphic>
          <a:graphicData uri="http://schemas.openxmlformats.org/drawingml/2006/table">
            <a:tbl>
              <a:tblPr firstRow="1" bandRow="1">
                <a:tableStyleId>{5C22544A-7EE6-4342-B048-85BDC9FD1C3A}</a:tableStyleId>
              </a:tblPr>
              <a:tblGrid>
                <a:gridCol w="4661067">
                  <a:extLst>
                    <a:ext uri="{9D8B030D-6E8A-4147-A177-3AD203B41FA5}">
                      <a16:colId xmlns:a16="http://schemas.microsoft.com/office/drawing/2014/main" val="20000"/>
                    </a:ext>
                  </a:extLst>
                </a:gridCol>
                <a:gridCol w="4661067">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t>GPS</a:t>
                      </a:r>
                      <a:r>
                        <a:rPr lang="zh-CN" altLang="en-US" sz="2400" dirty="0" smtClean="0"/>
                        <a:t>卫星抗干扰措施</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t>GPS</a:t>
                      </a:r>
                      <a:r>
                        <a:rPr lang="zh-CN" altLang="en-US" sz="2400" dirty="0" smtClean="0"/>
                        <a:t>接收机的抗干扰措施</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1</a:t>
                      </a:r>
                      <a:r>
                        <a:rPr lang="zh-CN" altLang="en-US" sz="2400" dirty="0" smtClean="0"/>
                        <a:t>）建立独特的军用</a:t>
                      </a:r>
                      <a:r>
                        <a:rPr lang="en-US" altLang="zh-CN" sz="2400" dirty="0" smtClean="0"/>
                        <a:t>GPS</a:t>
                      </a:r>
                      <a:r>
                        <a:rPr lang="zh-CN" altLang="en-US" sz="2400" dirty="0" smtClean="0"/>
                        <a:t>系统</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1</a:t>
                      </a:r>
                      <a:r>
                        <a:rPr lang="zh-CN" altLang="en-US" sz="2400" dirty="0" smtClean="0"/>
                        <a:t>）射频干扰检测技术</a:t>
                      </a:r>
                      <a:endParaRPr lang="zh-CN"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2</a:t>
                      </a:r>
                      <a:r>
                        <a:rPr lang="zh-CN" altLang="en-US" sz="2400" dirty="0" smtClean="0"/>
                        <a:t>）采用新型</a:t>
                      </a:r>
                      <a:r>
                        <a:rPr lang="en-US" altLang="zh-CN" sz="2400" dirty="0" err="1" smtClean="0"/>
                        <a:t>Lc</a:t>
                      </a:r>
                      <a:r>
                        <a:rPr lang="zh-CN" altLang="en-US" sz="2400" dirty="0" smtClean="0"/>
                        <a:t>信号频段</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2</a:t>
                      </a:r>
                      <a:r>
                        <a:rPr lang="zh-CN" altLang="en-US" sz="2400" dirty="0" smtClean="0"/>
                        <a:t>）前端滤波技术</a:t>
                      </a:r>
                      <a:endParaRPr lang="zh-CN" alt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3</a:t>
                      </a:r>
                      <a:r>
                        <a:rPr lang="zh-CN" altLang="en-US" sz="2400" dirty="0" smtClean="0"/>
                        <a:t>）采用现代抗干扰技术和措施</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3</a:t>
                      </a:r>
                      <a:r>
                        <a:rPr lang="zh-CN" altLang="en-US" sz="2400" dirty="0" smtClean="0"/>
                        <a:t>）码环和载波环跟踪技术</a:t>
                      </a:r>
                      <a:endParaRPr lang="zh-CN" alt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4</a:t>
                      </a:r>
                      <a:r>
                        <a:rPr lang="zh-CN" altLang="en-US" sz="2400" dirty="0" smtClean="0"/>
                        <a:t>）采用星载</a:t>
                      </a:r>
                      <a:r>
                        <a:rPr lang="en-US" altLang="zh-CN" sz="2400" dirty="0" smtClean="0"/>
                        <a:t>GPS</a:t>
                      </a:r>
                      <a:r>
                        <a:rPr lang="zh-CN" altLang="en-US" sz="2400" dirty="0" smtClean="0"/>
                        <a:t>干扰系统</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4</a:t>
                      </a:r>
                      <a:r>
                        <a:rPr lang="zh-CN" altLang="en-US" sz="2400" dirty="0" smtClean="0"/>
                        <a:t>）窄带干扰处理技术</a:t>
                      </a:r>
                      <a:endParaRPr lang="zh-CN" altLang="en-US" sz="2400" dirty="0"/>
                    </a:p>
                  </a:txBody>
                  <a:tcPr/>
                </a:tc>
                <a:extLst>
                  <a:ext uri="{0D108BD9-81ED-4DB2-BD59-A6C34878D82A}">
                    <a16:rowId xmlns:a16="http://schemas.microsoft.com/office/drawing/2014/main" val="10004"/>
                  </a:ext>
                </a:extLst>
              </a:tr>
              <a:tr h="370840">
                <a:tc>
                  <a:txBody>
                    <a:bodyPr/>
                    <a:lstStyle/>
                    <a:p>
                      <a:endParaRPr lang="zh-CN" altLang="en-US" sz="24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smtClean="0"/>
                        <a:t>（</a:t>
                      </a:r>
                      <a:r>
                        <a:rPr lang="en-US" altLang="zh-CN" sz="2400" dirty="0" smtClean="0"/>
                        <a:t>5</a:t>
                      </a:r>
                      <a:r>
                        <a:rPr lang="zh-CN" altLang="en-US" sz="2400" dirty="0" smtClean="0"/>
                        <a:t>）天线增强技术</a:t>
                      </a:r>
                      <a:endParaRPr lang="zh-CN" altLang="en-US" sz="2400" dirty="0"/>
                    </a:p>
                  </a:txBody>
                  <a:tcPr/>
                </a:tc>
                <a:extLst>
                  <a:ext uri="{0D108BD9-81ED-4DB2-BD59-A6C34878D82A}">
                    <a16:rowId xmlns:a16="http://schemas.microsoft.com/office/drawing/2014/main" val="10005"/>
                  </a:ext>
                </a:extLst>
              </a:tr>
              <a:tr h="370840">
                <a:tc>
                  <a:txBody>
                    <a:bodyPr/>
                    <a:lstStyle/>
                    <a:p>
                      <a:endParaRPr lang="zh-CN" altLang="en-US" sz="2400" dirty="0"/>
                    </a:p>
                  </a:txBody>
                  <a:tcPr/>
                </a:tc>
                <a:tc>
                  <a:txBody>
                    <a:bodyPr/>
                    <a:lstStyle/>
                    <a:p>
                      <a:pPr>
                        <a:lnSpc>
                          <a:spcPct val="80000"/>
                        </a:lnSpc>
                      </a:pPr>
                      <a:r>
                        <a:rPr lang="zh-CN" altLang="en-US" sz="2400" dirty="0" smtClean="0"/>
                        <a:t>（</a:t>
                      </a:r>
                      <a:r>
                        <a:rPr lang="en-US" altLang="zh-CN" sz="2400" dirty="0" smtClean="0"/>
                        <a:t>6</a:t>
                      </a:r>
                      <a:r>
                        <a:rPr lang="zh-CN" altLang="en-US" sz="2400" dirty="0" smtClean="0"/>
                        <a:t>）多径干扰技术</a:t>
                      </a:r>
                      <a:endParaRPr lang="zh-CN" altLang="en-US" sz="2400"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文本占位符 111618"/>
          <p:cNvSpPr>
            <a:spLocks noGrp="1"/>
          </p:cNvSpPr>
          <p:nvPr>
            <p:ph idx="1"/>
          </p:nvPr>
        </p:nvSpPr>
        <p:spPr>
          <a:xfrm>
            <a:off x="5590902" y="2860765"/>
            <a:ext cx="5582195" cy="2226931"/>
          </a:xfrm>
        </p:spPr>
        <p:txBody>
          <a:bodyPr vert="horz" wrap="square" lIns="91440" tIns="45720" rIns="91440" bIns="45720" anchor="t"/>
          <a:lstStyle/>
          <a:p>
            <a:pPr eaLnBrk="1" hangingPunct="1">
              <a:lnSpc>
                <a:spcPct val="90000"/>
              </a:lnSpc>
            </a:pPr>
            <a:r>
              <a:rPr lang="en-US" altLang="zh-CN" sz="4000" dirty="0" smtClean="0"/>
              <a:t>END</a:t>
            </a:r>
            <a:r>
              <a:rPr lang="zh-CN" altLang="en-US" sz="4000" dirty="0" smtClean="0"/>
              <a:t>！</a:t>
            </a:r>
            <a:endParaRPr lang="zh-CN" altLang="en-US" sz="40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b6136ff-3bc9-4bb0-889d-ed9bec826905"/>
  <p:tag name="COMMONDATA" val="eyJoZGlkIjoiYzZkMThhYWRiYjM3OTRjZGI1YzMwN2JkMGM1MzU4NjYifQ=="/>
</p:tagLst>
</file>

<file path=ppt/tags/tag2.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ORDER" val="true"/>
  <p:tag name="PROBLEMSCORE" val="3.0"/>
  <p:tag name="PROBLEMBLANK" val="[{&quot;num&quot;:1,&quot;caseSensitive&quot;:false,&quot;fuzzyMatch&quot;:false,&quot;Score&quot;:1.0,&quot;answers&quot;:[&quot;空间段&quot;]},{&quot;num&quot;:2,&quot;caseSensitive&quot;:false,&quot;fuzzyMatch&quot;:false,&quot;Score&quot;:1.0,&quot;answers&quot;:[&quot;地面段&quot;]},{&quot;num&quot;:3,&quot;caseSensitive&quot;:false,&quot;fuzzyMatch&quot;:false,&quot;Score&quot;:1.0,&quot;answers&quot;:[&quot;用户段&quot;]}]"/>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ORDER" val="false"/>
  <p:tag name="PROBLEMSCORE" val="1.0"/>
  <p:tag name="PROBLEMBLANK" val="[{&quot;num&quot;:1,&quot;caseSensitive&quot;:false,&quot;fuzzyMatch&quot;:false,&quot;Score&quot;:1.0,&quot;answers&quot;:[&quot;P&quo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3.0"/>
  <p:tag name="PROBLEMBLANK" val="[{&quot;num&quot;:1,&quot;caseSensitive&quot;:false,&quot;fuzzyMatch&quot;:false,&quot;Score&quot;:1.0,&quot;answers&quot;:[&quot;注入站&quot;]},{&quot;num&quot;:2,&quot;caseSensitive&quot;:false,&quot;fuzzyMatch&quot;:false,&quot;Score&quot;:1.0,&quot;answers&quot;:[&quot;主控站&quot;]},{&quot;num&quot;:3,&quot;caseSensitive&quot;:false,&quot;fuzzyMatch&quot;:false,&quot;Score&quot;:1.0,&quot;answers&quot;:[&quot;监测站&quot;]}]"/>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1.0,&quot;answers&quot;:[&quot;相对定位&quot;]},{&quot;num&quot;:2,&quot;caseSensitive&quot;:false,&quot;fuzzyMatch&quot;:false,&quot;Score&quot;:1.0,&quot;answers&quot;:[&quot;差分定位&quot;]}]"/>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1.0,&quot;answers&quot;:[&quot;C/A&quot;]},{&quot;num&quot;:2,&quot;caseSensitive&quot;:false,&quot;fuzzyMatch&quot;:false,&quot;Score&quot;:1.0,&quot;answers&quot;:[&quot;P&quo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6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SA&quot;]}]"/>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7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3.0"/>
  <p:tag name="PROBLEMBLANK" val="[{&quot;num&quot;:1,&quot;caseSensitive&quot;:false,&quot;fuzzyMatch&quot;:false,&quot;Score&quot;:1.0,&quot;answers&quot;:[&quot;瞄准式&quot;]},{&quot;num&quot;:2,&quot;caseSensitive&quot;:false,&quot;fuzzyMatch&quot;:false,&quot;Score&quot;:1.0,&quot;answers&quot;:[&quot;拦阻式&quot;]},{&quot;num&quot;:3,&quot;caseSensitive&quot;:false,&quot;fuzzyMatch&quot;:false,&quot;Score&quot;:1.0,&quot;answers&quot;:[&quot;相关式&quot;]}]"/>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8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思源黑体 CN Heavy"/>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12139</Words>
  <Application>Microsoft Office PowerPoint</Application>
  <PresentationFormat>宽屏</PresentationFormat>
  <Paragraphs>541</Paragraphs>
  <Slides>96</Slides>
  <Notes>23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96</vt:i4>
      </vt:variant>
    </vt:vector>
  </HeadingPairs>
  <TitlesOfParts>
    <vt:vector size="112" baseType="lpstr">
      <vt:lpstr>等线</vt:lpstr>
      <vt:lpstr>黑体</vt:lpstr>
      <vt:lpstr>华文行楷</vt:lpstr>
      <vt:lpstr>楷体_GB2312</vt:lpstr>
      <vt:lpstr>隶书</vt:lpstr>
      <vt:lpstr>思源黑体 CN Heavy</vt:lpstr>
      <vt:lpstr>思源黑体 CN Normal</vt:lpstr>
      <vt:lpstr>宋体</vt:lpstr>
      <vt:lpstr>微软雅黑</vt:lpstr>
      <vt:lpstr>Arial</vt:lpstr>
      <vt:lpstr>Segoe UI</vt:lpstr>
      <vt:lpstr>Tahoma</vt:lpstr>
      <vt:lpstr>Times New Roman</vt:lpstr>
      <vt:lpstr>Wingdings</vt:lpstr>
      <vt:lpstr>Office 主题​​</vt:lpstr>
      <vt:lpstr>MS_ClipArt_Gallery.2</vt:lpstr>
      <vt:lpstr>《信息对抗技术》 电子讲稿</vt:lpstr>
      <vt:lpstr>PowerPoint 演示文稿</vt:lpstr>
      <vt:lpstr> </vt:lpstr>
      <vt:lpstr>银河号事件</vt:lpstr>
      <vt:lpstr>我导弹射偏</vt:lpstr>
      <vt:lpstr>伊朗不怕关闭GPS</vt:lpstr>
      <vt:lpstr>北斗卫星导航系统</vt:lpstr>
      <vt:lpstr>PowerPoint 演示文稿</vt:lpstr>
      <vt:lpstr>北斗卫星导航系统</vt:lpstr>
      <vt:lpstr>PowerPoint 演示文稿</vt:lpstr>
      <vt:lpstr>PowerPoint 演示文稿</vt:lpstr>
      <vt:lpstr>北斗卫星导航系统</vt:lpstr>
      <vt:lpstr>北斗卫星导航系统</vt:lpstr>
      <vt:lpstr>发展历程 </vt:lpstr>
      <vt:lpstr>北斗应用冲锋在抗疫前线</vt:lpstr>
      <vt:lpstr>北斗支援武汉医院</vt:lpstr>
      <vt:lpstr>北斗支援武汉医院</vt:lpstr>
      <vt:lpstr>GPS对抗 </vt:lpstr>
      <vt:lpstr>PowerPoint 演示文稿</vt:lpstr>
      <vt:lpstr>  GPS技术原理</vt:lpstr>
      <vt:lpstr>GPS定位系统概述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RTK（Real - Time Kinematic）</vt:lpstr>
      <vt:lpstr>PowerPoint 演示文稿</vt:lpstr>
      <vt:lpstr>PowerPoint 演示文稿</vt:lpstr>
      <vt:lpstr>PowerPoint 演示文稿</vt:lpstr>
      <vt:lpstr>PowerPoint 演示文稿</vt:lpstr>
      <vt:lpstr>PowerPoint 演示文稿</vt:lpstr>
      <vt:lpstr>GPS工作原理</vt:lpstr>
      <vt:lpstr>PowerPoint 演示文稿</vt:lpstr>
      <vt:lpstr>1）伪码(伪随机测距码)  </vt:lpstr>
      <vt:lpstr>2)导航电文  </vt:lpstr>
      <vt:lpstr>PowerPoint 演示文稿</vt:lpstr>
      <vt:lpstr>3）接收机的工作原理</vt:lpstr>
      <vt:lpstr>P码的保密性  </vt:lpstr>
      <vt:lpstr>PowerPoint 演示文稿</vt:lpstr>
      <vt:lpstr>4)差分GPS  </vt:lpstr>
      <vt:lpstr>PowerPoint 演示文稿</vt:lpstr>
      <vt:lpstr>GPS功能 </vt:lpstr>
      <vt:lpstr>GPS在军事上的作用可归纳如下:  </vt:lpstr>
      <vt:lpstr>PowerPoint 演示文稿</vt:lpstr>
      <vt:lpstr>PowerPoint 演示文稿</vt:lpstr>
      <vt:lpstr>PowerPoint 演示文稿</vt:lpstr>
      <vt:lpstr>PowerPoint 演示文稿</vt:lpstr>
      <vt:lpstr>PowerPoint 演示文稿</vt:lpstr>
      <vt:lpstr>GPS利用与反利用  </vt:lpstr>
      <vt:lpstr>1.扰乱利用的措施  </vt:lpstr>
      <vt:lpstr>PowerPoint 演示文稿</vt:lpstr>
      <vt:lpstr>PowerPoint 演示文稿</vt:lpstr>
      <vt:lpstr>2.拒绝利用的措施  </vt:lpstr>
      <vt:lpstr>GPS欺骗与反欺骗  </vt:lpstr>
      <vt:lpstr>GPS电子干扰与反干扰  </vt:lpstr>
      <vt:lpstr>1.电子干扰  </vt:lpstr>
      <vt:lpstr>PowerPoint 演示文稿</vt:lpstr>
      <vt:lpstr>PowerPoint 演示文稿</vt:lpstr>
      <vt:lpstr>PowerPoint 演示文稿</vt:lpstr>
      <vt:lpstr>PowerPoint 演示文稿</vt:lpstr>
      <vt:lpstr>2.电子抗干扰  </vt:lpstr>
      <vt:lpstr>PowerPoint 演示文稿</vt:lpstr>
      <vt:lpstr>2) GPS接收机的抗干扰措施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GPS在军事上的作用</vt:lpstr>
      <vt:lpstr>GPS利用与反利用</vt:lpstr>
      <vt:lpstr>GPS电子干扰与反干扰</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h</cp:lastModifiedBy>
  <cp:revision>333</cp:revision>
  <dcterms:created xsi:type="dcterms:W3CDTF">2019-09-27T01:23:00Z</dcterms:created>
  <dcterms:modified xsi:type="dcterms:W3CDTF">2026-03-25T03:42:43Z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ECA89476A02147F39C37585D116DE46E_13</vt:lpwstr>
  </property>
</Properties>
</file>